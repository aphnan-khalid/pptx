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702" autoAdjust="0"/>
  </p:normalViewPr>
  <p:slideViewPr>
    <p:cSldViewPr snapToGrid="0">
      <p:cViewPr varScale="1">
        <p:scale>
          <a:sx n="123" d="100"/>
          <a:sy n="123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5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4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8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3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8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1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4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4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1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9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58.xml"/><Relationship Id="rId21" Type="http://schemas.openxmlformats.org/officeDocument/2006/relationships/tags" Target="../tags/tag53.xml"/><Relationship Id="rId42" Type="http://schemas.openxmlformats.org/officeDocument/2006/relationships/tags" Target="../tags/tag74.xml"/><Relationship Id="rId47" Type="http://schemas.openxmlformats.org/officeDocument/2006/relationships/tags" Target="../tags/tag79.xml"/><Relationship Id="rId63" Type="http://schemas.openxmlformats.org/officeDocument/2006/relationships/tags" Target="../tags/tag95.xml"/><Relationship Id="rId68" Type="http://schemas.openxmlformats.org/officeDocument/2006/relationships/tags" Target="../tags/tag100.xml"/><Relationship Id="rId84" Type="http://schemas.openxmlformats.org/officeDocument/2006/relationships/tags" Target="../tags/tag116.xml"/><Relationship Id="rId89" Type="http://schemas.openxmlformats.org/officeDocument/2006/relationships/tags" Target="../tags/tag121.xml"/><Relationship Id="rId16" Type="http://schemas.openxmlformats.org/officeDocument/2006/relationships/tags" Target="../tags/tag48.xml"/><Relationship Id="rId11" Type="http://schemas.openxmlformats.org/officeDocument/2006/relationships/tags" Target="../tags/tag43.xml"/><Relationship Id="rId32" Type="http://schemas.openxmlformats.org/officeDocument/2006/relationships/tags" Target="../tags/tag64.xml"/><Relationship Id="rId37" Type="http://schemas.openxmlformats.org/officeDocument/2006/relationships/tags" Target="../tags/tag69.xml"/><Relationship Id="rId53" Type="http://schemas.openxmlformats.org/officeDocument/2006/relationships/tags" Target="../tags/tag85.xml"/><Relationship Id="rId58" Type="http://schemas.openxmlformats.org/officeDocument/2006/relationships/tags" Target="../tags/tag90.xml"/><Relationship Id="rId74" Type="http://schemas.openxmlformats.org/officeDocument/2006/relationships/tags" Target="../tags/tag106.xml"/><Relationship Id="rId79" Type="http://schemas.openxmlformats.org/officeDocument/2006/relationships/tags" Target="../tags/tag111.xml"/><Relationship Id="rId102" Type="http://schemas.openxmlformats.org/officeDocument/2006/relationships/tags" Target="../tags/tag134.xml"/><Relationship Id="rId5" Type="http://schemas.openxmlformats.org/officeDocument/2006/relationships/tags" Target="../tags/tag37.xml"/><Relationship Id="rId90" Type="http://schemas.openxmlformats.org/officeDocument/2006/relationships/tags" Target="../tags/tag122.xml"/><Relationship Id="rId95" Type="http://schemas.openxmlformats.org/officeDocument/2006/relationships/tags" Target="../tags/tag127.xml"/><Relationship Id="rId22" Type="http://schemas.openxmlformats.org/officeDocument/2006/relationships/tags" Target="../tags/tag54.xml"/><Relationship Id="rId27" Type="http://schemas.openxmlformats.org/officeDocument/2006/relationships/tags" Target="../tags/tag59.xml"/><Relationship Id="rId43" Type="http://schemas.openxmlformats.org/officeDocument/2006/relationships/tags" Target="../tags/tag75.xml"/><Relationship Id="rId48" Type="http://schemas.openxmlformats.org/officeDocument/2006/relationships/tags" Target="../tags/tag80.xml"/><Relationship Id="rId64" Type="http://schemas.openxmlformats.org/officeDocument/2006/relationships/tags" Target="../tags/tag96.xml"/><Relationship Id="rId69" Type="http://schemas.openxmlformats.org/officeDocument/2006/relationships/tags" Target="../tags/tag101.xml"/><Relationship Id="rId80" Type="http://schemas.openxmlformats.org/officeDocument/2006/relationships/tags" Target="../tags/tag112.xml"/><Relationship Id="rId85" Type="http://schemas.openxmlformats.org/officeDocument/2006/relationships/tags" Target="../tags/tag117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33" Type="http://schemas.openxmlformats.org/officeDocument/2006/relationships/tags" Target="../tags/tag65.xml"/><Relationship Id="rId38" Type="http://schemas.openxmlformats.org/officeDocument/2006/relationships/tags" Target="../tags/tag70.xml"/><Relationship Id="rId59" Type="http://schemas.openxmlformats.org/officeDocument/2006/relationships/tags" Target="../tags/tag91.xml"/><Relationship Id="rId103" Type="http://schemas.openxmlformats.org/officeDocument/2006/relationships/tags" Target="../tags/tag135.xml"/><Relationship Id="rId20" Type="http://schemas.openxmlformats.org/officeDocument/2006/relationships/tags" Target="../tags/tag52.xml"/><Relationship Id="rId41" Type="http://schemas.openxmlformats.org/officeDocument/2006/relationships/tags" Target="../tags/tag73.xml"/><Relationship Id="rId54" Type="http://schemas.openxmlformats.org/officeDocument/2006/relationships/tags" Target="../tags/tag86.xml"/><Relationship Id="rId62" Type="http://schemas.openxmlformats.org/officeDocument/2006/relationships/tags" Target="../tags/tag94.xml"/><Relationship Id="rId70" Type="http://schemas.openxmlformats.org/officeDocument/2006/relationships/tags" Target="../tags/tag102.xml"/><Relationship Id="rId75" Type="http://schemas.openxmlformats.org/officeDocument/2006/relationships/tags" Target="../tags/tag107.xml"/><Relationship Id="rId83" Type="http://schemas.openxmlformats.org/officeDocument/2006/relationships/tags" Target="../tags/tag115.xml"/><Relationship Id="rId88" Type="http://schemas.openxmlformats.org/officeDocument/2006/relationships/tags" Target="../tags/tag120.xml"/><Relationship Id="rId91" Type="http://schemas.openxmlformats.org/officeDocument/2006/relationships/tags" Target="../tags/tag123.xml"/><Relationship Id="rId96" Type="http://schemas.openxmlformats.org/officeDocument/2006/relationships/tags" Target="../tags/tag128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5" Type="http://schemas.openxmlformats.org/officeDocument/2006/relationships/tags" Target="../tags/tag47.xml"/><Relationship Id="rId23" Type="http://schemas.openxmlformats.org/officeDocument/2006/relationships/tags" Target="../tags/tag55.xml"/><Relationship Id="rId28" Type="http://schemas.openxmlformats.org/officeDocument/2006/relationships/tags" Target="../tags/tag60.xml"/><Relationship Id="rId36" Type="http://schemas.openxmlformats.org/officeDocument/2006/relationships/tags" Target="../tags/tag68.xml"/><Relationship Id="rId49" Type="http://schemas.openxmlformats.org/officeDocument/2006/relationships/tags" Target="../tags/tag81.xml"/><Relationship Id="rId57" Type="http://schemas.openxmlformats.org/officeDocument/2006/relationships/tags" Target="../tags/tag89.xml"/><Relationship Id="rId106" Type="http://schemas.openxmlformats.org/officeDocument/2006/relationships/image" Target="../media/image2.png"/><Relationship Id="rId10" Type="http://schemas.openxmlformats.org/officeDocument/2006/relationships/tags" Target="../tags/tag42.xml"/><Relationship Id="rId31" Type="http://schemas.openxmlformats.org/officeDocument/2006/relationships/tags" Target="../tags/tag63.xml"/><Relationship Id="rId44" Type="http://schemas.openxmlformats.org/officeDocument/2006/relationships/tags" Target="../tags/tag76.xml"/><Relationship Id="rId52" Type="http://schemas.openxmlformats.org/officeDocument/2006/relationships/tags" Target="../tags/tag84.xml"/><Relationship Id="rId60" Type="http://schemas.openxmlformats.org/officeDocument/2006/relationships/tags" Target="../tags/tag92.xml"/><Relationship Id="rId65" Type="http://schemas.openxmlformats.org/officeDocument/2006/relationships/tags" Target="../tags/tag97.xml"/><Relationship Id="rId73" Type="http://schemas.openxmlformats.org/officeDocument/2006/relationships/tags" Target="../tags/tag105.xml"/><Relationship Id="rId78" Type="http://schemas.openxmlformats.org/officeDocument/2006/relationships/tags" Target="../tags/tag110.xml"/><Relationship Id="rId81" Type="http://schemas.openxmlformats.org/officeDocument/2006/relationships/tags" Target="../tags/tag113.xml"/><Relationship Id="rId86" Type="http://schemas.openxmlformats.org/officeDocument/2006/relationships/tags" Target="../tags/tag118.xml"/><Relationship Id="rId94" Type="http://schemas.openxmlformats.org/officeDocument/2006/relationships/tags" Target="../tags/tag126.xml"/><Relationship Id="rId99" Type="http://schemas.openxmlformats.org/officeDocument/2006/relationships/tags" Target="../tags/tag131.xml"/><Relationship Id="rId101" Type="http://schemas.openxmlformats.org/officeDocument/2006/relationships/tags" Target="../tags/tag133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39" Type="http://schemas.openxmlformats.org/officeDocument/2006/relationships/tags" Target="../tags/tag71.xml"/><Relationship Id="rId34" Type="http://schemas.openxmlformats.org/officeDocument/2006/relationships/tags" Target="../tags/tag66.xml"/><Relationship Id="rId50" Type="http://schemas.openxmlformats.org/officeDocument/2006/relationships/tags" Target="../tags/tag82.xml"/><Relationship Id="rId55" Type="http://schemas.openxmlformats.org/officeDocument/2006/relationships/tags" Target="../tags/tag87.xml"/><Relationship Id="rId76" Type="http://schemas.openxmlformats.org/officeDocument/2006/relationships/tags" Target="../tags/tag108.xml"/><Relationship Id="rId97" Type="http://schemas.openxmlformats.org/officeDocument/2006/relationships/tags" Target="../tags/tag129.xml"/><Relationship Id="rId104" Type="http://schemas.openxmlformats.org/officeDocument/2006/relationships/tags" Target="../tags/tag136.xml"/><Relationship Id="rId7" Type="http://schemas.openxmlformats.org/officeDocument/2006/relationships/tags" Target="../tags/tag39.xml"/><Relationship Id="rId71" Type="http://schemas.openxmlformats.org/officeDocument/2006/relationships/tags" Target="../tags/tag103.xml"/><Relationship Id="rId92" Type="http://schemas.openxmlformats.org/officeDocument/2006/relationships/tags" Target="../tags/tag124.xml"/><Relationship Id="rId2" Type="http://schemas.openxmlformats.org/officeDocument/2006/relationships/tags" Target="../tags/tag34.xml"/><Relationship Id="rId29" Type="http://schemas.openxmlformats.org/officeDocument/2006/relationships/tags" Target="../tags/tag61.xml"/><Relationship Id="rId24" Type="http://schemas.openxmlformats.org/officeDocument/2006/relationships/tags" Target="../tags/tag56.xml"/><Relationship Id="rId40" Type="http://schemas.openxmlformats.org/officeDocument/2006/relationships/tags" Target="../tags/tag72.xml"/><Relationship Id="rId45" Type="http://schemas.openxmlformats.org/officeDocument/2006/relationships/tags" Target="../tags/tag77.xml"/><Relationship Id="rId66" Type="http://schemas.openxmlformats.org/officeDocument/2006/relationships/tags" Target="../tags/tag98.xml"/><Relationship Id="rId87" Type="http://schemas.openxmlformats.org/officeDocument/2006/relationships/tags" Target="../tags/tag119.xml"/><Relationship Id="rId61" Type="http://schemas.openxmlformats.org/officeDocument/2006/relationships/tags" Target="../tags/tag93.xml"/><Relationship Id="rId82" Type="http://schemas.openxmlformats.org/officeDocument/2006/relationships/tags" Target="../tags/tag114.xml"/><Relationship Id="rId19" Type="http://schemas.openxmlformats.org/officeDocument/2006/relationships/tags" Target="../tags/tag51.xml"/><Relationship Id="rId14" Type="http://schemas.openxmlformats.org/officeDocument/2006/relationships/tags" Target="../tags/tag46.xml"/><Relationship Id="rId30" Type="http://schemas.openxmlformats.org/officeDocument/2006/relationships/tags" Target="../tags/tag62.xml"/><Relationship Id="rId35" Type="http://schemas.openxmlformats.org/officeDocument/2006/relationships/tags" Target="../tags/tag67.xml"/><Relationship Id="rId56" Type="http://schemas.openxmlformats.org/officeDocument/2006/relationships/tags" Target="../tags/tag88.xml"/><Relationship Id="rId77" Type="http://schemas.openxmlformats.org/officeDocument/2006/relationships/tags" Target="../tags/tag109.xml"/><Relationship Id="rId100" Type="http://schemas.openxmlformats.org/officeDocument/2006/relationships/tags" Target="../tags/tag132.xml"/><Relationship Id="rId105" Type="http://schemas.openxmlformats.org/officeDocument/2006/relationships/slideLayout" Target="../slideLayouts/slideLayout2.xml"/><Relationship Id="rId8" Type="http://schemas.openxmlformats.org/officeDocument/2006/relationships/tags" Target="../tags/tag40.xml"/><Relationship Id="rId51" Type="http://schemas.openxmlformats.org/officeDocument/2006/relationships/tags" Target="../tags/tag83.xml"/><Relationship Id="rId72" Type="http://schemas.openxmlformats.org/officeDocument/2006/relationships/tags" Target="../tags/tag104.xml"/><Relationship Id="rId93" Type="http://schemas.openxmlformats.org/officeDocument/2006/relationships/tags" Target="../tags/tag125.xml"/><Relationship Id="rId98" Type="http://schemas.openxmlformats.org/officeDocument/2006/relationships/tags" Target="../tags/tag130.xml"/><Relationship Id="rId3" Type="http://schemas.openxmlformats.org/officeDocument/2006/relationships/tags" Target="../tags/tag35.xml"/><Relationship Id="rId25" Type="http://schemas.openxmlformats.org/officeDocument/2006/relationships/tags" Target="../tags/tag57.xml"/><Relationship Id="rId46" Type="http://schemas.openxmlformats.org/officeDocument/2006/relationships/tags" Target="../tags/tag78.xml"/><Relationship Id="rId67" Type="http://schemas.openxmlformats.org/officeDocument/2006/relationships/tags" Target="../tags/tag99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tags" Target="../tags/tag253.xml"/><Relationship Id="rId21" Type="http://schemas.openxmlformats.org/officeDocument/2006/relationships/tags" Target="../tags/tag157.xml"/><Relationship Id="rId42" Type="http://schemas.openxmlformats.org/officeDocument/2006/relationships/tags" Target="../tags/tag178.xml"/><Relationship Id="rId63" Type="http://schemas.openxmlformats.org/officeDocument/2006/relationships/tags" Target="../tags/tag199.xml"/><Relationship Id="rId84" Type="http://schemas.openxmlformats.org/officeDocument/2006/relationships/tags" Target="../tags/tag220.xml"/><Relationship Id="rId138" Type="http://schemas.openxmlformats.org/officeDocument/2006/relationships/tags" Target="../tags/tag274.xml"/><Relationship Id="rId159" Type="http://schemas.openxmlformats.org/officeDocument/2006/relationships/tags" Target="../tags/tag295.xml"/><Relationship Id="rId170" Type="http://schemas.openxmlformats.org/officeDocument/2006/relationships/tags" Target="../tags/tag306.xml"/><Relationship Id="rId191" Type="http://schemas.openxmlformats.org/officeDocument/2006/relationships/tags" Target="../tags/tag327.xml"/><Relationship Id="rId107" Type="http://schemas.openxmlformats.org/officeDocument/2006/relationships/tags" Target="../tags/tag243.xml"/><Relationship Id="rId11" Type="http://schemas.openxmlformats.org/officeDocument/2006/relationships/tags" Target="../tags/tag147.xml"/><Relationship Id="rId32" Type="http://schemas.openxmlformats.org/officeDocument/2006/relationships/tags" Target="../tags/tag168.xml"/><Relationship Id="rId53" Type="http://schemas.openxmlformats.org/officeDocument/2006/relationships/tags" Target="../tags/tag189.xml"/><Relationship Id="rId74" Type="http://schemas.openxmlformats.org/officeDocument/2006/relationships/tags" Target="../tags/tag210.xml"/><Relationship Id="rId128" Type="http://schemas.openxmlformats.org/officeDocument/2006/relationships/tags" Target="../tags/tag264.xml"/><Relationship Id="rId149" Type="http://schemas.openxmlformats.org/officeDocument/2006/relationships/tags" Target="../tags/tag285.xml"/><Relationship Id="rId5" Type="http://schemas.openxmlformats.org/officeDocument/2006/relationships/tags" Target="../tags/tag141.xml"/><Relationship Id="rId95" Type="http://schemas.openxmlformats.org/officeDocument/2006/relationships/tags" Target="../tags/tag231.xml"/><Relationship Id="rId160" Type="http://schemas.openxmlformats.org/officeDocument/2006/relationships/tags" Target="../tags/tag296.xml"/><Relationship Id="rId181" Type="http://schemas.openxmlformats.org/officeDocument/2006/relationships/tags" Target="../tags/tag317.xml"/><Relationship Id="rId22" Type="http://schemas.openxmlformats.org/officeDocument/2006/relationships/tags" Target="../tags/tag158.xml"/><Relationship Id="rId43" Type="http://schemas.openxmlformats.org/officeDocument/2006/relationships/tags" Target="../tags/tag179.xml"/><Relationship Id="rId64" Type="http://schemas.openxmlformats.org/officeDocument/2006/relationships/tags" Target="../tags/tag200.xml"/><Relationship Id="rId118" Type="http://schemas.openxmlformats.org/officeDocument/2006/relationships/tags" Target="../tags/tag254.xml"/><Relationship Id="rId139" Type="http://schemas.openxmlformats.org/officeDocument/2006/relationships/tags" Target="../tags/tag275.xml"/><Relationship Id="rId85" Type="http://schemas.openxmlformats.org/officeDocument/2006/relationships/tags" Target="../tags/tag221.xml"/><Relationship Id="rId150" Type="http://schemas.openxmlformats.org/officeDocument/2006/relationships/tags" Target="../tags/tag286.xml"/><Relationship Id="rId171" Type="http://schemas.openxmlformats.org/officeDocument/2006/relationships/tags" Target="../tags/tag307.xml"/><Relationship Id="rId192" Type="http://schemas.openxmlformats.org/officeDocument/2006/relationships/tags" Target="../tags/tag328.xml"/><Relationship Id="rId12" Type="http://schemas.openxmlformats.org/officeDocument/2006/relationships/tags" Target="../tags/tag148.xml"/><Relationship Id="rId33" Type="http://schemas.openxmlformats.org/officeDocument/2006/relationships/tags" Target="../tags/tag169.xml"/><Relationship Id="rId108" Type="http://schemas.openxmlformats.org/officeDocument/2006/relationships/tags" Target="../tags/tag244.xml"/><Relationship Id="rId129" Type="http://schemas.openxmlformats.org/officeDocument/2006/relationships/tags" Target="../tags/tag265.xml"/><Relationship Id="rId54" Type="http://schemas.openxmlformats.org/officeDocument/2006/relationships/tags" Target="../tags/tag190.xml"/><Relationship Id="rId75" Type="http://schemas.openxmlformats.org/officeDocument/2006/relationships/tags" Target="../tags/tag211.xml"/><Relationship Id="rId96" Type="http://schemas.openxmlformats.org/officeDocument/2006/relationships/tags" Target="../tags/tag232.xml"/><Relationship Id="rId140" Type="http://schemas.openxmlformats.org/officeDocument/2006/relationships/tags" Target="../tags/tag276.xml"/><Relationship Id="rId161" Type="http://schemas.openxmlformats.org/officeDocument/2006/relationships/tags" Target="../tags/tag297.xml"/><Relationship Id="rId182" Type="http://schemas.openxmlformats.org/officeDocument/2006/relationships/tags" Target="../tags/tag318.xml"/><Relationship Id="rId6" Type="http://schemas.openxmlformats.org/officeDocument/2006/relationships/tags" Target="../tags/tag142.xml"/><Relationship Id="rId23" Type="http://schemas.openxmlformats.org/officeDocument/2006/relationships/tags" Target="../tags/tag159.xml"/><Relationship Id="rId119" Type="http://schemas.openxmlformats.org/officeDocument/2006/relationships/tags" Target="../tags/tag255.xml"/><Relationship Id="rId44" Type="http://schemas.openxmlformats.org/officeDocument/2006/relationships/tags" Target="../tags/tag180.xml"/><Relationship Id="rId65" Type="http://schemas.openxmlformats.org/officeDocument/2006/relationships/tags" Target="../tags/tag201.xml"/><Relationship Id="rId86" Type="http://schemas.openxmlformats.org/officeDocument/2006/relationships/tags" Target="../tags/tag222.xml"/><Relationship Id="rId130" Type="http://schemas.openxmlformats.org/officeDocument/2006/relationships/tags" Target="../tags/tag266.xml"/><Relationship Id="rId151" Type="http://schemas.openxmlformats.org/officeDocument/2006/relationships/tags" Target="../tags/tag287.xml"/><Relationship Id="rId172" Type="http://schemas.openxmlformats.org/officeDocument/2006/relationships/tags" Target="../tags/tag308.xml"/><Relationship Id="rId193" Type="http://schemas.openxmlformats.org/officeDocument/2006/relationships/tags" Target="../tags/tag329.xml"/><Relationship Id="rId13" Type="http://schemas.openxmlformats.org/officeDocument/2006/relationships/tags" Target="../tags/tag149.xml"/><Relationship Id="rId109" Type="http://schemas.openxmlformats.org/officeDocument/2006/relationships/tags" Target="../tags/tag245.xml"/><Relationship Id="rId34" Type="http://schemas.openxmlformats.org/officeDocument/2006/relationships/tags" Target="../tags/tag170.xml"/><Relationship Id="rId50" Type="http://schemas.openxmlformats.org/officeDocument/2006/relationships/tags" Target="../tags/tag186.xml"/><Relationship Id="rId55" Type="http://schemas.openxmlformats.org/officeDocument/2006/relationships/tags" Target="../tags/tag191.xml"/><Relationship Id="rId76" Type="http://schemas.openxmlformats.org/officeDocument/2006/relationships/tags" Target="../tags/tag212.xml"/><Relationship Id="rId97" Type="http://schemas.openxmlformats.org/officeDocument/2006/relationships/tags" Target="../tags/tag233.xml"/><Relationship Id="rId104" Type="http://schemas.openxmlformats.org/officeDocument/2006/relationships/tags" Target="../tags/tag240.xml"/><Relationship Id="rId120" Type="http://schemas.openxmlformats.org/officeDocument/2006/relationships/tags" Target="../tags/tag256.xml"/><Relationship Id="rId125" Type="http://schemas.openxmlformats.org/officeDocument/2006/relationships/tags" Target="../tags/tag261.xml"/><Relationship Id="rId141" Type="http://schemas.openxmlformats.org/officeDocument/2006/relationships/tags" Target="../tags/tag277.xml"/><Relationship Id="rId146" Type="http://schemas.openxmlformats.org/officeDocument/2006/relationships/tags" Target="../tags/tag282.xml"/><Relationship Id="rId167" Type="http://schemas.openxmlformats.org/officeDocument/2006/relationships/tags" Target="../tags/tag303.xml"/><Relationship Id="rId188" Type="http://schemas.openxmlformats.org/officeDocument/2006/relationships/tags" Target="../tags/tag324.xml"/><Relationship Id="rId7" Type="http://schemas.openxmlformats.org/officeDocument/2006/relationships/tags" Target="../tags/tag143.xml"/><Relationship Id="rId71" Type="http://schemas.openxmlformats.org/officeDocument/2006/relationships/tags" Target="../tags/tag207.xml"/><Relationship Id="rId92" Type="http://schemas.openxmlformats.org/officeDocument/2006/relationships/tags" Target="../tags/tag228.xml"/><Relationship Id="rId162" Type="http://schemas.openxmlformats.org/officeDocument/2006/relationships/tags" Target="../tags/tag298.xml"/><Relationship Id="rId183" Type="http://schemas.openxmlformats.org/officeDocument/2006/relationships/tags" Target="../tags/tag319.xml"/><Relationship Id="rId2" Type="http://schemas.openxmlformats.org/officeDocument/2006/relationships/tags" Target="../tags/tag138.xml"/><Relationship Id="rId29" Type="http://schemas.openxmlformats.org/officeDocument/2006/relationships/tags" Target="../tags/tag165.xml"/><Relationship Id="rId24" Type="http://schemas.openxmlformats.org/officeDocument/2006/relationships/tags" Target="../tags/tag160.xml"/><Relationship Id="rId40" Type="http://schemas.openxmlformats.org/officeDocument/2006/relationships/tags" Target="../tags/tag176.xml"/><Relationship Id="rId45" Type="http://schemas.openxmlformats.org/officeDocument/2006/relationships/tags" Target="../tags/tag181.xml"/><Relationship Id="rId66" Type="http://schemas.openxmlformats.org/officeDocument/2006/relationships/tags" Target="../tags/tag202.xml"/><Relationship Id="rId87" Type="http://schemas.openxmlformats.org/officeDocument/2006/relationships/tags" Target="../tags/tag223.xml"/><Relationship Id="rId110" Type="http://schemas.openxmlformats.org/officeDocument/2006/relationships/tags" Target="../tags/tag246.xml"/><Relationship Id="rId115" Type="http://schemas.openxmlformats.org/officeDocument/2006/relationships/tags" Target="../tags/tag251.xml"/><Relationship Id="rId131" Type="http://schemas.openxmlformats.org/officeDocument/2006/relationships/tags" Target="../tags/tag267.xml"/><Relationship Id="rId136" Type="http://schemas.openxmlformats.org/officeDocument/2006/relationships/tags" Target="../tags/tag272.xml"/><Relationship Id="rId157" Type="http://schemas.openxmlformats.org/officeDocument/2006/relationships/tags" Target="../tags/tag293.xml"/><Relationship Id="rId178" Type="http://schemas.openxmlformats.org/officeDocument/2006/relationships/tags" Target="../tags/tag314.xml"/><Relationship Id="rId61" Type="http://schemas.openxmlformats.org/officeDocument/2006/relationships/tags" Target="../tags/tag197.xml"/><Relationship Id="rId82" Type="http://schemas.openxmlformats.org/officeDocument/2006/relationships/tags" Target="../tags/tag218.xml"/><Relationship Id="rId152" Type="http://schemas.openxmlformats.org/officeDocument/2006/relationships/tags" Target="../tags/tag288.xml"/><Relationship Id="rId173" Type="http://schemas.openxmlformats.org/officeDocument/2006/relationships/tags" Target="../tags/tag309.xml"/><Relationship Id="rId194" Type="http://schemas.openxmlformats.org/officeDocument/2006/relationships/slideLayout" Target="../slideLayouts/slideLayout2.xml"/><Relationship Id="rId19" Type="http://schemas.openxmlformats.org/officeDocument/2006/relationships/tags" Target="../tags/tag155.xml"/><Relationship Id="rId14" Type="http://schemas.openxmlformats.org/officeDocument/2006/relationships/tags" Target="../tags/tag150.xml"/><Relationship Id="rId30" Type="http://schemas.openxmlformats.org/officeDocument/2006/relationships/tags" Target="../tags/tag166.xml"/><Relationship Id="rId35" Type="http://schemas.openxmlformats.org/officeDocument/2006/relationships/tags" Target="../tags/tag171.xml"/><Relationship Id="rId56" Type="http://schemas.openxmlformats.org/officeDocument/2006/relationships/tags" Target="../tags/tag192.xml"/><Relationship Id="rId77" Type="http://schemas.openxmlformats.org/officeDocument/2006/relationships/tags" Target="../tags/tag213.xml"/><Relationship Id="rId100" Type="http://schemas.openxmlformats.org/officeDocument/2006/relationships/tags" Target="../tags/tag236.xml"/><Relationship Id="rId105" Type="http://schemas.openxmlformats.org/officeDocument/2006/relationships/tags" Target="../tags/tag241.xml"/><Relationship Id="rId126" Type="http://schemas.openxmlformats.org/officeDocument/2006/relationships/tags" Target="../tags/tag262.xml"/><Relationship Id="rId147" Type="http://schemas.openxmlformats.org/officeDocument/2006/relationships/tags" Target="../tags/tag283.xml"/><Relationship Id="rId168" Type="http://schemas.openxmlformats.org/officeDocument/2006/relationships/tags" Target="../tags/tag304.xml"/><Relationship Id="rId8" Type="http://schemas.openxmlformats.org/officeDocument/2006/relationships/tags" Target="../tags/tag144.xml"/><Relationship Id="rId51" Type="http://schemas.openxmlformats.org/officeDocument/2006/relationships/tags" Target="../tags/tag187.xml"/><Relationship Id="rId72" Type="http://schemas.openxmlformats.org/officeDocument/2006/relationships/tags" Target="../tags/tag208.xml"/><Relationship Id="rId93" Type="http://schemas.openxmlformats.org/officeDocument/2006/relationships/tags" Target="../tags/tag229.xml"/><Relationship Id="rId98" Type="http://schemas.openxmlformats.org/officeDocument/2006/relationships/tags" Target="../tags/tag234.xml"/><Relationship Id="rId121" Type="http://schemas.openxmlformats.org/officeDocument/2006/relationships/tags" Target="../tags/tag257.xml"/><Relationship Id="rId142" Type="http://schemas.openxmlformats.org/officeDocument/2006/relationships/tags" Target="../tags/tag278.xml"/><Relationship Id="rId163" Type="http://schemas.openxmlformats.org/officeDocument/2006/relationships/tags" Target="../tags/tag299.xml"/><Relationship Id="rId184" Type="http://schemas.openxmlformats.org/officeDocument/2006/relationships/tags" Target="../tags/tag320.xml"/><Relationship Id="rId189" Type="http://schemas.openxmlformats.org/officeDocument/2006/relationships/tags" Target="../tags/tag325.xml"/><Relationship Id="rId3" Type="http://schemas.openxmlformats.org/officeDocument/2006/relationships/tags" Target="../tags/tag139.xml"/><Relationship Id="rId25" Type="http://schemas.openxmlformats.org/officeDocument/2006/relationships/tags" Target="../tags/tag161.xml"/><Relationship Id="rId46" Type="http://schemas.openxmlformats.org/officeDocument/2006/relationships/tags" Target="../tags/tag182.xml"/><Relationship Id="rId67" Type="http://schemas.openxmlformats.org/officeDocument/2006/relationships/tags" Target="../tags/tag203.xml"/><Relationship Id="rId116" Type="http://schemas.openxmlformats.org/officeDocument/2006/relationships/tags" Target="../tags/tag252.xml"/><Relationship Id="rId137" Type="http://schemas.openxmlformats.org/officeDocument/2006/relationships/tags" Target="../tags/tag273.xml"/><Relationship Id="rId158" Type="http://schemas.openxmlformats.org/officeDocument/2006/relationships/tags" Target="../tags/tag294.xml"/><Relationship Id="rId20" Type="http://schemas.openxmlformats.org/officeDocument/2006/relationships/tags" Target="../tags/tag156.xml"/><Relationship Id="rId41" Type="http://schemas.openxmlformats.org/officeDocument/2006/relationships/tags" Target="../tags/tag177.xml"/><Relationship Id="rId62" Type="http://schemas.openxmlformats.org/officeDocument/2006/relationships/tags" Target="../tags/tag198.xml"/><Relationship Id="rId83" Type="http://schemas.openxmlformats.org/officeDocument/2006/relationships/tags" Target="../tags/tag219.xml"/><Relationship Id="rId88" Type="http://schemas.openxmlformats.org/officeDocument/2006/relationships/tags" Target="../tags/tag224.xml"/><Relationship Id="rId111" Type="http://schemas.openxmlformats.org/officeDocument/2006/relationships/tags" Target="../tags/tag247.xml"/><Relationship Id="rId132" Type="http://schemas.openxmlformats.org/officeDocument/2006/relationships/tags" Target="../tags/tag268.xml"/><Relationship Id="rId153" Type="http://schemas.openxmlformats.org/officeDocument/2006/relationships/tags" Target="../tags/tag289.xml"/><Relationship Id="rId174" Type="http://schemas.openxmlformats.org/officeDocument/2006/relationships/tags" Target="../tags/tag310.xml"/><Relationship Id="rId179" Type="http://schemas.openxmlformats.org/officeDocument/2006/relationships/tags" Target="../tags/tag315.xml"/><Relationship Id="rId190" Type="http://schemas.openxmlformats.org/officeDocument/2006/relationships/tags" Target="../tags/tag326.xml"/><Relationship Id="rId15" Type="http://schemas.openxmlformats.org/officeDocument/2006/relationships/tags" Target="../tags/tag151.xml"/><Relationship Id="rId36" Type="http://schemas.openxmlformats.org/officeDocument/2006/relationships/tags" Target="../tags/tag172.xml"/><Relationship Id="rId57" Type="http://schemas.openxmlformats.org/officeDocument/2006/relationships/tags" Target="../tags/tag193.xml"/><Relationship Id="rId106" Type="http://schemas.openxmlformats.org/officeDocument/2006/relationships/tags" Target="../tags/tag242.xml"/><Relationship Id="rId127" Type="http://schemas.openxmlformats.org/officeDocument/2006/relationships/tags" Target="../tags/tag263.xml"/><Relationship Id="rId10" Type="http://schemas.openxmlformats.org/officeDocument/2006/relationships/tags" Target="../tags/tag146.xml"/><Relationship Id="rId31" Type="http://schemas.openxmlformats.org/officeDocument/2006/relationships/tags" Target="../tags/tag167.xml"/><Relationship Id="rId52" Type="http://schemas.openxmlformats.org/officeDocument/2006/relationships/tags" Target="../tags/tag188.xml"/><Relationship Id="rId73" Type="http://schemas.openxmlformats.org/officeDocument/2006/relationships/tags" Target="../tags/tag209.xml"/><Relationship Id="rId78" Type="http://schemas.openxmlformats.org/officeDocument/2006/relationships/tags" Target="../tags/tag214.xml"/><Relationship Id="rId94" Type="http://schemas.openxmlformats.org/officeDocument/2006/relationships/tags" Target="../tags/tag230.xml"/><Relationship Id="rId99" Type="http://schemas.openxmlformats.org/officeDocument/2006/relationships/tags" Target="../tags/tag235.xml"/><Relationship Id="rId101" Type="http://schemas.openxmlformats.org/officeDocument/2006/relationships/tags" Target="../tags/tag237.xml"/><Relationship Id="rId122" Type="http://schemas.openxmlformats.org/officeDocument/2006/relationships/tags" Target="../tags/tag258.xml"/><Relationship Id="rId143" Type="http://schemas.openxmlformats.org/officeDocument/2006/relationships/tags" Target="../tags/tag279.xml"/><Relationship Id="rId148" Type="http://schemas.openxmlformats.org/officeDocument/2006/relationships/tags" Target="../tags/tag284.xml"/><Relationship Id="rId164" Type="http://schemas.openxmlformats.org/officeDocument/2006/relationships/tags" Target="../tags/tag300.xml"/><Relationship Id="rId169" Type="http://schemas.openxmlformats.org/officeDocument/2006/relationships/tags" Target="../tags/tag305.xml"/><Relationship Id="rId185" Type="http://schemas.openxmlformats.org/officeDocument/2006/relationships/tags" Target="../tags/tag321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80" Type="http://schemas.openxmlformats.org/officeDocument/2006/relationships/tags" Target="../tags/tag316.xml"/><Relationship Id="rId26" Type="http://schemas.openxmlformats.org/officeDocument/2006/relationships/tags" Target="../tags/tag162.xml"/><Relationship Id="rId47" Type="http://schemas.openxmlformats.org/officeDocument/2006/relationships/tags" Target="../tags/tag183.xml"/><Relationship Id="rId68" Type="http://schemas.openxmlformats.org/officeDocument/2006/relationships/tags" Target="../tags/tag204.xml"/><Relationship Id="rId89" Type="http://schemas.openxmlformats.org/officeDocument/2006/relationships/tags" Target="../tags/tag225.xml"/><Relationship Id="rId112" Type="http://schemas.openxmlformats.org/officeDocument/2006/relationships/tags" Target="../tags/tag248.xml"/><Relationship Id="rId133" Type="http://schemas.openxmlformats.org/officeDocument/2006/relationships/tags" Target="../tags/tag269.xml"/><Relationship Id="rId154" Type="http://schemas.openxmlformats.org/officeDocument/2006/relationships/tags" Target="../tags/tag290.xml"/><Relationship Id="rId175" Type="http://schemas.openxmlformats.org/officeDocument/2006/relationships/tags" Target="../tags/tag311.xml"/><Relationship Id="rId16" Type="http://schemas.openxmlformats.org/officeDocument/2006/relationships/tags" Target="../tags/tag152.xml"/><Relationship Id="rId37" Type="http://schemas.openxmlformats.org/officeDocument/2006/relationships/tags" Target="../tags/tag173.xml"/><Relationship Id="rId58" Type="http://schemas.openxmlformats.org/officeDocument/2006/relationships/tags" Target="../tags/tag194.xml"/><Relationship Id="rId79" Type="http://schemas.openxmlformats.org/officeDocument/2006/relationships/tags" Target="../tags/tag215.xml"/><Relationship Id="rId102" Type="http://schemas.openxmlformats.org/officeDocument/2006/relationships/tags" Target="../tags/tag238.xml"/><Relationship Id="rId123" Type="http://schemas.openxmlformats.org/officeDocument/2006/relationships/tags" Target="../tags/tag259.xml"/><Relationship Id="rId144" Type="http://schemas.openxmlformats.org/officeDocument/2006/relationships/tags" Target="../tags/tag280.xml"/><Relationship Id="rId90" Type="http://schemas.openxmlformats.org/officeDocument/2006/relationships/tags" Target="../tags/tag226.xml"/><Relationship Id="rId165" Type="http://schemas.openxmlformats.org/officeDocument/2006/relationships/tags" Target="../tags/tag301.xml"/><Relationship Id="rId186" Type="http://schemas.openxmlformats.org/officeDocument/2006/relationships/tags" Target="../tags/tag322.xml"/><Relationship Id="rId27" Type="http://schemas.openxmlformats.org/officeDocument/2006/relationships/tags" Target="../tags/tag163.xml"/><Relationship Id="rId48" Type="http://schemas.openxmlformats.org/officeDocument/2006/relationships/tags" Target="../tags/tag184.xml"/><Relationship Id="rId69" Type="http://schemas.openxmlformats.org/officeDocument/2006/relationships/tags" Target="../tags/tag205.xml"/><Relationship Id="rId113" Type="http://schemas.openxmlformats.org/officeDocument/2006/relationships/tags" Target="../tags/tag249.xml"/><Relationship Id="rId134" Type="http://schemas.openxmlformats.org/officeDocument/2006/relationships/tags" Target="../tags/tag270.xml"/><Relationship Id="rId80" Type="http://schemas.openxmlformats.org/officeDocument/2006/relationships/tags" Target="../tags/tag216.xml"/><Relationship Id="rId155" Type="http://schemas.openxmlformats.org/officeDocument/2006/relationships/tags" Target="../tags/tag291.xml"/><Relationship Id="rId176" Type="http://schemas.openxmlformats.org/officeDocument/2006/relationships/tags" Target="../tags/tag312.xml"/><Relationship Id="rId17" Type="http://schemas.openxmlformats.org/officeDocument/2006/relationships/tags" Target="../tags/tag153.xml"/><Relationship Id="rId38" Type="http://schemas.openxmlformats.org/officeDocument/2006/relationships/tags" Target="../tags/tag174.xml"/><Relationship Id="rId59" Type="http://schemas.openxmlformats.org/officeDocument/2006/relationships/tags" Target="../tags/tag195.xml"/><Relationship Id="rId103" Type="http://schemas.openxmlformats.org/officeDocument/2006/relationships/tags" Target="../tags/tag239.xml"/><Relationship Id="rId124" Type="http://schemas.openxmlformats.org/officeDocument/2006/relationships/tags" Target="../tags/tag260.xml"/><Relationship Id="rId70" Type="http://schemas.openxmlformats.org/officeDocument/2006/relationships/tags" Target="../tags/tag206.xml"/><Relationship Id="rId91" Type="http://schemas.openxmlformats.org/officeDocument/2006/relationships/tags" Target="../tags/tag227.xml"/><Relationship Id="rId145" Type="http://schemas.openxmlformats.org/officeDocument/2006/relationships/tags" Target="../tags/tag281.xml"/><Relationship Id="rId166" Type="http://schemas.openxmlformats.org/officeDocument/2006/relationships/tags" Target="../tags/tag302.xml"/><Relationship Id="rId187" Type="http://schemas.openxmlformats.org/officeDocument/2006/relationships/tags" Target="../tags/tag323.xml"/><Relationship Id="rId1" Type="http://schemas.openxmlformats.org/officeDocument/2006/relationships/tags" Target="../tags/tag137.xml"/><Relationship Id="rId28" Type="http://schemas.openxmlformats.org/officeDocument/2006/relationships/tags" Target="../tags/tag164.xml"/><Relationship Id="rId49" Type="http://schemas.openxmlformats.org/officeDocument/2006/relationships/tags" Target="../tags/tag185.xml"/><Relationship Id="rId114" Type="http://schemas.openxmlformats.org/officeDocument/2006/relationships/tags" Target="../tags/tag250.xml"/><Relationship Id="rId60" Type="http://schemas.openxmlformats.org/officeDocument/2006/relationships/tags" Target="../tags/tag196.xml"/><Relationship Id="rId81" Type="http://schemas.openxmlformats.org/officeDocument/2006/relationships/tags" Target="../tags/tag217.xml"/><Relationship Id="rId135" Type="http://schemas.openxmlformats.org/officeDocument/2006/relationships/tags" Target="../tags/tag271.xml"/><Relationship Id="rId156" Type="http://schemas.openxmlformats.org/officeDocument/2006/relationships/tags" Target="../tags/tag292.xml"/><Relationship Id="rId177" Type="http://schemas.openxmlformats.org/officeDocument/2006/relationships/tags" Target="../tags/tag313.xml"/><Relationship Id="rId18" Type="http://schemas.openxmlformats.org/officeDocument/2006/relationships/tags" Target="../tags/tag154.xml"/><Relationship Id="rId39" Type="http://schemas.openxmlformats.org/officeDocument/2006/relationships/tags" Target="../tags/tag17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tags" Target="../tags/tag446.xml"/><Relationship Id="rId21" Type="http://schemas.openxmlformats.org/officeDocument/2006/relationships/tags" Target="../tags/tag350.xml"/><Relationship Id="rId63" Type="http://schemas.openxmlformats.org/officeDocument/2006/relationships/tags" Target="../tags/tag392.xml"/><Relationship Id="rId159" Type="http://schemas.openxmlformats.org/officeDocument/2006/relationships/tags" Target="../tags/tag488.xml"/><Relationship Id="rId170" Type="http://schemas.openxmlformats.org/officeDocument/2006/relationships/tags" Target="../tags/tag499.xml"/><Relationship Id="rId226" Type="http://schemas.openxmlformats.org/officeDocument/2006/relationships/tags" Target="../tags/tag555.xml"/><Relationship Id="rId268" Type="http://schemas.openxmlformats.org/officeDocument/2006/relationships/tags" Target="../tags/tag597.xml"/><Relationship Id="rId11" Type="http://schemas.openxmlformats.org/officeDocument/2006/relationships/tags" Target="../tags/tag340.xml"/><Relationship Id="rId32" Type="http://schemas.openxmlformats.org/officeDocument/2006/relationships/tags" Target="../tags/tag361.xml"/><Relationship Id="rId53" Type="http://schemas.openxmlformats.org/officeDocument/2006/relationships/tags" Target="../tags/tag382.xml"/><Relationship Id="rId74" Type="http://schemas.openxmlformats.org/officeDocument/2006/relationships/tags" Target="../tags/tag403.xml"/><Relationship Id="rId128" Type="http://schemas.openxmlformats.org/officeDocument/2006/relationships/tags" Target="../tags/tag457.xml"/><Relationship Id="rId149" Type="http://schemas.openxmlformats.org/officeDocument/2006/relationships/tags" Target="../tags/tag478.xml"/><Relationship Id="rId5" Type="http://schemas.openxmlformats.org/officeDocument/2006/relationships/tags" Target="../tags/tag334.xml"/><Relationship Id="rId95" Type="http://schemas.openxmlformats.org/officeDocument/2006/relationships/tags" Target="../tags/tag424.xml"/><Relationship Id="rId160" Type="http://schemas.openxmlformats.org/officeDocument/2006/relationships/tags" Target="../tags/tag489.xml"/><Relationship Id="rId181" Type="http://schemas.openxmlformats.org/officeDocument/2006/relationships/tags" Target="../tags/tag510.xml"/><Relationship Id="rId216" Type="http://schemas.openxmlformats.org/officeDocument/2006/relationships/tags" Target="../tags/tag545.xml"/><Relationship Id="rId237" Type="http://schemas.openxmlformats.org/officeDocument/2006/relationships/tags" Target="../tags/tag566.xml"/><Relationship Id="rId258" Type="http://schemas.openxmlformats.org/officeDocument/2006/relationships/tags" Target="../tags/tag587.xml"/><Relationship Id="rId22" Type="http://schemas.openxmlformats.org/officeDocument/2006/relationships/tags" Target="../tags/tag351.xml"/><Relationship Id="rId43" Type="http://schemas.openxmlformats.org/officeDocument/2006/relationships/tags" Target="../tags/tag372.xml"/><Relationship Id="rId64" Type="http://schemas.openxmlformats.org/officeDocument/2006/relationships/tags" Target="../tags/tag393.xml"/><Relationship Id="rId118" Type="http://schemas.openxmlformats.org/officeDocument/2006/relationships/tags" Target="../tags/tag447.xml"/><Relationship Id="rId139" Type="http://schemas.openxmlformats.org/officeDocument/2006/relationships/tags" Target="../tags/tag468.xml"/><Relationship Id="rId85" Type="http://schemas.openxmlformats.org/officeDocument/2006/relationships/tags" Target="../tags/tag414.xml"/><Relationship Id="rId150" Type="http://schemas.openxmlformats.org/officeDocument/2006/relationships/tags" Target="../tags/tag479.xml"/><Relationship Id="rId171" Type="http://schemas.openxmlformats.org/officeDocument/2006/relationships/tags" Target="../tags/tag500.xml"/><Relationship Id="rId192" Type="http://schemas.openxmlformats.org/officeDocument/2006/relationships/tags" Target="../tags/tag521.xml"/><Relationship Id="rId206" Type="http://schemas.openxmlformats.org/officeDocument/2006/relationships/tags" Target="../tags/tag535.xml"/><Relationship Id="rId227" Type="http://schemas.openxmlformats.org/officeDocument/2006/relationships/tags" Target="../tags/tag556.xml"/><Relationship Id="rId248" Type="http://schemas.openxmlformats.org/officeDocument/2006/relationships/tags" Target="../tags/tag577.xml"/><Relationship Id="rId269" Type="http://schemas.openxmlformats.org/officeDocument/2006/relationships/tags" Target="../tags/tag598.xml"/><Relationship Id="rId12" Type="http://schemas.openxmlformats.org/officeDocument/2006/relationships/tags" Target="../tags/tag341.xml"/><Relationship Id="rId33" Type="http://schemas.openxmlformats.org/officeDocument/2006/relationships/tags" Target="../tags/tag362.xml"/><Relationship Id="rId108" Type="http://schemas.openxmlformats.org/officeDocument/2006/relationships/tags" Target="../tags/tag437.xml"/><Relationship Id="rId129" Type="http://schemas.openxmlformats.org/officeDocument/2006/relationships/tags" Target="../tags/tag458.xml"/><Relationship Id="rId54" Type="http://schemas.openxmlformats.org/officeDocument/2006/relationships/tags" Target="../tags/tag383.xml"/><Relationship Id="rId75" Type="http://schemas.openxmlformats.org/officeDocument/2006/relationships/tags" Target="../tags/tag404.xml"/><Relationship Id="rId96" Type="http://schemas.openxmlformats.org/officeDocument/2006/relationships/tags" Target="../tags/tag425.xml"/><Relationship Id="rId140" Type="http://schemas.openxmlformats.org/officeDocument/2006/relationships/tags" Target="../tags/tag469.xml"/><Relationship Id="rId161" Type="http://schemas.openxmlformats.org/officeDocument/2006/relationships/tags" Target="../tags/tag490.xml"/><Relationship Id="rId182" Type="http://schemas.openxmlformats.org/officeDocument/2006/relationships/tags" Target="../tags/tag511.xml"/><Relationship Id="rId217" Type="http://schemas.openxmlformats.org/officeDocument/2006/relationships/tags" Target="../tags/tag546.xml"/><Relationship Id="rId6" Type="http://schemas.openxmlformats.org/officeDocument/2006/relationships/tags" Target="../tags/tag335.xml"/><Relationship Id="rId238" Type="http://schemas.openxmlformats.org/officeDocument/2006/relationships/tags" Target="../tags/tag567.xml"/><Relationship Id="rId259" Type="http://schemas.openxmlformats.org/officeDocument/2006/relationships/tags" Target="../tags/tag588.xml"/><Relationship Id="rId23" Type="http://schemas.openxmlformats.org/officeDocument/2006/relationships/tags" Target="../tags/tag352.xml"/><Relationship Id="rId119" Type="http://schemas.openxmlformats.org/officeDocument/2006/relationships/tags" Target="../tags/tag448.xml"/><Relationship Id="rId270" Type="http://schemas.openxmlformats.org/officeDocument/2006/relationships/tags" Target="../tags/tag599.xml"/><Relationship Id="rId44" Type="http://schemas.openxmlformats.org/officeDocument/2006/relationships/tags" Target="../tags/tag373.xml"/><Relationship Id="rId65" Type="http://schemas.openxmlformats.org/officeDocument/2006/relationships/tags" Target="../tags/tag394.xml"/><Relationship Id="rId86" Type="http://schemas.openxmlformats.org/officeDocument/2006/relationships/tags" Target="../tags/tag415.xml"/><Relationship Id="rId130" Type="http://schemas.openxmlformats.org/officeDocument/2006/relationships/tags" Target="../tags/tag459.xml"/><Relationship Id="rId151" Type="http://schemas.openxmlformats.org/officeDocument/2006/relationships/tags" Target="../tags/tag480.xml"/><Relationship Id="rId172" Type="http://schemas.openxmlformats.org/officeDocument/2006/relationships/tags" Target="../tags/tag501.xml"/><Relationship Id="rId193" Type="http://schemas.openxmlformats.org/officeDocument/2006/relationships/tags" Target="../tags/tag522.xml"/><Relationship Id="rId207" Type="http://schemas.openxmlformats.org/officeDocument/2006/relationships/tags" Target="../tags/tag536.xml"/><Relationship Id="rId228" Type="http://schemas.openxmlformats.org/officeDocument/2006/relationships/tags" Target="../tags/tag557.xml"/><Relationship Id="rId249" Type="http://schemas.openxmlformats.org/officeDocument/2006/relationships/tags" Target="../tags/tag578.xml"/><Relationship Id="rId13" Type="http://schemas.openxmlformats.org/officeDocument/2006/relationships/tags" Target="../tags/tag342.xml"/><Relationship Id="rId109" Type="http://schemas.openxmlformats.org/officeDocument/2006/relationships/tags" Target="../tags/tag438.xml"/><Relationship Id="rId260" Type="http://schemas.openxmlformats.org/officeDocument/2006/relationships/tags" Target="../tags/tag589.xml"/><Relationship Id="rId34" Type="http://schemas.openxmlformats.org/officeDocument/2006/relationships/tags" Target="../tags/tag363.xml"/><Relationship Id="rId55" Type="http://schemas.openxmlformats.org/officeDocument/2006/relationships/tags" Target="../tags/tag384.xml"/><Relationship Id="rId76" Type="http://schemas.openxmlformats.org/officeDocument/2006/relationships/tags" Target="../tags/tag405.xml"/><Relationship Id="rId97" Type="http://schemas.openxmlformats.org/officeDocument/2006/relationships/tags" Target="../tags/tag426.xml"/><Relationship Id="rId120" Type="http://schemas.openxmlformats.org/officeDocument/2006/relationships/tags" Target="../tags/tag449.xml"/><Relationship Id="rId141" Type="http://schemas.openxmlformats.org/officeDocument/2006/relationships/tags" Target="../tags/tag470.xml"/><Relationship Id="rId7" Type="http://schemas.openxmlformats.org/officeDocument/2006/relationships/tags" Target="../tags/tag336.xml"/><Relationship Id="rId162" Type="http://schemas.openxmlformats.org/officeDocument/2006/relationships/tags" Target="../tags/tag491.xml"/><Relationship Id="rId183" Type="http://schemas.openxmlformats.org/officeDocument/2006/relationships/tags" Target="../tags/tag512.xml"/><Relationship Id="rId218" Type="http://schemas.openxmlformats.org/officeDocument/2006/relationships/tags" Target="../tags/tag547.xml"/><Relationship Id="rId239" Type="http://schemas.openxmlformats.org/officeDocument/2006/relationships/tags" Target="../tags/tag568.xml"/><Relationship Id="rId250" Type="http://schemas.openxmlformats.org/officeDocument/2006/relationships/tags" Target="../tags/tag579.xml"/><Relationship Id="rId271" Type="http://schemas.openxmlformats.org/officeDocument/2006/relationships/slideLayout" Target="../slideLayouts/slideLayout2.xml"/><Relationship Id="rId24" Type="http://schemas.openxmlformats.org/officeDocument/2006/relationships/tags" Target="../tags/tag353.xml"/><Relationship Id="rId45" Type="http://schemas.openxmlformats.org/officeDocument/2006/relationships/tags" Target="../tags/tag374.xml"/><Relationship Id="rId66" Type="http://schemas.openxmlformats.org/officeDocument/2006/relationships/tags" Target="../tags/tag395.xml"/><Relationship Id="rId87" Type="http://schemas.openxmlformats.org/officeDocument/2006/relationships/tags" Target="../tags/tag416.xml"/><Relationship Id="rId110" Type="http://schemas.openxmlformats.org/officeDocument/2006/relationships/tags" Target="../tags/tag439.xml"/><Relationship Id="rId131" Type="http://schemas.openxmlformats.org/officeDocument/2006/relationships/tags" Target="../tags/tag460.xml"/><Relationship Id="rId152" Type="http://schemas.openxmlformats.org/officeDocument/2006/relationships/tags" Target="../tags/tag481.xml"/><Relationship Id="rId173" Type="http://schemas.openxmlformats.org/officeDocument/2006/relationships/tags" Target="../tags/tag502.xml"/><Relationship Id="rId194" Type="http://schemas.openxmlformats.org/officeDocument/2006/relationships/tags" Target="../tags/tag523.xml"/><Relationship Id="rId208" Type="http://schemas.openxmlformats.org/officeDocument/2006/relationships/tags" Target="../tags/tag537.xml"/><Relationship Id="rId229" Type="http://schemas.openxmlformats.org/officeDocument/2006/relationships/tags" Target="../tags/tag558.xml"/><Relationship Id="rId240" Type="http://schemas.openxmlformats.org/officeDocument/2006/relationships/tags" Target="../tags/tag569.xml"/><Relationship Id="rId261" Type="http://schemas.openxmlformats.org/officeDocument/2006/relationships/tags" Target="../tags/tag590.xml"/><Relationship Id="rId14" Type="http://schemas.openxmlformats.org/officeDocument/2006/relationships/tags" Target="../tags/tag343.xml"/><Relationship Id="rId35" Type="http://schemas.openxmlformats.org/officeDocument/2006/relationships/tags" Target="../tags/tag364.xml"/><Relationship Id="rId56" Type="http://schemas.openxmlformats.org/officeDocument/2006/relationships/tags" Target="../tags/tag385.xml"/><Relationship Id="rId77" Type="http://schemas.openxmlformats.org/officeDocument/2006/relationships/tags" Target="../tags/tag406.xml"/><Relationship Id="rId100" Type="http://schemas.openxmlformats.org/officeDocument/2006/relationships/tags" Target="../tags/tag429.xml"/><Relationship Id="rId8" Type="http://schemas.openxmlformats.org/officeDocument/2006/relationships/tags" Target="../tags/tag337.xml"/><Relationship Id="rId98" Type="http://schemas.openxmlformats.org/officeDocument/2006/relationships/tags" Target="../tags/tag427.xml"/><Relationship Id="rId121" Type="http://schemas.openxmlformats.org/officeDocument/2006/relationships/tags" Target="../tags/tag450.xml"/><Relationship Id="rId142" Type="http://schemas.openxmlformats.org/officeDocument/2006/relationships/tags" Target="../tags/tag471.xml"/><Relationship Id="rId163" Type="http://schemas.openxmlformats.org/officeDocument/2006/relationships/tags" Target="../tags/tag492.xml"/><Relationship Id="rId184" Type="http://schemas.openxmlformats.org/officeDocument/2006/relationships/tags" Target="../tags/tag513.xml"/><Relationship Id="rId219" Type="http://schemas.openxmlformats.org/officeDocument/2006/relationships/tags" Target="../tags/tag548.xml"/><Relationship Id="rId230" Type="http://schemas.openxmlformats.org/officeDocument/2006/relationships/tags" Target="../tags/tag559.xml"/><Relationship Id="rId251" Type="http://schemas.openxmlformats.org/officeDocument/2006/relationships/tags" Target="../tags/tag580.xml"/><Relationship Id="rId25" Type="http://schemas.openxmlformats.org/officeDocument/2006/relationships/tags" Target="../tags/tag354.xml"/><Relationship Id="rId46" Type="http://schemas.openxmlformats.org/officeDocument/2006/relationships/tags" Target="../tags/tag375.xml"/><Relationship Id="rId67" Type="http://schemas.openxmlformats.org/officeDocument/2006/relationships/tags" Target="../tags/tag396.xml"/><Relationship Id="rId272" Type="http://schemas.openxmlformats.org/officeDocument/2006/relationships/image" Target="../media/image3.png"/><Relationship Id="rId88" Type="http://schemas.openxmlformats.org/officeDocument/2006/relationships/tags" Target="../tags/tag417.xml"/><Relationship Id="rId111" Type="http://schemas.openxmlformats.org/officeDocument/2006/relationships/tags" Target="../tags/tag440.xml"/><Relationship Id="rId132" Type="http://schemas.openxmlformats.org/officeDocument/2006/relationships/tags" Target="../tags/tag461.xml"/><Relationship Id="rId153" Type="http://schemas.openxmlformats.org/officeDocument/2006/relationships/tags" Target="../tags/tag482.xml"/><Relationship Id="rId174" Type="http://schemas.openxmlformats.org/officeDocument/2006/relationships/tags" Target="../tags/tag503.xml"/><Relationship Id="rId195" Type="http://schemas.openxmlformats.org/officeDocument/2006/relationships/tags" Target="../tags/tag524.xml"/><Relationship Id="rId209" Type="http://schemas.openxmlformats.org/officeDocument/2006/relationships/tags" Target="../tags/tag538.xml"/><Relationship Id="rId220" Type="http://schemas.openxmlformats.org/officeDocument/2006/relationships/tags" Target="../tags/tag549.xml"/><Relationship Id="rId241" Type="http://schemas.openxmlformats.org/officeDocument/2006/relationships/tags" Target="../tags/tag570.xml"/><Relationship Id="rId15" Type="http://schemas.openxmlformats.org/officeDocument/2006/relationships/tags" Target="../tags/tag344.xml"/><Relationship Id="rId36" Type="http://schemas.openxmlformats.org/officeDocument/2006/relationships/tags" Target="../tags/tag365.xml"/><Relationship Id="rId57" Type="http://schemas.openxmlformats.org/officeDocument/2006/relationships/tags" Target="../tags/tag386.xml"/><Relationship Id="rId262" Type="http://schemas.openxmlformats.org/officeDocument/2006/relationships/tags" Target="../tags/tag591.xml"/><Relationship Id="rId78" Type="http://schemas.openxmlformats.org/officeDocument/2006/relationships/tags" Target="../tags/tag407.xml"/><Relationship Id="rId99" Type="http://schemas.openxmlformats.org/officeDocument/2006/relationships/tags" Target="../tags/tag428.xml"/><Relationship Id="rId101" Type="http://schemas.openxmlformats.org/officeDocument/2006/relationships/tags" Target="../tags/tag430.xml"/><Relationship Id="rId122" Type="http://schemas.openxmlformats.org/officeDocument/2006/relationships/tags" Target="../tags/tag451.xml"/><Relationship Id="rId143" Type="http://schemas.openxmlformats.org/officeDocument/2006/relationships/tags" Target="../tags/tag472.xml"/><Relationship Id="rId164" Type="http://schemas.openxmlformats.org/officeDocument/2006/relationships/tags" Target="../tags/tag493.xml"/><Relationship Id="rId185" Type="http://schemas.openxmlformats.org/officeDocument/2006/relationships/tags" Target="../tags/tag514.xml"/><Relationship Id="rId9" Type="http://schemas.openxmlformats.org/officeDocument/2006/relationships/tags" Target="../tags/tag338.xml"/><Relationship Id="rId210" Type="http://schemas.openxmlformats.org/officeDocument/2006/relationships/tags" Target="../tags/tag539.xml"/><Relationship Id="rId26" Type="http://schemas.openxmlformats.org/officeDocument/2006/relationships/tags" Target="../tags/tag355.xml"/><Relationship Id="rId231" Type="http://schemas.openxmlformats.org/officeDocument/2006/relationships/tags" Target="../tags/tag560.xml"/><Relationship Id="rId252" Type="http://schemas.openxmlformats.org/officeDocument/2006/relationships/tags" Target="../tags/tag581.xml"/><Relationship Id="rId47" Type="http://schemas.openxmlformats.org/officeDocument/2006/relationships/tags" Target="../tags/tag376.xml"/><Relationship Id="rId68" Type="http://schemas.openxmlformats.org/officeDocument/2006/relationships/tags" Target="../tags/tag397.xml"/><Relationship Id="rId89" Type="http://schemas.openxmlformats.org/officeDocument/2006/relationships/tags" Target="../tags/tag418.xml"/><Relationship Id="rId112" Type="http://schemas.openxmlformats.org/officeDocument/2006/relationships/tags" Target="../tags/tag441.xml"/><Relationship Id="rId133" Type="http://schemas.openxmlformats.org/officeDocument/2006/relationships/tags" Target="../tags/tag462.xml"/><Relationship Id="rId154" Type="http://schemas.openxmlformats.org/officeDocument/2006/relationships/tags" Target="../tags/tag483.xml"/><Relationship Id="rId175" Type="http://schemas.openxmlformats.org/officeDocument/2006/relationships/tags" Target="../tags/tag504.xml"/><Relationship Id="rId196" Type="http://schemas.openxmlformats.org/officeDocument/2006/relationships/tags" Target="../tags/tag525.xml"/><Relationship Id="rId200" Type="http://schemas.openxmlformats.org/officeDocument/2006/relationships/tags" Target="../tags/tag529.xml"/><Relationship Id="rId16" Type="http://schemas.openxmlformats.org/officeDocument/2006/relationships/tags" Target="../tags/tag345.xml"/><Relationship Id="rId221" Type="http://schemas.openxmlformats.org/officeDocument/2006/relationships/tags" Target="../tags/tag550.xml"/><Relationship Id="rId242" Type="http://schemas.openxmlformats.org/officeDocument/2006/relationships/tags" Target="../tags/tag571.xml"/><Relationship Id="rId263" Type="http://schemas.openxmlformats.org/officeDocument/2006/relationships/tags" Target="../tags/tag592.xml"/><Relationship Id="rId37" Type="http://schemas.openxmlformats.org/officeDocument/2006/relationships/tags" Target="../tags/tag366.xml"/><Relationship Id="rId58" Type="http://schemas.openxmlformats.org/officeDocument/2006/relationships/tags" Target="../tags/tag387.xml"/><Relationship Id="rId79" Type="http://schemas.openxmlformats.org/officeDocument/2006/relationships/tags" Target="../tags/tag408.xml"/><Relationship Id="rId102" Type="http://schemas.openxmlformats.org/officeDocument/2006/relationships/tags" Target="../tags/tag431.xml"/><Relationship Id="rId123" Type="http://schemas.openxmlformats.org/officeDocument/2006/relationships/tags" Target="../tags/tag452.xml"/><Relationship Id="rId144" Type="http://schemas.openxmlformats.org/officeDocument/2006/relationships/tags" Target="../tags/tag473.xml"/><Relationship Id="rId90" Type="http://schemas.openxmlformats.org/officeDocument/2006/relationships/tags" Target="../tags/tag419.xml"/><Relationship Id="rId165" Type="http://schemas.openxmlformats.org/officeDocument/2006/relationships/tags" Target="../tags/tag494.xml"/><Relationship Id="rId186" Type="http://schemas.openxmlformats.org/officeDocument/2006/relationships/tags" Target="../tags/tag515.xml"/><Relationship Id="rId211" Type="http://schemas.openxmlformats.org/officeDocument/2006/relationships/tags" Target="../tags/tag540.xml"/><Relationship Id="rId232" Type="http://schemas.openxmlformats.org/officeDocument/2006/relationships/tags" Target="../tags/tag561.xml"/><Relationship Id="rId253" Type="http://schemas.openxmlformats.org/officeDocument/2006/relationships/tags" Target="../tags/tag582.xml"/><Relationship Id="rId27" Type="http://schemas.openxmlformats.org/officeDocument/2006/relationships/tags" Target="../tags/tag356.xml"/><Relationship Id="rId48" Type="http://schemas.openxmlformats.org/officeDocument/2006/relationships/tags" Target="../tags/tag377.xml"/><Relationship Id="rId69" Type="http://schemas.openxmlformats.org/officeDocument/2006/relationships/tags" Target="../tags/tag398.xml"/><Relationship Id="rId113" Type="http://schemas.openxmlformats.org/officeDocument/2006/relationships/tags" Target="../tags/tag442.xml"/><Relationship Id="rId134" Type="http://schemas.openxmlformats.org/officeDocument/2006/relationships/tags" Target="../tags/tag463.xml"/><Relationship Id="rId80" Type="http://schemas.openxmlformats.org/officeDocument/2006/relationships/tags" Target="../tags/tag409.xml"/><Relationship Id="rId155" Type="http://schemas.openxmlformats.org/officeDocument/2006/relationships/tags" Target="../tags/tag484.xml"/><Relationship Id="rId176" Type="http://schemas.openxmlformats.org/officeDocument/2006/relationships/tags" Target="../tags/tag505.xml"/><Relationship Id="rId197" Type="http://schemas.openxmlformats.org/officeDocument/2006/relationships/tags" Target="../tags/tag526.xml"/><Relationship Id="rId201" Type="http://schemas.openxmlformats.org/officeDocument/2006/relationships/tags" Target="../tags/tag530.xml"/><Relationship Id="rId222" Type="http://schemas.openxmlformats.org/officeDocument/2006/relationships/tags" Target="../tags/tag551.xml"/><Relationship Id="rId243" Type="http://schemas.openxmlformats.org/officeDocument/2006/relationships/tags" Target="../tags/tag572.xml"/><Relationship Id="rId264" Type="http://schemas.openxmlformats.org/officeDocument/2006/relationships/tags" Target="../tags/tag593.xml"/><Relationship Id="rId17" Type="http://schemas.openxmlformats.org/officeDocument/2006/relationships/tags" Target="../tags/tag346.xml"/><Relationship Id="rId38" Type="http://schemas.openxmlformats.org/officeDocument/2006/relationships/tags" Target="../tags/tag367.xml"/><Relationship Id="rId59" Type="http://schemas.openxmlformats.org/officeDocument/2006/relationships/tags" Target="../tags/tag388.xml"/><Relationship Id="rId103" Type="http://schemas.openxmlformats.org/officeDocument/2006/relationships/tags" Target="../tags/tag432.xml"/><Relationship Id="rId124" Type="http://schemas.openxmlformats.org/officeDocument/2006/relationships/tags" Target="../tags/tag453.xml"/><Relationship Id="rId70" Type="http://schemas.openxmlformats.org/officeDocument/2006/relationships/tags" Target="../tags/tag399.xml"/><Relationship Id="rId91" Type="http://schemas.openxmlformats.org/officeDocument/2006/relationships/tags" Target="../tags/tag420.xml"/><Relationship Id="rId145" Type="http://schemas.openxmlformats.org/officeDocument/2006/relationships/tags" Target="../tags/tag474.xml"/><Relationship Id="rId166" Type="http://schemas.openxmlformats.org/officeDocument/2006/relationships/tags" Target="../tags/tag495.xml"/><Relationship Id="rId187" Type="http://schemas.openxmlformats.org/officeDocument/2006/relationships/tags" Target="../tags/tag516.xml"/><Relationship Id="rId1" Type="http://schemas.openxmlformats.org/officeDocument/2006/relationships/tags" Target="../tags/tag330.xml"/><Relationship Id="rId212" Type="http://schemas.openxmlformats.org/officeDocument/2006/relationships/tags" Target="../tags/tag541.xml"/><Relationship Id="rId233" Type="http://schemas.openxmlformats.org/officeDocument/2006/relationships/tags" Target="../tags/tag562.xml"/><Relationship Id="rId254" Type="http://schemas.openxmlformats.org/officeDocument/2006/relationships/tags" Target="../tags/tag583.xml"/><Relationship Id="rId28" Type="http://schemas.openxmlformats.org/officeDocument/2006/relationships/tags" Target="../tags/tag357.xml"/><Relationship Id="rId49" Type="http://schemas.openxmlformats.org/officeDocument/2006/relationships/tags" Target="../tags/tag378.xml"/><Relationship Id="rId114" Type="http://schemas.openxmlformats.org/officeDocument/2006/relationships/tags" Target="../tags/tag443.xml"/><Relationship Id="rId60" Type="http://schemas.openxmlformats.org/officeDocument/2006/relationships/tags" Target="../tags/tag389.xml"/><Relationship Id="rId81" Type="http://schemas.openxmlformats.org/officeDocument/2006/relationships/tags" Target="../tags/tag410.xml"/><Relationship Id="rId135" Type="http://schemas.openxmlformats.org/officeDocument/2006/relationships/tags" Target="../tags/tag464.xml"/><Relationship Id="rId156" Type="http://schemas.openxmlformats.org/officeDocument/2006/relationships/tags" Target="../tags/tag485.xml"/><Relationship Id="rId177" Type="http://schemas.openxmlformats.org/officeDocument/2006/relationships/tags" Target="../tags/tag506.xml"/><Relationship Id="rId198" Type="http://schemas.openxmlformats.org/officeDocument/2006/relationships/tags" Target="../tags/tag527.xml"/><Relationship Id="rId202" Type="http://schemas.openxmlformats.org/officeDocument/2006/relationships/tags" Target="../tags/tag531.xml"/><Relationship Id="rId223" Type="http://schemas.openxmlformats.org/officeDocument/2006/relationships/tags" Target="../tags/tag552.xml"/><Relationship Id="rId244" Type="http://schemas.openxmlformats.org/officeDocument/2006/relationships/tags" Target="../tags/tag573.xml"/><Relationship Id="rId18" Type="http://schemas.openxmlformats.org/officeDocument/2006/relationships/tags" Target="../tags/tag347.xml"/><Relationship Id="rId39" Type="http://schemas.openxmlformats.org/officeDocument/2006/relationships/tags" Target="../tags/tag368.xml"/><Relationship Id="rId265" Type="http://schemas.openxmlformats.org/officeDocument/2006/relationships/tags" Target="../tags/tag594.xml"/><Relationship Id="rId50" Type="http://schemas.openxmlformats.org/officeDocument/2006/relationships/tags" Target="../tags/tag379.xml"/><Relationship Id="rId104" Type="http://schemas.openxmlformats.org/officeDocument/2006/relationships/tags" Target="../tags/tag433.xml"/><Relationship Id="rId125" Type="http://schemas.openxmlformats.org/officeDocument/2006/relationships/tags" Target="../tags/tag454.xml"/><Relationship Id="rId146" Type="http://schemas.openxmlformats.org/officeDocument/2006/relationships/tags" Target="../tags/tag475.xml"/><Relationship Id="rId167" Type="http://schemas.openxmlformats.org/officeDocument/2006/relationships/tags" Target="../tags/tag496.xml"/><Relationship Id="rId188" Type="http://schemas.openxmlformats.org/officeDocument/2006/relationships/tags" Target="../tags/tag517.xml"/><Relationship Id="rId71" Type="http://schemas.openxmlformats.org/officeDocument/2006/relationships/tags" Target="../tags/tag400.xml"/><Relationship Id="rId92" Type="http://schemas.openxmlformats.org/officeDocument/2006/relationships/tags" Target="../tags/tag421.xml"/><Relationship Id="rId213" Type="http://schemas.openxmlformats.org/officeDocument/2006/relationships/tags" Target="../tags/tag542.xml"/><Relationship Id="rId234" Type="http://schemas.openxmlformats.org/officeDocument/2006/relationships/tags" Target="../tags/tag563.xml"/><Relationship Id="rId2" Type="http://schemas.openxmlformats.org/officeDocument/2006/relationships/tags" Target="../tags/tag331.xml"/><Relationship Id="rId29" Type="http://schemas.openxmlformats.org/officeDocument/2006/relationships/tags" Target="../tags/tag358.xml"/><Relationship Id="rId255" Type="http://schemas.openxmlformats.org/officeDocument/2006/relationships/tags" Target="../tags/tag584.xml"/><Relationship Id="rId40" Type="http://schemas.openxmlformats.org/officeDocument/2006/relationships/tags" Target="../tags/tag369.xml"/><Relationship Id="rId115" Type="http://schemas.openxmlformats.org/officeDocument/2006/relationships/tags" Target="../tags/tag444.xml"/><Relationship Id="rId136" Type="http://schemas.openxmlformats.org/officeDocument/2006/relationships/tags" Target="../tags/tag465.xml"/><Relationship Id="rId157" Type="http://schemas.openxmlformats.org/officeDocument/2006/relationships/tags" Target="../tags/tag486.xml"/><Relationship Id="rId178" Type="http://schemas.openxmlformats.org/officeDocument/2006/relationships/tags" Target="../tags/tag507.xml"/><Relationship Id="rId61" Type="http://schemas.openxmlformats.org/officeDocument/2006/relationships/tags" Target="../tags/tag390.xml"/><Relationship Id="rId82" Type="http://schemas.openxmlformats.org/officeDocument/2006/relationships/tags" Target="../tags/tag411.xml"/><Relationship Id="rId199" Type="http://schemas.openxmlformats.org/officeDocument/2006/relationships/tags" Target="../tags/tag528.xml"/><Relationship Id="rId203" Type="http://schemas.openxmlformats.org/officeDocument/2006/relationships/tags" Target="../tags/tag532.xml"/><Relationship Id="rId19" Type="http://schemas.openxmlformats.org/officeDocument/2006/relationships/tags" Target="../tags/tag348.xml"/><Relationship Id="rId224" Type="http://schemas.openxmlformats.org/officeDocument/2006/relationships/tags" Target="../tags/tag553.xml"/><Relationship Id="rId245" Type="http://schemas.openxmlformats.org/officeDocument/2006/relationships/tags" Target="../tags/tag574.xml"/><Relationship Id="rId266" Type="http://schemas.openxmlformats.org/officeDocument/2006/relationships/tags" Target="../tags/tag595.xml"/><Relationship Id="rId30" Type="http://schemas.openxmlformats.org/officeDocument/2006/relationships/tags" Target="../tags/tag359.xml"/><Relationship Id="rId105" Type="http://schemas.openxmlformats.org/officeDocument/2006/relationships/tags" Target="../tags/tag434.xml"/><Relationship Id="rId126" Type="http://schemas.openxmlformats.org/officeDocument/2006/relationships/tags" Target="../tags/tag455.xml"/><Relationship Id="rId147" Type="http://schemas.openxmlformats.org/officeDocument/2006/relationships/tags" Target="../tags/tag476.xml"/><Relationship Id="rId168" Type="http://schemas.openxmlformats.org/officeDocument/2006/relationships/tags" Target="../tags/tag497.xml"/><Relationship Id="rId51" Type="http://schemas.openxmlformats.org/officeDocument/2006/relationships/tags" Target="../tags/tag380.xml"/><Relationship Id="rId72" Type="http://schemas.openxmlformats.org/officeDocument/2006/relationships/tags" Target="../tags/tag401.xml"/><Relationship Id="rId93" Type="http://schemas.openxmlformats.org/officeDocument/2006/relationships/tags" Target="../tags/tag422.xml"/><Relationship Id="rId189" Type="http://schemas.openxmlformats.org/officeDocument/2006/relationships/tags" Target="../tags/tag518.xml"/><Relationship Id="rId3" Type="http://schemas.openxmlformats.org/officeDocument/2006/relationships/tags" Target="../tags/tag332.xml"/><Relationship Id="rId214" Type="http://schemas.openxmlformats.org/officeDocument/2006/relationships/tags" Target="../tags/tag543.xml"/><Relationship Id="rId235" Type="http://schemas.openxmlformats.org/officeDocument/2006/relationships/tags" Target="../tags/tag564.xml"/><Relationship Id="rId256" Type="http://schemas.openxmlformats.org/officeDocument/2006/relationships/tags" Target="../tags/tag585.xml"/><Relationship Id="rId116" Type="http://schemas.openxmlformats.org/officeDocument/2006/relationships/tags" Target="../tags/tag445.xml"/><Relationship Id="rId137" Type="http://schemas.openxmlformats.org/officeDocument/2006/relationships/tags" Target="../tags/tag466.xml"/><Relationship Id="rId158" Type="http://schemas.openxmlformats.org/officeDocument/2006/relationships/tags" Target="../tags/tag487.xml"/><Relationship Id="rId20" Type="http://schemas.openxmlformats.org/officeDocument/2006/relationships/tags" Target="../tags/tag349.xml"/><Relationship Id="rId41" Type="http://schemas.openxmlformats.org/officeDocument/2006/relationships/tags" Target="../tags/tag370.xml"/><Relationship Id="rId62" Type="http://schemas.openxmlformats.org/officeDocument/2006/relationships/tags" Target="../tags/tag391.xml"/><Relationship Id="rId83" Type="http://schemas.openxmlformats.org/officeDocument/2006/relationships/tags" Target="../tags/tag412.xml"/><Relationship Id="rId179" Type="http://schemas.openxmlformats.org/officeDocument/2006/relationships/tags" Target="../tags/tag508.xml"/><Relationship Id="rId190" Type="http://schemas.openxmlformats.org/officeDocument/2006/relationships/tags" Target="../tags/tag519.xml"/><Relationship Id="rId204" Type="http://schemas.openxmlformats.org/officeDocument/2006/relationships/tags" Target="../tags/tag533.xml"/><Relationship Id="rId225" Type="http://schemas.openxmlformats.org/officeDocument/2006/relationships/tags" Target="../tags/tag554.xml"/><Relationship Id="rId246" Type="http://schemas.openxmlformats.org/officeDocument/2006/relationships/tags" Target="../tags/tag575.xml"/><Relationship Id="rId267" Type="http://schemas.openxmlformats.org/officeDocument/2006/relationships/tags" Target="../tags/tag596.xml"/><Relationship Id="rId106" Type="http://schemas.openxmlformats.org/officeDocument/2006/relationships/tags" Target="../tags/tag435.xml"/><Relationship Id="rId127" Type="http://schemas.openxmlformats.org/officeDocument/2006/relationships/tags" Target="../tags/tag456.xml"/><Relationship Id="rId10" Type="http://schemas.openxmlformats.org/officeDocument/2006/relationships/tags" Target="../tags/tag339.xml"/><Relationship Id="rId31" Type="http://schemas.openxmlformats.org/officeDocument/2006/relationships/tags" Target="../tags/tag360.xml"/><Relationship Id="rId52" Type="http://schemas.openxmlformats.org/officeDocument/2006/relationships/tags" Target="../tags/tag381.xml"/><Relationship Id="rId73" Type="http://schemas.openxmlformats.org/officeDocument/2006/relationships/tags" Target="../tags/tag402.xml"/><Relationship Id="rId94" Type="http://schemas.openxmlformats.org/officeDocument/2006/relationships/tags" Target="../tags/tag423.xml"/><Relationship Id="rId148" Type="http://schemas.openxmlformats.org/officeDocument/2006/relationships/tags" Target="../tags/tag477.xml"/><Relationship Id="rId169" Type="http://schemas.openxmlformats.org/officeDocument/2006/relationships/tags" Target="../tags/tag498.xml"/><Relationship Id="rId4" Type="http://schemas.openxmlformats.org/officeDocument/2006/relationships/tags" Target="../tags/tag333.xml"/><Relationship Id="rId180" Type="http://schemas.openxmlformats.org/officeDocument/2006/relationships/tags" Target="../tags/tag509.xml"/><Relationship Id="rId215" Type="http://schemas.openxmlformats.org/officeDocument/2006/relationships/tags" Target="../tags/tag544.xml"/><Relationship Id="rId236" Type="http://schemas.openxmlformats.org/officeDocument/2006/relationships/tags" Target="../tags/tag565.xml"/><Relationship Id="rId257" Type="http://schemas.openxmlformats.org/officeDocument/2006/relationships/tags" Target="../tags/tag586.xml"/><Relationship Id="rId42" Type="http://schemas.openxmlformats.org/officeDocument/2006/relationships/tags" Target="../tags/tag371.xml"/><Relationship Id="rId84" Type="http://schemas.openxmlformats.org/officeDocument/2006/relationships/tags" Target="../tags/tag413.xml"/><Relationship Id="rId138" Type="http://schemas.openxmlformats.org/officeDocument/2006/relationships/tags" Target="../tags/tag467.xml"/><Relationship Id="rId191" Type="http://schemas.openxmlformats.org/officeDocument/2006/relationships/tags" Target="../tags/tag520.xml"/><Relationship Id="rId205" Type="http://schemas.openxmlformats.org/officeDocument/2006/relationships/tags" Target="../tags/tag534.xml"/><Relationship Id="rId247" Type="http://schemas.openxmlformats.org/officeDocument/2006/relationships/tags" Target="../tags/tag576.xml"/><Relationship Id="rId107" Type="http://schemas.openxmlformats.org/officeDocument/2006/relationships/tags" Target="../tags/tag436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tags" Target="../tags/tag716.xml"/><Relationship Id="rId21" Type="http://schemas.openxmlformats.org/officeDocument/2006/relationships/tags" Target="../tags/tag620.xml"/><Relationship Id="rId42" Type="http://schemas.openxmlformats.org/officeDocument/2006/relationships/tags" Target="../tags/tag641.xml"/><Relationship Id="rId63" Type="http://schemas.openxmlformats.org/officeDocument/2006/relationships/tags" Target="../tags/tag662.xml"/><Relationship Id="rId84" Type="http://schemas.openxmlformats.org/officeDocument/2006/relationships/tags" Target="../tags/tag683.xml"/><Relationship Id="rId138" Type="http://schemas.openxmlformats.org/officeDocument/2006/relationships/tags" Target="../tags/tag737.xml"/><Relationship Id="rId159" Type="http://schemas.openxmlformats.org/officeDocument/2006/relationships/tags" Target="../tags/tag758.xml"/><Relationship Id="rId170" Type="http://schemas.openxmlformats.org/officeDocument/2006/relationships/tags" Target="../tags/tag769.xml"/><Relationship Id="rId191" Type="http://schemas.openxmlformats.org/officeDocument/2006/relationships/tags" Target="../tags/tag790.xml"/><Relationship Id="rId205" Type="http://schemas.openxmlformats.org/officeDocument/2006/relationships/tags" Target="../tags/tag804.xml"/><Relationship Id="rId226" Type="http://schemas.openxmlformats.org/officeDocument/2006/relationships/tags" Target="../tags/tag825.xml"/><Relationship Id="rId107" Type="http://schemas.openxmlformats.org/officeDocument/2006/relationships/tags" Target="../tags/tag706.xml"/><Relationship Id="rId11" Type="http://schemas.openxmlformats.org/officeDocument/2006/relationships/tags" Target="../tags/tag610.xml"/><Relationship Id="rId32" Type="http://schemas.openxmlformats.org/officeDocument/2006/relationships/tags" Target="../tags/tag631.xml"/><Relationship Id="rId53" Type="http://schemas.openxmlformats.org/officeDocument/2006/relationships/tags" Target="../tags/tag652.xml"/><Relationship Id="rId74" Type="http://schemas.openxmlformats.org/officeDocument/2006/relationships/tags" Target="../tags/tag673.xml"/><Relationship Id="rId128" Type="http://schemas.openxmlformats.org/officeDocument/2006/relationships/tags" Target="../tags/tag727.xml"/><Relationship Id="rId149" Type="http://schemas.openxmlformats.org/officeDocument/2006/relationships/tags" Target="../tags/tag748.xml"/><Relationship Id="rId5" Type="http://schemas.openxmlformats.org/officeDocument/2006/relationships/tags" Target="../tags/tag604.xml"/><Relationship Id="rId95" Type="http://schemas.openxmlformats.org/officeDocument/2006/relationships/tags" Target="../tags/tag694.xml"/><Relationship Id="rId160" Type="http://schemas.openxmlformats.org/officeDocument/2006/relationships/tags" Target="../tags/tag759.xml"/><Relationship Id="rId181" Type="http://schemas.openxmlformats.org/officeDocument/2006/relationships/tags" Target="../tags/tag780.xml"/><Relationship Id="rId216" Type="http://schemas.openxmlformats.org/officeDocument/2006/relationships/tags" Target="../tags/tag815.xml"/><Relationship Id="rId22" Type="http://schemas.openxmlformats.org/officeDocument/2006/relationships/tags" Target="../tags/tag621.xml"/><Relationship Id="rId43" Type="http://schemas.openxmlformats.org/officeDocument/2006/relationships/tags" Target="../tags/tag642.xml"/><Relationship Id="rId64" Type="http://schemas.openxmlformats.org/officeDocument/2006/relationships/tags" Target="../tags/tag663.xml"/><Relationship Id="rId118" Type="http://schemas.openxmlformats.org/officeDocument/2006/relationships/tags" Target="../tags/tag717.xml"/><Relationship Id="rId139" Type="http://schemas.openxmlformats.org/officeDocument/2006/relationships/tags" Target="../tags/tag738.xml"/><Relationship Id="rId85" Type="http://schemas.openxmlformats.org/officeDocument/2006/relationships/tags" Target="../tags/tag684.xml"/><Relationship Id="rId150" Type="http://schemas.openxmlformats.org/officeDocument/2006/relationships/tags" Target="../tags/tag749.xml"/><Relationship Id="rId171" Type="http://schemas.openxmlformats.org/officeDocument/2006/relationships/tags" Target="../tags/tag770.xml"/><Relationship Id="rId192" Type="http://schemas.openxmlformats.org/officeDocument/2006/relationships/tags" Target="../tags/tag791.xml"/><Relationship Id="rId206" Type="http://schemas.openxmlformats.org/officeDocument/2006/relationships/tags" Target="../tags/tag805.xml"/><Relationship Id="rId227" Type="http://schemas.openxmlformats.org/officeDocument/2006/relationships/tags" Target="../tags/tag826.xml"/><Relationship Id="rId12" Type="http://schemas.openxmlformats.org/officeDocument/2006/relationships/tags" Target="../tags/tag611.xml"/><Relationship Id="rId33" Type="http://schemas.openxmlformats.org/officeDocument/2006/relationships/tags" Target="../tags/tag632.xml"/><Relationship Id="rId108" Type="http://schemas.openxmlformats.org/officeDocument/2006/relationships/tags" Target="../tags/tag707.xml"/><Relationship Id="rId129" Type="http://schemas.openxmlformats.org/officeDocument/2006/relationships/tags" Target="../tags/tag728.xml"/><Relationship Id="rId54" Type="http://schemas.openxmlformats.org/officeDocument/2006/relationships/tags" Target="../tags/tag653.xml"/><Relationship Id="rId75" Type="http://schemas.openxmlformats.org/officeDocument/2006/relationships/tags" Target="../tags/tag674.xml"/><Relationship Id="rId96" Type="http://schemas.openxmlformats.org/officeDocument/2006/relationships/tags" Target="../tags/tag695.xml"/><Relationship Id="rId140" Type="http://schemas.openxmlformats.org/officeDocument/2006/relationships/tags" Target="../tags/tag739.xml"/><Relationship Id="rId161" Type="http://schemas.openxmlformats.org/officeDocument/2006/relationships/tags" Target="../tags/tag760.xml"/><Relationship Id="rId182" Type="http://schemas.openxmlformats.org/officeDocument/2006/relationships/tags" Target="../tags/tag781.xml"/><Relationship Id="rId217" Type="http://schemas.openxmlformats.org/officeDocument/2006/relationships/tags" Target="../tags/tag816.xml"/><Relationship Id="rId6" Type="http://schemas.openxmlformats.org/officeDocument/2006/relationships/tags" Target="../tags/tag605.xml"/><Relationship Id="rId23" Type="http://schemas.openxmlformats.org/officeDocument/2006/relationships/tags" Target="../tags/tag622.xml"/><Relationship Id="rId119" Type="http://schemas.openxmlformats.org/officeDocument/2006/relationships/tags" Target="../tags/tag718.xml"/><Relationship Id="rId44" Type="http://schemas.openxmlformats.org/officeDocument/2006/relationships/tags" Target="../tags/tag643.xml"/><Relationship Id="rId65" Type="http://schemas.openxmlformats.org/officeDocument/2006/relationships/tags" Target="../tags/tag664.xml"/><Relationship Id="rId86" Type="http://schemas.openxmlformats.org/officeDocument/2006/relationships/tags" Target="../tags/tag685.xml"/><Relationship Id="rId130" Type="http://schemas.openxmlformats.org/officeDocument/2006/relationships/tags" Target="../tags/tag729.xml"/><Relationship Id="rId151" Type="http://schemas.openxmlformats.org/officeDocument/2006/relationships/tags" Target="../tags/tag750.xml"/><Relationship Id="rId172" Type="http://schemas.openxmlformats.org/officeDocument/2006/relationships/tags" Target="../tags/tag771.xml"/><Relationship Id="rId193" Type="http://schemas.openxmlformats.org/officeDocument/2006/relationships/tags" Target="../tags/tag792.xml"/><Relationship Id="rId207" Type="http://schemas.openxmlformats.org/officeDocument/2006/relationships/tags" Target="../tags/tag806.xml"/><Relationship Id="rId228" Type="http://schemas.openxmlformats.org/officeDocument/2006/relationships/tags" Target="../tags/tag827.xml"/><Relationship Id="rId13" Type="http://schemas.openxmlformats.org/officeDocument/2006/relationships/tags" Target="../tags/tag612.xml"/><Relationship Id="rId109" Type="http://schemas.openxmlformats.org/officeDocument/2006/relationships/tags" Target="../tags/tag708.xml"/><Relationship Id="rId34" Type="http://schemas.openxmlformats.org/officeDocument/2006/relationships/tags" Target="../tags/tag633.xml"/><Relationship Id="rId55" Type="http://schemas.openxmlformats.org/officeDocument/2006/relationships/tags" Target="../tags/tag654.xml"/><Relationship Id="rId76" Type="http://schemas.openxmlformats.org/officeDocument/2006/relationships/tags" Target="../tags/tag675.xml"/><Relationship Id="rId97" Type="http://schemas.openxmlformats.org/officeDocument/2006/relationships/tags" Target="../tags/tag696.xml"/><Relationship Id="rId120" Type="http://schemas.openxmlformats.org/officeDocument/2006/relationships/tags" Target="../tags/tag719.xml"/><Relationship Id="rId141" Type="http://schemas.openxmlformats.org/officeDocument/2006/relationships/tags" Target="../tags/tag740.xml"/><Relationship Id="rId7" Type="http://schemas.openxmlformats.org/officeDocument/2006/relationships/tags" Target="../tags/tag606.xml"/><Relationship Id="rId162" Type="http://schemas.openxmlformats.org/officeDocument/2006/relationships/tags" Target="../tags/tag761.xml"/><Relationship Id="rId183" Type="http://schemas.openxmlformats.org/officeDocument/2006/relationships/tags" Target="../tags/tag782.xml"/><Relationship Id="rId218" Type="http://schemas.openxmlformats.org/officeDocument/2006/relationships/tags" Target="../tags/tag817.xml"/><Relationship Id="rId24" Type="http://schemas.openxmlformats.org/officeDocument/2006/relationships/tags" Target="../tags/tag623.xml"/><Relationship Id="rId45" Type="http://schemas.openxmlformats.org/officeDocument/2006/relationships/tags" Target="../tags/tag644.xml"/><Relationship Id="rId66" Type="http://schemas.openxmlformats.org/officeDocument/2006/relationships/tags" Target="../tags/tag665.xml"/><Relationship Id="rId87" Type="http://schemas.openxmlformats.org/officeDocument/2006/relationships/tags" Target="../tags/tag686.xml"/><Relationship Id="rId110" Type="http://schemas.openxmlformats.org/officeDocument/2006/relationships/tags" Target="../tags/tag709.xml"/><Relationship Id="rId131" Type="http://schemas.openxmlformats.org/officeDocument/2006/relationships/tags" Target="../tags/tag730.xml"/><Relationship Id="rId152" Type="http://schemas.openxmlformats.org/officeDocument/2006/relationships/tags" Target="../tags/tag751.xml"/><Relationship Id="rId173" Type="http://schemas.openxmlformats.org/officeDocument/2006/relationships/tags" Target="../tags/tag772.xml"/><Relationship Id="rId194" Type="http://schemas.openxmlformats.org/officeDocument/2006/relationships/tags" Target="../tags/tag793.xml"/><Relationship Id="rId208" Type="http://schemas.openxmlformats.org/officeDocument/2006/relationships/tags" Target="../tags/tag807.xml"/><Relationship Id="rId229" Type="http://schemas.openxmlformats.org/officeDocument/2006/relationships/tags" Target="../tags/tag828.xml"/><Relationship Id="rId14" Type="http://schemas.openxmlformats.org/officeDocument/2006/relationships/tags" Target="../tags/tag613.xml"/><Relationship Id="rId35" Type="http://schemas.openxmlformats.org/officeDocument/2006/relationships/tags" Target="../tags/tag634.xml"/><Relationship Id="rId56" Type="http://schemas.openxmlformats.org/officeDocument/2006/relationships/tags" Target="../tags/tag655.xml"/><Relationship Id="rId77" Type="http://schemas.openxmlformats.org/officeDocument/2006/relationships/tags" Target="../tags/tag676.xml"/><Relationship Id="rId100" Type="http://schemas.openxmlformats.org/officeDocument/2006/relationships/tags" Target="../tags/tag699.xml"/><Relationship Id="rId8" Type="http://schemas.openxmlformats.org/officeDocument/2006/relationships/tags" Target="../tags/tag607.xml"/><Relationship Id="rId98" Type="http://schemas.openxmlformats.org/officeDocument/2006/relationships/tags" Target="../tags/tag697.xml"/><Relationship Id="rId121" Type="http://schemas.openxmlformats.org/officeDocument/2006/relationships/tags" Target="../tags/tag720.xml"/><Relationship Id="rId142" Type="http://schemas.openxmlformats.org/officeDocument/2006/relationships/tags" Target="../tags/tag741.xml"/><Relationship Id="rId163" Type="http://schemas.openxmlformats.org/officeDocument/2006/relationships/tags" Target="../tags/tag762.xml"/><Relationship Id="rId184" Type="http://schemas.openxmlformats.org/officeDocument/2006/relationships/tags" Target="../tags/tag783.xml"/><Relationship Id="rId219" Type="http://schemas.openxmlformats.org/officeDocument/2006/relationships/tags" Target="../tags/tag818.xml"/><Relationship Id="rId230" Type="http://schemas.openxmlformats.org/officeDocument/2006/relationships/slideLayout" Target="../slideLayouts/slideLayout2.xml"/><Relationship Id="rId25" Type="http://schemas.openxmlformats.org/officeDocument/2006/relationships/tags" Target="../tags/tag624.xml"/><Relationship Id="rId46" Type="http://schemas.openxmlformats.org/officeDocument/2006/relationships/tags" Target="../tags/tag645.xml"/><Relationship Id="rId67" Type="http://schemas.openxmlformats.org/officeDocument/2006/relationships/tags" Target="../tags/tag666.xml"/><Relationship Id="rId116" Type="http://schemas.openxmlformats.org/officeDocument/2006/relationships/tags" Target="../tags/tag715.xml"/><Relationship Id="rId137" Type="http://schemas.openxmlformats.org/officeDocument/2006/relationships/tags" Target="../tags/tag736.xml"/><Relationship Id="rId158" Type="http://schemas.openxmlformats.org/officeDocument/2006/relationships/tags" Target="../tags/tag757.xml"/><Relationship Id="rId20" Type="http://schemas.openxmlformats.org/officeDocument/2006/relationships/tags" Target="../tags/tag619.xml"/><Relationship Id="rId41" Type="http://schemas.openxmlformats.org/officeDocument/2006/relationships/tags" Target="../tags/tag640.xml"/><Relationship Id="rId62" Type="http://schemas.openxmlformats.org/officeDocument/2006/relationships/tags" Target="../tags/tag661.xml"/><Relationship Id="rId83" Type="http://schemas.openxmlformats.org/officeDocument/2006/relationships/tags" Target="../tags/tag682.xml"/><Relationship Id="rId88" Type="http://schemas.openxmlformats.org/officeDocument/2006/relationships/tags" Target="../tags/tag687.xml"/><Relationship Id="rId111" Type="http://schemas.openxmlformats.org/officeDocument/2006/relationships/tags" Target="../tags/tag710.xml"/><Relationship Id="rId132" Type="http://schemas.openxmlformats.org/officeDocument/2006/relationships/tags" Target="../tags/tag731.xml"/><Relationship Id="rId153" Type="http://schemas.openxmlformats.org/officeDocument/2006/relationships/tags" Target="../tags/tag752.xml"/><Relationship Id="rId174" Type="http://schemas.openxmlformats.org/officeDocument/2006/relationships/tags" Target="../tags/tag773.xml"/><Relationship Id="rId179" Type="http://schemas.openxmlformats.org/officeDocument/2006/relationships/tags" Target="../tags/tag778.xml"/><Relationship Id="rId195" Type="http://schemas.openxmlformats.org/officeDocument/2006/relationships/tags" Target="../tags/tag794.xml"/><Relationship Id="rId209" Type="http://schemas.openxmlformats.org/officeDocument/2006/relationships/tags" Target="../tags/tag808.xml"/><Relationship Id="rId190" Type="http://schemas.openxmlformats.org/officeDocument/2006/relationships/tags" Target="../tags/tag789.xml"/><Relationship Id="rId204" Type="http://schemas.openxmlformats.org/officeDocument/2006/relationships/tags" Target="../tags/tag803.xml"/><Relationship Id="rId220" Type="http://schemas.openxmlformats.org/officeDocument/2006/relationships/tags" Target="../tags/tag819.xml"/><Relationship Id="rId225" Type="http://schemas.openxmlformats.org/officeDocument/2006/relationships/tags" Target="../tags/tag824.xml"/><Relationship Id="rId15" Type="http://schemas.openxmlformats.org/officeDocument/2006/relationships/tags" Target="../tags/tag614.xml"/><Relationship Id="rId36" Type="http://schemas.openxmlformats.org/officeDocument/2006/relationships/tags" Target="../tags/tag635.xml"/><Relationship Id="rId57" Type="http://schemas.openxmlformats.org/officeDocument/2006/relationships/tags" Target="../tags/tag656.xml"/><Relationship Id="rId106" Type="http://schemas.openxmlformats.org/officeDocument/2006/relationships/tags" Target="../tags/tag705.xml"/><Relationship Id="rId127" Type="http://schemas.openxmlformats.org/officeDocument/2006/relationships/tags" Target="../tags/tag726.xml"/><Relationship Id="rId10" Type="http://schemas.openxmlformats.org/officeDocument/2006/relationships/tags" Target="../tags/tag609.xml"/><Relationship Id="rId31" Type="http://schemas.openxmlformats.org/officeDocument/2006/relationships/tags" Target="../tags/tag630.xml"/><Relationship Id="rId52" Type="http://schemas.openxmlformats.org/officeDocument/2006/relationships/tags" Target="../tags/tag651.xml"/><Relationship Id="rId73" Type="http://schemas.openxmlformats.org/officeDocument/2006/relationships/tags" Target="../tags/tag672.xml"/><Relationship Id="rId78" Type="http://schemas.openxmlformats.org/officeDocument/2006/relationships/tags" Target="../tags/tag677.xml"/><Relationship Id="rId94" Type="http://schemas.openxmlformats.org/officeDocument/2006/relationships/tags" Target="../tags/tag693.xml"/><Relationship Id="rId99" Type="http://schemas.openxmlformats.org/officeDocument/2006/relationships/tags" Target="../tags/tag698.xml"/><Relationship Id="rId101" Type="http://schemas.openxmlformats.org/officeDocument/2006/relationships/tags" Target="../tags/tag700.xml"/><Relationship Id="rId122" Type="http://schemas.openxmlformats.org/officeDocument/2006/relationships/tags" Target="../tags/tag721.xml"/><Relationship Id="rId143" Type="http://schemas.openxmlformats.org/officeDocument/2006/relationships/tags" Target="../tags/tag742.xml"/><Relationship Id="rId148" Type="http://schemas.openxmlformats.org/officeDocument/2006/relationships/tags" Target="../tags/tag747.xml"/><Relationship Id="rId164" Type="http://schemas.openxmlformats.org/officeDocument/2006/relationships/tags" Target="../tags/tag763.xml"/><Relationship Id="rId169" Type="http://schemas.openxmlformats.org/officeDocument/2006/relationships/tags" Target="../tags/tag768.xml"/><Relationship Id="rId185" Type="http://schemas.openxmlformats.org/officeDocument/2006/relationships/tags" Target="../tags/tag784.xml"/><Relationship Id="rId4" Type="http://schemas.openxmlformats.org/officeDocument/2006/relationships/tags" Target="../tags/tag603.xml"/><Relationship Id="rId9" Type="http://schemas.openxmlformats.org/officeDocument/2006/relationships/tags" Target="../tags/tag608.xml"/><Relationship Id="rId180" Type="http://schemas.openxmlformats.org/officeDocument/2006/relationships/tags" Target="../tags/tag779.xml"/><Relationship Id="rId210" Type="http://schemas.openxmlformats.org/officeDocument/2006/relationships/tags" Target="../tags/tag809.xml"/><Relationship Id="rId215" Type="http://schemas.openxmlformats.org/officeDocument/2006/relationships/tags" Target="../tags/tag814.xml"/><Relationship Id="rId26" Type="http://schemas.openxmlformats.org/officeDocument/2006/relationships/tags" Target="../tags/tag625.xml"/><Relationship Id="rId47" Type="http://schemas.openxmlformats.org/officeDocument/2006/relationships/tags" Target="../tags/tag646.xml"/><Relationship Id="rId68" Type="http://schemas.openxmlformats.org/officeDocument/2006/relationships/tags" Target="../tags/tag667.xml"/><Relationship Id="rId89" Type="http://schemas.openxmlformats.org/officeDocument/2006/relationships/tags" Target="../tags/tag688.xml"/><Relationship Id="rId112" Type="http://schemas.openxmlformats.org/officeDocument/2006/relationships/tags" Target="../tags/tag711.xml"/><Relationship Id="rId133" Type="http://schemas.openxmlformats.org/officeDocument/2006/relationships/tags" Target="../tags/tag732.xml"/><Relationship Id="rId154" Type="http://schemas.openxmlformats.org/officeDocument/2006/relationships/tags" Target="../tags/tag753.xml"/><Relationship Id="rId175" Type="http://schemas.openxmlformats.org/officeDocument/2006/relationships/tags" Target="../tags/tag774.xml"/><Relationship Id="rId196" Type="http://schemas.openxmlformats.org/officeDocument/2006/relationships/tags" Target="../tags/tag795.xml"/><Relationship Id="rId200" Type="http://schemas.openxmlformats.org/officeDocument/2006/relationships/tags" Target="../tags/tag799.xml"/><Relationship Id="rId16" Type="http://schemas.openxmlformats.org/officeDocument/2006/relationships/tags" Target="../tags/tag615.xml"/><Relationship Id="rId221" Type="http://schemas.openxmlformats.org/officeDocument/2006/relationships/tags" Target="../tags/tag820.xml"/><Relationship Id="rId37" Type="http://schemas.openxmlformats.org/officeDocument/2006/relationships/tags" Target="../tags/tag636.xml"/><Relationship Id="rId58" Type="http://schemas.openxmlformats.org/officeDocument/2006/relationships/tags" Target="../tags/tag657.xml"/><Relationship Id="rId79" Type="http://schemas.openxmlformats.org/officeDocument/2006/relationships/tags" Target="../tags/tag678.xml"/><Relationship Id="rId102" Type="http://schemas.openxmlformats.org/officeDocument/2006/relationships/tags" Target="../tags/tag701.xml"/><Relationship Id="rId123" Type="http://schemas.openxmlformats.org/officeDocument/2006/relationships/tags" Target="../tags/tag722.xml"/><Relationship Id="rId144" Type="http://schemas.openxmlformats.org/officeDocument/2006/relationships/tags" Target="../tags/tag743.xml"/><Relationship Id="rId90" Type="http://schemas.openxmlformats.org/officeDocument/2006/relationships/tags" Target="../tags/tag689.xml"/><Relationship Id="rId165" Type="http://schemas.openxmlformats.org/officeDocument/2006/relationships/tags" Target="../tags/tag764.xml"/><Relationship Id="rId186" Type="http://schemas.openxmlformats.org/officeDocument/2006/relationships/tags" Target="../tags/tag785.xml"/><Relationship Id="rId211" Type="http://schemas.openxmlformats.org/officeDocument/2006/relationships/tags" Target="../tags/tag810.xml"/><Relationship Id="rId27" Type="http://schemas.openxmlformats.org/officeDocument/2006/relationships/tags" Target="../tags/tag626.xml"/><Relationship Id="rId48" Type="http://schemas.openxmlformats.org/officeDocument/2006/relationships/tags" Target="../tags/tag647.xml"/><Relationship Id="rId69" Type="http://schemas.openxmlformats.org/officeDocument/2006/relationships/tags" Target="../tags/tag668.xml"/><Relationship Id="rId113" Type="http://schemas.openxmlformats.org/officeDocument/2006/relationships/tags" Target="../tags/tag712.xml"/><Relationship Id="rId134" Type="http://schemas.openxmlformats.org/officeDocument/2006/relationships/tags" Target="../tags/tag733.xml"/><Relationship Id="rId80" Type="http://schemas.openxmlformats.org/officeDocument/2006/relationships/tags" Target="../tags/tag679.xml"/><Relationship Id="rId155" Type="http://schemas.openxmlformats.org/officeDocument/2006/relationships/tags" Target="../tags/tag754.xml"/><Relationship Id="rId176" Type="http://schemas.openxmlformats.org/officeDocument/2006/relationships/tags" Target="../tags/tag775.xml"/><Relationship Id="rId197" Type="http://schemas.openxmlformats.org/officeDocument/2006/relationships/tags" Target="../tags/tag796.xml"/><Relationship Id="rId201" Type="http://schemas.openxmlformats.org/officeDocument/2006/relationships/tags" Target="../tags/tag800.xml"/><Relationship Id="rId222" Type="http://schemas.openxmlformats.org/officeDocument/2006/relationships/tags" Target="../tags/tag821.xml"/><Relationship Id="rId17" Type="http://schemas.openxmlformats.org/officeDocument/2006/relationships/tags" Target="../tags/tag616.xml"/><Relationship Id="rId38" Type="http://schemas.openxmlformats.org/officeDocument/2006/relationships/tags" Target="../tags/tag637.xml"/><Relationship Id="rId59" Type="http://schemas.openxmlformats.org/officeDocument/2006/relationships/tags" Target="../tags/tag658.xml"/><Relationship Id="rId103" Type="http://schemas.openxmlformats.org/officeDocument/2006/relationships/tags" Target="../tags/tag702.xml"/><Relationship Id="rId124" Type="http://schemas.openxmlformats.org/officeDocument/2006/relationships/tags" Target="../tags/tag723.xml"/><Relationship Id="rId70" Type="http://schemas.openxmlformats.org/officeDocument/2006/relationships/tags" Target="../tags/tag669.xml"/><Relationship Id="rId91" Type="http://schemas.openxmlformats.org/officeDocument/2006/relationships/tags" Target="../tags/tag690.xml"/><Relationship Id="rId145" Type="http://schemas.openxmlformats.org/officeDocument/2006/relationships/tags" Target="../tags/tag744.xml"/><Relationship Id="rId166" Type="http://schemas.openxmlformats.org/officeDocument/2006/relationships/tags" Target="../tags/tag765.xml"/><Relationship Id="rId187" Type="http://schemas.openxmlformats.org/officeDocument/2006/relationships/tags" Target="../tags/tag786.xml"/><Relationship Id="rId1" Type="http://schemas.openxmlformats.org/officeDocument/2006/relationships/tags" Target="../tags/tag600.xml"/><Relationship Id="rId212" Type="http://schemas.openxmlformats.org/officeDocument/2006/relationships/tags" Target="../tags/tag811.xml"/><Relationship Id="rId28" Type="http://schemas.openxmlformats.org/officeDocument/2006/relationships/tags" Target="../tags/tag627.xml"/><Relationship Id="rId49" Type="http://schemas.openxmlformats.org/officeDocument/2006/relationships/tags" Target="../tags/tag648.xml"/><Relationship Id="rId114" Type="http://schemas.openxmlformats.org/officeDocument/2006/relationships/tags" Target="../tags/tag713.xml"/><Relationship Id="rId60" Type="http://schemas.openxmlformats.org/officeDocument/2006/relationships/tags" Target="../tags/tag659.xml"/><Relationship Id="rId81" Type="http://schemas.openxmlformats.org/officeDocument/2006/relationships/tags" Target="../tags/tag680.xml"/><Relationship Id="rId135" Type="http://schemas.openxmlformats.org/officeDocument/2006/relationships/tags" Target="../tags/tag734.xml"/><Relationship Id="rId156" Type="http://schemas.openxmlformats.org/officeDocument/2006/relationships/tags" Target="../tags/tag755.xml"/><Relationship Id="rId177" Type="http://schemas.openxmlformats.org/officeDocument/2006/relationships/tags" Target="../tags/tag776.xml"/><Relationship Id="rId198" Type="http://schemas.openxmlformats.org/officeDocument/2006/relationships/tags" Target="../tags/tag797.xml"/><Relationship Id="rId202" Type="http://schemas.openxmlformats.org/officeDocument/2006/relationships/tags" Target="../tags/tag801.xml"/><Relationship Id="rId223" Type="http://schemas.openxmlformats.org/officeDocument/2006/relationships/tags" Target="../tags/tag822.xml"/><Relationship Id="rId18" Type="http://schemas.openxmlformats.org/officeDocument/2006/relationships/tags" Target="../tags/tag617.xml"/><Relationship Id="rId39" Type="http://schemas.openxmlformats.org/officeDocument/2006/relationships/tags" Target="../tags/tag638.xml"/><Relationship Id="rId50" Type="http://schemas.openxmlformats.org/officeDocument/2006/relationships/tags" Target="../tags/tag649.xml"/><Relationship Id="rId104" Type="http://schemas.openxmlformats.org/officeDocument/2006/relationships/tags" Target="../tags/tag703.xml"/><Relationship Id="rId125" Type="http://schemas.openxmlformats.org/officeDocument/2006/relationships/tags" Target="../tags/tag724.xml"/><Relationship Id="rId146" Type="http://schemas.openxmlformats.org/officeDocument/2006/relationships/tags" Target="../tags/tag745.xml"/><Relationship Id="rId167" Type="http://schemas.openxmlformats.org/officeDocument/2006/relationships/tags" Target="../tags/tag766.xml"/><Relationship Id="rId188" Type="http://schemas.openxmlformats.org/officeDocument/2006/relationships/tags" Target="../tags/tag787.xml"/><Relationship Id="rId71" Type="http://schemas.openxmlformats.org/officeDocument/2006/relationships/tags" Target="../tags/tag670.xml"/><Relationship Id="rId92" Type="http://schemas.openxmlformats.org/officeDocument/2006/relationships/tags" Target="../tags/tag691.xml"/><Relationship Id="rId213" Type="http://schemas.openxmlformats.org/officeDocument/2006/relationships/tags" Target="../tags/tag812.xml"/><Relationship Id="rId2" Type="http://schemas.openxmlformats.org/officeDocument/2006/relationships/tags" Target="../tags/tag601.xml"/><Relationship Id="rId29" Type="http://schemas.openxmlformats.org/officeDocument/2006/relationships/tags" Target="../tags/tag628.xml"/><Relationship Id="rId40" Type="http://schemas.openxmlformats.org/officeDocument/2006/relationships/tags" Target="../tags/tag639.xml"/><Relationship Id="rId115" Type="http://schemas.openxmlformats.org/officeDocument/2006/relationships/tags" Target="../tags/tag714.xml"/><Relationship Id="rId136" Type="http://schemas.openxmlformats.org/officeDocument/2006/relationships/tags" Target="../tags/tag735.xml"/><Relationship Id="rId157" Type="http://schemas.openxmlformats.org/officeDocument/2006/relationships/tags" Target="../tags/tag756.xml"/><Relationship Id="rId178" Type="http://schemas.openxmlformats.org/officeDocument/2006/relationships/tags" Target="../tags/tag777.xml"/><Relationship Id="rId61" Type="http://schemas.openxmlformats.org/officeDocument/2006/relationships/tags" Target="../tags/tag660.xml"/><Relationship Id="rId82" Type="http://schemas.openxmlformats.org/officeDocument/2006/relationships/tags" Target="../tags/tag681.xml"/><Relationship Id="rId199" Type="http://schemas.openxmlformats.org/officeDocument/2006/relationships/tags" Target="../tags/tag798.xml"/><Relationship Id="rId203" Type="http://schemas.openxmlformats.org/officeDocument/2006/relationships/tags" Target="../tags/tag802.xml"/><Relationship Id="rId19" Type="http://schemas.openxmlformats.org/officeDocument/2006/relationships/tags" Target="../tags/tag618.xml"/><Relationship Id="rId224" Type="http://schemas.openxmlformats.org/officeDocument/2006/relationships/tags" Target="../tags/tag823.xml"/><Relationship Id="rId30" Type="http://schemas.openxmlformats.org/officeDocument/2006/relationships/tags" Target="../tags/tag629.xml"/><Relationship Id="rId105" Type="http://schemas.openxmlformats.org/officeDocument/2006/relationships/tags" Target="../tags/tag704.xml"/><Relationship Id="rId126" Type="http://schemas.openxmlformats.org/officeDocument/2006/relationships/tags" Target="../tags/tag725.xml"/><Relationship Id="rId147" Type="http://schemas.openxmlformats.org/officeDocument/2006/relationships/tags" Target="../tags/tag746.xml"/><Relationship Id="rId168" Type="http://schemas.openxmlformats.org/officeDocument/2006/relationships/tags" Target="../tags/tag767.xml"/><Relationship Id="rId51" Type="http://schemas.openxmlformats.org/officeDocument/2006/relationships/tags" Target="../tags/tag650.xml"/><Relationship Id="rId72" Type="http://schemas.openxmlformats.org/officeDocument/2006/relationships/tags" Target="../tags/tag671.xml"/><Relationship Id="rId93" Type="http://schemas.openxmlformats.org/officeDocument/2006/relationships/tags" Target="../tags/tag692.xml"/><Relationship Id="rId189" Type="http://schemas.openxmlformats.org/officeDocument/2006/relationships/tags" Target="../tags/tag788.xml"/><Relationship Id="rId3" Type="http://schemas.openxmlformats.org/officeDocument/2006/relationships/tags" Target="../tags/tag602.xml"/><Relationship Id="rId214" Type="http://schemas.openxmlformats.org/officeDocument/2006/relationships/tags" Target="../tags/tag8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tags" Target="../tags/tag945.xml"/><Relationship Id="rId21" Type="http://schemas.openxmlformats.org/officeDocument/2006/relationships/tags" Target="../tags/tag849.xml"/><Relationship Id="rId42" Type="http://schemas.openxmlformats.org/officeDocument/2006/relationships/tags" Target="../tags/tag870.xml"/><Relationship Id="rId63" Type="http://schemas.openxmlformats.org/officeDocument/2006/relationships/tags" Target="../tags/tag891.xml"/><Relationship Id="rId84" Type="http://schemas.openxmlformats.org/officeDocument/2006/relationships/tags" Target="../tags/tag912.xml"/><Relationship Id="rId138" Type="http://schemas.openxmlformats.org/officeDocument/2006/relationships/tags" Target="../tags/tag966.xml"/><Relationship Id="rId159" Type="http://schemas.openxmlformats.org/officeDocument/2006/relationships/tags" Target="../tags/tag987.xml"/><Relationship Id="rId170" Type="http://schemas.openxmlformats.org/officeDocument/2006/relationships/tags" Target="../tags/tag998.xml"/><Relationship Id="rId191" Type="http://schemas.openxmlformats.org/officeDocument/2006/relationships/tags" Target="../tags/tag1019.xml"/><Relationship Id="rId205" Type="http://schemas.openxmlformats.org/officeDocument/2006/relationships/tags" Target="../tags/tag1033.xml"/><Relationship Id="rId226" Type="http://schemas.openxmlformats.org/officeDocument/2006/relationships/image" Target="../media/image9.png"/><Relationship Id="rId107" Type="http://schemas.openxmlformats.org/officeDocument/2006/relationships/tags" Target="../tags/tag935.xml"/><Relationship Id="rId11" Type="http://schemas.openxmlformats.org/officeDocument/2006/relationships/tags" Target="../tags/tag839.xml"/><Relationship Id="rId32" Type="http://schemas.openxmlformats.org/officeDocument/2006/relationships/tags" Target="../tags/tag860.xml"/><Relationship Id="rId53" Type="http://schemas.openxmlformats.org/officeDocument/2006/relationships/tags" Target="../tags/tag881.xml"/><Relationship Id="rId74" Type="http://schemas.openxmlformats.org/officeDocument/2006/relationships/tags" Target="../tags/tag902.xml"/><Relationship Id="rId128" Type="http://schemas.openxmlformats.org/officeDocument/2006/relationships/tags" Target="../tags/tag956.xml"/><Relationship Id="rId149" Type="http://schemas.openxmlformats.org/officeDocument/2006/relationships/tags" Target="../tags/tag977.xml"/><Relationship Id="rId5" Type="http://schemas.openxmlformats.org/officeDocument/2006/relationships/tags" Target="../tags/tag833.xml"/><Relationship Id="rId95" Type="http://schemas.openxmlformats.org/officeDocument/2006/relationships/tags" Target="../tags/tag923.xml"/><Relationship Id="rId160" Type="http://schemas.openxmlformats.org/officeDocument/2006/relationships/tags" Target="../tags/tag988.xml"/><Relationship Id="rId181" Type="http://schemas.openxmlformats.org/officeDocument/2006/relationships/tags" Target="../tags/tag1009.xml"/><Relationship Id="rId216" Type="http://schemas.openxmlformats.org/officeDocument/2006/relationships/tags" Target="../tags/tag1044.xml"/><Relationship Id="rId22" Type="http://schemas.openxmlformats.org/officeDocument/2006/relationships/tags" Target="../tags/tag850.xml"/><Relationship Id="rId43" Type="http://schemas.openxmlformats.org/officeDocument/2006/relationships/tags" Target="../tags/tag871.xml"/><Relationship Id="rId64" Type="http://schemas.openxmlformats.org/officeDocument/2006/relationships/tags" Target="../tags/tag892.xml"/><Relationship Id="rId118" Type="http://schemas.openxmlformats.org/officeDocument/2006/relationships/tags" Target="../tags/tag946.xml"/><Relationship Id="rId139" Type="http://schemas.openxmlformats.org/officeDocument/2006/relationships/tags" Target="../tags/tag967.xml"/><Relationship Id="rId85" Type="http://schemas.openxmlformats.org/officeDocument/2006/relationships/tags" Target="../tags/tag913.xml"/><Relationship Id="rId150" Type="http://schemas.openxmlformats.org/officeDocument/2006/relationships/tags" Target="../tags/tag978.xml"/><Relationship Id="rId171" Type="http://schemas.openxmlformats.org/officeDocument/2006/relationships/tags" Target="../tags/tag999.xml"/><Relationship Id="rId192" Type="http://schemas.openxmlformats.org/officeDocument/2006/relationships/tags" Target="../tags/tag1020.xml"/><Relationship Id="rId206" Type="http://schemas.openxmlformats.org/officeDocument/2006/relationships/tags" Target="../tags/tag1034.xml"/><Relationship Id="rId12" Type="http://schemas.openxmlformats.org/officeDocument/2006/relationships/tags" Target="../tags/tag840.xml"/><Relationship Id="rId33" Type="http://schemas.openxmlformats.org/officeDocument/2006/relationships/tags" Target="../tags/tag861.xml"/><Relationship Id="rId108" Type="http://schemas.openxmlformats.org/officeDocument/2006/relationships/tags" Target="../tags/tag936.xml"/><Relationship Id="rId129" Type="http://schemas.openxmlformats.org/officeDocument/2006/relationships/tags" Target="../tags/tag957.xml"/><Relationship Id="rId54" Type="http://schemas.openxmlformats.org/officeDocument/2006/relationships/tags" Target="../tags/tag882.xml"/><Relationship Id="rId75" Type="http://schemas.openxmlformats.org/officeDocument/2006/relationships/tags" Target="../tags/tag903.xml"/><Relationship Id="rId96" Type="http://schemas.openxmlformats.org/officeDocument/2006/relationships/tags" Target="../tags/tag924.xml"/><Relationship Id="rId140" Type="http://schemas.openxmlformats.org/officeDocument/2006/relationships/tags" Target="../tags/tag968.xml"/><Relationship Id="rId161" Type="http://schemas.openxmlformats.org/officeDocument/2006/relationships/tags" Target="../tags/tag989.xml"/><Relationship Id="rId182" Type="http://schemas.openxmlformats.org/officeDocument/2006/relationships/tags" Target="../tags/tag1010.xml"/><Relationship Id="rId217" Type="http://schemas.openxmlformats.org/officeDocument/2006/relationships/tags" Target="../tags/tag1045.xml"/><Relationship Id="rId6" Type="http://schemas.openxmlformats.org/officeDocument/2006/relationships/tags" Target="../tags/tag834.xml"/><Relationship Id="rId23" Type="http://schemas.openxmlformats.org/officeDocument/2006/relationships/tags" Target="../tags/tag851.xml"/><Relationship Id="rId119" Type="http://schemas.openxmlformats.org/officeDocument/2006/relationships/tags" Target="../tags/tag947.xml"/><Relationship Id="rId44" Type="http://schemas.openxmlformats.org/officeDocument/2006/relationships/tags" Target="../tags/tag872.xml"/><Relationship Id="rId65" Type="http://schemas.openxmlformats.org/officeDocument/2006/relationships/tags" Target="../tags/tag893.xml"/><Relationship Id="rId86" Type="http://schemas.openxmlformats.org/officeDocument/2006/relationships/tags" Target="../tags/tag914.xml"/><Relationship Id="rId130" Type="http://schemas.openxmlformats.org/officeDocument/2006/relationships/tags" Target="../tags/tag958.xml"/><Relationship Id="rId151" Type="http://schemas.openxmlformats.org/officeDocument/2006/relationships/tags" Target="../tags/tag979.xml"/><Relationship Id="rId172" Type="http://schemas.openxmlformats.org/officeDocument/2006/relationships/tags" Target="../tags/tag1000.xml"/><Relationship Id="rId193" Type="http://schemas.openxmlformats.org/officeDocument/2006/relationships/tags" Target="../tags/tag1021.xml"/><Relationship Id="rId207" Type="http://schemas.openxmlformats.org/officeDocument/2006/relationships/tags" Target="../tags/tag1035.xml"/><Relationship Id="rId13" Type="http://schemas.openxmlformats.org/officeDocument/2006/relationships/tags" Target="../tags/tag841.xml"/><Relationship Id="rId109" Type="http://schemas.openxmlformats.org/officeDocument/2006/relationships/tags" Target="../tags/tag937.xml"/><Relationship Id="rId34" Type="http://schemas.openxmlformats.org/officeDocument/2006/relationships/tags" Target="../tags/tag862.xml"/><Relationship Id="rId55" Type="http://schemas.openxmlformats.org/officeDocument/2006/relationships/tags" Target="../tags/tag883.xml"/><Relationship Id="rId76" Type="http://schemas.openxmlformats.org/officeDocument/2006/relationships/tags" Target="../tags/tag904.xml"/><Relationship Id="rId97" Type="http://schemas.openxmlformats.org/officeDocument/2006/relationships/tags" Target="../tags/tag925.xml"/><Relationship Id="rId120" Type="http://schemas.openxmlformats.org/officeDocument/2006/relationships/tags" Target="../tags/tag948.xml"/><Relationship Id="rId141" Type="http://schemas.openxmlformats.org/officeDocument/2006/relationships/tags" Target="../tags/tag969.xml"/><Relationship Id="rId7" Type="http://schemas.openxmlformats.org/officeDocument/2006/relationships/tags" Target="../tags/tag835.xml"/><Relationship Id="rId162" Type="http://schemas.openxmlformats.org/officeDocument/2006/relationships/tags" Target="../tags/tag990.xml"/><Relationship Id="rId183" Type="http://schemas.openxmlformats.org/officeDocument/2006/relationships/tags" Target="../tags/tag1011.xml"/><Relationship Id="rId218" Type="http://schemas.openxmlformats.org/officeDocument/2006/relationships/tags" Target="../tags/tag1046.xml"/><Relationship Id="rId24" Type="http://schemas.openxmlformats.org/officeDocument/2006/relationships/tags" Target="../tags/tag852.xml"/><Relationship Id="rId45" Type="http://schemas.openxmlformats.org/officeDocument/2006/relationships/tags" Target="../tags/tag873.xml"/><Relationship Id="rId66" Type="http://schemas.openxmlformats.org/officeDocument/2006/relationships/tags" Target="../tags/tag894.xml"/><Relationship Id="rId87" Type="http://schemas.openxmlformats.org/officeDocument/2006/relationships/tags" Target="../tags/tag915.xml"/><Relationship Id="rId110" Type="http://schemas.openxmlformats.org/officeDocument/2006/relationships/tags" Target="../tags/tag938.xml"/><Relationship Id="rId131" Type="http://schemas.openxmlformats.org/officeDocument/2006/relationships/tags" Target="../tags/tag959.xml"/><Relationship Id="rId152" Type="http://schemas.openxmlformats.org/officeDocument/2006/relationships/tags" Target="../tags/tag980.xml"/><Relationship Id="rId173" Type="http://schemas.openxmlformats.org/officeDocument/2006/relationships/tags" Target="../tags/tag1001.xml"/><Relationship Id="rId194" Type="http://schemas.openxmlformats.org/officeDocument/2006/relationships/tags" Target="../tags/tag1022.xml"/><Relationship Id="rId208" Type="http://schemas.openxmlformats.org/officeDocument/2006/relationships/tags" Target="../tags/tag1036.xml"/><Relationship Id="rId14" Type="http://schemas.openxmlformats.org/officeDocument/2006/relationships/tags" Target="../tags/tag842.xml"/><Relationship Id="rId35" Type="http://schemas.openxmlformats.org/officeDocument/2006/relationships/tags" Target="../tags/tag863.xml"/><Relationship Id="rId56" Type="http://schemas.openxmlformats.org/officeDocument/2006/relationships/tags" Target="../tags/tag884.xml"/><Relationship Id="rId77" Type="http://schemas.openxmlformats.org/officeDocument/2006/relationships/tags" Target="../tags/tag905.xml"/><Relationship Id="rId100" Type="http://schemas.openxmlformats.org/officeDocument/2006/relationships/tags" Target="../tags/tag928.xml"/><Relationship Id="rId8" Type="http://schemas.openxmlformats.org/officeDocument/2006/relationships/tags" Target="../tags/tag836.xml"/><Relationship Id="rId98" Type="http://schemas.openxmlformats.org/officeDocument/2006/relationships/tags" Target="../tags/tag926.xml"/><Relationship Id="rId121" Type="http://schemas.openxmlformats.org/officeDocument/2006/relationships/tags" Target="../tags/tag949.xml"/><Relationship Id="rId142" Type="http://schemas.openxmlformats.org/officeDocument/2006/relationships/tags" Target="../tags/tag970.xml"/><Relationship Id="rId163" Type="http://schemas.openxmlformats.org/officeDocument/2006/relationships/tags" Target="../tags/tag991.xml"/><Relationship Id="rId184" Type="http://schemas.openxmlformats.org/officeDocument/2006/relationships/tags" Target="../tags/tag1012.xml"/><Relationship Id="rId219" Type="http://schemas.openxmlformats.org/officeDocument/2006/relationships/tags" Target="../tags/tag1047.xml"/><Relationship Id="rId3" Type="http://schemas.openxmlformats.org/officeDocument/2006/relationships/tags" Target="../tags/tag831.xml"/><Relationship Id="rId214" Type="http://schemas.openxmlformats.org/officeDocument/2006/relationships/tags" Target="../tags/tag1042.xml"/><Relationship Id="rId25" Type="http://schemas.openxmlformats.org/officeDocument/2006/relationships/tags" Target="../tags/tag853.xml"/><Relationship Id="rId46" Type="http://schemas.openxmlformats.org/officeDocument/2006/relationships/tags" Target="../tags/tag874.xml"/><Relationship Id="rId67" Type="http://schemas.openxmlformats.org/officeDocument/2006/relationships/tags" Target="../tags/tag895.xml"/><Relationship Id="rId116" Type="http://schemas.openxmlformats.org/officeDocument/2006/relationships/tags" Target="../tags/tag944.xml"/><Relationship Id="rId137" Type="http://schemas.openxmlformats.org/officeDocument/2006/relationships/tags" Target="../tags/tag965.xml"/><Relationship Id="rId158" Type="http://schemas.openxmlformats.org/officeDocument/2006/relationships/tags" Target="../tags/tag986.xml"/><Relationship Id="rId20" Type="http://schemas.openxmlformats.org/officeDocument/2006/relationships/tags" Target="../tags/tag848.xml"/><Relationship Id="rId41" Type="http://schemas.openxmlformats.org/officeDocument/2006/relationships/tags" Target="../tags/tag869.xml"/><Relationship Id="rId62" Type="http://schemas.openxmlformats.org/officeDocument/2006/relationships/tags" Target="../tags/tag890.xml"/><Relationship Id="rId83" Type="http://schemas.openxmlformats.org/officeDocument/2006/relationships/tags" Target="../tags/tag911.xml"/><Relationship Id="rId88" Type="http://schemas.openxmlformats.org/officeDocument/2006/relationships/tags" Target="../tags/tag916.xml"/><Relationship Id="rId111" Type="http://schemas.openxmlformats.org/officeDocument/2006/relationships/tags" Target="../tags/tag939.xml"/><Relationship Id="rId132" Type="http://schemas.openxmlformats.org/officeDocument/2006/relationships/tags" Target="../tags/tag960.xml"/><Relationship Id="rId153" Type="http://schemas.openxmlformats.org/officeDocument/2006/relationships/tags" Target="../tags/tag981.xml"/><Relationship Id="rId174" Type="http://schemas.openxmlformats.org/officeDocument/2006/relationships/tags" Target="../tags/tag1002.xml"/><Relationship Id="rId179" Type="http://schemas.openxmlformats.org/officeDocument/2006/relationships/tags" Target="../tags/tag1007.xml"/><Relationship Id="rId195" Type="http://schemas.openxmlformats.org/officeDocument/2006/relationships/tags" Target="../tags/tag1023.xml"/><Relationship Id="rId209" Type="http://schemas.openxmlformats.org/officeDocument/2006/relationships/tags" Target="../tags/tag1037.xml"/><Relationship Id="rId190" Type="http://schemas.openxmlformats.org/officeDocument/2006/relationships/tags" Target="../tags/tag1018.xml"/><Relationship Id="rId204" Type="http://schemas.openxmlformats.org/officeDocument/2006/relationships/tags" Target="../tags/tag1032.xml"/><Relationship Id="rId220" Type="http://schemas.openxmlformats.org/officeDocument/2006/relationships/tags" Target="../tags/tag1048.xml"/><Relationship Id="rId225" Type="http://schemas.openxmlformats.org/officeDocument/2006/relationships/slideLayout" Target="../slideLayouts/slideLayout2.xml"/><Relationship Id="rId15" Type="http://schemas.openxmlformats.org/officeDocument/2006/relationships/tags" Target="../tags/tag843.xml"/><Relationship Id="rId36" Type="http://schemas.openxmlformats.org/officeDocument/2006/relationships/tags" Target="../tags/tag864.xml"/><Relationship Id="rId57" Type="http://schemas.openxmlformats.org/officeDocument/2006/relationships/tags" Target="../tags/tag885.xml"/><Relationship Id="rId106" Type="http://schemas.openxmlformats.org/officeDocument/2006/relationships/tags" Target="../tags/tag934.xml"/><Relationship Id="rId127" Type="http://schemas.openxmlformats.org/officeDocument/2006/relationships/tags" Target="../tags/tag955.xml"/><Relationship Id="rId10" Type="http://schemas.openxmlformats.org/officeDocument/2006/relationships/tags" Target="../tags/tag838.xml"/><Relationship Id="rId31" Type="http://schemas.openxmlformats.org/officeDocument/2006/relationships/tags" Target="../tags/tag859.xml"/><Relationship Id="rId52" Type="http://schemas.openxmlformats.org/officeDocument/2006/relationships/tags" Target="../tags/tag880.xml"/><Relationship Id="rId73" Type="http://schemas.openxmlformats.org/officeDocument/2006/relationships/tags" Target="../tags/tag901.xml"/><Relationship Id="rId78" Type="http://schemas.openxmlformats.org/officeDocument/2006/relationships/tags" Target="../tags/tag906.xml"/><Relationship Id="rId94" Type="http://schemas.openxmlformats.org/officeDocument/2006/relationships/tags" Target="../tags/tag922.xml"/><Relationship Id="rId99" Type="http://schemas.openxmlformats.org/officeDocument/2006/relationships/tags" Target="../tags/tag927.xml"/><Relationship Id="rId101" Type="http://schemas.openxmlformats.org/officeDocument/2006/relationships/tags" Target="../tags/tag929.xml"/><Relationship Id="rId122" Type="http://schemas.openxmlformats.org/officeDocument/2006/relationships/tags" Target="../tags/tag950.xml"/><Relationship Id="rId143" Type="http://schemas.openxmlformats.org/officeDocument/2006/relationships/tags" Target="../tags/tag971.xml"/><Relationship Id="rId148" Type="http://schemas.openxmlformats.org/officeDocument/2006/relationships/tags" Target="../tags/tag976.xml"/><Relationship Id="rId164" Type="http://schemas.openxmlformats.org/officeDocument/2006/relationships/tags" Target="../tags/tag992.xml"/><Relationship Id="rId169" Type="http://schemas.openxmlformats.org/officeDocument/2006/relationships/tags" Target="../tags/tag997.xml"/><Relationship Id="rId185" Type="http://schemas.openxmlformats.org/officeDocument/2006/relationships/tags" Target="../tags/tag1013.xml"/><Relationship Id="rId4" Type="http://schemas.openxmlformats.org/officeDocument/2006/relationships/tags" Target="../tags/tag832.xml"/><Relationship Id="rId9" Type="http://schemas.openxmlformats.org/officeDocument/2006/relationships/tags" Target="../tags/tag837.xml"/><Relationship Id="rId180" Type="http://schemas.openxmlformats.org/officeDocument/2006/relationships/tags" Target="../tags/tag1008.xml"/><Relationship Id="rId210" Type="http://schemas.openxmlformats.org/officeDocument/2006/relationships/tags" Target="../tags/tag1038.xml"/><Relationship Id="rId215" Type="http://schemas.openxmlformats.org/officeDocument/2006/relationships/tags" Target="../tags/tag1043.xml"/><Relationship Id="rId26" Type="http://schemas.openxmlformats.org/officeDocument/2006/relationships/tags" Target="../tags/tag854.xml"/><Relationship Id="rId47" Type="http://schemas.openxmlformats.org/officeDocument/2006/relationships/tags" Target="../tags/tag875.xml"/><Relationship Id="rId68" Type="http://schemas.openxmlformats.org/officeDocument/2006/relationships/tags" Target="../tags/tag896.xml"/><Relationship Id="rId89" Type="http://schemas.openxmlformats.org/officeDocument/2006/relationships/tags" Target="../tags/tag917.xml"/><Relationship Id="rId112" Type="http://schemas.openxmlformats.org/officeDocument/2006/relationships/tags" Target="../tags/tag940.xml"/><Relationship Id="rId133" Type="http://schemas.openxmlformats.org/officeDocument/2006/relationships/tags" Target="../tags/tag961.xml"/><Relationship Id="rId154" Type="http://schemas.openxmlformats.org/officeDocument/2006/relationships/tags" Target="../tags/tag982.xml"/><Relationship Id="rId175" Type="http://schemas.openxmlformats.org/officeDocument/2006/relationships/tags" Target="../tags/tag1003.xml"/><Relationship Id="rId196" Type="http://schemas.openxmlformats.org/officeDocument/2006/relationships/tags" Target="../tags/tag1024.xml"/><Relationship Id="rId200" Type="http://schemas.openxmlformats.org/officeDocument/2006/relationships/tags" Target="../tags/tag1028.xml"/><Relationship Id="rId16" Type="http://schemas.openxmlformats.org/officeDocument/2006/relationships/tags" Target="../tags/tag844.xml"/><Relationship Id="rId221" Type="http://schemas.openxmlformats.org/officeDocument/2006/relationships/tags" Target="../tags/tag1049.xml"/><Relationship Id="rId37" Type="http://schemas.openxmlformats.org/officeDocument/2006/relationships/tags" Target="../tags/tag865.xml"/><Relationship Id="rId58" Type="http://schemas.openxmlformats.org/officeDocument/2006/relationships/tags" Target="../tags/tag886.xml"/><Relationship Id="rId79" Type="http://schemas.openxmlformats.org/officeDocument/2006/relationships/tags" Target="../tags/tag907.xml"/><Relationship Id="rId102" Type="http://schemas.openxmlformats.org/officeDocument/2006/relationships/tags" Target="../tags/tag930.xml"/><Relationship Id="rId123" Type="http://schemas.openxmlformats.org/officeDocument/2006/relationships/tags" Target="../tags/tag951.xml"/><Relationship Id="rId144" Type="http://schemas.openxmlformats.org/officeDocument/2006/relationships/tags" Target="../tags/tag972.xml"/><Relationship Id="rId90" Type="http://schemas.openxmlformats.org/officeDocument/2006/relationships/tags" Target="../tags/tag918.xml"/><Relationship Id="rId165" Type="http://schemas.openxmlformats.org/officeDocument/2006/relationships/tags" Target="../tags/tag993.xml"/><Relationship Id="rId186" Type="http://schemas.openxmlformats.org/officeDocument/2006/relationships/tags" Target="../tags/tag1014.xml"/><Relationship Id="rId211" Type="http://schemas.openxmlformats.org/officeDocument/2006/relationships/tags" Target="../tags/tag1039.xml"/><Relationship Id="rId27" Type="http://schemas.openxmlformats.org/officeDocument/2006/relationships/tags" Target="../tags/tag855.xml"/><Relationship Id="rId48" Type="http://schemas.openxmlformats.org/officeDocument/2006/relationships/tags" Target="../tags/tag876.xml"/><Relationship Id="rId69" Type="http://schemas.openxmlformats.org/officeDocument/2006/relationships/tags" Target="../tags/tag897.xml"/><Relationship Id="rId113" Type="http://schemas.openxmlformats.org/officeDocument/2006/relationships/tags" Target="../tags/tag941.xml"/><Relationship Id="rId134" Type="http://schemas.openxmlformats.org/officeDocument/2006/relationships/tags" Target="../tags/tag962.xml"/><Relationship Id="rId80" Type="http://schemas.openxmlformats.org/officeDocument/2006/relationships/tags" Target="../tags/tag908.xml"/><Relationship Id="rId155" Type="http://schemas.openxmlformats.org/officeDocument/2006/relationships/tags" Target="../tags/tag983.xml"/><Relationship Id="rId176" Type="http://schemas.openxmlformats.org/officeDocument/2006/relationships/tags" Target="../tags/tag1004.xml"/><Relationship Id="rId197" Type="http://schemas.openxmlformats.org/officeDocument/2006/relationships/tags" Target="../tags/tag1025.xml"/><Relationship Id="rId201" Type="http://schemas.openxmlformats.org/officeDocument/2006/relationships/tags" Target="../tags/tag1029.xml"/><Relationship Id="rId222" Type="http://schemas.openxmlformats.org/officeDocument/2006/relationships/tags" Target="../tags/tag1050.xml"/><Relationship Id="rId17" Type="http://schemas.openxmlformats.org/officeDocument/2006/relationships/tags" Target="../tags/tag845.xml"/><Relationship Id="rId38" Type="http://schemas.openxmlformats.org/officeDocument/2006/relationships/tags" Target="../tags/tag866.xml"/><Relationship Id="rId59" Type="http://schemas.openxmlformats.org/officeDocument/2006/relationships/tags" Target="../tags/tag887.xml"/><Relationship Id="rId103" Type="http://schemas.openxmlformats.org/officeDocument/2006/relationships/tags" Target="../tags/tag931.xml"/><Relationship Id="rId124" Type="http://schemas.openxmlformats.org/officeDocument/2006/relationships/tags" Target="../tags/tag952.xml"/><Relationship Id="rId70" Type="http://schemas.openxmlformats.org/officeDocument/2006/relationships/tags" Target="../tags/tag898.xml"/><Relationship Id="rId91" Type="http://schemas.openxmlformats.org/officeDocument/2006/relationships/tags" Target="../tags/tag919.xml"/><Relationship Id="rId145" Type="http://schemas.openxmlformats.org/officeDocument/2006/relationships/tags" Target="../tags/tag973.xml"/><Relationship Id="rId166" Type="http://schemas.openxmlformats.org/officeDocument/2006/relationships/tags" Target="../tags/tag994.xml"/><Relationship Id="rId187" Type="http://schemas.openxmlformats.org/officeDocument/2006/relationships/tags" Target="../tags/tag1015.xml"/><Relationship Id="rId1" Type="http://schemas.openxmlformats.org/officeDocument/2006/relationships/tags" Target="../tags/tag829.xml"/><Relationship Id="rId212" Type="http://schemas.openxmlformats.org/officeDocument/2006/relationships/tags" Target="../tags/tag1040.xml"/><Relationship Id="rId28" Type="http://schemas.openxmlformats.org/officeDocument/2006/relationships/tags" Target="../tags/tag856.xml"/><Relationship Id="rId49" Type="http://schemas.openxmlformats.org/officeDocument/2006/relationships/tags" Target="../tags/tag877.xml"/><Relationship Id="rId114" Type="http://schemas.openxmlformats.org/officeDocument/2006/relationships/tags" Target="../tags/tag942.xml"/><Relationship Id="rId60" Type="http://schemas.openxmlformats.org/officeDocument/2006/relationships/tags" Target="../tags/tag888.xml"/><Relationship Id="rId81" Type="http://schemas.openxmlformats.org/officeDocument/2006/relationships/tags" Target="../tags/tag909.xml"/><Relationship Id="rId135" Type="http://schemas.openxmlformats.org/officeDocument/2006/relationships/tags" Target="../tags/tag963.xml"/><Relationship Id="rId156" Type="http://schemas.openxmlformats.org/officeDocument/2006/relationships/tags" Target="../tags/tag984.xml"/><Relationship Id="rId177" Type="http://schemas.openxmlformats.org/officeDocument/2006/relationships/tags" Target="../tags/tag1005.xml"/><Relationship Id="rId198" Type="http://schemas.openxmlformats.org/officeDocument/2006/relationships/tags" Target="../tags/tag1026.xml"/><Relationship Id="rId202" Type="http://schemas.openxmlformats.org/officeDocument/2006/relationships/tags" Target="../tags/tag1030.xml"/><Relationship Id="rId223" Type="http://schemas.openxmlformats.org/officeDocument/2006/relationships/tags" Target="../tags/tag1051.xml"/><Relationship Id="rId18" Type="http://schemas.openxmlformats.org/officeDocument/2006/relationships/tags" Target="../tags/tag846.xml"/><Relationship Id="rId39" Type="http://schemas.openxmlformats.org/officeDocument/2006/relationships/tags" Target="../tags/tag867.xml"/><Relationship Id="rId50" Type="http://schemas.openxmlformats.org/officeDocument/2006/relationships/tags" Target="../tags/tag878.xml"/><Relationship Id="rId104" Type="http://schemas.openxmlformats.org/officeDocument/2006/relationships/tags" Target="../tags/tag932.xml"/><Relationship Id="rId125" Type="http://schemas.openxmlformats.org/officeDocument/2006/relationships/tags" Target="../tags/tag953.xml"/><Relationship Id="rId146" Type="http://schemas.openxmlformats.org/officeDocument/2006/relationships/tags" Target="../tags/tag974.xml"/><Relationship Id="rId167" Type="http://schemas.openxmlformats.org/officeDocument/2006/relationships/tags" Target="../tags/tag995.xml"/><Relationship Id="rId188" Type="http://schemas.openxmlformats.org/officeDocument/2006/relationships/tags" Target="../tags/tag1016.xml"/><Relationship Id="rId71" Type="http://schemas.openxmlformats.org/officeDocument/2006/relationships/tags" Target="../tags/tag899.xml"/><Relationship Id="rId92" Type="http://schemas.openxmlformats.org/officeDocument/2006/relationships/tags" Target="../tags/tag920.xml"/><Relationship Id="rId213" Type="http://schemas.openxmlformats.org/officeDocument/2006/relationships/tags" Target="../tags/tag1041.xml"/><Relationship Id="rId2" Type="http://schemas.openxmlformats.org/officeDocument/2006/relationships/tags" Target="../tags/tag830.xml"/><Relationship Id="rId29" Type="http://schemas.openxmlformats.org/officeDocument/2006/relationships/tags" Target="../tags/tag857.xml"/><Relationship Id="rId40" Type="http://schemas.openxmlformats.org/officeDocument/2006/relationships/tags" Target="../tags/tag868.xml"/><Relationship Id="rId115" Type="http://schemas.openxmlformats.org/officeDocument/2006/relationships/tags" Target="../tags/tag943.xml"/><Relationship Id="rId136" Type="http://schemas.openxmlformats.org/officeDocument/2006/relationships/tags" Target="../tags/tag964.xml"/><Relationship Id="rId157" Type="http://schemas.openxmlformats.org/officeDocument/2006/relationships/tags" Target="../tags/tag985.xml"/><Relationship Id="rId178" Type="http://schemas.openxmlformats.org/officeDocument/2006/relationships/tags" Target="../tags/tag1006.xml"/><Relationship Id="rId61" Type="http://schemas.openxmlformats.org/officeDocument/2006/relationships/tags" Target="../tags/tag889.xml"/><Relationship Id="rId82" Type="http://schemas.openxmlformats.org/officeDocument/2006/relationships/tags" Target="../tags/tag910.xml"/><Relationship Id="rId199" Type="http://schemas.openxmlformats.org/officeDocument/2006/relationships/tags" Target="../tags/tag1027.xml"/><Relationship Id="rId203" Type="http://schemas.openxmlformats.org/officeDocument/2006/relationships/tags" Target="../tags/tag1031.xml"/><Relationship Id="rId19" Type="http://schemas.openxmlformats.org/officeDocument/2006/relationships/tags" Target="../tags/tag847.xml"/><Relationship Id="rId224" Type="http://schemas.openxmlformats.org/officeDocument/2006/relationships/tags" Target="../tags/tag1052.xml"/><Relationship Id="rId30" Type="http://schemas.openxmlformats.org/officeDocument/2006/relationships/tags" Target="../tags/tag858.xml"/><Relationship Id="rId105" Type="http://schemas.openxmlformats.org/officeDocument/2006/relationships/tags" Target="../tags/tag933.xml"/><Relationship Id="rId126" Type="http://schemas.openxmlformats.org/officeDocument/2006/relationships/tags" Target="../tags/tag954.xml"/><Relationship Id="rId147" Type="http://schemas.openxmlformats.org/officeDocument/2006/relationships/tags" Target="../tags/tag975.xml"/><Relationship Id="rId168" Type="http://schemas.openxmlformats.org/officeDocument/2006/relationships/tags" Target="../tags/tag996.xml"/><Relationship Id="rId51" Type="http://schemas.openxmlformats.org/officeDocument/2006/relationships/tags" Target="../tags/tag879.xml"/><Relationship Id="rId72" Type="http://schemas.openxmlformats.org/officeDocument/2006/relationships/tags" Target="../tags/tag900.xml"/><Relationship Id="rId93" Type="http://schemas.openxmlformats.org/officeDocument/2006/relationships/tags" Target="../tags/tag921.xml"/><Relationship Id="rId189" Type="http://schemas.openxmlformats.org/officeDocument/2006/relationships/tags" Target="../tags/tag101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tags" Target="../tags/tag1169.xml"/><Relationship Id="rId299" Type="http://schemas.openxmlformats.org/officeDocument/2006/relationships/tags" Target="../tags/tag1351.xml"/><Relationship Id="rId21" Type="http://schemas.openxmlformats.org/officeDocument/2006/relationships/tags" Target="../tags/tag1073.xml"/><Relationship Id="rId63" Type="http://schemas.openxmlformats.org/officeDocument/2006/relationships/tags" Target="../tags/tag1115.xml"/><Relationship Id="rId159" Type="http://schemas.openxmlformats.org/officeDocument/2006/relationships/tags" Target="../tags/tag1211.xml"/><Relationship Id="rId324" Type="http://schemas.openxmlformats.org/officeDocument/2006/relationships/tags" Target="../tags/tag1376.xml"/><Relationship Id="rId170" Type="http://schemas.openxmlformats.org/officeDocument/2006/relationships/tags" Target="../tags/tag1222.xml"/><Relationship Id="rId226" Type="http://schemas.openxmlformats.org/officeDocument/2006/relationships/tags" Target="../tags/tag1278.xml"/><Relationship Id="rId268" Type="http://schemas.openxmlformats.org/officeDocument/2006/relationships/tags" Target="../tags/tag1320.xml"/><Relationship Id="rId32" Type="http://schemas.openxmlformats.org/officeDocument/2006/relationships/tags" Target="../tags/tag1084.xml"/><Relationship Id="rId74" Type="http://schemas.openxmlformats.org/officeDocument/2006/relationships/tags" Target="../tags/tag1126.xml"/><Relationship Id="rId128" Type="http://schemas.openxmlformats.org/officeDocument/2006/relationships/tags" Target="../tags/tag1180.xml"/><Relationship Id="rId335" Type="http://schemas.openxmlformats.org/officeDocument/2006/relationships/tags" Target="../tags/tag1387.xml"/><Relationship Id="rId5" Type="http://schemas.openxmlformats.org/officeDocument/2006/relationships/tags" Target="../tags/tag1057.xml"/><Relationship Id="rId181" Type="http://schemas.openxmlformats.org/officeDocument/2006/relationships/tags" Target="../tags/tag1233.xml"/><Relationship Id="rId237" Type="http://schemas.openxmlformats.org/officeDocument/2006/relationships/tags" Target="../tags/tag1289.xml"/><Relationship Id="rId279" Type="http://schemas.openxmlformats.org/officeDocument/2006/relationships/tags" Target="../tags/tag1331.xml"/><Relationship Id="rId43" Type="http://schemas.openxmlformats.org/officeDocument/2006/relationships/tags" Target="../tags/tag1095.xml"/><Relationship Id="rId139" Type="http://schemas.openxmlformats.org/officeDocument/2006/relationships/tags" Target="../tags/tag1191.xml"/><Relationship Id="rId290" Type="http://schemas.openxmlformats.org/officeDocument/2006/relationships/tags" Target="../tags/tag1342.xml"/><Relationship Id="rId304" Type="http://schemas.openxmlformats.org/officeDocument/2006/relationships/tags" Target="../tags/tag1356.xml"/><Relationship Id="rId346" Type="http://schemas.openxmlformats.org/officeDocument/2006/relationships/tags" Target="../tags/tag1398.xml"/><Relationship Id="rId85" Type="http://schemas.openxmlformats.org/officeDocument/2006/relationships/tags" Target="../tags/tag1137.xml"/><Relationship Id="rId150" Type="http://schemas.openxmlformats.org/officeDocument/2006/relationships/tags" Target="../tags/tag1202.xml"/><Relationship Id="rId192" Type="http://schemas.openxmlformats.org/officeDocument/2006/relationships/tags" Target="../tags/tag1244.xml"/><Relationship Id="rId206" Type="http://schemas.openxmlformats.org/officeDocument/2006/relationships/tags" Target="../tags/tag1258.xml"/><Relationship Id="rId248" Type="http://schemas.openxmlformats.org/officeDocument/2006/relationships/tags" Target="../tags/tag1300.xml"/><Relationship Id="rId12" Type="http://schemas.openxmlformats.org/officeDocument/2006/relationships/tags" Target="../tags/tag1064.xml"/><Relationship Id="rId108" Type="http://schemas.openxmlformats.org/officeDocument/2006/relationships/tags" Target="../tags/tag1160.xml"/><Relationship Id="rId315" Type="http://schemas.openxmlformats.org/officeDocument/2006/relationships/tags" Target="../tags/tag1367.xml"/><Relationship Id="rId357" Type="http://schemas.openxmlformats.org/officeDocument/2006/relationships/tags" Target="../tags/tag1409.xml"/><Relationship Id="rId54" Type="http://schemas.openxmlformats.org/officeDocument/2006/relationships/tags" Target="../tags/tag1106.xml"/><Relationship Id="rId96" Type="http://schemas.openxmlformats.org/officeDocument/2006/relationships/tags" Target="../tags/tag1148.xml"/><Relationship Id="rId161" Type="http://schemas.openxmlformats.org/officeDocument/2006/relationships/tags" Target="../tags/tag1213.xml"/><Relationship Id="rId217" Type="http://schemas.openxmlformats.org/officeDocument/2006/relationships/tags" Target="../tags/tag1269.xml"/><Relationship Id="rId259" Type="http://schemas.openxmlformats.org/officeDocument/2006/relationships/tags" Target="../tags/tag1311.xml"/><Relationship Id="rId23" Type="http://schemas.openxmlformats.org/officeDocument/2006/relationships/tags" Target="../tags/tag1075.xml"/><Relationship Id="rId119" Type="http://schemas.openxmlformats.org/officeDocument/2006/relationships/tags" Target="../tags/tag1171.xml"/><Relationship Id="rId270" Type="http://schemas.openxmlformats.org/officeDocument/2006/relationships/tags" Target="../tags/tag1322.xml"/><Relationship Id="rId326" Type="http://schemas.openxmlformats.org/officeDocument/2006/relationships/tags" Target="../tags/tag1378.xml"/><Relationship Id="rId65" Type="http://schemas.openxmlformats.org/officeDocument/2006/relationships/tags" Target="../tags/tag1117.xml"/><Relationship Id="rId130" Type="http://schemas.openxmlformats.org/officeDocument/2006/relationships/tags" Target="../tags/tag1182.xml"/><Relationship Id="rId172" Type="http://schemas.openxmlformats.org/officeDocument/2006/relationships/tags" Target="../tags/tag1224.xml"/><Relationship Id="rId228" Type="http://schemas.openxmlformats.org/officeDocument/2006/relationships/tags" Target="../tags/tag1280.xml"/><Relationship Id="rId281" Type="http://schemas.openxmlformats.org/officeDocument/2006/relationships/tags" Target="../tags/tag1333.xml"/><Relationship Id="rId337" Type="http://schemas.openxmlformats.org/officeDocument/2006/relationships/tags" Target="../tags/tag1389.xml"/><Relationship Id="rId34" Type="http://schemas.openxmlformats.org/officeDocument/2006/relationships/tags" Target="../tags/tag1086.xml"/><Relationship Id="rId76" Type="http://schemas.openxmlformats.org/officeDocument/2006/relationships/tags" Target="../tags/tag1128.xml"/><Relationship Id="rId141" Type="http://schemas.openxmlformats.org/officeDocument/2006/relationships/tags" Target="../tags/tag1193.xml"/><Relationship Id="rId7" Type="http://schemas.openxmlformats.org/officeDocument/2006/relationships/tags" Target="../tags/tag1059.xml"/><Relationship Id="rId183" Type="http://schemas.openxmlformats.org/officeDocument/2006/relationships/tags" Target="../tags/tag1235.xml"/><Relationship Id="rId239" Type="http://schemas.openxmlformats.org/officeDocument/2006/relationships/tags" Target="../tags/tag1291.xml"/><Relationship Id="rId250" Type="http://schemas.openxmlformats.org/officeDocument/2006/relationships/tags" Target="../tags/tag1302.xml"/><Relationship Id="rId292" Type="http://schemas.openxmlformats.org/officeDocument/2006/relationships/tags" Target="../tags/tag1344.xml"/><Relationship Id="rId306" Type="http://schemas.openxmlformats.org/officeDocument/2006/relationships/tags" Target="../tags/tag1358.xml"/><Relationship Id="rId45" Type="http://schemas.openxmlformats.org/officeDocument/2006/relationships/tags" Target="../tags/tag1097.xml"/><Relationship Id="rId87" Type="http://schemas.openxmlformats.org/officeDocument/2006/relationships/tags" Target="../tags/tag1139.xml"/><Relationship Id="rId110" Type="http://schemas.openxmlformats.org/officeDocument/2006/relationships/tags" Target="../tags/tag1162.xml"/><Relationship Id="rId348" Type="http://schemas.openxmlformats.org/officeDocument/2006/relationships/tags" Target="../tags/tag1400.xml"/><Relationship Id="rId152" Type="http://schemas.openxmlformats.org/officeDocument/2006/relationships/tags" Target="../tags/tag1204.xml"/><Relationship Id="rId194" Type="http://schemas.openxmlformats.org/officeDocument/2006/relationships/tags" Target="../tags/tag1246.xml"/><Relationship Id="rId208" Type="http://schemas.openxmlformats.org/officeDocument/2006/relationships/tags" Target="../tags/tag1260.xml"/><Relationship Id="rId261" Type="http://schemas.openxmlformats.org/officeDocument/2006/relationships/tags" Target="../tags/tag1313.xml"/><Relationship Id="rId14" Type="http://schemas.openxmlformats.org/officeDocument/2006/relationships/tags" Target="../tags/tag1066.xml"/><Relationship Id="rId56" Type="http://schemas.openxmlformats.org/officeDocument/2006/relationships/tags" Target="../tags/tag1108.xml"/><Relationship Id="rId317" Type="http://schemas.openxmlformats.org/officeDocument/2006/relationships/tags" Target="../tags/tag1369.xml"/><Relationship Id="rId359" Type="http://schemas.openxmlformats.org/officeDocument/2006/relationships/tags" Target="../tags/tag1411.xml"/><Relationship Id="rId98" Type="http://schemas.openxmlformats.org/officeDocument/2006/relationships/tags" Target="../tags/tag1150.xml"/><Relationship Id="rId121" Type="http://schemas.openxmlformats.org/officeDocument/2006/relationships/tags" Target="../tags/tag1173.xml"/><Relationship Id="rId163" Type="http://schemas.openxmlformats.org/officeDocument/2006/relationships/tags" Target="../tags/tag1215.xml"/><Relationship Id="rId219" Type="http://schemas.openxmlformats.org/officeDocument/2006/relationships/tags" Target="../tags/tag1271.xml"/><Relationship Id="rId230" Type="http://schemas.openxmlformats.org/officeDocument/2006/relationships/tags" Target="../tags/tag1282.xml"/><Relationship Id="rId25" Type="http://schemas.openxmlformats.org/officeDocument/2006/relationships/tags" Target="../tags/tag1077.xml"/><Relationship Id="rId67" Type="http://schemas.openxmlformats.org/officeDocument/2006/relationships/tags" Target="../tags/tag1119.xml"/><Relationship Id="rId272" Type="http://schemas.openxmlformats.org/officeDocument/2006/relationships/tags" Target="../tags/tag1324.xml"/><Relationship Id="rId328" Type="http://schemas.openxmlformats.org/officeDocument/2006/relationships/tags" Target="../tags/tag1380.xml"/><Relationship Id="rId88" Type="http://schemas.openxmlformats.org/officeDocument/2006/relationships/tags" Target="../tags/tag1140.xml"/><Relationship Id="rId111" Type="http://schemas.openxmlformats.org/officeDocument/2006/relationships/tags" Target="../tags/tag1163.xml"/><Relationship Id="rId132" Type="http://schemas.openxmlformats.org/officeDocument/2006/relationships/tags" Target="../tags/tag1184.xml"/><Relationship Id="rId153" Type="http://schemas.openxmlformats.org/officeDocument/2006/relationships/tags" Target="../tags/tag1205.xml"/><Relationship Id="rId174" Type="http://schemas.openxmlformats.org/officeDocument/2006/relationships/tags" Target="../tags/tag1226.xml"/><Relationship Id="rId195" Type="http://schemas.openxmlformats.org/officeDocument/2006/relationships/tags" Target="../tags/tag1247.xml"/><Relationship Id="rId209" Type="http://schemas.openxmlformats.org/officeDocument/2006/relationships/tags" Target="../tags/tag1261.xml"/><Relationship Id="rId360" Type="http://schemas.openxmlformats.org/officeDocument/2006/relationships/tags" Target="../tags/tag1412.xml"/><Relationship Id="rId220" Type="http://schemas.openxmlformats.org/officeDocument/2006/relationships/tags" Target="../tags/tag1272.xml"/><Relationship Id="rId241" Type="http://schemas.openxmlformats.org/officeDocument/2006/relationships/tags" Target="../tags/tag1293.xml"/><Relationship Id="rId15" Type="http://schemas.openxmlformats.org/officeDocument/2006/relationships/tags" Target="../tags/tag1067.xml"/><Relationship Id="rId36" Type="http://schemas.openxmlformats.org/officeDocument/2006/relationships/tags" Target="../tags/tag1088.xml"/><Relationship Id="rId57" Type="http://schemas.openxmlformats.org/officeDocument/2006/relationships/tags" Target="../tags/tag1109.xml"/><Relationship Id="rId262" Type="http://schemas.openxmlformats.org/officeDocument/2006/relationships/tags" Target="../tags/tag1314.xml"/><Relationship Id="rId283" Type="http://schemas.openxmlformats.org/officeDocument/2006/relationships/tags" Target="../tags/tag1335.xml"/><Relationship Id="rId318" Type="http://schemas.openxmlformats.org/officeDocument/2006/relationships/tags" Target="../tags/tag1370.xml"/><Relationship Id="rId339" Type="http://schemas.openxmlformats.org/officeDocument/2006/relationships/tags" Target="../tags/tag1391.xml"/><Relationship Id="rId78" Type="http://schemas.openxmlformats.org/officeDocument/2006/relationships/tags" Target="../tags/tag1130.xml"/><Relationship Id="rId99" Type="http://schemas.openxmlformats.org/officeDocument/2006/relationships/tags" Target="../tags/tag1151.xml"/><Relationship Id="rId101" Type="http://schemas.openxmlformats.org/officeDocument/2006/relationships/tags" Target="../tags/tag1153.xml"/><Relationship Id="rId122" Type="http://schemas.openxmlformats.org/officeDocument/2006/relationships/tags" Target="../tags/tag1174.xml"/><Relationship Id="rId143" Type="http://schemas.openxmlformats.org/officeDocument/2006/relationships/tags" Target="../tags/tag1195.xml"/><Relationship Id="rId164" Type="http://schemas.openxmlformats.org/officeDocument/2006/relationships/tags" Target="../tags/tag1216.xml"/><Relationship Id="rId185" Type="http://schemas.openxmlformats.org/officeDocument/2006/relationships/tags" Target="../tags/tag1237.xml"/><Relationship Id="rId350" Type="http://schemas.openxmlformats.org/officeDocument/2006/relationships/tags" Target="../tags/tag1402.xml"/><Relationship Id="rId9" Type="http://schemas.openxmlformats.org/officeDocument/2006/relationships/tags" Target="../tags/tag1061.xml"/><Relationship Id="rId210" Type="http://schemas.openxmlformats.org/officeDocument/2006/relationships/tags" Target="../tags/tag1262.xml"/><Relationship Id="rId26" Type="http://schemas.openxmlformats.org/officeDocument/2006/relationships/tags" Target="../tags/tag1078.xml"/><Relationship Id="rId231" Type="http://schemas.openxmlformats.org/officeDocument/2006/relationships/tags" Target="../tags/tag1283.xml"/><Relationship Id="rId252" Type="http://schemas.openxmlformats.org/officeDocument/2006/relationships/tags" Target="../tags/tag1304.xml"/><Relationship Id="rId273" Type="http://schemas.openxmlformats.org/officeDocument/2006/relationships/tags" Target="../tags/tag1325.xml"/><Relationship Id="rId294" Type="http://schemas.openxmlformats.org/officeDocument/2006/relationships/tags" Target="../tags/tag1346.xml"/><Relationship Id="rId308" Type="http://schemas.openxmlformats.org/officeDocument/2006/relationships/tags" Target="../tags/tag1360.xml"/><Relationship Id="rId329" Type="http://schemas.openxmlformats.org/officeDocument/2006/relationships/tags" Target="../tags/tag1381.xml"/><Relationship Id="rId47" Type="http://schemas.openxmlformats.org/officeDocument/2006/relationships/tags" Target="../tags/tag1099.xml"/><Relationship Id="rId68" Type="http://schemas.openxmlformats.org/officeDocument/2006/relationships/tags" Target="../tags/tag1120.xml"/><Relationship Id="rId89" Type="http://schemas.openxmlformats.org/officeDocument/2006/relationships/tags" Target="../tags/tag1141.xml"/><Relationship Id="rId112" Type="http://schemas.openxmlformats.org/officeDocument/2006/relationships/tags" Target="../tags/tag1164.xml"/><Relationship Id="rId133" Type="http://schemas.openxmlformats.org/officeDocument/2006/relationships/tags" Target="../tags/tag1185.xml"/><Relationship Id="rId154" Type="http://schemas.openxmlformats.org/officeDocument/2006/relationships/tags" Target="../tags/tag1206.xml"/><Relationship Id="rId175" Type="http://schemas.openxmlformats.org/officeDocument/2006/relationships/tags" Target="../tags/tag1227.xml"/><Relationship Id="rId340" Type="http://schemas.openxmlformats.org/officeDocument/2006/relationships/tags" Target="../tags/tag1392.xml"/><Relationship Id="rId361" Type="http://schemas.openxmlformats.org/officeDocument/2006/relationships/tags" Target="../tags/tag1413.xml"/><Relationship Id="rId196" Type="http://schemas.openxmlformats.org/officeDocument/2006/relationships/tags" Target="../tags/tag1248.xml"/><Relationship Id="rId200" Type="http://schemas.openxmlformats.org/officeDocument/2006/relationships/tags" Target="../tags/tag1252.xml"/><Relationship Id="rId16" Type="http://schemas.openxmlformats.org/officeDocument/2006/relationships/tags" Target="../tags/tag1068.xml"/><Relationship Id="rId221" Type="http://schemas.openxmlformats.org/officeDocument/2006/relationships/tags" Target="../tags/tag1273.xml"/><Relationship Id="rId242" Type="http://schemas.openxmlformats.org/officeDocument/2006/relationships/tags" Target="../tags/tag1294.xml"/><Relationship Id="rId263" Type="http://schemas.openxmlformats.org/officeDocument/2006/relationships/tags" Target="../tags/tag1315.xml"/><Relationship Id="rId284" Type="http://schemas.openxmlformats.org/officeDocument/2006/relationships/tags" Target="../tags/tag1336.xml"/><Relationship Id="rId319" Type="http://schemas.openxmlformats.org/officeDocument/2006/relationships/tags" Target="../tags/tag1371.xml"/><Relationship Id="rId37" Type="http://schemas.openxmlformats.org/officeDocument/2006/relationships/tags" Target="../tags/tag1089.xml"/><Relationship Id="rId58" Type="http://schemas.openxmlformats.org/officeDocument/2006/relationships/tags" Target="../tags/tag1110.xml"/><Relationship Id="rId79" Type="http://schemas.openxmlformats.org/officeDocument/2006/relationships/tags" Target="../tags/tag1131.xml"/><Relationship Id="rId102" Type="http://schemas.openxmlformats.org/officeDocument/2006/relationships/tags" Target="../tags/tag1154.xml"/><Relationship Id="rId123" Type="http://schemas.openxmlformats.org/officeDocument/2006/relationships/tags" Target="../tags/tag1175.xml"/><Relationship Id="rId144" Type="http://schemas.openxmlformats.org/officeDocument/2006/relationships/tags" Target="../tags/tag1196.xml"/><Relationship Id="rId330" Type="http://schemas.openxmlformats.org/officeDocument/2006/relationships/tags" Target="../tags/tag1382.xml"/><Relationship Id="rId90" Type="http://schemas.openxmlformats.org/officeDocument/2006/relationships/tags" Target="../tags/tag1142.xml"/><Relationship Id="rId165" Type="http://schemas.openxmlformats.org/officeDocument/2006/relationships/tags" Target="../tags/tag1217.xml"/><Relationship Id="rId186" Type="http://schemas.openxmlformats.org/officeDocument/2006/relationships/tags" Target="../tags/tag1238.xml"/><Relationship Id="rId351" Type="http://schemas.openxmlformats.org/officeDocument/2006/relationships/tags" Target="../tags/tag1403.xml"/><Relationship Id="rId211" Type="http://schemas.openxmlformats.org/officeDocument/2006/relationships/tags" Target="../tags/tag1263.xml"/><Relationship Id="rId232" Type="http://schemas.openxmlformats.org/officeDocument/2006/relationships/tags" Target="../tags/tag1284.xml"/><Relationship Id="rId253" Type="http://schemas.openxmlformats.org/officeDocument/2006/relationships/tags" Target="../tags/tag1305.xml"/><Relationship Id="rId274" Type="http://schemas.openxmlformats.org/officeDocument/2006/relationships/tags" Target="../tags/tag1326.xml"/><Relationship Id="rId295" Type="http://schemas.openxmlformats.org/officeDocument/2006/relationships/tags" Target="../tags/tag1347.xml"/><Relationship Id="rId309" Type="http://schemas.openxmlformats.org/officeDocument/2006/relationships/tags" Target="../tags/tag1361.xml"/><Relationship Id="rId27" Type="http://schemas.openxmlformats.org/officeDocument/2006/relationships/tags" Target="../tags/tag1079.xml"/><Relationship Id="rId48" Type="http://schemas.openxmlformats.org/officeDocument/2006/relationships/tags" Target="../tags/tag1100.xml"/><Relationship Id="rId69" Type="http://schemas.openxmlformats.org/officeDocument/2006/relationships/tags" Target="../tags/tag1121.xml"/><Relationship Id="rId113" Type="http://schemas.openxmlformats.org/officeDocument/2006/relationships/tags" Target="../tags/tag1165.xml"/><Relationship Id="rId134" Type="http://schemas.openxmlformats.org/officeDocument/2006/relationships/tags" Target="../tags/tag1186.xml"/><Relationship Id="rId320" Type="http://schemas.openxmlformats.org/officeDocument/2006/relationships/tags" Target="../tags/tag1372.xml"/><Relationship Id="rId80" Type="http://schemas.openxmlformats.org/officeDocument/2006/relationships/tags" Target="../tags/tag1132.xml"/><Relationship Id="rId155" Type="http://schemas.openxmlformats.org/officeDocument/2006/relationships/tags" Target="../tags/tag1207.xml"/><Relationship Id="rId176" Type="http://schemas.openxmlformats.org/officeDocument/2006/relationships/tags" Target="../tags/tag1228.xml"/><Relationship Id="rId197" Type="http://schemas.openxmlformats.org/officeDocument/2006/relationships/tags" Target="../tags/tag1249.xml"/><Relationship Id="rId341" Type="http://schemas.openxmlformats.org/officeDocument/2006/relationships/tags" Target="../tags/tag1393.xml"/><Relationship Id="rId362" Type="http://schemas.openxmlformats.org/officeDocument/2006/relationships/slideLayout" Target="../slideLayouts/slideLayout2.xml"/><Relationship Id="rId201" Type="http://schemas.openxmlformats.org/officeDocument/2006/relationships/tags" Target="../tags/tag1253.xml"/><Relationship Id="rId222" Type="http://schemas.openxmlformats.org/officeDocument/2006/relationships/tags" Target="../tags/tag1274.xml"/><Relationship Id="rId243" Type="http://schemas.openxmlformats.org/officeDocument/2006/relationships/tags" Target="../tags/tag1295.xml"/><Relationship Id="rId264" Type="http://schemas.openxmlformats.org/officeDocument/2006/relationships/tags" Target="../tags/tag1316.xml"/><Relationship Id="rId285" Type="http://schemas.openxmlformats.org/officeDocument/2006/relationships/tags" Target="../tags/tag1337.xml"/><Relationship Id="rId17" Type="http://schemas.openxmlformats.org/officeDocument/2006/relationships/tags" Target="../tags/tag1069.xml"/><Relationship Id="rId38" Type="http://schemas.openxmlformats.org/officeDocument/2006/relationships/tags" Target="../tags/tag1090.xml"/><Relationship Id="rId59" Type="http://schemas.openxmlformats.org/officeDocument/2006/relationships/tags" Target="../tags/tag1111.xml"/><Relationship Id="rId103" Type="http://schemas.openxmlformats.org/officeDocument/2006/relationships/tags" Target="../tags/tag1155.xml"/><Relationship Id="rId124" Type="http://schemas.openxmlformats.org/officeDocument/2006/relationships/tags" Target="../tags/tag1176.xml"/><Relationship Id="rId310" Type="http://schemas.openxmlformats.org/officeDocument/2006/relationships/tags" Target="../tags/tag1362.xml"/><Relationship Id="rId70" Type="http://schemas.openxmlformats.org/officeDocument/2006/relationships/tags" Target="../tags/tag1122.xml"/><Relationship Id="rId91" Type="http://schemas.openxmlformats.org/officeDocument/2006/relationships/tags" Target="../tags/tag1143.xml"/><Relationship Id="rId145" Type="http://schemas.openxmlformats.org/officeDocument/2006/relationships/tags" Target="../tags/tag1197.xml"/><Relationship Id="rId166" Type="http://schemas.openxmlformats.org/officeDocument/2006/relationships/tags" Target="../tags/tag1218.xml"/><Relationship Id="rId187" Type="http://schemas.openxmlformats.org/officeDocument/2006/relationships/tags" Target="../tags/tag1239.xml"/><Relationship Id="rId331" Type="http://schemas.openxmlformats.org/officeDocument/2006/relationships/tags" Target="../tags/tag1383.xml"/><Relationship Id="rId352" Type="http://schemas.openxmlformats.org/officeDocument/2006/relationships/tags" Target="../tags/tag1404.xml"/><Relationship Id="rId1" Type="http://schemas.openxmlformats.org/officeDocument/2006/relationships/tags" Target="../tags/tag1053.xml"/><Relationship Id="rId212" Type="http://schemas.openxmlformats.org/officeDocument/2006/relationships/tags" Target="../tags/tag1264.xml"/><Relationship Id="rId233" Type="http://schemas.openxmlformats.org/officeDocument/2006/relationships/tags" Target="../tags/tag1285.xml"/><Relationship Id="rId254" Type="http://schemas.openxmlformats.org/officeDocument/2006/relationships/tags" Target="../tags/tag1306.xml"/><Relationship Id="rId28" Type="http://schemas.openxmlformats.org/officeDocument/2006/relationships/tags" Target="../tags/tag1080.xml"/><Relationship Id="rId49" Type="http://schemas.openxmlformats.org/officeDocument/2006/relationships/tags" Target="../tags/tag1101.xml"/><Relationship Id="rId114" Type="http://schemas.openxmlformats.org/officeDocument/2006/relationships/tags" Target="../tags/tag1166.xml"/><Relationship Id="rId275" Type="http://schemas.openxmlformats.org/officeDocument/2006/relationships/tags" Target="../tags/tag1327.xml"/><Relationship Id="rId296" Type="http://schemas.openxmlformats.org/officeDocument/2006/relationships/tags" Target="../tags/tag1348.xml"/><Relationship Id="rId300" Type="http://schemas.openxmlformats.org/officeDocument/2006/relationships/tags" Target="../tags/tag1352.xml"/><Relationship Id="rId60" Type="http://schemas.openxmlformats.org/officeDocument/2006/relationships/tags" Target="../tags/tag1112.xml"/><Relationship Id="rId81" Type="http://schemas.openxmlformats.org/officeDocument/2006/relationships/tags" Target="../tags/tag1133.xml"/><Relationship Id="rId135" Type="http://schemas.openxmlformats.org/officeDocument/2006/relationships/tags" Target="../tags/tag1187.xml"/><Relationship Id="rId156" Type="http://schemas.openxmlformats.org/officeDocument/2006/relationships/tags" Target="../tags/tag1208.xml"/><Relationship Id="rId177" Type="http://schemas.openxmlformats.org/officeDocument/2006/relationships/tags" Target="../tags/tag1229.xml"/><Relationship Id="rId198" Type="http://schemas.openxmlformats.org/officeDocument/2006/relationships/tags" Target="../tags/tag1250.xml"/><Relationship Id="rId321" Type="http://schemas.openxmlformats.org/officeDocument/2006/relationships/tags" Target="../tags/tag1373.xml"/><Relationship Id="rId342" Type="http://schemas.openxmlformats.org/officeDocument/2006/relationships/tags" Target="../tags/tag1394.xml"/><Relationship Id="rId202" Type="http://schemas.openxmlformats.org/officeDocument/2006/relationships/tags" Target="../tags/tag1254.xml"/><Relationship Id="rId223" Type="http://schemas.openxmlformats.org/officeDocument/2006/relationships/tags" Target="../tags/tag1275.xml"/><Relationship Id="rId244" Type="http://schemas.openxmlformats.org/officeDocument/2006/relationships/tags" Target="../tags/tag1296.xml"/><Relationship Id="rId18" Type="http://schemas.openxmlformats.org/officeDocument/2006/relationships/tags" Target="../tags/tag1070.xml"/><Relationship Id="rId39" Type="http://schemas.openxmlformats.org/officeDocument/2006/relationships/tags" Target="../tags/tag1091.xml"/><Relationship Id="rId265" Type="http://schemas.openxmlformats.org/officeDocument/2006/relationships/tags" Target="../tags/tag1317.xml"/><Relationship Id="rId286" Type="http://schemas.openxmlformats.org/officeDocument/2006/relationships/tags" Target="../tags/tag1338.xml"/><Relationship Id="rId50" Type="http://schemas.openxmlformats.org/officeDocument/2006/relationships/tags" Target="../tags/tag1102.xml"/><Relationship Id="rId104" Type="http://schemas.openxmlformats.org/officeDocument/2006/relationships/tags" Target="../tags/tag1156.xml"/><Relationship Id="rId125" Type="http://schemas.openxmlformats.org/officeDocument/2006/relationships/tags" Target="../tags/tag1177.xml"/><Relationship Id="rId146" Type="http://schemas.openxmlformats.org/officeDocument/2006/relationships/tags" Target="../tags/tag1198.xml"/><Relationship Id="rId167" Type="http://schemas.openxmlformats.org/officeDocument/2006/relationships/tags" Target="../tags/tag1219.xml"/><Relationship Id="rId188" Type="http://schemas.openxmlformats.org/officeDocument/2006/relationships/tags" Target="../tags/tag1240.xml"/><Relationship Id="rId311" Type="http://schemas.openxmlformats.org/officeDocument/2006/relationships/tags" Target="../tags/tag1363.xml"/><Relationship Id="rId332" Type="http://schemas.openxmlformats.org/officeDocument/2006/relationships/tags" Target="../tags/tag1384.xml"/><Relationship Id="rId353" Type="http://schemas.openxmlformats.org/officeDocument/2006/relationships/tags" Target="../tags/tag1405.xml"/><Relationship Id="rId71" Type="http://schemas.openxmlformats.org/officeDocument/2006/relationships/tags" Target="../tags/tag1123.xml"/><Relationship Id="rId92" Type="http://schemas.openxmlformats.org/officeDocument/2006/relationships/tags" Target="../tags/tag1144.xml"/><Relationship Id="rId213" Type="http://schemas.openxmlformats.org/officeDocument/2006/relationships/tags" Target="../tags/tag1265.xml"/><Relationship Id="rId234" Type="http://schemas.openxmlformats.org/officeDocument/2006/relationships/tags" Target="../tags/tag1286.xml"/><Relationship Id="rId2" Type="http://schemas.openxmlformats.org/officeDocument/2006/relationships/tags" Target="../tags/tag1054.xml"/><Relationship Id="rId29" Type="http://schemas.openxmlformats.org/officeDocument/2006/relationships/tags" Target="../tags/tag1081.xml"/><Relationship Id="rId255" Type="http://schemas.openxmlformats.org/officeDocument/2006/relationships/tags" Target="../tags/tag1307.xml"/><Relationship Id="rId276" Type="http://schemas.openxmlformats.org/officeDocument/2006/relationships/tags" Target="../tags/tag1328.xml"/><Relationship Id="rId297" Type="http://schemas.openxmlformats.org/officeDocument/2006/relationships/tags" Target="../tags/tag1349.xml"/><Relationship Id="rId40" Type="http://schemas.openxmlformats.org/officeDocument/2006/relationships/tags" Target="../tags/tag1092.xml"/><Relationship Id="rId115" Type="http://schemas.openxmlformats.org/officeDocument/2006/relationships/tags" Target="../tags/tag1167.xml"/><Relationship Id="rId136" Type="http://schemas.openxmlformats.org/officeDocument/2006/relationships/tags" Target="../tags/tag1188.xml"/><Relationship Id="rId157" Type="http://schemas.openxmlformats.org/officeDocument/2006/relationships/tags" Target="../tags/tag1209.xml"/><Relationship Id="rId178" Type="http://schemas.openxmlformats.org/officeDocument/2006/relationships/tags" Target="../tags/tag1230.xml"/><Relationship Id="rId301" Type="http://schemas.openxmlformats.org/officeDocument/2006/relationships/tags" Target="../tags/tag1353.xml"/><Relationship Id="rId322" Type="http://schemas.openxmlformats.org/officeDocument/2006/relationships/tags" Target="../tags/tag1374.xml"/><Relationship Id="rId343" Type="http://schemas.openxmlformats.org/officeDocument/2006/relationships/tags" Target="../tags/tag1395.xml"/><Relationship Id="rId61" Type="http://schemas.openxmlformats.org/officeDocument/2006/relationships/tags" Target="../tags/tag1113.xml"/><Relationship Id="rId82" Type="http://schemas.openxmlformats.org/officeDocument/2006/relationships/tags" Target="../tags/tag1134.xml"/><Relationship Id="rId199" Type="http://schemas.openxmlformats.org/officeDocument/2006/relationships/tags" Target="../tags/tag1251.xml"/><Relationship Id="rId203" Type="http://schemas.openxmlformats.org/officeDocument/2006/relationships/tags" Target="../tags/tag1255.xml"/><Relationship Id="rId19" Type="http://schemas.openxmlformats.org/officeDocument/2006/relationships/tags" Target="../tags/tag1071.xml"/><Relationship Id="rId224" Type="http://schemas.openxmlformats.org/officeDocument/2006/relationships/tags" Target="../tags/tag1276.xml"/><Relationship Id="rId245" Type="http://schemas.openxmlformats.org/officeDocument/2006/relationships/tags" Target="../tags/tag1297.xml"/><Relationship Id="rId266" Type="http://schemas.openxmlformats.org/officeDocument/2006/relationships/tags" Target="../tags/tag1318.xml"/><Relationship Id="rId287" Type="http://schemas.openxmlformats.org/officeDocument/2006/relationships/tags" Target="../tags/tag1339.xml"/><Relationship Id="rId30" Type="http://schemas.openxmlformats.org/officeDocument/2006/relationships/tags" Target="../tags/tag1082.xml"/><Relationship Id="rId105" Type="http://schemas.openxmlformats.org/officeDocument/2006/relationships/tags" Target="../tags/tag1157.xml"/><Relationship Id="rId126" Type="http://schemas.openxmlformats.org/officeDocument/2006/relationships/tags" Target="../tags/tag1178.xml"/><Relationship Id="rId147" Type="http://schemas.openxmlformats.org/officeDocument/2006/relationships/tags" Target="../tags/tag1199.xml"/><Relationship Id="rId168" Type="http://schemas.openxmlformats.org/officeDocument/2006/relationships/tags" Target="../tags/tag1220.xml"/><Relationship Id="rId312" Type="http://schemas.openxmlformats.org/officeDocument/2006/relationships/tags" Target="../tags/tag1364.xml"/><Relationship Id="rId333" Type="http://schemas.openxmlformats.org/officeDocument/2006/relationships/tags" Target="../tags/tag1385.xml"/><Relationship Id="rId354" Type="http://schemas.openxmlformats.org/officeDocument/2006/relationships/tags" Target="../tags/tag1406.xml"/><Relationship Id="rId51" Type="http://schemas.openxmlformats.org/officeDocument/2006/relationships/tags" Target="../tags/tag1103.xml"/><Relationship Id="rId72" Type="http://schemas.openxmlformats.org/officeDocument/2006/relationships/tags" Target="../tags/tag1124.xml"/><Relationship Id="rId93" Type="http://schemas.openxmlformats.org/officeDocument/2006/relationships/tags" Target="../tags/tag1145.xml"/><Relationship Id="rId189" Type="http://schemas.openxmlformats.org/officeDocument/2006/relationships/tags" Target="../tags/tag1241.xml"/><Relationship Id="rId3" Type="http://schemas.openxmlformats.org/officeDocument/2006/relationships/tags" Target="../tags/tag1055.xml"/><Relationship Id="rId214" Type="http://schemas.openxmlformats.org/officeDocument/2006/relationships/tags" Target="../tags/tag1266.xml"/><Relationship Id="rId235" Type="http://schemas.openxmlformats.org/officeDocument/2006/relationships/tags" Target="../tags/tag1287.xml"/><Relationship Id="rId256" Type="http://schemas.openxmlformats.org/officeDocument/2006/relationships/tags" Target="../tags/tag1308.xml"/><Relationship Id="rId277" Type="http://schemas.openxmlformats.org/officeDocument/2006/relationships/tags" Target="../tags/tag1329.xml"/><Relationship Id="rId298" Type="http://schemas.openxmlformats.org/officeDocument/2006/relationships/tags" Target="../tags/tag1350.xml"/><Relationship Id="rId116" Type="http://schemas.openxmlformats.org/officeDocument/2006/relationships/tags" Target="../tags/tag1168.xml"/><Relationship Id="rId137" Type="http://schemas.openxmlformats.org/officeDocument/2006/relationships/tags" Target="../tags/tag1189.xml"/><Relationship Id="rId158" Type="http://schemas.openxmlformats.org/officeDocument/2006/relationships/tags" Target="../tags/tag1210.xml"/><Relationship Id="rId302" Type="http://schemas.openxmlformats.org/officeDocument/2006/relationships/tags" Target="../tags/tag1354.xml"/><Relationship Id="rId323" Type="http://schemas.openxmlformats.org/officeDocument/2006/relationships/tags" Target="../tags/tag1375.xml"/><Relationship Id="rId344" Type="http://schemas.openxmlformats.org/officeDocument/2006/relationships/tags" Target="../tags/tag1396.xml"/><Relationship Id="rId20" Type="http://schemas.openxmlformats.org/officeDocument/2006/relationships/tags" Target="../tags/tag1072.xml"/><Relationship Id="rId41" Type="http://schemas.openxmlformats.org/officeDocument/2006/relationships/tags" Target="../tags/tag1093.xml"/><Relationship Id="rId62" Type="http://schemas.openxmlformats.org/officeDocument/2006/relationships/tags" Target="../tags/tag1114.xml"/><Relationship Id="rId83" Type="http://schemas.openxmlformats.org/officeDocument/2006/relationships/tags" Target="../tags/tag1135.xml"/><Relationship Id="rId179" Type="http://schemas.openxmlformats.org/officeDocument/2006/relationships/tags" Target="../tags/tag1231.xml"/><Relationship Id="rId190" Type="http://schemas.openxmlformats.org/officeDocument/2006/relationships/tags" Target="../tags/tag1242.xml"/><Relationship Id="rId204" Type="http://schemas.openxmlformats.org/officeDocument/2006/relationships/tags" Target="../tags/tag1256.xml"/><Relationship Id="rId225" Type="http://schemas.openxmlformats.org/officeDocument/2006/relationships/tags" Target="../tags/tag1277.xml"/><Relationship Id="rId246" Type="http://schemas.openxmlformats.org/officeDocument/2006/relationships/tags" Target="../tags/tag1298.xml"/><Relationship Id="rId267" Type="http://schemas.openxmlformats.org/officeDocument/2006/relationships/tags" Target="../tags/tag1319.xml"/><Relationship Id="rId288" Type="http://schemas.openxmlformats.org/officeDocument/2006/relationships/tags" Target="../tags/tag1340.xml"/><Relationship Id="rId106" Type="http://schemas.openxmlformats.org/officeDocument/2006/relationships/tags" Target="../tags/tag1158.xml"/><Relationship Id="rId127" Type="http://schemas.openxmlformats.org/officeDocument/2006/relationships/tags" Target="../tags/tag1179.xml"/><Relationship Id="rId313" Type="http://schemas.openxmlformats.org/officeDocument/2006/relationships/tags" Target="../tags/tag1365.xml"/><Relationship Id="rId10" Type="http://schemas.openxmlformats.org/officeDocument/2006/relationships/tags" Target="../tags/tag1062.xml"/><Relationship Id="rId31" Type="http://schemas.openxmlformats.org/officeDocument/2006/relationships/tags" Target="../tags/tag1083.xml"/><Relationship Id="rId52" Type="http://schemas.openxmlformats.org/officeDocument/2006/relationships/tags" Target="../tags/tag1104.xml"/><Relationship Id="rId73" Type="http://schemas.openxmlformats.org/officeDocument/2006/relationships/tags" Target="../tags/tag1125.xml"/><Relationship Id="rId94" Type="http://schemas.openxmlformats.org/officeDocument/2006/relationships/tags" Target="../tags/tag1146.xml"/><Relationship Id="rId148" Type="http://schemas.openxmlformats.org/officeDocument/2006/relationships/tags" Target="../tags/tag1200.xml"/><Relationship Id="rId169" Type="http://schemas.openxmlformats.org/officeDocument/2006/relationships/tags" Target="../tags/tag1221.xml"/><Relationship Id="rId334" Type="http://schemas.openxmlformats.org/officeDocument/2006/relationships/tags" Target="../tags/tag1386.xml"/><Relationship Id="rId355" Type="http://schemas.openxmlformats.org/officeDocument/2006/relationships/tags" Target="../tags/tag1407.xml"/><Relationship Id="rId4" Type="http://schemas.openxmlformats.org/officeDocument/2006/relationships/tags" Target="../tags/tag1056.xml"/><Relationship Id="rId180" Type="http://schemas.openxmlformats.org/officeDocument/2006/relationships/tags" Target="../tags/tag1232.xml"/><Relationship Id="rId215" Type="http://schemas.openxmlformats.org/officeDocument/2006/relationships/tags" Target="../tags/tag1267.xml"/><Relationship Id="rId236" Type="http://schemas.openxmlformats.org/officeDocument/2006/relationships/tags" Target="../tags/tag1288.xml"/><Relationship Id="rId257" Type="http://schemas.openxmlformats.org/officeDocument/2006/relationships/tags" Target="../tags/tag1309.xml"/><Relationship Id="rId278" Type="http://schemas.openxmlformats.org/officeDocument/2006/relationships/tags" Target="../tags/tag1330.xml"/><Relationship Id="rId303" Type="http://schemas.openxmlformats.org/officeDocument/2006/relationships/tags" Target="../tags/tag1355.xml"/><Relationship Id="rId42" Type="http://schemas.openxmlformats.org/officeDocument/2006/relationships/tags" Target="../tags/tag1094.xml"/><Relationship Id="rId84" Type="http://schemas.openxmlformats.org/officeDocument/2006/relationships/tags" Target="../tags/tag1136.xml"/><Relationship Id="rId138" Type="http://schemas.openxmlformats.org/officeDocument/2006/relationships/tags" Target="../tags/tag1190.xml"/><Relationship Id="rId345" Type="http://schemas.openxmlformats.org/officeDocument/2006/relationships/tags" Target="../tags/tag1397.xml"/><Relationship Id="rId191" Type="http://schemas.openxmlformats.org/officeDocument/2006/relationships/tags" Target="../tags/tag1243.xml"/><Relationship Id="rId205" Type="http://schemas.openxmlformats.org/officeDocument/2006/relationships/tags" Target="../tags/tag1257.xml"/><Relationship Id="rId247" Type="http://schemas.openxmlformats.org/officeDocument/2006/relationships/tags" Target="../tags/tag1299.xml"/><Relationship Id="rId107" Type="http://schemas.openxmlformats.org/officeDocument/2006/relationships/tags" Target="../tags/tag1159.xml"/><Relationship Id="rId289" Type="http://schemas.openxmlformats.org/officeDocument/2006/relationships/tags" Target="../tags/tag1341.xml"/><Relationship Id="rId11" Type="http://schemas.openxmlformats.org/officeDocument/2006/relationships/tags" Target="../tags/tag1063.xml"/><Relationship Id="rId53" Type="http://schemas.openxmlformats.org/officeDocument/2006/relationships/tags" Target="../tags/tag1105.xml"/><Relationship Id="rId149" Type="http://schemas.openxmlformats.org/officeDocument/2006/relationships/tags" Target="../tags/tag1201.xml"/><Relationship Id="rId314" Type="http://schemas.openxmlformats.org/officeDocument/2006/relationships/tags" Target="../tags/tag1366.xml"/><Relationship Id="rId356" Type="http://schemas.openxmlformats.org/officeDocument/2006/relationships/tags" Target="../tags/tag1408.xml"/><Relationship Id="rId95" Type="http://schemas.openxmlformats.org/officeDocument/2006/relationships/tags" Target="../tags/tag1147.xml"/><Relationship Id="rId160" Type="http://schemas.openxmlformats.org/officeDocument/2006/relationships/tags" Target="../tags/tag1212.xml"/><Relationship Id="rId216" Type="http://schemas.openxmlformats.org/officeDocument/2006/relationships/tags" Target="../tags/tag1268.xml"/><Relationship Id="rId258" Type="http://schemas.openxmlformats.org/officeDocument/2006/relationships/tags" Target="../tags/tag1310.xml"/><Relationship Id="rId22" Type="http://schemas.openxmlformats.org/officeDocument/2006/relationships/tags" Target="../tags/tag1074.xml"/><Relationship Id="rId64" Type="http://schemas.openxmlformats.org/officeDocument/2006/relationships/tags" Target="../tags/tag1116.xml"/><Relationship Id="rId118" Type="http://schemas.openxmlformats.org/officeDocument/2006/relationships/tags" Target="../tags/tag1170.xml"/><Relationship Id="rId325" Type="http://schemas.openxmlformats.org/officeDocument/2006/relationships/tags" Target="../tags/tag1377.xml"/><Relationship Id="rId171" Type="http://schemas.openxmlformats.org/officeDocument/2006/relationships/tags" Target="../tags/tag1223.xml"/><Relationship Id="rId227" Type="http://schemas.openxmlformats.org/officeDocument/2006/relationships/tags" Target="../tags/tag1279.xml"/><Relationship Id="rId269" Type="http://schemas.openxmlformats.org/officeDocument/2006/relationships/tags" Target="../tags/tag1321.xml"/><Relationship Id="rId33" Type="http://schemas.openxmlformats.org/officeDocument/2006/relationships/tags" Target="../tags/tag1085.xml"/><Relationship Id="rId129" Type="http://schemas.openxmlformats.org/officeDocument/2006/relationships/tags" Target="../tags/tag1181.xml"/><Relationship Id="rId280" Type="http://schemas.openxmlformats.org/officeDocument/2006/relationships/tags" Target="../tags/tag1332.xml"/><Relationship Id="rId336" Type="http://schemas.openxmlformats.org/officeDocument/2006/relationships/tags" Target="../tags/tag1388.xml"/><Relationship Id="rId75" Type="http://schemas.openxmlformats.org/officeDocument/2006/relationships/tags" Target="../tags/tag1127.xml"/><Relationship Id="rId140" Type="http://schemas.openxmlformats.org/officeDocument/2006/relationships/tags" Target="../tags/tag1192.xml"/><Relationship Id="rId182" Type="http://schemas.openxmlformats.org/officeDocument/2006/relationships/tags" Target="../tags/tag1234.xml"/><Relationship Id="rId6" Type="http://schemas.openxmlformats.org/officeDocument/2006/relationships/tags" Target="../tags/tag1058.xml"/><Relationship Id="rId238" Type="http://schemas.openxmlformats.org/officeDocument/2006/relationships/tags" Target="../tags/tag1290.xml"/><Relationship Id="rId291" Type="http://schemas.openxmlformats.org/officeDocument/2006/relationships/tags" Target="../tags/tag1343.xml"/><Relationship Id="rId305" Type="http://schemas.openxmlformats.org/officeDocument/2006/relationships/tags" Target="../tags/tag1357.xml"/><Relationship Id="rId347" Type="http://schemas.openxmlformats.org/officeDocument/2006/relationships/tags" Target="../tags/tag1399.xml"/><Relationship Id="rId44" Type="http://schemas.openxmlformats.org/officeDocument/2006/relationships/tags" Target="../tags/tag1096.xml"/><Relationship Id="rId86" Type="http://schemas.openxmlformats.org/officeDocument/2006/relationships/tags" Target="../tags/tag1138.xml"/><Relationship Id="rId151" Type="http://schemas.openxmlformats.org/officeDocument/2006/relationships/tags" Target="../tags/tag1203.xml"/><Relationship Id="rId193" Type="http://schemas.openxmlformats.org/officeDocument/2006/relationships/tags" Target="../tags/tag1245.xml"/><Relationship Id="rId207" Type="http://schemas.openxmlformats.org/officeDocument/2006/relationships/tags" Target="../tags/tag1259.xml"/><Relationship Id="rId249" Type="http://schemas.openxmlformats.org/officeDocument/2006/relationships/tags" Target="../tags/tag1301.xml"/><Relationship Id="rId13" Type="http://schemas.openxmlformats.org/officeDocument/2006/relationships/tags" Target="../tags/tag1065.xml"/><Relationship Id="rId109" Type="http://schemas.openxmlformats.org/officeDocument/2006/relationships/tags" Target="../tags/tag1161.xml"/><Relationship Id="rId260" Type="http://schemas.openxmlformats.org/officeDocument/2006/relationships/tags" Target="../tags/tag1312.xml"/><Relationship Id="rId316" Type="http://schemas.openxmlformats.org/officeDocument/2006/relationships/tags" Target="../tags/tag1368.xml"/><Relationship Id="rId55" Type="http://schemas.openxmlformats.org/officeDocument/2006/relationships/tags" Target="../tags/tag1107.xml"/><Relationship Id="rId97" Type="http://schemas.openxmlformats.org/officeDocument/2006/relationships/tags" Target="../tags/tag1149.xml"/><Relationship Id="rId120" Type="http://schemas.openxmlformats.org/officeDocument/2006/relationships/tags" Target="../tags/tag1172.xml"/><Relationship Id="rId358" Type="http://schemas.openxmlformats.org/officeDocument/2006/relationships/tags" Target="../tags/tag1410.xml"/><Relationship Id="rId162" Type="http://schemas.openxmlformats.org/officeDocument/2006/relationships/tags" Target="../tags/tag1214.xml"/><Relationship Id="rId218" Type="http://schemas.openxmlformats.org/officeDocument/2006/relationships/tags" Target="../tags/tag1270.xml"/><Relationship Id="rId271" Type="http://schemas.openxmlformats.org/officeDocument/2006/relationships/tags" Target="../tags/tag1323.xml"/><Relationship Id="rId24" Type="http://schemas.openxmlformats.org/officeDocument/2006/relationships/tags" Target="../tags/tag1076.xml"/><Relationship Id="rId66" Type="http://schemas.openxmlformats.org/officeDocument/2006/relationships/tags" Target="../tags/tag1118.xml"/><Relationship Id="rId131" Type="http://schemas.openxmlformats.org/officeDocument/2006/relationships/tags" Target="../tags/tag1183.xml"/><Relationship Id="rId327" Type="http://schemas.openxmlformats.org/officeDocument/2006/relationships/tags" Target="../tags/tag1379.xml"/><Relationship Id="rId173" Type="http://schemas.openxmlformats.org/officeDocument/2006/relationships/tags" Target="../tags/tag1225.xml"/><Relationship Id="rId229" Type="http://schemas.openxmlformats.org/officeDocument/2006/relationships/tags" Target="../tags/tag1281.xml"/><Relationship Id="rId240" Type="http://schemas.openxmlformats.org/officeDocument/2006/relationships/tags" Target="../tags/tag1292.xml"/><Relationship Id="rId35" Type="http://schemas.openxmlformats.org/officeDocument/2006/relationships/tags" Target="../tags/tag1087.xml"/><Relationship Id="rId77" Type="http://schemas.openxmlformats.org/officeDocument/2006/relationships/tags" Target="../tags/tag1129.xml"/><Relationship Id="rId100" Type="http://schemas.openxmlformats.org/officeDocument/2006/relationships/tags" Target="../tags/tag1152.xml"/><Relationship Id="rId282" Type="http://schemas.openxmlformats.org/officeDocument/2006/relationships/tags" Target="../tags/tag1334.xml"/><Relationship Id="rId338" Type="http://schemas.openxmlformats.org/officeDocument/2006/relationships/tags" Target="../tags/tag1390.xml"/><Relationship Id="rId8" Type="http://schemas.openxmlformats.org/officeDocument/2006/relationships/tags" Target="../tags/tag1060.xml"/><Relationship Id="rId142" Type="http://schemas.openxmlformats.org/officeDocument/2006/relationships/tags" Target="../tags/tag1194.xml"/><Relationship Id="rId184" Type="http://schemas.openxmlformats.org/officeDocument/2006/relationships/tags" Target="../tags/tag1236.xml"/><Relationship Id="rId251" Type="http://schemas.openxmlformats.org/officeDocument/2006/relationships/tags" Target="../tags/tag1303.xml"/><Relationship Id="rId46" Type="http://schemas.openxmlformats.org/officeDocument/2006/relationships/tags" Target="../tags/tag1098.xml"/><Relationship Id="rId293" Type="http://schemas.openxmlformats.org/officeDocument/2006/relationships/tags" Target="../tags/tag1345.xml"/><Relationship Id="rId307" Type="http://schemas.openxmlformats.org/officeDocument/2006/relationships/tags" Target="../tags/tag1359.xml"/><Relationship Id="rId349" Type="http://schemas.openxmlformats.org/officeDocument/2006/relationships/tags" Target="../tags/tag1401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tags" Target="../tags/tag1530.xml"/><Relationship Id="rId21" Type="http://schemas.openxmlformats.org/officeDocument/2006/relationships/tags" Target="../tags/tag1434.xml"/><Relationship Id="rId42" Type="http://schemas.openxmlformats.org/officeDocument/2006/relationships/tags" Target="../tags/tag1455.xml"/><Relationship Id="rId63" Type="http://schemas.openxmlformats.org/officeDocument/2006/relationships/tags" Target="../tags/tag1476.xml"/><Relationship Id="rId84" Type="http://schemas.openxmlformats.org/officeDocument/2006/relationships/tags" Target="../tags/tag1497.xml"/><Relationship Id="rId138" Type="http://schemas.openxmlformats.org/officeDocument/2006/relationships/tags" Target="../tags/tag1551.xml"/><Relationship Id="rId16" Type="http://schemas.openxmlformats.org/officeDocument/2006/relationships/tags" Target="../tags/tag1429.xml"/><Relationship Id="rId107" Type="http://schemas.openxmlformats.org/officeDocument/2006/relationships/tags" Target="../tags/tag1520.xml"/><Relationship Id="rId11" Type="http://schemas.openxmlformats.org/officeDocument/2006/relationships/tags" Target="../tags/tag1424.xml"/><Relationship Id="rId32" Type="http://schemas.openxmlformats.org/officeDocument/2006/relationships/tags" Target="../tags/tag1445.xml"/><Relationship Id="rId37" Type="http://schemas.openxmlformats.org/officeDocument/2006/relationships/tags" Target="../tags/tag1450.xml"/><Relationship Id="rId53" Type="http://schemas.openxmlformats.org/officeDocument/2006/relationships/tags" Target="../tags/tag1466.xml"/><Relationship Id="rId58" Type="http://schemas.openxmlformats.org/officeDocument/2006/relationships/tags" Target="../tags/tag1471.xml"/><Relationship Id="rId74" Type="http://schemas.openxmlformats.org/officeDocument/2006/relationships/tags" Target="../tags/tag1487.xml"/><Relationship Id="rId79" Type="http://schemas.openxmlformats.org/officeDocument/2006/relationships/tags" Target="../tags/tag1492.xml"/><Relationship Id="rId102" Type="http://schemas.openxmlformats.org/officeDocument/2006/relationships/tags" Target="../tags/tag1515.xml"/><Relationship Id="rId123" Type="http://schemas.openxmlformats.org/officeDocument/2006/relationships/tags" Target="../tags/tag1536.xml"/><Relationship Id="rId128" Type="http://schemas.openxmlformats.org/officeDocument/2006/relationships/tags" Target="../tags/tag1541.xml"/><Relationship Id="rId5" Type="http://schemas.openxmlformats.org/officeDocument/2006/relationships/tags" Target="../tags/tag1418.xml"/><Relationship Id="rId90" Type="http://schemas.openxmlformats.org/officeDocument/2006/relationships/tags" Target="../tags/tag1503.xml"/><Relationship Id="rId95" Type="http://schemas.openxmlformats.org/officeDocument/2006/relationships/tags" Target="../tags/tag1508.xml"/><Relationship Id="rId22" Type="http://schemas.openxmlformats.org/officeDocument/2006/relationships/tags" Target="../tags/tag1435.xml"/><Relationship Id="rId27" Type="http://schemas.openxmlformats.org/officeDocument/2006/relationships/tags" Target="../tags/tag1440.xml"/><Relationship Id="rId43" Type="http://schemas.openxmlformats.org/officeDocument/2006/relationships/tags" Target="../tags/tag1456.xml"/><Relationship Id="rId48" Type="http://schemas.openxmlformats.org/officeDocument/2006/relationships/tags" Target="../tags/tag1461.xml"/><Relationship Id="rId64" Type="http://schemas.openxmlformats.org/officeDocument/2006/relationships/tags" Target="../tags/tag1477.xml"/><Relationship Id="rId69" Type="http://schemas.openxmlformats.org/officeDocument/2006/relationships/tags" Target="../tags/tag1482.xml"/><Relationship Id="rId113" Type="http://schemas.openxmlformats.org/officeDocument/2006/relationships/tags" Target="../tags/tag1526.xml"/><Relationship Id="rId118" Type="http://schemas.openxmlformats.org/officeDocument/2006/relationships/tags" Target="../tags/tag1531.xml"/><Relationship Id="rId134" Type="http://schemas.openxmlformats.org/officeDocument/2006/relationships/tags" Target="../tags/tag1547.xml"/><Relationship Id="rId139" Type="http://schemas.openxmlformats.org/officeDocument/2006/relationships/slideLayout" Target="../slideLayouts/slideLayout2.xml"/><Relationship Id="rId80" Type="http://schemas.openxmlformats.org/officeDocument/2006/relationships/tags" Target="../tags/tag1493.xml"/><Relationship Id="rId85" Type="http://schemas.openxmlformats.org/officeDocument/2006/relationships/tags" Target="../tags/tag1498.xml"/><Relationship Id="rId12" Type="http://schemas.openxmlformats.org/officeDocument/2006/relationships/tags" Target="../tags/tag1425.xml"/><Relationship Id="rId17" Type="http://schemas.openxmlformats.org/officeDocument/2006/relationships/tags" Target="../tags/tag1430.xml"/><Relationship Id="rId33" Type="http://schemas.openxmlformats.org/officeDocument/2006/relationships/tags" Target="../tags/tag1446.xml"/><Relationship Id="rId38" Type="http://schemas.openxmlformats.org/officeDocument/2006/relationships/tags" Target="../tags/tag1451.xml"/><Relationship Id="rId59" Type="http://schemas.openxmlformats.org/officeDocument/2006/relationships/tags" Target="../tags/tag1472.xml"/><Relationship Id="rId103" Type="http://schemas.openxmlformats.org/officeDocument/2006/relationships/tags" Target="../tags/tag1516.xml"/><Relationship Id="rId108" Type="http://schemas.openxmlformats.org/officeDocument/2006/relationships/tags" Target="../tags/tag1521.xml"/><Relationship Id="rId124" Type="http://schemas.openxmlformats.org/officeDocument/2006/relationships/tags" Target="../tags/tag1537.xml"/><Relationship Id="rId129" Type="http://schemas.openxmlformats.org/officeDocument/2006/relationships/tags" Target="../tags/tag1542.xml"/><Relationship Id="rId54" Type="http://schemas.openxmlformats.org/officeDocument/2006/relationships/tags" Target="../tags/tag1467.xml"/><Relationship Id="rId70" Type="http://schemas.openxmlformats.org/officeDocument/2006/relationships/tags" Target="../tags/tag1483.xml"/><Relationship Id="rId75" Type="http://schemas.openxmlformats.org/officeDocument/2006/relationships/tags" Target="../tags/tag1488.xml"/><Relationship Id="rId91" Type="http://schemas.openxmlformats.org/officeDocument/2006/relationships/tags" Target="../tags/tag1504.xml"/><Relationship Id="rId96" Type="http://schemas.openxmlformats.org/officeDocument/2006/relationships/tags" Target="../tags/tag1509.xml"/><Relationship Id="rId1" Type="http://schemas.openxmlformats.org/officeDocument/2006/relationships/tags" Target="../tags/tag1414.xml"/><Relationship Id="rId6" Type="http://schemas.openxmlformats.org/officeDocument/2006/relationships/tags" Target="../tags/tag1419.xml"/><Relationship Id="rId23" Type="http://schemas.openxmlformats.org/officeDocument/2006/relationships/tags" Target="../tags/tag1436.xml"/><Relationship Id="rId28" Type="http://schemas.openxmlformats.org/officeDocument/2006/relationships/tags" Target="../tags/tag1441.xml"/><Relationship Id="rId49" Type="http://schemas.openxmlformats.org/officeDocument/2006/relationships/tags" Target="../tags/tag1462.xml"/><Relationship Id="rId114" Type="http://schemas.openxmlformats.org/officeDocument/2006/relationships/tags" Target="../tags/tag1527.xml"/><Relationship Id="rId119" Type="http://schemas.openxmlformats.org/officeDocument/2006/relationships/tags" Target="../tags/tag1532.xml"/><Relationship Id="rId44" Type="http://schemas.openxmlformats.org/officeDocument/2006/relationships/tags" Target="../tags/tag1457.xml"/><Relationship Id="rId60" Type="http://schemas.openxmlformats.org/officeDocument/2006/relationships/tags" Target="../tags/tag1473.xml"/><Relationship Id="rId65" Type="http://schemas.openxmlformats.org/officeDocument/2006/relationships/tags" Target="../tags/tag1478.xml"/><Relationship Id="rId81" Type="http://schemas.openxmlformats.org/officeDocument/2006/relationships/tags" Target="../tags/tag1494.xml"/><Relationship Id="rId86" Type="http://schemas.openxmlformats.org/officeDocument/2006/relationships/tags" Target="../tags/tag1499.xml"/><Relationship Id="rId130" Type="http://schemas.openxmlformats.org/officeDocument/2006/relationships/tags" Target="../tags/tag1543.xml"/><Relationship Id="rId135" Type="http://schemas.openxmlformats.org/officeDocument/2006/relationships/tags" Target="../tags/tag1548.xml"/><Relationship Id="rId13" Type="http://schemas.openxmlformats.org/officeDocument/2006/relationships/tags" Target="../tags/tag1426.xml"/><Relationship Id="rId18" Type="http://schemas.openxmlformats.org/officeDocument/2006/relationships/tags" Target="../tags/tag1431.xml"/><Relationship Id="rId39" Type="http://schemas.openxmlformats.org/officeDocument/2006/relationships/tags" Target="../tags/tag1452.xml"/><Relationship Id="rId109" Type="http://schemas.openxmlformats.org/officeDocument/2006/relationships/tags" Target="../tags/tag1522.xml"/><Relationship Id="rId34" Type="http://schemas.openxmlformats.org/officeDocument/2006/relationships/tags" Target="../tags/tag1447.xml"/><Relationship Id="rId50" Type="http://schemas.openxmlformats.org/officeDocument/2006/relationships/tags" Target="../tags/tag1463.xml"/><Relationship Id="rId55" Type="http://schemas.openxmlformats.org/officeDocument/2006/relationships/tags" Target="../tags/tag1468.xml"/><Relationship Id="rId76" Type="http://schemas.openxmlformats.org/officeDocument/2006/relationships/tags" Target="../tags/tag1489.xml"/><Relationship Id="rId97" Type="http://schemas.openxmlformats.org/officeDocument/2006/relationships/tags" Target="../tags/tag1510.xml"/><Relationship Id="rId104" Type="http://schemas.openxmlformats.org/officeDocument/2006/relationships/tags" Target="../tags/tag1517.xml"/><Relationship Id="rId120" Type="http://schemas.openxmlformats.org/officeDocument/2006/relationships/tags" Target="../tags/tag1533.xml"/><Relationship Id="rId125" Type="http://schemas.openxmlformats.org/officeDocument/2006/relationships/tags" Target="../tags/tag1538.xml"/><Relationship Id="rId7" Type="http://schemas.openxmlformats.org/officeDocument/2006/relationships/tags" Target="../tags/tag1420.xml"/><Relationship Id="rId71" Type="http://schemas.openxmlformats.org/officeDocument/2006/relationships/tags" Target="../tags/tag1484.xml"/><Relationship Id="rId92" Type="http://schemas.openxmlformats.org/officeDocument/2006/relationships/tags" Target="../tags/tag1505.xml"/><Relationship Id="rId2" Type="http://schemas.openxmlformats.org/officeDocument/2006/relationships/tags" Target="../tags/tag1415.xml"/><Relationship Id="rId29" Type="http://schemas.openxmlformats.org/officeDocument/2006/relationships/tags" Target="../tags/tag1442.xml"/><Relationship Id="rId24" Type="http://schemas.openxmlformats.org/officeDocument/2006/relationships/tags" Target="../tags/tag1437.xml"/><Relationship Id="rId40" Type="http://schemas.openxmlformats.org/officeDocument/2006/relationships/tags" Target="../tags/tag1453.xml"/><Relationship Id="rId45" Type="http://schemas.openxmlformats.org/officeDocument/2006/relationships/tags" Target="../tags/tag1458.xml"/><Relationship Id="rId66" Type="http://schemas.openxmlformats.org/officeDocument/2006/relationships/tags" Target="../tags/tag1479.xml"/><Relationship Id="rId87" Type="http://schemas.openxmlformats.org/officeDocument/2006/relationships/tags" Target="../tags/tag1500.xml"/><Relationship Id="rId110" Type="http://schemas.openxmlformats.org/officeDocument/2006/relationships/tags" Target="../tags/tag1523.xml"/><Relationship Id="rId115" Type="http://schemas.openxmlformats.org/officeDocument/2006/relationships/tags" Target="../tags/tag1528.xml"/><Relationship Id="rId131" Type="http://schemas.openxmlformats.org/officeDocument/2006/relationships/tags" Target="../tags/tag1544.xml"/><Relationship Id="rId136" Type="http://schemas.openxmlformats.org/officeDocument/2006/relationships/tags" Target="../tags/tag1549.xml"/><Relationship Id="rId61" Type="http://schemas.openxmlformats.org/officeDocument/2006/relationships/tags" Target="../tags/tag1474.xml"/><Relationship Id="rId82" Type="http://schemas.openxmlformats.org/officeDocument/2006/relationships/tags" Target="../tags/tag1495.xml"/><Relationship Id="rId19" Type="http://schemas.openxmlformats.org/officeDocument/2006/relationships/tags" Target="../tags/tag1432.xml"/><Relationship Id="rId14" Type="http://schemas.openxmlformats.org/officeDocument/2006/relationships/tags" Target="../tags/tag1427.xml"/><Relationship Id="rId30" Type="http://schemas.openxmlformats.org/officeDocument/2006/relationships/tags" Target="../tags/tag1443.xml"/><Relationship Id="rId35" Type="http://schemas.openxmlformats.org/officeDocument/2006/relationships/tags" Target="../tags/tag1448.xml"/><Relationship Id="rId56" Type="http://schemas.openxmlformats.org/officeDocument/2006/relationships/tags" Target="../tags/tag1469.xml"/><Relationship Id="rId77" Type="http://schemas.openxmlformats.org/officeDocument/2006/relationships/tags" Target="../tags/tag1490.xml"/><Relationship Id="rId100" Type="http://schemas.openxmlformats.org/officeDocument/2006/relationships/tags" Target="../tags/tag1513.xml"/><Relationship Id="rId105" Type="http://schemas.openxmlformats.org/officeDocument/2006/relationships/tags" Target="../tags/tag1518.xml"/><Relationship Id="rId126" Type="http://schemas.openxmlformats.org/officeDocument/2006/relationships/tags" Target="../tags/tag1539.xml"/><Relationship Id="rId8" Type="http://schemas.openxmlformats.org/officeDocument/2006/relationships/tags" Target="../tags/tag1421.xml"/><Relationship Id="rId51" Type="http://schemas.openxmlformats.org/officeDocument/2006/relationships/tags" Target="../tags/tag1464.xml"/><Relationship Id="rId72" Type="http://schemas.openxmlformats.org/officeDocument/2006/relationships/tags" Target="../tags/tag1485.xml"/><Relationship Id="rId93" Type="http://schemas.openxmlformats.org/officeDocument/2006/relationships/tags" Target="../tags/tag1506.xml"/><Relationship Id="rId98" Type="http://schemas.openxmlformats.org/officeDocument/2006/relationships/tags" Target="../tags/tag1511.xml"/><Relationship Id="rId121" Type="http://schemas.openxmlformats.org/officeDocument/2006/relationships/tags" Target="../tags/tag1534.xml"/><Relationship Id="rId3" Type="http://schemas.openxmlformats.org/officeDocument/2006/relationships/tags" Target="../tags/tag1416.xml"/><Relationship Id="rId25" Type="http://schemas.openxmlformats.org/officeDocument/2006/relationships/tags" Target="../tags/tag1438.xml"/><Relationship Id="rId46" Type="http://schemas.openxmlformats.org/officeDocument/2006/relationships/tags" Target="../tags/tag1459.xml"/><Relationship Id="rId67" Type="http://schemas.openxmlformats.org/officeDocument/2006/relationships/tags" Target="../tags/tag1480.xml"/><Relationship Id="rId116" Type="http://schemas.openxmlformats.org/officeDocument/2006/relationships/tags" Target="../tags/tag1529.xml"/><Relationship Id="rId137" Type="http://schemas.openxmlformats.org/officeDocument/2006/relationships/tags" Target="../tags/tag1550.xml"/><Relationship Id="rId20" Type="http://schemas.openxmlformats.org/officeDocument/2006/relationships/tags" Target="../tags/tag1433.xml"/><Relationship Id="rId41" Type="http://schemas.openxmlformats.org/officeDocument/2006/relationships/tags" Target="../tags/tag1454.xml"/><Relationship Id="rId62" Type="http://schemas.openxmlformats.org/officeDocument/2006/relationships/tags" Target="../tags/tag1475.xml"/><Relationship Id="rId83" Type="http://schemas.openxmlformats.org/officeDocument/2006/relationships/tags" Target="../tags/tag1496.xml"/><Relationship Id="rId88" Type="http://schemas.openxmlformats.org/officeDocument/2006/relationships/tags" Target="../tags/tag1501.xml"/><Relationship Id="rId111" Type="http://schemas.openxmlformats.org/officeDocument/2006/relationships/tags" Target="../tags/tag1524.xml"/><Relationship Id="rId132" Type="http://schemas.openxmlformats.org/officeDocument/2006/relationships/tags" Target="../tags/tag1545.xml"/><Relationship Id="rId15" Type="http://schemas.openxmlformats.org/officeDocument/2006/relationships/tags" Target="../tags/tag1428.xml"/><Relationship Id="rId36" Type="http://schemas.openxmlformats.org/officeDocument/2006/relationships/tags" Target="../tags/tag1449.xml"/><Relationship Id="rId57" Type="http://schemas.openxmlformats.org/officeDocument/2006/relationships/tags" Target="../tags/tag1470.xml"/><Relationship Id="rId106" Type="http://schemas.openxmlformats.org/officeDocument/2006/relationships/tags" Target="../tags/tag1519.xml"/><Relationship Id="rId127" Type="http://schemas.openxmlformats.org/officeDocument/2006/relationships/tags" Target="../tags/tag1540.xml"/><Relationship Id="rId10" Type="http://schemas.openxmlformats.org/officeDocument/2006/relationships/tags" Target="../tags/tag1423.xml"/><Relationship Id="rId31" Type="http://schemas.openxmlformats.org/officeDocument/2006/relationships/tags" Target="../tags/tag1444.xml"/><Relationship Id="rId52" Type="http://schemas.openxmlformats.org/officeDocument/2006/relationships/tags" Target="../tags/tag1465.xml"/><Relationship Id="rId73" Type="http://schemas.openxmlformats.org/officeDocument/2006/relationships/tags" Target="../tags/tag1486.xml"/><Relationship Id="rId78" Type="http://schemas.openxmlformats.org/officeDocument/2006/relationships/tags" Target="../tags/tag1491.xml"/><Relationship Id="rId94" Type="http://schemas.openxmlformats.org/officeDocument/2006/relationships/tags" Target="../tags/tag1507.xml"/><Relationship Id="rId99" Type="http://schemas.openxmlformats.org/officeDocument/2006/relationships/tags" Target="../tags/tag1512.xml"/><Relationship Id="rId101" Type="http://schemas.openxmlformats.org/officeDocument/2006/relationships/tags" Target="../tags/tag1514.xml"/><Relationship Id="rId122" Type="http://schemas.openxmlformats.org/officeDocument/2006/relationships/tags" Target="../tags/tag1535.xml"/><Relationship Id="rId4" Type="http://schemas.openxmlformats.org/officeDocument/2006/relationships/tags" Target="../tags/tag1417.xml"/><Relationship Id="rId9" Type="http://schemas.openxmlformats.org/officeDocument/2006/relationships/tags" Target="../tags/tag1422.xml"/><Relationship Id="rId26" Type="http://schemas.openxmlformats.org/officeDocument/2006/relationships/tags" Target="../tags/tag1439.xml"/><Relationship Id="rId47" Type="http://schemas.openxmlformats.org/officeDocument/2006/relationships/tags" Target="../tags/tag1460.xml"/><Relationship Id="rId68" Type="http://schemas.openxmlformats.org/officeDocument/2006/relationships/tags" Target="../tags/tag1481.xml"/><Relationship Id="rId89" Type="http://schemas.openxmlformats.org/officeDocument/2006/relationships/tags" Target="../tags/tag1502.xml"/><Relationship Id="rId112" Type="http://schemas.openxmlformats.org/officeDocument/2006/relationships/tags" Target="../tags/tag1525.xml"/><Relationship Id="rId133" Type="http://schemas.openxmlformats.org/officeDocument/2006/relationships/tags" Target="../tags/tag15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9284-325F-9FAF-0D21-F658D1758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Lecture-1(4):  Regression– Least Squares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80CD5-95DD-1103-D3FA-AC1F7A87D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778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+mj-lt"/>
              </a:rPr>
              <a:t>to derive a curve that minimizes the discrepancy between the data points and the curve</a:t>
            </a:r>
            <a:r>
              <a:rPr lang="en-US" sz="3600" dirty="0">
                <a:latin typeface="+mj-lt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Basics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3EC7DB7-07B4-BEBE-3A89-1E8985946B92}"/>
              </a:ext>
            </a:extLst>
          </p:cNvPr>
          <p:cNvGrpSpPr/>
          <p:nvPr/>
        </p:nvGrpSpPr>
        <p:grpSpPr>
          <a:xfrm>
            <a:off x="1446945" y="2385541"/>
            <a:ext cx="10634905" cy="3333207"/>
            <a:chOff x="1436138" y="2589664"/>
            <a:chExt cx="10634905" cy="333320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B26F70A-C33B-48B0-F6CA-38D7144C2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7702"/>
            <a:stretch/>
          </p:blipFill>
          <p:spPr>
            <a:xfrm>
              <a:off x="1436138" y="2589664"/>
              <a:ext cx="3297836" cy="333320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35D13C-9247-19E3-2D83-43DA91AF8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0557"/>
            <a:stretch/>
          </p:blipFill>
          <p:spPr>
            <a:xfrm>
              <a:off x="8453407" y="2589664"/>
              <a:ext cx="3617636" cy="333320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9F17DA-73EB-9A77-D440-4AB61BA64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074" b="32401"/>
            <a:stretch/>
          </p:blipFill>
          <p:spPr>
            <a:xfrm>
              <a:off x="4904353" y="2589664"/>
              <a:ext cx="3378675" cy="3333206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61C291E-9730-9E5D-6EF1-ED5DB97A8D32}"/>
              </a:ext>
            </a:extLst>
          </p:cNvPr>
          <p:cNvSpPr txBox="1"/>
          <p:nvPr/>
        </p:nvSpPr>
        <p:spPr>
          <a:xfrm>
            <a:off x="2077189" y="5799957"/>
            <a:ext cx="203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Raw Data</a:t>
            </a:r>
            <a:endParaRPr lang="en-PK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3EC1A-86B8-2746-F39D-7F99FF5D864A}"/>
              </a:ext>
            </a:extLst>
          </p:cNvPr>
          <p:cNvSpPr txBox="1"/>
          <p:nvPr/>
        </p:nvSpPr>
        <p:spPr>
          <a:xfrm>
            <a:off x="5696820" y="5799957"/>
            <a:ext cx="203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Polynomial Fit</a:t>
            </a:r>
            <a:endParaRPr lang="en-PK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728FC-E55D-2043-F96D-BDA85C5A49AE}"/>
              </a:ext>
            </a:extLst>
          </p:cNvPr>
          <p:cNvSpPr txBox="1"/>
          <p:nvPr/>
        </p:nvSpPr>
        <p:spPr>
          <a:xfrm>
            <a:off x="9161038" y="5799957"/>
            <a:ext cx="245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Least Square Fit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015236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Deviation Minimization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3EC1A-86B8-2746-F39D-7F99FF5D864A}"/>
              </a:ext>
            </a:extLst>
          </p:cNvPr>
          <p:cNvSpPr txBox="1"/>
          <p:nvPr/>
        </p:nvSpPr>
        <p:spPr>
          <a:xfrm rot="16200000">
            <a:off x="1211642" y="3114591"/>
            <a:ext cx="203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y-axis</a:t>
            </a:r>
            <a:endParaRPr lang="en-PK" sz="24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43AC678-9AD9-82A8-D5A4-A4C16EB4933A}"/>
              </a:ext>
            </a:extLst>
          </p:cNvPr>
          <p:cNvGrpSpPr/>
          <p:nvPr/>
        </p:nvGrpSpPr>
        <p:grpSpPr>
          <a:xfrm>
            <a:off x="2673610" y="1390006"/>
            <a:ext cx="8019374" cy="4790017"/>
            <a:chOff x="2695074" y="1209493"/>
            <a:chExt cx="8019374" cy="479001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1C291E-9730-9E5D-6EF1-ED5DB97A8D32}"/>
                </a:ext>
              </a:extLst>
            </p:cNvPr>
            <p:cNvSpPr txBox="1"/>
            <p:nvPr/>
          </p:nvSpPr>
          <p:spPr>
            <a:xfrm>
              <a:off x="5675355" y="5537845"/>
              <a:ext cx="2037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x-axis</a:t>
              </a:r>
              <a:endParaRPr lang="en-PK" sz="24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9A8CB90-EA4C-7E3B-1891-E827EF5E7AD8}"/>
                </a:ext>
              </a:extLst>
            </p:cNvPr>
            <p:cNvGrpSpPr/>
            <p:nvPr/>
          </p:nvGrpSpPr>
          <p:grpSpPr>
            <a:xfrm>
              <a:off x="2695074" y="1209493"/>
              <a:ext cx="8019374" cy="4252150"/>
              <a:chOff x="2695074" y="1209493"/>
              <a:chExt cx="8019374" cy="425215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148C7D-F510-99BD-AE17-CECB10F18A42}"/>
                  </a:ext>
                </a:extLst>
              </p:cNvPr>
              <p:cNvSpPr/>
              <p:nvPr/>
            </p:nvSpPr>
            <p:spPr>
              <a:xfrm>
                <a:off x="2695074" y="1210464"/>
                <a:ext cx="7997910" cy="4251179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3ADD292C-8AB1-0E61-B1A1-4BA98398D199}"/>
                  </a:ext>
                </a:extLst>
              </p:cNvPr>
              <p:cNvGrpSpPr/>
              <p:nvPr/>
            </p:nvGrpSpPr>
            <p:grpSpPr>
              <a:xfrm>
                <a:off x="2716538" y="1209497"/>
                <a:ext cx="7997910" cy="4251179"/>
                <a:chOff x="2695074" y="1354625"/>
                <a:chExt cx="7997910" cy="4251179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FA5494F5-F7DB-3209-597A-B01B5CB610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94656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36B6153-F89F-6CA0-522F-AE0117EA8B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92984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ACD07540-2958-1194-7F8F-4CFE4D7873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94238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3D1543C0-FCA0-0570-8AA0-9994F1B273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93820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EFB84C3E-8342-68D4-1C96-44E6A9EB9E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93402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D6D6023E-6F14-620B-55A5-74FABFC827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5074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A6BD1A5-4718-1FF5-52A4-A425478FA8A0}"/>
                  </a:ext>
                </a:extLst>
              </p:cNvPr>
              <p:cNvGrpSpPr/>
              <p:nvPr/>
            </p:nvGrpSpPr>
            <p:grpSpPr>
              <a:xfrm rot="16200000">
                <a:off x="4579174" y="-653141"/>
                <a:ext cx="4251179" cy="7976448"/>
                <a:chOff x="2695074" y="1354625"/>
                <a:chExt cx="7997910" cy="4251179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6855B22E-BC08-5430-23A3-98A084F28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94656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C5F80099-85FA-964A-B13C-1E65DFB3D9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92984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0C4D9A8-D0B5-2A22-86F0-EA46B7EAD7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94238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FE51589-11D8-6C11-B211-5B7E192CDD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93820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04ED17C-A2C7-8D6D-B611-A5866BD7B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93402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3C0FB7A-3072-27F6-2E3F-18F32960EB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5074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C3A820F-3377-3408-04A0-86912A6016CB}"/>
                  </a:ext>
                </a:extLst>
              </p:cNvPr>
              <p:cNvSpPr/>
              <p:nvPr/>
            </p:nvSpPr>
            <p:spPr>
              <a:xfrm>
                <a:off x="3482502" y="4270443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AC62DB3-9AFC-4760-4CE9-9D87EE6EFD1C}"/>
                  </a:ext>
                </a:extLst>
              </p:cNvPr>
              <p:cNvCxnSpPr/>
              <p:nvPr/>
            </p:nvCxnSpPr>
            <p:spPr>
              <a:xfrm flipV="1">
                <a:off x="3093396" y="2237362"/>
                <a:ext cx="7042825" cy="2762655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781AE85-9325-4229-691E-4B70C37F9452}"/>
                  </a:ext>
                </a:extLst>
              </p:cNvPr>
              <p:cNvSpPr/>
              <p:nvPr/>
            </p:nvSpPr>
            <p:spPr>
              <a:xfrm>
                <a:off x="4824512" y="4849323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C716BD5-3630-55E6-5761-358FEC4575D0}"/>
                  </a:ext>
                </a:extLst>
              </p:cNvPr>
              <p:cNvSpPr/>
              <p:nvPr/>
            </p:nvSpPr>
            <p:spPr>
              <a:xfrm>
                <a:off x="5815333" y="4216622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2727E5C-8B0E-7C87-8597-EAA0F2F0160A}"/>
                  </a:ext>
                </a:extLst>
              </p:cNvPr>
              <p:cNvSpPr/>
              <p:nvPr/>
            </p:nvSpPr>
            <p:spPr>
              <a:xfrm>
                <a:off x="6413362" y="3251134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3286637-184D-C4C9-5BA0-230401C190EF}"/>
                  </a:ext>
                </a:extLst>
              </p:cNvPr>
              <p:cNvSpPr/>
              <p:nvPr/>
            </p:nvSpPr>
            <p:spPr>
              <a:xfrm>
                <a:off x="7748560" y="1940104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9BAEEEF-6ADE-528F-75A1-498FEBD32F91}"/>
                  </a:ext>
                </a:extLst>
              </p:cNvPr>
              <p:cNvSpPr/>
              <p:nvPr/>
            </p:nvSpPr>
            <p:spPr>
              <a:xfrm>
                <a:off x="8966772" y="2777711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9789A74-55E6-2685-76F7-8AE865B3FC6E}"/>
                  </a:ext>
                </a:extLst>
              </p:cNvPr>
              <p:cNvSpPr/>
              <p:nvPr/>
            </p:nvSpPr>
            <p:spPr>
              <a:xfrm>
                <a:off x="9806792" y="1973375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E43FAE3-AF52-EE21-6BD3-C582DB79BD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0620" y="2109445"/>
                <a:ext cx="0" cy="3326302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FD140B9-7A88-2EB3-8910-7A9582F9F6A1}"/>
                  </a:ext>
                </a:extLst>
              </p:cNvPr>
              <p:cNvSpPr/>
              <p:nvPr/>
            </p:nvSpPr>
            <p:spPr>
              <a:xfrm>
                <a:off x="7764114" y="3032814"/>
                <a:ext cx="194266" cy="194266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AD19C85-3CC4-A91B-7A64-82E49E54C6B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8089900" y="3225800"/>
              <a:ext cx="317767" cy="473939"/>
              <a:chOff x="16024011" y="6054853"/>
              <a:chExt cx="317767" cy="473939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697C8A3-442A-13ED-BD10-F09884D57348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6024011" y="6254861"/>
                <a:ext cx="159236" cy="243539"/>
              </a:xfrm>
              <a:custGeom>
                <a:avLst/>
                <a:gdLst>
                  <a:gd name="connsiteX0" fmla="*/ 158083 w 159236"/>
                  <a:gd name="connsiteY0" fmla="*/ 23046 h 243539"/>
                  <a:gd name="connsiteX1" fmla="*/ 159465 w 159236"/>
                  <a:gd name="connsiteY1" fmla="*/ 14388 h 243539"/>
                  <a:gd name="connsiteX2" fmla="*/ 149448 w 159236"/>
                  <a:gd name="connsiteY2" fmla="*/ 4225 h 243539"/>
                  <a:gd name="connsiteX3" fmla="*/ 137358 w 159236"/>
                  <a:gd name="connsiteY3" fmla="*/ 12130 h 243539"/>
                  <a:gd name="connsiteX4" fmla="*/ 132522 w 159236"/>
                  <a:gd name="connsiteY4" fmla="*/ 32456 h 243539"/>
                  <a:gd name="connsiteX5" fmla="*/ 125614 w 159236"/>
                  <a:gd name="connsiteY5" fmla="*/ 62569 h 243539"/>
                  <a:gd name="connsiteX6" fmla="*/ 110070 w 159236"/>
                  <a:gd name="connsiteY6" fmla="*/ 130324 h 243539"/>
                  <a:gd name="connsiteX7" fmla="*/ 71038 w 159236"/>
                  <a:gd name="connsiteY7" fmla="*/ 162319 h 243539"/>
                  <a:gd name="connsiteX8" fmla="*/ 49623 w 159236"/>
                  <a:gd name="connsiteY8" fmla="*/ 131829 h 243539"/>
                  <a:gd name="connsiteX9" fmla="*/ 67239 w 159236"/>
                  <a:gd name="connsiteY9" fmla="*/ 58052 h 243539"/>
                  <a:gd name="connsiteX10" fmla="*/ 74147 w 159236"/>
                  <a:gd name="connsiteY10" fmla="*/ 30951 h 243539"/>
                  <a:gd name="connsiteX11" fmla="*/ 45823 w 159236"/>
                  <a:gd name="connsiteY11" fmla="*/ 85 h 243539"/>
                  <a:gd name="connsiteX12" fmla="*/ 228 w 159236"/>
                  <a:gd name="connsiteY12" fmla="*/ 58052 h 243539"/>
                  <a:gd name="connsiteX13" fmla="*/ 4373 w 159236"/>
                  <a:gd name="connsiteY13" fmla="*/ 61816 h 243539"/>
                  <a:gd name="connsiteX14" fmla="*/ 9900 w 159236"/>
                  <a:gd name="connsiteY14" fmla="*/ 55041 h 243539"/>
                  <a:gd name="connsiteX15" fmla="*/ 44787 w 159236"/>
                  <a:gd name="connsiteY15" fmla="*/ 8366 h 243539"/>
                  <a:gd name="connsiteX16" fmla="*/ 53422 w 159236"/>
                  <a:gd name="connsiteY16" fmla="*/ 20411 h 243539"/>
                  <a:gd name="connsiteX17" fmla="*/ 47550 w 159236"/>
                  <a:gd name="connsiteY17" fmla="*/ 46760 h 243539"/>
                  <a:gd name="connsiteX18" fmla="*/ 27516 w 159236"/>
                  <a:gd name="connsiteY18" fmla="*/ 125807 h 243539"/>
                  <a:gd name="connsiteX19" fmla="*/ 69657 w 159236"/>
                  <a:gd name="connsiteY19" fmla="*/ 170600 h 243539"/>
                  <a:gd name="connsiteX20" fmla="*/ 104544 w 159236"/>
                  <a:gd name="connsiteY20" fmla="*/ 153661 h 243539"/>
                  <a:gd name="connsiteX21" fmla="*/ 82092 w 159236"/>
                  <a:gd name="connsiteY21" fmla="*/ 211629 h 243539"/>
                  <a:gd name="connsiteX22" fmla="*/ 44096 w 159236"/>
                  <a:gd name="connsiteY22" fmla="*/ 235343 h 243539"/>
                  <a:gd name="connsiteX23" fmla="*/ 17845 w 159236"/>
                  <a:gd name="connsiteY23" fmla="*/ 219534 h 243539"/>
                  <a:gd name="connsiteX24" fmla="*/ 32697 w 159236"/>
                  <a:gd name="connsiteY24" fmla="*/ 215017 h 243539"/>
                  <a:gd name="connsiteX25" fmla="*/ 39606 w 159236"/>
                  <a:gd name="connsiteY25" fmla="*/ 199584 h 243539"/>
                  <a:gd name="connsiteX26" fmla="*/ 26825 w 159236"/>
                  <a:gd name="connsiteY26" fmla="*/ 186409 h 243539"/>
                  <a:gd name="connsiteX27" fmla="*/ 7482 w 159236"/>
                  <a:gd name="connsiteY27" fmla="*/ 210876 h 243539"/>
                  <a:gd name="connsiteX28" fmla="*/ 44096 w 159236"/>
                  <a:gd name="connsiteY28" fmla="*/ 243624 h 243539"/>
                  <a:gd name="connsiteX29" fmla="*/ 124923 w 159236"/>
                  <a:gd name="connsiteY29" fmla="*/ 166836 h 243539"/>
                  <a:gd name="connsiteX30" fmla="*/ 158083 w 159236"/>
                  <a:gd name="connsiteY30" fmla="*/ 23046 h 24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9236" h="243539">
                    <a:moveTo>
                      <a:pt x="158083" y="23046"/>
                    </a:moveTo>
                    <a:cubicBezTo>
                      <a:pt x="159465" y="17776"/>
                      <a:pt x="159465" y="17023"/>
                      <a:pt x="159465" y="14388"/>
                    </a:cubicBezTo>
                    <a:cubicBezTo>
                      <a:pt x="159465" y="7613"/>
                      <a:pt x="154629" y="4225"/>
                      <a:pt x="149448" y="4225"/>
                    </a:cubicBezTo>
                    <a:cubicBezTo>
                      <a:pt x="145993" y="4225"/>
                      <a:pt x="140467" y="6484"/>
                      <a:pt x="137358" y="12130"/>
                    </a:cubicBezTo>
                    <a:cubicBezTo>
                      <a:pt x="136667" y="14012"/>
                      <a:pt x="133904" y="25681"/>
                      <a:pt x="132522" y="32456"/>
                    </a:cubicBezTo>
                    <a:cubicBezTo>
                      <a:pt x="130104" y="42243"/>
                      <a:pt x="127686" y="52406"/>
                      <a:pt x="125614" y="62569"/>
                    </a:cubicBezTo>
                    <a:lnTo>
                      <a:pt x="110070" y="130324"/>
                    </a:lnTo>
                    <a:cubicBezTo>
                      <a:pt x="108689" y="135970"/>
                      <a:pt x="93836" y="162319"/>
                      <a:pt x="71038" y="162319"/>
                    </a:cubicBezTo>
                    <a:cubicBezTo>
                      <a:pt x="53422" y="162319"/>
                      <a:pt x="49623" y="145757"/>
                      <a:pt x="49623" y="131829"/>
                    </a:cubicBezTo>
                    <a:cubicBezTo>
                      <a:pt x="49623" y="114514"/>
                      <a:pt x="55495" y="91177"/>
                      <a:pt x="67239" y="58052"/>
                    </a:cubicBezTo>
                    <a:cubicBezTo>
                      <a:pt x="72765" y="42619"/>
                      <a:pt x="74147" y="38479"/>
                      <a:pt x="74147" y="30951"/>
                    </a:cubicBezTo>
                    <a:cubicBezTo>
                      <a:pt x="74147" y="14012"/>
                      <a:pt x="63094" y="85"/>
                      <a:pt x="45823" y="85"/>
                    </a:cubicBezTo>
                    <a:cubicBezTo>
                      <a:pt x="13009" y="85"/>
                      <a:pt x="228" y="54665"/>
                      <a:pt x="228" y="58052"/>
                    </a:cubicBezTo>
                    <a:cubicBezTo>
                      <a:pt x="228" y="61816"/>
                      <a:pt x="3683" y="61816"/>
                      <a:pt x="4373" y="61816"/>
                    </a:cubicBezTo>
                    <a:cubicBezTo>
                      <a:pt x="7828" y="61816"/>
                      <a:pt x="8173" y="61064"/>
                      <a:pt x="9900" y="55041"/>
                    </a:cubicBezTo>
                    <a:cubicBezTo>
                      <a:pt x="19226" y="19658"/>
                      <a:pt x="33043" y="8366"/>
                      <a:pt x="44787" y="8366"/>
                    </a:cubicBezTo>
                    <a:cubicBezTo>
                      <a:pt x="47550" y="8366"/>
                      <a:pt x="53422" y="8366"/>
                      <a:pt x="53422" y="20411"/>
                    </a:cubicBezTo>
                    <a:cubicBezTo>
                      <a:pt x="53422" y="29821"/>
                      <a:pt x="49968" y="39608"/>
                      <a:pt x="47550" y="46760"/>
                    </a:cubicBezTo>
                    <a:cubicBezTo>
                      <a:pt x="33734" y="86660"/>
                      <a:pt x="27516" y="108115"/>
                      <a:pt x="27516" y="125807"/>
                    </a:cubicBezTo>
                    <a:cubicBezTo>
                      <a:pt x="27516" y="159308"/>
                      <a:pt x="49277" y="170600"/>
                      <a:pt x="69657" y="170600"/>
                    </a:cubicBezTo>
                    <a:cubicBezTo>
                      <a:pt x="83128" y="170600"/>
                      <a:pt x="94872" y="164201"/>
                      <a:pt x="104544" y="153661"/>
                    </a:cubicBezTo>
                    <a:cubicBezTo>
                      <a:pt x="100053" y="173235"/>
                      <a:pt x="95908" y="191679"/>
                      <a:pt x="82092" y="211629"/>
                    </a:cubicBezTo>
                    <a:cubicBezTo>
                      <a:pt x="73111" y="224427"/>
                      <a:pt x="59985" y="235343"/>
                      <a:pt x="44096" y="235343"/>
                    </a:cubicBezTo>
                    <a:cubicBezTo>
                      <a:pt x="39260" y="235343"/>
                      <a:pt x="23717" y="234214"/>
                      <a:pt x="17845" y="219534"/>
                    </a:cubicBezTo>
                    <a:cubicBezTo>
                      <a:pt x="23371" y="219534"/>
                      <a:pt x="27862" y="219534"/>
                      <a:pt x="32697" y="215017"/>
                    </a:cubicBezTo>
                    <a:cubicBezTo>
                      <a:pt x="36152" y="211629"/>
                      <a:pt x="39606" y="206736"/>
                      <a:pt x="39606" y="199584"/>
                    </a:cubicBezTo>
                    <a:cubicBezTo>
                      <a:pt x="39606" y="187915"/>
                      <a:pt x="30279" y="186409"/>
                      <a:pt x="26825" y="186409"/>
                    </a:cubicBezTo>
                    <a:cubicBezTo>
                      <a:pt x="18881" y="186409"/>
                      <a:pt x="7482" y="192432"/>
                      <a:pt x="7482" y="210876"/>
                    </a:cubicBezTo>
                    <a:cubicBezTo>
                      <a:pt x="7482" y="229697"/>
                      <a:pt x="22680" y="243624"/>
                      <a:pt x="44096" y="243624"/>
                    </a:cubicBezTo>
                    <a:cubicBezTo>
                      <a:pt x="79674" y="243624"/>
                      <a:pt x="115252" y="209371"/>
                      <a:pt x="124923" y="166836"/>
                    </a:cubicBezTo>
                    <a:lnTo>
                      <a:pt x="158083" y="23046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BD92FAE1-DB5F-474C-80E8-7E517A0E6F07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6213388" y="6054853"/>
                <a:ext cx="128390" cy="239248"/>
              </a:xfrm>
              <a:custGeom>
                <a:avLst/>
                <a:gdLst>
                  <a:gd name="connsiteX0" fmla="*/ 80992 w 128390"/>
                  <a:gd name="connsiteY0" fmla="*/ 81498 h 239248"/>
                  <a:gd name="connsiteX1" fmla="*/ 104687 w 128390"/>
                  <a:gd name="connsiteY1" fmla="*/ 81498 h 239248"/>
                  <a:gd name="connsiteX2" fmla="*/ 112666 w 128390"/>
                  <a:gd name="connsiteY2" fmla="*/ 75701 h 239248"/>
                  <a:gd name="connsiteX3" fmla="*/ 105171 w 128390"/>
                  <a:gd name="connsiteY3" fmla="*/ 72012 h 239248"/>
                  <a:gd name="connsiteX4" fmla="*/ 82684 w 128390"/>
                  <a:gd name="connsiteY4" fmla="*/ 72012 h 239248"/>
                  <a:gd name="connsiteX5" fmla="*/ 92114 w 128390"/>
                  <a:gd name="connsiteY5" fmla="*/ 18788 h 239248"/>
                  <a:gd name="connsiteX6" fmla="*/ 104445 w 128390"/>
                  <a:gd name="connsiteY6" fmla="*/ 7458 h 239248"/>
                  <a:gd name="connsiteX7" fmla="*/ 115809 w 128390"/>
                  <a:gd name="connsiteY7" fmla="*/ 10619 h 239248"/>
                  <a:gd name="connsiteX8" fmla="*/ 105171 w 128390"/>
                  <a:gd name="connsiteY8" fmla="*/ 25111 h 239248"/>
                  <a:gd name="connsiteX9" fmla="*/ 114842 w 128390"/>
                  <a:gd name="connsiteY9" fmla="*/ 34860 h 239248"/>
                  <a:gd name="connsiteX10" fmla="*/ 128624 w 128390"/>
                  <a:gd name="connsiteY10" fmla="*/ 18788 h 239248"/>
                  <a:gd name="connsiteX11" fmla="*/ 104445 w 128390"/>
                  <a:gd name="connsiteY11" fmla="*/ 80 h 239248"/>
                  <a:gd name="connsiteX12" fmla="*/ 75430 w 128390"/>
                  <a:gd name="connsiteY12" fmla="*/ 19842 h 239248"/>
                  <a:gd name="connsiteX13" fmla="*/ 63583 w 128390"/>
                  <a:gd name="connsiteY13" fmla="*/ 72012 h 239248"/>
                  <a:gd name="connsiteX14" fmla="*/ 44481 w 128390"/>
                  <a:gd name="connsiteY14" fmla="*/ 72012 h 239248"/>
                  <a:gd name="connsiteX15" fmla="*/ 36502 w 128390"/>
                  <a:gd name="connsiteY15" fmla="*/ 77809 h 239248"/>
                  <a:gd name="connsiteX16" fmla="*/ 43998 w 128390"/>
                  <a:gd name="connsiteY16" fmla="*/ 81498 h 239248"/>
                  <a:gd name="connsiteX17" fmla="*/ 61890 w 128390"/>
                  <a:gd name="connsiteY17" fmla="*/ 81498 h 239248"/>
                  <a:gd name="connsiteX18" fmla="*/ 40613 w 128390"/>
                  <a:gd name="connsiteY18" fmla="*/ 206129 h 239248"/>
                  <a:gd name="connsiteX19" fmla="*/ 23687 w 128390"/>
                  <a:gd name="connsiteY19" fmla="*/ 231951 h 239248"/>
                  <a:gd name="connsiteX20" fmla="*/ 13049 w 128390"/>
                  <a:gd name="connsiteY20" fmla="*/ 228789 h 239248"/>
                  <a:gd name="connsiteX21" fmla="*/ 23687 w 128390"/>
                  <a:gd name="connsiteY21" fmla="*/ 214297 h 239248"/>
                  <a:gd name="connsiteX22" fmla="*/ 14016 w 128390"/>
                  <a:gd name="connsiteY22" fmla="*/ 204548 h 239248"/>
                  <a:gd name="connsiteX23" fmla="*/ 234 w 128390"/>
                  <a:gd name="connsiteY23" fmla="*/ 220621 h 239248"/>
                  <a:gd name="connsiteX24" fmla="*/ 23687 w 128390"/>
                  <a:gd name="connsiteY24" fmla="*/ 239328 h 239248"/>
                  <a:gd name="connsiteX25" fmla="*/ 52702 w 128390"/>
                  <a:gd name="connsiteY25" fmla="*/ 216141 h 239248"/>
                  <a:gd name="connsiteX26" fmla="*/ 67451 w 128390"/>
                  <a:gd name="connsiteY26" fmla="*/ 162916 h 239248"/>
                  <a:gd name="connsiteX27" fmla="*/ 80992 w 128390"/>
                  <a:gd name="connsiteY27" fmla="*/ 81498 h 23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8390" h="239248">
                    <a:moveTo>
                      <a:pt x="80992" y="81498"/>
                    </a:moveTo>
                    <a:lnTo>
                      <a:pt x="104687" y="81498"/>
                    </a:lnTo>
                    <a:cubicBezTo>
                      <a:pt x="109523" y="81498"/>
                      <a:pt x="112666" y="81498"/>
                      <a:pt x="112666" y="75701"/>
                    </a:cubicBezTo>
                    <a:cubicBezTo>
                      <a:pt x="112666" y="72012"/>
                      <a:pt x="109523" y="72012"/>
                      <a:pt x="105171" y="72012"/>
                    </a:cubicBezTo>
                    <a:lnTo>
                      <a:pt x="82684" y="72012"/>
                    </a:lnTo>
                    <a:cubicBezTo>
                      <a:pt x="88245" y="38549"/>
                      <a:pt x="90180" y="26429"/>
                      <a:pt x="92114" y="18788"/>
                    </a:cubicBezTo>
                    <a:cubicBezTo>
                      <a:pt x="93323" y="12991"/>
                      <a:pt x="98642" y="7458"/>
                      <a:pt x="104445" y="7458"/>
                    </a:cubicBezTo>
                    <a:cubicBezTo>
                      <a:pt x="104687" y="7458"/>
                      <a:pt x="111215" y="7458"/>
                      <a:pt x="115809" y="10619"/>
                    </a:cubicBezTo>
                    <a:cubicBezTo>
                      <a:pt x="105896" y="14045"/>
                      <a:pt x="105171" y="23530"/>
                      <a:pt x="105171" y="25111"/>
                    </a:cubicBezTo>
                    <a:cubicBezTo>
                      <a:pt x="105171" y="30908"/>
                      <a:pt x="109281" y="34860"/>
                      <a:pt x="114842" y="34860"/>
                    </a:cubicBezTo>
                    <a:cubicBezTo>
                      <a:pt x="121371" y="34860"/>
                      <a:pt x="128624" y="28800"/>
                      <a:pt x="128624" y="18788"/>
                    </a:cubicBezTo>
                    <a:cubicBezTo>
                      <a:pt x="128624" y="6667"/>
                      <a:pt x="116777" y="80"/>
                      <a:pt x="104445" y="80"/>
                    </a:cubicBezTo>
                    <a:cubicBezTo>
                      <a:pt x="93806" y="80"/>
                      <a:pt x="81959" y="6667"/>
                      <a:pt x="75430" y="19842"/>
                    </a:cubicBezTo>
                    <a:cubicBezTo>
                      <a:pt x="70595" y="29591"/>
                      <a:pt x="68660" y="41448"/>
                      <a:pt x="63583" y="72012"/>
                    </a:cubicBezTo>
                    <a:lnTo>
                      <a:pt x="44481" y="72012"/>
                    </a:lnTo>
                    <a:cubicBezTo>
                      <a:pt x="39645" y="72012"/>
                      <a:pt x="36502" y="72012"/>
                      <a:pt x="36502" y="77809"/>
                    </a:cubicBezTo>
                    <a:cubicBezTo>
                      <a:pt x="36502" y="81498"/>
                      <a:pt x="39645" y="81498"/>
                      <a:pt x="43998" y="81498"/>
                    </a:cubicBezTo>
                    <a:lnTo>
                      <a:pt x="61890" y="81498"/>
                    </a:lnTo>
                    <a:cubicBezTo>
                      <a:pt x="61648" y="83079"/>
                      <a:pt x="46416" y="177935"/>
                      <a:pt x="40613" y="206129"/>
                    </a:cubicBezTo>
                    <a:cubicBezTo>
                      <a:pt x="39404" y="211925"/>
                      <a:pt x="35293" y="231951"/>
                      <a:pt x="23687" y="231951"/>
                    </a:cubicBezTo>
                    <a:cubicBezTo>
                      <a:pt x="23446" y="231951"/>
                      <a:pt x="17643" y="231951"/>
                      <a:pt x="13049" y="228789"/>
                    </a:cubicBezTo>
                    <a:cubicBezTo>
                      <a:pt x="22962" y="225363"/>
                      <a:pt x="23687" y="215878"/>
                      <a:pt x="23687" y="214297"/>
                    </a:cubicBezTo>
                    <a:cubicBezTo>
                      <a:pt x="23687" y="208500"/>
                      <a:pt x="19577" y="204548"/>
                      <a:pt x="14016" y="204548"/>
                    </a:cubicBezTo>
                    <a:cubicBezTo>
                      <a:pt x="7487" y="204548"/>
                      <a:pt x="234" y="210608"/>
                      <a:pt x="234" y="220621"/>
                    </a:cubicBezTo>
                    <a:cubicBezTo>
                      <a:pt x="234" y="232478"/>
                      <a:pt x="11598" y="239328"/>
                      <a:pt x="23687" y="239328"/>
                    </a:cubicBezTo>
                    <a:cubicBezTo>
                      <a:pt x="39162" y="239328"/>
                      <a:pt x="49801" y="221938"/>
                      <a:pt x="52702" y="216141"/>
                    </a:cubicBezTo>
                    <a:cubicBezTo>
                      <a:pt x="61407" y="198487"/>
                      <a:pt x="66968" y="166078"/>
                      <a:pt x="67451" y="162916"/>
                    </a:cubicBezTo>
                    <a:lnTo>
                      <a:pt x="80992" y="81498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05E58AC-D5E7-C3FD-E539-0382801D7F36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6194708" y="6351464"/>
                <a:ext cx="73262" cy="177328"/>
              </a:xfrm>
              <a:custGeom>
                <a:avLst/>
                <a:gdLst>
                  <a:gd name="connsiteX0" fmla="*/ 67209 w 73262"/>
                  <a:gd name="connsiteY0" fmla="*/ 10100 h 177328"/>
                  <a:gd name="connsiteX1" fmla="*/ 57538 w 73262"/>
                  <a:gd name="connsiteY1" fmla="*/ 87 h 177328"/>
                  <a:gd name="connsiteX2" fmla="*/ 43997 w 73262"/>
                  <a:gd name="connsiteY2" fmla="*/ 14579 h 177328"/>
                  <a:gd name="connsiteX3" fmla="*/ 53669 w 73262"/>
                  <a:gd name="connsiteY3" fmla="*/ 24592 h 177328"/>
                  <a:gd name="connsiteX4" fmla="*/ 67209 w 73262"/>
                  <a:gd name="connsiteY4" fmla="*/ 10100 h 177328"/>
                  <a:gd name="connsiteX5" fmla="*/ 17884 w 73262"/>
                  <a:gd name="connsiteY5" fmla="*/ 143953 h 177328"/>
                  <a:gd name="connsiteX6" fmla="*/ 15708 w 73262"/>
                  <a:gd name="connsiteY6" fmla="*/ 155019 h 177328"/>
                  <a:gd name="connsiteX7" fmla="*/ 38678 w 73262"/>
                  <a:gd name="connsiteY7" fmla="*/ 177416 h 177328"/>
                  <a:gd name="connsiteX8" fmla="*/ 73496 w 73262"/>
                  <a:gd name="connsiteY8" fmla="*/ 137102 h 177328"/>
                  <a:gd name="connsiteX9" fmla="*/ 69627 w 73262"/>
                  <a:gd name="connsiteY9" fmla="*/ 133677 h 177328"/>
                  <a:gd name="connsiteX10" fmla="*/ 65033 w 73262"/>
                  <a:gd name="connsiteY10" fmla="*/ 138156 h 177328"/>
                  <a:gd name="connsiteX11" fmla="*/ 39403 w 73262"/>
                  <a:gd name="connsiteY11" fmla="*/ 170038 h 177328"/>
                  <a:gd name="connsiteX12" fmla="*/ 33359 w 73262"/>
                  <a:gd name="connsiteY12" fmla="*/ 160816 h 177328"/>
                  <a:gd name="connsiteX13" fmla="*/ 37227 w 73262"/>
                  <a:gd name="connsiteY13" fmla="*/ 143953 h 177328"/>
                  <a:gd name="connsiteX14" fmla="*/ 44965 w 73262"/>
                  <a:gd name="connsiteY14" fmla="*/ 122874 h 177328"/>
                  <a:gd name="connsiteX15" fmla="*/ 56812 w 73262"/>
                  <a:gd name="connsiteY15" fmla="*/ 89410 h 177328"/>
                  <a:gd name="connsiteX16" fmla="*/ 58263 w 73262"/>
                  <a:gd name="connsiteY16" fmla="*/ 80979 h 177328"/>
                  <a:gd name="connsiteX17" fmla="*/ 35293 w 73262"/>
                  <a:gd name="connsiteY17" fmla="*/ 58582 h 177328"/>
                  <a:gd name="connsiteX18" fmla="*/ 233 w 73262"/>
                  <a:gd name="connsiteY18" fmla="*/ 98896 h 177328"/>
                  <a:gd name="connsiteX19" fmla="*/ 4344 w 73262"/>
                  <a:gd name="connsiteY19" fmla="*/ 102321 h 177328"/>
                  <a:gd name="connsiteX20" fmla="*/ 8696 w 73262"/>
                  <a:gd name="connsiteY20" fmla="*/ 98106 h 177328"/>
                  <a:gd name="connsiteX21" fmla="*/ 34568 w 73262"/>
                  <a:gd name="connsiteY21" fmla="*/ 65960 h 177328"/>
                  <a:gd name="connsiteX22" fmla="*/ 40612 w 73262"/>
                  <a:gd name="connsiteY22" fmla="*/ 75182 h 177328"/>
                  <a:gd name="connsiteX23" fmla="*/ 33117 w 73262"/>
                  <a:gd name="connsiteY23" fmla="*/ 101531 h 177328"/>
                  <a:gd name="connsiteX24" fmla="*/ 17884 w 73262"/>
                  <a:gd name="connsiteY24" fmla="*/ 143953 h 177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3262" h="177328">
                    <a:moveTo>
                      <a:pt x="67209" y="10100"/>
                    </a:moveTo>
                    <a:cubicBezTo>
                      <a:pt x="67209" y="5884"/>
                      <a:pt x="64308" y="87"/>
                      <a:pt x="57538" y="87"/>
                    </a:cubicBezTo>
                    <a:cubicBezTo>
                      <a:pt x="51009" y="87"/>
                      <a:pt x="43997" y="6938"/>
                      <a:pt x="43997" y="14579"/>
                    </a:cubicBezTo>
                    <a:cubicBezTo>
                      <a:pt x="43997" y="19059"/>
                      <a:pt x="47141" y="24592"/>
                      <a:pt x="53669" y="24592"/>
                    </a:cubicBezTo>
                    <a:cubicBezTo>
                      <a:pt x="60681" y="24592"/>
                      <a:pt x="67209" y="17214"/>
                      <a:pt x="67209" y="10100"/>
                    </a:cubicBezTo>
                    <a:close/>
                    <a:moveTo>
                      <a:pt x="17884" y="143953"/>
                    </a:moveTo>
                    <a:cubicBezTo>
                      <a:pt x="16917" y="147378"/>
                      <a:pt x="15708" y="150540"/>
                      <a:pt x="15708" y="155019"/>
                    </a:cubicBezTo>
                    <a:cubicBezTo>
                      <a:pt x="15708" y="167403"/>
                      <a:pt x="25379" y="177416"/>
                      <a:pt x="38678" y="177416"/>
                    </a:cubicBezTo>
                    <a:cubicBezTo>
                      <a:pt x="62857" y="177416"/>
                      <a:pt x="73496" y="141054"/>
                      <a:pt x="73496" y="137102"/>
                    </a:cubicBezTo>
                    <a:cubicBezTo>
                      <a:pt x="73496" y="133677"/>
                      <a:pt x="70352" y="133677"/>
                      <a:pt x="69627" y="133677"/>
                    </a:cubicBezTo>
                    <a:cubicBezTo>
                      <a:pt x="66242" y="133677"/>
                      <a:pt x="66000" y="135258"/>
                      <a:pt x="65033" y="138156"/>
                    </a:cubicBezTo>
                    <a:cubicBezTo>
                      <a:pt x="59472" y="159235"/>
                      <a:pt x="48833" y="170038"/>
                      <a:pt x="39403" y="170038"/>
                    </a:cubicBezTo>
                    <a:cubicBezTo>
                      <a:pt x="34568" y="170038"/>
                      <a:pt x="33359" y="166613"/>
                      <a:pt x="33359" y="160816"/>
                    </a:cubicBezTo>
                    <a:cubicBezTo>
                      <a:pt x="33359" y="154756"/>
                      <a:pt x="35051" y="149749"/>
                      <a:pt x="37227" y="143953"/>
                    </a:cubicBezTo>
                    <a:cubicBezTo>
                      <a:pt x="39645" y="136838"/>
                      <a:pt x="42305" y="129724"/>
                      <a:pt x="44965" y="122874"/>
                    </a:cubicBezTo>
                    <a:cubicBezTo>
                      <a:pt x="47141" y="116550"/>
                      <a:pt x="55845" y="92572"/>
                      <a:pt x="56812" y="89410"/>
                    </a:cubicBezTo>
                    <a:cubicBezTo>
                      <a:pt x="57538" y="86775"/>
                      <a:pt x="58263" y="83614"/>
                      <a:pt x="58263" y="80979"/>
                    </a:cubicBezTo>
                    <a:cubicBezTo>
                      <a:pt x="58263" y="68595"/>
                      <a:pt x="48591" y="58582"/>
                      <a:pt x="35293" y="58582"/>
                    </a:cubicBezTo>
                    <a:cubicBezTo>
                      <a:pt x="11356" y="58582"/>
                      <a:pt x="233" y="94417"/>
                      <a:pt x="233" y="98896"/>
                    </a:cubicBezTo>
                    <a:cubicBezTo>
                      <a:pt x="233" y="102321"/>
                      <a:pt x="3618" y="102321"/>
                      <a:pt x="4344" y="102321"/>
                    </a:cubicBezTo>
                    <a:cubicBezTo>
                      <a:pt x="7729" y="102321"/>
                      <a:pt x="7971" y="101004"/>
                      <a:pt x="8696" y="98106"/>
                    </a:cubicBezTo>
                    <a:cubicBezTo>
                      <a:pt x="14983" y="75445"/>
                      <a:pt x="25621" y="65960"/>
                      <a:pt x="34568" y="65960"/>
                    </a:cubicBezTo>
                    <a:cubicBezTo>
                      <a:pt x="38436" y="65960"/>
                      <a:pt x="40612" y="68068"/>
                      <a:pt x="40612" y="75182"/>
                    </a:cubicBezTo>
                    <a:cubicBezTo>
                      <a:pt x="40612" y="81242"/>
                      <a:pt x="39162" y="85195"/>
                      <a:pt x="33117" y="101531"/>
                    </a:cubicBezTo>
                    <a:lnTo>
                      <a:pt x="17884" y="143953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648B488-991B-59EC-7480-685C24FE750E}"/>
                </a:ext>
              </a:extLst>
            </p:cNvPr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7942826" y="1486773"/>
              <a:ext cx="345284" cy="417725"/>
              <a:chOff x="16758153" y="4417828"/>
              <a:chExt cx="345284" cy="417725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E34B40FC-EA54-CF13-D081-CFE23002FDA5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6758153" y="4583298"/>
                <a:ext cx="176929" cy="234423"/>
              </a:xfrm>
              <a:custGeom>
                <a:avLst/>
                <a:gdLst>
                  <a:gd name="connsiteX0" fmla="*/ 175623 w 176929"/>
                  <a:gd name="connsiteY0" fmla="*/ 22186 h 234423"/>
                  <a:gd name="connsiteX1" fmla="*/ 177158 w 176929"/>
                  <a:gd name="connsiteY1" fmla="*/ 13853 h 234423"/>
                  <a:gd name="connsiteX2" fmla="*/ 166028 w 176929"/>
                  <a:gd name="connsiteY2" fmla="*/ 4070 h 234423"/>
                  <a:gd name="connsiteX3" fmla="*/ 152595 w 176929"/>
                  <a:gd name="connsiteY3" fmla="*/ 11679 h 234423"/>
                  <a:gd name="connsiteX4" fmla="*/ 147222 w 176929"/>
                  <a:gd name="connsiteY4" fmla="*/ 31244 h 234423"/>
                  <a:gd name="connsiteX5" fmla="*/ 139546 w 176929"/>
                  <a:gd name="connsiteY5" fmla="*/ 60230 h 234423"/>
                  <a:gd name="connsiteX6" fmla="*/ 122275 w 176929"/>
                  <a:gd name="connsiteY6" fmla="*/ 125449 h 234423"/>
                  <a:gd name="connsiteX7" fmla="*/ 78906 w 176929"/>
                  <a:gd name="connsiteY7" fmla="*/ 156246 h 234423"/>
                  <a:gd name="connsiteX8" fmla="*/ 55111 w 176929"/>
                  <a:gd name="connsiteY8" fmla="*/ 126898 h 234423"/>
                  <a:gd name="connsiteX9" fmla="*/ 74685 w 176929"/>
                  <a:gd name="connsiteY9" fmla="*/ 55882 h 234423"/>
                  <a:gd name="connsiteX10" fmla="*/ 82361 w 176929"/>
                  <a:gd name="connsiteY10" fmla="*/ 29795 h 234423"/>
                  <a:gd name="connsiteX11" fmla="*/ 50889 w 176929"/>
                  <a:gd name="connsiteY11" fmla="*/ 85 h 234423"/>
                  <a:gd name="connsiteX12" fmla="*/ 229 w 176929"/>
                  <a:gd name="connsiteY12" fmla="*/ 55882 h 234423"/>
                  <a:gd name="connsiteX13" fmla="*/ 4834 w 176929"/>
                  <a:gd name="connsiteY13" fmla="*/ 59506 h 234423"/>
                  <a:gd name="connsiteX14" fmla="*/ 10975 w 176929"/>
                  <a:gd name="connsiteY14" fmla="*/ 52984 h 234423"/>
                  <a:gd name="connsiteX15" fmla="*/ 49738 w 176929"/>
                  <a:gd name="connsiteY15" fmla="*/ 8056 h 234423"/>
                  <a:gd name="connsiteX16" fmla="*/ 59333 w 176929"/>
                  <a:gd name="connsiteY16" fmla="*/ 19650 h 234423"/>
                  <a:gd name="connsiteX17" fmla="*/ 52808 w 176929"/>
                  <a:gd name="connsiteY17" fmla="*/ 45013 h 234423"/>
                  <a:gd name="connsiteX18" fmla="*/ 30548 w 176929"/>
                  <a:gd name="connsiteY18" fmla="*/ 121101 h 234423"/>
                  <a:gd name="connsiteX19" fmla="*/ 77371 w 176929"/>
                  <a:gd name="connsiteY19" fmla="*/ 164217 h 234423"/>
                  <a:gd name="connsiteX20" fmla="*/ 116134 w 176929"/>
                  <a:gd name="connsiteY20" fmla="*/ 147913 h 234423"/>
                  <a:gd name="connsiteX21" fmla="*/ 91188 w 176929"/>
                  <a:gd name="connsiteY21" fmla="*/ 203710 h 234423"/>
                  <a:gd name="connsiteX22" fmla="*/ 48971 w 176929"/>
                  <a:gd name="connsiteY22" fmla="*/ 226537 h 234423"/>
                  <a:gd name="connsiteX23" fmla="*/ 19802 w 176929"/>
                  <a:gd name="connsiteY23" fmla="*/ 211319 h 234423"/>
                  <a:gd name="connsiteX24" fmla="*/ 36305 w 176929"/>
                  <a:gd name="connsiteY24" fmla="*/ 206971 h 234423"/>
                  <a:gd name="connsiteX25" fmla="*/ 43981 w 176929"/>
                  <a:gd name="connsiteY25" fmla="*/ 192116 h 234423"/>
                  <a:gd name="connsiteX26" fmla="*/ 29781 w 176929"/>
                  <a:gd name="connsiteY26" fmla="*/ 179435 h 234423"/>
                  <a:gd name="connsiteX27" fmla="*/ 8288 w 176929"/>
                  <a:gd name="connsiteY27" fmla="*/ 202986 h 234423"/>
                  <a:gd name="connsiteX28" fmla="*/ 48971 w 176929"/>
                  <a:gd name="connsiteY28" fmla="*/ 234508 h 234423"/>
                  <a:gd name="connsiteX29" fmla="*/ 138778 w 176929"/>
                  <a:gd name="connsiteY29" fmla="*/ 160594 h 234423"/>
                  <a:gd name="connsiteX30" fmla="*/ 175623 w 176929"/>
                  <a:gd name="connsiteY30" fmla="*/ 22186 h 234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76929" h="234423">
                    <a:moveTo>
                      <a:pt x="175623" y="22186"/>
                    </a:moveTo>
                    <a:cubicBezTo>
                      <a:pt x="177158" y="17114"/>
                      <a:pt x="177158" y="16389"/>
                      <a:pt x="177158" y="13853"/>
                    </a:cubicBezTo>
                    <a:cubicBezTo>
                      <a:pt x="177158" y="7331"/>
                      <a:pt x="171785" y="4070"/>
                      <a:pt x="166028" y="4070"/>
                    </a:cubicBezTo>
                    <a:cubicBezTo>
                      <a:pt x="162190" y="4070"/>
                      <a:pt x="156049" y="6244"/>
                      <a:pt x="152595" y="11679"/>
                    </a:cubicBezTo>
                    <a:cubicBezTo>
                      <a:pt x="151827" y="13491"/>
                      <a:pt x="148757" y="24723"/>
                      <a:pt x="147222" y="31244"/>
                    </a:cubicBezTo>
                    <a:cubicBezTo>
                      <a:pt x="144535" y="40665"/>
                      <a:pt x="141849" y="50448"/>
                      <a:pt x="139546" y="60230"/>
                    </a:cubicBezTo>
                    <a:lnTo>
                      <a:pt x="122275" y="125449"/>
                    </a:lnTo>
                    <a:cubicBezTo>
                      <a:pt x="120740" y="130883"/>
                      <a:pt x="104237" y="156246"/>
                      <a:pt x="78906" y="156246"/>
                    </a:cubicBezTo>
                    <a:cubicBezTo>
                      <a:pt x="59333" y="156246"/>
                      <a:pt x="55111" y="140304"/>
                      <a:pt x="55111" y="126898"/>
                    </a:cubicBezTo>
                    <a:cubicBezTo>
                      <a:pt x="55111" y="110231"/>
                      <a:pt x="61636" y="87767"/>
                      <a:pt x="74685" y="55882"/>
                    </a:cubicBezTo>
                    <a:cubicBezTo>
                      <a:pt x="80825" y="41027"/>
                      <a:pt x="82361" y="37042"/>
                      <a:pt x="82361" y="29795"/>
                    </a:cubicBezTo>
                    <a:cubicBezTo>
                      <a:pt x="82361" y="13491"/>
                      <a:pt x="70079" y="85"/>
                      <a:pt x="50889" y="85"/>
                    </a:cubicBezTo>
                    <a:cubicBezTo>
                      <a:pt x="14429" y="85"/>
                      <a:pt x="229" y="52622"/>
                      <a:pt x="229" y="55882"/>
                    </a:cubicBezTo>
                    <a:cubicBezTo>
                      <a:pt x="229" y="59506"/>
                      <a:pt x="4067" y="59506"/>
                      <a:pt x="4834" y="59506"/>
                    </a:cubicBezTo>
                    <a:cubicBezTo>
                      <a:pt x="8672" y="59506"/>
                      <a:pt x="9056" y="58781"/>
                      <a:pt x="10975" y="52984"/>
                    </a:cubicBezTo>
                    <a:cubicBezTo>
                      <a:pt x="21337" y="18925"/>
                      <a:pt x="36689" y="8056"/>
                      <a:pt x="49738" y="8056"/>
                    </a:cubicBezTo>
                    <a:cubicBezTo>
                      <a:pt x="52808" y="8056"/>
                      <a:pt x="59333" y="8056"/>
                      <a:pt x="59333" y="19650"/>
                    </a:cubicBezTo>
                    <a:cubicBezTo>
                      <a:pt x="59333" y="28708"/>
                      <a:pt x="55495" y="38129"/>
                      <a:pt x="52808" y="45013"/>
                    </a:cubicBezTo>
                    <a:cubicBezTo>
                      <a:pt x="37457" y="83419"/>
                      <a:pt x="30548" y="104071"/>
                      <a:pt x="30548" y="121101"/>
                    </a:cubicBezTo>
                    <a:cubicBezTo>
                      <a:pt x="30548" y="153347"/>
                      <a:pt x="54727" y="164217"/>
                      <a:pt x="77371" y="164217"/>
                    </a:cubicBezTo>
                    <a:cubicBezTo>
                      <a:pt x="92339" y="164217"/>
                      <a:pt x="105388" y="158058"/>
                      <a:pt x="116134" y="147913"/>
                    </a:cubicBezTo>
                    <a:cubicBezTo>
                      <a:pt x="111145" y="166753"/>
                      <a:pt x="106540" y="184507"/>
                      <a:pt x="91188" y="203710"/>
                    </a:cubicBezTo>
                    <a:cubicBezTo>
                      <a:pt x="81209" y="216029"/>
                      <a:pt x="66625" y="226537"/>
                      <a:pt x="48971" y="226537"/>
                    </a:cubicBezTo>
                    <a:cubicBezTo>
                      <a:pt x="43597" y="226537"/>
                      <a:pt x="26327" y="225450"/>
                      <a:pt x="19802" y="211319"/>
                    </a:cubicBezTo>
                    <a:cubicBezTo>
                      <a:pt x="25943" y="211319"/>
                      <a:pt x="30932" y="211319"/>
                      <a:pt x="36305" y="206971"/>
                    </a:cubicBezTo>
                    <a:cubicBezTo>
                      <a:pt x="40143" y="203710"/>
                      <a:pt x="43981" y="199000"/>
                      <a:pt x="43981" y="192116"/>
                    </a:cubicBezTo>
                    <a:cubicBezTo>
                      <a:pt x="43981" y="180884"/>
                      <a:pt x="33619" y="179435"/>
                      <a:pt x="29781" y="179435"/>
                    </a:cubicBezTo>
                    <a:cubicBezTo>
                      <a:pt x="20954" y="179435"/>
                      <a:pt x="8288" y="185232"/>
                      <a:pt x="8288" y="202986"/>
                    </a:cubicBezTo>
                    <a:cubicBezTo>
                      <a:pt x="8288" y="221102"/>
                      <a:pt x="25175" y="234508"/>
                      <a:pt x="48971" y="234508"/>
                    </a:cubicBezTo>
                    <a:cubicBezTo>
                      <a:pt x="88501" y="234508"/>
                      <a:pt x="128032" y="201536"/>
                      <a:pt x="138778" y="160594"/>
                    </a:cubicBezTo>
                    <a:lnTo>
                      <a:pt x="175623" y="22186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F01363A5-3D84-51C6-2F85-1193FEE4DE10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16965348" y="4417828"/>
                <a:ext cx="138089" cy="178552"/>
              </a:xfrm>
              <a:custGeom>
                <a:avLst/>
                <a:gdLst>
                  <a:gd name="connsiteX0" fmla="*/ 137248 w 138089"/>
                  <a:gd name="connsiteY0" fmla="*/ 7689 h 178552"/>
                  <a:gd name="connsiteX1" fmla="*/ 138323 w 138089"/>
                  <a:gd name="connsiteY1" fmla="*/ 3631 h 178552"/>
                  <a:gd name="connsiteX2" fmla="*/ 134025 w 138089"/>
                  <a:gd name="connsiteY2" fmla="*/ 81 h 178552"/>
                  <a:gd name="connsiteX3" fmla="*/ 99637 w 138089"/>
                  <a:gd name="connsiteY3" fmla="*/ 2617 h 178552"/>
                  <a:gd name="connsiteX4" fmla="*/ 93726 w 138089"/>
                  <a:gd name="connsiteY4" fmla="*/ 8450 h 178552"/>
                  <a:gd name="connsiteX5" fmla="*/ 100711 w 138089"/>
                  <a:gd name="connsiteY5" fmla="*/ 12001 h 178552"/>
                  <a:gd name="connsiteX6" fmla="*/ 113607 w 138089"/>
                  <a:gd name="connsiteY6" fmla="*/ 15805 h 178552"/>
                  <a:gd name="connsiteX7" fmla="*/ 112532 w 138089"/>
                  <a:gd name="connsiteY7" fmla="*/ 21385 h 178552"/>
                  <a:gd name="connsiteX8" fmla="*/ 97219 w 138089"/>
                  <a:gd name="connsiteY8" fmla="*/ 79212 h 178552"/>
                  <a:gd name="connsiteX9" fmla="*/ 69547 w 138089"/>
                  <a:gd name="connsiteY9" fmla="*/ 64248 h 178552"/>
                  <a:gd name="connsiteX10" fmla="*/ 234 w 138089"/>
                  <a:gd name="connsiteY10" fmla="*/ 136531 h 178552"/>
                  <a:gd name="connsiteX11" fmla="*/ 40801 w 138089"/>
                  <a:gd name="connsiteY11" fmla="*/ 178633 h 178552"/>
                  <a:gd name="connsiteX12" fmla="*/ 78950 w 138089"/>
                  <a:gd name="connsiteY12" fmla="*/ 160880 h 178552"/>
                  <a:gd name="connsiteX13" fmla="*/ 106622 w 138089"/>
                  <a:gd name="connsiteY13" fmla="*/ 178633 h 178552"/>
                  <a:gd name="connsiteX14" fmla="*/ 127845 w 138089"/>
                  <a:gd name="connsiteY14" fmla="*/ 165191 h 178552"/>
                  <a:gd name="connsiteX15" fmla="*/ 137248 w 138089"/>
                  <a:gd name="connsiteY15" fmla="*/ 139829 h 178552"/>
                  <a:gd name="connsiteX16" fmla="*/ 132950 w 138089"/>
                  <a:gd name="connsiteY16" fmla="*/ 136531 h 178552"/>
                  <a:gd name="connsiteX17" fmla="*/ 127039 w 138089"/>
                  <a:gd name="connsiteY17" fmla="*/ 144394 h 178552"/>
                  <a:gd name="connsiteX18" fmla="*/ 107428 w 138089"/>
                  <a:gd name="connsiteY18" fmla="*/ 171532 h 178552"/>
                  <a:gd name="connsiteX19" fmla="*/ 98562 w 138089"/>
                  <a:gd name="connsiteY19" fmla="*/ 159104 h 178552"/>
                  <a:gd name="connsiteX20" fmla="*/ 99905 w 138089"/>
                  <a:gd name="connsiteY20" fmla="*/ 148706 h 178552"/>
                  <a:gd name="connsiteX21" fmla="*/ 137248 w 138089"/>
                  <a:gd name="connsiteY21" fmla="*/ 7689 h 178552"/>
                  <a:gd name="connsiteX22" fmla="*/ 80025 w 138089"/>
                  <a:gd name="connsiteY22" fmla="*/ 144394 h 178552"/>
                  <a:gd name="connsiteX23" fmla="*/ 66323 w 138089"/>
                  <a:gd name="connsiteY23" fmla="*/ 161387 h 178552"/>
                  <a:gd name="connsiteX24" fmla="*/ 41607 w 138089"/>
                  <a:gd name="connsiteY24" fmla="*/ 171532 h 178552"/>
                  <a:gd name="connsiteX25" fmla="*/ 21995 w 138089"/>
                  <a:gd name="connsiteY25" fmla="*/ 146930 h 178552"/>
                  <a:gd name="connsiteX26" fmla="*/ 35965 w 138089"/>
                  <a:gd name="connsiteY26" fmla="*/ 95444 h 178552"/>
                  <a:gd name="connsiteX27" fmla="*/ 69547 w 138089"/>
                  <a:gd name="connsiteY27" fmla="*/ 71350 h 178552"/>
                  <a:gd name="connsiteX28" fmla="*/ 93458 w 138089"/>
                  <a:gd name="connsiteY28" fmla="*/ 93415 h 178552"/>
                  <a:gd name="connsiteX29" fmla="*/ 92652 w 138089"/>
                  <a:gd name="connsiteY29" fmla="*/ 96966 h 178552"/>
                  <a:gd name="connsiteX30" fmla="*/ 80025 w 138089"/>
                  <a:gd name="connsiteY30" fmla="*/ 144394 h 178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8089" h="178552">
                    <a:moveTo>
                      <a:pt x="137248" y="7689"/>
                    </a:moveTo>
                    <a:cubicBezTo>
                      <a:pt x="137517" y="7182"/>
                      <a:pt x="138323" y="3885"/>
                      <a:pt x="138323" y="3631"/>
                    </a:cubicBezTo>
                    <a:cubicBezTo>
                      <a:pt x="138323" y="2363"/>
                      <a:pt x="137248" y="81"/>
                      <a:pt x="134025" y="81"/>
                    </a:cubicBezTo>
                    <a:cubicBezTo>
                      <a:pt x="128651" y="81"/>
                      <a:pt x="106353" y="2110"/>
                      <a:pt x="99637" y="2617"/>
                    </a:cubicBezTo>
                    <a:cubicBezTo>
                      <a:pt x="97487" y="2870"/>
                      <a:pt x="93726" y="3124"/>
                      <a:pt x="93726" y="8450"/>
                    </a:cubicBezTo>
                    <a:cubicBezTo>
                      <a:pt x="93726" y="12001"/>
                      <a:pt x="97487" y="12001"/>
                      <a:pt x="100711" y="12001"/>
                    </a:cubicBezTo>
                    <a:cubicBezTo>
                      <a:pt x="113607" y="12001"/>
                      <a:pt x="113607" y="13776"/>
                      <a:pt x="113607" y="15805"/>
                    </a:cubicBezTo>
                    <a:cubicBezTo>
                      <a:pt x="113607" y="17581"/>
                      <a:pt x="113069" y="19103"/>
                      <a:pt x="112532" y="21385"/>
                    </a:cubicBezTo>
                    <a:lnTo>
                      <a:pt x="97219" y="79212"/>
                    </a:lnTo>
                    <a:cubicBezTo>
                      <a:pt x="91577" y="70842"/>
                      <a:pt x="82443" y="64248"/>
                      <a:pt x="69547" y="64248"/>
                    </a:cubicBezTo>
                    <a:cubicBezTo>
                      <a:pt x="35159" y="64248"/>
                      <a:pt x="234" y="100009"/>
                      <a:pt x="234" y="136531"/>
                    </a:cubicBezTo>
                    <a:cubicBezTo>
                      <a:pt x="234" y="161133"/>
                      <a:pt x="17697" y="178633"/>
                      <a:pt x="40801" y="178633"/>
                    </a:cubicBezTo>
                    <a:cubicBezTo>
                      <a:pt x="55308" y="178633"/>
                      <a:pt x="68204" y="170771"/>
                      <a:pt x="78950" y="160880"/>
                    </a:cubicBezTo>
                    <a:cubicBezTo>
                      <a:pt x="84055" y="176097"/>
                      <a:pt x="99637" y="178633"/>
                      <a:pt x="106622" y="178633"/>
                    </a:cubicBezTo>
                    <a:cubicBezTo>
                      <a:pt x="116293" y="178633"/>
                      <a:pt x="123010" y="173054"/>
                      <a:pt x="127845" y="165191"/>
                    </a:cubicBezTo>
                    <a:cubicBezTo>
                      <a:pt x="133756" y="155300"/>
                      <a:pt x="137248" y="140843"/>
                      <a:pt x="137248" y="139829"/>
                    </a:cubicBezTo>
                    <a:cubicBezTo>
                      <a:pt x="137248" y="136531"/>
                      <a:pt x="133756" y="136531"/>
                      <a:pt x="132950" y="136531"/>
                    </a:cubicBezTo>
                    <a:cubicBezTo>
                      <a:pt x="129189" y="136531"/>
                      <a:pt x="128920" y="137546"/>
                      <a:pt x="127039" y="144394"/>
                    </a:cubicBezTo>
                    <a:cubicBezTo>
                      <a:pt x="123816" y="156568"/>
                      <a:pt x="118711" y="171532"/>
                      <a:pt x="107428" y="171532"/>
                    </a:cubicBezTo>
                    <a:cubicBezTo>
                      <a:pt x="100443" y="171532"/>
                      <a:pt x="98562" y="165952"/>
                      <a:pt x="98562" y="159104"/>
                    </a:cubicBezTo>
                    <a:cubicBezTo>
                      <a:pt x="98562" y="154285"/>
                      <a:pt x="99099" y="152003"/>
                      <a:pt x="99905" y="148706"/>
                    </a:cubicBezTo>
                    <a:lnTo>
                      <a:pt x="137248" y="7689"/>
                    </a:lnTo>
                    <a:close/>
                    <a:moveTo>
                      <a:pt x="80025" y="144394"/>
                    </a:moveTo>
                    <a:cubicBezTo>
                      <a:pt x="78144" y="151495"/>
                      <a:pt x="72234" y="156568"/>
                      <a:pt x="66323" y="161387"/>
                    </a:cubicBezTo>
                    <a:cubicBezTo>
                      <a:pt x="63905" y="163416"/>
                      <a:pt x="53159" y="171532"/>
                      <a:pt x="41607" y="171532"/>
                    </a:cubicBezTo>
                    <a:cubicBezTo>
                      <a:pt x="31667" y="171532"/>
                      <a:pt x="21995" y="164938"/>
                      <a:pt x="21995" y="146930"/>
                    </a:cubicBezTo>
                    <a:cubicBezTo>
                      <a:pt x="21995" y="133488"/>
                      <a:pt x="29786" y="105589"/>
                      <a:pt x="35965" y="95444"/>
                    </a:cubicBezTo>
                    <a:cubicBezTo>
                      <a:pt x="48323" y="75154"/>
                      <a:pt x="62025" y="71350"/>
                      <a:pt x="69547" y="71350"/>
                    </a:cubicBezTo>
                    <a:cubicBezTo>
                      <a:pt x="88353" y="71350"/>
                      <a:pt x="93458" y="90625"/>
                      <a:pt x="93458" y="93415"/>
                    </a:cubicBezTo>
                    <a:cubicBezTo>
                      <a:pt x="93458" y="94430"/>
                      <a:pt x="92920" y="96205"/>
                      <a:pt x="92652" y="96966"/>
                    </a:cubicBezTo>
                    <a:lnTo>
                      <a:pt x="80025" y="144394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44C5187-474A-ED56-94B2-F601148A2CB3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6947817" y="4664863"/>
                <a:ext cx="81402" cy="170690"/>
              </a:xfrm>
              <a:custGeom>
                <a:avLst/>
                <a:gdLst>
                  <a:gd name="connsiteX0" fmla="*/ 74651 w 81402"/>
                  <a:gd name="connsiteY0" fmla="*/ 9725 h 170690"/>
                  <a:gd name="connsiteX1" fmla="*/ 63905 w 81402"/>
                  <a:gd name="connsiteY1" fmla="*/ 87 h 170690"/>
                  <a:gd name="connsiteX2" fmla="*/ 48860 w 81402"/>
                  <a:gd name="connsiteY2" fmla="*/ 14037 h 170690"/>
                  <a:gd name="connsiteX3" fmla="*/ 59606 w 81402"/>
                  <a:gd name="connsiteY3" fmla="*/ 23674 h 170690"/>
                  <a:gd name="connsiteX4" fmla="*/ 74651 w 81402"/>
                  <a:gd name="connsiteY4" fmla="*/ 9725 h 170690"/>
                  <a:gd name="connsiteX5" fmla="*/ 19845 w 81402"/>
                  <a:gd name="connsiteY5" fmla="*/ 138567 h 170690"/>
                  <a:gd name="connsiteX6" fmla="*/ 17428 w 81402"/>
                  <a:gd name="connsiteY6" fmla="*/ 149219 h 170690"/>
                  <a:gd name="connsiteX7" fmla="*/ 42950 w 81402"/>
                  <a:gd name="connsiteY7" fmla="*/ 170778 h 170690"/>
                  <a:gd name="connsiteX8" fmla="*/ 81636 w 81402"/>
                  <a:gd name="connsiteY8" fmla="*/ 131973 h 170690"/>
                  <a:gd name="connsiteX9" fmla="*/ 77338 w 81402"/>
                  <a:gd name="connsiteY9" fmla="*/ 128676 h 170690"/>
                  <a:gd name="connsiteX10" fmla="*/ 72233 w 81402"/>
                  <a:gd name="connsiteY10" fmla="*/ 132987 h 170690"/>
                  <a:gd name="connsiteX11" fmla="*/ 43756 w 81402"/>
                  <a:gd name="connsiteY11" fmla="*/ 163676 h 170690"/>
                  <a:gd name="connsiteX12" fmla="*/ 37039 w 81402"/>
                  <a:gd name="connsiteY12" fmla="*/ 154799 h 170690"/>
                  <a:gd name="connsiteX13" fmla="*/ 41338 w 81402"/>
                  <a:gd name="connsiteY13" fmla="*/ 138567 h 170690"/>
                  <a:gd name="connsiteX14" fmla="*/ 49935 w 81402"/>
                  <a:gd name="connsiteY14" fmla="*/ 118277 h 170690"/>
                  <a:gd name="connsiteX15" fmla="*/ 63099 w 81402"/>
                  <a:gd name="connsiteY15" fmla="*/ 86066 h 170690"/>
                  <a:gd name="connsiteX16" fmla="*/ 64711 w 81402"/>
                  <a:gd name="connsiteY16" fmla="*/ 77950 h 170690"/>
                  <a:gd name="connsiteX17" fmla="*/ 39189 w 81402"/>
                  <a:gd name="connsiteY17" fmla="*/ 56392 h 170690"/>
                  <a:gd name="connsiteX18" fmla="*/ 234 w 81402"/>
                  <a:gd name="connsiteY18" fmla="*/ 95197 h 170690"/>
                  <a:gd name="connsiteX19" fmla="*/ 4801 w 81402"/>
                  <a:gd name="connsiteY19" fmla="*/ 98494 h 170690"/>
                  <a:gd name="connsiteX20" fmla="*/ 9637 w 81402"/>
                  <a:gd name="connsiteY20" fmla="*/ 94436 h 170690"/>
                  <a:gd name="connsiteX21" fmla="*/ 38383 w 81402"/>
                  <a:gd name="connsiteY21" fmla="*/ 63494 h 170690"/>
                  <a:gd name="connsiteX22" fmla="*/ 45099 w 81402"/>
                  <a:gd name="connsiteY22" fmla="*/ 72371 h 170690"/>
                  <a:gd name="connsiteX23" fmla="*/ 36771 w 81402"/>
                  <a:gd name="connsiteY23" fmla="*/ 97733 h 170690"/>
                  <a:gd name="connsiteX24" fmla="*/ 19845 w 81402"/>
                  <a:gd name="connsiteY24" fmla="*/ 138567 h 17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1402" h="170690">
                    <a:moveTo>
                      <a:pt x="74651" y="9725"/>
                    </a:moveTo>
                    <a:cubicBezTo>
                      <a:pt x="74651" y="5667"/>
                      <a:pt x="71427" y="87"/>
                      <a:pt x="63905" y="87"/>
                    </a:cubicBezTo>
                    <a:cubicBezTo>
                      <a:pt x="56651" y="87"/>
                      <a:pt x="48860" y="6681"/>
                      <a:pt x="48860" y="14037"/>
                    </a:cubicBezTo>
                    <a:cubicBezTo>
                      <a:pt x="48860" y="18348"/>
                      <a:pt x="52353" y="23674"/>
                      <a:pt x="59606" y="23674"/>
                    </a:cubicBezTo>
                    <a:cubicBezTo>
                      <a:pt x="67398" y="23674"/>
                      <a:pt x="74651" y="16573"/>
                      <a:pt x="74651" y="9725"/>
                    </a:cubicBezTo>
                    <a:close/>
                    <a:moveTo>
                      <a:pt x="19845" y="138567"/>
                    </a:moveTo>
                    <a:cubicBezTo>
                      <a:pt x="18771" y="141864"/>
                      <a:pt x="17428" y="144908"/>
                      <a:pt x="17428" y="149219"/>
                    </a:cubicBezTo>
                    <a:cubicBezTo>
                      <a:pt x="17428" y="161140"/>
                      <a:pt x="28174" y="170778"/>
                      <a:pt x="42950" y="170778"/>
                    </a:cubicBezTo>
                    <a:cubicBezTo>
                      <a:pt x="69815" y="170778"/>
                      <a:pt x="81636" y="135777"/>
                      <a:pt x="81636" y="131973"/>
                    </a:cubicBezTo>
                    <a:cubicBezTo>
                      <a:pt x="81636" y="128676"/>
                      <a:pt x="78144" y="128676"/>
                      <a:pt x="77338" y="128676"/>
                    </a:cubicBezTo>
                    <a:cubicBezTo>
                      <a:pt x="73577" y="128676"/>
                      <a:pt x="73308" y="130197"/>
                      <a:pt x="72233" y="132987"/>
                    </a:cubicBezTo>
                    <a:cubicBezTo>
                      <a:pt x="66054" y="153277"/>
                      <a:pt x="54233" y="163676"/>
                      <a:pt x="43756" y="163676"/>
                    </a:cubicBezTo>
                    <a:cubicBezTo>
                      <a:pt x="38383" y="163676"/>
                      <a:pt x="37039" y="160379"/>
                      <a:pt x="37039" y="154799"/>
                    </a:cubicBezTo>
                    <a:cubicBezTo>
                      <a:pt x="37039" y="148966"/>
                      <a:pt x="38920" y="144147"/>
                      <a:pt x="41338" y="138567"/>
                    </a:cubicBezTo>
                    <a:cubicBezTo>
                      <a:pt x="44024" y="131719"/>
                      <a:pt x="46980" y="124871"/>
                      <a:pt x="49935" y="118277"/>
                    </a:cubicBezTo>
                    <a:cubicBezTo>
                      <a:pt x="52353" y="112190"/>
                      <a:pt x="62024" y="89110"/>
                      <a:pt x="63099" y="86066"/>
                    </a:cubicBezTo>
                    <a:cubicBezTo>
                      <a:pt x="63905" y="83530"/>
                      <a:pt x="64711" y="80487"/>
                      <a:pt x="64711" y="77950"/>
                    </a:cubicBezTo>
                    <a:cubicBezTo>
                      <a:pt x="64711" y="66030"/>
                      <a:pt x="53965" y="56392"/>
                      <a:pt x="39189" y="56392"/>
                    </a:cubicBezTo>
                    <a:cubicBezTo>
                      <a:pt x="12592" y="56392"/>
                      <a:pt x="234" y="90885"/>
                      <a:pt x="234" y="95197"/>
                    </a:cubicBezTo>
                    <a:cubicBezTo>
                      <a:pt x="234" y="98494"/>
                      <a:pt x="3995" y="98494"/>
                      <a:pt x="4801" y="98494"/>
                    </a:cubicBezTo>
                    <a:cubicBezTo>
                      <a:pt x="8562" y="98494"/>
                      <a:pt x="8831" y="97226"/>
                      <a:pt x="9637" y="94436"/>
                    </a:cubicBezTo>
                    <a:cubicBezTo>
                      <a:pt x="16622" y="72624"/>
                      <a:pt x="28442" y="63494"/>
                      <a:pt x="38383" y="63494"/>
                    </a:cubicBezTo>
                    <a:cubicBezTo>
                      <a:pt x="42681" y="63494"/>
                      <a:pt x="45099" y="65523"/>
                      <a:pt x="45099" y="72371"/>
                    </a:cubicBezTo>
                    <a:cubicBezTo>
                      <a:pt x="45099" y="78204"/>
                      <a:pt x="43487" y="82008"/>
                      <a:pt x="36771" y="97733"/>
                    </a:cubicBezTo>
                    <a:lnTo>
                      <a:pt x="19845" y="138567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9873DB9-A75F-1F92-2867-6B1C119720B5}"/>
                </a:ext>
              </a:extLst>
            </p:cNvPr>
            <p:cNvGrpSpPr>
              <a:grpSpLocks noChangeAspect="1"/>
            </p:cNvGrpSpPr>
            <p:nvPr>
              <p:custDataLst>
                <p:tags r:id="rId3"/>
              </p:custDataLst>
            </p:nvPr>
          </p:nvGrpSpPr>
          <p:grpSpPr>
            <a:xfrm>
              <a:off x="8001000" y="5054600"/>
              <a:ext cx="326426" cy="417725"/>
              <a:chOff x="15929083" y="7808695"/>
              <a:chExt cx="326426" cy="41772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30A1E5C-9635-EA2B-1646-DBCC1B179089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5929083" y="7974165"/>
                <a:ext cx="172016" cy="164132"/>
              </a:xfrm>
              <a:custGeom>
                <a:avLst/>
                <a:gdLst>
                  <a:gd name="connsiteX0" fmla="*/ 105580 w 172016"/>
                  <a:gd name="connsiteY0" fmla="*/ 50810 h 164132"/>
                  <a:gd name="connsiteX1" fmla="*/ 139776 w 172016"/>
                  <a:gd name="connsiteY1" fmla="*/ 8056 h 164132"/>
                  <a:gd name="connsiteX2" fmla="*/ 157047 w 172016"/>
                  <a:gd name="connsiteY2" fmla="*/ 12766 h 164132"/>
                  <a:gd name="connsiteX3" fmla="*/ 140467 w 172016"/>
                  <a:gd name="connsiteY3" fmla="*/ 32331 h 164132"/>
                  <a:gd name="connsiteX4" fmla="*/ 153593 w 172016"/>
                  <a:gd name="connsiteY4" fmla="*/ 45013 h 164132"/>
                  <a:gd name="connsiteX5" fmla="*/ 172245 w 172016"/>
                  <a:gd name="connsiteY5" fmla="*/ 23998 h 164132"/>
                  <a:gd name="connsiteX6" fmla="*/ 140121 w 172016"/>
                  <a:gd name="connsiteY6" fmla="*/ 85 h 164132"/>
                  <a:gd name="connsiteX7" fmla="*/ 103853 w 172016"/>
                  <a:gd name="connsiteY7" fmla="*/ 27621 h 164132"/>
                  <a:gd name="connsiteX8" fmla="*/ 66548 w 172016"/>
                  <a:gd name="connsiteY8" fmla="*/ 85 h 164132"/>
                  <a:gd name="connsiteX9" fmla="*/ 10936 w 172016"/>
                  <a:gd name="connsiteY9" fmla="*/ 55882 h 164132"/>
                  <a:gd name="connsiteX10" fmla="*/ 15081 w 172016"/>
                  <a:gd name="connsiteY10" fmla="*/ 59506 h 164132"/>
                  <a:gd name="connsiteX11" fmla="*/ 19572 w 172016"/>
                  <a:gd name="connsiteY11" fmla="*/ 55520 h 164132"/>
                  <a:gd name="connsiteX12" fmla="*/ 65857 w 172016"/>
                  <a:gd name="connsiteY12" fmla="*/ 8056 h 164132"/>
                  <a:gd name="connsiteX13" fmla="*/ 84510 w 172016"/>
                  <a:gd name="connsiteY13" fmla="*/ 32331 h 164132"/>
                  <a:gd name="connsiteX14" fmla="*/ 65857 w 172016"/>
                  <a:gd name="connsiteY14" fmla="*/ 118564 h 164132"/>
                  <a:gd name="connsiteX15" fmla="*/ 33043 w 172016"/>
                  <a:gd name="connsiteY15" fmla="*/ 156246 h 164132"/>
                  <a:gd name="connsiteX16" fmla="*/ 15772 w 172016"/>
                  <a:gd name="connsiteY16" fmla="*/ 151536 h 164132"/>
                  <a:gd name="connsiteX17" fmla="*/ 32007 w 172016"/>
                  <a:gd name="connsiteY17" fmla="*/ 131970 h 164132"/>
                  <a:gd name="connsiteX18" fmla="*/ 19226 w 172016"/>
                  <a:gd name="connsiteY18" fmla="*/ 119289 h 164132"/>
                  <a:gd name="connsiteX19" fmla="*/ 228 w 172016"/>
                  <a:gd name="connsiteY19" fmla="*/ 140304 h 164132"/>
                  <a:gd name="connsiteX20" fmla="*/ 32697 w 172016"/>
                  <a:gd name="connsiteY20" fmla="*/ 164217 h 164132"/>
                  <a:gd name="connsiteX21" fmla="*/ 68966 w 172016"/>
                  <a:gd name="connsiteY21" fmla="*/ 136680 h 164132"/>
                  <a:gd name="connsiteX22" fmla="*/ 106271 w 172016"/>
                  <a:gd name="connsiteY22" fmla="*/ 164217 h 164132"/>
                  <a:gd name="connsiteX23" fmla="*/ 161537 w 172016"/>
                  <a:gd name="connsiteY23" fmla="*/ 108419 h 164132"/>
                  <a:gd name="connsiteX24" fmla="*/ 157392 w 172016"/>
                  <a:gd name="connsiteY24" fmla="*/ 104796 h 164132"/>
                  <a:gd name="connsiteX25" fmla="*/ 152902 w 172016"/>
                  <a:gd name="connsiteY25" fmla="*/ 108782 h 164132"/>
                  <a:gd name="connsiteX26" fmla="*/ 106962 w 172016"/>
                  <a:gd name="connsiteY26" fmla="*/ 156246 h 164132"/>
                  <a:gd name="connsiteX27" fmla="*/ 87964 w 172016"/>
                  <a:gd name="connsiteY27" fmla="*/ 132333 h 164132"/>
                  <a:gd name="connsiteX28" fmla="*/ 93836 w 172016"/>
                  <a:gd name="connsiteY28" fmla="*/ 100448 h 164132"/>
                  <a:gd name="connsiteX29" fmla="*/ 105580 w 172016"/>
                  <a:gd name="connsiteY29" fmla="*/ 50810 h 16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2016" h="164132">
                    <a:moveTo>
                      <a:pt x="105580" y="50810"/>
                    </a:moveTo>
                    <a:cubicBezTo>
                      <a:pt x="107652" y="41390"/>
                      <a:pt x="115597" y="8056"/>
                      <a:pt x="139776" y="8056"/>
                    </a:cubicBezTo>
                    <a:cubicBezTo>
                      <a:pt x="141503" y="8056"/>
                      <a:pt x="149793" y="8056"/>
                      <a:pt x="157047" y="12766"/>
                    </a:cubicBezTo>
                    <a:cubicBezTo>
                      <a:pt x="147375" y="14578"/>
                      <a:pt x="140467" y="23636"/>
                      <a:pt x="140467" y="32331"/>
                    </a:cubicBezTo>
                    <a:cubicBezTo>
                      <a:pt x="140467" y="38129"/>
                      <a:pt x="144266" y="45013"/>
                      <a:pt x="153593" y="45013"/>
                    </a:cubicBezTo>
                    <a:cubicBezTo>
                      <a:pt x="161192" y="45013"/>
                      <a:pt x="172245" y="38491"/>
                      <a:pt x="172245" y="23998"/>
                    </a:cubicBezTo>
                    <a:cubicBezTo>
                      <a:pt x="172245" y="5157"/>
                      <a:pt x="151866" y="85"/>
                      <a:pt x="140121" y="85"/>
                    </a:cubicBezTo>
                    <a:cubicBezTo>
                      <a:pt x="120087" y="85"/>
                      <a:pt x="107998" y="19288"/>
                      <a:pt x="103853" y="27621"/>
                    </a:cubicBezTo>
                    <a:cubicBezTo>
                      <a:pt x="95217" y="3708"/>
                      <a:pt x="76565" y="85"/>
                      <a:pt x="66548" y="85"/>
                    </a:cubicBezTo>
                    <a:cubicBezTo>
                      <a:pt x="30625" y="85"/>
                      <a:pt x="10936" y="46824"/>
                      <a:pt x="10936" y="55882"/>
                    </a:cubicBezTo>
                    <a:cubicBezTo>
                      <a:pt x="10936" y="59506"/>
                      <a:pt x="14390" y="59506"/>
                      <a:pt x="15081" y="59506"/>
                    </a:cubicBezTo>
                    <a:cubicBezTo>
                      <a:pt x="17845" y="59506"/>
                      <a:pt x="18881" y="58781"/>
                      <a:pt x="19572" y="55520"/>
                    </a:cubicBezTo>
                    <a:cubicBezTo>
                      <a:pt x="31316" y="17114"/>
                      <a:pt x="54113" y="8056"/>
                      <a:pt x="65857" y="8056"/>
                    </a:cubicBezTo>
                    <a:cubicBezTo>
                      <a:pt x="72420" y="8056"/>
                      <a:pt x="84510" y="11317"/>
                      <a:pt x="84510" y="32331"/>
                    </a:cubicBezTo>
                    <a:cubicBezTo>
                      <a:pt x="84510" y="43563"/>
                      <a:pt x="78638" y="67839"/>
                      <a:pt x="65857" y="118564"/>
                    </a:cubicBezTo>
                    <a:cubicBezTo>
                      <a:pt x="60331" y="141028"/>
                      <a:pt x="48241" y="156246"/>
                      <a:pt x="33043" y="156246"/>
                    </a:cubicBezTo>
                    <a:cubicBezTo>
                      <a:pt x="30970" y="156246"/>
                      <a:pt x="23026" y="156246"/>
                      <a:pt x="15772" y="151536"/>
                    </a:cubicBezTo>
                    <a:cubicBezTo>
                      <a:pt x="24407" y="149724"/>
                      <a:pt x="32007" y="142115"/>
                      <a:pt x="32007" y="131970"/>
                    </a:cubicBezTo>
                    <a:cubicBezTo>
                      <a:pt x="32007" y="122188"/>
                      <a:pt x="24407" y="119289"/>
                      <a:pt x="19226" y="119289"/>
                    </a:cubicBezTo>
                    <a:cubicBezTo>
                      <a:pt x="8864" y="119289"/>
                      <a:pt x="228" y="128709"/>
                      <a:pt x="228" y="140304"/>
                    </a:cubicBezTo>
                    <a:cubicBezTo>
                      <a:pt x="228" y="156971"/>
                      <a:pt x="17499" y="164217"/>
                      <a:pt x="32697" y="164217"/>
                    </a:cubicBezTo>
                    <a:cubicBezTo>
                      <a:pt x="55495" y="164217"/>
                      <a:pt x="67930" y="138854"/>
                      <a:pt x="68966" y="136680"/>
                    </a:cubicBezTo>
                    <a:cubicBezTo>
                      <a:pt x="73111" y="150086"/>
                      <a:pt x="85546" y="164217"/>
                      <a:pt x="106271" y="164217"/>
                    </a:cubicBezTo>
                    <a:cubicBezTo>
                      <a:pt x="141848" y="164217"/>
                      <a:pt x="161537" y="117477"/>
                      <a:pt x="161537" y="108419"/>
                    </a:cubicBezTo>
                    <a:cubicBezTo>
                      <a:pt x="161537" y="104796"/>
                      <a:pt x="158428" y="104796"/>
                      <a:pt x="157392" y="104796"/>
                    </a:cubicBezTo>
                    <a:cubicBezTo>
                      <a:pt x="154283" y="104796"/>
                      <a:pt x="153593" y="106245"/>
                      <a:pt x="152902" y="108782"/>
                    </a:cubicBezTo>
                    <a:cubicBezTo>
                      <a:pt x="141503" y="147550"/>
                      <a:pt x="118015" y="156246"/>
                      <a:pt x="106962" y="156246"/>
                    </a:cubicBezTo>
                    <a:cubicBezTo>
                      <a:pt x="93490" y="156246"/>
                      <a:pt x="87964" y="144652"/>
                      <a:pt x="87964" y="132333"/>
                    </a:cubicBezTo>
                    <a:cubicBezTo>
                      <a:pt x="87964" y="124362"/>
                      <a:pt x="90036" y="116390"/>
                      <a:pt x="93836" y="100448"/>
                    </a:cubicBezTo>
                    <a:lnTo>
                      <a:pt x="105580" y="50810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A95E59D4-5F48-1B1D-0BA9-0F129149D02B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6131229" y="7808695"/>
                <a:ext cx="124280" cy="178552"/>
              </a:xfrm>
              <a:custGeom>
                <a:avLst/>
                <a:gdLst>
                  <a:gd name="connsiteX0" fmla="*/ 123547 w 124280"/>
                  <a:gd name="connsiteY0" fmla="*/ 7689 h 178552"/>
                  <a:gd name="connsiteX1" fmla="*/ 124514 w 124280"/>
                  <a:gd name="connsiteY1" fmla="*/ 3631 h 178552"/>
                  <a:gd name="connsiteX2" fmla="*/ 120646 w 124280"/>
                  <a:gd name="connsiteY2" fmla="*/ 81 h 178552"/>
                  <a:gd name="connsiteX3" fmla="*/ 89697 w 124280"/>
                  <a:gd name="connsiteY3" fmla="*/ 2617 h 178552"/>
                  <a:gd name="connsiteX4" fmla="*/ 84377 w 124280"/>
                  <a:gd name="connsiteY4" fmla="*/ 8450 h 178552"/>
                  <a:gd name="connsiteX5" fmla="*/ 90664 w 124280"/>
                  <a:gd name="connsiteY5" fmla="*/ 12001 h 178552"/>
                  <a:gd name="connsiteX6" fmla="*/ 102270 w 124280"/>
                  <a:gd name="connsiteY6" fmla="*/ 15805 h 178552"/>
                  <a:gd name="connsiteX7" fmla="*/ 101302 w 124280"/>
                  <a:gd name="connsiteY7" fmla="*/ 21385 h 178552"/>
                  <a:gd name="connsiteX8" fmla="*/ 87520 w 124280"/>
                  <a:gd name="connsiteY8" fmla="*/ 79212 h 178552"/>
                  <a:gd name="connsiteX9" fmla="*/ 62616 w 124280"/>
                  <a:gd name="connsiteY9" fmla="*/ 64248 h 178552"/>
                  <a:gd name="connsiteX10" fmla="*/ 234 w 124280"/>
                  <a:gd name="connsiteY10" fmla="*/ 136531 h 178552"/>
                  <a:gd name="connsiteX11" fmla="*/ 36744 w 124280"/>
                  <a:gd name="connsiteY11" fmla="*/ 178633 h 178552"/>
                  <a:gd name="connsiteX12" fmla="*/ 71079 w 124280"/>
                  <a:gd name="connsiteY12" fmla="*/ 160880 h 178552"/>
                  <a:gd name="connsiteX13" fmla="*/ 95983 w 124280"/>
                  <a:gd name="connsiteY13" fmla="*/ 178633 h 178552"/>
                  <a:gd name="connsiteX14" fmla="*/ 115085 w 124280"/>
                  <a:gd name="connsiteY14" fmla="*/ 165191 h 178552"/>
                  <a:gd name="connsiteX15" fmla="*/ 123547 w 124280"/>
                  <a:gd name="connsiteY15" fmla="*/ 139829 h 178552"/>
                  <a:gd name="connsiteX16" fmla="*/ 119679 w 124280"/>
                  <a:gd name="connsiteY16" fmla="*/ 136531 h 178552"/>
                  <a:gd name="connsiteX17" fmla="*/ 114359 w 124280"/>
                  <a:gd name="connsiteY17" fmla="*/ 144394 h 178552"/>
                  <a:gd name="connsiteX18" fmla="*/ 96708 w 124280"/>
                  <a:gd name="connsiteY18" fmla="*/ 171532 h 178552"/>
                  <a:gd name="connsiteX19" fmla="*/ 88729 w 124280"/>
                  <a:gd name="connsiteY19" fmla="*/ 159104 h 178552"/>
                  <a:gd name="connsiteX20" fmla="*/ 89938 w 124280"/>
                  <a:gd name="connsiteY20" fmla="*/ 148706 h 178552"/>
                  <a:gd name="connsiteX21" fmla="*/ 123547 w 124280"/>
                  <a:gd name="connsiteY21" fmla="*/ 7689 h 178552"/>
                  <a:gd name="connsiteX22" fmla="*/ 72046 w 124280"/>
                  <a:gd name="connsiteY22" fmla="*/ 144394 h 178552"/>
                  <a:gd name="connsiteX23" fmla="*/ 59715 w 124280"/>
                  <a:gd name="connsiteY23" fmla="*/ 161387 h 178552"/>
                  <a:gd name="connsiteX24" fmla="*/ 37470 w 124280"/>
                  <a:gd name="connsiteY24" fmla="*/ 171532 h 178552"/>
                  <a:gd name="connsiteX25" fmla="*/ 19819 w 124280"/>
                  <a:gd name="connsiteY25" fmla="*/ 146930 h 178552"/>
                  <a:gd name="connsiteX26" fmla="*/ 32392 w 124280"/>
                  <a:gd name="connsiteY26" fmla="*/ 95444 h 178552"/>
                  <a:gd name="connsiteX27" fmla="*/ 62616 w 124280"/>
                  <a:gd name="connsiteY27" fmla="*/ 71350 h 178552"/>
                  <a:gd name="connsiteX28" fmla="*/ 84135 w 124280"/>
                  <a:gd name="connsiteY28" fmla="*/ 93415 h 178552"/>
                  <a:gd name="connsiteX29" fmla="*/ 83410 w 124280"/>
                  <a:gd name="connsiteY29" fmla="*/ 96966 h 178552"/>
                  <a:gd name="connsiteX30" fmla="*/ 72046 w 124280"/>
                  <a:gd name="connsiteY30" fmla="*/ 144394 h 178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24280" h="178552">
                    <a:moveTo>
                      <a:pt x="123547" y="7689"/>
                    </a:moveTo>
                    <a:cubicBezTo>
                      <a:pt x="123789" y="7182"/>
                      <a:pt x="124514" y="3885"/>
                      <a:pt x="124514" y="3631"/>
                    </a:cubicBezTo>
                    <a:cubicBezTo>
                      <a:pt x="124514" y="2363"/>
                      <a:pt x="123547" y="81"/>
                      <a:pt x="120646" y="81"/>
                    </a:cubicBezTo>
                    <a:cubicBezTo>
                      <a:pt x="115810" y="81"/>
                      <a:pt x="95741" y="2110"/>
                      <a:pt x="89697" y="2617"/>
                    </a:cubicBezTo>
                    <a:cubicBezTo>
                      <a:pt x="87762" y="2870"/>
                      <a:pt x="84377" y="3124"/>
                      <a:pt x="84377" y="8450"/>
                    </a:cubicBezTo>
                    <a:cubicBezTo>
                      <a:pt x="84377" y="12001"/>
                      <a:pt x="87762" y="12001"/>
                      <a:pt x="90664" y="12001"/>
                    </a:cubicBezTo>
                    <a:cubicBezTo>
                      <a:pt x="102270" y="12001"/>
                      <a:pt x="102270" y="13776"/>
                      <a:pt x="102270" y="15805"/>
                    </a:cubicBezTo>
                    <a:cubicBezTo>
                      <a:pt x="102270" y="17581"/>
                      <a:pt x="101786" y="19103"/>
                      <a:pt x="101302" y="21385"/>
                    </a:cubicBezTo>
                    <a:lnTo>
                      <a:pt x="87520" y="79212"/>
                    </a:lnTo>
                    <a:cubicBezTo>
                      <a:pt x="82443" y="70842"/>
                      <a:pt x="74222" y="64248"/>
                      <a:pt x="62616" y="64248"/>
                    </a:cubicBezTo>
                    <a:cubicBezTo>
                      <a:pt x="31667" y="64248"/>
                      <a:pt x="234" y="100009"/>
                      <a:pt x="234" y="136531"/>
                    </a:cubicBezTo>
                    <a:cubicBezTo>
                      <a:pt x="234" y="161133"/>
                      <a:pt x="15951" y="178633"/>
                      <a:pt x="36744" y="178633"/>
                    </a:cubicBezTo>
                    <a:cubicBezTo>
                      <a:pt x="49801" y="178633"/>
                      <a:pt x="61407" y="170771"/>
                      <a:pt x="71079" y="160880"/>
                    </a:cubicBezTo>
                    <a:cubicBezTo>
                      <a:pt x="75673" y="176097"/>
                      <a:pt x="89697" y="178633"/>
                      <a:pt x="95983" y="178633"/>
                    </a:cubicBezTo>
                    <a:cubicBezTo>
                      <a:pt x="104688" y="178633"/>
                      <a:pt x="110732" y="173054"/>
                      <a:pt x="115085" y="165191"/>
                    </a:cubicBezTo>
                    <a:cubicBezTo>
                      <a:pt x="120404" y="155300"/>
                      <a:pt x="123547" y="140843"/>
                      <a:pt x="123547" y="139829"/>
                    </a:cubicBezTo>
                    <a:cubicBezTo>
                      <a:pt x="123547" y="136531"/>
                      <a:pt x="120404" y="136531"/>
                      <a:pt x="119679" y="136531"/>
                    </a:cubicBezTo>
                    <a:cubicBezTo>
                      <a:pt x="116293" y="136531"/>
                      <a:pt x="116052" y="137546"/>
                      <a:pt x="114359" y="144394"/>
                    </a:cubicBezTo>
                    <a:cubicBezTo>
                      <a:pt x="111458" y="156568"/>
                      <a:pt x="106864" y="171532"/>
                      <a:pt x="96708" y="171532"/>
                    </a:cubicBezTo>
                    <a:cubicBezTo>
                      <a:pt x="90422" y="171532"/>
                      <a:pt x="88729" y="165952"/>
                      <a:pt x="88729" y="159104"/>
                    </a:cubicBezTo>
                    <a:cubicBezTo>
                      <a:pt x="88729" y="154285"/>
                      <a:pt x="89213" y="152003"/>
                      <a:pt x="89938" y="148706"/>
                    </a:cubicBezTo>
                    <a:lnTo>
                      <a:pt x="123547" y="7689"/>
                    </a:lnTo>
                    <a:close/>
                    <a:moveTo>
                      <a:pt x="72046" y="144394"/>
                    </a:moveTo>
                    <a:cubicBezTo>
                      <a:pt x="70353" y="151495"/>
                      <a:pt x="65034" y="156568"/>
                      <a:pt x="59715" y="161387"/>
                    </a:cubicBezTo>
                    <a:cubicBezTo>
                      <a:pt x="57538" y="163416"/>
                      <a:pt x="47867" y="171532"/>
                      <a:pt x="37470" y="171532"/>
                    </a:cubicBezTo>
                    <a:cubicBezTo>
                      <a:pt x="28524" y="171532"/>
                      <a:pt x="19819" y="164938"/>
                      <a:pt x="19819" y="146930"/>
                    </a:cubicBezTo>
                    <a:cubicBezTo>
                      <a:pt x="19819" y="133488"/>
                      <a:pt x="26831" y="105589"/>
                      <a:pt x="32392" y="95444"/>
                    </a:cubicBezTo>
                    <a:cubicBezTo>
                      <a:pt x="43515" y="75154"/>
                      <a:pt x="55846" y="71350"/>
                      <a:pt x="62616" y="71350"/>
                    </a:cubicBezTo>
                    <a:cubicBezTo>
                      <a:pt x="79541" y="71350"/>
                      <a:pt x="84135" y="90625"/>
                      <a:pt x="84135" y="93415"/>
                    </a:cubicBezTo>
                    <a:cubicBezTo>
                      <a:pt x="84135" y="94430"/>
                      <a:pt x="83652" y="96205"/>
                      <a:pt x="83410" y="96966"/>
                    </a:cubicBezTo>
                    <a:lnTo>
                      <a:pt x="72046" y="144394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99D0233-F088-5CEC-AEF5-F1AC60D57608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6127844" y="8055730"/>
                <a:ext cx="73262" cy="170690"/>
              </a:xfrm>
              <a:custGeom>
                <a:avLst/>
                <a:gdLst>
                  <a:gd name="connsiteX0" fmla="*/ 67210 w 73262"/>
                  <a:gd name="connsiteY0" fmla="*/ 9725 h 170690"/>
                  <a:gd name="connsiteX1" fmla="*/ 57538 w 73262"/>
                  <a:gd name="connsiteY1" fmla="*/ 87 h 170690"/>
                  <a:gd name="connsiteX2" fmla="*/ 43998 w 73262"/>
                  <a:gd name="connsiteY2" fmla="*/ 14037 h 170690"/>
                  <a:gd name="connsiteX3" fmla="*/ 53670 w 73262"/>
                  <a:gd name="connsiteY3" fmla="*/ 23674 h 170690"/>
                  <a:gd name="connsiteX4" fmla="*/ 67210 w 73262"/>
                  <a:gd name="connsiteY4" fmla="*/ 9725 h 170690"/>
                  <a:gd name="connsiteX5" fmla="*/ 17885 w 73262"/>
                  <a:gd name="connsiteY5" fmla="*/ 138567 h 170690"/>
                  <a:gd name="connsiteX6" fmla="*/ 15709 w 73262"/>
                  <a:gd name="connsiteY6" fmla="*/ 149219 h 170690"/>
                  <a:gd name="connsiteX7" fmla="*/ 38679 w 73262"/>
                  <a:gd name="connsiteY7" fmla="*/ 170778 h 170690"/>
                  <a:gd name="connsiteX8" fmla="*/ 73497 w 73262"/>
                  <a:gd name="connsiteY8" fmla="*/ 131973 h 170690"/>
                  <a:gd name="connsiteX9" fmla="*/ 69628 w 73262"/>
                  <a:gd name="connsiteY9" fmla="*/ 128676 h 170690"/>
                  <a:gd name="connsiteX10" fmla="*/ 65034 w 73262"/>
                  <a:gd name="connsiteY10" fmla="*/ 132987 h 170690"/>
                  <a:gd name="connsiteX11" fmla="*/ 39404 w 73262"/>
                  <a:gd name="connsiteY11" fmla="*/ 163676 h 170690"/>
                  <a:gd name="connsiteX12" fmla="*/ 33359 w 73262"/>
                  <a:gd name="connsiteY12" fmla="*/ 154799 h 170690"/>
                  <a:gd name="connsiteX13" fmla="*/ 37228 w 73262"/>
                  <a:gd name="connsiteY13" fmla="*/ 138567 h 170690"/>
                  <a:gd name="connsiteX14" fmla="*/ 44965 w 73262"/>
                  <a:gd name="connsiteY14" fmla="*/ 118277 h 170690"/>
                  <a:gd name="connsiteX15" fmla="*/ 56813 w 73262"/>
                  <a:gd name="connsiteY15" fmla="*/ 86066 h 170690"/>
                  <a:gd name="connsiteX16" fmla="*/ 58264 w 73262"/>
                  <a:gd name="connsiteY16" fmla="*/ 77950 h 170690"/>
                  <a:gd name="connsiteX17" fmla="*/ 35294 w 73262"/>
                  <a:gd name="connsiteY17" fmla="*/ 56392 h 170690"/>
                  <a:gd name="connsiteX18" fmla="*/ 234 w 73262"/>
                  <a:gd name="connsiteY18" fmla="*/ 95197 h 170690"/>
                  <a:gd name="connsiteX19" fmla="*/ 4345 w 73262"/>
                  <a:gd name="connsiteY19" fmla="*/ 98494 h 170690"/>
                  <a:gd name="connsiteX20" fmla="*/ 8697 w 73262"/>
                  <a:gd name="connsiteY20" fmla="*/ 94436 h 170690"/>
                  <a:gd name="connsiteX21" fmla="*/ 34568 w 73262"/>
                  <a:gd name="connsiteY21" fmla="*/ 63494 h 170690"/>
                  <a:gd name="connsiteX22" fmla="*/ 40613 w 73262"/>
                  <a:gd name="connsiteY22" fmla="*/ 72371 h 170690"/>
                  <a:gd name="connsiteX23" fmla="*/ 33118 w 73262"/>
                  <a:gd name="connsiteY23" fmla="*/ 97733 h 170690"/>
                  <a:gd name="connsiteX24" fmla="*/ 17885 w 73262"/>
                  <a:gd name="connsiteY24" fmla="*/ 138567 h 17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3262" h="170690">
                    <a:moveTo>
                      <a:pt x="67210" y="9725"/>
                    </a:moveTo>
                    <a:cubicBezTo>
                      <a:pt x="67210" y="5667"/>
                      <a:pt x="64309" y="87"/>
                      <a:pt x="57538" y="87"/>
                    </a:cubicBezTo>
                    <a:cubicBezTo>
                      <a:pt x="51010" y="87"/>
                      <a:pt x="43998" y="6681"/>
                      <a:pt x="43998" y="14037"/>
                    </a:cubicBezTo>
                    <a:cubicBezTo>
                      <a:pt x="43998" y="18348"/>
                      <a:pt x="47141" y="23674"/>
                      <a:pt x="53670" y="23674"/>
                    </a:cubicBezTo>
                    <a:cubicBezTo>
                      <a:pt x="60682" y="23674"/>
                      <a:pt x="67210" y="16573"/>
                      <a:pt x="67210" y="9725"/>
                    </a:cubicBezTo>
                    <a:close/>
                    <a:moveTo>
                      <a:pt x="17885" y="138567"/>
                    </a:moveTo>
                    <a:cubicBezTo>
                      <a:pt x="16918" y="141864"/>
                      <a:pt x="15709" y="144908"/>
                      <a:pt x="15709" y="149219"/>
                    </a:cubicBezTo>
                    <a:cubicBezTo>
                      <a:pt x="15709" y="161140"/>
                      <a:pt x="25380" y="170778"/>
                      <a:pt x="38679" y="170778"/>
                    </a:cubicBezTo>
                    <a:cubicBezTo>
                      <a:pt x="62858" y="170778"/>
                      <a:pt x="73497" y="135777"/>
                      <a:pt x="73497" y="131973"/>
                    </a:cubicBezTo>
                    <a:cubicBezTo>
                      <a:pt x="73497" y="128676"/>
                      <a:pt x="70353" y="128676"/>
                      <a:pt x="69628" y="128676"/>
                    </a:cubicBezTo>
                    <a:cubicBezTo>
                      <a:pt x="66243" y="128676"/>
                      <a:pt x="66001" y="130197"/>
                      <a:pt x="65034" y="132987"/>
                    </a:cubicBezTo>
                    <a:cubicBezTo>
                      <a:pt x="59473" y="153277"/>
                      <a:pt x="48834" y="163676"/>
                      <a:pt x="39404" y="163676"/>
                    </a:cubicBezTo>
                    <a:cubicBezTo>
                      <a:pt x="34568" y="163676"/>
                      <a:pt x="33359" y="160379"/>
                      <a:pt x="33359" y="154799"/>
                    </a:cubicBezTo>
                    <a:cubicBezTo>
                      <a:pt x="33359" y="148966"/>
                      <a:pt x="35052" y="144147"/>
                      <a:pt x="37228" y="138567"/>
                    </a:cubicBezTo>
                    <a:cubicBezTo>
                      <a:pt x="39646" y="131719"/>
                      <a:pt x="42306" y="124871"/>
                      <a:pt x="44965" y="118277"/>
                    </a:cubicBezTo>
                    <a:cubicBezTo>
                      <a:pt x="47141" y="112190"/>
                      <a:pt x="55846" y="89110"/>
                      <a:pt x="56813" y="86066"/>
                    </a:cubicBezTo>
                    <a:cubicBezTo>
                      <a:pt x="57538" y="83530"/>
                      <a:pt x="58264" y="80487"/>
                      <a:pt x="58264" y="77950"/>
                    </a:cubicBezTo>
                    <a:cubicBezTo>
                      <a:pt x="58264" y="66030"/>
                      <a:pt x="48592" y="56392"/>
                      <a:pt x="35294" y="56392"/>
                    </a:cubicBezTo>
                    <a:cubicBezTo>
                      <a:pt x="11357" y="56392"/>
                      <a:pt x="234" y="90885"/>
                      <a:pt x="234" y="95197"/>
                    </a:cubicBezTo>
                    <a:cubicBezTo>
                      <a:pt x="234" y="98494"/>
                      <a:pt x="3619" y="98494"/>
                      <a:pt x="4345" y="98494"/>
                    </a:cubicBezTo>
                    <a:cubicBezTo>
                      <a:pt x="7730" y="98494"/>
                      <a:pt x="7971" y="97226"/>
                      <a:pt x="8697" y="94436"/>
                    </a:cubicBezTo>
                    <a:cubicBezTo>
                      <a:pt x="14983" y="72624"/>
                      <a:pt x="25622" y="63494"/>
                      <a:pt x="34568" y="63494"/>
                    </a:cubicBezTo>
                    <a:cubicBezTo>
                      <a:pt x="38437" y="63494"/>
                      <a:pt x="40613" y="65523"/>
                      <a:pt x="40613" y="72371"/>
                    </a:cubicBezTo>
                    <a:cubicBezTo>
                      <a:pt x="40613" y="78204"/>
                      <a:pt x="39162" y="82008"/>
                      <a:pt x="33118" y="97733"/>
                    </a:cubicBezTo>
                    <a:lnTo>
                      <a:pt x="17885" y="138567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sp>
          <p:nvSpPr>
            <p:cNvPr id="93" name="Left Brace 92">
              <a:extLst>
                <a:ext uri="{FF2B5EF4-FFF2-40B4-BE49-F238E27FC236}">
                  <a16:creationId xmlns:a16="http://schemas.microsoft.com/office/drawing/2014/main" id="{7BF73292-1E09-2FB4-59FB-4FDF85AE78E9}"/>
                </a:ext>
              </a:extLst>
            </p:cNvPr>
            <p:cNvSpPr/>
            <p:nvPr/>
          </p:nvSpPr>
          <p:spPr>
            <a:xfrm>
              <a:off x="7264400" y="1973375"/>
              <a:ext cx="204712" cy="1252422"/>
            </a:xfrm>
            <a:prstGeom prst="leftBrace">
              <a:avLst>
                <a:gd name="adj1" fmla="val 51030"/>
                <a:gd name="adj2" fmla="val 50000"/>
              </a:avLst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6555E4C-9691-73DF-B197-14EBF50FD838}"/>
                </a:ext>
              </a:extLst>
            </p:cNvPr>
            <p:cNvGrpSpPr>
              <a:grpSpLocks noChangeAspect="1"/>
            </p:cNvGrpSpPr>
            <p:nvPr>
              <p:custDataLst>
                <p:tags r:id="rId4"/>
              </p:custDataLst>
            </p:nvPr>
          </p:nvGrpSpPr>
          <p:grpSpPr>
            <a:xfrm>
              <a:off x="6578157" y="2394358"/>
              <a:ext cx="530643" cy="326283"/>
              <a:chOff x="10445399" y="5297649"/>
              <a:chExt cx="530643" cy="326283"/>
            </a:xfrm>
          </p:grpSpPr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5E541BF-A2CF-CC01-1A3B-9477B4B773B6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10445399" y="5297649"/>
                <a:ext cx="257367" cy="253658"/>
              </a:xfrm>
              <a:custGeom>
                <a:avLst/>
                <a:gdLst>
                  <a:gd name="connsiteX0" fmla="*/ 137976 w 257367"/>
                  <a:gd name="connsiteY0" fmla="*/ 6462 h 253658"/>
                  <a:gd name="connsiteX1" fmla="*/ 128909 w 257367"/>
                  <a:gd name="connsiteY1" fmla="*/ 85 h 253658"/>
                  <a:gd name="connsiteX2" fmla="*/ 119842 w 257367"/>
                  <a:gd name="connsiteY2" fmla="*/ 6462 h 253658"/>
                  <a:gd name="connsiteX3" fmla="*/ 1969 w 257367"/>
                  <a:gd name="connsiteY3" fmla="*/ 246658 h 253658"/>
                  <a:gd name="connsiteX4" fmla="*/ 225 w 257367"/>
                  <a:gd name="connsiteY4" fmla="*/ 250909 h 253658"/>
                  <a:gd name="connsiteX5" fmla="*/ 7898 w 257367"/>
                  <a:gd name="connsiteY5" fmla="*/ 253743 h 253658"/>
                  <a:gd name="connsiteX6" fmla="*/ 249920 w 257367"/>
                  <a:gd name="connsiteY6" fmla="*/ 253743 h 253658"/>
                  <a:gd name="connsiteX7" fmla="*/ 257593 w 257367"/>
                  <a:gd name="connsiteY7" fmla="*/ 250909 h 253658"/>
                  <a:gd name="connsiteX8" fmla="*/ 255849 w 257367"/>
                  <a:gd name="connsiteY8" fmla="*/ 246658 h 253658"/>
                  <a:gd name="connsiteX9" fmla="*/ 137976 w 257367"/>
                  <a:gd name="connsiteY9" fmla="*/ 6462 h 253658"/>
                  <a:gd name="connsiteX10" fmla="*/ 117749 w 257367"/>
                  <a:gd name="connsiteY10" fmla="*/ 35512 h 253658"/>
                  <a:gd name="connsiteX11" fmla="*/ 211559 w 257367"/>
                  <a:gd name="connsiteY11" fmla="*/ 226818 h 253658"/>
                  <a:gd name="connsiteX12" fmla="*/ 23591 w 257367"/>
                  <a:gd name="connsiteY12" fmla="*/ 226818 h 253658"/>
                  <a:gd name="connsiteX13" fmla="*/ 117749 w 257367"/>
                  <a:gd name="connsiteY13" fmla="*/ 35512 h 253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7367" h="253658">
                    <a:moveTo>
                      <a:pt x="137976" y="6462"/>
                    </a:moveTo>
                    <a:cubicBezTo>
                      <a:pt x="135535" y="1856"/>
                      <a:pt x="134837" y="85"/>
                      <a:pt x="128909" y="85"/>
                    </a:cubicBezTo>
                    <a:cubicBezTo>
                      <a:pt x="122980" y="85"/>
                      <a:pt x="122283" y="1856"/>
                      <a:pt x="119842" y="6462"/>
                    </a:cubicBezTo>
                    <a:lnTo>
                      <a:pt x="1969" y="246658"/>
                    </a:lnTo>
                    <a:cubicBezTo>
                      <a:pt x="225" y="249846"/>
                      <a:pt x="225" y="250555"/>
                      <a:pt x="225" y="250909"/>
                    </a:cubicBezTo>
                    <a:cubicBezTo>
                      <a:pt x="225" y="253743"/>
                      <a:pt x="2318" y="253743"/>
                      <a:pt x="7898" y="253743"/>
                    </a:cubicBezTo>
                    <a:lnTo>
                      <a:pt x="249920" y="253743"/>
                    </a:lnTo>
                    <a:cubicBezTo>
                      <a:pt x="255500" y="253743"/>
                      <a:pt x="257593" y="253743"/>
                      <a:pt x="257593" y="250909"/>
                    </a:cubicBezTo>
                    <a:cubicBezTo>
                      <a:pt x="257593" y="250555"/>
                      <a:pt x="257593" y="249846"/>
                      <a:pt x="255849" y="246658"/>
                    </a:cubicBezTo>
                    <a:lnTo>
                      <a:pt x="137976" y="6462"/>
                    </a:lnTo>
                    <a:close/>
                    <a:moveTo>
                      <a:pt x="117749" y="35512"/>
                    </a:moveTo>
                    <a:lnTo>
                      <a:pt x="211559" y="226818"/>
                    </a:lnTo>
                    <a:lnTo>
                      <a:pt x="23591" y="226818"/>
                    </a:lnTo>
                    <a:lnTo>
                      <a:pt x="117749" y="35512"/>
                    </a:lnTo>
                    <a:close/>
                  </a:path>
                </a:pathLst>
              </a:custGeom>
              <a:solidFill>
                <a:srgbClr val="FFFFFF"/>
              </a:solidFill>
              <a:ln w="345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80F3A52-4B1F-AD91-3660-AFD39DCB95AC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10729736" y="5394719"/>
                <a:ext cx="160767" cy="229213"/>
              </a:xfrm>
              <a:custGeom>
                <a:avLst/>
                <a:gdLst>
                  <a:gd name="connsiteX0" fmla="*/ 159606 w 160767"/>
                  <a:gd name="connsiteY0" fmla="*/ 21695 h 229213"/>
                  <a:gd name="connsiteX1" fmla="*/ 161001 w 160767"/>
                  <a:gd name="connsiteY1" fmla="*/ 13547 h 229213"/>
                  <a:gd name="connsiteX2" fmla="*/ 150888 w 160767"/>
                  <a:gd name="connsiteY2" fmla="*/ 3982 h 229213"/>
                  <a:gd name="connsiteX3" fmla="*/ 138682 w 160767"/>
                  <a:gd name="connsiteY3" fmla="*/ 11421 h 229213"/>
                  <a:gd name="connsiteX4" fmla="*/ 133800 w 160767"/>
                  <a:gd name="connsiteY4" fmla="*/ 30552 h 229213"/>
                  <a:gd name="connsiteX5" fmla="*/ 126825 w 160767"/>
                  <a:gd name="connsiteY5" fmla="*/ 58894 h 229213"/>
                  <a:gd name="connsiteX6" fmla="*/ 111132 w 160767"/>
                  <a:gd name="connsiteY6" fmla="*/ 122663 h 229213"/>
                  <a:gd name="connsiteX7" fmla="*/ 71725 w 160767"/>
                  <a:gd name="connsiteY7" fmla="*/ 152776 h 229213"/>
                  <a:gd name="connsiteX8" fmla="*/ 50103 w 160767"/>
                  <a:gd name="connsiteY8" fmla="*/ 124080 h 229213"/>
                  <a:gd name="connsiteX9" fmla="*/ 67888 w 160767"/>
                  <a:gd name="connsiteY9" fmla="*/ 54643 h 229213"/>
                  <a:gd name="connsiteX10" fmla="*/ 74863 w 160767"/>
                  <a:gd name="connsiteY10" fmla="*/ 29135 h 229213"/>
                  <a:gd name="connsiteX11" fmla="*/ 46267 w 160767"/>
                  <a:gd name="connsiteY11" fmla="*/ 85 h 229213"/>
                  <a:gd name="connsiteX12" fmla="*/ 234 w 160767"/>
                  <a:gd name="connsiteY12" fmla="*/ 54643 h 229213"/>
                  <a:gd name="connsiteX13" fmla="*/ 4418 w 160767"/>
                  <a:gd name="connsiteY13" fmla="*/ 58185 h 229213"/>
                  <a:gd name="connsiteX14" fmla="*/ 9998 w 160767"/>
                  <a:gd name="connsiteY14" fmla="*/ 51808 h 229213"/>
                  <a:gd name="connsiteX15" fmla="*/ 45221 w 160767"/>
                  <a:gd name="connsiteY15" fmla="*/ 7879 h 229213"/>
                  <a:gd name="connsiteX16" fmla="*/ 53939 w 160767"/>
                  <a:gd name="connsiteY16" fmla="*/ 19215 h 229213"/>
                  <a:gd name="connsiteX17" fmla="*/ 48010 w 160767"/>
                  <a:gd name="connsiteY17" fmla="*/ 44014 h 229213"/>
                  <a:gd name="connsiteX18" fmla="*/ 27784 w 160767"/>
                  <a:gd name="connsiteY18" fmla="*/ 118411 h 229213"/>
                  <a:gd name="connsiteX19" fmla="*/ 70330 w 160767"/>
                  <a:gd name="connsiteY19" fmla="*/ 160570 h 229213"/>
                  <a:gd name="connsiteX20" fmla="*/ 105552 w 160767"/>
                  <a:gd name="connsiteY20" fmla="*/ 144627 h 229213"/>
                  <a:gd name="connsiteX21" fmla="*/ 82884 w 160767"/>
                  <a:gd name="connsiteY21" fmla="*/ 199185 h 229213"/>
                  <a:gd name="connsiteX22" fmla="*/ 44523 w 160767"/>
                  <a:gd name="connsiteY22" fmla="*/ 221504 h 229213"/>
                  <a:gd name="connsiteX23" fmla="*/ 18019 w 160767"/>
                  <a:gd name="connsiteY23" fmla="*/ 206625 h 229213"/>
                  <a:gd name="connsiteX24" fmla="*/ 33015 w 160767"/>
                  <a:gd name="connsiteY24" fmla="*/ 202374 h 229213"/>
                  <a:gd name="connsiteX25" fmla="*/ 39990 w 160767"/>
                  <a:gd name="connsiteY25" fmla="*/ 187849 h 229213"/>
                  <a:gd name="connsiteX26" fmla="*/ 27086 w 160767"/>
                  <a:gd name="connsiteY26" fmla="*/ 175449 h 229213"/>
                  <a:gd name="connsiteX27" fmla="*/ 7557 w 160767"/>
                  <a:gd name="connsiteY27" fmla="*/ 198477 h 229213"/>
                  <a:gd name="connsiteX28" fmla="*/ 44523 w 160767"/>
                  <a:gd name="connsiteY28" fmla="*/ 229298 h 229213"/>
                  <a:gd name="connsiteX29" fmla="*/ 126127 w 160767"/>
                  <a:gd name="connsiteY29" fmla="*/ 157027 h 229213"/>
                  <a:gd name="connsiteX30" fmla="*/ 159606 w 160767"/>
                  <a:gd name="connsiteY30" fmla="*/ 21695 h 229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0767" h="229213">
                    <a:moveTo>
                      <a:pt x="159606" y="21695"/>
                    </a:moveTo>
                    <a:cubicBezTo>
                      <a:pt x="161001" y="16735"/>
                      <a:pt x="161001" y="16027"/>
                      <a:pt x="161001" y="13547"/>
                    </a:cubicBezTo>
                    <a:cubicBezTo>
                      <a:pt x="161001" y="7170"/>
                      <a:pt x="156119" y="3982"/>
                      <a:pt x="150888" y="3982"/>
                    </a:cubicBezTo>
                    <a:cubicBezTo>
                      <a:pt x="147400" y="3982"/>
                      <a:pt x="141820" y="6107"/>
                      <a:pt x="138682" y="11421"/>
                    </a:cubicBezTo>
                    <a:cubicBezTo>
                      <a:pt x="137984" y="13193"/>
                      <a:pt x="135194" y="24175"/>
                      <a:pt x="133800" y="30552"/>
                    </a:cubicBezTo>
                    <a:cubicBezTo>
                      <a:pt x="131358" y="39763"/>
                      <a:pt x="128917" y="49328"/>
                      <a:pt x="126825" y="58894"/>
                    </a:cubicBezTo>
                    <a:lnTo>
                      <a:pt x="111132" y="122663"/>
                    </a:lnTo>
                    <a:cubicBezTo>
                      <a:pt x="109737" y="127977"/>
                      <a:pt x="94741" y="152776"/>
                      <a:pt x="71725" y="152776"/>
                    </a:cubicBezTo>
                    <a:cubicBezTo>
                      <a:pt x="53939" y="152776"/>
                      <a:pt x="50103" y="137188"/>
                      <a:pt x="50103" y="124080"/>
                    </a:cubicBezTo>
                    <a:cubicBezTo>
                      <a:pt x="50103" y="107783"/>
                      <a:pt x="56031" y="85818"/>
                      <a:pt x="67888" y="54643"/>
                    </a:cubicBezTo>
                    <a:cubicBezTo>
                      <a:pt x="73468" y="40117"/>
                      <a:pt x="74863" y="36220"/>
                      <a:pt x="74863" y="29135"/>
                    </a:cubicBezTo>
                    <a:cubicBezTo>
                      <a:pt x="74863" y="13193"/>
                      <a:pt x="63704" y="85"/>
                      <a:pt x="46267" y="85"/>
                    </a:cubicBezTo>
                    <a:cubicBezTo>
                      <a:pt x="13137" y="85"/>
                      <a:pt x="234" y="51454"/>
                      <a:pt x="234" y="54643"/>
                    </a:cubicBezTo>
                    <a:cubicBezTo>
                      <a:pt x="234" y="58185"/>
                      <a:pt x="3721" y="58185"/>
                      <a:pt x="4418" y="58185"/>
                    </a:cubicBezTo>
                    <a:cubicBezTo>
                      <a:pt x="7906" y="58185"/>
                      <a:pt x="8255" y="57477"/>
                      <a:pt x="9998" y="51808"/>
                    </a:cubicBezTo>
                    <a:cubicBezTo>
                      <a:pt x="19414" y="18507"/>
                      <a:pt x="33364" y="7879"/>
                      <a:pt x="45221" y="7879"/>
                    </a:cubicBezTo>
                    <a:cubicBezTo>
                      <a:pt x="48010" y="7879"/>
                      <a:pt x="53939" y="7879"/>
                      <a:pt x="53939" y="19215"/>
                    </a:cubicBezTo>
                    <a:cubicBezTo>
                      <a:pt x="53939" y="28072"/>
                      <a:pt x="50452" y="37283"/>
                      <a:pt x="48010" y="44014"/>
                    </a:cubicBezTo>
                    <a:cubicBezTo>
                      <a:pt x="34061" y="81567"/>
                      <a:pt x="27784" y="101761"/>
                      <a:pt x="27784" y="118411"/>
                    </a:cubicBezTo>
                    <a:cubicBezTo>
                      <a:pt x="27784" y="149942"/>
                      <a:pt x="49754" y="160570"/>
                      <a:pt x="70330" y="160570"/>
                    </a:cubicBezTo>
                    <a:cubicBezTo>
                      <a:pt x="83930" y="160570"/>
                      <a:pt x="95787" y="154547"/>
                      <a:pt x="105552" y="144627"/>
                    </a:cubicBezTo>
                    <a:cubicBezTo>
                      <a:pt x="101018" y="163050"/>
                      <a:pt x="96834" y="180409"/>
                      <a:pt x="82884" y="199185"/>
                    </a:cubicBezTo>
                    <a:cubicBezTo>
                      <a:pt x="73817" y="211231"/>
                      <a:pt x="60565" y="221504"/>
                      <a:pt x="44523" y="221504"/>
                    </a:cubicBezTo>
                    <a:cubicBezTo>
                      <a:pt x="39641" y="221504"/>
                      <a:pt x="23948" y="220442"/>
                      <a:pt x="18019" y="206625"/>
                    </a:cubicBezTo>
                    <a:cubicBezTo>
                      <a:pt x="23599" y="206625"/>
                      <a:pt x="28133" y="206625"/>
                      <a:pt x="33015" y="202374"/>
                    </a:cubicBezTo>
                    <a:cubicBezTo>
                      <a:pt x="36502" y="199185"/>
                      <a:pt x="39990" y="194580"/>
                      <a:pt x="39990" y="187849"/>
                    </a:cubicBezTo>
                    <a:cubicBezTo>
                      <a:pt x="39990" y="176866"/>
                      <a:pt x="30574" y="175449"/>
                      <a:pt x="27086" y="175449"/>
                    </a:cubicBezTo>
                    <a:cubicBezTo>
                      <a:pt x="19065" y="175449"/>
                      <a:pt x="7557" y="181117"/>
                      <a:pt x="7557" y="198477"/>
                    </a:cubicBezTo>
                    <a:cubicBezTo>
                      <a:pt x="7557" y="216190"/>
                      <a:pt x="22901" y="229298"/>
                      <a:pt x="44523" y="229298"/>
                    </a:cubicBezTo>
                    <a:cubicBezTo>
                      <a:pt x="80443" y="229298"/>
                      <a:pt x="116363" y="197060"/>
                      <a:pt x="126127" y="157027"/>
                    </a:cubicBezTo>
                    <a:lnTo>
                      <a:pt x="159606" y="21695"/>
                    </a:lnTo>
                    <a:close/>
                  </a:path>
                </a:pathLst>
              </a:custGeom>
              <a:solidFill>
                <a:srgbClr val="FFFFFF"/>
              </a:solidFill>
              <a:ln w="345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5AB335C-6CF0-AF10-4780-7BE80D1257BB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0902076" y="5440030"/>
                <a:ext cx="73966" cy="166897"/>
              </a:xfrm>
              <a:custGeom>
                <a:avLst/>
                <a:gdLst>
                  <a:gd name="connsiteX0" fmla="*/ 67858 w 73966"/>
                  <a:gd name="connsiteY0" fmla="*/ 9510 h 166897"/>
                  <a:gd name="connsiteX1" fmla="*/ 58094 w 73966"/>
                  <a:gd name="connsiteY1" fmla="*/ 86 h 166897"/>
                  <a:gd name="connsiteX2" fmla="*/ 44423 w 73966"/>
                  <a:gd name="connsiteY2" fmla="*/ 13726 h 166897"/>
                  <a:gd name="connsiteX3" fmla="*/ 54188 w 73966"/>
                  <a:gd name="connsiteY3" fmla="*/ 23149 h 166897"/>
                  <a:gd name="connsiteX4" fmla="*/ 67858 w 73966"/>
                  <a:gd name="connsiteY4" fmla="*/ 9510 h 166897"/>
                  <a:gd name="connsiteX5" fmla="*/ 18059 w 73966"/>
                  <a:gd name="connsiteY5" fmla="*/ 135489 h 166897"/>
                  <a:gd name="connsiteX6" fmla="*/ 15862 w 73966"/>
                  <a:gd name="connsiteY6" fmla="*/ 145904 h 166897"/>
                  <a:gd name="connsiteX7" fmla="*/ 39053 w 73966"/>
                  <a:gd name="connsiteY7" fmla="*/ 166983 h 166897"/>
                  <a:gd name="connsiteX8" fmla="*/ 74205 w 73966"/>
                  <a:gd name="connsiteY8" fmla="*/ 129041 h 166897"/>
                  <a:gd name="connsiteX9" fmla="*/ 70300 w 73966"/>
                  <a:gd name="connsiteY9" fmla="*/ 125817 h 166897"/>
                  <a:gd name="connsiteX10" fmla="*/ 65661 w 73966"/>
                  <a:gd name="connsiteY10" fmla="*/ 130033 h 166897"/>
                  <a:gd name="connsiteX11" fmla="*/ 39785 w 73966"/>
                  <a:gd name="connsiteY11" fmla="*/ 160040 h 166897"/>
                  <a:gd name="connsiteX12" fmla="*/ 33682 w 73966"/>
                  <a:gd name="connsiteY12" fmla="*/ 151360 h 166897"/>
                  <a:gd name="connsiteX13" fmla="*/ 37588 w 73966"/>
                  <a:gd name="connsiteY13" fmla="*/ 135489 h 166897"/>
                  <a:gd name="connsiteX14" fmla="*/ 45400 w 73966"/>
                  <a:gd name="connsiteY14" fmla="*/ 115650 h 166897"/>
                  <a:gd name="connsiteX15" fmla="*/ 57361 w 73966"/>
                  <a:gd name="connsiteY15" fmla="*/ 84155 h 166897"/>
                  <a:gd name="connsiteX16" fmla="*/ 58826 w 73966"/>
                  <a:gd name="connsiteY16" fmla="*/ 76219 h 166897"/>
                  <a:gd name="connsiteX17" fmla="*/ 35635 w 73966"/>
                  <a:gd name="connsiteY17" fmla="*/ 55140 h 166897"/>
                  <a:gd name="connsiteX18" fmla="*/ 239 w 73966"/>
                  <a:gd name="connsiteY18" fmla="*/ 93082 h 166897"/>
                  <a:gd name="connsiteX19" fmla="*/ 4389 w 73966"/>
                  <a:gd name="connsiteY19" fmla="*/ 96306 h 166897"/>
                  <a:gd name="connsiteX20" fmla="*/ 8783 w 73966"/>
                  <a:gd name="connsiteY20" fmla="*/ 92338 h 166897"/>
                  <a:gd name="connsiteX21" fmla="*/ 34903 w 73966"/>
                  <a:gd name="connsiteY21" fmla="*/ 62084 h 166897"/>
                  <a:gd name="connsiteX22" fmla="*/ 41006 w 73966"/>
                  <a:gd name="connsiteY22" fmla="*/ 70763 h 166897"/>
                  <a:gd name="connsiteX23" fmla="*/ 33438 w 73966"/>
                  <a:gd name="connsiteY23" fmla="*/ 95562 h 166897"/>
                  <a:gd name="connsiteX24" fmla="*/ 18059 w 73966"/>
                  <a:gd name="connsiteY24" fmla="*/ 135489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3966" h="166897">
                    <a:moveTo>
                      <a:pt x="67858" y="9510"/>
                    </a:moveTo>
                    <a:cubicBezTo>
                      <a:pt x="67858" y="5542"/>
                      <a:pt x="64929" y="86"/>
                      <a:pt x="58094" y="86"/>
                    </a:cubicBezTo>
                    <a:cubicBezTo>
                      <a:pt x="51503" y="86"/>
                      <a:pt x="44423" y="6534"/>
                      <a:pt x="44423" y="13726"/>
                    </a:cubicBezTo>
                    <a:cubicBezTo>
                      <a:pt x="44423" y="17941"/>
                      <a:pt x="47597" y="23149"/>
                      <a:pt x="54188" y="23149"/>
                    </a:cubicBezTo>
                    <a:cubicBezTo>
                      <a:pt x="61267" y="23149"/>
                      <a:pt x="67858" y="16206"/>
                      <a:pt x="67858" y="9510"/>
                    </a:cubicBezTo>
                    <a:close/>
                    <a:moveTo>
                      <a:pt x="18059" y="135489"/>
                    </a:moveTo>
                    <a:cubicBezTo>
                      <a:pt x="17082" y="138713"/>
                      <a:pt x="15862" y="141688"/>
                      <a:pt x="15862" y="145904"/>
                    </a:cubicBezTo>
                    <a:cubicBezTo>
                      <a:pt x="15862" y="157560"/>
                      <a:pt x="25627" y="166983"/>
                      <a:pt x="39053" y="166983"/>
                    </a:cubicBezTo>
                    <a:cubicBezTo>
                      <a:pt x="63464" y="166983"/>
                      <a:pt x="74205" y="132761"/>
                      <a:pt x="74205" y="129041"/>
                    </a:cubicBezTo>
                    <a:cubicBezTo>
                      <a:pt x="74205" y="125817"/>
                      <a:pt x="71032" y="125817"/>
                      <a:pt x="70300" y="125817"/>
                    </a:cubicBezTo>
                    <a:cubicBezTo>
                      <a:pt x="66882" y="125817"/>
                      <a:pt x="66638" y="127305"/>
                      <a:pt x="65661" y="130033"/>
                    </a:cubicBezTo>
                    <a:cubicBezTo>
                      <a:pt x="60047" y="149872"/>
                      <a:pt x="49306" y="160040"/>
                      <a:pt x="39785" y="160040"/>
                    </a:cubicBezTo>
                    <a:cubicBezTo>
                      <a:pt x="34903" y="160040"/>
                      <a:pt x="33682" y="156816"/>
                      <a:pt x="33682" y="151360"/>
                    </a:cubicBezTo>
                    <a:cubicBezTo>
                      <a:pt x="33682" y="145656"/>
                      <a:pt x="35391" y="140945"/>
                      <a:pt x="37588" y="135489"/>
                    </a:cubicBezTo>
                    <a:cubicBezTo>
                      <a:pt x="40029" y="128793"/>
                      <a:pt x="42715" y="122097"/>
                      <a:pt x="45400" y="115650"/>
                    </a:cubicBezTo>
                    <a:cubicBezTo>
                      <a:pt x="47597" y="109698"/>
                      <a:pt x="56385" y="87131"/>
                      <a:pt x="57361" y="84155"/>
                    </a:cubicBezTo>
                    <a:cubicBezTo>
                      <a:pt x="58094" y="81675"/>
                      <a:pt x="58826" y="78699"/>
                      <a:pt x="58826" y="76219"/>
                    </a:cubicBezTo>
                    <a:cubicBezTo>
                      <a:pt x="58826" y="64564"/>
                      <a:pt x="49062" y="55140"/>
                      <a:pt x="35635" y="55140"/>
                    </a:cubicBezTo>
                    <a:cubicBezTo>
                      <a:pt x="11468" y="55140"/>
                      <a:pt x="239" y="88867"/>
                      <a:pt x="239" y="93082"/>
                    </a:cubicBezTo>
                    <a:cubicBezTo>
                      <a:pt x="239" y="96306"/>
                      <a:pt x="3656" y="96306"/>
                      <a:pt x="4389" y="96306"/>
                    </a:cubicBezTo>
                    <a:cubicBezTo>
                      <a:pt x="7806" y="96306"/>
                      <a:pt x="8050" y="95066"/>
                      <a:pt x="8783" y="92338"/>
                    </a:cubicBezTo>
                    <a:cubicBezTo>
                      <a:pt x="15130" y="71011"/>
                      <a:pt x="25871" y="62084"/>
                      <a:pt x="34903" y="62084"/>
                    </a:cubicBezTo>
                    <a:cubicBezTo>
                      <a:pt x="38809" y="62084"/>
                      <a:pt x="41006" y="64068"/>
                      <a:pt x="41006" y="70763"/>
                    </a:cubicBezTo>
                    <a:cubicBezTo>
                      <a:pt x="41006" y="76467"/>
                      <a:pt x="39541" y="80187"/>
                      <a:pt x="33438" y="95562"/>
                    </a:cubicBezTo>
                    <a:lnTo>
                      <a:pt x="18059" y="135489"/>
                    </a:lnTo>
                    <a:close/>
                  </a:path>
                </a:pathLst>
              </a:custGeom>
              <a:solidFill>
                <a:srgbClr val="FFFFFF"/>
              </a:solidFill>
              <a:ln w="345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7728FC-E55D-2043-F96D-BDA85C5A49AE}"/>
                </a:ext>
              </a:extLst>
            </p:cNvPr>
            <p:cNvSpPr txBox="1"/>
            <p:nvPr/>
          </p:nvSpPr>
          <p:spPr>
            <a:xfrm rot="20327852">
              <a:off x="3670210" y="3747321"/>
              <a:ext cx="24584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Least Square Fit</a:t>
              </a:r>
              <a:endParaRPr lang="en-PK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2507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Deviation Minimization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3EC1A-86B8-2746-F39D-7F99FF5D864A}"/>
              </a:ext>
            </a:extLst>
          </p:cNvPr>
          <p:cNvSpPr txBox="1"/>
          <p:nvPr/>
        </p:nvSpPr>
        <p:spPr>
          <a:xfrm rot="16200000">
            <a:off x="1211642" y="3114591"/>
            <a:ext cx="203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y-axis</a:t>
            </a:r>
            <a:endParaRPr lang="en-PK" sz="24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43AC678-9AD9-82A8-D5A4-A4C16EB4933A}"/>
              </a:ext>
            </a:extLst>
          </p:cNvPr>
          <p:cNvGrpSpPr/>
          <p:nvPr/>
        </p:nvGrpSpPr>
        <p:grpSpPr>
          <a:xfrm>
            <a:off x="2673610" y="1390006"/>
            <a:ext cx="8019374" cy="4790017"/>
            <a:chOff x="2695074" y="1209493"/>
            <a:chExt cx="8019374" cy="479001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1C291E-9730-9E5D-6EF1-ED5DB97A8D32}"/>
                </a:ext>
              </a:extLst>
            </p:cNvPr>
            <p:cNvSpPr txBox="1"/>
            <p:nvPr/>
          </p:nvSpPr>
          <p:spPr>
            <a:xfrm>
              <a:off x="5675355" y="5537845"/>
              <a:ext cx="2037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x-axis</a:t>
              </a:r>
              <a:endParaRPr lang="en-PK" sz="24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9A8CB90-EA4C-7E3B-1891-E827EF5E7AD8}"/>
                </a:ext>
              </a:extLst>
            </p:cNvPr>
            <p:cNvGrpSpPr/>
            <p:nvPr/>
          </p:nvGrpSpPr>
          <p:grpSpPr>
            <a:xfrm>
              <a:off x="2695074" y="1209493"/>
              <a:ext cx="8019374" cy="4252150"/>
              <a:chOff x="2695074" y="1209493"/>
              <a:chExt cx="8019374" cy="425215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148C7D-F510-99BD-AE17-CECB10F18A42}"/>
                  </a:ext>
                </a:extLst>
              </p:cNvPr>
              <p:cNvSpPr/>
              <p:nvPr/>
            </p:nvSpPr>
            <p:spPr>
              <a:xfrm>
                <a:off x="2695074" y="1210464"/>
                <a:ext cx="7997910" cy="4251179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3ADD292C-8AB1-0E61-B1A1-4BA98398D199}"/>
                  </a:ext>
                </a:extLst>
              </p:cNvPr>
              <p:cNvGrpSpPr/>
              <p:nvPr/>
            </p:nvGrpSpPr>
            <p:grpSpPr>
              <a:xfrm>
                <a:off x="2716538" y="1209497"/>
                <a:ext cx="7997910" cy="4251179"/>
                <a:chOff x="2695074" y="1354625"/>
                <a:chExt cx="7997910" cy="4251179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FA5494F5-F7DB-3209-597A-B01B5CB610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94656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36B6153-F89F-6CA0-522F-AE0117EA8B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92984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ACD07540-2958-1194-7F8F-4CFE4D7873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94238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3D1543C0-FCA0-0570-8AA0-9994F1B273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93820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EFB84C3E-8342-68D4-1C96-44E6A9EB9E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93402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D6D6023E-6F14-620B-55A5-74FABFC827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5074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A6BD1A5-4718-1FF5-52A4-A425478FA8A0}"/>
                  </a:ext>
                </a:extLst>
              </p:cNvPr>
              <p:cNvGrpSpPr/>
              <p:nvPr/>
            </p:nvGrpSpPr>
            <p:grpSpPr>
              <a:xfrm rot="16200000">
                <a:off x="4579174" y="-653141"/>
                <a:ext cx="4251179" cy="7976448"/>
                <a:chOff x="2695074" y="1354625"/>
                <a:chExt cx="7997910" cy="4251179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6855B22E-BC08-5430-23A3-98A084F28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94656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C5F80099-85FA-964A-B13C-1E65DFB3D9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92984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0C4D9A8-D0B5-2A22-86F0-EA46B7EAD7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94238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FE51589-11D8-6C11-B211-5B7E192CDD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93820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04ED17C-A2C7-8D6D-B611-A5866BD7B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93402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3C0FB7A-3072-27F6-2E3F-18F32960EB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5074" y="1354625"/>
                  <a:ext cx="0" cy="4251179"/>
                </a:xfrm>
                <a:prstGeom prst="line">
                  <a:avLst/>
                </a:prstGeom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C3A820F-3377-3408-04A0-86912A6016CB}"/>
                  </a:ext>
                </a:extLst>
              </p:cNvPr>
              <p:cNvSpPr/>
              <p:nvPr/>
            </p:nvSpPr>
            <p:spPr>
              <a:xfrm>
                <a:off x="3482502" y="4270443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AC62DB3-9AFC-4760-4CE9-9D87EE6EFD1C}"/>
                  </a:ext>
                </a:extLst>
              </p:cNvPr>
              <p:cNvCxnSpPr/>
              <p:nvPr/>
            </p:nvCxnSpPr>
            <p:spPr>
              <a:xfrm flipV="1">
                <a:off x="3093396" y="2237362"/>
                <a:ext cx="7042825" cy="2762655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781AE85-9325-4229-691E-4B70C37F9452}"/>
                  </a:ext>
                </a:extLst>
              </p:cNvPr>
              <p:cNvSpPr/>
              <p:nvPr/>
            </p:nvSpPr>
            <p:spPr>
              <a:xfrm>
                <a:off x="4824512" y="4849323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C716BD5-3630-55E6-5761-358FEC4575D0}"/>
                  </a:ext>
                </a:extLst>
              </p:cNvPr>
              <p:cNvSpPr/>
              <p:nvPr/>
            </p:nvSpPr>
            <p:spPr>
              <a:xfrm>
                <a:off x="5815333" y="4216622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2727E5C-8B0E-7C87-8597-EAA0F2F0160A}"/>
                  </a:ext>
                </a:extLst>
              </p:cNvPr>
              <p:cNvSpPr/>
              <p:nvPr/>
            </p:nvSpPr>
            <p:spPr>
              <a:xfrm>
                <a:off x="6413362" y="3251134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3286637-184D-C4C9-5BA0-230401C190EF}"/>
                  </a:ext>
                </a:extLst>
              </p:cNvPr>
              <p:cNvSpPr/>
              <p:nvPr/>
            </p:nvSpPr>
            <p:spPr>
              <a:xfrm>
                <a:off x="7748560" y="1940104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9BAEEEF-6ADE-528F-75A1-498FEBD32F91}"/>
                  </a:ext>
                </a:extLst>
              </p:cNvPr>
              <p:cNvSpPr/>
              <p:nvPr/>
            </p:nvSpPr>
            <p:spPr>
              <a:xfrm>
                <a:off x="8966772" y="2777711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9789A74-55E6-2685-76F7-8AE865B3FC6E}"/>
                  </a:ext>
                </a:extLst>
              </p:cNvPr>
              <p:cNvSpPr/>
              <p:nvPr/>
            </p:nvSpPr>
            <p:spPr>
              <a:xfrm>
                <a:off x="9806792" y="1973375"/>
                <a:ext cx="194266" cy="19426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E43FAE3-AF52-EE21-6BD3-C582DB79BD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0620" y="2109445"/>
                <a:ext cx="0" cy="3326302"/>
              </a:xfrm>
              <a:prstGeom prst="line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FD140B9-7A88-2EB3-8910-7A9582F9F6A1}"/>
                  </a:ext>
                </a:extLst>
              </p:cNvPr>
              <p:cNvSpPr/>
              <p:nvPr/>
            </p:nvSpPr>
            <p:spPr>
              <a:xfrm>
                <a:off x="7764114" y="3032814"/>
                <a:ext cx="194266" cy="194266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AD19C85-3CC4-A91B-7A64-82E49E54C6B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8089900" y="3225800"/>
              <a:ext cx="317767" cy="473939"/>
              <a:chOff x="16024011" y="6054853"/>
              <a:chExt cx="317767" cy="473939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697C8A3-442A-13ED-BD10-F09884D57348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6024011" y="6254861"/>
                <a:ext cx="159236" cy="243539"/>
              </a:xfrm>
              <a:custGeom>
                <a:avLst/>
                <a:gdLst>
                  <a:gd name="connsiteX0" fmla="*/ 158083 w 159236"/>
                  <a:gd name="connsiteY0" fmla="*/ 23046 h 243539"/>
                  <a:gd name="connsiteX1" fmla="*/ 159465 w 159236"/>
                  <a:gd name="connsiteY1" fmla="*/ 14388 h 243539"/>
                  <a:gd name="connsiteX2" fmla="*/ 149448 w 159236"/>
                  <a:gd name="connsiteY2" fmla="*/ 4225 h 243539"/>
                  <a:gd name="connsiteX3" fmla="*/ 137358 w 159236"/>
                  <a:gd name="connsiteY3" fmla="*/ 12130 h 243539"/>
                  <a:gd name="connsiteX4" fmla="*/ 132522 w 159236"/>
                  <a:gd name="connsiteY4" fmla="*/ 32456 h 243539"/>
                  <a:gd name="connsiteX5" fmla="*/ 125614 w 159236"/>
                  <a:gd name="connsiteY5" fmla="*/ 62569 h 243539"/>
                  <a:gd name="connsiteX6" fmla="*/ 110070 w 159236"/>
                  <a:gd name="connsiteY6" fmla="*/ 130324 h 243539"/>
                  <a:gd name="connsiteX7" fmla="*/ 71038 w 159236"/>
                  <a:gd name="connsiteY7" fmla="*/ 162319 h 243539"/>
                  <a:gd name="connsiteX8" fmla="*/ 49623 w 159236"/>
                  <a:gd name="connsiteY8" fmla="*/ 131829 h 243539"/>
                  <a:gd name="connsiteX9" fmla="*/ 67239 w 159236"/>
                  <a:gd name="connsiteY9" fmla="*/ 58052 h 243539"/>
                  <a:gd name="connsiteX10" fmla="*/ 74147 w 159236"/>
                  <a:gd name="connsiteY10" fmla="*/ 30951 h 243539"/>
                  <a:gd name="connsiteX11" fmla="*/ 45823 w 159236"/>
                  <a:gd name="connsiteY11" fmla="*/ 85 h 243539"/>
                  <a:gd name="connsiteX12" fmla="*/ 228 w 159236"/>
                  <a:gd name="connsiteY12" fmla="*/ 58052 h 243539"/>
                  <a:gd name="connsiteX13" fmla="*/ 4373 w 159236"/>
                  <a:gd name="connsiteY13" fmla="*/ 61816 h 243539"/>
                  <a:gd name="connsiteX14" fmla="*/ 9900 w 159236"/>
                  <a:gd name="connsiteY14" fmla="*/ 55041 h 243539"/>
                  <a:gd name="connsiteX15" fmla="*/ 44787 w 159236"/>
                  <a:gd name="connsiteY15" fmla="*/ 8366 h 243539"/>
                  <a:gd name="connsiteX16" fmla="*/ 53422 w 159236"/>
                  <a:gd name="connsiteY16" fmla="*/ 20411 h 243539"/>
                  <a:gd name="connsiteX17" fmla="*/ 47550 w 159236"/>
                  <a:gd name="connsiteY17" fmla="*/ 46760 h 243539"/>
                  <a:gd name="connsiteX18" fmla="*/ 27516 w 159236"/>
                  <a:gd name="connsiteY18" fmla="*/ 125807 h 243539"/>
                  <a:gd name="connsiteX19" fmla="*/ 69657 w 159236"/>
                  <a:gd name="connsiteY19" fmla="*/ 170600 h 243539"/>
                  <a:gd name="connsiteX20" fmla="*/ 104544 w 159236"/>
                  <a:gd name="connsiteY20" fmla="*/ 153661 h 243539"/>
                  <a:gd name="connsiteX21" fmla="*/ 82092 w 159236"/>
                  <a:gd name="connsiteY21" fmla="*/ 211629 h 243539"/>
                  <a:gd name="connsiteX22" fmla="*/ 44096 w 159236"/>
                  <a:gd name="connsiteY22" fmla="*/ 235343 h 243539"/>
                  <a:gd name="connsiteX23" fmla="*/ 17845 w 159236"/>
                  <a:gd name="connsiteY23" fmla="*/ 219534 h 243539"/>
                  <a:gd name="connsiteX24" fmla="*/ 32697 w 159236"/>
                  <a:gd name="connsiteY24" fmla="*/ 215017 h 243539"/>
                  <a:gd name="connsiteX25" fmla="*/ 39606 w 159236"/>
                  <a:gd name="connsiteY25" fmla="*/ 199584 h 243539"/>
                  <a:gd name="connsiteX26" fmla="*/ 26825 w 159236"/>
                  <a:gd name="connsiteY26" fmla="*/ 186409 h 243539"/>
                  <a:gd name="connsiteX27" fmla="*/ 7482 w 159236"/>
                  <a:gd name="connsiteY27" fmla="*/ 210876 h 243539"/>
                  <a:gd name="connsiteX28" fmla="*/ 44096 w 159236"/>
                  <a:gd name="connsiteY28" fmla="*/ 243624 h 243539"/>
                  <a:gd name="connsiteX29" fmla="*/ 124923 w 159236"/>
                  <a:gd name="connsiteY29" fmla="*/ 166836 h 243539"/>
                  <a:gd name="connsiteX30" fmla="*/ 158083 w 159236"/>
                  <a:gd name="connsiteY30" fmla="*/ 23046 h 24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9236" h="243539">
                    <a:moveTo>
                      <a:pt x="158083" y="23046"/>
                    </a:moveTo>
                    <a:cubicBezTo>
                      <a:pt x="159465" y="17776"/>
                      <a:pt x="159465" y="17023"/>
                      <a:pt x="159465" y="14388"/>
                    </a:cubicBezTo>
                    <a:cubicBezTo>
                      <a:pt x="159465" y="7613"/>
                      <a:pt x="154629" y="4225"/>
                      <a:pt x="149448" y="4225"/>
                    </a:cubicBezTo>
                    <a:cubicBezTo>
                      <a:pt x="145993" y="4225"/>
                      <a:pt x="140467" y="6484"/>
                      <a:pt x="137358" y="12130"/>
                    </a:cubicBezTo>
                    <a:cubicBezTo>
                      <a:pt x="136667" y="14012"/>
                      <a:pt x="133904" y="25681"/>
                      <a:pt x="132522" y="32456"/>
                    </a:cubicBezTo>
                    <a:cubicBezTo>
                      <a:pt x="130104" y="42243"/>
                      <a:pt x="127686" y="52406"/>
                      <a:pt x="125614" y="62569"/>
                    </a:cubicBezTo>
                    <a:lnTo>
                      <a:pt x="110070" y="130324"/>
                    </a:lnTo>
                    <a:cubicBezTo>
                      <a:pt x="108689" y="135970"/>
                      <a:pt x="93836" y="162319"/>
                      <a:pt x="71038" y="162319"/>
                    </a:cubicBezTo>
                    <a:cubicBezTo>
                      <a:pt x="53422" y="162319"/>
                      <a:pt x="49623" y="145757"/>
                      <a:pt x="49623" y="131829"/>
                    </a:cubicBezTo>
                    <a:cubicBezTo>
                      <a:pt x="49623" y="114514"/>
                      <a:pt x="55495" y="91177"/>
                      <a:pt x="67239" y="58052"/>
                    </a:cubicBezTo>
                    <a:cubicBezTo>
                      <a:pt x="72765" y="42619"/>
                      <a:pt x="74147" y="38479"/>
                      <a:pt x="74147" y="30951"/>
                    </a:cubicBezTo>
                    <a:cubicBezTo>
                      <a:pt x="74147" y="14012"/>
                      <a:pt x="63094" y="85"/>
                      <a:pt x="45823" y="85"/>
                    </a:cubicBezTo>
                    <a:cubicBezTo>
                      <a:pt x="13009" y="85"/>
                      <a:pt x="228" y="54665"/>
                      <a:pt x="228" y="58052"/>
                    </a:cubicBezTo>
                    <a:cubicBezTo>
                      <a:pt x="228" y="61816"/>
                      <a:pt x="3683" y="61816"/>
                      <a:pt x="4373" y="61816"/>
                    </a:cubicBezTo>
                    <a:cubicBezTo>
                      <a:pt x="7828" y="61816"/>
                      <a:pt x="8173" y="61064"/>
                      <a:pt x="9900" y="55041"/>
                    </a:cubicBezTo>
                    <a:cubicBezTo>
                      <a:pt x="19226" y="19658"/>
                      <a:pt x="33043" y="8366"/>
                      <a:pt x="44787" y="8366"/>
                    </a:cubicBezTo>
                    <a:cubicBezTo>
                      <a:pt x="47550" y="8366"/>
                      <a:pt x="53422" y="8366"/>
                      <a:pt x="53422" y="20411"/>
                    </a:cubicBezTo>
                    <a:cubicBezTo>
                      <a:pt x="53422" y="29821"/>
                      <a:pt x="49968" y="39608"/>
                      <a:pt x="47550" y="46760"/>
                    </a:cubicBezTo>
                    <a:cubicBezTo>
                      <a:pt x="33734" y="86660"/>
                      <a:pt x="27516" y="108115"/>
                      <a:pt x="27516" y="125807"/>
                    </a:cubicBezTo>
                    <a:cubicBezTo>
                      <a:pt x="27516" y="159308"/>
                      <a:pt x="49277" y="170600"/>
                      <a:pt x="69657" y="170600"/>
                    </a:cubicBezTo>
                    <a:cubicBezTo>
                      <a:pt x="83128" y="170600"/>
                      <a:pt x="94872" y="164201"/>
                      <a:pt x="104544" y="153661"/>
                    </a:cubicBezTo>
                    <a:cubicBezTo>
                      <a:pt x="100053" y="173235"/>
                      <a:pt x="95908" y="191679"/>
                      <a:pt x="82092" y="211629"/>
                    </a:cubicBezTo>
                    <a:cubicBezTo>
                      <a:pt x="73111" y="224427"/>
                      <a:pt x="59985" y="235343"/>
                      <a:pt x="44096" y="235343"/>
                    </a:cubicBezTo>
                    <a:cubicBezTo>
                      <a:pt x="39260" y="235343"/>
                      <a:pt x="23717" y="234214"/>
                      <a:pt x="17845" y="219534"/>
                    </a:cubicBezTo>
                    <a:cubicBezTo>
                      <a:pt x="23371" y="219534"/>
                      <a:pt x="27862" y="219534"/>
                      <a:pt x="32697" y="215017"/>
                    </a:cubicBezTo>
                    <a:cubicBezTo>
                      <a:pt x="36152" y="211629"/>
                      <a:pt x="39606" y="206736"/>
                      <a:pt x="39606" y="199584"/>
                    </a:cubicBezTo>
                    <a:cubicBezTo>
                      <a:pt x="39606" y="187915"/>
                      <a:pt x="30279" y="186409"/>
                      <a:pt x="26825" y="186409"/>
                    </a:cubicBezTo>
                    <a:cubicBezTo>
                      <a:pt x="18881" y="186409"/>
                      <a:pt x="7482" y="192432"/>
                      <a:pt x="7482" y="210876"/>
                    </a:cubicBezTo>
                    <a:cubicBezTo>
                      <a:pt x="7482" y="229697"/>
                      <a:pt x="22680" y="243624"/>
                      <a:pt x="44096" y="243624"/>
                    </a:cubicBezTo>
                    <a:cubicBezTo>
                      <a:pt x="79674" y="243624"/>
                      <a:pt x="115252" y="209371"/>
                      <a:pt x="124923" y="166836"/>
                    </a:cubicBezTo>
                    <a:lnTo>
                      <a:pt x="158083" y="23046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BD92FAE1-DB5F-474C-80E8-7E517A0E6F07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6213388" y="6054853"/>
                <a:ext cx="128390" cy="239248"/>
              </a:xfrm>
              <a:custGeom>
                <a:avLst/>
                <a:gdLst>
                  <a:gd name="connsiteX0" fmla="*/ 80992 w 128390"/>
                  <a:gd name="connsiteY0" fmla="*/ 81498 h 239248"/>
                  <a:gd name="connsiteX1" fmla="*/ 104687 w 128390"/>
                  <a:gd name="connsiteY1" fmla="*/ 81498 h 239248"/>
                  <a:gd name="connsiteX2" fmla="*/ 112666 w 128390"/>
                  <a:gd name="connsiteY2" fmla="*/ 75701 h 239248"/>
                  <a:gd name="connsiteX3" fmla="*/ 105171 w 128390"/>
                  <a:gd name="connsiteY3" fmla="*/ 72012 h 239248"/>
                  <a:gd name="connsiteX4" fmla="*/ 82684 w 128390"/>
                  <a:gd name="connsiteY4" fmla="*/ 72012 h 239248"/>
                  <a:gd name="connsiteX5" fmla="*/ 92114 w 128390"/>
                  <a:gd name="connsiteY5" fmla="*/ 18788 h 239248"/>
                  <a:gd name="connsiteX6" fmla="*/ 104445 w 128390"/>
                  <a:gd name="connsiteY6" fmla="*/ 7458 h 239248"/>
                  <a:gd name="connsiteX7" fmla="*/ 115809 w 128390"/>
                  <a:gd name="connsiteY7" fmla="*/ 10619 h 239248"/>
                  <a:gd name="connsiteX8" fmla="*/ 105171 w 128390"/>
                  <a:gd name="connsiteY8" fmla="*/ 25111 h 239248"/>
                  <a:gd name="connsiteX9" fmla="*/ 114842 w 128390"/>
                  <a:gd name="connsiteY9" fmla="*/ 34860 h 239248"/>
                  <a:gd name="connsiteX10" fmla="*/ 128624 w 128390"/>
                  <a:gd name="connsiteY10" fmla="*/ 18788 h 239248"/>
                  <a:gd name="connsiteX11" fmla="*/ 104445 w 128390"/>
                  <a:gd name="connsiteY11" fmla="*/ 80 h 239248"/>
                  <a:gd name="connsiteX12" fmla="*/ 75430 w 128390"/>
                  <a:gd name="connsiteY12" fmla="*/ 19842 h 239248"/>
                  <a:gd name="connsiteX13" fmla="*/ 63583 w 128390"/>
                  <a:gd name="connsiteY13" fmla="*/ 72012 h 239248"/>
                  <a:gd name="connsiteX14" fmla="*/ 44481 w 128390"/>
                  <a:gd name="connsiteY14" fmla="*/ 72012 h 239248"/>
                  <a:gd name="connsiteX15" fmla="*/ 36502 w 128390"/>
                  <a:gd name="connsiteY15" fmla="*/ 77809 h 239248"/>
                  <a:gd name="connsiteX16" fmla="*/ 43998 w 128390"/>
                  <a:gd name="connsiteY16" fmla="*/ 81498 h 239248"/>
                  <a:gd name="connsiteX17" fmla="*/ 61890 w 128390"/>
                  <a:gd name="connsiteY17" fmla="*/ 81498 h 239248"/>
                  <a:gd name="connsiteX18" fmla="*/ 40613 w 128390"/>
                  <a:gd name="connsiteY18" fmla="*/ 206129 h 239248"/>
                  <a:gd name="connsiteX19" fmla="*/ 23687 w 128390"/>
                  <a:gd name="connsiteY19" fmla="*/ 231951 h 239248"/>
                  <a:gd name="connsiteX20" fmla="*/ 13049 w 128390"/>
                  <a:gd name="connsiteY20" fmla="*/ 228789 h 239248"/>
                  <a:gd name="connsiteX21" fmla="*/ 23687 w 128390"/>
                  <a:gd name="connsiteY21" fmla="*/ 214297 h 239248"/>
                  <a:gd name="connsiteX22" fmla="*/ 14016 w 128390"/>
                  <a:gd name="connsiteY22" fmla="*/ 204548 h 239248"/>
                  <a:gd name="connsiteX23" fmla="*/ 234 w 128390"/>
                  <a:gd name="connsiteY23" fmla="*/ 220621 h 239248"/>
                  <a:gd name="connsiteX24" fmla="*/ 23687 w 128390"/>
                  <a:gd name="connsiteY24" fmla="*/ 239328 h 239248"/>
                  <a:gd name="connsiteX25" fmla="*/ 52702 w 128390"/>
                  <a:gd name="connsiteY25" fmla="*/ 216141 h 239248"/>
                  <a:gd name="connsiteX26" fmla="*/ 67451 w 128390"/>
                  <a:gd name="connsiteY26" fmla="*/ 162916 h 239248"/>
                  <a:gd name="connsiteX27" fmla="*/ 80992 w 128390"/>
                  <a:gd name="connsiteY27" fmla="*/ 81498 h 23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8390" h="239248">
                    <a:moveTo>
                      <a:pt x="80992" y="81498"/>
                    </a:moveTo>
                    <a:lnTo>
                      <a:pt x="104687" y="81498"/>
                    </a:lnTo>
                    <a:cubicBezTo>
                      <a:pt x="109523" y="81498"/>
                      <a:pt x="112666" y="81498"/>
                      <a:pt x="112666" y="75701"/>
                    </a:cubicBezTo>
                    <a:cubicBezTo>
                      <a:pt x="112666" y="72012"/>
                      <a:pt x="109523" y="72012"/>
                      <a:pt x="105171" y="72012"/>
                    </a:cubicBezTo>
                    <a:lnTo>
                      <a:pt x="82684" y="72012"/>
                    </a:lnTo>
                    <a:cubicBezTo>
                      <a:pt x="88245" y="38549"/>
                      <a:pt x="90180" y="26429"/>
                      <a:pt x="92114" y="18788"/>
                    </a:cubicBezTo>
                    <a:cubicBezTo>
                      <a:pt x="93323" y="12991"/>
                      <a:pt x="98642" y="7458"/>
                      <a:pt x="104445" y="7458"/>
                    </a:cubicBezTo>
                    <a:cubicBezTo>
                      <a:pt x="104687" y="7458"/>
                      <a:pt x="111215" y="7458"/>
                      <a:pt x="115809" y="10619"/>
                    </a:cubicBezTo>
                    <a:cubicBezTo>
                      <a:pt x="105896" y="14045"/>
                      <a:pt x="105171" y="23530"/>
                      <a:pt x="105171" y="25111"/>
                    </a:cubicBezTo>
                    <a:cubicBezTo>
                      <a:pt x="105171" y="30908"/>
                      <a:pt x="109281" y="34860"/>
                      <a:pt x="114842" y="34860"/>
                    </a:cubicBezTo>
                    <a:cubicBezTo>
                      <a:pt x="121371" y="34860"/>
                      <a:pt x="128624" y="28800"/>
                      <a:pt x="128624" y="18788"/>
                    </a:cubicBezTo>
                    <a:cubicBezTo>
                      <a:pt x="128624" y="6667"/>
                      <a:pt x="116777" y="80"/>
                      <a:pt x="104445" y="80"/>
                    </a:cubicBezTo>
                    <a:cubicBezTo>
                      <a:pt x="93806" y="80"/>
                      <a:pt x="81959" y="6667"/>
                      <a:pt x="75430" y="19842"/>
                    </a:cubicBezTo>
                    <a:cubicBezTo>
                      <a:pt x="70595" y="29591"/>
                      <a:pt x="68660" y="41448"/>
                      <a:pt x="63583" y="72012"/>
                    </a:cubicBezTo>
                    <a:lnTo>
                      <a:pt x="44481" y="72012"/>
                    </a:lnTo>
                    <a:cubicBezTo>
                      <a:pt x="39645" y="72012"/>
                      <a:pt x="36502" y="72012"/>
                      <a:pt x="36502" y="77809"/>
                    </a:cubicBezTo>
                    <a:cubicBezTo>
                      <a:pt x="36502" y="81498"/>
                      <a:pt x="39645" y="81498"/>
                      <a:pt x="43998" y="81498"/>
                    </a:cubicBezTo>
                    <a:lnTo>
                      <a:pt x="61890" y="81498"/>
                    </a:lnTo>
                    <a:cubicBezTo>
                      <a:pt x="61648" y="83079"/>
                      <a:pt x="46416" y="177935"/>
                      <a:pt x="40613" y="206129"/>
                    </a:cubicBezTo>
                    <a:cubicBezTo>
                      <a:pt x="39404" y="211925"/>
                      <a:pt x="35293" y="231951"/>
                      <a:pt x="23687" y="231951"/>
                    </a:cubicBezTo>
                    <a:cubicBezTo>
                      <a:pt x="23446" y="231951"/>
                      <a:pt x="17643" y="231951"/>
                      <a:pt x="13049" y="228789"/>
                    </a:cubicBezTo>
                    <a:cubicBezTo>
                      <a:pt x="22962" y="225363"/>
                      <a:pt x="23687" y="215878"/>
                      <a:pt x="23687" y="214297"/>
                    </a:cubicBezTo>
                    <a:cubicBezTo>
                      <a:pt x="23687" y="208500"/>
                      <a:pt x="19577" y="204548"/>
                      <a:pt x="14016" y="204548"/>
                    </a:cubicBezTo>
                    <a:cubicBezTo>
                      <a:pt x="7487" y="204548"/>
                      <a:pt x="234" y="210608"/>
                      <a:pt x="234" y="220621"/>
                    </a:cubicBezTo>
                    <a:cubicBezTo>
                      <a:pt x="234" y="232478"/>
                      <a:pt x="11598" y="239328"/>
                      <a:pt x="23687" y="239328"/>
                    </a:cubicBezTo>
                    <a:cubicBezTo>
                      <a:pt x="39162" y="239328"/>
                      <a:pt x="49801" y="221938"/>
                      <a:pt x="52702" y="216141"/>
                    </a:cubicBezTo>
                    <a:cubicBezTo>
                      <a:pt x="61407" y="198487"/>
                      <a:pt x="66968" y="166078"/>
                      <a:pt x="67451" y="162916"/>
                    </a:cubicBezTo>
                    <a:lnTo>
                      <a:pt x="80992" y="81498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05E58AC-D5E7-C3FD-E539-0382801D7F36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6194708" y="6351464"/>
                <a:ext cx="73262" cy="177328"/>
              </a:xfrm>
              <a:custGeom>
                <a:avLst/>
                <a:gdLst>
                  <a:gd name="connsiteX0" fmla="*/ 67209 w 73262"/>
                  <a:gd name="connsiteY0" fmla="*/ 10100 h 177328"/>
                  <a:gd name="connsiteX1" fmla="*/ 57538 w 73262"/>
                  <a:gd name="connsiteY1" fmla="*/ 87 h 177328"/>
                  <a:gd name="connsiteX2" fmla="*/ 43997 w 73262"/>
                  <a:gd name="connsiteY2" fmla="*/ 14579 h 177328"/>
                  <a:gd name="connsiteX3" fmla="*/ 53669 w 73262"/>
                  <a:gd name="connsiteY3" fmla="*/ 24592 h 177328"/>
                  <a:gd name="connsiteX4" fmla="*/ 67209 w 73262"/>
                  <a:gd name="connsiteY4" fmla="*/ 10100 h 177328"/>
                  <a:gd name="connsiteX5" fmla="*/ 17884 w 73262"/>
                  <a:gd name="connsiteY5" fmla="*/ 143953 h 177328"/>
                  <a:gd name="connsiteX6" fmla="*/ 15708 w 73262"/>
                  <a:gd name="connsiteY6" fmla="*/ 155019 h 177328"/>
                  <a:gd name="connsiteX7" fmla="*/ 38678 w 73262"/>
                  <a:gd name="connsiteY7" fmla="*/ 177416 h 177328"/>
                  <a:gd name="connsiteX8" fmla="*/ 73496 w 73262"/>
                  <a:gd name="connsiteY8" fmla="*/ 137102 h 177328"/>
                  <a:gd name="connsiteX9" fmla="*/ 69627 w 73262"/>
                  <a:gd name="connsiteY9" fmla="*/ 133677 h 177328"/>
                  <a:gd name="connsiteX10" fmla="*/ 65033 w 73262"/>
                  <a:gd name="connsiteY10" fmla="*/ 138156 h 177328"/>
                  <a:gd name="connsiteX11" fmla="*/ 39403 w 73262"/>
                  <a:gd name="connsiteY11" fmla="*/ 170038 h 177328"/>
                  <a:gd name="connsiteX12" fmla="*/ 33359 w 73262"/>
                  <a:gd name="connsiteY12" fmla="*/ 160816 h 177328"/>
                  <a:gd name="connsiteX13" fmla="*/ 37227 w 73262"/>
                  <a:gd name="connsiteY13" fmla="*/ 143953 h 177328"/>
                  <a:gd name="connsiteX14" fmla="*/ 44965 w 73262"/>
                  <a:gd name="connsiteY14" fmla="*/ 122874 h 177328"/>
                  <a:gd name="connsiteX15" fmla="*/ 56812 w 73262"/>
                  <a:gd name="connsiteY15" fmla="*/ 89410 h 177328"/>
                  <a:gd name="connsiteX16" fmla="*/ 58263 w 73262"/>
                  <a:gd name="connsiteY16" fmla="*/ 80979 h 177328"/>
                  <a:gd name="connsiteX17" fmla="*/ 35293 w 73262"/>
                  <a:gd name="connsiteY17" fmla="*/ 58582 h 177328"/>
                  <a:gd name="connsiteX18" fmla="*/ 233 w 73262"/>
                  <a:gd name="connsiteY18" fmla="*/ 98896 h 177328"/>
                  <a:gd name="connsiteX19" fmla="*/ 4344 w 73262"/>
                  <a:gd name="connsiteY19" fmla="*/ 102321 h 177328"/>
                  <a:gd name="connsiteX20" fmla="*/ 8696 w 73262"/>
                  <a:gd name="connsiteY20" fmla="*/ 98106 h 177328"/>
                  <a:gd name="connsiteX21" fmla="*/ 34568 w 73262"/>
                  <a:gd name="connsiteY21" fmla="*/ 65960 h 177328"/>
                  <a:gd name="connsiteX22" fmla="*/ 40612 w 73262"/>
                  <a:gd name="connsiteY22" fmla="*/ 75182 h 177328"/>
                  <a:gd name="connsiteX23" fmla="*/ 33117 w 73262"/>
                  <a:gd name="connsiteY23" fmla="*/ 101531 h 177328"/>
                  <a:gd name="connsiteX24" fmla="*/ 17884 w 73262"/>
                  <a:gd name="connsiteY24" fmla="*/ 143953 h 177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3262" h="177328">
                    <a:moveTo>
                      <a:pt x="67209" y="10100"/>
                    </a:moveTo>
                    <a:cubicBezTo>
                      <a:pt x="67209" y="5884"/>
                      <a:pt x="64308" y="87"/>
                      <a:pt x="57538" y="87"/>
                    </a:cubicBezTo>
                    <a:cubicBezTo>
                      <a:pt x="51009" y="87"/>
                      <a:pt x="43997" y="6938"/>
                      <a:pt x="43997" y="14579"/>
                    </a:cubicBezTo>
                    <a:cubicBezTo>
                      <a:pt x="43997" y="19059"/>
                      <a:pt x="47141" y="24592"/>
                      <a:pt x="53669" y="24592"/>
                    </a:cubicBezTo>
                    <a:cubicBezTo>
                      <a:pt x="60681" y="24592"/>
                      <a:pt x="67209" y="17214"/>
                      <a:pt x="67209" y="10100"/>
                    </a:cubicBezTo>
                    <a:close/>
                    <a:moveTo>
                      <a:pt x="17884" y="143953"/>
                    </a:moveTo>
                    <a:cubicBezTo>
                      <a:pt x="16917" y="147378"/>
                      <a:pt x="15708" y="150540"/>
                      <a:pt x="15708" y="155019"/>
                    </a:cubicBezTo>
                    <a:cubicBezTo>
                      <a:pt x="15708" y="167403"/>
                      <a:pt x="25379" y="177416"/>
                      <a:pt x="38678" y="177416"/>
                    </a:cubicBezTo>
                    <a:cubicBezTo>
                      <a:pt x="62857" y="177416"/>
                      <a:pt x="73496" y="141054"/>
                      <a:pt x="73496" y="137102"/>
                    </a:cubicBezTo>
                    <a:cubicBezTo>
                      <a:pt x="73496" y="133677"/>
                      <a:pt x="70352" y="133677"/>
                      <a:pt x="69627" y="133677"/>
                    </a:cubicBezTo>
                    <a:cubicBezTo>
                      <a:pt x="66242" y="133677"/>
                      <a:pt x="66000" y="135258"/>
                      <a:pt x="65033" y="138156"/>
                    </a:cubicBezTo>
                    <a:cubicBezTo>
                      <a:pt x="59472" y="159235"/>
                      <a:pt x="48833" y="170038"/>
                      <a:pt x="39403" y="170038"/>
                    </a:cubicBezTo>
                    <a:cubicBezTo>
                      <a:pt x="34568" y="170038"/>
                      <a:pt x="33359" y="166613"/>
                      <a:pt x="33359" y="160816"/>
                    </a:cubicBezTo>
                    <a:cubicBezTo>
                      <a:pt x="33359" y="154756"/>
                      <a:pt x="35051" y="149749"/>
                      <a:pt x="37227" y="143953"/>
                    </a:cubicBezTo>
                    <a:cubicBezTo>
                      <a:pt x="39645" y="136838"/>
                      <a:pt x="42305" y="129724"/>
                      <a:pt x="44965" y="122874"/>
                    </a:cubicBezTo>
                    <a:cubicBezTo>
                      <a:pt x="47141" y="116550"/>
                      <a:pt x="55845" y="92572"/>
                      <a:pt x="56812" y="89410"/>
                    </a:cubicBezTo>
                    <a:cubicBezTo>
                      <a:pt x="57538" y="86775"/>
                      <a:pt x="58263" y="83614"/>
                      <a:pt x="58263" y="80979"/>
                    </a:cubicBezTo>
                    <a:cubicBezTo>
                      <a:pt x="58263" y="68595"/>
                      <a:pt x="48591" y="58582"/>
                      <a:pt x="35293" y="58582"/>
                    </a:cubicBezTo>
                    <a:cubicBezTo>
                      <a:pt x="11356" y="58582"/>
                      <a:pt x="233" y="94417"/>
                      <a:pt x="233" y="98896"/>
                    </a:cubicBezTo>
                    <a:cubicBezTo>
                      <a:pt x="233" y="102321"/>
                      <a:pt x="3618" y="102321"/>
                      <a:pt x="4344" y="102321"/>
                    </a:cubicBezTo>
                    <a:cubicBezTo>
                      <a:pt x="7729" y="102321"/>
                      <a:pt x="7971" y="101004"/>
                      <a:pt x="8696" y="98106"/>
                    </a:cubicBezTo>
                    <a:cubicBezTo>
                      <a:pt x="14983" y="75445"/>
                      <a:pt x="25621" y="65960"/>
                      <a:pt x="34568" y="65960"/>
                    </a:cubicBezTo>
                    <a:cubicBezTo>
                      <a:pt x="38436" y="65960"/>
                      <a:pt x="40612" y="68068"/>
                      <a:pt x="40612" y="75182"/>
                    </a:cubicBezTo>
                    <a:cubicBezTo>
                      <a:pt x="40612" y="81242"/>
                      <a:pt x="39162" y="85195"/>
                      <a:pt x="33117" y="101531"/>
                    </a:cubicBezTo>
                    <a:lnTo>
                      <a:pt x="17884" y="143953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648B488-991B-59EC-7480-685C24FE750E}"/>
                </a:ext>
              </a:extLst>
            </p:cNvPr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7942826" y="1486773"/>
              <a:ext cx="345284" cy="417725"/>
              <a:chOff x="16758153" y="4417828"/>
              <a:chExt cx="345284" cy="417725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E34B40FC-EA54-CF13-D081-CFE23002FDA5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6758153" y="4583298"/>
                <a:ext cx="176929" cy="234423"/>
              </a:xfrm>
              <a:custGeom>
                <a:avLst/>
                <a:gdLst>
                  <a:gd name="connsiteX0" fmla="*/ 175623 w 176929"/>
                  <a:gd name="connsiteY0" fmla="*/ 22186 h 234423"/>
                  <a:gd name="connsiteX1" fmla="*/ 177158 w 176929"/>
                  <a:gd name="connsiteY1" fmla="*/ 13853 h 234423"/>
                  <a:gd name="connsiteX2" fmla="*/ 166028 w 176929"/>
                  <a:gd name="connsiteY2" fmla="*/ 4070 h 234423"/>
                  <a:gd name="connsiteX3" fmla="*/ 152595 w 176929"/>
                  <a:gd name="connsiteY3" fmla="*/ 11679 h 234423"/>
                  <a:gd name="connsiteX4" fmla="*/ 147222 w 176929"/>
                  <a:gd name="connsiteY4" fmla="*/ 31244 h 234423"/>
                  <a:gd name="connsiteX5" fmla="*/ 139546 w 176929"/>
                  <a:gd name="connsiteY5" fmla="*/ 60230 h 234423"/>
                  <a:gd name="connsiteX6" fmla="*/ 122275 w 176929"/>
                  <a:gd name="connsiteY6" fmla="*/ 125449 h 234423"/>
                  <a:gd name="connsiteX7" fmla="*/ 78906 w 176929"/>
                  <a:gd name="connsiteY7" fmla="*/ 156246 h 234423"/>
                  <a:gd name="connsiteX8" fmla="*/ 55111 w 176929"/>
                  <a:gd name="connsiteY8" fmla="*/ 126898 h 234423"/>
                  <a:gd name="connsiteX9" fmla="*/ 74685 w 176929"/>
                  <a:gd name="connsiteY9" fmla="*/ 55882 h 234423"/>
                  <a:gd name="connsiteX10" fmla="*/ 82361 w 176929"/>
                  <a:gd name="connsiteY10" fmla="*/ 29795 h 234423"/>
                  <a:gd name="connsiteX11" fmla="*/ 50889 w 176929"/>
                  <a:gd name="connsiteY11" fmla="*/ 85 h 234423"/>
                  <a:gd name="connsiteX12" fmla="*/ 229 w 176929"/>
                  <a:gd name="connsiteY12" fmla="*/ 55882 h 234423"/>
                  <a:gd name="connsiteX13" fmla="*/ 4834 w 176929"/>
                  <a:gd name="connsiteY13" fmla="*/ 59506 h 234423"/>
                  <a:gd name="connsiteX14" fmla="*/ 10975 w 176929"/>
                  <a:gd name="connsiteY14" fmla="*/ 52984 h 234423"/>
                  <a:gd name="connsiteX15" fmla="*/ 49738 w 176929"/>
                  <a:gd name="connsiteY15" fmla="*/ 8056 h 234423"/>
                  <a:gd name="connsiteX16" fmla="*/ 59333 w 176929"/>
                  <a:gd name="connsiteY16" fmla="*/ 19650 h 234423"/>
                  <a:gd name="connsiteX17" fmla="*/ 52808 w 176929"/>
                  <a:gd name="connsiteY17" fmla="*/ 45013 h 234423"/>
                  <a:gd name="connsiteX18" fmla="*/ 30548 w 176929"/>
                  <a:gd name="connsiteY18" fmla="*/ 121101 h 234423"/>
                  <a:gd name="connsiteX19" fmla="*/ 77371 w 176929"/>
                  <a:gd name="connsiteY19" fmla="*/ 164217 h 234423"/>
                  <a:gd name="connsiteX20" fmla="*/ 116134 w 176929"/>
                  <a:gd name="connsiteY20" fmla="*/ 147913 h 234423"/>
                  <a:gd name="connsiteX21" fmla="*/ 91188 w 176929"/>
                  <a:gd name="connsiteY21" fmla="*/ 203710 h 234423"/>
                  <a:gd name="connsiteX22" fmla="*/ 48971 w 176929"/>
                  <a:gd name="connsiteY22" fmla="*/ 226537 h 234423"/>
                  <a:gd name="connsiteX23" fmla="*/ 19802 w 176929"/>
                  <a:gd name="connsiteY23" fmla="*/ 211319 h 234423"/>
                  <a:gd name="connsiteX24" fmla="*/ 36305 w 176929"/>
                  <a:gd name="connsiteY24" fmla="*/ 206971 h 234423"/>
                  <a:gd name="connsiteX25" fmla="*/ 43981 w 176929"/>
                  <a:gd name="connsiteY25" fmla="*/ 192116 h 234423"/>
                  <a:gd name="connsiteX26" fmla="*/ 29781 w 176929"/>
                  <a:gd name="connsiteY26" fmla="*/ 179435 h 234423"/>
                  <a:gd name="connsiteX27" fmla="*/ 8288 w 176929"/>
                  <a:gd name="connsiteY27" fmla="*/ 202986 h 234423"/>
                  <a:gd name="connsiteX28" fmla="*/ 48971 w 176929"/>
                  <a:gd name="connsiteY28" fmla="*/ 234508 h 234423"/>
                  <a:gd name="connsiteX29" fmla="*/ 138778 w 176929"/>
                  <a:gd name="connsiteY29" fmla="*/ 160594 h 234423"/>
                  <a:gd name="connsiteX30" fmla="*/ 175623 w 176929"/>
                  <a:gd name="connsiteY30" fmla="*/ 22186 h 234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76929" h="234423">
                    <a:moveTo>
                      <a:pt x="175623" y="22186"/>
                    </a:moveTo>
                    <a:cubicBezTo>
                      <a:pt x="177158" y="17114"/>
                      <a:pt x="177158" y="16389"/>
                      <a:pt x="177158" y="13853"/>
                    </a:cubicBezTo>
                    <a:cubicBezTo>
                      <a:pt x="177158" y="7331"/>
                      <a:pt x="171785" y="4070"/>
                      <a:pt x="166028" y="4070"/>
                    </a:cubicBezTo>
                    <a:cubicBezTo>
                      <a:pt x="162190" y="4070"/>
                      <a:pt x="156049" y="6244"/>
                      <a:pt x="152595" y="11679"/>
                    </a:cubicBezTo>
                    <a:cubicBezTo>
                      <a:pt x="151827" y="13491"/>
                      <a:pt x="148757" y="24723"/>
                      <a:pt x="147222" y="31244"/>
                    </a:cubicBezTo>
                    <a:cubicBezTo>
                      <a:pt x="144535" y="40665"/>
                      <a:pt x="141849" y="50448"/>
                      <a:pt x="139546" y="60230"/>
                    </a:cubicBezTo>
                    <a:lnTo>
                      <a:pt x="122275" y="125449"/>
                    </a:lnTo>
                    <a:cubicBezTo>
                      <a:pt x="120740" y="130883"/>
                      <a:pt x="104237" y="156246"/>
                      <a:pt x="78906" y="156246"/>
                    </a:cubicBezTo>
                    <a:cubicBezTo>
                      <a:pt x="59333" y="156246"/>
                      <a:pt x="55111" y="140304"/>
                      <a:pt x="55111" y="126898"/>
                    </a:cubicBezTo>
                    <a:cubicBezTo>
                      <a:pt x="55111" y="110231"/>
                      <a:pt x="61636" y="87767"/>
                      <a:pt x="74685" y="55882"/>
                    </a:cubicBezTo>
                    <a:cubicBezTo>
                      <a:pt x="80825" y="41027"/>
                      <a:pt x="82361" y="37042"/>
                      <a:pt x="82361" y="29795"/>
                    </a:cubicBezTo>
                    <a:cubicBezTo>
                      <a:pt x="82361" y="13491"/>
                      <a:pt x="70079" y="85"/>
                      <a:pt x="50889" y="85"/>
                    </a:cubicBezTo>
                    <a:cubicBezTo>
                      <a:pt x="14429" y="85"/>
                      <a:pt x="229" y="52622"/>
                      <a:pt x="229" y="55882"/>
                    </a:cubicBezTo>
                    <a:cubicBezTo>
                      <a:pt x="229" y="59506"/>
                      <a:pt x="4067" y="59506"/>
                      <a:pt x="4834" y="59506"/>
                    </a:cubicBezTo>
                    <a:cubicBezTo>
                      <a:pt x="8672" y="59506"/>
                      <a:pt x="9056" y="58781"/>
                      <a:pt x="10975" y="52984"/>
                    </a:cubicBezTo>
                    <a:cubicBezTo>
                      <a:pt x="21337" y="18925"/>
                      <a:pt x="36689" y="8056"/>
                      <a:pt x="49738" y="8056"/>
                    </a:cubicBezTo>
                    <a:cubicBezTo>
                      <a:pt x="52808" y="8056"/>
                      <a:pt x="59333" y="8056"/>
                      <a:pt x="59333" y="19650"/>
                    </a:cubicBezTo>
                    <a:cubicBezTo>
                      <a:pt x="59333" y="28708"/>
                      <a:pt x="55495" y="38129"/>
                      <a:pt x="52808" y="45013"/>
                    </a:cubicBezTo>
                    <a:cubicBezTo>
                      <a:pt x="37457" y="83419"/>
                      <a:pt x="30548" y="104071"/>
                      <a:pt x="30548" y="121101"/>
                    </a:cubicBezTo>
                    <a:cubicBezTo>
                      <a:pt x="30548" y="153347"/>
                      <a:pt x="54727" y="164217"/>
                      <a:pt x="77371" y="164217"/>
                    </a:cubicBezTo>
                    <a:cubicBezTo>
                      <a:pt x="92339" y="164217"/>
                      <a:pt x="105388" y="158058"/>
                      <a:pt x="116134" y="147913"/>
                    </a:cubicBezTo>
                    <a:cubicBezTo>
                      <a:pt x="111145" y="166753"/>
                      <a:pt x="106540" y="184507"/>
                      <a:pt x="91188" y="203710"/>
                    </a:cubicBezTo>
                    <a:cubicBezTo>
                      <a:pt x="81209" y="216029"/>
                      <a:pt x="66625" y="226537"/>
                      <a:pt x="48971" y="226537"/>
                    </a:cubicBezTo>
                    <a:cubicBezTo>
                      <a:pt x="43597" y="226537"/>
                      <a:pt x="26327" y="225450"/>
                      <a:pt x="19802" y="211319"/>
                    </a:cubicBezTo>
                    <a:cubicBezTo>
                      <a:pt x="25943" y="211319"/>
                      <a:pt x="30932" y="211319"/>
                      <a:pt x="36305" y="206971"/>
                    </a:cubicBezTo>
                    <a:cubicBezTo>
                      <a:pt x="40143" y="203710"/>
                      <a:pt x="43981" y="199000"/>
                      <a:pt x="43981" y="192116"/>
                    </a:cubicBezTo>
                    <a:cubicBezTo>
                      <a:pt x="43981" y="180884"/>
                      <a:pt x="33619" y="179435"/>
                      <a:pt x="29781" y="179435"/>
                    </a:cubicBezTo>
                    <a:cubicBezTo>
                      <a:pt x="20954" y="179435"/>
                      <a:pt x="8288" y="185232"/>
                      <a:pt x="8288" y="202986"/>
                    </a:cubicBezTo>
                    <a:cubicBezTo>
                      <a:pt x="8288" y="221102"/>
                      <a:pt x="25175" y="234508"/>
                      <a:pt x="48971" y="234508"/>
                    </a:cubicBezTo>
                    <a:cubicBezTo>
                      <a:pt x="88501" y="234508"/>
                      <a:pt x="128032" y="201536"/>
                      <a:pt x="138778" y="160594"/>
                    </a:cubicBezTo>
                    <a:lnTo>
                      <a:pt x="175623" y="22186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F01363A5-3D84-51C6-2F85-1193FEE4DE10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16965348" y="4417828"/>
                <a:ext cx="138089" cy="178552"/>
              </a:xfrm>
              <a:custGeom>
                <a:avLst/>
                <a:gdLst>
                  <a:gd name="connsiteX0" fmla="*/ 137248 w 138089"/>
                  <a:gd name="connsiteY0" fmla="*/ 7689 h 178552"/>
                  <a:gd name="connsiteX1" fmla="*/ 138323 w 138089"/>
                  <a:gd name="connsiteY1" fmla="*/ 3631 h 178552"/>
                  <a:gd name="connsiteX2" fmla="*/ 134025 w 138089"/>
                  <a:gd name="connsiteY2" fmla="*/ 81 h 178552"/>
                  <a:gd name="connsiteX3" fmla="*/ 99637 w 138089"/>
                  <a:gd name="connsiteY3" fmla="*/ 2617 h 178552"/>
                  <a:gd name="connsiteX4" fmla="*/ 93726 w 138089"/>
                  <a:gd name="connsiteY4" fmla="*/ 8450 h 178552"/>
                  <a:gd name="connsiteX5" fmla="*/ 100711 w 138089"/>
                  <a:gd name="connsiteY5" fmla="*/ 12001 h 178552"/>
                  <a:gd name="connsiteX6" fmla="*/ 113607 w 138089"/>
                  <a:gd name="connsiteY6" fmla="*/ 15805 h 178552"/>
                  <a:gd name="connsiteX7" fmla="*/ 112532 w 138089"/>
                  <a:gd name="connsiteY7" fmla="*/ 21385 h 178552"/>
                  <a:gd name="connsiteX8" fmla="*/ 97219 w 138089"/>
                  <a:gd name="connsiteY8" fmla="*/ 79212 h 178552"/>
                  <a:gd name="connsiteX9" fmla="*/ 69547 w 138089"/>
                  <a:gd name="connsiteY9" fmla="*/ 64248 h 178552"/>
                  <a:gd name="connsiteX10" fmla="*/ 234 w 138089"/>
                  <a:gd name="connsiteY10" fmla="*/ 136531 h 178552"/>
                  <a:gd name="connsiteX11" fmla="*/ 40801 w 138089"/>
                  <a:gd name="connsiteY11" fmla="*/ 178633 h 178552"/>
                  <a:gd name="connsiteX12" fmla="*/ 78950 w 138089"/>
                  <a:gd name="connsiteY12" fmla="*/ 160880 h 178552"/>
                  <a:gd name="connsiteX13" fmla="*/ 106622 w 138089"/>
                  <a:gd name="connsiteY13" fmla="*/ 178633 h 178552"/>
                  <a:gd name="connsiteX14" fmla="*/ 127845 w 138089"/>
                  <a:gd name="connsiteY14" fmla="*/ 165191 h 178552"/>
                  <a:gd name="connsiteX15" fmla="*/ 137248 w 138089"/>
                  <a:gd name="connsiteY15" fmla="*/ 139829 h 178552"/>
                  <a:gd name="connsiteX16" fmla="*/ 132950 w 138089"/>
                  <a:gd name="connsiteY16" fmla="*/ 136531 h 178552"/>
                  <a:gd name="connsiteX17" fmla="*/ 127039 w 138089"/>
                  <a:gd name="connsiteY17" fmla="*/ 144394 h 178552"/>
                  <a:gd name="connsiteX18" fmla="*/ 107428 w 138089"/>
                  <a:gd name="connsiteY18" fmla="*/ 171532 h 178552"/>
                  <a:gd name="connsiteX19" fmla="*/ 98562 w 138089"/>
                  <a:gd name="connsiteY19" fmla="*/ 159104 h 178552"/>
                  <a:gd name="connsiteX20" fmla="*/ 99905 w 138089"/>
                  <a:gd name="connsiteY20" fmla="*/ 148706 h 178552"/>
                  <a:gd name="connsiteX21" fmla="*/ 137248 w 138089"/>
                  <a:gd name="connsiteY21" fmla="*/ 7689 h 178552"/>
                  <a:gd name="connsiteX22" fmla="*/ 80025 w 138089"/>
                  <a:gd name="connsiteY22" fmla="*/ 144394 h 178552"/>
                  <a:gd name="connsiteX23" fmla="*/ 66323 w 138089"/>
                  <a:gd name="connsiteY23" fmla="*/ 161387 h 178552"/>
                  <a:gd name="connsiteX24" fmla="*/ 41607 w 138089"/>
                  <a:gd name="connsiteY24" fmla="*/ 171532 h 178552"/>
                  <a:gd name="connsiteX25" fmla="*/ 21995 w 138089"/>
                  <a:gd name="connsiteY25" fmla="*/ 146930 h 178552"/>
                  <a:gd name="connsiteX26" fmla="*/ 35965 w 138089"/>
                  <a:gd name="connsiteY26" fmla="*/ 95444 h 178552"/>
                  <a:gd name="connsiteX27" fmla="*/ 69547 w 138089"/>
                  <a:gd name="connsiteY27" fmla="*/ 71350 h 178552"/>
                  <a:gd name="connsiteX28" fmla="*/ 93458 w 138089"/>
                  <a:gd name="connsiteY28" fmla="*/ 93415 h 178552"/>
                  <a:gd name="connsiteX29" fmla="*/ 92652 w 138089"/>
                  <a:gd name="connsiteY29" fmla="*/ 96966 h 178552"/>
                  <a:gd name="connsiteX30" fmla="*/ 80025 w 138089"/>
                  <a:gd name="connsiteY30" fmla="*/ 144394 h 178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8089" h="178552">
                    <a:moveTo>
                      <a:pt x="137248" y="7689"/>
                    </a:moveTo>
                    <a:cubicBezTo>
                      <a:pt x="137517" y="7182"/>
                      <a:pt x="138323" y="3885"/>
                      <a:pt x="138323" y="3631"/>
                    </a:cubicBezTo>
                    <a:cubicBezTo>
                      <a:pt x="138323" y="2363"/>
                      <a:pt x="137248" y="81"/>
                      <a:pt x="134025" y="81"/>
                    </a:cubicBezTo>
                    <a:cubicBezTo>
                      <a:pt x="128651" y="81"/>
                      <a:pt x="106353" y="2110"/>
                      <a:pt x="99637" y="2617"/>
                    </a:cubicBezTo>
                    <a:cubicBezTo>
                      <a:pt x="97487" y="2870"/>
                      <a:pt x="93726" y="3124"/>
                      <a:pt x="93726" y="8450"/>
                    </a:cubicBezTo>
                    <a:cubicBezTo>
                      <a:pt x="93726" y="12001"/>
                      <a:pt x="97487" y="12001"/>
                      <a:pt x="100711" y="12001"/>
                    </a:cubicBezTo>
                    <a:cubicBezTo>
                      <a:pt x="113607" y="12001"/>
                      <a:pt x="113607" y="13776"/>
                      <a:pt x="113607" y="15805"/>
                    </a:cubicBezTo>
                    <a:cubicBezTo>
                      <a:pt x="113607" y="17581"/>
                      <a:pt x="113069" y="19103"/>
                      <a:pt x="112532" y="21385"/>
                    </a:cubicBezTo>
                    <a:lnTo>
                      <a:pt x="97219" y="79212"/>
                    </a:lnTo>
                    <a:cubicBezTo>
                      <a:pt x="91577" y="70842"/>
                      <a:pt x="82443" y="64248"/>
                      <a:pt x="69547" y="64248"/>
                    </a:cubicBezTo>
                    <a:cubicBezTo>
                      <a:pt x="35159" y="64248"/>
                      <a:pt x="234" y="100009"/>
                      <a:pt x="234" y="136531"/>
                    </a:cubicBezTo>
                    <a:cubicBezTo>
                      <a:pt x="234" y="161133"/>
                      <a:pt x="17697" y="178633"/>
                      <a:pt x="40801" y="178633"/>
                    </a:cubicBezTo>
                    <a:cubicBezTo>
                      <a:pt x="55308" y="178633"/>
                      <a:pt x="68204" y="170771"/>
                      <a:pt x="78950" y="160880"/>
                    </a:cubicBezTo>
                    <a:cubicBezTo>
                      <a:pt x="84055" y="176097"/>
                      <a:pt x="99637" y="178633"/>
                      <a:pt x="106622" y="178633"/>
                    </a:cubicBezTo>
                    <a:cubicBezTo>
                      <a:pt x="116293" y="178633"/>
                      <a:pt x="123010" y="173054"/>
                      <a:pt x="127845" y="165191"/>
                    </a:cubicBezTo>
                    <a:cubicBezTo>
                      <a:pt x="133756" y="155300"/>
                      <a:pt x="137248" y="140843"/>
                      <a:pt x="137248" y="139829"/>
                    </a:cubicBezTo>
                    <a:cubicBezTo>
                      <a:pt x="137248" y="136531"/>
                      <a:pt x="133756" y="136531"/>
                      <a:pt x="132950" y="136531"/>
                    </a:cubicBezTo>
                    <a:cubicBezTo>
                      <a:pt x="129189" y="136531"/>
                      <a:pt x="128920" y="137546"/>
                      <a:pt x="127039" y="144394"/>
                    </a:cubicBezTo>
                    <a:cubicBezTo>
                      <a:pt x="123816" y="156568"/>
                      <a:pt x="118711" y="171532"/>
                      <a:pt x="107428" y="171532"/>
                    </a:cubicBezTo>
                    <a:cubicBezTo>
                      <a:pt x="100443" y="171532"/>
                      <a:pt x="98562" y="165952"/>
                      <a:pt x="98562" y="159104"/>
                    </a:cubicBezTo>
                    <a:cubicBezTo>
                      <a:pt x="98562" y="154285"/>
                      <a:pt x="99099" y="152003"/>
                      <a:pt x="99905" y="148706"/>
                    </a:cubicBezTo>
                    <a:lnTo>
                      <a:pt x="137248" y="7689"/>
                    </a:lnTo>
                    <a:close/>
                    <a:moveTo>
                      <a:pt x="80025" y="144394"/>
                    </a:moveTo>
                    <a:cubicBezTo>
                      <a:pt x="78144" y="151495"/>
                      <a:pt x="72234" y="156568"/>
                      <a:pt x="66323" y="161387"/>
                    </a:cubicBezTo>
                    <a:cubicBezTo>
                      <a:pt x="63905" y="163416"/>
                      <a:pt x="53159" y="171532"/>
                      <a:pt x="41607" y="171532"/>
                    </a:cubicBezTo>
                    <a:cubicBezTo>
                      <a:pt x="31667" y="171532"/>
                      <a:pt x="21995" y="164938"/>
                      <a:pt x="21995" y="146930"/>
                    </a:cubicBezTo>
                    <a:cubicBezTo>
                      <a:pt x="21995" y="133488"/>
                      <a:pt x="29786" y="105589"/>
                      <a:pt x="35965" y="95444"/>
                    </a:cubicBezTo>
                    <a:cubicBezTo>
                      <a:pt x="48323" y="75154"/>
                      <a:pt x="62025" y="71350"/>
                      <a:pt x="69547" y="71350"/>
                    </a:cubicBezTo>
                    <a:cubicBezTo>
                      <a:pt x="88353" y="71350"/>
                      <a:pt x="93458" y="90625"/>
                      <a:pt x="93458" y="93415"/>
                    </a:cubicBezTo>
                    <a:cubicBezTo>
                      <a:pt x="93458" y="94430"/>
                      <a:pt x="92920" y="96205"/>
                      <a:pt x="92652" y="96966"/>
                    </a:cubicBezTo>
                    <a:lnTo>
                      <a:pt x="80025" y="144394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44C5187-474A-ED56-94B2-F601148A2CB3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6947817" y="4664863"/>
                <a:ext cx="81402" cy="170690"/>
              </a:xfrm>
              <a:custGeom>
                <a:avLst/>
                <a:gdLst>
                  <a:gd name="connsiteX0" fmla="*/ 74651 w 81402"/>
                  <a:gd name="connsiteY0" fmla="*/ 9725 h 170690"/>
                  <a:gd name="connsiteX1" fmla="*/ 63905 w 81402"/>
                  <a:gd name="connsiteY1" fmla="*/ 87 h 170690"/>
                  <a:gd name="connsiteX2" fmla="*/ 48860 w 81402"/>
                  <a:gd name="connsiteY2" fmla="*/ 14037 h 170690"/>
                  <a:gd name="connsiteX3" fmla="*/ 59606 w 81402"/>
                  <a:gd name="connsiteY3" fmla="*/ 23674 h 170690"/>
                  <a:gd name="connsiteX4" fmla="*/ 74651 w 81402"/>
                  <a:gd name="connsiteY4" fmla="*/ 9725 h 170690"/>
                  <a:gd name="connsiteX5" fmla="*/ 19845 w 81402"/>
                  <a:gd name="connsiteY5" fmla="*/ 138567 h 170690"/>
                  <a:gd name="connsiteX6" fmla="*/ 17428 w 81402"/>
                  <a:gd name="connsiteY6" fmla="*/ 149219 h 170690"/>
                  <a:gd name="connsiteX7" fmla="*/ 42950 w 81402"/>
                  <a:gd name="connsiteY7" fmla="*/ 170778 h 170690"/>
                  <a:gd name="connsiteX8" fmla="*/ 81636 w 81402"/>
                  <a:gd name="connsiteY8" fmla="*/ 131973 h 170690"/>
                  <a:gd name="connsiteX9" fmla="*/ 77338 w 81402"/>
                  <a:gd name="connsiteY9" fmla="*/ 128676 h 170690"/>
                  <a:gd name="connsiteX10" fmla="*/ 72233 w 81402"/>
                  <a:gd name="connsiteY10" fmla="*/ 132987 h 170690"/>
                  <a:gd name="connsiteX11" fmla="*/ 43756 w 81402"/>
                  <a:gd name="connsiteY11" fmla="*/ 163676 h 170690"/>
                  <a:gd name="connsiteX12" fmla="*/ 37039 w 81402"/>
                  <a:gd name="connsiteY12" fmla="*/ 154799 h 170690"/>
                  <a:gd name="connsiteX13" fmla="*/ 41338 w 81402"/>
                  <a:gd name="connsiteY13" fmla="*/ 138567 h 170690"/>
                  <a:gd name="connsiteX14" fmla="*/ 49935 w 81402"/>
                  <a:gd name="connsiteY14" fmla="*/ 118277 h 170690"/>
                  <a:gd name="connsiteX15" fmla="*/ 63099 w 81402"/>
                  <a:gd name="connsiteY15" fmla="*/ 86066 h 170690"/>
                  <a:gd name="connsiteX16" fmla="*/ 64711 w 81402"/>
                  <a:gd name="connsiteY16" fmla="*/ 77950 h 170690"/>
                  <a:gd name="connsiteX17" fmla="*/ 39189 w 81402"/>
                  <a:gd name="connsiteY17" fmla="*/ 56392 h 170690"/>
                  <a:gd name="connsiteX18" fmla="*/ 234 w 81402"/>
                  <a:gd name="connsiteY18" fmla="*/ 95197 h 170690"/>
                  <a:gd name="connsiteX19" fmla="*/ 4801 w 81402"/>
                  <a:gd name="connsiteY19" fmla="*/ 98494 h 170690"/>
                  <a:gd name="connsiteX20" fmla="*/ 9637 w 81402"/>
                  <a:gd name="connsiteY20" fmla="*/ 94436 h 170690"/>
                  <a:gd name="connsiteX21" fmla="*/ 38383 w 81402"/>
                  <a:gd name="connsiteY21" fmla="*/ 63494 h 170690"/>
                  <a:gd name="connsiteX22" fmla="*/ 45099 w 81402"/>
                  <a:gd name="connsiteY22" fmla="*/ 72371 h 170690"/>
                  <a:gd name="connsiteX23" fmla="*/ 36771 w 81402"/>
                  <a:gd name="connsiteY23" fmla="*/ 97733 h 170690"/>
                  <a:gd name="connsiteX24" fmla="*/ 19845 w 81402"/>
                  <a:gd name="connsiteY24" fmla="*/ 138567 h 17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1402" h="170690">
                    <a:moveTo>
                      <a:pt x="74651" y="9725"/>
                    </a:moveTo>
                    <a:cubicBezTo>
                      <a:pt x="74651" y="5667"/>
                      <a:pt x="71427" y="87"/>
                      <a:pt x="63905" y="87"/>
                    </a:cubicBezTo>
                    <a:cubicBezTo>
                      <a:pt x="56651" y="87"/>
                      <a:pt x="48860" y="6681"/>
                      <a:pt x="48860" y="14037"/>
                    </a:cubicBezTo>
                    <a:cubicBezTo>
                      <a:pt x="48860" y="18348"/>
                      <a:pt x="52353" y="23674"/>
                      <a:pt x="59606" y="23674"/>
                    </a:cubicBezTo>
                    <a:cubicBezTo>
                      <a:pt x="67398" y="23674"/>
                      <a:pt x="74651" y="16573"/>
                      <a:pt x="74651" y="9725"/>
                    </a:cubicBezTo>
                    <a:close/>
                    <a:moveTo>
                      <a:pt x="19845" y="138567"/>
                    </a:moveTo>
                    <a:cubicBezTo>
                      <a:pt x="18771" y="141864"/>
                      <a:pt x="17428" y="144908"/>
                      <a:pt x="17428" y="149219"/>
                    </a:cubicBezTo>
                    <a:cubicBezTo>
                      <a:pt x="17428" y="161140"/>
                      <a:pt x="28174" y="170778"/>
                      <a:pt x="42950" y="170778"/>
                    </a:cubicBezTo>
                    <a:cubicBezTo>
                      <a:pt x="69815" y="170778"/>
                      <a:pt x="81636" y="135777"/>
                      <a:pt x="81636" y="131973"/>
                    </a:cubicBezTo>
                    <a:cubicBezTo>
                      <a:pt x="81636" y="128676"/>
                      <a:pt x="78144" y="128676"/>
                      <a:pt x="77338" y="128676"/>
                    </a:cubicBezTo>
                    <a:cubicBezTo>
                      <a:pt x="73577" y="128676"/>
                      <a:pt x="73308" y="130197"/>
                      <a:pt x="72233" y="132987"/>
                    </a:cubicBezTo>
                    <a:cubicBezTo>
                      <a:pt x="66054" y="153277"/>
                      <a:pt x="54233" y="163676"/>
                      <a:pt x="43756" y="163676"/>
                    </a:cubicBezTo>
                    <a:cubicBezTo>
                      <a:pt x="38383" y="163676"/>
                      <a:pt x="37039" y="160379"/>
                      <a:pt x="37039" y="154799"/>
                    </a:cubicBezTo>
                    <a:cubicBezTo>
                      <a:pt x="37039" y="148966"/>
                      <a:pt x="38920" y="144147"/>
                      <a:pt x="41338" y="138567"/>
                    </a:cubicBezTo>
                    <a:cubicBezTo>
                      <a:pt x="44024" y="131719"/>
                      <a:pt x="46980" y="124871"/>
                      <a:pt x="49935" y="118277"/>
                    </a:cubicBezTo>
                    <a:cubicBezTo>
                      <a:pt x="52353" y="112190"/>
                      <a:pt x="62024" y="89110"/>
                      <a:pt x="63099" y="86066"/>
                    </a:cubicBezTo>
                    <a:cubicBezTo>
                      <a:pt x="63905" y="83530"/>
                      <a:pt x="64711" y="80487"/>
                      <a:pt x="64711" y="77950"/>
                    </a:cubicBezTo>
                    <a:cubicBezTo>
                      <a:pt x="64711" y="66030"/>
                      <a:pt x="53965" y="56392"/>
                      <a:pt x="39189" y="56392"/>
                    </a:cubicBezTo>
                    <a:cubicBezTo>
                      <a:pt x="12592" y="56392"/>
                      <a:pt x="234" y="90885"/>
                      <a:pt x="234" y="95197"/>
                    </a:cubicBezTo>
                    <a:cubicBezTo>
                      <a:pt x="234" y="98494"/>
                      <a:pt x="3995" y="98494"/>
                      <a:pt x="4801" y="98494"/>
                    </a:cubicBezTo>
                    <a:cubicBezTo>
                      <a:pt x="8562" y="98494"/>
                      <a:pt x="8831" y="97226"/>
                      <a:pt x="9637" y="94436"/>
                    </a:cubicBezTo>
                    <a:cubicBezTo>
                      <a:pt x="16622" y="72624"/>
                      <a:pt x="28442" y="63494"/>
                      <a:pt x="38383" y="63494"/>
                    </a:cubicBezTo>
                    <a:cubicBezTo>
                      <a:pt x="42681" y="63494"/>
                      <a:pt x="45099" y="65523"/>
                      <a:pt x="45099" y="72371"/>
                    </a:cubicBezTo>
                    <a:cubicBezTo>
                      <a:pt x="45099" y="78204"/>
                      <a:pt x="43487" y="82008"/>
                      <a:pt x="36771" y="97733"/>
                    </a:cubicBezTo>
                    <a:lnTo>
                      <a:pt x="19845" y="138567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9873DB9-A75F-1F92-2867-6B1C119720B5}"/>
                </a:ext>
              </a:extLst>
            </p:cNvPr>
            <p:cNvGrpSpPr>
              <a:grpSpLocks noChangeAspect="1"/>
            </p:cNvGrpSpPr>
            <p:nvPr>
              <p:custDataLst>
                <p:tags r:id="rId3"/>
              </p:custDataLst>
            </p:nvPr>
          </p:nvGrpSpPr>
          <p:grpSpPr>
            <a:xfrm>
              <a:off x="8001000" y="5054600"/>
              <a:ext cx="326426" cy="417725"/>
              <a:chOff x="15929083" y="7808695"/>
              <a:chExt cx="326426" cy="41772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30A1E5C-9635-EA2B-1646-DBCC1B179089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5929083" y="7974165"/>
                <a:ext cx="172016" cy="164132"/>
              </a:xfrm>
              <a:custGeom>
                <a:avLst/>
                <a:gdLst>
                  <a:gd name="connsiteX0" fmla="*/ 105580 w 172016"/>
                  <a:gd name="connsiteY0" fmla="*/ 50810 h 164132"/>
                  <a:gd name="connsiteX1" fmla="*/ 139776 w 172016"/>
                  <a:gd name="connsiteY1" fmla="*/ 8056 h 164132"/>
                  <a:gd name="connsiteX2" fmla="*/ 157047 w 172016"/>
                  <a:gd name="connsiteY2" fmla="*/ 12766 h 164132"/>
                  <a:gd name="connsiteX3" fmla="*/ 140467 w 172016"/>
                  <a:gd name="connsiteY3" fmla="*/ 32331 h 164132"/>
                  <a:gd name="connsiteX4" fmla="*/ 153593 w 172016"/>
                  <a:gd name="connsiteY4" fmla="*/ 45013 h 164132"/>
                  <a:gd name="connsiteX5" fmla="*/ 172245 w 172016"/>
                  <a:gd name="connsiteY5" fmla="*/ 23998 h 164132"/>
                  <a:gd name="connsiteX6" fmla="*/ 140121 w 172016"/>
                  <a:gd name="connsiteY6" fmla="*/ 85 h 164132"/>
                  <a:gd name="connsiteX7" fmla="*/ 103853 w 172016"/>
                  <a:gd name="connsiteY7" fmla="*/ 27621 h 164132"/>
                  <a:gd name="connsiteX8" fmla="*/ 66548 w 172016"/>
                  <a:gd name="connsiteY8" fmla="*/ 85 h 164132"/>
                  <a:gd name="connsiteX9" fmla="*/ 10936 w 172016"/>
                  <a:gd name="connsiteY9" fmla="*/ 55882 h 164132"/>
                  <a:gd name="connsiteX10" fmla="*/ 15081 w 172016"/>
                  <a:gd name="connsiteY10" fmla="*/ 59506 h 164132"/>
                  <a:gd name="connsiteX11" fmla="*/ 19572 w 172016"/>
                  <a:gd name="connsiteY11" fmla="*/ 55520 h 164132"/>
                  <a:gd name="connsiteX12" fmla="*/ 65857 w 172016"/>
                  <a:gd name="connsiteY12" fmla="*/ 8056 h 164132"/>
                  <a:gd name="connsiteX13" fmla="*/ 84510 w 172016"/>
                  <a:gd name="connsiteY13" fmla="*/ 32331 h 164132"/>
                  <a:gd name="connsiteX14" fmla="*/ 65857 w 172016"/>
                  <a:gd name="connsiteY14" fmla="*/ 118564 h 164132"/>
                  <a:gd name="connsiteX15" fmla="*/ 33043 w 172016"/>
                  <a:gd name="connsiteY15" fmla="*/ 156246 h 164132"/>
                  <a:gd name="connsiteX16" fmla="*/ 15772 w 172016"/>
                  <a:gd name="connsiteY16" fmla="*/ 151536 h 164132"/>
                  <a:gd name="connsiteX17" fmla="*/ 32007 w 172016"/>
                  <a:gd name="connsiteY17" fmla="*/ 131970 h 164132"/>
                  <a:gd name="connsiteX18" fmla="*/ 19226 w 172016"/>
                  <a:gd name="connsiteY18" fmla="*/ 119289 h 164132"/>
                  <a:gd name="connsiteX19" fmla="*/ 228 w 172016"/>
                  <a:gd name="connsiteY19" fmla="*/ 140304 h 164132"/>
                  <a:gd name="connsiteX20" fmla="*/ 32697 w 172016"/>
                  <a:gd name="connsiteY20" fmla="*/ 164217 h 164132"/>
                  <a:gd name="connsiteX21" fmla="*/ 68966 w 172016"/>
                  <a:gd name="connsiteY21" fmla="*/ 136680 h 164132"/>
                  <a:gd name="connsiteX22" fmla="*/ 106271 w 172016"/>
                  <a:gd name="connsiteY22" fmla="*/ 164217 h 164132"/>
                  <a:gd name="connsiteX23" fmla="*/ 161537 w 172016"/>
                  <a:gd name="connsiteY23" fmla="*/ 108419 h 164132"/>
                  <a:gd name="connsiteX24" fmla="*/ 157392 w 172016"/>
                  <a:gd name="connsiteY24" fmla="*/ 104796 h 164132"/>
                  <a:gd name="connsiteX25" fmla="*/ 152902 w 172016"/>
                  <a:gd name="connsiteY25" fmla="*/ 108782 h 164132"/>
                  <a:gd name="connsiteX26" fmla="*/ 106962 w 172016"/>
                  <a:gd name="connsiteY26" fmla="*/ 156246 h 164132"/>
                  <a:gd name="connsiteX27" fmla="*/ 87964 w 172016"/>
                  <a:gd name="connsiteY27" fmla="*/ 132333 h 164132"/>
                  <a:gd name="connsiteX28" fmla="*/ 93836 w 172016"/>
                  <a:gd name="connsiteY28" fmla="*/ 100448 h 164132"/>
                  <a:gd name="connsiteX29" fmla="*/ 105580 w 172016"/>
                  <a:gd name="connsiteY29" fmla="*/ 50810 h 16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2016" h="164132">
                    <a:moveTo>
                      <a:pt x="105580" y="50810"/>
                    </a:moveTo>
                    <a:cubicBezTo>
                      <a:pt x="107652" y="41390"/>
                      <a:pt x="115597" y="8056"/>
                      <a:pt x="139776" y="8056"/>
                    </a:cubicBezTo>
                    <a:cubicBezTo>
                      <a:pt x="141503" y="8056"/>
                      <a:pt x="149793" y="8056"/>
                      <a:pt x="157047" y="12766"/>
                    </a:cubicBezTo>
                    <a:cubicBezTo>
                      <a:pt x="147375" y="14578"/>
                      <a:pt x="140467" y="23636"/>
                      <a:pt x="140467" y="32331"/>
                    </a:cubicBezTo>
                    <a:cubicBezTo>
                      <a:pt x="140467" y="38129"/>
                      <a:pt x="144266" y="45013"/>
                      <a:pt x="153593" y="45013"/>
                    </a:cubicBezTo>
                    <a:cubicBezTo>
                      <a:pt x="161192" y="45013"/>
                      <a:pt x="172245" y="38491"/>
                      <a:pt x="172245" y="23998"/>
                    </a:cubicBezTo>
                    <a:cubicBezTo>
                      <a:pt x="172245" y="5157"/>
                      <a:pt x="151866" y="85"/>
                      <a:pt x="140121" y="85"/>
                    </a:cubicBezTo>
                    <a:cubicBezTo>
                      <a:pt x="120087" y="85"/>
                      <a:pt x="107998" y="19288"/>
                      <a:pt x="103853" y="27621"/>
                    </a:cubicBezTo>
                    <a:cubicBezTo>
                      <a:pt x="95217" y="3708"/>
                      <a:pt x="76565" y="85"/>
                      <a:pt x="66548" y="85"/>
                    </a:cubicBezTo>
                    <a:cubicBezTo>
                      <a:pt x="30625" y="85"/>
                      <a:pt x="10936" y="46824"/>
                      <a:pt x="10936" y="55882"/>
                    </a:cubicBezTo>
                    <a:cubicBezTo>
                      <a:pt x="10936" y="59506"/>
                      <a:pt x="14390" y="59506"/>
                      <a:pt x="15081" y="59506"/>
                    </a:cubicBezTo>
                    <a:cubicBezTo>
                      <a:pt x="17845" y="59506"/>
                      <a:pt x="18881" y="58781"/>
                      <a:pt x="19572" y="55520"/>
                    </a:cubicBezTo>
                    <a:cubicBezTo>
                      <a:pt x="31316" y="17114"/>
                      <a:pt x="54113" y="8056"/>
                      <a:pt x="65857" y="8056"/>
                    </a:cubicBezTo>
                    <a:cubicBezTo>
                      <a:pt x="72420" y="8056"/>
                      <a:pt x="84510" y="11317"/>
                      <a:pt x="84510" y="32331"/>
                    </a:cubicBezTo>
                    <a:cubicBezTo>
                      <a:pt x="84510" y="43563"/>
                      <a:pt x="78638" y="67839"/>
                      <a:pt x="65857" y="118564"/>
                    </a:cubicBezTo>
                    <a:cubicBezTo>
                      <a:pt x="60331" y="141028"/>
                      <a:pt x="48241" y="156246"/>
                      <a:pt x="33043" y="156246"/>
                    </a:cubicBezTo>
                    <a:cubicBezTo>
                      <a:pt x="30970" y="156246"/>
                      <a:pt x="23026" y="156246"/>
                      <a:pt x="15772" y="151536"/>
                    </a:cubicBezTo>
                    <a:cubicBezTo>
                      <a:pt x="24407" y="149724"/>
                      <a:pt x="32007" y="142115"/>
                      <a:pt x="32007" y="131970"/>
                    </a:cubicBezTo>
                    <a:cubicBezTo>
                      <a:pt x="32007" y="122188"/>
                      <a:pt x="24407" y="119289"/>
                      <a:pt x="19226" y="119289"/>
                    </a:cubicBezTo>
                    <a:cubicBezTo>
                      <a:pt x="8864" y="119289"/>
                      <a:pt x="228" y="128709"/>
                      <a:pt x="228" y="140304"/>
                    </a:cubicBezTo>
                    <a:cubicBezTo>
                      <a:pt x="228" y="156971"/>
                      <a:pt x="17499" y="164217"/>
                      <a:pt x="32697" y="164217"/>
                    </a:cubicBezTo>
                    <a:cubicBezTo>
                      <a:pt x="55495" y="164217"/>
                      <a:pt x="67930" y="138854"/>
                      <a:pt x="68966" y="136680"/>
                    </a:cubicBezTo>
                    <a:cubicBezTo>
                      <a:pt x="73111" y="150086"/>
                      <a:pt x="85546" y="164217"/>
                      <a:pt x="106271" y="164217"/>
                    </a:cubicBezTo>
                    <a:cubicBezTo>
                      <a:pt x="141848" y="164217"/>
                      <a:pt x="161537" y="117477"/>
                      <a:pt x="161537" y="108419"/>
                    </a:cubicBezTo>
                    <a:cubicBezTo>
                      <a:pt x="161537" y="104796"/>
                      <a:pt x="158428" y="104796"/>
                      <a:pt x="157392" y="104796"/>
                    </a:cubicBezTo>
                    <a:cubicBezTo>
                      <a:pt x="154283" y="104796"/>
                      <a:pt x="153593" y="106245"/>
                      <a:pt x="152902" y="108782"/>
                    </a:cubicBezTo>
                    <a:cubicBezTo>
                      <a:pt x="141503" y="147550"/>
                      <a:pt x="118015" y="156246"/>
                      <a:pt x="106962" y="156246"/>
                    </a:cubicBezTo>
                    <a:cubicBezTo>
                      <a:pt x="93490" y="156246"/>
                      <a:pt x="87964" y="144652"/>
                      <a:pt x="87964" y="132333"/>
                    </a:cubicBezTo>
                    <a:cubicBezTo>
                      <a:pt x="87964" y="124362"/>
                      <a:pt x="90036" y="116390"/>
                      <a:pt x="93836" y="100448"/>
                    </a:cubicBezTo>
                    <a:lnTo>
                      <a:pt x="105580" y="50810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A95E59D4-5F48-1B1D-0BA9-0F129149D02B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6131229" y="7808695"/>
                <a:ext cx="124280" cy="178552"/>
              </a:xfrm>
              <a:custGeom>
                <a:avLst/>
                <a:gdLst>
                  <a:gd name="connsiteX0" fmla="*/ 123547 w 124280"/>
                  <a:gd name="connsiteY0" fmla="*/ 7689 h 178552"/>
                  <a:gd name="connsiteX1" fmla="*/ 124514 w 124280"/>
                  <a:gd name="connsiteY1" fmla="*/ 3631 h 178552"/>
                  <a:gd name="connsiteX2" fmla="*/ 120646 w 124280"/>
                  <a:gd name="connsiteY2" fmla="*/ 81 h 178552"/>
                  <a:gd name="connsiteX3" fmla="*/ 89697 w 124280"/>
                  <a:gd name="connsiteY3" fmla="*/ 2617 h 178552"/>
                  <a:gd name="connsiteX4" fmla="*/ 84377 w 124280"/>
                  <a:gd name="connsiteY4" fmla="*/ 8450 h 178552"/>
                  <a:gd name="connsiteX5" fmla="*/ 90664 w 124280"/>
                  <a:gd name="connsiteY5" fmla="*/ 12001 h 178552"/>
                  <a:gd name="connsiteX6" fmla="*/ 102270 w 124280"/>
                  <a:gd name="connsiteY6" fmla="*/ 15805 h 178552"/>
                  <a:gd name="connsiteX7" fmla="*/ 101302 w 124280"/>
                  <a:gd name="connsiteY7" fmla="*/ 21385 h 178552"/>
                  <a:gd name="connsiteX8" fmla="*/ 87520 w 124280"/>
                  <a:gd name="connsiteY8" fmla="*/ 79212 h 178552"/>
                  <a:gd name="connsiteX9" fmla="*/ 62616 w 124280"/>
                  <a:gd name="connsiteY9" fmla="*/ 64248 h 178552"/>
                  <a:gd name="connsiteX10" fmla="*/ 234 w 124280"/>
                  <a:gd name="connsiteY10" fmla="*/ 136531 h 178552"/>
                  <a:gd name="connsiteX11" fmla="*/ 36744 w 124280"/>
                  <a:gd name="connsiteY11" fmla="*/ 178633 h 178552"/>
                  <a:gd name="connsiteX12" fmla="*/ 71079 w 124280"/>
                  <a:gd name="connsiteY12" fmla="*/ 160880 h 178552"/>
                  <a:gd name="connsiteX13" fmla="*/ 95983 w 124280"/>
                  <a:gd name="connsiteY13" fmla="*/ 178633 h 178552"/>
                  <a:gd name="connsiteX14" fmla="*/ 115085 w 124280"/>
                  <a:gd name="connsiteY14" fmla="*/ 165191 h 178552"/>
                  <a:gd name="connsiteX15" fmla="*/ 123547 w 124280"/>
                  <a:gd name="connsiteY15" fmla="*/ 139829 h 178552"/>
                  <a:gd name="connsiteX16" fmla="*/ 119679 w 124280"/>
                  <a:gd name="connsiteY16" fmla="*/ 136531 h 178552"/>
                  <a:gd name="connsiteX17" fmla="*/ 114359 w 124280"/>
                  <a:gd name="connsiteY17" fmla="*/ 144394 h 178552"/>
                  <a:gd name="connsiteX18" fmla="*/ 96708 w 124280"/>
                  <a:gd name="connsiteY18" fmla="*/ 171532 h 178552"/>
                  <a:gd name="connsiteX19" fmla="*/ 88729 w 124280"/>
                  <a:gd name="connsiteY19" fmla="*/ 159104 h 178552"/>
                  <a:gd name="connsiteX20" fmla="*/ 89938 w 124280"/>
                  <a:gd name="connsiteY20" fmla="*/ 148706 h 178552"/>
                  <a:gd name="connsiteX21" fmla="*/ 123547 w 124280"/>
                  <a:gd name="connsiteY21" fmla="*/ 7689 h 178552"/>
                  <a:gd name="connsiteX22" fmla="*/ 72046 w 124280"/>
                  <a:gd name="connsiteY22" fmla="*/ 144394 h 178552"/>
                  <a:gd name="connsiteX23" fmla="*/ 59715 w 124280"/>
                  <a:gd name="connsiteY23" fmla="*/ 161387 h 178552"/>
                  <a:gd name="connsiteX24" fmla="*/ 37470 w 124280"/>
                  <a:gd name="connsiteY24" fmla="*/ 171532 h 178552"/>
                  <a:gd name="connsiteX25" fmla="*/ 19819 w 124280"/>
                  <a:gd name="connsiteY25" fmla="*/ 146930 h 178552"/>
                  <a:gd name="connsiteX26" fmla="*/ 32392 w 124280"/>
                  <a:gd name="connsiteY26" fmla="*/ 95444 h 178552"/>
                  <a:gd name="connsiteX27" fmla="*/ 62616 w 124280"/>
                  <a:gd name="connsiteY27" fmla="*/ 71350 h 178552"/>
                  <a:gd name="connsiteX28" fmla="*/ 84135 w 124280"/>
                  <a:gd name="connsiteY28" fmla="*/ 93415 h 178552"/>
                  <a:gd name="connsiteX29" fmla="*/ 83410 w 124280"/>
                  <a:gd name="connsiteY29" fmla="*/ 96966 h 178552"/>
                  <a:gd name="connsiteX30" fmla="*/ 72046 w 124280"/>
                  <a:gd name="connsiteY30" fmla="*/ 144394 h 178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24280" h="178552">
                    <a:moveTo>
                      <a:pt x="123547" y="7689"/>
                    </a:moveTo>
                    <a:cubicBezTo>
                      <a:pt x="123789" y="7182"/>
                      <a:pt x="124514" y="3885"/>
                      <a:pt x="124514" y="3631"/>
                    </a:cubicBezTo>
                    <a:cubicBezTo>
                      <a:pt x="124514" y="2363"/>
                      <a:pt x="123547" y="81"/>
                      <a:pt x="120646" y="81"/>
                    </a:cubicBezTo>
                    <a:cubicBezTo>
                      <a:pt x="115810" y="81"/>
                      <a:pt x="95741" y="2110"/>
                      <a:pt x="89697" y="2617"/>
                    </a:cubicBezTo>
                    <a:cubicBezTo>
                      <a:pt x="87762" y="2870"/>
                      <a:pt x="84377" y="3124"/>
                      <a:pt x="84377" y="8450"/>
                    </a:cubicBezTo>
                    <a:cubicBezTo>
                      <a:pt x="84377" y="12001"/>
                      <a:pt x="87762" y="12001"/>
                      <a:pt x="90664" y="12001"/>
                    </a:cubicBezTo>
                    <a:cubicBezTo>
                      <a:pt x="102270" y="12001"/>
                      <a:pt x="102270" y="13776"/>
                      <a:pt x="102270" y="15805"/>
                    </a:cubicBezTo>
                    <a:cubicBezTo>
                      <a:pt x="102270" y="17581"/>
                      <a:pt x="101786" y="19103"/>
                      <a:pt x="101302" y="21385"/>
                    </a:cubicBezTo>
                    <a:lnTo>
                      <a:pt x="87520" y="79212"/>
                    </a:lnTo>
                    <a:cubicBezTo>
                      <a:pt x="82443" y="70842"/>
                      <a:pt x="74222" y="64248"/>
                      <a:pt x="62616" y="64248"/>
                    </a:cubicBezTo>
                    <a:cubicBezTo>
                      <a:pt x="31667" y="64248"/>
                      <a:pt x="234" y="100009"/>
                      <a:pt x="234" y="136531"/>
                    </a:cubicBezTo>
                    <a:cubicBezTo>
                      <a:pt x="234" y="161133"/>
                      <a:pt x="15951" y="178633"/>
                      <a:pt x="36744" y="178633"/>
                    </a:cubicBezTo>
                    <a:cubicBezTo>
                      <a:pt x="49801" y="178633"/>
                      <a:pt x="61407" y="170771"/>
                      <a:pt x="71079" y="160880"/>
                    </a:cubicBezTo>
                    <a:cubicBezTo>
                      <a:pt x="75673" y="176097"/>
                      <a:pt x="89697" y="178633"/>
                      <a:pt x="95983" y="178633"/>
                    </a:cubicBezTo>
                    <a:cubicBezTo>
                      <a:pt x="104688" y="178633"/>
                      <a:pt x="110732" y="173054"/>
                      <a:pt x="115085" y="165191"/>
                    </a:cubicBezTo>
                    <a:cubicBezTo>
                      <a:pt x="120404" y="155300"/>
                      <a:pt x="123547" y="140843"/>
                      <a:pt x="123547" y="139829"/>
                    </a:cubicBezTo>
                    <a:cubicBezTo>
                      <a:pt x="123547" y="136531"/>
                      <a:pt x="120404" y="136531"/>
                      <a:pt x="119679" y="136531"/>
                    </a:cubicBezTo>
                    <a:cubicBezTo>
                      <a:pt x="116293" y="136531"/>
                      <a:pt x="116052" y="137546"/>
                      <a:pt x="114359" y="144394"/>
                    </a:cubicBezTo>
                    <a:cubicBezTo>
                      <a:pt x="111458" y="156568"/>
                      <a:pt x="106864" y="171532"/>
                      <a:pt x="96708" y="171532"/>
                    </a:cubicBezTo>
                    <a:cubicBezTo>
                      <a:pt x="90422" y="171532"/>
                      <a:pt x="88729" y="165952"/>
                      <a:pt x="88729" y="159104"/>
                    </a:cubicBezTo>
                    <a:cubicBezTo>
                      <a:pt x="88729" y="154285"/>
                      <a:pt x="89213" y="152003"/>
                      <a:pt x="89938" y="148706"/>
                    </a:cubicBezTo>
                    <a:lnTo>
                      <a:pt x="123547" y="7689"/>
                    </a:lnTo>
                    <a:close/>
                    <a:moveTo>
                      <a:pt x="72046" y="144394"/>
                    </a:moveTo>
                    <a:cubicBezTo>
                      <a:pt x="70353" y="151495"/>
                      <a:pt x="65034" y="156568"/>
                      <a:pt x="59715" y="161387"/>
                    </a:cubicBezTo>
                    <a:cubicBezTo>
                      <a:pt x="57538" y="163416"/>
                      <a:pt x="47867" y="171532"/>
                      <a:pt x="37470" y="171532"/>
                    </a:cubicBezTo>
                    <a:cubicBezTo>
                      <a:pt x="28524" y="171532"/>
                      <a:pt x="19819" y="164938"/>
                      <a:pt x="19819" y="146930"/>
                    </a:cubicBezTo>
                    <a:cubicBezTo>
                      <a:pt x="19819" y="133488"/>
                      <a:pt x="26831" y="105589"/>
                      <a:pt x="32392" y="95444"/>
                    </a:cubicBezTo>
                    <a:cubicBezTo>
                      <a:pt x="43515" y="75154"/>
                      <a:pt x="55846" y="71350"/>
                      <a:pt x="62616" y="71350"/>
                    </a:cubicBezTo>
                    <a:cubicBezTo>
                      <a:pt x="79541" y="71350"/>
                      <a:pt x="84135" y="90625"/>
                      <a:pt x="84135" y="93415"/>
                    </a:cubicBezTo>
                    <a:cubicBezTo>
                      <a:pt x="84135" y="94430"/>
                      <a:pt x="83652" y="96205"/>
                      <a:pt x="83410" y="96966"/>
                    </a:cubicBezTo>
                    <a:lnTo>
                      <a:pt x="72046" y="144394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99D0233-F088-5CEC-AEF5-F1AC60D57608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6127844" y="8055730"/>
                <a:ext cx="73262" cy="170690"/>
              </a:xfrm>
              <a:custGeom>
                <a:avLst/>
                <a:gdLst>
                  <a:gd name="connsiteX0" fmla="*/ 67210 w 73262"/>
                  <a:gd name="connsiteY0" fmla="*/ 9725 h 170690"/>
                  <a:gd name="connsiteX1" fmla="*/ 57538 w 73262"/>
                  <a:gd name="connsiteY1" fmla="*/ 87 h 170690"/>
                  <a:gd name="connsiteX2" fmla="*/ 43998 w 73262"/>
                  <a:gd name="connsiteY2" fmla="*/ 14037 h 170690"/>
                  <a:gd name="connsiteX3" fmla="*/ 53670 w 73262"/>
                  <a:gd name="connsiteY3" fmla="*/ 23674 h 170690"/>
                  <a:gd name="connsiteX4" fmla="*/ 67210 w 73262"/>
                  <a:gd name="connsiteY4" fmla="*/ 9725 h 170690"/>
                  <a:gd name="connsiteX5" fmla="*/ 17885 w 73262"/>
                  <a:gd name="connsiteY5" fmla="*/ 138567 h 170690"/>
                  <a:gd name="connsiteX6" fmla="*/ 15709 w 73262"/>
                  <a:gd name="connsiteY6" fmla="*/ 149219 h 170690"/>
                  <a:gd name="connsiteX7" fmla="*/ 38679 w 73262"/>
                  <a:gd name="connsiteY7" fmla="*/ 170778 h 170690"/>
                  <a:gd name="connsiteX8" fmla="*/ 73497 w 73262"/>
                  <a:gd name="connsiteY8" fmla="*/ 131973 h 170690"/>
                  <a:gd name="connsiteX9" fmla="*/ 69628 w 73262"/>
                  <a:gd name="connsiteY9" fmla="*/ 128676 h 170690"/>
                  <a:gd name="connsiteX10" fmla="*/ 65034 w 73262"/>
                  <a:gd name="connsiteY10" fmla="*/ 132987 h 170690"/>
                  <a:gd name="connsiteX11" fmla="*/ 39404 w 73262"/>
                  <a:gd name="connsiteY11" fmla="*/ 163676 h 170690"/>
                  <a:gd name="connsiteX12" fmla="*/ 33359 w 73262"/>
                  <a:gd name="connsiteY12" fmla="*/ 154799 h 170690"/>
                  <a:gd name="connsiteX13" fmla="*/ 37228 w 73262"/>
                  <a:gd name="connsiteY13" fmla="*/ 138567 h 170690"/>
                  <a:gd name="connsiteX14" fmla="*/ 44965 w 73262"/>
                  <a:gd name="connsiteY14" fmla="*/ 118277 h 170690"/>
                  <a:gd name="connsiteX15" fmla="*/ 56813 w 73262"/>
                  <a:gd name="connsiteY15" fmla="*/ 86066 h 170690"/>
                  <a:gd name="connsiteX16" fmla="*/ 58264 w 73262"/>
                  <a:gd name="connsiteY16" fmla="*/ 77950 h 170690"/>
                  <a:gd name="connsiteX17" fmla="*/ 35294 w 73262"/>
                  <a:gd name="connsiteY17" fmla="*/ 56392 h 170690"/>
                  <a:gd name="connsiteX18" fmla="*/ 234 w 73262"/>
                  <a:gd name="connsiteY18" fmla="*/ 95197 h 170690"/>
                  <a:gd name="connsiteX19" fmla="*/ 4345 w 73262"/>
                  <a:gd name="connsiteY19" fmla="*/ 98494 h 170690"/>
                  <a:gd name="connsiteX20" fmla="*/ 8697 w 73262"/>
                  <a:gd name="connsiteY20" fmla="*/ 94436 h 170690"/>
                  <a:gd name="connsiteX21" fmla="*/ 34568 w 73262"/>
                  <a:gd name="connsiteY21" fmla="*/ 63494 h 170690"/>
                  <a:gd name="connsiteX22" fmla="*/ 40613 w 73262"/>
                  <a:gd name="connsiteY22" fmla="*/ 72371 h 170690"/>
                  <a:gd name="connsiteX23" fmla="*/ 33118 w 73262"/>
                  <a:gd name="connsiteY23" fmla="*/ 97733 h 170690"/>
                  <a:gd name="connsiteX24" fmla="*/ 17885 w 73262"/>
                  <a:gd name="connsiteY24" fmla="*/ 138567 h 17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3262" h="170690">
                    <a:moveTo>
                      <a:pt x="67210" y="9725"/>
                    </a:moveTo>
                    <a:cubicBezTo>
                      <a:pt x="67210" y="5667"/>
                      <a:pt x="64309" y="87"/>
                      <a:pt x="57538" y="87"/>
                    </a:cubicBezTo>
                    <a:cubicBezTo>
                      <a:pt x="51010" y="87"/>
                      <a:pt x="43998" y="6681"/>
                      <a:pt x="43998" y="14037"/>
                    </a:cubicBezTo>
                    <a:cubicBezTo>
                      <a:pt x="43998" y="18348"/>
                      <a:pt x="47141" y="23674"/>
                      <a:pt x="53670" y="23674"/>
                    </a:cubicBezTo>
                    <a:cubicBezTo>
                      <a:pt x="60682" y="23674"/>
                      <a:pt x="67210" y="16573"/>
                      <a:pt x="67210" y="9725"/>
                    </a:cubicBezTo>
                    <a:close/>
                    <a:moveTo>
                      <a:pt x="17885" y="138567"/>
                    </a:moveTo>
                    <a:cubicBezTo>
                      <a:pt x="16918" y="141864"/>
                      <a:pt x="15709" y="144908"/>
                      <a:pt x="15709" y="149219"/>
                    </a:cubicBezTo>
                    <a:cubicBezTo>
                      <a:pt x="15709" y="161140"/>
                      <a:pt x="25380" y="170778"/>
                      <a:pt x="38679" y="170778"/>
                    </a:cubicBezTo>
                    <a:cubicBezTo>
                      <a:pt x="62858" y="170778"/>
                      <a:pt x="73497" y="135777"/>
                      <a:pt x="73497" y="131973"/>
                    </a:cubicBezTo>
                    <a:cubicBezTo>
                      <a:pt x="73497" y="128676"/>
                      <a:pt x="70353" y="128676"/>
                      <a:pt x="69628" y="128676"/>
                    </a:cubicBezTo>
                    <a:cubicBezTo>
                      <a:pt x="66243" y="128676"/>
                      <a:pt x="66001" y="130197"/>
                      <a:pt x="65034" y="132987"/>
                    </a:cubicBezTo>
                    <a:cubicBezTo>
                      <a:pt x="59473" y="153277"/>
                      <a:pt x="48834" y="163676"/>
                      <a:pt x="39404" y="163676"/>
                    </a:cubicBezTo>
                    <a:cubicBezTo>
                      <a:pt x="34568" y="163676"/>
                      <a:pt x="33359" y="160379"/>
                      <a:pt x="33359" y="154799"/>
                    </a:cubicBezTo>
                    <a:cubicBezTo>
                      <a:pt x="33359" y="148966"/>
                      <a:pt x="35052" y="144147"/>
                      <a:pt x="37228" y="138567"/>
                    </a:cubicBezTo>
                    <a:cubicBezTo>
                      <a:pt x="39646" y="131719"/>
                      <a:pt x="42306" y="124871"/>
                      <a:pt x="44965" y="118277"/>
                    </a:cubicBezTo>
                    <a:cubicBezTo>
                      <a:pt x="47141" y="112190"/>
                      <a:pt x="55846" y="89110"/>
                      <a:pt x="56813" y="86066"/>
                    </a:cubicBezTo>
                    <a:cubicBezTo>
                      <a:pt x="57538" y="83530"/>
                      <a:pt x="58264" y="80487"/>
                      <a:pt x="58264" y="77950"/>
                    </a:cubicBezTo>
                    <a:cubicBezTo>
                      <a:pt x="58264" y="66030"/>
                      <a:pt x="48592" y="56392"/>
                      <a:pt x="35294" y="56392"/>
                    </a:cubicBezTo>
                    <a:cubicBezTo>
                      <a:pt x="11357" y="56392"/>
                      <a:pt x="234" y="90885"/>
                      <a:pt x="234" y="95197"/>
                    </a:cubicBezTo>
                    <a:cubicBezTo>
                      <a:pt x="234" y="98494"/>
                      <a:pt x="3619" y="98494"/>
                      <a:pt x="4345" y="98494"/>
                    </a:cubicBezTo>
                    <a:cubicBezTo>
                      <a:pt x="7730" y="98494"/>
                      <a:pt x="7971" y="97226"/>
                      <a:pt x="8697" y="94436"/>
                    </a:cubicBezTo>
                    <a:cubicBezTo>
                      <a:pt x="14983" y="72624"/>
                      <a:pt x="25622" y="63494"/>
                      <a:pt x="34568" y="63494"/>
                    </a:cubicBezTo>
                    <a:cubicBezTo>
                      <a:pt x="38437" y="63494"/>
                      <a:pt x="40613" y="65523"/>
                      <a:pt x="40613" y="72371"/>
                    </a:cubicBezTo>
                    <a:cubicBezTo>
                      <a:pt x="40613" y="78204"/>
                      <a:pt x="39162" y="82008"/>
                      <a:pt x="33118" y="97733"/>
                    </a:cubicBezTo>
                    <a:lnTo>
                      <a:pt x="17885" y="138567"/>
                    </a:lnTo>
                    <a:close/>
                  </a:path>
                </a:pathLst>
              </a:custGeom>
              <a:solidFill>
                <a:srgbClr val="FFFFFF"/>
              </a:solidFill>
              <a:ln w="342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sp>
          <p:nvSpPr>
            <p:cNvPr id="93" name="Left Brace 92">
              <a:extLst>
                <a:ext uri="{FF2B5EF4-FFF2-40B4-BE49-F238E27FC236}">
                  <a16:creationId xmlns:a16="http://schemas.microsoft.com/office/drawing/2014/main" id="{7BF73292-1E09-2FB4-59FB-4FDF85AE78E9}"/>
                </a:ext>
              </a:extLst>
            </p:cNvPr>
            <p:cNvSpPr/>
            <p:nvPr/>
          </p:nvSpPr>
          <p:spPr>
            <a:xfrm>
              <a:off x="7264400" y="1973375"/>
              <a:ext cx="204712" cy="1252422"/>
            </a:xfrm>
            <a:prstGeom prst="leftBrace">
              <a:avLst>
                <a:gd name="adj1" fmla="val 51030"/>
                <a:gd name="adj2" fmla="val 50000"/>
              </a:avLst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6555E4C-9691-73DF-B197-14EBF50FD838}"/>
                </a:ext>
              </a:extLst>
            </p:cNvPr>
            <p:cNvGrpSpPr>
              <a:grpSpLocks noChangeAspect="1"/>
            </p:cNvGrpSpPr>
            <p:nvPr>
              <p:custDataLst>
                <p:tags r:id="rId4"/>
              </p:custDataLst>
            </p:nvPr>
          </p:nvGrpSpPr>
          <p:grpSpPr>
            <a:xfrm>
              <a:off x="6578157" y="2394358"/>
              <a:ext cx="530643" cy="326283"/>
              <a:chOff x="10445399" y="5297649"/>
              <a:chExt cx="530643" cy="326283"/>
            </a:xfrm>
          </p:grpSpPr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5E541BF-A2CF-CC01-1A3B-9477B4B773B6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10445399" y="5297649"/>
                <a:ext cx="257367" cy="253658"/>
              </a:xfrm>
              <a:custGeom>
                <a:avLst/>
                <a:gdLst>
                  <a:gd name="connsiteX0" fmla="*/ 137976 w 257367"/>
                  <a:gd name="connsiteY0" fmla="*/ 6462 h 253658"/>
                  <a:gd name="connsiteX1" fmla="*/ 128909 w 257367"/>
                  <a:gd name="connsiteY1" fmla="*/ 85 h 253658"/>
                  <a:gd name="connsiteX2" fmla="*/ 119842 w 257367"/>
                  <a:gd name="connsiteY2" fmla="*/ 6462 h 253658"/>
                  <a:gd name="connsiteX3" fmla="*/ 1969 w 257367"/>
                  <a:gd name="connsiteY3" fmla="*/ 246658 h 253658"/>
                  <a:gd name="connsiteX4" fmla="*/ 225 w 257367"/>
                  <a:gd name="connsiteY4" fmla="*/ 250909 h 253658"/>
                  <a:gd name="connsiteX5" fmla="*/ 7898 w 257367"/>
                  <a:gd name="connsiteY5" fmla="*/ 253743 h 253658"/>
                  <a:gd name="connsiteX6" fmla="*/ 249920 w 257367"/>
                  <a:gd name="connsiteY6" fmla="*/ 253743 h 253658"/>
                  <a:gd name="connsiteX7" fmla="*/ 257593 w 257367"/>
                  <a:gd name="connsiteY7" fmla="*/ 250909 h 253658"/>
                  <a:gd name="connsiteX8" fmla="*/ 255849 w 257367"/>
                  <a:gd name="connsiteY8" fmla="*/ 246658 h 253658"/>
                  <a:gd name="connsiteX9" fmla="*/ 137976 w 257367"/>
                  <a:gd name="connsiteY9" fmla="*/ 6462 h 253658"/>
                  <a:gd name="connsiteX10" fmla="*/ 117749 w 257367"/>
                  <a:gd name="connsiteY10" fmla="*/ 35512 h 253658"/>
                  <a:gd name="connsiteX11" fmla="*/ 211559 w 257367"/>
                  <a:gd name="connsiteY11" fmla="*/ 226818 h 253658"/>
                  <a:gd name="connsiteX12" fmla="*/ 23591 w 257367"/>
                  <a:gd name="connsiteY12" fmla="*/ 226818 h 253658"/>
                  <a:gd name="connsiteX13" fmla="*/ 117749 w 257367"/>
                  <a:gd name="connsiteY13" fmla="*/ 35512 h 253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7367" h="253658">
                    <a:moveTo>
                      <a:pt x="137976" y="6462"/>
                    </a:moveTo>
                    <a:cubicBezTo>
                      <a:pt x="135535" y="1856"/>
                      <a:pt x="134837" y="85"/>
                      <a:pt x="128909" y="85"/>
                    </a:cubicBezTo>
                    <a:cubicBezTo>
                      <a:pt x="122980" y="85"/>
                      <a:pt x="122283" y="1856"/>
                      <a:pt x="119842" y="6462"/>
                    </a:cubicBezTo>
                    <a:lnTo>
                      <a:pt x="1969" y="246658"/>
                    </a:lnTo>
                    <a:cubicBezTo>
                      <a:pt x="225" y="249846"/>
                      <a:pt x="225" y="250555"/>
                      <a:pt x="225" y="250909"/>
                    </a:cubicBezTo>
                    <a:cubicBezTo>
                      <a:pt x="225" y="253743"/>
                      <a:pt x="2318" y="253743"/>
                      <a:pt x="7898" y="253743"/>
                    </a:cubicBezTo>
                    <a:lnTo>
                      <a:pt x="249920" y="253743"/>
                    </a:lnTo>
                    <a:cubicBezTo>
                      <a:pt x="255500" y="253743"/>
                      <a:pt x="257593" y="253743"/>
                      <a:pt x="257593" y="250909"/>
                    </a:cubicBezTo>
                    <a:cubicBezTo>
                      <a:pt x="257593" y="250555"/>
                      <a:pt x="257593" y="249846"/>
                      <a:pt x="255849" y="246658"/>
                    </a:cubicBezTo>
                    <a:lnTo>
                      <a:pt x="137976" y="6462"/>
                    </a:lnTo>
                    <a:close/>
                    <a:moveTo>
                      <a:pt x="117749" y="35512"/>
                    </a:moveTo>
                    <a:lnTo>
                      <a:pt x="211559" y="226818"/>
                    </a:lnTo>
                    <a:lnTo>
                      <a:pt x="23591" y="226818"/>
                    </a:lnTo>
                    <a:lnTo>
                      <a:pt x="117749" y="35512"/>
                    </a:lnTo>
                    <a:close/>
                  </a:path>
                </a:pathLst>
              </a:custGeom>
              <a:solidFill>
                <a:srgbClr val="FFFFFF"/>
              </a:solidFill>
              <a:ln w="345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80F3A52-4B1F-AD91-3660-AFD39DCB95AC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10729736" y="5394719"/>
                <a:ext cx="160767" cy="229213"/>
              </a:xfrm>
              <a:custGeom>
                <a:avLst/>
                <a:gdLst>
                  <a:gd name="connsiteX0" fmla="*/ 159606 w 160767"/>
                  <a:gd name="connsiteY0" fmla="*/ 21695 h 229213"/>
                  <a:gd name="connsiteX1" fmla="*/ 161001 w 160767"/>
                  <a:gd name="connsiteY1" fmla="*/ 13547 h 229213"/>
                  <a:gd name="connsiteX2" fmla="*/ 150888 w 160767"/>
                  <a:gd name="connsiteY2" fmla="*/ 3982 h 229213"/>
                  <a:gd name="connsiteX3" fmla="*/ 138682 w 160767"/>
                  <a:gd name="connsiteY3" fmla="*/ 11421 h 229213"/>
                  <a:gd name="connsiteX4" fmla="*/ 133800 w 160767"/>
                  <a:gd name="connsiteY4" fmla="*/ 30552 h 229213"/>
                  <a:gd name="connsiteX5" fmla="*/ 126825 w 160767"/>
                  <a:gd name="connsiteY5" fmla="*/ 58894 h 229213"/>
                  <a:gd name="connsiteX6" fmla="*/ 111132 w 160767"/>
                  <a:gd name="connsiteY6" fmla="*/ 122663 h 229213"/>
                  <a:gd name="connsiteX7" fmla="*/ 71725 w 160767"/>
                  <a:gd name="connsiteY7" fmla="*/ 152776 h 229213"/>
                  <a:gd name="connsiteX8" fmla="*/ 50103 w 160767"/>
                  <a:gd name="connsiteY8" fmla="*/ 124080 h 229213"/>
                  <a:gd name="connsiteX9" fmla="*/ 67888 w 160767"/>
                  <a:gd name="connsiteY9" fmla="*/ 54643 h 229213"/>
                  <a:gd name="connsiteX10" fmla="*/ 74863 w 160767"/>
                  <a:gd name="connsiteY10" fmla="*/ 29135 h 229213"/>
                  <a:gd name="connsiteX11" fmla="*/ 46267 w 160767"/>
                  <a:gd name="connsiteY11" fmla="*/ 85 h 229213"/>
                  <a:gd name="connsiteX12" fmla="*/ 234 w 160767"/>
                  <a:gd name="connsiteY12" fmla="*/ 54643 h 229213"/>
                  <a:gd name="connsiteX13" fmla="*/ 4418 w 160767"/>
                  <a:gd name="connsiteY13" fmla="*/ 58185 h 229213"/>
                  <a:gd name="connsiteX14" fmla="*/ 9998 w 160767"/>
                  <a:gd name="connsiteY14" fmla="*/ 51808 h 229213"/>
                  <a:gd name="connsiteX15" fmla="*/ 45221 w 160767"/>
                  <a:gd name="connsiteY15" fmla="*/ 7879 h 229213"/>
                  <a:gd name="connsiteX16" fmla="*/ 53939 w 160767"/>
                  <a:gd name="connsiteY16" fmla="*/ 19215 h 229213"/>
                  <a:gd name="connsiteX17" fmla="*/ 48010 w 160767"/>
                  <a:gd name="connsiteY17" fmla="*/ 44014 h 229213"/>
                  <a:gd name="connsiteX18" fmla="*/ 27784 w 160767"/>
                  <a:gd name="connsiteY18" fmla="*/ 118411 h 229213"/>
                  <a:gd name="connsiteX19" fmla="*/ 70330 w 160767"/>
                  <a:gd name="connsiteY19" fmla="*/ 160570 h 229213"/>
                  <a:gd name="connsiteX20" fmla="*/ 105552 w 160767"/>
                  <a:gd name="connsiteY20" fmla="*/ 144627 h 229213"/>
                  <a:gd name="connsiteX21" fmla="*/ 82884 w 160767"/>
                  <a:gd name="connsiteY21" fmla="*/ 199185 h 229213"/>
                  <a:gd name="connsiteX22" fmla="*/ 44523 w 160767"/>
                  <a:gd name="connsiteY22" fmla="*/ 221504 h 229213"/>
                  <a:gd name="connsiteX23" fmla="*/ 18019 w 160767"/>
                  <a:gd name="connsiteY23" fmla="*/ 206625 h 229213"/>
                  <a:gd name="connsiteX24" fmla="*/ 33015 w 160767"/>
                  <a:gd name="connsiteY24" fmla="*/ 202374 h 229213"/>
                  <a:gd name="connsiteX25" fmla="*/ 39990 w 160767"/>
                  <a:gd name="connsiteY25" fmla="*/ 187849 h 229213"/>
                  <a:gd name="connsiteX26" fmla="*/ 27086 w 160767"/>
                  <a:gd name="connsiteY26" fmla="*/ 175449 h 229213"/>
                  <a:gd name="connsiteX27" fmla="*/ 7557 w 160767"/>
                  <a:gd name="connsiteY27" fmla="*/ 198477 h 229213"/>
                  <a:gd name="connsiteX28" fmla="*/ 44523 w 160767"/>
                  <a:gd name="connsiteY28" fmla="*/ 229298 h 229213"/>
                  <a:gd name="connsiteX29" fmla="*/ 126127 w 160767"/>
                  <a:gd name="connsiteY29" fmla="*/ 157027 h 229213"/>
                  <a:gd name="connsiteX30" fmla="*/ 159606 w 160767"/>
                  <a:gd name="connsiteY30" fmla="*/ 21695 h 229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0767" h="229213">
                    <a:moveTo>
                      <a:pt x="159606" y="21695"/>
                    </a:moveTo>
                    <a:cubicBezTo>
                      <a:pt x="161001" y="16735"/>
                      <a:pt x="161001" y="16027"/>
                      <a:pt x="161001" y="13547"/>
                    </a:cubicBezTo>
                    <a:cubicBezTo>
                      <a:pt x="161001" y="7170"/>
                      <a:pt x="156119" y="3982"/>
                      <a:pt x="150888" y="3982"/>
                    </a:cubicBezTo>
                    <a:cubicBezTo>
                      <a:pt x="147400" y="3982"/>
                      <a:pt x="141820" y="6107"/>
                      <a:pt x="138682" y="11421"/>
                    </a:cubicBezTo>
                    <a:cubicBezTo>
                      <a:pt x="137984" y="13193"/>
                      <a:pt x="135194" y="24175"/>
                      <a:pt x="133800" y="30552"/>
                    </a:cubicBezTo>
                    <a:cubicBezTo>
                      <a:pt x="131358" y="39763"/>
                      <a:pt x="128917" y="49328"/>
                      <a:pt x="126825" y="58894"/>
                    </a:cubicBezTo>
                    <a:lnTo>
                      <a:pt x="111132" y="122663"/>
                    </a:lnTo>
                    <a:cubicBezTo>
                      <a:pt x="109737" y="127977"/>
                      <a:pt x="94741" y="152776"/>
                      <a:pt x="71725" y="152776"/>
                    </a:cubicBezTo>
                    <a:cubicBezTo>
                      <a:pt x="53939" y="152776"/>
                      <a:pt x="50103" y="137188"/>
                      <a:pt x="50103" y="124080"/>
                    </a:cubicBezTo>
                    <a:cubicBezTo>
                      <a:pt x="50103" y="107783"/>
                      <a:pt x="56031" y="85818"/>
                      <a:pt x="67888" y="54643"/>
                    </a:cubicBezTo>
                    <a:cubicBezTo>
                      <a:pt x="73468" y="40117"/>
                      <a:pt x="74863" y="36220"/>
                      <a:pt x="74863" y="29135"/>
                    </a:cubicBezTo>
                    <a:cubicBezTo>
                      <a:pt x="74863" y="13193"/>
                      <a:pt x="63704" y="85"/>
                      <a:pt x="46267" y="85"/>
                    </a:cubicBezTo>
                    <a:cubicBezTo>
                      <a:pt x="13137" y="85"/>
                      <a:pt x="234" y="51454"/>
                      <a:pt x="234" y="54643"/>
                    </a:cubicBezTo>
                    <a:cubicBezTo>
                      <a:pt x="234" y="58185"/>
                      <a:pt x="3721" y="58185"/>
                      <a:pt x="4418" y="58185"/>
                    </a:cubicBezTo>
                    <a:cubicBezTo>
                      <a:pt x="7906" y="58185"/>
                      <a:pt x="8255" y="57477"/>
                      <a:pt x="9998" y="51808"/>
                    </a:cubicBezTo>
                    <a:cubicBezTo>
                      <a:pt x="19414" y="18507"/>
                      <a:pt x="33364" y="7879"/>
                      <a:pt x="45221" y="7879"/>
                    </a:cubicBezTo>
                    <a:cubicBezTo>
                      <a:pt x="48010" y="7879"/>
                      <a:pt x="53939" y="7879"/>
                      <a:pt x="53939" y="19215"/>
                    </a:cubicBezTo>
                    <a:cubicBezTo>
                      <a:pt x="53939" y="28072"/>
                      <a:pt x="50452" y="37283"/>
                      <a:pt x="48010" y="44014"/>
                    </a:cubicBezTo>
                    <a:cubicBezTo>
                      <a:pt x="34061" y="81567"/>
                      <a:pt x="27784" y="101761"/>
                      <a:pt x="27784" y="118411"/>
                    </a:cubicBezTo>
                    <a:cubicBezTo>
                      <a:pt x="27784" y="149942"/>
                      <a:pt x="49754" y="160570"/>
                      <a:pt x="70330" y="160570"/>
                    </a:cubicBezTo>
                    <a:cubicBezTo>
                      <a:pt x="83930" y="160570"/>
                      <a:pt x="95787" y="154547"/>
                      <a:pt x="105552" y="144627"/>
                    </a:cubicBezTo>
                    <a:cubicBezTo>
                      <a:pt x="101018" y="163050"/>
                      <a:pt x="96834" y="180409"/>
                      <a:pt x="82884" y="199185"/>
                    </a:cubicBezTo>
                    <a:cubicBezTo>
                      <a:pt x="73817" y="211231"/>
                      <a:pt x="60565" y="221504"/>
                      <a:pt x="44523" y="221504"/>
                    </a:cubicBezTo>
                    <a:cubicBezTo>
                      <a:pt x="39641" y="221504"/>
                      <a:pt x="23948" y="220442"/>
                      <a:pt x="18019" y="206625"/>
                    </a:cubicBezTo>
                    <a:cubicBezTo>
                      <a:pt x="23599" y="206625"/>
                      <a:pt x="28133" y="206625"/>
                      <a:pt x="33015" y="202374"/>
                    </a:cubicBezTo>
                    <a:cubicBezTo>
                      <a:pt x="36502" y="199185"/>
                      <a:pt x="39990" y="194580"/>
                      <a:pt x="39990" y="187849"/>
                    </a:cubicBezTo>
                    <a:cubicBezTo>
                      <a:pt x="39990" y="176866"/>
                      <a:pt x="30574" y="175449"/>
                      <a:pt x="27086" y="175449"/>
                    </a:cubicBezTo>
                    <a:cubicBezTo>
                      <a:pt x="19065" y="175449"/>
                      <a:pt x="7557" y="181117"/>
                      <a:pt x="7557" y="198477"/>
                    </a:cubicBezTo>
                    <a:cubicBezTo>
                      <a:pt x="7557" y="216190"/>
                      <a:pt x="22901" y="229298"/>
                      <a:pt x="44523" y="229298"/>
                    </a:cubicBezTo>
                    <a:cubicBezTo>
                      <a:pt x="80443" y="229298"/>
                      <a:pt x="116363" y="197060"/>
                      <a:pt x="126127" y="157027"/>
                    </a:cubicBezTo>
                    <a:lnTo>
                      <a:pt x="159606" y="21695"/>
                    </a:lnTo>
                    <a:close/>
                  </a:path>
                </a:pathLst>
              </a:custGeom>
              <a:solidFill>
                <a:srgbClr val="FFFFFF"/>
              </a:solidFill>
              <a:ln w="345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5AB335C-6CF0-AF10-4780-7BE80D1257BB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0902076" y="5440030"/>
                <a:ext cx="73966" cy="166897"/>
              </a:xfrm>
              <a:custGeom>
                <a:avLst/>
                <a:gdLst>
                  <a:gd name="connsiteX0" fmla="*/ 67858 w 73966"/>
                  <a:gd name="connsiteY0" fmla="*/ 9510 h 166897"/>
                  <a:gd name="connsiteX1" fmla="*/ 58094 w 73966"/>
                  <a:gd name="connsiteY1" fmla="*/ 86 h 166897"/>
                  <a:gd name="connsiteX2" fmla="*/ 44423 w 73966"/>
                  <a:gd name="connsiteY2" fmla="*/ 13726 h 166897"/>
                  <a:gd name="connsiteX3" fmla="*/ 54188 w 73966"/>
                  <a:gd name="connsiteY3" fmla="*/ 23149 h 166897"/>
                  <a:gd name="connsiteX4" fmla="*/ 67858 w 73966"/>
                  <a:gd name="connsiteY4" fmla="*/ 9510 h 166897"/>
                  <a:gd name="connsiteX5" fmla="*/ 18059 w 73966"/>
                  <a:gd name="connsiteY5" fmla="*/ 135489 h 166897"/>
                  <a:gd name="connsiteX6" fmla="*/ 15862 w 73966"/>
                  <a:gd name="connsiteY6" fmla="*/ 145904 h 166897"/>
                  <a:gd name="connsiteX7" fmla="*/ 39053 w 73966"/>
                  <a:gd name="connsiteY7" fmla="*/ 166983 h 166897"/>
                  <a:gd name="connsiteX8" fmla="*/ 74205 w 73966"/>
                  <a:gd name="connsiteY8" fmla="*/ 129041 h 166897"/>
                  <a:gd name="connsiteX9" fmla="*/ 70300 w 73966"/>
                  <a:gd name="connsiteY9" fmla="*/ 125817 h 166897"/>
                  <a:gd name="connsiteX10" fmla="*/ 65661 w 73966"/>
                  <a:gd name="connsiteY10" fmla="*/ 130033 h 166897"/>
                  <a:gd name="connsiteX11" fmla="*/ 39785 w 73966"/>
                  <a:gd name="connsiteY11" fmla="*/ 160040 h 166897"/>
                  <a:gd name="connsiteX12" fmla="*/ 33682 w 73966"/>
                  <a:gd name="connsiteY12" fmla="*/ 151360 h 166897"/>
                  <a:gd name="connsiteX13" fmla="*/ 37588 w 73966"/>
                  <a:gd name="connsiteY13" fmla="*/ 135489 h 166897"/>
                  <a:gd name="connsiteX14" fmla="*/ 45400 w 73966"/>
                  <a:gd name="connsiteY14" fmla="*/ 115650 h 166897"/>
                  <a:gd name="connsiteX15" fmla="*/ 57361 w 73966"/>
                  <a:gd name="connsiteY15" fmla="*/ 84155 h 166897"/>
                  <a:gd name="connsiteX16" fmla="*/ 58826 w 73966"/>
                  <a:gd name="connsiteY16" fmla="*/ 76219 h 166897"/>
                  <a:gd name="connsiteX17" fmla="*/ 35635 w 73966"/>
                  <a:gd name="connsiteY17" fmla="*/ 55140 h 166897"/>
                  <a:gd name="connsiteX18" fmla="*/ 239 w 73966"/>
                  <a:gd name="connsiteY18" fmla="*/ 93082 h 166897"/>
                  <a:gd name="connsiteX19" fmla="*/ 4389 w 73966"/>
                  <a:gd name="connsiteY19" fmla="*/ 96306 h 166897"/>
                  <a:gd name="connsiteX20" fmla="*/ 8783 w 73966"/>
                  <a:gd name="connsiteY20" fmla="*/ 92338 h 166897"/>
                  <a:gd name="connsiteX21" fmla="*/ 34903 w 73966"/>
                  <a:gd name="connsiteY21" fmla="*/ 62084 h 166897"/>
                  <a:gd name="connsiteX22" fmla="*/ 41006 w 73966"/>
                  <a:gd name="connsiteY22" fmla="*/ 70763 h 166897"/>
                  <a:gd name="connsiteX23" fmla="*/ 33438 w 73966"/>
                  <a:gd name="connsiteY23" fmla="*/ 95562 h 166897"/>
                  <a:gd name="connsiteX24" fmla="*/ 18059 w 73966"/>
                  <a:gd name="connsiteY24" fmla="*/ 135489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3966" h="166897">
                    <a:moveTo>
                      <a:pt x="67858" y="9510"/>
                    </a:moveTo>
                    <a:cubicBezTo>
                      <a:pt x="67858" y="5542"/>
                      <a:pt x="64929" y="86"/>
                      <a:pt x="58094" y="86"/>
                    </a:cubicBezTo>
                    <a:cubicBezTo>
                      <a:pt x="51503" y="86"/>
                      <a:pt x="44423" y="6534"/>
                      <a:pt x="44423" y="13726"/>
                    </a:cubicBezTo>
                    <a:cubicBezTo>
                      <a:pt x="44423" y="17941"/>
                      <a:pt x="47597" y="23149"/>
                      <a:pt x="54188" y="23149"/>
                    </a:cubicBezTo>
                    <a:cubicBezTo>
                      <a:pt x="61267" y="23149"/>
                      <a:pt x="67858" y="16206"/>
                      <a:pt x="67858" y="9510"/>
                    </a:cubicBezTo>
                    <a:close/>
                    <a:moveTo>
                      <a:pt x="18059" y="135489"/>
                    </a:moveTo>
                    <a:cubicBezTo>
                      <a:pt x="17082" y="138713"/>
                      <a:pt x="15862" y="141688"/>
                      <a:pt x="15862" y="145904"/>
                    </a:cubicBezTo>
                    <a:cubicBezTo>
                      <a:pt x="15862" y="157560"/>
                      <a:pt x="25627" y="166983"/>
                      <a:pt x="39053" y="166983"/>
                    </a:cubicBezTo>
                    <a:cubicBezTo>
                      <a:pt x="63464" y="166983"/>
                      <a:pt x="74205" y="132761"/>
                      <a:pt x="74205" y="129041"/>
                    </a:cubicBezTo>
                    <a:cubicBezTo>
                      <a:pt x="74205" y="125817"/>
                      <a:pt x="71032" y="125817"/>
                      <a:pt x="70300" y="125817"/>
                    </a:cubicBezTo>
                    <a:cubicBezTo>
                      <a:pt x="66882" y="125817"/>
                      <a:pt x="66638" y="127305"/>
                      <a:pt x="65661" y="130033"/>
                    </a:cubicBezTo>
                    <a:cubicBezTo>
                      <a:pt x="60047" y="149872"/>
                      <a:pt x="49306" y="160040"/>
                      <a:pt x="39785" y="160040"/>
                    </a:cubicBezTo>
                    <a:cubicBezTo>
                      <a:pt x="34903" y="160040"/>
                      <a:pt x="33682" y="156816"/>
                      <a:pt x="33682" y="151360"/>
                    </a:cubicBezTo>
                    <a:cubicBezTo>
                      <a:pt x="33682" y="145656"/>
                      <a:pt x="35391" y="140945"/>
                      <a:pt x="37588" y="135489"/>
                    </a:cubicBezTo>
                    <a:cubicBezTo>
                      <a:pt x="40029" y="128793"/>
                      <a:pt x="42715" y="122097"/>
                      <a:pt x="45400" y="115650"/>
                    </a:cubicBezTo>
                    <a:cubicBezTo>
                      <a:pt x="47597" y="109698"/>
                      <a:pt x="56385" y="87131"/>
                      <a:pt x="57361" y="84155"/>
                    </a:cubicBezTo>
                    <a:cubicBezTo>
                      <a:pt x="58094" y="81675"/>
                      <a:pt x="58826" y="78699"/>
                      <a:pt x="58826" y="76219"/>
                    </a:cubicBezTo>
                    <a:cubicBezTo>
                      <a:pt x="58826" y="64564"/>
                      <a:pt x="49062" y="55140"/>
                      <a:pt x="35635" y="55140"/>
                    </a:cubicBezTo>
                    <a:cubicBezTo>
                      <a:pt x="11468" y="55140"/>
                      <a:pt x="239" y="88867"/>
                      <a:pt x="239" y="93082"/>
                    </a:cubicBezTo>
                    <a:cubicBezTo>
                      <a:pt x="239" y="96306"/>
                      <a:pt x="3656" y="96306"/>
                      <a:pt x="4389" y="96306"/>
                    </a:cubicBezTo>
                    <a:cubicBezTo>
                      <a:pt x="7806" y="96306"/>
                      <a:pt x="8050" y="95066"/>
                      <a:pt x="8783" y="92338"/>
                    </a:cubicBezTo>
                    <a:cubicBezTo>
                      <a:pt x="15130" y="71011"/>
                      <a:pt x="25871" y="62084"/>
                      <a:pt x="34903" y="62084"/>
                    </a:cubicBezTo>
                    <a:cubicBezTo>
                      <a:pt x="38809" y="62084"/>
                      <a:pt x="41006" y="64068"/>
                      <a:pt x="41006" y="70763"/>
                    </a:cubicBezTo>
                    <a:cubicBezTo>
                      <a:pt x="41006" y="76467"/>
                      <a:pt x="39541" y="80187"/>
                      <a:pt x="33438" y="95562"/>
                    </a:cubicBezTo>
                    <a:lnTo>
                      <a:pt x="18059" y="135489"/>
                    </a:lnTo>
                    <a:close/>
                  </a:path>
                </a:pathLst>
              </a:custGeom>
              <a:solidFill>
                <a:srgbClr val="FFFFFF"/>
              </a:solidFill>
              <a:ln w="345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7728FC-E55D-2043-F96D-BDA85C5A49AE}"/>
                </a:ext>
              </a:extLst>
            </p:cNvPr>
            <p:cNvSpPr txBox="1"/>
            <p:nvPr/>
          </p:nvSpPr>
          <p:spPr>
            <a:xfrm rot="20327852">
              <a:off x="3670210" y="3747321"/>
              <a:ext cx="24584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Least Square Fit</a:t>
              </a:r>
              <a:endParaRPr lang="en-PK" sz="24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6A45790-5122-7CC9-B715-556412E0BA82}"/>
              </a:ext>
            </a:extLst>
          </p:cNvPr>
          <p:cNvSpPr txBox="1"/>
          <p:nvPr/>
        </p:nvSpPr>
        <p:spPr>
          <a:xfrm>
            <a:off x="3380186" y="2502534"/>
            <a:ext cx="3629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Deviation at </a:t>
            </a:r>
            <a:r>
              <a:rPr lang="en-US" sz="2000" dirty="0" err="1">
                <a:solidFill>
                  <a:srgbClr val="FF6600"/>
                </a:solidFill>
              </a:rPr>
              <a:t>ith</a:t>
            </a:r>
            <a:r>
              <a:rPr lang="en-US" sz="2000" dirty="0">
                <a:solidFill>
                  <a:srgbClr val="FF6600"/>
                </a:solidFill>
              </a:rPr>
              <a:t> point</a:t>
            </a:r>
            <a:endParaRPr lang="en-PK" sz="20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88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+mj-lt"/>
              </a:rPr>
              <a:t>We note that deviation can be positive</a:t>
            </a:r>
          </a:p>
          <a:p>
            <a:pPr marL="0" indent="0" algn="l">
              <a:buNone/>
            </a:pPr>
            <a:r>
              <a:rPr lang="en-US" sz="1600" dirty="0">
                <a:latin typeface="+mj-lt"/>
              </a:rPr>
              <a:t>    or negative. So, let’s minimize sum of</a:t>
            </a:r>
          </a:p>
          <a:p>
            <a:pPr marL="0" indent="0" algn="l">
              <a:buNone/>
            </a:pPr>
            <a:r>
              <a:rPr lang="en-US" sz="1600" dirty="0">
                <a:latin typeface="+mj-lt"/>
              </a:rPr>
              <a:t>    squares of deviations: R </a:t>
            </a:r>
            <a:endParaRPr lang="en-US" sz="2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Deviation Minimization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35169E-B6D3-D093-82C4-25F92442FD6B}"/>
              </a:ext>
            </a:extLst>
      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6923313" y="126309"/>
            <a:ext cx="5085981" cy="2883718"/>
          </a:xfrm>
          <a:prstGeom prst="rect">
            <a:avLst/>
          </a:prstGeom>
        </p:spPr>
      </p:pic>
      <p:grpSp>
        <p:nvGrpSpPr>
          <p:cNvPr id="427" name="Group 426">
            <a:extLst>
              <a:ext uri="{FF2B5EF4-FFF2-40B4-BE49-F238E27FC236}">
                <a16:creationId xmlns:a16="http://schemas.microsoft.com/office/drawing/2014/main" id="{4E08D10D-AE11-DE97-1027-7AF76430368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527300" y="2755900"/>
            <a:ext cx="4263782" cy="3324151"/>
            <a:chOff x="8676347" y="5403285"/>
            <a:chExt cx="4263782" cy="3324151"/>
          </a:xfrm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25432F5E-3C92-6B8D-8F0A-E2E629A99C1A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676347" y="5712697"/>
              <a:ext cx="252427" cy="249097"/>
            </a:xfrm>
            <a:custGeom>
              <a:avLst/>
              <a:gdLst>
                <a:gd name="connsiteX0" fmla="*/ 118255 w 252427"/>
                <a:gd name="connsiteY0" fmla="*/ 24470 h 249097"/>
                <a:gd name="connsiteX1" fmla="*/ 128154 w 252427"/>
                <a:gd name="connsiteY1" fmla="*/ 11397 h 249097"/>
                <a:gd name="connsiteX2" fmla="*/ 149720 w 252427"/>
                <a:gd name="connsiteY2" fmla="*/ 11043 h 249097"/>
                <a:gd name="connsiteX3" fmla="*/ 214064 w 252427"/>
                <a:gd name="connsiteY3" fmla="*/ 46023 h 249097"/>
                <a:gd name="connsiteX4" fmla="*/ 194620 w 252427"/>
                <a:gd name="connsiteY4" fmla="*/ 96196 h 249097"/>
                <a:gd name="connsiteX5" fmla="*/ 134872 w 252427"/>
                <a:gd name="connsiteY5" fmla="*/ 116689 h 249097"/>
                <a:gd name="connsiteX6" fmla="*/ 95275 w 252427"/>
                <a:gd name="connsiteY6" fmla="*/ 116689 h 249097"/>
                <a:gd name="connsiteX7" fmla="*/ 118255 w 252427"/>
                <a:gd name="connsiteY7" fmla="*/ 24470 h 249097"/>
                <a:gd name="connsiteX8" fmla="*/ 169165 w 252427"/>
                <a:gd name="connsiteY8" fmla="*/ 121282 h 249097"/>
                <a:gd name="connsiteX9" fmla="*/ 246944 w 252427"/>
                <a:gd name="connsiteY9" fmla="*/ 53090 h 249097"/>
                <a:gd name="connsiteX10" fmla="*/ 168811 w 252427"/>
                <a:gd name="connsiteY10" fmla="*/ 90 h 249097"/>
                <a:gd name="connsiteX11" fmla="*/ 68052 w 252427"/>
                <a:gd name="connsiteY11" fmla="*/ 90 h 249097"/>
                <a:gd name="connsiteX12" fmla="*/ 57800 w 252427"/>
                <a:gd name="connsiteY12" fmla="*/ 7157 h 249097"/>
                <a:gd name="connsiteX13" fmla="*/ 67699 w 252427"/>
                <a:gd name="connsiteY13" fmla="*/ 11043 h 249097"/>
                <a:gd name="connsiteX14" fmla="*/ 81133 w 252427"/>
                <a:gd name="connsiteY14" fmla="*/ 11750 h 249097"/>
                <a:gd name="connsiteX15" fmla="*/ 90679 w 252427"/>
                <a:gd name="connsiteY15" fmla="*/ 17403 h 249097"/>
                <a:gd name="connsiteX16" fmla="*/ 89265 w 252427"/>
                <a:gd name="connsiteY16" fmla="*/ 24117 h 249097"/>
                <a:gd name="connsiteX17" fmla="*/ 41891 w 252427"/>
                <a:gd name="connsiteY17" fmla="*/ 213854 h 249097"/>
                <a:gd name="connsiteX18" fmla="*/ 9718 w 252427"/>
                <a:gd name="connsiteY18" fmla="*/ 230461 h 249097"/>
                <a:gd name="connsiteX19" fmla="*/ 173 w 252427"/>
                <a:gd name="connsiteY19" fmla="*/ 237527 h 249097"/>
                <a:gd name="connsiteX20" fmla="*/ 5122 w 252427"/>
                <a:gd name="connsiteY20" fmla="*/ 241414 h 249097"/>
                <a:gd name="connsiteX21" fmla="*/ 49668 w 252427"/>
                <a:gd name="connsiteY21" fmla="*/ 240354 h 249097"/>
                <a:gd name="connsiteX22" fmla="*/ 94568 w 252427"/>
                <a:gd name="connsiteY22" fmla="*/ 241414 h 249097"/>
                <a:gd name="connsiteX23" fmla="*/ 101639 w 252427"/>
                <a:gd name="connsiteY23" fmla="*/ 234347 h 249097"/>
                <a:gd name="connsiteX24" fmla="*/ 91740 w 252427"/>
                <a:gd name="connsiteY24" fmla="*/ 230461 h 249097"/>
                <a:gd name="connsiteX25" fmla="*/ 68760 w 252427"/>
                <a:gd name="connsiteY25" fmla="*/ 224101 h 249097"/>
                <a:gd name="connsiteX26" fmla="*/ 69820 w 252427"/>
                <a:gd name="connsiteY26" fmla="*/ 218094 h 249097"/>
                <a:gd name="connsiteX27" fmla="*/ 93154 w 252427"/>
                <a:gd name="connsiteY27" fmla="*/ 124462 h 249097"/>
                <a:gd name="connsiteX28" fmla="*/ 135225 w 252427"/>
                <a:gd name="connsiteY28" fmla="*/ 124462 h 249097"/>
                <a:gd name="connsiteX29" fmla="*/ 173761 w 252427"/>
                <a:gd name="connsiteY29" fmla="*/ 156615 h 249097"/>
                <a:gd name="connsiteX30" fmla="*/ 168811 w 252427"/>
                <a:gd name="connsiteY30" fmla="*/ 180995 h 249097"/>
                <a:gd name="connsiteX31" fmla="*/ 163155 w 252427"/>
                <a:gd name="connsiteY31" fmla="*/ 211028 h 249097"/>
                <a:gd name="connsiteX32" fmla="*/ 210175 w 252427"/>
                <a:gd name="connsiteY32" fmla="*/ 249187 h 249097"/>
                <a:gd name="connsiteX33" fmla="*/ 252600 w 252427"/>
                <a:gd name="connsiteY33" fmla="*/ 208554 h 249097"/>
                <a:gd name="connsiteX34" fmla="*/ 248358 w 252427"/>
                <a:gd name="connsiteY34" fmla="*/ 204315 h 249097"/>
                <a:gd name="connsiteX35" fmla="*/ 243762 w 252427"/>
                <a:gd name="connsiteY35" fmla="*/ 209261 h 249097"/>
                <a:gd name="connsiteX36" fmla="*/ 211590 w 252427"/>
                <a:gd name="connsiteY36" fmla="*/ 241414 h 249097"/>
                <a:gd name="connsiteX37" fmla="*/ 197448 w 252427"/>
                <a:gd name="connsiteY37" fmla="*/ 219861 h 249097"/>
                <a:gd name="connsiteX38" fmla="*/ 200983 w 252427"/>
                <a:gd name="connsiteY38" fmla="*/ 179581 h 249097"/>
                <a:gd name="connsiteX39" fmla="*/ 202398 w 252427"/>
                <a:gd name="connsiteY39" fmla="*/ 162975 h 249097"/>
                <a:gd name="connsiteX40" fmla="*/ 169165 w 252427"/>
                <a:gd name="connsiteY40" fmla="*/ 121282 h 249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52427" h="249097">
                  <a:moveTo>
                    <a:pt x="118255" y="24470"/>
                  </a:moveTo>
                  <a:cubicBezTo>
                    <a:pt x="120376" y="15990"/>
                    <a:pt x="121437" y="12457"/>
                    <a:pt x="128154" y="11397"/>
                  </a:cubicBezTo>
                  <a:cubicBezTo>
                    <a:pt x="131336" y="11043"/>
                    <a:pt x="142649" y="11043"/>
                    <a:pt x="149720" y="11043"/>
                  </a:cubicBezTo>
                  <a:cubicBezTo>
                    <a:pt x="174821" y="11043"/>
                    <a:pt x="214064" y="11043"/>
                    <a:pt x="214064" y="46023"/>
                  </a:cubicBezTo>
                  <a:cubicBezTo>
                    <a:pt x="214064" y="58036"/>
                    <a:pt x="208408" y="82416"/>
                    <a:pt x="194620" y="96196"/>
                  </a:cubicBezTo>
                  <a:cubicBezTo>
                    <a:pt x="185428" y="105382"/>
                    <a:pt x="166690" y="116689"/>
                    <a:pt x="134872" y="116689"/>
                  </a:cubicBezTo>
                  <a:lnTo>
                    <a:pt x="95275" y="116689"/>
                  </a:lnTo>
                  <a:lnTo>
                    <a:pt x="118255" y="24470"/>
                  </a:lnTo>
                  <a:close/>
                  <a:moveTo>
                    <a:pt x="169165" y="121282"/>
                  </a:moveTo>
                  <a:cubicBezTo>
                    <a:pt x="204872" y="113509"/>
                    <a:pt x="246944" y="88776"/>
                    <a:pt x="246944" y="53090"/>
                  </a:cubicBezTo>
                  <a:cubicBezTo>
                    <a:pt x="246944" y="22703"/>
                    <a:pt x="215125" y="90"/>
                    <a:pt x="168811" y="90"/>
                  </a:cubicBezTo>
                  <a:lnTo>
                    <a:pt x="68052" y="90"/>
                  </a:lnTo>
                  <a:cubicBezTo>
                    <a:pt x="60982" y="90"/>
                    <a:pt x="57800" y="90"/>
                    <a:pt x="57800" y="7157"/>
                  </a:cubicBezTo>
                  <a:cubicBezTo>
                    <a:pt x="57800" y="11043"/>
                    <a:pt x="60982" y="11043"/>
                    <a:pt x="67699" y="11043"/>
                  </a:cubicBezTo>
                  <a:cubicBezTo>
                    <a:pt x="68406" y="11043"/>
                    <a:pt x="75123" y="11043"/>
                    <a:pt x="81133" y="11750"/>
                  </a:cubicBezTo>
                  <a:cubicBezTo>
                    <a:pt x="87497" y="12457"/>
                    <a:pt x="90679" y="12810"/>
                    <a:pt x="90679" y="17403"/>
                  </a:cubicBezTo>
                  <a:cubicBezTo>
                    <a:pt x="90679" y="18817"/>
                    <a:pt x="90325" y="19877"/>
                    <a:pt x="89265" y="24117"/>
                  </a:cubicBezTo>
                  <a:lnTo>
                    <a:pt x="41891" y="213854"/>
                  </a:lnTo>
                  <a:cubicBezTo>
                    <a:pt x="38355" y="227634"/>
                    <a:pt x="37648" y="230461"/>
                    <a:pt x="9718" y="230461"/>
                  </a:cubicBezTo>
                  <a:cubicBezTo>
                    <a:pt x="3355" y="230461"/>
                    <a:pt x="173" y="230461"/>
                    <a:pt x="173" y="237527"/>
                  </a:cubicBezTo>
                  <a:cubicBezTo>
                    <a:pt x="173" y="241414"/>
                    <a:pt x="4415" y="241414"/>
                    <a:pt x="5122" y="241414"/>
                  </a:cubicBezTo>
                  <a:cubicBezTo>
                    <a:pt x="15022" y="241414"/>
                    <a:pt x="39769" y="240354"/>
                    <a:pt x="49668" y="240354"/>
                  </a:cubicBezTo>
                  <a:cubicBezTo>
                    <a:pt x="59568" y="240354"/>
                    <a:pt x="84669" y="241414"/>
                    <a:pt x="94568" y="241414"/>
                  </a:cubicBezTo>
                  <a:cubicBezTo>
                    <a:pt x="97396" y="241414"/>
                    <a:pt x="101639" y="241414"/>
                    <a:pt x="101639" y="234347"/>
                  </a:cubicBezTo>
                  <a:cubicBezTo>
                    <a:pt x="101639" y="230461"/>
                    <a:pt x="98457" y="230461"/>
                    <a:pt x="91740" y="230461"/>
                  </a:cubicBezTo>
                  <a:cubicBezTo>
                    <a:pt x="78659" y="230461"/>
                    <a:pt x="68760" y="230461"/>
                    <a:pt x="68760" y="224101"/>
                  </a:cubicBezTo>
                  <a:cubicBezTo>
                    <a:pt x="68760" y="221981"/>
                    <a:pt x="69467" y="220214"/>
                    <a:pt x="69820" y="218094"/>
                  </a:cubicBezTo>
                  <a:lnTo>
                    <a:pt x="93154" y="124462"/>
                  </a:lnTo>
                  <a:lnTo>
                    <a:pt x="135225" y="124462"/>
                  </a:lnTo>
                  <a:cubicBezTo>
                    <a:pt x="167397" y="124462"/>
                    <a:pt x="173761" y="144249"/>
                    <a:pt x="173761" y="156615"/>
                  </a:cubicBezTo>
                  <a:cubicBezTo>
                    <a:pt x="173761" y="161915"/>
                    <a:pt x="170933" y="172868"/>
                    <a:pt x="168811" y="180995"/>
                  </a:cubicBezTo>
                  <a:cubicBezTo>
                    <a:pt x="166337" y="190888"/>
                    <a:pt x="163155" y="203961"/>
                    <a:pt x="163155" y="211028"/>
                  </a:cubicBezTo>
                  <a:cubicBezTo>
                    <a:pt x="163155" y="249187"/>
                    <a:pt x="205579" y="249187"/>
                    <a:pt x="210175" y="249187"/>
                  </a:cubicBezTo>
                  <a:cubicBezTo>
                    <a:pt x="240226" y="249187"/>
                    <a:pt x="252600" y="213501"/>
                    <a:pt x="252600" y="208554"/>
                  </a:cubicBezTo>
                  <a:cubicBezTo>
                    <a:pt x="252600" y="204315"/>
                    <a:pt x="248711" y="204315"/>
                    <a:pt x="248358" y="204315"/>
                  </a:cubicBezTo>
                  <a:cubicBezTo>
                    <a:pt x="245176" y="204315"/>
                    <a:pt x="244469" y="206788"/>
                    <a:pt x="243762" y="209261"/>
                  </a:cubicBezTo>
                  <a:cubicBezTo>
                    <a:pt x="234923" y="235407"/>
                    <a:pt x="219721" y="241414"/>
                    <a:pt x="211590" y="241414"/>
                  </a:cubicBezTo>
                  <a:cubicBezTo>
                    <a:pt x="199923" y="241414"/>
                    <a:pt x="197448" y="233641"/>
                    <a:pt x="197448" y="219861"/>
                  </a:cubicBezTo>
                  <a:cubicBezTo>
                    <a:pt x="197448" y="208908"/>
                    <a:pt x="199569" y="190888"/>
                    <a:pt x="200983" y="179581"/>
                  </a:cubicBezTo>
                  <a:cubicBezTo>
                    <a:pt x="201690" y="174635"/>
                    <a:pt x="202398" y="167922"/>
                    <a:pt x="202398" y="162975"/>
                  </a:cubicBezTo>
                  <a:cubicBezTo>
                    <a:pt x="202398" y="135769"/>
                    <a:pt x="178710" y="124815"/>
                    <a:pt x="169165" y="121282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CFC48DC-BB9A-6879-EADA-56273B0556B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9051023" y="5824349"/>
              <a:ext cx="235103" cy="82679"/>
            </a:xfrm>
            <a:custGeom>
              <a:avLst/>
              <a:gdLst>
                <a:gd name="connsiteX0" fmla="*/ 223267 w 235103"/>
                <a:gd name="connsiteY0" fmla="*/ 14223 h 82679"/>
                <a:gd name="connsiteX1" fmla="*/ 235287 w 235103"/>
                <a:gd name="connsiteY1" fmla="*/ 7157 h 82679"/>
                <a:gd name="connsiteX2" fmla="*/ 223620 w 235103"/>
                <a:gd name="connsiteY2" fmla="*/ 90 h 82679"/>
                <a:gd name="connsiteX3" fmla="*/ 11850 w 235103"/>
                <a:gd name="connsiteY3" fmla="*/ 90 h 82679"/>
                <a:gd name="connsiteX4" fmla="*/ 183 w 235103"/>
                <a:gd name="connsiteY4" fmla="*/ 7157 h 82679"/>
                <a:gd name="connsiteX5" fmla="*/ 12204 w 235103"/>
                <a:gd name="connsiteY5" fmla="*/ 14223 h 82679"/>
                <a:gd name="connsiteX6" fmla="*/ 223267 w 235103"/>
                <a:gd name="connsiteY6" fmla="*/ 14223 h 82679"/>
                <a:gd name="connsiteX7" fmla="*/ 223620 w 235103"/>
                <a:gd name="connsiteY7" fmla="*/ 82769 h 82679"/>
                <a:gd name="connsiteX8" fmla="*/ 235287 w 235103"/>
                <a:gd name="connsiteY8" fmla="*/ 75703 h 82679"/>
                <a:gd name="connsiteX9" fmla="*/ 223267 w 235103"/>
                <a:gd name="connsiteY9" fmla="*/ 68636 h 82679"/>
                <a:gd name="connsiteX10" fmla="*/ 12204 w 235103"/>
                <a:gd name="connsiteY10" fmla="*/ 68636 h 82679"/>
                <a:gd name="connsiteX11" fmla="*/ 183 w 235103"/>
                <a:gd name="connsiteY11" fmla="*/ 75703 h 82679"/>
                <a:gd name="connsiteX12" fmla="*/ 11850 w 235103"/>
                <a:gd name="connsiteY12" fmla="*/ 82769 h 82679"/>
                <a:gd name="connsiteX13" fmla="*/ 223620 w 235103"/>
                <a:gd name="connsiteY13" fmla="*/ 82769 h 82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03" h="82679">
                  <a:moveTo>
                    <a:pt x="223267" y="14223"/>
                  </a:moveTo>
                  <a:cubicBezTo>
                    <a:pt x="228570" y="14223"/>
                    <a:pt x="235287" y="14223"/>
                    <a:pt x="235287" y="7157"/>
                  </a:cubicBezTo>
                  <a:cubicBezTo>
                    <a:pt x="235287" y="90"/>
                    <a:pt x="228570" y="90"/>
                    <a:pt x="223620" y="90"/>
                  </a:cubicBezTo>
                  <a:lnTo>
                    <a:pt x="11850" y="90"/>
                  </a:lnTo>
                  <a:cubicBezTo>
                    <a:pt x="6901" y="90"/>
                    <a:pt x="183" y="90"/>
                    <a:pt x="183" y="7157"/>
                  </a:cubicBezTo>
                  <a:cubicBezTo>
                    <a:pt x="183" y="14223"/>
                    <a:pt x="6901" y="14223"/>
                    <a:pt x="12204" y="14223"/>
                  </a:cubicBezTo>
                  <a:lnTo>
                    <a:pt x="223267" y="14223"/>
                  </a:lnTo>
                  <a:close/>
                  <a:moveTo>
                    <a:pt x="223620" y="82769"/>
                  </a:moveTo>
                  <a:cubicBezTo>
                    <a:pt x="228570" y="82769"/>
                    <a:pt x="235287" y="82769"/>
                    <a:pt x="235287" y="75703"/>
                  </a:cubicBezTo>
                  <a:cubicBezTo>
                    <a:pt x="235287" y="68636"/>
                    <a:pt x="228570" y="68636"/>
                    <a:pt x="223267" y="68636"/>
                  </a:cubicBezTo>
                  <a:lnTo>
                    <a:pt x="12204" y="68636"/>
                  </a:lnTo>
                  <a:cubicBezTo>
                    <a:pt x="6901" y="68636"/>
                    <a:pt x="183" y="68636"/>
                    <a:pt x="183" y="75703"/>
                  </a:cubicBezTo>
                  <a:cubicBezTo>
                    <a:pt x="183" y="82769"/>
                    <a:pt x="6901" y="82769"/>
                    <a:pt x="11850" y="82769"/>
                  </a:cubicBezTo>
                  <a:lnTo>
                    <a:pt x="223620" y="82769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D69764F0-2C6D-DB42-5DEE-B43B71683BAF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9583988" y="5403285"/>
              <a:ext cx="151208" cy="111546"/>
            </a:xfrm>
            <a:custGeom>
              <a:avLst/>
              <a:gdLst>
                <a:gd name="connsiteX0" fmla="*/ 18759 w 151208"/>
                <a:gd name="connsiteY0" fmla="*/ 93569 h 111546"/>
                <a:gd name="connsiteX1" fmla="*/ 16285 w 151208"/>
                <a:gd name="connsiteY1" fmla="*/ 103709 h 111546"/>
                <a:gd name="connsiteX2" fmla="*/ 24699 w 151208"/>
                <a:gd name="connsiteY2" fmla="*/ 111624 h 111546"/>
                <a:gd name="connsiteX3" fmla="*/ 34350 w 151208"/>
                <a:gd name="connsiteY3" fmla="*/ 106183 h 111546"/>
                <a:gd name="connsiteX4" fmla="*/ 38805 w 151208"/>
                <a:gd name="connsiteY4" fmla="*/ 90848 h 111546"/>
                <a:gd name="connsiteX5" fmla="*/ 44250 w 151208"/>
                <a:gd name="connsiteY5" fmla="*/ 68588 h 111546"/>
                <a:gd name="connsiteX6" fmla="*/ 48457 w 151208"/>
                <a:gd name="connsiteY6" fmla="*/ 52017 h 111546"/>
                <a:gd name="connsiteX7" fmla="*/ 58851 w 151208"/>
                <a:gd name="connsiteY7" fmla="*/ 29757 h 111546"/>
                <a:gd name="connsiteX8" fmla="*/ 95972 w 151208"/>
                <a:gd name="connsiteY8" fmla="*/ 7003 h 111546"/>
                <a:gd name="connsiteX9" fmla="*/ 110574 w 151208"/>
                <a:gd name="connsiteY9" fmla="*/ 24316 h 111546"/>
                <a:gd name="connsiteX10" fmla="*/ 95972 w 151208"/>
                <a:gd name="connsiteY10" fmla="*/ 76998 h 111546"/>
                <a:gd name="connsiteX11" fmla="*/ 92260 w 151208"/>
                <a:gd name="connsiteY11" fmla="*/ 90353 h 111546"/>
                <a:gd name="connsiteX12" fmla="*/ 115771 w 151208"/>
                <a:gd name="connsiteY12" fmla="*/ 111624 h 111546"/>
                <a:gd name="connsiteX13" fmla="*/ 151407 w 151208"/>
                <a:gd name="connsiteY13" fmla="*/ 73782 h 111546"/>
                <a:gd name="connsiteX14" fmla="*/ 147448 w 151208"/>
                <a:gd name="connsiteY14" fmla="*/ 70567 h 111546"/>
                <a:gd name="connsiteX15" fmla="*/ 142746 w 151208"/>
                <a:gd name="connsiteY15" fmla="*/ 74772 h 111546"/>
                <a:gd name="connsiteX16" fmla="*/ 116513 w 151208"/>
                <a:gd name="connsiteY16" fmla="*/ 104699 h 111546"/>
                <a:gd name="connsiteX17" fmla="*/ 110326 w 151208"/>
                <a:gd name="connsiteY17" fmla="*/ 96042 h 111546"/>
                <a:gd name="connsiteX18" fmla="*/ 116018 w 151208"/>
                <a:gd name="connsiteY18" fmla="*/ 76008 h 111546"/>
                <a:gd name="connsiteX19" fmla="*/ 129134 w 151208"/>
                <a:gd name="connsiteY19" fmla="*/ 28273 h 111546"/>
                <a:gd name="connsiteX20" fmla="*/ 96962 w 151208"/>
                <a:gd name="connsiteY20" fmla="*/ 78 h 111546"/>
                <a:gd name="connsiteX21" fmla="*/ 55139 w 151208"/>
                <a:gd name="connsiteY21" fmla="*/ 22585 h 111546"/>
                <a:gd name="connsiteX22" fmla="*/ 28658 w 151208"/>
                <a:gd name="connsiteY22" fmla="*/ 78 h 111546"/>
                <a:gd name="connsiteX23" fmla="*/ 9108 w 151208"/>
                <a:gd name="connsiteY23" fmla="*/ 13434 h 111546"/>
                <a:gd name="connsiteX24" fmla="*/ 199 w 151208"/>
                <a:gd name="connsiteY24" fmla="*/ 37919 h 111546"/>
                <a:gd name="connsiteX25" fmla="*/ 4406 w 151208"/>
                <a:gd name="connsiteY25" fmla="*/ 41135 h 111546"/>
                <a:gd name="connsiteX26" fmla="*/ 9850 w 151208"/>
                <a:gd name="connsiteY26" fmla="*/ 33715 h 111546"/>
                <a:gd name="connsiteX27" fmla="*/ 27916 w 151208"/>
                <a:gd name="connsiteY27" fmla="*/ 7003 h 111546"/>
                <a:gd name="connsiteX28" fmla="*/ 36083 w 151208"/>
                <a:gd name="connsiteY28" fmla="*/ 19122 h 111546"/>
                <a:gd name="connsiteX29" fmla="*/ 32123 w 151208"/>
                <a:gd name="connsiteY29" fmla="*/ 39651 h 111546"/>
                <a:gd name="connsiteX30" fmla="*/ 26679 w 151208"/>
                <a:gd name="connsiteY30" fmla="*/ 61910 h 111546"/>
                <a:gd name="connsiteX31" fmla="*/ 18759 w 151208"/>
                <a:gd name="connsiteY31" fmla="*/ 93569 h 11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1208" h="111546">
                  <a:moveTo>
                    <a:pt x="18759" y="93569"/>
                  </a:moveTo>
                  <a:cubicBezTo>
                    <a:pt x="17769" y="96784"/>
                    <a:pt x="16285" y="102967"/>
                    <a:pt x="16285" y="103709"/>
                  </a:cubicBezTo>
                  <a:cubicBezTo>
                    <a:pt x="16285" y="109150"/>
                    <a:pt x="20739" y="111624"/>
                    <a:pt x="24699" y="111624"/>
                  </a:cubicBezTo>
                  <a:cubicBezTo>
                    <a:pt x="29153" y="111624"/>
                    <a:pt x="33113" y="108408"/>
                    <a:pt x="34350" y="106183"/>
                  </a:cubicBezTo>
                  <a:cubicBezTo>
                    <a:pt x="35588" y="103957"/>
                    <a:pt x="37568" y="96042"/>
                    <a:pt x="38805" y="90848"/>
                  </a:cubicBezTo>
                  <a:cubicBezTo>
                    <a:pt x="40042" y="86149"/>
                    <a:pt x="42765" y="74772"/>
                    <a:pt x="44250" y="68588"/>
                  </a:cubicBezTo>
                  <a:cubicBezTo>
                    <a:pt x="45734" y="63147"/>
                    <a:pt x="47219" y="57706"/>
                    <a:pt x="48457" y="52017"/>
                  </a:cubicBezTo>
                  <a:cubicBezTo>
                    <a:pt x="51179" y="41877"/>
                    <a:pt x="51674" y="39898"/>
                    <a:pt x="58851" y="29757"/>
                  </a:cubicBezTo>
                  <a:cubicBezTo>
                    <a:pt x="65780" y="19864"/>
                    <a:pt x="77412" y="7003"/>
                    <a:pt x="95972" y="7003"/>
                  </a:cubicBezTo>
                  <a:cubicBezTo>
                    <a:pt x="110326" y="7003"/>
                    <a:pt x="110574" y="19617"/>
                    <a:pt x="110574" y="24316"/>
                  </a:cubicBezTo>
                  <a:cubicBezTo>
                    <a:pt x="110574" y="39156"/>
                    <a:pt x="99932" y="66610"/>
                    <a:pt x="95972" y="76998"/>
                  </a:cubicBezTo>
                  <a:cubicBezTo>
                    <a:pt x="93250" y="83923"/>
                    <a:pt x="92260" y="86149"/>
                    <a:pt x="92260" y="90353"/>
                  </a:cubicBezTo>
                  <a:cubicBezTo>
                    <a:pt x="92260" y="103462"/>
                    <a:pt x="103149" y="111624"/>
                    <a:pt x="115771" y="111624"/>
                  </a:cubicBezTo>
                  <a:cubicBezTo>
                    <a:pt x="140518" y="111624"/>
                    <a:pt x="151407" y="77492"/>
                    <a:pt x="151407" y="73782"/>
                  </a:cubicBezTo>
                  <a:cubicBezTo>
                    <a:pt x="151407" y="70567"/>
                    <a:pt x="148190" y="70567"/>
                    <a:pt x="147448" y="70567"/>
                  </a:cubicBezTo>
                  <a:cubicBezTo>
                    <a:pt x="143983" y="70567"/>
                    <a:pt x="143736" y="72051"/>
                    <a:pt x="142746" y="74772"/>
                  </a:cubicBezTo>
                  <a:cubicBezTo>
                    <a:pt x="137054" y="94558"/>
                    <a:pt x="126412" y="104699"/>
                    <a:pt x="116513" y="104699"/>
                  </a:cubicBezTo>
                  <a:cubicBezTo>
                    <a:pt x="111316" y="104699"/>
                    <a:pt x="110326" y="101236"/>
                    <a:pt x="110326" y="96042"/>
                  </a:cubicBezTo>
                  <a:cubicBezTo>
                    <a:pt x="110326" y="90353"/>
                    <a:pt x="111564" y="87138"/>
                    <a:pt x="116018" y="76008"/>
                  </a:cubicBezTo>
                  <a:cubicBezTo>
                    <a:pt x="118988" y="68341"/>
                    <a:pt x="129134" y="42124"/>
                    <a:pt x="129134" y="28273"/>
                  </a:cubicBezTo>
                  <a:cubicBezTo>
                    <a:pt x="129134" y="4282"/>
                    <a:pt x="110079" y="78"/>
                    <a:pt x="96962" y="78"/>
                  </a:cubicBezTo>
                  <a:cubicBezTo>
                    <a:pt x="76422" y="78"/>
                    <a:pt x="62563" y="12692"/>
                    <a:pt x="55139" y="22585"/>
                  </a:cubicBezTo>
                  <a:cubicBezTo>
                    <a:pt x="53406" y="5519"/>
                    <a:pt x="38805" y="78"/>
                    <a:pt x="28658" y="78"/>
                  </a:cubicBezTo>
                  <a:cubicBezTo>
                    <a:pt x="18017" y="78"/>
                    <a:pt x="12325" y="7745"/>
                    <a:pt x="9108" y="13434"/>
                  </a:cubicBezTo>
                  <a:cubicBezTo>
                    <a:pt x="3663" y="22585"/>
                    <a:pt x="199" y="36683"/>
                    <a:pt x="199" y="37919"/>
                  </a:cubicBezTo>
                  <a:cubicBezTo>
                    <a:pt x="199" y="41135"/>
                    <a:pt x="3663" y="41135"/>
                    <a:pt x="4406" y="41135"/>
                  </a:cubicBezTo>
                  <a:cubicBezTo>
                    <a:pt x="7870" y="41135"/>
                    <a:pt x="8118" y="40393"/>
                    <a:pt x="9850" y="33715"/>
                  </a:cubicBezTo>
                  <a:cubicBezTo>
                    <a:pt x="13562" y="19122"/>
                    <a:pt x="18264" y="7003"/>
                    <a:pt x="27916" y="7003"/>
                  </a:cubicBezTo>
                  <a:cubicBezTo>
                    <a:pt x="34350" y="7003"/>
                    <a:pt x="36083" y="12444"/>
                    <a:pt x="36083" y="19122"/>
                  </a:cubicBezTo>
                  <a:cubicBezTo>
                    <a:pt x="36083" y="23821"/>
                    <a:pt x="33855" y="32973"/>
                    <a:pt x="32123" y="39651"/>
                  </a:cubicBezTo>
                  <a:cubicBezTo>
                    <a:pt x="30391" y="46329"/>
                    <a:pt x="27916" y="56469"/>
                    <a:pt x="26679" y="61910"/>
                  </a:cubicBezTo>
                  <a:lnTo>
                    <a:pt x="18759" y="93569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A0F87603-B347-D441-4CC8-A022B4DAF938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9424203" y="5618356"/>
              <a:ext cx="470561" cy="494660"/>
            </a:xfrm>
            <a:custGeom>
              <a:avLst/>
              <a:gdLst>
                <a:gd name="connsiteX0" fmla="*/ 427977 w 470561"/>
                <a:gd name="connsiteY0" fmla="*/ 494742 h 494660"/>
                <a:gd name="connsiteX1" fmla="*/ 470755 w 470561"/>
                <a:gd name="connsiteY1" fmla="*/ 381676 h 494660"/>
                <a:gd name="connsiteX2" fmla="*/ 461917 w 470561"/>
                <a:gd name="connsiteY2" fmla="*/ 381676 h 494660"/>
                <a:gd name="connsiteX3" fmla="*/ 369996 w 470561"/>
                <a:gd name="connsiteY3" fmla="*/ 453049 h 494660"/>
                <a:gd name="connsiteX4" fmla="*/ 260045 w 470561"/>
                <a:gd name="connsiteY4" fmla="*/ 464002 h 494660"/>
                <a:gd name="connsiteX5" fmla="*/ 46861 w 470561"/>
                <a:gd name="connsiteY5" fmla="*/ 464002 h 494660"/>
                <a:gd name="connsiteX6" fmla="*/ 226813 w 470561"/>
                <a:gd name="connsiteY6" fmla="*/ 253064 h 494660"/>
                <a:gd name="connsiteX7" fmla="*/ 229995 w 470561"/>
                <a:gd name="connsiteY7" fmla="*/ 247411 h 494660"/>
                <a:gd name="connsiteX8" fmla="*/ 227520 w 470561"/>
                <a:gd name="connsiteY8" fmla="*/ 242111 h 494660"/>
                <a:gd name="connsiteX9" fmla="*/ 62770 w 470561"/>
                <a:gd name="connsiteY9" fmla="*/ 17041 h 494660"/>
                <a:gd name="connsiteX10" fmla="*/ 256510 w 470561"/>
                <a:gd name="connsiteY10" fmla="*/ 17041 h 494660"/>
                <a:gd name="connsiteX11" fmla="*/ 339238 w 470561"/>
                <a:gd name="connsiteY11" fmla="*/ 22694 h 494660"/>
                <a:gd name="connsiteX12" fmla="*/ 417017 w 470561"/>
                <a:gd name="connsiteY12" fmla="*/ 49193 h 494660"/>
                <a:gd name="connsiteX13" fmla="*/ 461917 w 470561"/>
                <a:gd name="connsiteY13" fmla="*/ 99366 h 494660"/>
                <a:gd name="connsiteX14" fmla="*/ 470755 w 470561"/>
                <a:gd name="connsiteY14" fmla="*/ 99366 h 494660"/>
                <a:gd name="connsiteX15" fmla="*/ 427977 w 470561"/>
                <a:gd name="connsiteY15" fmla="*/ 81 h 494660"/>
                <a:gd name="connsiteX16" fmla="*/ 10093 w 470561"/>
                <a:gd name="connsiteY16" fmla="*/ 81 h 494660"/>
                <a:gd name="connsiteX17" fmla="*/ 547 w 470561"/>
                <a:gd name="connsiteY17" fmla="*/ 2554 h 494660"/>
                <a:gd name="connsiteX18" fmla="*/ 194 w 470561"/>
                <a:gd name="connsiteY18" fmla="*/ 14214 h 494660"/>
                <a:gd name="connsiteX19" fmla="*/ 187216 w 470561"/>
                <a:gd name="connsiteY19" fmla="*/ 270024 h 494660"/>
                <a:gd name="connsiteX20" fmla="*/ 4083 w 470561"/>
                <a:gd name="connsiteY20" fmla="*/ 484495 h 494660"/>
                <a:gd name="connsiteX21" fmla="*/ 547 w 470561"/>
                <a:gd name="connsiteY21" fmla="*/ 490855 h 494660"/>
                <a:gd name="connsiteX22" fmla="*/ 10093 w 470561"/>
                <a:gd name="connsiteY22" fmla="*/ 494742 h 494660"/>
                <a:gd name="connsiteX23" fmla="*/ 427977 w 470561"/>
                <a:gd name="connsiteY23" fmla="*/ 494742 h 494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0561" h="494660">
                  <a:moveTo>
                    <a:pt x="427977" y="494742"/>
                  </a:moveTo>
                  <a:lnTo>
                    <a:pt x="470755" y="381676"/>
                  </a:lnTo>
                  <a:lnTo>
                    <a:pt x="461917" y="381676"/>
                  </a:lnTo>
                  <a:cubicBezTo>
                    <a:pt x="448129" y="418423"/>
                    <a:pt x="410653" y="442449"/>
                    <a:pt x="369996" y="453049"/>
                  </a:cubicBezTo>
                  <a:cubicBezTo>
                    <a:pt x="362572" y="454815"/>
                    <a:pt x="327925" y="464002"/>
                    <a:pt x="260045" y="464002"/>
                  </a:cubicBezTo>
                  <a:lnTo>
                    <a:pt x="46861" y="464002"/>
                  </a:lnTo>
                  <a:lnTo>
                    <a:pt x="226813" y="253064"/>
                  </a:lnTo>
                  <a:cubicBezTo>
                    <a:pt x="229288" y="250238"/>
                    <a:pt x="229995" y="249178"/>
                    <a:pt x="229995" y="247411"/>
                  </a:cubicBezTo>
                  <a:cubicBezTo>
                    <a:pt x="229995" y="246705"/>
                    <a:pt x="229995" y="245645"/>
                    <a:pt x="227520" y="242111"/>
                  </a:cubicBezTo>
                  <a:lnTo>
                    <a:pt x="62770" y="17041"/>
                  </a:lnTo>
                  <a:lnTo>
                    <a:pt x="256510" y="17041"/>
                  </a:lnTo>
                  <a:cubicBezTo>
                    <a:pt x="303884" y="17041"/>
                    <a:pt x="336057" y="21987"/>
                    <a:pt x="339238" y="22694"/>
                  </a:cubicBezTo>
                  <a:cubicBezTo>
                    <a:pt x="358329" y="25520"/>
                    <a:pt x="389087" y="31527"/>
                    <a:pt x="417017" y="49193"/>
                  </a:cubicBezTo>
                  <a:cubicBezTo>
                    <a:pt x="425856" y="54847"/>
                    <a:pt x="449896" y="70747"/>
                    <a:pt x="461917" y="99366"/>
                  </a:cubicBezTo>
                  <a:lnTo>
                    <a:pt x="470755" y="99366"/>
                  </a:lnTo>
                  <a:lnTo>
                    <a:pt x="427977" y="81"/>
                  </a:lnTo>
                  <a:lnTo>
                    <a:pt x="10093" y="81"/>
                  </a:lnTo>
                  <a:cubicBezTo>
                    <a:pt x="1961" y="81"/>
                    <a:pt x="1608" y="434"/>
                    <a:pt x="547" y="2554"/>
                  </a:cubicBezTo>
                  <a:cubicBezTo>
                    <a:pt x="194" y="3614"/>
                    <a:pt x="194" y="10327"/>
                    <a:pt x="194" y="14214"/>
                  </a:cubicBezTo>
                  <a:lnTo>
                    <a:pt x="187216" y="270024"/>
                  </a:lnTo>
                  <a:lnTo>
                    <a:pt x="4083" y="484495"/>
                  </a:lnTo>
                  <a:cubicBezTo>
                    <a:pt x="547" y="488735"/>
                    <a:pt x="547" y="490502"/>
                    <a:pt x="547" y="490855"/>
                  </a:cubicBezTo>
                  <a:cubicBezTo>
                    <a:pt x="547" y="494742"/>
                    <a:pt x="3729" y="494742"/>
                    <a:pt x="10093" y="494742"/>
                  </a:cubicBezTo>
                  <a:lnTo>
                    <a:pt x="427977" y="494742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9A2872CC-E9EF-16DF-662A-2804E73CB31A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621358" y="6206921"/>
              <a:ext cx="74985" cy="166453"/>
            </a:xfrm>
            <a:custGeom>
              <a:avLst/>
              <a:gdLst>
                <a:gd name="connsiteX0" fmla="*/ 68751 w 74985"/>
                <a:gd name="connsiteY0" fmla="*/ 9500 h 166453"/>
                <a:gd name="connsiteX1" fmla="*/ 58852 w 74985"/>
                <a:gd name="connsiteY1" fmla="*/ 102 h 166453"/>
                <a:gd name="connsiteX2" fmla="*/ 44993 w 74985"/>
                <a:gd name="connsiteY2" fmla="*/ 13705 h 166453"/>
                <a:gd name="connsiteX3" fmla="*/ 54892 w 74985"/>
                <a:gd name="connsiteY3" fmla="*/ 23104 h 166453"/>
                <a:gd name="connsiteX4" fmla="*/ 68751 w 74985"/>
                <a:gd name="connsiteY4" fmla="*/ 9500 h 166453"/>
                <a:gd name="connsiteX5" fmla="*/ 18265 w 74985"/>
                <a:gd name="connsiteY5" fmla="*/ 135144 h 166453"/>
                <a:gd name="connsiteX6" fmla="*/ 16038 w 74985"/>
                <a:gd name="connsiteY6" fmla="*/ 145532 h 166453"/>
                <a:gd name="connsiteX7" fmla="*/ 39549 w 74985"/>
                <a:gd name="connsiteY7" fmla="*/ 166555 h 166453"/>
                <a:gd name="connsiteX8" fmla="*/ 75185 w 74985"/>
                <a:gd name="connsiteY8" fmla="*/ 128714 h 166453"/>
                <a:gd name="connsiteX9" fmla="*/ 71226 w 74985"/>
                <a:gd name="connsiteY9" fmla="*/ 125498 h 166453"/>
                <a:gd name="connsiteX10" fmla="*/ 66524 w 74985"/>
                <a:gd name="connsiteY10" fmla="*/ 129703 h 166453"/>
                <a:gd name="connsiteX11" fmla="*/ 40291 w 74985"/>
                <a:gd name="connsiteY11" fmla="*/ 159630 h 166453"/>
                <a:gd name="connsiteX12" fmla="*/ 34104 w 74985"/>
                <a:gd name="connsiteY12" fmla="*/ 150974 h 166453"/>
                <a:gd name="connsiteX13" fmla="*/ 38064 w 74985"/>
                <a:gd name="connsiteY13" fmla="*/ 135144 h 166453"/>
                <a:gd name="connsiteX14" fmla="*/ 45983 w 74985"/>
                <a:gd name="connsiteY14" fmla="*/ 115358 h 166453"/>
                <a:gd name="connsiteX15" fmla="*/ 58109 w 74985"/>
                <a:gd name="connsiteY15" fmla="*/ 83947 h 166453"/>
                <a:gd name="connsiteX16" fmla="*/ 59594 w 74985"/>
                <a:gd name="connsiteY16" fmla="*/ 76032 h 166453"/>
                <a:gd name="connsiteX17" fmla="*/ 36084 w 74985"/>
                <a:gd name="connsiteY17" fmla="*/ 55009 h 166453"/>
                <a:gd name="connsiteX18" fmla="*/ 200 w 74985"/>
                <a:gd name="connsiteY18" fmla="*/ 92851 h 166453"/>
                <a:gd name="connsiteX19" fmla="*/ 4407 w 74985"/>
                <a:gd name="connsiteY19" fmla="*/ 96066 h 166453"/>
                <a:gd name="connsiteX20" fmla="*/ 8861 w 74985"/>
                <a:gd name="connsiteY20" fmla="*/ 92109 h 166453"/>
                <a:gd name="connsiteX21" fmla="*/ 35341 w 74985"/>
                <a:gd name="connsiteY21" fmla="*/ 61935 h 166453"/>
                <a:gd name="connsiteX22" fmla="*/ 41528 w 74985"/>
                <a:gd name="connsiteY22" fmla="*/ 70591 h 166453"/>
                <a:gd name="connsiteX23" fmla="*/ 33857 w 74985"/>
                <a:gd name="connsiteY23" fmla="*/ 95324 h 166453"/>
                <a:gd name="connsiteX24" fmla="*/ 18265 w 74985"/>
                <a:gd name="connsiteY24" fmla="*/ 135144 h 16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85" h="166453">
                  <a:moveTo>
                    <a:pt x="68751" y="9500"/>
                  </a:moveTo>
                  <a:cubicBezTo>
                    <a:pt x="68751" y="5543"/>
                    <a:pt x="65781" y="102"/>
                    <a:pt x="58852" y="102"/>
                  </a:cubicBezTo>
                  <a:cubicBezTo>
                    <a:pt x="52170" y="102"/>
                    <a:pt x="44993" y="6533"/>
                    <a:pt x="44993" y="13705"/>
                  </a:cubicBezTo>
                  <a:cubicBezTo>
                    <a:pt x="44993" y="17910"/>
                    <a:pt x="48210" y="23104"/>
                    <a:pt x="54892" y="23104"/>
                  </a:cubicBezTo>
                  <a:cubicBezTo>
                    <a:pt x="62069" y="23104"/>
                    <a:pt x="68751" y="16178"/>
                    <a:pt x="68751" y="9500"/>
                  </a:cubicBezTo>
                  <a:close/>
                  <a:moveTo>
                    <a:pt x="18265" y="135144"/>
                  </a:moveTo>
                  <a:cubicBezTo>
                    <a:pt x="17276" y="138360"/>
                    <a:pt x="16038" y="141328"/>
                    <a:pt x="16038" y="145532"/>
                  </a:cubicBezTo>
                  <a:cubicBezTo>
                    <a:pt x="16038" y="157157"/>
                    <a:pt x="25937" y="166555"/>
                    <a:pt x="39549" y="166555"/>
                  </a:cubicBezTo>
                  <a:cubicBezTo>
                    <a:pt x="64296" y="166555"/>
                    <a:pt x="75185" y="132424"/>
                    <a:pt x="75185" y="128714"/>
                  </a:cubicBezTo>
                  <a:cubicBezTo>
                    <a:pt x="75185" y="125498"/>
                    <a:pt x="71968" y="125498"/>
                    <a:pt x="71226" y="125498"/>
                  </a:cubicBezTo>
                  <a:cubicBezTo>
                    <a:pt x="67761" y="125498"/>
                    <a:pt x="67514" y="126982"/>
                    <a:pt x="66524" y="129703"/>
                  </a:cubicBezTo>
                  <a:cubicBezTo>
                    <a:pt x="60832" y="149490"/>
                    <a:pt x="49943" y="159630"/>
                    <a:pt x="40291" y="159630"/>
                  </a:cubicBezTo>
                  <a:cubicBezTo>
                    <a:pt x="35341" y="159630"/>
                    <a:pt x="34104" y="156415"/>
                    <a:pt x="34104" y="150974"/>
                  </a:cubicBezTo>
                  <a:cubicBezTo>
                    <a:pt x="34104" y="145285"/>
                    <a:pt x="35836" y="140586"/>
                    <a:pt x="38064" y="135144"/>
                  </a:cubicBezTo>
                  <a:cubicBezTo>
                    <a:pt x="40538" y="128466"/>
                    <a:pt x="43261" y="121789"/>
                    <a:pt x="45983" y="115358"/>
                  </a:cubicBezTo>
                  <a:cubicBezTo>
                    <a:pt x="48210" y="109422"/>
                    <a:pt x="57119" y="86915"/>
                    <a:pt x="58109" y="83947"/>
                  </a:cubicBezTo>
                  <a:cubicBezTo>
                    <a:pt x="58852" y="81474"/>
                    <a:pt x="59594" y="78506"/>
                    <a:pt x="59594" y="76032"/>
                  </a:cubicBezTo>
                  <a:cubicBezTo>
                    <a:pt x="59594" y="64408"/>
                    <a:pt x="49695" y="55009"/>
                    <a:pt x="36084" y="55009"/>
                  </a:cubicBezTo>
                  <a:cubicBezTo>
                    <a:pt x="11584" y="55009"/>
                    <a:pt x="200" y="88646"/>
                    <a:pt x="200" y="92851"/>
                  </a:cubicBezTo>
                  <a:cubicBezTo>
                    <a:pt x="200" y="96066"/>
                    <a:pt x="3664" y="96066"/>
                    <a:pt x="4407" y="96066"/>
                  </a:cubicBezTo>
                  <a:cubicBezTo>
                    <a:pt x="7871" y="96066"/>
                    <a:pt x="8119" y="94830"/>
                    <a:pt x="8861" y="92109"/>
                  </a:cubicBezTo>
                  <a:cubicBezTo>
                    <a:pt x="15296" y="70838"/>
                    <a:pt x="26185" y="61935"/>
                    <a:pt x="35341" y="61935"/>
                  </a:cubicBezTo>
                  <a:cubicBezTo>
                    <a:pt x="39301" y="61935"/>
                    <a:pt x="41528" y="63913"/>
                    <a:pt x="41528" y="70591"/>
                  </a:cubicBezTo>
                  <a:cubicBezTo>
                    <a:pt x="41528" y="76280"/>
                    <a:pt x="40043" y="79990"/>
                    <a:pt x="33857" y="95324"/>
                  </a:cubicBezTo>
                  <a:lnTo>
                    <a:pt x="18265" y="135144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C1618DE4-D4AB-B910-FDEF-B11653B9E9E4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950074" y="5689024"/>
              <a:ext cx="82021" cy="353329"/>
            </a:xfrm>
            <a:custGeom>
              <a:avLst/>
              <a:gdLst>
                <a:gd name="connsiteX0" fmla="*/ 82229 w 82021"/>
                <a:gd name="connsiteY0" fmla="*/ 349886 h 353329"/>
                <a:gd name="connsiteX1" fmla="*/ 76219 w 82021"/>
                <a:gd name="connsiteY1" fmla="*/ 342113 h 353329"/>
                <a:gd name="connsiteX2" fmla="*/ 20713 w 82021"/>
                <a:gd name="connsiteY2" fmla="*/ 176755 h 353329"/>
                <a:gd name="connsiteX3" fmla="*/ 77633 w 82021"/>
                <a:gd name="connsiteY3" fmla="*/ 9630 h 353329"/>
                <a:gd name="connsiteX4" fmla="*/ 82229 w 82021"/>
                <a:gd name="connsiteY4" fmla="*/ 3623 h 353329"/>
                <a:gd name="connsiteX5" fmla="*/ 78694 w 82021"/>
                <a:gd name="connsiteY5" fmla="*/ 90 h 353329"/>
                <a:gd name="connsiteX6" fmla="*/ 22481 w 82021"/>
                <a:gd name="connsiteY6" fmla="*/ 68989 h 353329"/>
                <a:gd name="connsiteX7" fmla="*/ 208 w 82021"/>
                <a:gd name="connsiteY7" fmla="*/ 176755 h 353329"/>
                <a:gd name="connsiteX8" fmla="*/ 23542 w 82021"/>
                <a:gd name="connsiteY8" fmla="*/ 286994 h 353329"/>
                <a:gd name="connsiteX9" fmla="*/ 78694 w 82021"/>
                <a:gd name="connsiteY9" fmla="*/ 353419 h 353329"/>
                <a:gd name="connsiteX10" fmla="*/ 82229 w 82021"/>
                <a:gd name="connsiteY10" fmla="*/ 349886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21" h="353329">
                  <a:moveTo>
                    <a:pt x="82229" y="349886"/>
                  </a:moveTo>
                  <a:cubicBezTo>
                    <a:pt x="82229" y="348826"/>
                    <a:pt x="82229" y="348120"/>
                    <a:pt x="76219" y="342113"/>
                  </a:cubicBezTo>
                  <a:cubicBezTo>
                    <a:pt x="32027" y="297593"/>
                    <a:pt x="20713" y="230814"/>
                    <a:pt x="20713" y="176755"/>
                  </a:cubicBezTo>
                  <a:cubicBezTo>
                    <a:pt x="20713" y="115276"/>
                    <a:pt x="34148" y="53796"/>
                    <a:pt x="77633" y="9630"/>
                  </a:cubicBezTo>
                  <a:cubicBezTo>
                    <a:pt x="82229" y="5390"/>
                    <a:pt x="82229" y="4683"/>
                    <a:pt x="82229" y="3623"/>
                  </a:cubicBezTo>
                  <a:cubicBezTo>
                    <a:pt x="82229" y="1150"/>
                    <a:pt x="80815" y="90"/>
                    <a:pt x="78694" y="90"/>
                  </a:cubicBezTo>
                  <a:cubicBezTo>
                    <a:pt x="75159" y="90"/>
                    <a:pt x="43340" y="24117"/>
                    <a:pt x="22481" y="68989"/>
                  </a:cubicBezTo>
                  <a:cubicBezTo>
                    <a:pt x="4451" y="107856"/>
                    <a:pt x="208" y="147075"/>
                    <a:pt x="208" y="176755"/>
                  </a:cubicBezTo>
                  <a:cubicBezTo>
                    <a:pt x="208" y="204315"/>
                    <a:pt x="4097" y="247067"/>
                    <a:pt x="23542" y="286994"/>
                  </a:cubicBezTo>
                  <a:cubicBezTo>
                    <a:pt x="44754" y="330453"/>
                    <a:pt x="75159" y="353419"/>
                    <a:pt x="78694" y="353419"/>
                  </a:cubicBezTo>
                  <a:cubicBezTo>
                    <a:pt x="80815" y="353419"/>
                    <a:pt x="82229" y="352359"/>
                    <a:pt x="82229" y="349886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28B5A6E7-53BD-1DB5-6C3F-119F1130D1B9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0069178" y="5701037"/>
              <a:ext cx="260912" cy="252983"/>
            </a:xfrm>
            <a:custGeom>
              <a:avLst/>
              <a:gdLst>
                <a:gd name="connsiteX0" fmla="*/ 139860 w 260912"/>
                <a:gd name="connsiteY0" fmla="*/ 6450 h 252983"/>
                <a:gd name="connsiteX1" fmla="*/ 130668 w 260912"/>
                <a:gd name="connsiteY1" fmla="*/ 90 h 252983"/>
                <a:gd name="connsiteX2" fmla="*/ 121476 w 260912"/>
                <a:gd name="connsiteY2" fmla="*/ 6450 h 252983"/>
                <a:gd name="connsiteX3" fmla="*/ 1980 w 260912"/>
                <a:gd name="connsiteY3" fmla="*/ 246007 h 252983"/>
                <a:gd name="connsiteX4" fmla="*/ 212 w 260912"/>
                <a:gd name="connsiteY4" fmla="*/ 250247 h 252983"/>
                <a:gd name="connsiteX5" fmla="*/ 7990 w 260912"/>
                <a:gd name="connsiteY5" fmla="*/ 253074 h 252983"/>
                <a:gd name="connsiteX6" fmla="*/ 253346 w 260912"/>
                <a:gd name="connsiteY6" fmla="*/ 253074 h 252983"/>
                <a:gd name="connsiteX7" fmla="*/ 261124 w 260912"/>
                <a:gd name="connsiteY7" fmla="*/ 250247 h 252983"/>
                <a:gd name="connsiteX8" fmla="*/ 259357 w 260912"/>
                <a:gd name="connsiteY8" fmla="*/ 246007 h 252983"/>
                <a:gd name="connsiteX9" fmla="*/ 139860 w 260912"/>
                <a:gd name="connsiteY9" fmla="*/ 6450 h 252983"/>
                <a:gd name="connsiteX10" fmla="*/ 119355 w 260912"/>
                <a:gd name="connsiteY10" fmla="*/ 35423 h 252983"/>
                <a:gd name="connsiteX11" fmla="*/ 214457 w 260912"/>
                <a:gd name="connsiteY11" fmla="*/ 226221 h 252983"/>
                <a:gd name="connsiteX12" fmla="*/ 23899 w 260912"/>
                <a:gd name="connsiteY12" fmla="*/ 226221 h 252983"/>
                <a:gd name="connsiteX13" fmla="*/ 119355 w 260912"/>
                <a:gd name="connsiteY13" fmla="*/ 35423 h 252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912" h="252983">
                  <a:moveTo>
                    <a:pt x="139860" y="6450"/>
                  </a:moveTo>
                  <a:cubicBezTo>
                    <a:pt x="137385" y="1857"/>
                    <a:pt x="136678" y="90"/>
                    <a:pt x="130668" y="90"/>
                  </a:cubicBezTo>
                  <a:cubicBezTo>
                    <a:pt x="124658" y="90"/>
                    <a:pt x="123951" y="1857"/>
                    <a:pt x="121476" y="6450"/>
                  </a:cubicBezTo>
                  <a:lnTo>
                    <a:pt x="1980" y="246007"/>
                  </a:lnTo>
                  <a:cubicBezTo>
                    <a:pt x="212" y="249187"/>
                    <a:pt x="212" y="249894"/>
                    <a:pt x="212" y="250247"/>
                  </a:cubicBezTo>
                  <a:cubicBezTo>
                    <a:pt x="212" y="253074"/>
                    <a:pt x="2333" y="253074"/>
                    <a:pt x="7990" y="253074"/>
                  </a:cubicBezTo>
                  <a:lnTo>
                    <a:pt x="253346" y="253074"/>
                  </a:lnTo>
                  <a:cubicBezTo>
                    <a:pt x="259003" y="253074"/>
                    <a:pt x="261124" y="253074"/>
                    <a:pt x="261124" y="250247"/>
                  </a:cubicBezTo>
                  <a:cubicBezTo>
                    <a:pt x="261124" y="249894"/>
                    <a:pt x="261124" y="249187"/>
                    <a:pt x="259357" y="246007"/>
                  </a:cubicBezTo>
                  <a:lnTo>
                    <a:pt x="139860" y="6450"/>
                  </a:lnTo>
                  <a:close/>
                  <a:moveTo>
                    <a:pt x="119355" y="35423"/>
                  </a:moveTo>
                  <a:lnTo>
                    <a:pt x="214457" y="226221"/>
                  </a:lnTo>
                  <a:lnTo>
                    <a:pt x="23899" y="226221"/>
                  </a:lnTo>
                  <a:lnTo>
                    <a:pt x="119355" y="35423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F86D3516-C47B-83E9-7052-02C4DEA287F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0357432" y="5797849"/>
              <a:ext cx="162981" cy="228604"/>
            </a:xfrm>
            <a:custGeom>
              <a:avLst/>
              <a:gdLst>
                <a:gd name="connsiteX0" fmla="*/ 161788 w 162981"/>
                <a:gd name="connsiteY0" fmla="*/ 21643 h 228604"/>
                <a:gd name="connsiteX1" fmla="*/ 163202 w 162981"/>
                <a:gd name="connsiteY1" fmla="*/ 13517 h 228604"/>
                <a:gd name="connsiteX2" fmla="*/ 152949 w 162981"/>
                <a:gd name="connsiteY2" fmla="*/ 3977 h 228604"/>
                <a:gd name="connsiteX3" fmla="*/ 140576 w 162981"/>
                <a:gd name="connsiteY3" fmla="*/ 11397 h 228604"/>
                <a:gd name="connsiteX4" fmla="*/ 135626 w 162981"/>
                <a:gd name="connsiteY4" fmla="*/ 30476 h 228604"/>
                <a:gd name="connsiteX5" fmla="*/ 128555 w 162981"/>
                <a:gd name="connsiteY5" fmla="*/ 58743 h 228604"/>
                <a:gd name="connsiteX6" fmla="*/ 112646 w 162981"/>
                <a:gd name="connsiteY6" fmla="*/ 122342 h 228604"/>
                <a:gd name="connsiteX7" fmla="*/ 72696 w 162981"/>
                <a:gd name="connsiteY7" fmla="*/ 152375 h 228604"/>
                <a:gd name="connsiteX8" fmla="*/ 50777 w 162981"/>
                <a:gd name="connsiteY8" fmla="*/ 123755 h 228604"/>
                <a:gd name="connsiteX9" fmla="*/ 68807 w 162981"/>
                <a:gd name="connsiteY9" fmla="*/ 54503 h 228604"/>
                <a:gd name="connsiteX10" fmla="*/ 75878 w 162981"/>
                <a:gd name="connsiteY10" fmla="*/ 29063 h 228604"/>
                <a:gd name="connsiteX11" fmla="*/ 46888 w 162981"/>
                <a:gd name="connsiteY11" fmla="*/ 90 h 228604"/>
                <a:gd name="connsiteX12" fmla="*/ 220 w 162981"/>
                <a:gd name="connsiteY12" fmla="*/ 54503 h 228604"/>
                <a:gd name="connsiteX13" fmla="*/ 4463 w 162981"/>
                <a:gd name="connsiteY13" fmla="*/ 58036 h 228604"/>
                <a:gd name="connsiteX14" fmla="*/ 10119 w 162981"/>
                <a:gd name="connsiteY14" fmla="*/ 51676 h 228604"/>
                <a:gd name="connsiteX15" fmla="*/ 45827 w 162981"/>
                <a:gd name="connsiteY15" fmla="*/ 7863 h 228604"/>
                <a:gd name="connsiteX16" fmla="*/ 54665 w 162981"/>
                <a:gd name="connsiteY16" fmla="*/ 19170 h 228604"/>
                <a:gd name="connsiteX17" fmla="*/ 48655 w 162981"/>
                <a:gd name="connsiteY17" fmla="*/ 43903 h 228604"/>
                <a:gd name="connsiteX18" fmla="*/ 28150 w 162981"/>
                <a:gd name="connsiteY18" fmla="*/ 118102 h 228604"/>
                <a:gd name="connsiteX19" fmla="*/ 71282 w 162981"/>
                <a:gd name="connsiteY19" fmla="*/ 160148 h 228604"/>
                <a:gd name="connsiteX20" fmla="*/ 106989 w 162981"/>
                <a:gd name="connsiteY20" fmla="*/ 144249 h 228604"/>
                <a:gd name="connsiteX21" fmla="*/ 84009 w 162981"/>
                <a:gd name="connsiteY21" fmla="*/ 198661 h 228604"/>
                <a:gd name="connsiteX22" fmla="*/ 45120 w 162981"/>
                <a:gd name="connsiteY22" fmla="*/ 220921 h 228604"/>
                <a:gd name="connsiteX23" fmla="*/ 18251 w 162981"/>
                <a:gd name="connsiteY23" fmla="*/ 206081 h 228604"/>
                <a:gd name="connsiteX24" fmla="*/ 33453 w 162981"/>
                <a:gd name="connsiteY24" fmla="*/ 201841 h 228604"/>
                <a:gd name="connsiteX25" fmla="*/ 40524 w 162981"/>
                <a:gd name="connsiteY25" fmla="*/ 187355 h 228604"/>
                <a:gd name="connsiteX26" fmla="*/ 27443 w 162981"/>
                <a:gd name="connsiteY26" fmla="*/ 174988 h 228604"/>
                <a:gd name="connsiteX27" fmla="*/ 7645 w 162981"/>
                <a:gd name="connsiteY27" fmla="*/ 197955 h 228604"/>
                <a:gd name="connsiteX28" fmla="*/ 45120 w 162981"/>
                <a:gd name="connsiteY28" fmla="*/ 228694 h 228604"/>
                <a:gd name="connsiteX29" fmla="*/ 127848 w 162981"/>
                <a:gd name="connsiteY29" fmla="*/ 156615 h 228604"/>
                <a:gd name="connsiteX30" fmla="*/ 161788 w 162981"/>
                <a:gd name="connsiteY30" fmla="*/ 21643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2981" h="228604">
                  <a:moveTo>
                    <a:pt x="161788" y="21643"/>
                  </a:moveTo>
                  <a:cubicBezTo>
                    <a:pt x="163202" y="16697"/>
                    <a:pt x="163202" y="15990"/>
                    <a:pt x="163202" y="13517"/>
                  </a:cubicBezTo>
                  <a:cubicBezTo>
                    <a:pt x="163202" y="7157"/>
                    <a:pt x="158253" y="3977"/>
                    <a:pt x="152949" y="3977"/>
                  </a:cubicBezTo>
                  <a:cubicBezTo>
                    <a:pt x="149414" y="3977"/>
                    <a:pt x="143757" y="6097"/>
                    <a:pt x="140576" y="11397"/>
                  </a:cubicBezTo>
                  <a:cubicBezTo>
                    <a:pt x="139869" y="13163"/>
                    <a:pt x="137040" y="24117"/>
                    <a:pt x="135626" y="30476"/>
                  </a:cubicBezTo>
                  <a:cubicBezTo>
                    <a:pt x="133151" y="39663"/>
                    <a:pt x="130677" y="49203"/>
                    <a:pt x="128555" y="58743"/>
                  </a:cubicBezTo>
                  <a:lnTo>
                    <a:pt x="112646" y="122342"/>
                  </a:lnTo>
                  <a:cubicBezTo>
                    <a:pt x="111232" y="127642"/>
                    <a:pt x="96030" y="152375"/>
                    <a:pt x="72696" y="152375"/>
                  </a:cubicBezTo>
                  <a:cubicBezTo>
                    <a:pt x="54665" y="152375"/>
                    <a:pt x="50777" y="136829"/>
                    <a:pt x="50777" y="123755"/>
                  </a:cubicBezTo>
                  <a:cubicBezTo>
                    <a:pt x="50777" y="107502"/>
                    <a:pt x="56787" y="85596"/>
                    <a:pt x="68807" y="54503"/>
                  </a:cubicBezTo>
                  <a:cubicBezTo>
                    <a:pt x="74464" y="40016"/>
                    <a:pt x="75878" y="36130"/>
                    <a:pt x="75878" y="29063"/>
                  </a:cubicBezTo>
                  <a:cubicBezTo>
                    <a:pt x="75878" y="13163"/>
                    <a:pt x="64565" y="90"/>
                    <a:pt x="46888" y="90"/>
                  </a:cubicBezTo>
                  <a:cubicBezTo>
                    <a:pt x="13301" y="90"/>
                    <a:pt x="220" y="51323"/>
                    <a:pt x="220" y="54503"/>
                  </a:cubicBezTo>
                  <a:cubicBezTo>
                    <a:pt x="220" y="58036"/>
                    <a:pt x="3756" y="58036"/>
                    <a:pt x="4463" y="58036"/>
                  </a:cubicBezTo>
                  <a:cubicBezTo>
                    <a:pt x="7998" y="58036"/>
                    <a:pt x="8352" y="57330"/>
                    <a:pt x="10119" y="51676"/>
                  </a:cubicBezTo>
                  <a:cubicBezTo>
                    <a:pt x="19665" y="18463"/>
                    <a:pt x="33807" y="7863"/>
                    <a:pt x="45827" y="7863"/>
                  </a:cubicBezTo>
                  <a:cubicBezTo>
                    <a:pt x="48655" y="7863"/>
                    <a:pt x="54665" y="7863"/>
                    <a:pt x="54665" y="19170"/>
                  </a:cubicBezTo>
                  <a:cubicBezTo>
                    <a:pt x="54665" y="28003"/>
                    <a:pt x="51130" y="37190"/>
                    <a:pt x="48655" y="43903"/>
                  </a:cubicBezTo>
                  <a:cubicBezTo>
                    <a:pt x="34514" y="81356"/>
                    <a:pt x="28150" y="101496"/>
                    <a:pt x="28150" y="118102"/>
                  </a:cubicBezTo>
                  <a:cubicBezTo>
                    <a:pt x="28150" y="149548"/>
                    <a:pt x="50423" y="160148"/>
                    <a:pt x="71282" y="160148"/>
                  </a:cubicBezTo>
                  <a:cubicBezTo>
                    <a:pt x="85070" y="160148"/>
                    <a:pt x="97090" y="154142"/>
                    <a:pt x="106989" y="144249"/>
                  </a:cubicBezTo>
                  <a:cubicBezTo>
                    <a:pt x="102393" y="162622"/>
                    <a:pt x="98151" y="179935"/>
                    <a:pt x="84009" y="198661"/>
                  </a:cubicBezTo>
                  <a:cubicBezTo>
                    <a:pt x="74817" y="210674"/>
                    <a:pt x="61383" y="220921"/>
                    <a:pt x="45120" y="220921"/>
                  </a:cubicBezTo>
                  <a:cubicBezTo>
                    <a:pt x="40170" y="220921"/>
                    <a:pt x="24261" y="219861"/>
                    <a:pt x="18251" y="206081"/>
                  </a:cubicBezTo>
                  <a:cubicBezTo>
                    <a:pt x="23907" y="206081"/>
                    <a:pt x="28504" y="206081"/>
                    <a:pt x="33453" y="201841"/>
                  </a:cubicBezTo>
                  <a:cubicBezTo>
                    <a:pt x="36988" y="198661"/>
                    <a:pt x="40524" y="194068"/>
                    <a:pt x="40524" y="187355"/>
                  </a:cubicBezTo>
                  <a:cubicBezTo>
                    <a:pt x="40524" y="176401"/>
                    <a:pt x="30978" y="174988"/>
                    <a:pt x="27443" y="174988"/>
                  </a:cubicBezTo>
                  <a:cubicBezTo>
                    <a:pt x="19311" y="174988"/>
                    <a:pt x="7645" y="180641"/>
                    <a:pt x="7645" y="197955"/>
                  </a:cubicBezTo>
                  <a:cubicBezTo>
                    <a:pt x="7645" y="215621"/>
                    <a:pt x="23200" y="228694"/>
                    <a:pt x="45120" y="228694"/>
                  </a:cubicBezTo>
                  <a:cubicBezTo>
                    <a:pt x="81534" y="228694"/>
                    <a:pt x="117949" y="196541"/>
                    <a:pt x="127848" y="156615"/>
                  </a:cubicBezTo>
                  <a:lnTo>
                    <a:pt x="161788" y="21643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E5EF1F31-55C8-9DC5-69CF-2C0ADB0FCD62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0532145" y="5843039"/>
              <a:ext cx="74985" cy="166453"/>
            </a:xfrm>
            <a:custGeom>
              <a:avLst/>
              <a:gdLst>
                <a:gd name="connsiteX0" fmla="*/ 68777 w 74985"/>
                <a:gd name="connsiteY0" fmla="*/ 9490 h 166453"/>
                <a:gd name="connsiteX1" fmla="*/ 58877 w 74985"/>
                <a:gd name="connsiteY1" fmla="*/ 92 h 166453"/>
                <a:gd name="connsiteX2" fmla="*/ 45019 w 74985"/>
                <a:gd name="connsiteY2" fmla="*/ 13695 h 166453"/>
                <a:gd name="connsiteX3" fmla="*/ 54918 w 74985"/>
                <a:gd name="connsiteY3" fmla="*/ 23093 h 166453"/>
                <a:gd name="connsiteX4" fmla="*/ 68777 w 74985"/>
                <a:gd name="connsiteY4" fmla="*/ 9490 h 166453"/>
                <a:gd name="connsiteX5" fmla="*/ 18291 w 74985"/>
                <a:gd name="connsiteY5" fmla="*/ 135134 h 166453"/>
                <a:gd name="connsiteX6" fmla="*/ 16064 w 74985"/>
                <a:gd name="connsiteY6" fmla="*/ 145522 h 166453"/>
                <a:gd name="connsiteX7" fmla="*/ 39574 w 74985"/>
                <a:gd name="connsiteY7" fmla="*/ 166545 h 166453"/>
                <a:gd name="connsiteX8" fmla="*/ 75211 w 74985"/>
                <a:gd name="connsiteY8" fmla="*/ 128704 h 166453"/>
                <a:gd name="connsiteX9" fmla="*/ 71251 w 74985"/>
                <a:gd name="connsiteY9" fmla="*/ 125488 h 166453"/>
                <a:gd name="connsiteX10" fmla="*/ 66549 w 74985"/>
                <a:gd name="connsiteY10" fmla="*/ 129693 h 166453"/>
                <a:gd name="connsiteX11" fmla="*/ 40317 w 74985"/>
                <a:gd name="connsiteY11" fmla="*/ 159620 h 166453"/>
                <a:gd name="connsiteX12" fmla="*/ 34130 w 74985"/>
                <a:gd name="connsiteY12" fmla="*/ 150963 h 166453"/>
                <a:gd name="connsiteX13" fmla="*/ 38089 w 74985"/>
                <a:gd name="connsiteY13" fmla="*/ 135134 h 166453"/>
                <a:gd name="connsiteX14" fmla="*/ 46009 w 74985"/>
                <a:gd name="connsiteY14" fmla="*/ 115348 h 166453"/>
                <a:gd name="connsiteX15" fmla="*/ 58135 w 74985"/>
                <a:gd name="connsiteY15" fmla="*/ 83937 h 166453"/>
                <a:gd name="connsiteX16" fmla="*/ 59620 w 74985"/>
                <a:gd name="connsiteY16" fmla="*/ 76022 h 166453"/>
                <a:gd name="connsiteX17" fmla="*/ 36110 w 74985"/>
                <a:gd name="connsiteY17" fmla="*/ 54999 h 166453"/>
                <a:gd name="connsiteX18" fmla="*/ 225 w 74985"/>
                <a:gd name="connsiteY18" fmla="*/ 92841 h 166453"/>
                <a:gd name="connsiteX19" fmla="*/ 4432 w 74985"/>
                <a:gd name="connsiteY19" fmla="*/ 96056 h 166453"/>
                <a:gd name="connsiteX20" fmla="*/ 8887 w 74985"/>
                <a:gd name="connsiteY20" fmla="*/ 92099 h 166453"/>
                <a:gd name="connsiteX21" fmla="*/ 35367 w 74985"/>
                <a:gd name="connsiteY21" fmla="*/ 61924 h 166453"/>
                <a:gd name="connsiteX22" fmla="*/ 41554 w 74985"/>
                <a:gd name="connsiteY22" fmla="*/ 70581 h 166453"/>
                <a:gd name="connsiteX23" fmla="*/ 33882 w 74985"/>
                <a:gd name="connsiteY23" fmla="*/ 95314 h 166453"/>
                <a:gd name="connsiteX24" fmla="*/ 18291 w 74985"/>
                <a:gd name="connsiteY24" fmla="*/ 135134 h 16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85" h="166453">
                  <a:moveTo>
                    <a:pt x="68777" y="9490"/>
                  </a:moveTo>
                  <a:cubicBezTo>
                    <a:pt x="68777" y="5533"/>
                    <a:pt x="65807" y="92"/>
                    <a:pt x="58877" y="92"/>
                  </a:cubicBezTo>
                  <a:cubicBezTo>
                    <a:pt x="52196" y="92"/>
                    <a:pt x="45019" y="6522"/>
                    <a:pt x="45019" y="13695"/>
                  </a:cubicBezTo>
                  <a:cubicBezTo>
                    <a:pt x="45019" y="17899"/>
                    <a:pt x="48236" y="23093"/>
                    <a:pt x="54918" y="23093"/>
                  </a:cubicBezTo>
                  <a:cubicBezTo>
                    <a:pt x="62095" y="23093"/>
                    <a:pt x="68777" y="16168"/>
                    <a:pt x="68777" y="9490"/>
                  </a:cubicBezTo>
                  <a:close/>
                  <a:moveTo>
                    <a:pt x="18291" y="135134"/>
                  </a:moveTo>
                  <a:cubicBezTo>
                    <a:pt x="17301" y="138349"/>
                    <a:pt x="16064" y="141317"/>
                    <a:pt x="16064" y="145522"/>
                  </a:cubicBezTo>
                  <a:cubicBezTo>
                    <a:pt x="16064" y="157147"/>
                    <a:pt x="25963" y="166545"/>
                    <a:pt x="39574" y="166545"/>
                  </a:cubicBezTo>
                  <a:cubicBezTo>
                    <a:pt x="64322" y="166545"/>
                    <a:pt x="75211" y="132413"/>
                    <a:pt x="75211" y="128704"/>
                  </a:cubicBezTo>
                  <a:cubicBezTo>
                    <a:pt x="75211" y="125488"/>
                    <a:pt x="71994" y="125488"/>
                    <a:pt x="71251" y="125488"/>
                  </a:cubicBezTo>
                  <a:cubicBezTo>
                    <a:pt x="67787" y="125488"/>
                    <a:pt x="67539" y="126972"/>
                    <a:pt x="66549" y="129693"/>
                  </a:cubicBezTo>
                  <a:cubicBezTo>
                    <a:pt x="60857" y="149479"/>
                    <a:pt x="49968" y="159620"/>
                    <a:pt x="40317" y="159620"/>
                  </a:cubicBezTo>
                  <a:cubicBezTo>
                    <a:pt x="35367" y="159620"/>
                    <a:pt x="34130" y="156405"/>
                    <a:pt x="34130" y="150963"/>
                  </a:cubicBezTo>
                  <a:cubicBezTo>
                    <a:pt x="34130" y="145275"/>
                    <a:pt x="35862" y="140575"/>
                    <a:pt x="38089" y="135134"/>
                  </a:cubicBezTo>
                  <a:cubicBezTo>
                    <a:pt x="40564" y="128456"/>
                    <a:pt x="43286" y="121778"/>
                    <a:pt x="46009" y="115348"/>
                  </a:cubicBezTo>
                  <a:cubicBezTo>
                    <a:pt x="48236" y="109412"/>
                    <a:pt x="57145" y="86905"/>
                    <a:pt x="58135" y="83937"/>
                  </a:cubicBezTo>
                  <a:cubicBezTo>
                    <a:pt x="58877" y="81463"/>
                    <a:pt x="59620" y="78495"/>
                    <a:pt x="59620" y="76022"/>
                  </a:cubicBezTo>
                  <a:cubicBezTo>
                    <a:pt x="59620" y="64398"/>
                    <a:pt x="49721" y="54999"/>
                    <a:pt x="36110" y="54999"/>
                  </a:cubicBezTo>
                  <a:cubicBezTo>
                    <a:pt x="11609" y="54999"/>
                    <a:pt x="225" y="88636"/>
                    <a:pt x="225" y="92841"/>
                  </a:cubicBezTo>
                  <a:cubicBezTo>
                    <a:pt x="225" y="96056"/>
                    <a:pt x="3690" y="96056"/>
                    <a:pt x="4432" y="96056"/>
                  </a:cubicBezTo>
                  <a:cubicBezTo>
                    <a:pt x="7897" y="96056"/>
                    <a:pt x="8145" y="94819"/>
                    <a:pt x="8887" y="92099"/>
                  </a:cubicBezTo>
                  <a:cubicBezTo>
                    <a:pt x="15321" y="70828"/>
                    <a:pt x="26210" y="61924"/>
                    <a:pt x="35367" y="61924"/>
                  </a:cubicBezTo>
                  <a:cubicBezTo>
                    <a:pt x="39327" y="61924"/>
                    <a:pt x="41554" y="63903"/>
                    <a:pt x="41554" y="70581"/>
                  </a:cubicBezTo>
                  <a:cubicBezTo>
                    <a:pt x="41554" y="76269"/>
                    <a:pt x="40069" y="79979"/>
                    <a:pt x="33882" y="95314"/>
                  </a:cubicBezTo>
                  <a:lnTo>
                    <a:pt x="18291" y="135134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1B7DFD53-CC2E-8D98-5700-18741795E9A7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0658369" y="5689024"/>
              <a:ext cx="82021" cy="353329"/>
            </a:xfrm>
            <a:custGeom>
              <a:avLst/>
              <a:gdLst>
                <a:gd name="connsiteX0" fmla="*/ 82250 w 82021"/>
                <a:gd name="connsiteY0" fmla="*/ 176755 h 353329"/>
                <a:gd name="connsiteX1" fmla="*/ 58916 w 82021"/>
                <a:gd name="connsiteY1" fmla="*/ 66516 h 353329"/>
                <a:gd name="connsiteX2" fmla="*/ 3764 w 82021"/>
                <a:gd name="connsiteY2" fmla="*/ 90 h 353329"/>
                <a:gd name="connsiteX3" fmla="*/ 229 w 82021"/>
                <a:gd name="connsiteY3" fmla="*/ 3623 h 353329"/>
                <a:gd name="connsiteX4" fmla="*/ 6946 w 82021"/>
                <a:gd name="connsiteY4" fmla="*/ 11750 h 353329"/>
                <a:gd name="connsiteX5" fmla="*/ 61744 w 82021"/>
                <a:gd name="connsiteY5" fmla="*/ 176755 h 353329"/>
                <a:gd name="connsiteX6" fmla="*/ 4825 w 82021"/>
                <a:gd name="connsiteY6" fmla="*/ 343880 h 353329"/>
                <a:gd name="connsiteX7" fmla="*/ 229 w 82021"/>
                <a:gd name="connsiteY7" fmla="*/ 349886 h 353329"/>
                <a:gd name="connsiteX8" fmla="*/ 3764 w 82021"/>
                <a:gd name="connsiteY8" fmla="*/ 353419 h 353329"/>
                <a:gd name="connsiteX9" fmla="*/ 59977 w 82021"/>
                <a:gd name="connsiteY9" fmla="*/ 284520 h 353329"/>
                <a:gd name="connsiteX10" fmla="*/ 82250 w 82021"/>
                <a:gd name="connsiteY10" fmla="*/ 176755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21" h="353329">
                  <a:moveTo>
                    <a:pt x="82250" y="176755"/>
                  </a:moveTo>
                  <a:cubicBezTo>
                    <a:pt x="82250" y="149195"/>
                    <a:pt x="78361" y="106442"/>
                    <a:pt x="58916" y="66516"/>
                  </a:cubicBezTo>
                  <a:cubicBezTo>
                    <a:pt x="37704" y="23057"/>
                    <a:pt x="7299" y="90"/>
                    <a:pt x="3764" y="90"/>
                  </a:cubicBezTo>
                  <a:cubicBezTo>
                    <a:pt x="1643" y="90"/>
                    <a:pt x="229" y="1503"/>
                    <a:pt x="229" y="3623"/>
                  </a:cubicBezTo>
                  <a:cubicBezTo>
                    <a:pt x="229" y="4683"/>
                    <a:pt x="229" y="5390"/>
                    <a:pt x="6946" y="11750"/>
                  </a:cubicBezTo>
                  <a:cubicBezTo>
                    <a:pt x="41593" y="46730"/>
                    <a:pt x="61744" y="102909"/>
                    <a:pt x="61744" y="176755"/>
                  </a:cubicBezTo>
                  <a:cubicBezTo>
                    <a:pt x="61744" y="237174"/>
                    <a:pt x="48664" y="299360"/>
                    <a:pt x="4825" y="343880"/>
                  </a:cubicBezTo>
                  <a:cubicBezTo>
                    <a:pt x="229" y="348120"/>
                    <a:pt x="229" y="348826"/>
                    <a:pt x="229" y="349886"/>
                  </a:cubicBezTo>
                  <a:cubicBezTo>
                    <a:pt x="229" y="352006"/>
                    <a:pt x="1643" y="353419"/>
                    <a:pt x="3764" y="353419"/>
                  </a:cubicBezTo>
                  <a:cubicBezTo>
                    <a:pt x="7299" y="353419"/>
                    <a:pt x="39118" y="329393"/>
                    <a:pt x="59977" y="284520"/>
                  </a:cubicBezTo>
                  <a:cubicBezTo>
                    <a:pt x="78007" y="245654"/>
                    <a:pt x="82250" y="206434"/>
                    <a:pt x="82250" y="176755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385C78FD-D446-6F66-DCCE-302C90F0F3FA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0791296" y="5643906"/>
              <a:ext cx="109385" cy="164227"/>
            </a:xfrm>
            <a:custGeom>
              <a:avLst/>
              <a:gdLst>
                <a:gd name="connsiteX0" fmla="*/ 109618 w 109385"/>
                <a:gd name="connsiteY0" fmla="*/ 119299 h 164227"/>
                <a:gd name="connsiteX1" fmla="*/ 101203 w 109385"/>
                <a:gd name="connsiteY1" fmla="*/ 119299 h 164227"/>
                <a:gd name="connsiteX2" fmla="*/ 94769 w 109385"/>
                <a:gd name="connsiteY2" fmla="*/ 141806 h 164227"/>
                <a:gd name="connsiteX3" fmla="*/ 70269 w 109385"/>
                <a:gd name="connsiteY3" fmla="*/ 143290 h 164227"/>
                <a:gd name="connsiteX4" fmla="*/ 24733 w 109385"/>
                <a:gd name="connsiteY4" fmla="*/ 143290 h 164227"/>
                <a:gd name="connsiteX5" fmla="*/ 74228 w 109385"/>
                <a:gd name="connsiteY5" fmla="*/ 101739 h 164227"/>
                <a:gd name="connsiteX6" fmla="*/ 109618 w 109385"/>
                <a:gd name="connsiteY6" fmla="*/ 48315 h 164227"/>
                <a:gd name="connsiteX7" fmla="*/ 51708 w 109385"/>
                <a:gd name="connsiteY7" fmla="*/ 86 h 164227"/>
                <a:gd name="connsiteX8" fmla="*/ 232 w 109385"/>
                <a:gd name="connsiteY8" fmla="*/ 44358 h 164227"/>
                <a:gd name="connsiteX9" fmla="*/ 13349 w 109385"/>
                <a:gd name="connsiteY9" fmla="*/ 58209 h 164227"/>
                <a:gd name="connsiteX10" fmla="*/ 26465 w 109385"/>
                <a:gd name="connsiteY10" fmla="*/ 45100 h 164227"/>
                <a:gd name="connsiteX11" fmla="*/ 11864 w 109385"/>
                <a:gd name="connsiteY11" fmla="*/ 31992 h 164227"/>
                <a:gd name="connsiteX12" fmla="*/ 47996 w 109385"/>
                <a:gd name="connsiteY12" fmla="*/ 8990 h 164227"/>
                <a:gd name="connsiteX13" fmla="*/ 85612 w 109385"/>
                <a:gd name="connsiteY13" fmla="*/ 48315 h 164227"/>
                <a:gd name="connsiteX14" fmla="*/ 62349 w 109385"/>
                <a:gd name="connsiteY14" fmla="*/ 95803 h 164227"/>
                <a:gd name="connsiteX15" fmla="*/ 2707 w 109385"/>
                <a:gd name="connsiteY15" fmla="*/ 154668 h 164227"/>
                <a:gd name="connsiteX16" fmla="*/ 232 w 109385"/>
                <a:gd name="connsiteY16" fmla="*/ 164314 h 164227"/>
                <a:gd name="connsiteX17" fmla="*/ 102193 w 109385"/>
                <a:gd name="connsiteY17" fmla="*/ 164314 h 164227"/>
                <a:gd name="connsiteX18" fmla="*/ 109618 w 109385"/>
                <a:gd name="connsiteY18" fmla="*/ 119299 h 16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385" h="164227">
                  <a:moveTo>
                    <a:pt x="109618" y="119299"/>
                  </a:moveTo>
                  <a:lnTo>
                    <a:pt x="101203" y="119299"/>
                  </a:lnTo>
                  <a:cubicBezTo>
                    <a:pt x="100461" y="124741"/>
                    <a:pt x="97986" y="139333"/>
                    <a:pt x="94769" y="141806"/>
                  </a:cubicBezTo>
                  <a:cubicBezTo>
                    <a:pt x="92789" y="143290"/>
                    <a:pt x="73733" y="143290"/>
                    <a:pt x="70269" y="143290"/>
                  </a:cubicBezTo>
                  <a:lnTo>
                    <a:pt x="24733" y="143290"/>
                  </a:lnTo>
                  <a:cubicBezTo>
                    <a:pt x="50718" y="120289"/>
                    <a:pt x="59380" y="113363"/>
                    <a:pt x="74228" y="101739"/>
                  </a:cubicBezTo>
                  <a:cubicBezTo>
                    <a:pt x="92542" y="87146"/>
                    <a:pt x="109618" y="71812"/>
                    <a:pt x="109618" y="48315"/>
                  </a:cubicBezTo>
                  <a:cubicBezTo>
                    <a:pt x="109618" y="18389"/>
                    <a:pt x="83385" y="86"/>
                    <a:pt x="51708" y="86"/>
                  </a:cubicBezTo>
                  <a:cubicBezTo>
                    <a:pt x="21021" y="86"/>
                    <a:pt x="232" y="21604"/>
                    <a:pt x="232" y="44358"/>
                  </a:cubicBezTo>
                  <a:cubicBezTo>
                    <a:pt x="232" y="56972"/>
                    <a:pt x="10874" y="58209"/>
                    <a:pt x="13349" y="58209"/>
                  </a:cubicBezTo>
                  <a:cubicBezTo>
                    <a:pt x="19288" y="58209"/>
                    <a:pt x="26465" y="54004"/>
                    <a:pt x="26465" y="45100"/>
                  </a:cubicBezTo>
                  <a:cubicBezTo>
                    <a:pt x="26465" y="40648"/>
                    <a:pt x="24733" y="31992"/>
                    <a:pt x="11864" y="31992"/>
                  </a:cubicBezTo>
                  <a:cubicBezTo>
                    <a:pt x="19536" y="14431"/>
                    <a:pt x="36364" y="8990"/>
                    <a:pt x="47996" y="8990"/>
                  </a:cubicBezTo>
                  <a:cubicBezTo>
                    <a:pt x="72743" y="8990"/>
                    <a:pt x="85612" y="28282"/>
                    <a:pt x="85612" y="48315"/>
                  </a:cubicBezTo>
                  <a:cubicBezTo>
                    <a:pt x="85612" y="69833"/>
                    <a:pt x="70269" y="86899"/>
                    <a:pt x="62349" y="95803"/>
                  </a:cubicBezTo>
                  <a:lnTo>
                    <a:pt x="2707" y="154668"/>
                  </a:lnTo>
                  <a:cubicBezTo>
                    <a:pt x="232" y="156894"/>
                    <a:pt x="232" y="157388"/>
                    <a:pt x="232" y="164314"/>
                  </a:cubicBezTo>
                  <a:lnTo>
                    <a:pt x="102193" y="164314"/>
                  </a:lnTo>
                  <a:lnTo>
                    <a:pt x="109618" y="119299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5111AF28-A39F-AB27-248B-8E9E4B7DCE94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051023" y="7001380"/>
              <a:ext cx="235103" cy="82679"/>
            </a:xfrm>
            <a:custGeom>
              <a:avLst/>
              <a:gdLst>
                <a:gd name="connsiteX0" fmla="*/ 223267 w 235103"/>
                <a:gd name="connsiteY0" fmla="*/ 14257 h 82679"/>
                <a:gd name="connsiteX1" fmla="*/ 235287 w 235103"/>
                <a:gd name="connsiteY1" fmla="*/ 7190 h 82679"/>
                <a:gd name="connsiteX2" fmla="*/ 223620 w 235103"/>
                <a:gd name="connsiteY2" fmla="*/ 123 h 82679"/>
                <a:gd name="connsiteX3" fmla="*/ 11850 w 235103"/>
                <a:gd name="connsiteY3" fmla="*/ 123 h 82679"/>
                <a:gd name="connsiteX4" fmla="*/ 183 w 235103"/>
                <a:gd name="connsiteY4" fmla="*/ 7190 h 82679"/>
                <a:gd name="connsiteX5" fmla="*/ 12204 w 235103"/>
                <a:gd name="connsiteY5" fmla="*/ 14257 h 82679"/>
                <a:gd name="connsiteX6" fmla="*/ 223267 w 235103"/>
                <a:gd name="connsiteY6" fmla="*/ 14257 h 82679"/>
                <a:gd name="connsiteX7" fmla="*/ 223620 w 235103"/>
                <a:gd name="connsiteY7" fmla="*/ 82802 h 82679"/>
                <a:gd name="connsiteX8" fmla="*/ 235287 w 235103"/>
                <a:gd name="connsiteY8" fmla="*/ 75736 h 82679"/>
                <a:gd name="connsiteX9" fmla="*/ 223267 w 235103"/>
                <a:gd name="connsiteY9" fmla="*/ 68669 h 82679"/>
                <a:gd name="connsiteX10" fmla="*/ 12204 w 235103"/>
                <a:gd name="connsiteY10" fmla="*/ 68669 h 82679"/>
                <a:gd name="connsiteX11" fmla="*/ 183 w 235103"/>
                <a:gd name="connsiteY11" fmla="*/ 75736 h 82679"/>
                <a:gd name="connsiteX12" fmla="*/ 11850 w 235103"/>
                <a:gd name="connsiteY12" fmla="*/ 82802 h 82679"/>
                <a:gd name="connsiteX13" fmla="*/ 223620 w 235103"/>
                <a:gd name="connsiteY13" fmla="*/ 82802 h 82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03" h="82679">
                  <a:moveTo>
                    <a:pt x="223267" y="14257"/>
                  </a:moveTo>
                  <a:cubicBezTo>
                    <a:pt x="228570" y="14257"/>
                    <a:pt x="235287" y="14257"/>
                    <a:pt x="235287" y="7190"/>
                  </a:cubicBezTo>
                  <a:cubicBezTo>
                    <a:pt x="235287" y="123"/>
                    <a:pt x="228570" y="123"/>
                    <a:pt x="223620" y="123"/>
                  </a:cubicBezTo>
                  <a:lnTo>
                    <a:pt x="11850" y="123"/>
                  </a:lnTo>
                  <a:cubicBezTo>
                    <a:pt x="6901" y="123"/>
                    <a:pt x="183" y="123"/>
                    <a:pt x="183" y="7190"/>
                  </a:cubicBezTo>
                  <a:cubicBezTo>
                    <a:pt x="183" y="14257"/>
                    <a:pt x="6901" y="14257"/>
                    <a:pt x="12204" y="14257"/>
                  </a:cubicBezTo>
                  <a:lnTo>
                    <a:pt x="223267" y="14257"/>
                  </a:lnTo>
                  <a:close/>
                  <a:moveTo>
                    <a:pt x="223620" y="82802"/>
                  </a:moveTo>
                  <a:cubicBezTo>
                    <a:pt x="228570" y="82802"/>
                    <a:pt x="235287" y="82802"/>
                    <a:pt x="235287" y="75736"/>
                  </a:cubicBezTo>
                  <a:cubicBezTo>
                    <a:pt x="235287" y="68669"/>
                    <a:pt x="228570" y="68669"/>
                    <a:pt x="223267" y="68669"/>
                  </a:cubicBezTo>
                  <a:lnTo>
                    <a:pt x="12204" y="68669"/>
                  </a:lnTo>
                  <a:cubicBezTo>
                    <a:pt x="6901" y="68669"/>
                    <a:pt x="183" y="68669"/>
                    <a:pt x="183" y="75736"/>
                  </a:cubicBezTo>
                  <a:cubicBezTo>
                    <a:pt x="183" y="82802"/>
                    <a:pt x="6901" y="82802"/>
                    <a:pt x="11850" y="82802"/>
                  </a:cubicBezTo>
                  <a:lnTo>
                    <a:pt x="223620" y="82802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3DEB7CC0-5E54-2A53-5729-04D4FF38B3B7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583988" y="6580315"/>
              <a:ext cx="151208" cy="111546"/>
            </a:xfrm>
            <a:custGeom>
              <a:avLst/>
              <a:gdLst>
                <a:gd name="connsiteX0" fmla="*/ 18759 w 151208"/>
                <a:gd name="connsiteY0" fmla="*/ 93602 h 111546"/>
                <a:gd name="connsiteX1" fmla="*/ 16285 w 151208"/>
                <a:gd name="connsiteY1" fmla="*/ 103742 h 111546"/>
                <a:gd name="connsiteX2" fmla="*/ 24699 w 151208"/>
                <a:gd name="connsiteY2" fmla="*/ 111657 h 111546"/>
                <a:gd name="connsiteX3" fmla="*/ 34350 w 151208"/>
                <a:gd name="connsiteY3" fmla="*/ 106216 h 111546"/>
                <a:gd name="connsiteX4" fmla="*/ 38805 w 151208"/>
                <a:gd name="connsiteY4" fmla="*/ 90881 h 111546"/>
                <a:gd name="connsiteX5" fmla="*/ 44250 w 151208"/>
                <a:gd name="connsiteY5" fmla="*/ 68621 h 111546"/>
                <a:gd name="connsiteX6" fmla="*/ 48457 w 151208"/>
                <a:gd name="connsiteY6" fmla="*/ 52050 h 111546"/>
                <a:gd name="connsiteX7" fmla="*/ 58851 w 151208"/>
                <a:gd name="connsiteY7" fmla="*/ 29791 h 111546"/>
                <a:gd name="connsiteX8" fmla="*/ 95972 w 151208"/>
                <a:gd name="connsiteY8" fmla="*/ 7036 h 111546"/>
                <a:gd name="connsiteX9" fmla="*/ 110574 w 151208"/>
                <a:gd name="connsiteY9" fmla="*/ 24349 h 111546"/>
                <a:gd name="connsiteX10" fmla="*/ 95972 w 151208"/>
                <a:gd name="connsiteY10" fmla="*/ 77031 h 111546"/>
                <a:gd name="connsiteX11" fmla="*/ 92260 w 151208"/>
                <a:gd name="connsiteY11" fmla="*/ 90387 h 111546"/>
                <a:gd name="connsiteX12" fmla="*/ 115771 w 151208"/>
                <a:gd name="connsiteY12" fmla="*/ 111657 h 111546"/>
                <a:gd name="connsiteX13" fmla="*/ 151407 w 151208"/>
                <a:gd name="connsiteY13" fmla="*/ 73815 h 111546"/>
                <a:gd name="connsiteX14" fmla="*/ 147448 w 151208"/>
                <a:gd name="connsiteY14" fmla="*/ 70600 h 111546"/>
                <a:gd name="connsiteX15" fmla="*/ 142746 w 151208"/>
                <a:gd name="connsiteY15" fmla="*/ 74805 h 111546"/>
                <a:gd name="connsiteX16" fmla="*/ 116513 w 151208"/>
                <a:gd name="connsiteY16" fmla="*/ 104732 h 111546"/>
                <a:gd name="connsiteX17" fmla="*/ 110326 w 151208"/>
                <a:gd name="connsiteY17" fmla="*/ 96075 h 111546"/>
                <a:gd name="connsiteX18" fmla="*/ 116018 w 151208"/>
                <a:gd name="connsiteY18" fmla="*/ 76041 h 111546"/>
                <a:gd name="connsiteX19" fmla="*/ 129134 w 151208"/>
                <a:gd name="connsiteY19" fmla="*/ 28307 h 111546"/>
                <a:gd name="connsiteX20" fmla="*/ 96962 w 151208"/>
                <a:gd name="connsiteY20" fmla="*/ 111 h 111546"/>
                <a:gd name="connsiteX21" fmla="*/ 55139 w 151208"/>
                <a:gd name="connsiteY21" fmla="*/ 22618 h 111546"/>
                <a:gd name="connsiteX22" fmla="*/ 28658 w 151208"/>
                <a:gd name="connsiteY22" fmla="*/ 111 h 111546"/>
                <a:gd name="connsiteX23" fmla="*/ 9108 w 151208"/>
                <a:gd name="connsiteY23" fmla="*/ 13467 h 111546"/>
                <a:gd name="connsiteX24" fmla="*/ 199 w 151208"/>
                <a:gd name="connsiteY24" fmla="*/ 37952 h 111546"/>
                <a:gd name="connsiteX25" fmla="*/ 4406 w 151208"/>
                <a:gd name="connsiteY25" fmla="*/ 41168 h 111546"/>
                <a:gd name="connsiteX26" fmla="*/ 9850 w 151208"/>
                <a:gd name="connsiteY26" fmla="*/ 33748 h 111546"/>
                <a:gd name="connsiteX27" fmla="*/ 27916 w 151208"/>
                <a:gd name="connsiteY27" fmla="*/ 7036 h 111546"/>
                <a:gd name="connsiteX28" fmla="*/ 36083 w 151208"/>
                <a:gd name="connsiteY28" fmla="*/ 19155 h 111546"/>
                <a:gd name="connsiteX29" fmla="*/ 32123 w 151208"/>
                <a:gd name="connsiteY29" fmla="*/ 39684 h 111546"/>
                <a:gd name="connsiteX30" fmla="*/ 26679 w 151208"/>
                <a:gd name="connsiteY30" fmla="*/ 61944 h 111546"/>
                <a:gd name="connsiteX31" fmla="*/ 18759 w 151208"/>
                <a:gd name="connsiteY31" fmla="*/ 93602 h 11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1208" h="111546">
                  <a:moveTo>
                    <a:pt x="18759" y="93602"/>
                  </a:moveTo>
                  <a:cubicBezTo>
                    <a:pt x="17769" y="96817"/>
                    <a:pt x="16285" y="103000"/>
                    <a:pt x="16285" y="103742"/>
                  </a:cubicBezTo>
                  <a:cubicBezTo>
                    <a:pt x="16285" y="109184"/>
                    <a:pt x="20739" y="111657"/>
                    <a:pt x="24699" y="111657"/>
                  </a:cubicBezTo>
                  <a:cubicBezTo>
                    <a:pt x="29153" y="111657"/>
                    <a:pt x="33113" y="108442"/>
                    <a:pt x="34350" y="106216"/>
                  </a:cubicBezTo>
                  <a:cubicBezTo>
                    <a:pt x="35588" y="103990"/>
                    <a:pt x="37568" y="96075"/>
                    <a:pt x="38805" y="90881"/>
                  </a:cubicBezTo>
                  <a:cubicBezTo>
                    <a:pt x="40042" y="86182"/>
                    <a:pt x="42765" y="74805"/>
                    <a:pt x="44250" y="68621"/>
                  </a:cubicBezTo>
                  <a:cubicBezTo>
                    <a:pt x="45734" y="63180"/>
                    <a:pt x="47219" y="57739"/>
                    <a:pt x="48457" y="52050"/>
                  </a:cubicBezTo>
                  <a:cubicBezTo>
                    <a:pt x="51179" y="41910"/>
                    <a:pt x="51674" y="39931"/>
                    <a:pt x="58851" y="29791"/>
                  </a:cubicBezTo>
                  <a:cubicBezTo>
                    <a:pt x="65780" y="19897"/>
                    <a:pt x="77412" y="7036"/>
                    <a:pt x="95972" y="7036"/>
                  </a:cubicBezTo>
                  <a:cubicBezTo>
                    <a:pt x="110326" y="7036"/>
                    <a:pt x="110574" y="19650"/>
                    <a:pt x="110574" y="24349"/>
                  </a:cubicBezTo>
                  <a:cubicBezTo>
                    <a:pt x="110574" y="39189"/>
                    <a:pt x="99932" y="66643"/>
                    <a:pt x="95972" y="77031"/>
                  </a:cubicBezTo>
                  <a:cubicBezTo>
                    <a:pt x="93250" y="83956"/>
                    <a:pt x="92260" y="86182"/>
                    <a:pt x="92260" y="90387"/>
                  </a:cubicBezTo>
                  <a:cubicBezTo>
                    <a:pt x="92260" y="103495"/>
                    <a:pt x="103149" y="111657"/>
                    <a:pt x="115771" y="111657"/>
                  </a:cubicBezTo>
                  <a:cubicBezTo>
                    <a:pt x="140518" y="111657"/>
                    <a:pt x="151407" y="77525"/>
                    <a:pt x="151407" y="73815"/>
                  </a:cubicBezTo>
                  <a:cubicBezTo>
                    <a:pt x="151407" y="70600"/>
                    <a:pt x="148190" y="70600"/>
                    <a:pt x="147448" y="70600"/>
                  </a:cubicBezTo>
                  <a:cubicBezTo>
                    <a:pt x="143983" y="70600"/>
                    <a:pt x="143736" y="72084"/>
                    <a:pt x="142746" y="74805"/>
                  </a:cubicBezTo>
                  <a:cubicBezTo>
                    <a:pt x="137054" y="94591"/>
                    <a:pt x="126412" y="104732"/>
                    <a:pt x="116513" y="104732"/>
                  </a:cubicBezTo>
                  <a:cubicBezTo>
                    <a:pt x="111316" y="104732"/>
                    <a:pt x="110326" y="101269"/>
                    <a:pt x="110326" y="96075"/>
                  </a:cubicBezTo>
                  <a:cubicBezTo>
                    <a:pt x="110326" y="90387"/>
                    <a:pt x="111564" y="87171"/>
                    <a:pt x="116018" y="76041"/>
                  </a:cubicBezTo>
                  <a:cubicBezTo>
                    <a:pt x="118988" y="68374"/>
                    <a:pt x="129134" y="42157"/>
                    <a:pt x="129134" y="28307"/>
                  </a:cubicBezTo>
                  <a:cubicBezTo>
                    <a:pt x="129134" y="4316"/>
                    <a:pt x="110079" y="111"/>
                    <a:pt x="96962" y="111"/>
                  </a:cubicBezTo>
                  <a:cubicBezTo>
                    <a:pt x="76422" y="111"/>
                    <a:pt x="62563" y="12725"/>
                    <a:pt x="55139" y="22618"/>
                  </a:cubicBezTo>
                  <a:cubicBezTo>
                    <a:pt x="53406" y="5552"/>
                    <a:pt x="38805" y="111"/>
                    <a:pt x="28658" y="111"/>
                  </a:cubicBezTo>
                  <a:cubicBezTo>
                    <a:pt x="18017" y="111"/>
                    <a:pt x="12325" y="7778"/>
                    <a:pt x="9108" y="13467"/>
                  </a:cubicBezTo>
                  <a:cubicBezTo>
                    <a:pt x="3663" y="22618"/>
                    <a:pt x="199" y="36716"/>
                    <a:pt x="199" y="37952"/>
                  </a:cubicBezTo>
                  <a:cubicBezTo>
                    <a:pt x="199" y="41168"/>
                    <a:pt x="3663" y="41168"/>
                    <a:pt x="4406" y="41168"/>
                  </a:cubicBezTo>
                  <a:cubicBezTo>
                    <a:pt x="7870" y="41168"/>
                    <a:pt x="8118" y="40426"/>
                    <a:pt x="9850" y="33748"/>
                  </a:cubicBezTo>
                  <a:cubicBezTo>
                    <a:pt x="13562" y="19155"/>
                    <a:pt x="18264" y="7036"/>
                    <a:pt x="27916" y="7036"/>
                  </a:cubicBezTo>
                  <a:cubicBezTo>
                    <a:pt x="34350" y="7036"/>
                    <a:pt x="36083" y="12477"/>
                    <a:pt x="36083" y="19155"/>
                  </a:cubicBezTo>
                  <a:cubicBezTo>
                    <a:pt x="36083" y="23855"/>
                    <a:pt x="33855" y="33006"/>
                    <a:pt x="32123" y="39684"/>
                  </a:cubicBezTo>
                  <a:cubicBezTo>
                    <a:pt x="30391" y="46362"/>
                    <a:pt x="27916" y="56502"/>
                    <a:pt x="26679" y="61944"/>
                  </a:cubicBezTo>
                  <a:lnTo>
                    <a:pt x="18759" y="93602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D7980ED-3EA2-CBDC-6C06-8F06D85F5CF7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424203" y="6795386"/>
              <a:ext cx="470561" cy="494660"/>
            </a:xfrm>
            <a:custGeom>
              <a:avLst/>
              <a:gdLst>
                <a:gd name="connsiteX0" fmla="*/ 427977 w 470561"/>
                <a:gd name="connsiteY0" fmla="*/ 494775 h 494660"/>
                <a:gd name="connsiteX1" fmla="*/ 470755 w 470561"/>
                <a:gd name="connsiteY1" fmla="*/ 381710 h 494660"/>
                <a:gd name="connsiteX2" fmla="*/ 461917 w 470561"/>
                <a:gd name="connsiteY2" fmla="*/ 381710 h 494660"/>
                <a:gd name="connsiteX3" fmla="*/ 369996 w 470561"/>
                <a:gd name="connsiteY3" fmla="*/ 453082 h 494660"/>
                <a:gd name="connsiteX4" fmla="*/ 260045 w 470561"/>
                <a:gd name="connsiteY4" fmla="*/ 464035 h 494660"/>
                <a:gd name="connsiteX5" fmla="*/ 46861 w 470561"/>
                <a:gd name="connsiteY5" fmla="*/ 464035 h 494660"/>
                <a:gd name="connsiteX6" fmla="*/ 226813 w 470561"/>
                <a:gd name="connsiteY6" fmla="*/ 253098 h 494660"/>
                <a:gd name="connsiteX7" fmla="*/ 229995 w 470561"/>
                <a:gd name="connsiteY7" fmla="*/ 247444 h 494660"/>
                <a:gd name="connsiteX8" fmla="*/ 227520 w 470561"/>
                <a:gd name="connsiteY8" fmla="*/ 242144 h 494660"/>
                <a:gd name="connsiteX9" fmla="*/ 62770 w 470561"/>
                <a:gd name="connsiteY9" fmla="*/ 17074 h 494660"/>
                <a:gd name="connsiteX10" fmla="*/ 256510 w 470561"/>
                <a:gd name="connsiteY10" fmla="*/ 17074 h 494660"/>
                <a:gd name="connsiteX11" fmla="*/ 339238 w 470561"/>
                <a:gd name="connsiteY11" fmla="*/ 22727 h 494660"/>
                <a:gd name="connsiteX12" fmla="*/ 417017 w 470561"/>
                <a:gd name="connsiteY12" fmla="*/ 49227 h 494660"/>
                <a:gd name="connsiteX13" fmla="*/ 461917 w 470561"/>
                <a:gd name="connsiteY13" fmla="*/ 99399 h 494660"/>
                <a:gd name="connsiteX14" fmla="*/ 470755 w 470561"/>
                <a:gd name="connsiteY14" fmla="*/ 99399 h 494660"/>
                <a:gd name="connsiteX15" fmla="*/ 427977 w 470561"/>
                <a:gd name="connsiteY15" fmla="*/ 114 h 494660"/>
                <a:gd name="connsiteX16" fmla="*/ 10093 w 470561"/>
                <a:gd name="connsiteY16" fmla="*/ 114 h 494660"/>
                <a:gd name="connsiteX17" fmla="*/ 547 w 470561"/>
                <a:gd name="connsiteY17" fmla="*/ 2587 h 494660"/>
                <a:gd name="connsiteX18" fmla="*/ 194 w 470561"/>
                <a:gd name="connsiteY18" fmla="*/ 14247 h 494660"/>
                <a:gd name="connsiteX19" fmla="*/ 187216 w 470561"/>
                <a:gd name="connsiteY19" fmla="*/ 270057 h 494660"/>
                <a:gd name="connsiteX20" fmla="*/ 4083 w 470561"/>
                <a:gd name="connsiteY20" fmla="*/ 484528 h 494660"/>
                <a:gd name="connsiteX21" fmla="*/ 547 w 470561"/>
                <a:gd name="connsiteY21" fmla="*/ 490888 h 494660"/>
                <a:gd name="connsiteX22" fmla="*/ 10093 w 470561"/>
                <a:gd name="connsiteY22" fmla="*/ 494775 h 494660"/>
                <a:gd name="connsiteX23" fmla="*/ 427977 w 470561"/>
                <a:gd name="connsiteY23" fmla="*/ 494775 h 494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0561" h="494660">
                  <a:moveTo>
                    <a:pt x="427977" y="494775"/>
                  </a:moveTo>
                  <a:lnTo>
                    <a:pt x="470755" y="381710"/>
                  </a:lnTo>
                  <a:lnTo>
                    <a:pt x="461917" y="381710"/>
                  </a:lnTo>
                  <a:cubicBezTo>
                    <a:pt x="448129" y="418456"/>
                    <a:pt x="410653" y="442482"/>
                    <a:pt x="369996" y="453082"/>
                  </a:cubicBezTo>
                  <a:cubicBezTo>
                    <a:pt x="362572" y="454849"/>
                    <a:pt x="327925" y="464035"/>
                    <a:pt x="260045" y="464035"/>
                  </a:cubicBezTo>
                  <a:lnTo>
                    <a:pt x="46861" y="464035"/>
                  </a:lnTo>
                  <a:lnTo>
                    <a:pt x="226813" y="253098"/>
                  </a:lnTo>
                  <a:cubicBezTo>
                    <a:pt x="229288" y="250271"/>
                    <a:pt x="229995" y="249211"/>
                    <a:pt x="229995" y="247444"/>
                  </a:cubicBezTo>
                  <a:cubicBezTo>
                    <a:pt x="229995" y="246738"/>
                    <a:pt x="229995" y="245678"/>
                    <a:pt x="227520" y="242144"/>
                  </a:cubicBezTo>
                  <a:lnTo>
                    <a:pt x="62770" y="17074"/>
                  </a:lnTo>
                  <a:lnTo>
                    <a:pt x="256510" y="17074"/>
                  </a:lnTo>
                  <a:cubicBezTo>
                    <a:pt x="303884" y="17074"/>
                    <a:pt x="336057" y="22020"/>
                    <a:pt x="339238" y="22727"/>
                  </a:cubicBezTo>
                  <a:cubicBezTo>
                    <a:pt x="358329" y="25554"/>
                    <a:pt x="389087" y="31560"/>
                    <a:pt x="417017" y="49227"/>
                  </a:cubicBezTo>
                  <a:cubicBezTo>
                    <a:pt x="425856" y="54880"/>
                    <a:pt x="449896" y="70780"/>
                    <a:pt x="461917" y="99399"/>
                  </a:cubicBezTo>
                  <a:lnTo>
                    <a:pt x="470755" y="99399"/>
                  </a:lnTo>
                  <a:lnTo>
                    <a:pt x="427977" y="114"/>
                  </a:lnTo>
                  <a:lnTo>
                    <a:pt x="10093" y="114"/>
                  </a:lnTo>
                  <a:cubicBezTo>
                    <a:pt x="1961" y="114"/>
                    <a:pt x="1608" y="467"/>
                    <a:pt x="547" y="2587"/>
                  </a:cubicBezTo>
                  <a:cubicBezTo>
                    <a:pt x="194" y="3647"/>
                    <a:pt x="194" y="10360"/>
                    <a:pt x="194" y="14247"/>
                  </a:cubicBezTo>
                  <a:lnTo>
                    <a:pt x="187216" y="270057"/>
                  </a:lnTo>
                  <a:lnTo>
                    <a:pt x="4083" y="484528"/>
                  </a:lnTo>
                  <a:cubicBezTo>
                    <a:pt x="547" y="488768"/>
                    <a:pt x="547" y="490535"/>
                    <a:pt x="547" y="490888"/>
                  </a:cubicBezTo>
                  <a:cubicBezTo>
                    <a:pt x="547" y="494775"/>
                    <a:pt x="3729" y="494775"/>
                    <a:pt x="10093" y="494775"/>
                  </a:cubicBezTo>
                  <a:lnTo>
                    <a:pt x="427977" y="494775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76594B46-083A-EEAC-403B-B58D01246D5D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621358" y="7383952"/>
              <a:ext cx="74985" cy="166453"/>
            </a:xfrm>
            <a:custGeom>
              <a:avLst/>
              <a:gdLst>
                <a:gd name="connsiteX0" fmla="*/ 68751 w 74985"/>
                <a:gd name="connsiteY0" fmla="*/ 9534 h 166453"/>
                <a:gd name="connsiteX1" fmla="*/ 58852 w 74985"/>
                <a:gd name="connsiteY1" fmla="*/ 135 h 166453"/>
                <a:gd name="connsiteX2" fmla="*/ 44993 w 74985"/>
                <a:gd name="connsiteY2" fmla="*/ 13738 h 166453"/>
                <a:gd name="connsiteX3" fmla="*/ 54892 w 74985"/>
                <a:gd name="connsiteY3" fmla="*/ 23137 h 166453"/>
                <a:gd name="connsiteX4" fmla="*/ 68751 w 74985"/>
                <a:gd name="connsiteY4" fmla="*/ 9534 h 166453"/>
                <a:gd name="connsiteX5" fmla="*/ 18265 w 74985"/>
                <a:gd name="connsiteY5" fmla="*/ 135178 h 166453"/>
                <a:gd name="connsiteX6" fmla="*/ 16038 w 74985"/>
                <a:gd name="connsiteY6" fmla="*/ 145565 h 166453"/>
                <a:gd name="connsiteX7" fmla="*/ 39549 w 74985"/>
                <a:gd name="connsiteY7" fmla="*/ 166589 h 166453"/>
                <a:gd name="connsiteX8" fmla="*/ 75185 w 74985"/>
                <a:gd name="connsiteY8" fmla="*/ 128747 h 166453"/>
                <a:gd name="connsiteX9" fmla="*/ 71226 w 74985"/>
                <a:gd name="connsiteY9" fmla="*/ 125532 h 166453"/>
                <a:gd name="connsiteX10" fmla="*/ 66524 w 74985"/>
                <a:gd name="connsiteY10" fmla="*/ 129736 h 166453"/>
                <a:gd name="connsiteX11" fmla="*/ 40291 w 74985"/>
                <a:gd name="connsiteY11" fmla="*/ 159663 h 166453"/>
                <a:gd name="connsiteX12" fmla="*/ 34104 w 74985"/>
                <a:gd name="connsiteY12" fmla="*/ 151007 h 166453"/>
                <a:gd name="connsiteX13" fmla="*/ 38064 w 74985"/>
                <a:gd name="connsiteY13" fmla="*/ 135178 h 166453"/>
                <a:gd name="connsiteX14" fmla="*/ 45983 w 74985"/>
                <a:gd name="connsiteY14" fmla="*/ 115391 h 166453"/>
                <a:gd name="connsiteX15" fmla="*/ 58109 w 74985"/>
                <a:gd name="connsiteY15" fmla="*/ 83980 h 166453"/>
                <a:gd name="connsiteX16" fmla="*/ 59594 w 74985"/>
                <a:gd name="connsiteY16" fmla="*/ 76066 h 166453"/>
                <a:gd name="connsiteX17" fmla="*/ 36084 w 74985"/>
                <a:gd name="connsiteY17" fmla="*/ 55042 h 166453"/>
                <a:gd name="connsiteX18" fmla="*/ 200 w 74985"/>
                <a:gd name="connsiteY18" fmla="*/ 92884 h 166453"/>
                <a:gd name="connsiteX19" fmla="*/ 4407 w 74985"/>
                <a:gd name="connsiteY19" fmla="*/ 96099 h 166453"/>
                <a:gd name="connsiteX20" fmla="*/ 8861 w 74985"/>
                <a:gd name="connsiteY20" fmla="*/ 92142 h 166453"/>
                <a:gd name="connsiteX21" fmla="*/ 35341 w 74985"/>
                <a:gd name="connsiteY21" fmla="*/ 61968 h 166453"/>
                <a:gd name="connsiteX22" fmla="*/ 41528 w 74985"/>
                <a:gd name="connsiteY22" fmla="*/ 70624 h 166453"/>
                <a:gd name="connsiteX23" fmla="*/ 33857 w 74985"/>
                <a:gd name="connsiteY23" fmla="*/ 95357 h 166453"/>
                <a:gd name="connsiteX24" fmla="*/ 18265 w 74985"/>
                <a:gd name="connsiteY24" fmla="*/ 135178 h 16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85" h="166453">
                  <a:moveTo>
                    <a:pt x="68751" y="9534"/>
                  </a:moveTo>
                  <a:cubicBezTo>
                    <a:pt x="68751" y="5576"/>
                    <a:pt x="65781" y="135"/>
                    <a:pt x="58852" y="135"/>
                  </a:cubicBezTo>
                  <a:cubicBezTo>
                    <a:pt x="52170" y="135"/>
                    <a:pt x="44993" y="6566"/>
                    <a:pt x="44993" y="13738"/>
                  </a:cubicBezTo>
                  <a:cubicBezTo>
                    <a:pt x="44993" y="17943"/>
                    <a:pt x="48210" y="23137"/>
                    <a:pt x="54892" y="23137"/>
                  </a:cubicBezTo>
                  <a:cubicBezTo>
                    <a:pt x="62069" y="23137"/>
                    <a:pt x="68751" y="16212"/>
                    <a:pt x="68751" y="9534"/>
                  </a:cubicBezTo>
                  <a:close/>
                  <a:moveTo>
                    <a:pt x="18265" y="135178"/>
                  </a:moveTo>
                  <a:cubicBezTo>
                    <a:pt x="17276" y="138393"/>
                    <a:pt x="16038" y="141361"/>
                    <a:pt x="16038" y="145565"/>
                  </a:cubicBezTo>
                  <a:cubicBezTo>
                    <a:pt x="16038" y="157190"/>
                    <a:pt x="25937" y="166589"/>
                    <a:pt x="39549" y="166589"/>
                  </a:cubicBezTo>
                  <a:cubicBezTo>
                    <a:pt x="64296" y="166589"/>
                    <a:pt x="75185" y="132457"/>
                    <a:pt x="75185" y="128747"/>
                  </a:cubicBezTo>
                  <a:cubicBezTo>
                    <a:pt x="75185" y="125532"/>
                    <a:pt x="71968" y="125532"/>
                    <a:pt x="71226" y="125532"/>
                  </a:cubicBezTo>
                  <a:cubicBezTo>
                    <a:pt x="67761" y="125532"/>
                    <a:pt x="67514" y="127016"/>
                    <a:pt x="66524" y="129736"/>
                  </a:cubicBezTo>
                  <a:cubicBezTo>
                    <a:pt x="60832" y="149523"/>
                    <a:pt x="49943" y="159663"/>
                    <a:pt x="40291" y="159663"/>
                  </a:cubicBezTo>
                  <a:cubicBezTo>
                    <a:pt x="35341" y="159663"/>
                    <a:pt x="34104" y="156448"/>
                    <a:pt x="34104" y="151007"/>
                  </a:cubicBezTo>
                  <a:cubicBezTo>
                    <a:pt x="34104" y="145318"/>
                    <a:pt x="35836" y="140619"/>
                    <a:pt x="38064" y="135178"/>
                  </a:cubicBezTo>
                  <a:cubicBezTo>
                    <a:pt x="40538" y="128500"/>
                    <a:pt x="43261" y="121822"/>
                    <a:pt x="45983" y="115391"/>
                  </a:cubicBezTo>
                  <a:cubicBezTo>
                    <a:pt x="48210" y="109455"/>
                    <a:pt x="57119" y="86948"/>
                    <a:pt x="58109" y="83980"/>
                  </a:cubicBezTo>
                  <a:cubicBezTo>
                    <a:pt x="58852" y="81507"/>
                    <a:pt x="59594" y="78539"/>
                    <a:pt x="59594" y="76066"/>
                  </a:cubicBezTo>
                  <a:cubicBezTo>
                    <a:pt x="59594" y="64441"/>
                    <a:pt x="49695" y="55042"/>
                    <a:pt x="36084" y="55042"/>
                  </a:cubicBezTo>
                  <a:cubicBezTo>
                    <a:pt x="11584" y="55042"/>
                    <a:pt x="200" y="88679"/>
                    <a:pt x="200" y="92884"/>
                  </a:cubicBezTo>
                  <a:cubicBezTo>
                    <a:pt x="200" y="96099"/>
                    <a:pt x="3664" y="96099"/>
                    <a:pt x="4407" y="96099"/>
                  </a:cubicBezTo>
                  <a:cubicBezTo>
                    <a:pt x="7871" y="96099"/>
                    <a:pt x="8119" y="94863"/>
                    <a:pt x="8861" y="92142"/>
                  </a:cubicBezTo>
                  <a:cubicBezTo>
                    <a:pt x="15296" y="70872"/>
                    <a:pt x="26185" y="61968"/>
                    <a:pt x="35341" y="61968"/>
                  </a:cubicBezTo>
                  <a:cubicBezTo>
                    <a:pt x="39301" y="61968"/>
                    <a:pt x="41528" y="63946"/>
                    <a:pt x="41528" y="70624"/>
                  </a:cubicBezTo>
                  <a:cubicBezTo>
                    <a:pt x="41528" y="76313"/>
                    <a:pt x="40043" y="80023"/>
                    <a:pt x="33857" y="95357"/>
                  </a:cubicBezTo>
                  <a:lnTo>
                    <a:pt x="18265" y="135178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02455069-3A4E-A968-A728-A13742CDEFD5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950074" y="6866055"/>
              <a:ext cx="82021" cy="353329"/>
            </a:xfrm>
            <a:custGeom>
              <a:avLst/>
              <a:gdLst>
                <a:gd name="connsiteX0" fmla="*/ 82229 w 82021"/>
                <a:gd name="connsiteY0" fmla="*/ 349919 h 353329"/>
                <a:gd name="connsiteX1" fmla="*/ 76219 w 82021"/>
                <a:gd name="connsiteY1" fmla="*/ 342146 h 353329"/>
                <a:gd name="connsiteX2" fmla="*/ 20713 w 82021"/>
                <a:gd name="connsiteY2" fmla="*/ 176788 h 353329"/>
                <a:gd name="connsiteX3" fmla="*/ 77633 w 82021"/>
                <a:gd name="connsiteY3" fmla="*/ 9663 h 353329"/>
                <a:gd name="connsiteX4" fmla="*/ 82229 w 82021"/>
                <a:gd name="connsiteY4" fmla="*/ 3657 h 353329"/>
                <a:gd name="connsiteX5" fmla="*/ 78694 w 82021"/>
                <a:gd name="connsiteY5" fmla="*/ 123 h 353329"/>
                <a:gd name="connsiteX6" fmla="*/ 22481 w 82021"/>
                <a:gd name="connsiteY6" fmla="*/ 69023 h 353329"/>
                <a:gd name="connsiteX7" fmla="*/ 208 w 82021"/>
                <a:gd name="connsiteY7" fmla="*/ 176788 h 353329"/>
                <a:gd name="connsiteX8" fmla="*/ 23542 w 82021"/>
                <a:gd name="connsiteY8" fmla="*/ 287027 h 353329"/>
                <a:gd name="connsiteX9" fmla="*/ 78694 w 82021"/>
                <a:gd name="connsiteY9" fmla="*/ 353453 h 353329"/>
                <a:gd name="connsiteX10" fmla="*/ 82229 w 82021"/>
                <a:gd name="connsiteY10" fmla="*/ 349919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21" h="353329">
                  <a:moveTo>
                    <a:pt x="82229" y="349919"/>
                  </a:moveTo>
                  <a:cubicBezTo>
                    <a:pt x="82229" y="348859"/>
                    <a:pt x="82229" y="348153"/>
                    <a:pt x="76219" y="342146"/>
                  </a:cubicBezTo>
                  <a:cubicBezTo>
                    <a:pt x="32027" y="297627"/>
                    <a:pt x="20713" y="230847"/>
                    <a:pt x="20713" y="176788"/>
                  </a:cubicBezTo>
                  <a:cubicBezTo>
                    <a:pt x="20713" y="115309"/>
                    <a:pt x="34148" y="53829"/>
                    <a:pt x="77633" y="9663"/>
                  </a:cubicBezTo>
                  <a:cubicBezTo>
                    <a:pt x="82229" y="5423"/>
                    <a:pt x="82229" y="4717"/>
                    <a:pt x="82229" y="3657"/>
                  </a:cubicBezTo>
                  <a:cubicBezTo>
                    <a:pt x="82229" y="1183"/>
                    <a:pt x="80815" y="123"/>
                    <a:pt x="78694" y="123"/>
                  </a:cubicBezTo>
                  <a:cubicBezTo>
                    <a:pt x="75159" y="123"/>
                    <a:pt x="43340" y="24150"/>
                    <a:pt x="22481" y="69023"/>
                  </a:cubicBezTo>
                  <a:cubicBezTo>
                    <a:pt x="4451" y="107889"/>
                    <a:pt x="208" y="147108"/>
                    <a:pt x="208" y="176788"/>
                  </a:cubicBezTo>
                  <a:cubicBezTo>
                    <a:pt x="208" y="204348"/>
                    <a:pt x="4097" y="247101"/>
                    <a:pt x="23542" y="287027"/>
                  </a:cubicBezTo>
                  <a:cubicBezTo>
                    <a:pt x="44754" y="330486"/>
                    <a:pt x="75159" y="353453"/>
                    <a:pt x="78694" y="353453"/>
                  </a:cubicBezTo>
                  <a:cubicBezTo>
                    <a:pt x="80815" y="353453"/>
                    <a:pt x="82229" y="352393"/>
                    <a:pt x="82229" y="349919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3DBC094C-5DCF-7C6C-0957-E85A90EEA283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062815" y="6974880"/>
              <a:ext cx="162981" cy="228604"/>
            </a:xfrm>
            <a:custGeom>
              <a:avLst/>
              <a:gdLst>
                <a:gd name="connsiteX0" fmla="*/ 161780 w 162981"/>
                <a:gd name="connsiteY0" fmla="*/ 21676 h 228604"/>
                <a:gd name="connsiteX1" fmla="*/ 163194 w 162981"/>
                <a:gd name="connsiteY1" fmla="*/ 13550 h 228604"/>
                <a:gd name="connsiteX2" fmla="*/ 152941 w 162981"/>
                <a:gd name="connsiteY2" fmla="*/ 4010 h 228604"/>
                <a:gd name="connsiteX3" fmla="*/ 140567 w 162981"/>
                <a:gd name="connsiteY3" fmla="*/ 11430 h 228604"/>
                <a:gd name="connsiteX4" fmla="*/ 135618 w 162981"/>
                <a:gd name="connsiteY4" fmla="*/ 30510 h 228604"/>
                <a:gd name="connsiteX5" fmla="*/ 128547 w 162981"/>
                <a:gd name="connsiteY5" fmla="*/ 58776 h 228604"/>
                <a:gd name="connsiteX6" fmla="*/ 112638 w 162981"/>
                <a:gd name="connsiteY6" fmla="*/ 122375 h 228604"/>
                <a:gd name="connsiteX7" fmla="*/ 72688 w 162981"/>
                <a:gd name="connsiteY7" fmla="*/ 152408 h 228604"/>
                <a:gd name="connsiteX8" fmla="*/ 50768 w 162981"/>
                <a:gd name="connsiteY8" fmla="*/ 123789 h 228604"/>
                <a:gd name="connsiteX9" fmla="*/ 68799 w 162981"/>
                <a:gd name="connsiteY9" fmla="*/ 54536 h 228604"/>
                <a:gd name="connsiteX10" fmla="*/ 75870 w 162981"/>
                <a:gd name="connsiteY10" fmla="*/ 29096 h 228604"/>
                <a:gd name="connsiteX11" fmla="*/ 46879 w 162981"/>
                <a:gd name="connsiteY11" fmla="*/ 123 h 228604"/>
                <a:gd name="connsiteX12" fmla="*/ 212 w 162981"/>
                <a:gd name="connsiteY12" fmla="*/ 54536 h 228604"/>
                <a:gd name="connsiteX13" fmla="*/ 4455 w 162981"/>
                <a:gd name="connsiteY13" fmla="*/ 58069 h 228604"/>
                <a:gd name="connsiteX14" fmla="*/ 10111 w 162981"/>
                <a:gd name="connsiteY14" fmla="*/ 51709 h 228604"/>
                <a:gd name="connsiteX15" fmla="*/ 45819 w 162981"/>
                <a:gd name="connsiteY15" fmla="*/ 7897 h 228604"/>
                <a:gd name="connsiteX16" fmla="*/ 54657 w 162981"/>
                <a:gd name="connsiteY16" fmla="*/ 19203 h 228604"/>
                <a:gd name="connsiteX17" fmla="*/ 48647 w 162981"/>
                <a:gd name="connsiteY17" fmla="*/ 43936 h 228604"/>
                <a:gd name="connsiteX18" fmla="*/ 28142 w 162981"/>
                <a:gd name="connsiteY18" fmla="*/ 118135 h 228604"/>
                <a:gd name="connsiteX19" fmla="*/ 71274 w 162981"/>
                <a:gd name="connsiteY19" fmla="*/ 160182 h 228604"/>
                <a:gd name="connsiteX20" fmla="*/ 106981 w 162981"/>
                <a:gd name="connsiteY20" fmla="*/ 144282 h 228604"/>
                <a:gd name="connsiteX21" fmla="*/ 84001 w 162981"/>
                <a:gd name="connsiteY21" fmla="*/ 198694 h 228604"/>
                <a:gd name="connsiteX22" fmla="*/ 45112 w 162981"/>
                <a:gd name="connsiteY22" fmla="*/ 220954 h 228604"/>
                <a:gd name="connsiteX23" fmla="*/ 18243 w 162981"/>
                <a:gd name="connsiteY23" fmla="*/ 206114 h 228604"/>
                <a:gd name="connsiteX24" fmla="*/ 33445 w 162981"/>
                <a:gd name="connsiteY24" fmla="*/ 201874 h 228604"/>
                <a:gd name="connsiteX25" fmla="*/ 40516 w 162981"/>
                <a:gd name="connsiteY25" fmla="*/ 187388 h 228604"/>
                <a:gd name="connsiteX26" fmla="*/ 27435 w 162981"/>
                <a:gd name="connsiteY26" fmla="*/ 175021 h 228604"/>
                <a:gd name="connsiteX27" fmla="*/ 7636 w 162981"/>
                <a:gd name="connsiteY27" fmla="*/ 197988 h 228604"/>
                <a:gd name="connsiteX28" fmla="*/ 45112 w 162981"/>
                <a:gd name="connsiteY28" fmla="*/ 228727 h 228604"/>
                <a:gd name="connsiteX29" fmla="*/ 127840 w 162981"/>
                <a:gd name="connsiteY29" fmla="*/ 156648 h 228604"/>
                <a:gd name="connsiteX30" fmla="*/ 161780 w 162981"/>
                <a:gd name="connsiteY30" fmla="*/ 21676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2981" h="228604">
                  <a:moveTo>
                    <a:pt x="161780" y="21676"/>
                  </a:moveTo>
                  <a:cubicBezTo>
                    <a:pt x="163194" y="16730"/>
                    <a:pt x="163194" y="16023"/>
                    <a:pt x="163194" y="13550"/>
                  </a:cubicBezTo>
                  <a:cubicBezTo>
                    <a:pt x="163194" y="7190"/>
                    <a:pt x="158244" y="4010"/>
                    <a:pt x="152941" y="4010"/>
                  </a:cubicBezTo>
                  <a:cubicBezTo>
                    <a:pt x="149406" y="4010"/>
                    <a:pt x="143749" y="6130"/>
                    <a:pt x="140567" y="11430"/>
                  </a:cubicBezTo>
                  <a:cubicBezTo>
                    <a:pt x="139860" y="13197"/>
                    <a:pt x="137032" y="24150"/>
                    <a:pt x="135618" y="30510"/>
                  </a:cubicBezTo>
                  <a:cubicBezTo>
                    <a:pt x="133143" y="39696"/>
                    <a:pt x="130668" y="49236"/>
                    <a:pt x="128547" y="58776"/>
                  </a:cubicBezTo>
                  <a:lnTo>
                    <a:pt x="112638" y="122375"/>
                  </a:lnTo>
                  <a:cubicBezTo>
                    <a:pt x="111224" y="127675"/>
                    <a:pt x="96021" y="152408"/>
                    <a:pt x="72688" y="152408"/>
                  </a:cubicBezTo>
                  <a:cubicBezTo>
                    <a:pt x="54657" y="152408"/>
                    <a:pt x="50768" y="136862"/>
                    <a:pt x="50768" y="123789"/>
                  </a:cubicBezTo>
                  <a:cubicBezTo>
                    <a:pt x="50768" y="107535"/>
                    <a:pt x="56778" y="85629"/>
                    <a:pt x="68799" y="54536"/>
                  </a:cubicBezTo>
                  <a:cubicBezTo>
                    <a:pt x="74455" y="40050"/>
                    <a:pt x="75870" y="36163"/>
                    <a:pt x="75870" y="29096"/>
                  </a:cubicBezTo>
                  <a:cubicBezTo>
                    <a:pt x="75870" y="13197"/>
                    <a:pt x="64556" y="123"/>
                    <a:pt x="46879" y="123"/>
                  </a:cubicBezTo>
                  <a:cubicBezTo>
                    <a:pt x="13293" y="123"/>
                    <a:pt x="212" y="51356"/>
                    <a:pt x="212" y="54536"/>
                  </a:cubicBezTo>
                  <a:cubicBezTo>
                    <a:pt x="212" y="58069"/>
                    <a:pt x="3747" y="58069"/>
                    <a:pt x="4455" y="58069"/>
                  </a:cubicBezTo>
                  <a:cubicBezTo>
                    <a:pt x="7990" y="58069"/>
                    <a:pt x="8343" y="57363"/>
                    <a:pt x="10111" y="51709"/>
                  </a:cubicBezTo>
                  <a:cubicBezTo>
                    <a:pt x="19657" y="18496"/>
                    <a:pt x="33798" y="7897"/>
                    <a:pt x="45819" y="7897"/>
                  </a:cubicBezTo>
                  <a:cubicBezTo>
                    <a:pt x="48647" y="7897"/>
                    <a:pt x="54657" y="7897"/>
                    <a:pt x="54657" y="19203"/>
                  </a:cubicBezTo>
                  <a:cubicBezTo>
                    <a:pt x="54657" y="28036"/>
                    <a:pt x="51122" y="37223"/>
                    <a:pt x="48647" y="43936"/>
                  </a:cubicBezTo>
                  <a:cubicBezTo>
                    <a:pt x="34505" y="81389"/>
                    <a:pt x="28142" y="101529"/>
                    <a:pt x="28142" y="118135"/>
                  </a:cubicBezTo>
                  <a:cubicBezTo>
                    <a:pt x="28142" y="149582"/>
                    <a:pt x="50415" y="160182"/>
                    <a:pt x="71274" y="160182"/>
                  </a:cubicBezTo>
                  <a:cubicBezTo>
                    <a:pt x="85062" y="160182"/>
                    <a:pt x="97082" y="154175"/>
                    <a:pt x="106981" y="144282"/>
                  </a:cubicBezTo>
                  <a:cubicBezTo>
                    <a:pt x="102385" y="162655"/>
                    <a:pt x="98143" y="179968"/>
                    <a:pt x="84001" y="198694"/>
                  </a:cubicBezTo>
                  <a:cubicBezTo>
                    <a:pt x="74809" y="210708"/>
                    <a:pt x="61374" y="220954"/>
                    <a:pt x="45112" y="220954"/>
                  </a:cubicBezTo>
                  <a:cubicBezTo>
                    <a:pt x="40162" y="220954"/>
                    <a:pt x="24253" y="219894"/>
                    <a:pt x="18243" y="206114"/>
                  </a:cubicBezTo>
                  <a:cubicBezTo>
                    <a:pt x="23899" y="206114"/>
                    <a:pt x="28495" y="206114"/>
                    <a:pt x="33445" y="201874"/>
                  </a:cubicBezTo>
                  <a:cubicBezTo>
                    <a:pt x="36980" y="198694"/>
                    <a:pt x="40516" y="194101"/>
                    <a:pt x="40516" y="187388"/>
                  </a:cubicBezTo>
                  <a:cubicBezTo>
                    <a:pt x="40516" y="176435"/>
                    <a:pt x="30970" y="175021"/>
                    <a:pt x="27435" y="175021"/>
                  </a:cubicBezTo>
                  <a:cubicBezTo>
                    <a:pt x="19303" y="175021"/>
                    <a:pt x="7636" y="180675"/>
                    <a:pt x="7636" y="197988"/>
                  </a:cubicBezTo>
                  <a:cubicBezTo>
                    <a:pt x="7636" y="215654"/>
                    <a:pt x="23192" y="228727"/>
                    <a:pt x="45112" y="228727"/>
                  </a:cubicBezTo>
                  <a:cubicBezTo>
                    <a:pt x="81526" y="228727"/>
                    <a:pt x="117941" y="196574"/>
                    <a:pt x="127840" y="156648"/>
                  </a:cubicBezTo>
                  <a:lnTo>
                    <a:pt x="161780" y="21676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D6A52BDA-3DBA-8B8B-AFB7-5881BF946A5B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253677" y="6813517"/>
              <a:ext cx="127203" cy="174120"/>
            </a:xfrm>
            <a:custGeom>
              <a:avLst/>
              <a:gdLst>
                <a:gd name="connsiteX0" fmla="*/ 126431 w 127203"/>
                <a:gd name="connsiteY0" fmla="*/ 7539 h 174120"/>
                <a:gd name="connsiteX1" fmla="*/ 127421 w 127203"/>
                <a:gd name="connsiteY1" fmla="*/ 3582 h 174120"/>
                <a:gd name="connsiteX2" fmla="*/ 123461 w 127203"/>
                <a:gd name="connsiteY2" fmla="*/ 119 h 174120"/>
                <a:gd name="connsiteX3" fmla="*/ 91784 w 127203"/>
                <a:gd name="connsiteY3" fmla="*/ 2593 h 174120"/>
                <a:gd name="connsiteX4" fmla="*/ 86340 w 127203"/>
                <a:gd name="connsiteY4" fmla="*/ 8281 h 174120"/>
                <a:gd name="connsiteX5" fmla="*/ 92774 w 127203"/>
                <a:gd name="connsiteY5" fmla="*/ 11744 h 174120"/>
                <a:gd name="connsiteX6" fmla="*/ 104653 w 127203"/>
                <a:gd name="connsiteY6" fmla="*/ 15454 h 174120"/>
                <a:gd name="connsiteX7" fmla="*/ 103663 w 127203"/>
                <a:gd name="connsiteY7" fmla="*/ 20895 h 174120"/>
                <a:gd name="connsiteX8" fmla="*/ 89557 w 127203"/>
                <a:gd name="connsiteY8" fmla="*/ 77286 h 174120"/>
                <a:gd name="connsiteX9" fmla="*/ 64067 w 127203"/>
                <a:gd name="connsiteY9" fmla="*/ 62694 h 174120"/>
                <a:gd name="connsiteX10" fmla="*/ 217 w 127203"/>
                <a:gd name="connsiteY10" fmla="*/ 133183 h 174120"/>
                <a:gd name="connsiteX11" fmla="*/ 37586 w 127203"/>
                <a:gd name="connsiteY11" fmla="*/ 174240 h 174120"/>
                <a:gd name="connsiteX12" fmla="*/ 72728 w 127203"/>
                <a:gd name="connsiteY12" fmla="*/ 156927 h 174120"/>
                <a:gd name="connsiteX13" fmla="*/ 98219 w 127203"/>
                <a:gd name="connsiteY13" fmla="*/ 174240 h 174120"/>
                <a:gd name="connsiteX14" fmla="*/ 117769 w 127203"/>
                <a:gd name="connsiteY14" fmla="*/ 161131 h 174120"/>
                <a:gd name="connsiteX15" fmla="*/ 126431 w 127203"/>
                <a:gd name="connsiteY15" fmla="*/ 136398 h 174120"/>
                <a:gd name="connsiteX16" fmla="*/ 122471 w 127203"/>
                <a:gd name="connsiteY16" fmla="*/ 133183 h 174120"/>
                <a:gd name="connsiteX17" fmla="*/ 117027 w 127203"/>
                <a:gd name="connsiteY17" fmla="*/ 140850 h 174120"/>
                <a:gd name="connsiteX18" fmla="*/ 98961 w 127203"/>
                <a:gd name="connsiteY18" fmla="*/ 167315 h 174120"/>
                <a:gd name="connsiteX19" fmla="*/ 90794 w 127203"/>
                <a:gd name="connsiteY19" fmla="*/ 155195 h 174120"/>
                <a:gd name="connsiteX20" fmla="*/ 92032 w 127203"/>
                <a:gd name="connsiteY20" fmla="*/ 145055 h 174120"/>
                <a:gd name="connsiteX21" fmla="*/ 126431 w 127203"/>
                <a:gd name="connsiteY21" fmla="*/ 7539 h 174120"/>
                <a:gd name="connsiteX22" fmla="*/ 73718 w 127203"/>
                <a:gd name="connsiteY22" fmla="*/ 140850 h 174120"/>
                <a:gd name="connsiteX23" fmla="*/ 61097 w 127203"/>
                <a:gd name="connsiteY23" fmla="*/ 157421 h 174120"/>
                <a:gd name="connsiteX24" fmla="*/ 38329 w 127203"/>
                <a:gd name="connsiteY24" fmla="*/ 167315 h 174120"/>
                <a:gd name="connsiteX25" fmla="*/ 20263 w 127203"/>
                <a:gd name="connsiteY25" fmla="*/ 143324 h 174120"/>
                <a:gd name="connsiteX26" fmla="*/ 33132 w 127203"/>
                <a:gd name="connsiteY26" fmla="*/ 93116 h 174120"/>
                <a:gd name="connsiteX27" fmla="*/ 64067 w 127203"/>
                <a:gd name="connsiteY27" fmla="*/ 69619 h 174120"/>
                <a:gd name="connsiteX28" fmla="*/ 86092 w 127203"/>
                <a:gd name="connsiteY28" fmla="*/ 91137 h 174120"/>
                <a:gd name="connsiteX29" fmla="*/ 85350 w 127203"/>
                <a:gd name="connsiteY29" fmla="*/ 94599 h 174120"/>
                <a:gd name="connsiteX30" fmla="*/ 73718 w 127203"/>
                <a:gd name="connsiteY30" fmla="*/ 140850 h 17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7203" h="174120">
                  <a:moveTo>
                    <a:pt x="126431" y="7539"/>
                  </a:moveTo>
                  <a:cubicBezTo>
                    <a:pt x="126678" y="7045"/>
                    <a:pt x="127421" y="3829"/>
                    <a:pt x="127421" y="3582"/>
                  </a:cubicBezTo>
                  <a:cubicBezTo>
                    <a:pt x="127421" y="2345"/>
                    <a:pt x="126431" y="119"/>
                    <a:pt x="123461" y="119"/>
                  </a:cubicBezTo>
                  <a:cubicBezTo>
                    <a:pt x="118512" y="119"/>
                    <a:pt x="97971" y="2098"/>
                    <a:pt x="91784" y="2593"/>
                  </a:cubicBezTo>
                  <a:cubicBezTo>
                    <a:pt x="89804" y="2840"/>
                    <a:pt x="86340" y="3087"/>
                    <a:pt x="86340" y="8281"/>
                  </a:cubicBezTo>
                  <a:cubicBezTo>
                    <a:pt x="86340" y="11744"/>
                    <a:pt x="89804" y="11744"/>
                    <a:pt x="92774" y="11744"/>
                  </a:cubicBezTo>
                  <a:cubicBezTo>
                    <a:pt x="104653" y="11744"/>
                    <a:pt x="104653" y="13475"/>
                    <a:pt x="104653" y="15454"/>
                  </a:cubicBezTo>
                  <a:cubicBezTo>
                    <a:pt x="104653" y="17185"/>
                    <a:pt x="104158" y="18669"/>
                    <a:pt x="103663" y="20895"/>
                  </a:cubicBezTo>
                  <a:lnTo>
                    <a:pt x="89557" y="77286"/>
                  </a:lnTo>
                  <a:cubicBezTo>
                    <a:pt x="84360" y="69124"/>
                    <a:pt x="75945" y="62694"/>
                    <a:pt x="64067" y="62694"/>
                  </a:cubicBezTo>
                  <a:cubicBezTo>
                    <a:pt x="32389" y="62694"/>
                    <a:pt x="217" y="97567"/>
                    <a:pt x="217" y="133183"/>
                  </a:cubicBezTo>
                  <a:cubicBezTo>
                    <a:pt x="217" y="157174"/>
                    <a:pt x="16303" y="174240"/>
                    <a:pt x="37586" y="174240"/>
                  </a:cubicBezTo>
                  <a:cubicBezTo>
                    <a:pt x="50950" y="174240"/>
                    <a:pt x="62829" y="166573"/>
                    <a:pt x="72728" y="156927"/>
                  </a:cubicBezTo>
                  <a:cubicBezTo>
                    <a:pt x="77430" y="171767"/>
                    <a:pt x="91784" y="174240"/>
                    <a:pt x="98219" y="174240"/>
                  </a:cubicBezTo>
                  <a:cubicBezTo>
                    <a:pt x="107128" y="174240"/>
                    <a:pt x="113315" y="168799"/>
                    <a:pt x="117769" y="161131"/>
                  </a:cubicBezTo>
                  <a:cubicBezTo>
                    <a:pt x="123214" y="151486"/>
                    <a:pt x="126431" y="137388"/>
                    <a:pt x="126431" y="136398"/>
                  </a:cubicBezTo>
                  <a:cubicBezTo>
                    <a:pt x="126431" y="133183"/>
                    <a:pt x="123214" y="133183"/>
                    <a:pt x="122471" y="133183"/>
                  </a:cubicBezTo>
                  <a:cubicBezTo>
                    <a:pt x="119007" y="133183"/>
                    <a:pt x="118759" y="134172"/>
                    <a:pt x="117027" y="140850"/>
                  </a:cubicBezTo>
                  <a:cubicBezTo>
                    <a:pt x="114057" y="152722"/>
                    <a:pt x="109355" y="167315"/>
                    <a:pt x="98961" y="167315"/>
                  </a:cubicBezTo>
                  <a:cubicBezTo>
                    <a:pt x="92527" y="167315"/>
                    <a:pt x="90794" y="161873"/>
                    <a:pt x="90794" y="155195"/>
                  </a:cubicBezTo>
                  <a:cubicBezTo>
                    <a:pt x="90794" y="150496"/>
                    <a:pt x="91289" y="148270"/>
                    <a:pt x="92032" y="145055"/>
                  </a:cubicBezTo>
                  <a:lnTo>
                    <a:pt x="126431" y="7539"/>
                  </a:lnTo>
                  <a:close/>
                  <a:moveTo>
                    <a:pt x="73718" y="140850"/>
                  </a:moveTo>
                  <a:cubicBezTo>
                    <a:pt x="71986" y="147776"/>
                    <a:pt x="66541" y="152722"/>
                    <a:pt x="61097" y="157421"/>
                  </a:cubicBezTo>
                  <a:cubicBezTo>
                    <a:pt x="58870" y="159400"/>
                    <a:pt x="48970" y="167315"/>
                    <a:pt x="38329" y="167315"/>
                  </a:cubicBezTo>
                  <a:cubicBezTo>
                    <a:pt x="29172" y="167315"/>
                    <a:pt x="20263" y="160884"/>
                    <a:pt x="20263" y="143324"/>
                  </a:cubicBezTo>
                  <a:cubicBezTo>
                    <a:pt x="20263" y="130215"/>
                    <a:pt x="27440" y="103009"/>
                    <a:pt x="33132" y="93116"/>
                  </a:cubicBezTo>
                  <a:cubicBezTo>
                    <a:pt x="44516" y="73329"/>
                    <a:pt x="57137" y="69619"/>
                    <a:pt x="64067" y="69619"/>
                  </a:cubicBezTo>
                  <a:cubicBezTo>
                    <a:pt x="81390" y="69619"/>
                    <a:pt x="86092" y="88416"/>
                    <a:pt x="86092" y="91137"/>
                  </a:cubicBezTo>
                  <a:cubicBezTo>
                    <a:pt x="86092" y="92126"/>
                    <a:pt x="85597" y="93858"/>
                    <a:pt x="85350" y="94599"/>
                  </a:cubicBezTo>
                  <a:lnTo>
                    <a:pt x="73718" y="140850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300E5854-B9FE-81D9-141D-4F9DF50EA6C2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237528" y="7054420"/>
              <a:ext cx="74985" cy="166453"/>
            </a:xfrm>
            <a:custGeom>
              <a:avLst/>
              <a:gdLst>
                <a:gd name="connsiteX0" fmla="*/ 68768 w 74985"/>
                <a:gd name="connsiteY0" fmla="*/ 9524 h 166453"/>
                <a:gd name="connsiteX1" fmla="*/ 58869 w 74985"/>
                <a:gd name="connsiteY1" fmla="*/ 126 h 166453"/>
                <a:gd name="connsiteX2" fmla="*/ 45010 w 74985"/>
                <a:gd name="connsiteY2" fmla="*/ 13729 h 166453"/>
                <a:gd name="connsiteX3" fmla="*/ 54910 w 74985"/>
                <a:gd name="connsiteY3" fmla="*/ 23128 h 166453"/>
                <a:gd name="connsiteX4" fmla="*/ 68768 w 74985"/>
                <a:gd name="connsiteY4" fmla="*/ 9524 h 166453"/>
                <a:gd name="connsiteX5" fmla="*/ 18283 w 74985"/>
                <a:gd name="connsiteY5" fmla="*/ 135168 h 166453"/>
                <a:gd name="connsiteX6" fmla="*/ 16056 w 74985"/>
                <a:gd name="connsiteY6" fmla="*/ 145556 h 166453"/>
                <a:gd name="connsiteX7" fmla="*/ 39566 w 74985"/>
                <a:gd name="connsiteY7" fmla="*/ 166579 h 166453"/>
                <a:gd name="connsiteX8" fmla="*/ 75203 w 74985"/>
                <a:gd name="connsiteY8" fmla="*/ 128738 h 166453"/>
                <a:gd name="connsiteX9" fmla="*/ 71243 w 74985"/>
                <a:gd name="connsiteY9" fmla="*/ 125522 h 166453"/>
                <a:gd name="connsiteX10" fmla="*/ 66541 w 74985"/>
                <a:gd name="connsiteY10" fmla="*/ 129727 h 166453"/>
                <a:gd name="connsiteX11" fmla="*/ 40308 w 74985"/>
                <a:gd name="connsiteY11" fmla="*/ 159654 h 166453"/>
                <a:gd name="connsiteX12" fmla="*/ 34121 w 74985"/>
                <a:gd name="connsiteY12" fmla="*/ 150997 h 166453"/>
                <a:gd name="connsiteX13" fmla="*/ 38081 w 74985"/>
                <a:gd name="connsiteY13" fmla="*/ 135168 h 166453"/>
                <a:gd name="connsiteX14" fmla="*/ 46000 w 74985"/>
                <a:gd name="connsiteY14" fmla="*/ 115382 h 166453"/>
                <a:gd name="connsiteX15" fmla="*/ 58127 w 74985"/>
                <a:gd name="connsiteY15" fmla="*/ 83971 h 166453"/>
                <a:gd name="connsiteX16" fmla="*/ 59612 w 74985"/>
                <a:gd name="connsiteY16" fmla="*/ 76056 h 166453"/>
                <a:gd name="connsiteX17" fmla="*/ 36101 w 74985"/>
                <a:gd name="connsiteY17" fmla="*/ 55033 h 166453"/>
                <a:gd name="connsiteX18" fmla="*/ 217 w 74985"/>
                <a:gd name="connsiteY18" fmla="*/ 92875 h 166453"/>
                <a:gd name="connsiteX19" fmla="*/ 4424 w 74985"/>
                <a:gd name="connsiteY19" fmla="*/ 96090 h 166453"/>
                <a:gd name="connsiteX20" fmla="*/ 8879 w 74985"/>
                <a:gd name="connsiteY20" fmla="*/ 92133 h 166453"/>
                <a:gd name="connsiteX21" fmla="*/ 35359 w 74985"/>
                <a:gd name="connsiteY21" fmla="*/ 61958 h 166453"/>
                <a:gd name="connsiteX22" fmla="*/ 41546 w 74985"/>
                <a:gd name="connsiteY22" fmla="*/ 70615 h 166453"/>
                <a:gd name="connsiteX23" fmla="*/ 33874 w 74985"/>
                <a:gd name="connsiteY23" fmla="*/ 95348 h 166453"/>
                <a:gd name="connsiteX24" fmla="*/ 18283 w 74985"/>
                <a:gd name="connsiteY24" fmla="*/ 135168 h 16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85" h="166453">
                  <a:moveTo>
                    <a:pt x="68768" y="9524"/>
                  </a:moveTo>
                  <a:cubicBezTo>
                    <a:pt x="68768" y="5567"/>
                    <a:pt x="65799" y="126"/>
                    <a:pt x="58869" y="126"/>
                  </a:cubicBezTo>
                  <a:cubicBezTo>
                    <a:pt x="52187" y="126"/>
                    <a:pt x="45010" y="6556"/>
                    <a:pt x="45010" y="13729"/>
                  </a:cubicBezTo>
                  <a:cubicBezTo>
                    <a:pt x="45010" y="17934"/>
                    <a:pt x="48228" y="23128"/>
                    <a:pt x="54910" y="23128"/>
                  </a:cubicBezTo>
                  <a:cubicBezTo>
                    <a:pt x="62086" y="23128"/>
                    <a:pt x="68768" y="16202"/>
                    <a:pt x="68768" y="9524"/>
                  </a:cubicBezTo>
                  <a:close/>
                  <a:moveTo>
                    <a:pt x="18283" y="135168"/>
                  </a:moveTo>
                  <a:cubicBezTo>
                    <a:pt x="17293" y="138384"/>
                    <a:pt x="16056" y="141352"/>
                    <a:pt x="16056" y="145556"/>
                  </a:cubicBezTo>
                  <a:cubicBezTo>
                    <a:pt x="16056" y="157181"/>
                    <a:pt x="25955" y="166579"/>
                    <a:pt x="39566" y="166579"/>
                  </a:cubicBezTo>
                  <a:cubicBezTo>
                    <a:pt x="64314" y="166579"/>
                    <a:pt x="75203" y="132448"/>
                    <a:pt x="75203" y="128738"/>
                  </a:cubicBezTo>
                  <a:cubicBezTo>
                    <a:pt x="75203" y="125522"/>
                    <a:pt x="71986" y="125522"/>
                    <a:pt x="71243" y="125522"/>
                  </a:cubicBezTo>
                  <a:cubicBezTo>
                    <a:pt x="67778" y="125522"/>
                    <a:pt x="67531" y="127006"/>
                    <a:pt x="66541" y="129727"/>
                  </a:cubicBezTo>
                  <a:cubicBezTo>
                    <a:pt x="60849" y="149513"/>
                    <a:pt x="49960" y="159654"/>
                    <a:pt x="40308" y="159654"/>
                  </a:cubicBezTo>
                  <a:cubicBezTo>
                    <a:pt x="35359" y="159654"/>
                    <a:pt x="34121" y="156439"/>
                    <a:pt x="34121" y="150997"/>
                  </a:cubicBezTo>
                  <a:cubicBezTo>
                    <a:pt x="34121" y="145309"/>
                    <a:pt x="35854" y="140610"/>
                    <a:pt x="38081" y="135168"/>
                  </a:cubicBezTo>
                  <a:cubicBezTo>
                    <a:pt x="40556" y="128490"/>
                    <a:pt x="43278" y="121812"/>
                    <a:pt x="46000" y="115382"/>
                  </a:cubicBezTo>
                  <a:cubicBezTo>
                    <a:pt x="48228" y="109446"/>
                    <a:pt x="57137" y="86939"/>
                    <a:pt x="58127" y="83971"/>
                  </a:cubicBezTo>
                  <a:cubicBezTo>
                    <a:pt x="58869" y="81498"/>
                    <a:pt x="59612" y="78530"/>
                    <a:pt x="59612" y="76056"/>
                  </a:cubicBezTo>
                  <a:cubicBezTo>
                    <a:pt x="59612" y="64432"/>
                    <a:pt x="49712" y="55033"/>
                    <a:pt x="36101" y="55033"/>
                  </a:cubicBezTo>
                  <a:cubicBezTo>
                    <a:pt x="11601" y="55033"/>
                    <a:pt x="217" y="88670"/>
                    <a:pt x="217" y="92875"/>
                  </a:cubicBezTo>
                  <a:cubicBezTo>
                    <a:pt x="217" y="96090"/>
                    <a:pt x="3682" y="96090"/>
                    <a:pt x="4424" y="96090"/>
                  </a:cubicBezTo>
                  <a:cubicBezTo>
                    <a:pt x="7889" y="96090"/>
                    <a:pt x="8136" y="94853"/>
                    <a:pt x="8879" y="92133"/>
                  </a:cubicBezTo>
                  <a:cubicBezTo>
                    <a:pt x="15313" y="70862"/>
                    <a:pt x="26202" y="61958"/>
                    <a:pt x="35359" y="61958"/>
                  </a:cubicBezTo>
                  <a:cubicBezTo>
                    <a:pt x="39318" y="61958"/>
                    <a:pt x="41546" y="63937"/>
                    <a:pt x="41546" y="70615"/>
                  </a:cubicBezTo>
                  <a:cubicBezTo>
                    <a:pt x="41546" y="76304"/>
                    <a:pt x="40061" y="80014"/>
                    <a:pt x="33874" y="95348"/>
                  </a:cubicBezTo>
                  <a:lnTo>
                    <a:pt x="18283" y="135168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DFAC2950-8A8B-641E-6616-B5E24ECDA1FC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511338" y="7035653"/>
              <a:ext cx="216012" cy="14133"/>
            </a:xfrm>
            <a:custGeom>
              <a:avLst/>
              <a:gdLst>
                <a:gd name="connsiteX0" fmla="*/ 203863 w 216012"/>
                <a:gd name="connsiteY0" fmla="*/ 14257 h 14133"/>
                <a:gd name="connsiteX1" fmla="*/ 216237 w 216012"/>
                <a:gd name="connsiteY1" fmla="*/ 7190 h 14133"/>
                <a:gd name="connsiteX2" fmla="*/ 203863 w 216012"/>
                <a:gd name="connsiteY2" fmla="*/ 123 h 14133"/>
                <a:gd name="connsiteX3" fmla="*/ 12598 w 216012"/>
                <a:gd name="connsiteY3" fmla="*/ 123 h 14133"/>
                <a:gd name="connsiteX4" fmla="*/ 224 w 216012"/>
                <a:gd name="connsiteY4" fmla="*/ 7190 h 14133"/>
                <a:gd name="connsiteX5" fmla="*/ 12598 w 216012"/>
                <a:gd name="connsiteY5" fmla="*/ 14257 h 14133"/>
                <a:gd name="connsiteX6" fmla="*/ 203863 w 216012"/>
                <a:gd name="connsiteY6" fmla="*/ 14257 h 1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12" h="14133">
                  <a:moveTo>
                    <a:pt x="203863" y="14257"/>
                  </a:moveTo>
                  <a:cubicBezTo>
                    <a:pt x="209873" y="14257"/>
                    <a:pt x="216237" y="14257"/>
                    <a:pt x="216237" y="7190"/>
                  </a:cubicBezTo>
                  <a:cubicBezTo>
                    <a:pt x="216237" y="123"/>
                    <a:pt x="209873" y="123"/>
                    <a:pt x="203863" y="123"/>
                  </a:cubicBezTo>
                  <a:lnTo>
                    <a:pt x="12598" y="123"/>
                  </a:lnTo>
                  <a:cubicBezTo>
                    <a:pt x="6588" y="123"/>
                    <a:pt x="224" y="123"/>
                    <a:pt x="224" y="7190"/>
                  </a:cubicBezTo>
                  <a:cubicBezTo>
                    <a:pt x="224" y="14257"/>
                    <a:pt x="6588" y="14257"/>
                    <a:pt x="12598" y="14257"/>
                  </a:cubicBezTo>
                  <a:lnTo>
                    <a:pt x="203863" y="14257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64B7B196-E2B3-954E-92CA-655564120E4F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0845785" y="6974880"/>
              <a:ext cx="162981" cy="228604"/>
            </a:xfrm>
            <a:custGeom>
              <a:avLst/>
              <a:gdLst>
                <a:gd name="connsiteX0" fmla="*/ 161802 w 162981"/>
                <a:gd name="connsiteY0" fmla="*/ 21676 h 228604"/>
                <a:gd name="connsiteX1" fmla="*/ 163216 w 162981"/>
                <a:gd name="connsiteY1" fmla="*/ 13550 h 228604"/>
                <a:gd name="connsiteX2" fmla="*/ 152963 w 162981"/>
                <a:gd name="connsiteY2" fmla="*/ 4010 h 228604"/>
                <a:gd name="connsiteX3" fmla="*/ 140589 w 162981"/>
                <a:gd name="connsiteY3" fmla="*/ 11430 h 228604"/>
                <a:gd name="connsiteX4" fmla="*/ 135640 w 162981"/>
                <a:gd name="connsiteY4" fmla="*/ 30510 h 228604"/>
                <a:gd name="connsiteX5" fmla="*/ 128569 w 162981"/>
                <a:gd name="connsiteY5" fmla="*/ 58776 h 228604"/>
                <a:gd name="connsiteX6" fmla="*/ 112660 w 162981"/>
                <a:gd name="connsiteY6" fmla="*/ 122375 h 228604"/>
                <a:gd name="connsiteX7" fmla="*/ 72710 w 162981"/>
                <a:gd name="connsiteY7" fmla="*/ 152408 h 228604"/>
                <a:gd name="connsiteX8" fmla="*/ 50790 w 162981"/>
                <a:gd name="connsiteY8" fmla="*/ 123789 h 228604"/>
                <a:gd name="connsiteX9" fmla="*/ 68821 w 162981"/>
                <a:gd name="connsiteY9" fmla="*/ 54536 h 228604"/>
                <a:gd name="connsiteX10" fmla="*/ 75892 w 162981"/>
                <a:gd name="connsiteY10" fmla="*/ 29096 h 228604"/>
                <a:gd name="connsiteX11" fmla="*/ 46901 w 162981"/>
                <a:gd name="connsiteY11" fmla="*/ 123 h 228604"/>
                <a:gd name="connsiteX12" fmla="*/ 234 w 162981"/>
                <a:gd name="connsiteY12" fmla="*/ 54536 h 228604"/>
                <a:gd name="connsiteX13" fmla="*/ 4477 w 162981"/>
                <a:gd name="connsiteY13" fmla="*/ 58069 h 228604"/>
                <a:gd name="connsiteX14" fmla="*/ 10133 w 162981"/>
                <a:gd name="connsiteY14" fmla="*/ 51709 h 228604"/>
                <a:gd name="connsiteX15" fmla="*/ 45841 w 162981"/>
                <a:gd name="connsiteY15" fmla="*/ 7897 h 228604"/>
                <a:gd name="connsiteX16" fmla="*/ 54679 w 162981"/>
                <a:gd name="connsiteY16" fmla="*/ 19203 h 228604"/>
                <a:gd name="connsiteX17" fmla="*/ 48669 w 162981"/>
                <a:gd name="connsiteY17" fmla="*/ 43936 h 228604"/>
                <a:gd name="connsiteX18" fmla="*/ 28164 w 162981"/>
                <a:gd name="connsiteY18" fmla="*/ 118135 h 228604"/>
                <a:gd name="connsiteX19" fmla="*/ 71296 w 162981"/>
                <a:gd name="connsiteY19" fmla="*/ 160182 h 228604"/>
                <a:gd name="connsiteX20" fmla="*/ 107003 w 162981"/>
                <a:gd name="connsiteY20" fmla="*/ 144282 h 228604"/>
                <a:gd name="connsiteX21" fmla="*/ 84023 w 162981"/>
                <a:gd name="connsiteY21" fmla="*/ 198694 h 228604"/>
                <a:gd name="connsiteX22" fmla="*/ 45134 w 162981"/>
                <a:gd name="connsiteY22" fmla="*/ 220954 h 228604"/>
                <a:gd name="connsiteX23" fmla="*/ 18265 w 162981"/>
                <a:gd name="connsiteY23" fmla="*/ 206114 h 228604"/>
                <a:gd name="connsiteX24" fmla="*/ 33467 w 162981"/>
                <a:gd name="connsiteY24" fmla="*/ 201874 h 228604"/>
                <a:gd name="connsiteX25" fmla="*/ 40538 w 162981"/>
                <a:gd name="connsiteY25" fmla="*/ 187388 h 228604"/>
                <a:gd name="connsiteX26" fmla="*/ 27457 w 162981"/>
                <a:gd name="connsiteY26" fmla="*/ 175021 h 228604"/>
                <a:gd name="connsiteX27" fmla="*/ 7658 w 162981"/>
                <a:gd name="connsiteY27" fmla="*/ 197988 h 228604"/>
                <a:gd name="connsiteX28" fmla="*/ 45134 w 162981"/>
                <a:gd name="connsiteY28" fmla="*/ 228727 h 228604"/>
                <a:gd name="connsiteX29" fmla="*/ 127862 w 162981"/>
                <a:gd name="connsiteY29" fmla="*/ 156648 h 228604"/>
                <a:gd name="connsiteX30" fmla="*/ 161802 w 162981"/>
                <a:gd name="connsiteY30" fmla="*/ 21676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2981" h="228604">
                  <a:moveTo>
                    <a:pt x="161802" y="21676"/>
                  </a:moveTo>
                  <a:cubicBezTo>
                    <a:pt x="163216" y="16730"/>
                    <a:pt x="163216" y="16023"/>
                    <a:pt x="163216" y="13550"/>
                  </a:cubicBezTo>
                  <a:cubicBezTo>
                    <a:pt x="163216" y="7190"/>
                    <a:pt x="158266" y="4010"/>
                    <a:pt x="152963" y="4010"/>
                  </a:cubicBezTo>
                  <a:cubicBezTo>
                    <a:pt x="149428" y="4010"/>
                    <a:pt x="143771" y="6130"/>
                    <a:pt x="140589" y="11430"/>
                  </a:cubicBezTo>
                  <a:cubicBezTo>
                    <a:pt x="139882" y="13197"/>
                    <a:pt x="137054" y="24150"/>
                    <a:pt x="135640" y="30510"/>
                  </a:cubicBezTo>
                  <a:cubicBezTo>
                    <a:pt x="133165" y="39696"/>
                    <a:pt x="130690" y="49236"/>
                    <a:pt x="128569" y="58776"/>
                  </a:cubicBezTo>
                  <a:lnTo>
                    <a:pt x="112660" y="122375"/>
                  </a:lnTo>
                  <a:cubicBezTo>
                    <a:pt x="111246" y="127675"/>
                    <a:pt x="96043" y="152408"/>
                    <a:pt x="72710" y="152408"/>
                  </a:cubicBezTo>
                  <a:cubicBezTo>
                    <a:pt x="54679" y="152408"/>
                    <a:pt x="50790" y="136862"/>
                    <a:pt x="50790" y="123789"/>
                  </a:cubicBezTo>
                  <a:cubicBezTo>
                    <a:pt x="50790" y="107535"/>
                    <a:pt x="56800" y="85629"/>
                    <a:pt x="68821" y="54536"/>
                  </a:cubicBezTo>
                  <a:cubicBezTo>
                    <a:pt x="74477" y="40050"/>
                    <a:pt x="75892" y="36163"/>
                    <a:pt x="75892" y="29096"/>
                  </a:cubicBezTo>
                  <a:cubicBezTo>
                    <a:pt x="75892" y="13197"/>
                    <a:pt x="64578" y="123"/>
                    <a:pt x="46901" y="123"/>
                  </a:cubicBezTo>
                  <a:cubicBezTo>
                    <a:pt x="13315" y="123"/>
                    <a:pt x="234" y="51356"/>
                    <a:pt x="234" y="54536"/>
                  </a:cubicBezTo>
                  <a:cubicBezTo>
                    <a:pt x="234" y="58069"/>
                    <a:pt x="3770" y="58069"/>
                    <a:pt x="4477" y="58069"/>
                  </a:cubicBezTo>
                  <a:cubicBezTo>
                    <a:pt x="8012" y="58069"/>
                    <a:pt x="8366" y="57363"/>
                    <a:pt x="10133" y="51709"/>
                  </a:cubicBezTo>
                  <a:cubicBezTo>
                    <a:pt x="19679" y="18496"/>
                    <a:pt x="33820" y="7897"/>
                    <a:pt x="45841" y="7897"/>
                  </a:cubicBezTo>
                  <a:cubicBezTo>
                    <a:pt x="48669" y="7897"/>
                    <a:pt x="54679" y="7897"/>
                    <a:pt x="54679" y="19203"/>
                  </a:cubicBezTo>
                  <a:cubicBezTo>
                    <a:pt x="54679" y="28036"/>
                    <a:pt x="51144" y="37223"/>
                    <a:pt x="48669" y="43936"/>
                  </a:cubicBezTo>
                  <a:cubicBezTo>
                    <a:pt x="34527" y="81389"/>
                    <a:pt x="28164" y="101529"/>
                    <a:pt x="28164" y="118135"/>
                  </a:cubicBezTo>
                  <a:cubicBezTo>
                    <a:pt x="28164" y="149582"/>
                    <a:pt x="50437" y="160182"/>
                    <a:pt x="71296" y="160182"/>
                  </a:cubicBezTo>
                  <a:cubicBezTo>
                    <a:pt x="85084" y="160182"/>
                    <a:pt x="97104" y="154175"/>
                    <a:pt x="107003" y="144282"/>
                  </a:cubicBezTo>
                  <a:cubicBezTo>
                    <a:pt x="102407" y="162655"/>
                    <a:pt x="98165" y="179968"/>
                    <a:pt x="84023" y="198694"/>
                  </a:cubicBezTo>
                  <a:cubicBezTo>
                    <a:pt x="74831" y="210708"/>
                    <a:pt x="61396" y="220954"/>
                    <a:pt x="45134" y="220954"/>
                  </a:cubicBezTo>
                  <a:cubicBezTo>
                    <a:pt x="40184" y="220954"/>
                    <a:pt x="24275" y="219894"/>
                    <a:pt x="18265" y="206114"/>
                  </a:cubicBezTo>
                  <a:cubicBezTo>
                    <a:pt x="23921" y="206114"/>
                    <a:pt x="28517" y="206114"/>
                    <a:pt x="33467" y="201874"/>
                  </a:cubicBezTo>
                  <a:cubicBezTo>
                    <a:pt x="37002" y="198694"/>
                    <a:pt x="40538" y="194101"/>
                    <a:pt x="40538" y="187388"/>
                  </a:cubicBezTo>
                  <a:cubicBezTo>
                    <a:pt x="40538" y="176435"/>
                    <a:pt x="30992" y="175021"/>
                    <a:pt x="27457" y="175021"/>
                  </a:cubicBezTo>
                  <a:cubicBezTo>
                    <a:pt x="19325" y="175021"/>
                    <a:pt x="7658" y="180675"/>
                    <a:pt x="7658" y="197988"/>
                  </a:cubicBezTo>
                  <a:cubicBezTo>
                    <a:pt x="7658" y="215654"/>
                    <a:pt x="23214" y="228727"/>
                    <a:pt x="45134" y="228727"/>
                  </a:cubicBezTo>
                  <a:cubicBezTo>
                    <a:pt x="81548" y="228727"/>
                    <a:pt x="117963" y="196574"/>
                    <a:pt x="127862" y="156648"/>
                  </a:cubicBezTo>
                  <a:lnTo>
                    <a:pt x="161802" y="21676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C25120CB-BE0E-0E63-6E98-648B3EB7B01F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1039617" y="6787137"/>
              <a:ext cx="131410" cy="224576"/>
            </a:xfrm>
            <a:custGeom>
              <a:avLst/>
              <a:gdLst>
                <a:gd name="connsiteX0" fmla="*/ 82897 w 131410"/>
                <a:gd name="connsiteY0" fmla="*/ 76544 h 224576"/>
                <a:gd name="connsiteX1" fmla="*/ 107150 w 131410"/>
                <a:gd name="connsiteY1" fmla="*/ 76544 h 224576"/>
                <a:gd name="connsiteX2" fmla="*/ 115317 w 131410"/>
                <a:gd name="connsiteY2" fmla="*/ 71102 h 224576"/>
                <a:gd name="connsiteX3" fmla="*/ 107645 w 131410"/>
                <a:gd name="connsiteY3" fmla="*/ 67640 h 224576"/>
                <a:gd name="connsiteX4" fmla="*/ 84629 w 131410"/>
                <a:gd name="connsiteY4" fmla="*/ 67640 h 224576"/>
                <a:gd name="connsiteX5" fmla="*/ 94281 w 131410"/>
                <a:gd name="connsiteY5" fmla="*/ 17679 h 224576"/>
                <a:gd name="connsiteX6" fmla="*/ 106902 w 131410"/>
                <a:gd name="connsiteY6" fmla="*/ 7044 h 224576"/>
                <a:gd name="connsiteX7" fmla="*/ 118534 w 131410"/>
                <a:gd name="connsiteY7" fmla="*/ 10012 h 224576"/>
                <a:gd name="connsiteX8" fmla="*/ 107645 w 131410"/>
                <a:gd name="connsiteY8" fmla="*/ 23615 h 224576"/>
                <a:gd name="connsiteX9" fmla="*/ 117544 w 131410"/>
                <a:gd name="connsiteY9" fmla="*/ 32766 h 224576"/>
                <a:gd name="connsiteX10" fmla="*/ 131650 w 131410"/>
                <a:gd name="connsiteY10" fmla="*/ 17679 h 224576"/>
                <a:gd name="connsiteX11" fmla="*/ 106902 w 131410"/>
                <a:gd name="connsiteY11" fmla="*/ 119 h 224576"/>
                <a:gd name="connsiteX12" fmla="*/ 77205 w 131410"/>
                <a:gd name="connsiteY12" fmla="*/ 18668 h 224576"/>
                <a:gd name="connsiteX13" fmla="*/ 65079 w 131410"/>
                <a:gd name="connsiteY13" fmla="*/ 67640 h 224576"/>
                <a:gd name="connsiteX14" fmla="*/ 45528 w 131410"/>
                <a:gd name="connsiteY14" fmla="*/ 67640 h 224576"/>
                <a:gd name="connsiteX15" fmla="*/ 37361 w 131410"/>
                <a:gd name="connsiteY15" fmla="*/ 73081 h 224576"/>
                <a:gd name="connsiteX16" fmla="*/ 45033 w 131410"/>
                <a:gd name="connsiteY16" fmla="*/ 76544 h 224576"/>
                <a:gd name="connsiteX17" fmla="*/ 63346 w 131410"/>
                <a:gd name="connsiteY17" fmla="*/ 76544 h 224576"/>
                <a:gd name="connsiteX18" fmla="*/ 41568 w 131410"/>
                <a:gd name="connsiteY18" fmla="*/ 193531 h 224576"/>
                <a:gd name="connsiteX19" fmla="*/ 24245 w 131410"/>
                <a:gd name="connsiteY19" fmla="*/ 217769 h 224576"/>
                <a:gd name="connsiteX20" fmla="*/ 13356 w 131410"/>
                <a:gd name="connsiteY20" fmla="*/ 214801 h 224576"/>
                <a:gd name="connsiteX21" fmla="*/ 24245 w 131410"/>
                <a:gd name="connsiteY21" fmla="*/ 201198 h 224576"/>
                <a:gd name="connsiteX22" fmla="*/ 14346 w 131410"/>
                <a:gd name="connsiteY22" fmla="*/ 192047 h 224576"/>
                <a:gd name="connsiteX23" fmla="*/ 239 w 131410"/>
                <a:gd name="connsiteY23" fmla="*/ 207134 h 224576"/>
                <a:gd name="connsiteX24" fmla="*/ 24245 w 131410"/>
                <a:gd name="connsiteY24" fmla="*/ 224695 h 224576"/>
                <a:gd name="connsiteX25" fmla="*/ 53942 w 131410"/>
                <a:gd name="connsiteY25" fmla="*/ 202930 h 224576"/>
                <a:gd name="connsiteX26" fmla="*/ 69038 w 131410"/>
                <a:gd name="connsiteY26" fmla="*/ 152969 h 224576"/>
                <a:gd name="connsiteX27" fmla="*/ 82897 w 131410"/>
                <a:gd name="connsiteY27" fmla="*/ 76544 h 224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1410" h="224576">
                  <a:moveTo>
                    <a:pt x="82897" y="76544"/>
                  </a:moveTo>
                  <a:lnTo>
                    <a:pt x="107150" y="76544"/>
                  </a:lnTo>
                  <a:cubicBezTo>
                    <a:pt x="112099" y="76544"/>
                    <a:pt x="115317" y="76544"/>
                    <a:pt x="115317" y="71102"/>
                  </a:cubicBezTo>
                  <a:cubicBezTo>
                    <a:pt x="115317" y="67640"/>
                    <a:pt x="112099" y="67640"/>
                    <a:pt x="107645" y="67640"/>
                  </a:cubicBezTo>
                  <a:lnTo>
                    <a:pt x="84629" y="67640"/>
                  </a:lnTo>
                  <a:cubicBezTo>
                    <a:pt x="90321" y="36229"/>
                    <a:pt x="92301" y="24852"/>
                    <a:pt x="94281" y="17679"/>
                  </a:cubicBezTo>
                  <a:cubicBezTo>
                    <a:pt x="95518" y="12238"/>
                    <a:pt x="100963" y="7044"/>
                    <a:pt x="106902" y="7044"/>
                  </a:cubicBezTo>
                  <a:cubicBezTo>
                    <a:pt x="107150" y="7044"/>
                    <a:pt x="113832" y="7044"/>
                    <a:pt x="118534" y="10012"/>
                  </a:cubicBezTo>
                  <a:cubicBezTo>
                    <a:pt x="108387" y="13227"/>
                    <a:pt x="107645" y="22131"/>
                    <a:pt x="107645" y="23615"/>
                  </a:cubicBezTo>
                  <a:cubicBezTo>
                    <a:pt x="107645" y="29056"/>
                    <a:pt x="111852" y="32766"/>
                    <a:pt x="117544" y="32766"/>
                  </a:cubicBezTo>
                  <a:cubicBezTo>
                    <a:pt x="124226" y="32766"/>
                    <a:pt x="131650" y="27078"/>
                    <a:pt x="131650" y="17679"/>
                  </a:cubicBezTo>
                  <a:cubicBezTo>
                    <a:pt x="131650" y="6302"/>
                    <a:pt x="119524" y="119"/>
                    <a:pt x="106902" y="119"/>
                  </a:cubicBezTo>
                  <a:cubicBezTo>
                    <a:pt x="96013" y="119"/>
                    <a:pt x="83887" y="6302"/>
                    <a:pt x="77205" y="18668"/>
                  </a:cubicBezTo>
                  <a:cubicBezTo>
                    <a:pt x="72255" y="27820"/>
                    <a:pt x="70276" y="38949"/>
                    <a:pt x="65079" y="67640"/>
                  </a:cubicBezTo>
                  <a:lnTo>
                    <a:pt x="45528" y="67640"/>
                  </a:lnTo>
                  <a:cubicBezTo>
                    <a:pt x="40578" y="67640"/>
                    <a:pt x="37361" y="67640"/>
                    <a:pt x="37361" y="73081"/>
                  </a:cubicBezTo>
                  <a:cubicBezTo>
                    <a:pt x="37361" y="76544"/>
                    <a:pt x="40578" y="76544"/>
                    <a:pt x="45033" y="76544"/>
                  </a:cubicBezTo>
                  <a:lnTo>
                    <a:pt x="63346" y="76544"/>
                  </a:lnTo>
                  <a:cubicBezTo>
                    <a:pt x="63099" y="78028"/>
                    <a:pt x="47508" y="167067"/>
                    <a:pt x="41568" y="193531"/>
                  </a:cubicBezTo>
                  <a:cubicBezTo>
                    <a:pt x="40331" y="198972"/>
                    <a:pt x="36124" y="217769"/>
                    <a:pt x="24245" y="217769"/>
                  </a:cubicBezTo>
                  <a:cubicBezTo>
                    <a:pt x="23997" y="217769"/>
                    <a:pt x="18058" y="217769"/>
                    <a:pt x="13356" y="214801"/>
                  </a:cubicBezTo>
                  <a:cubicBezTo>
                    <a:pt x="23502" y="211586"/>
                    <a:pt x="24245" y="202682"/>
                    <a:pt x="24245" y="201198"/>
                  </a:cubicBezTo>
                  <a:cubicBezTo>
                    <a:pt x="24245" y="195757"/>
                    <a:pt x="20038" y="192047"/>
                    <a:pt x="14346" y="192047"/>
                  </a:cubicBezTo>
                  <a:cubicBezTo>
                    <a:pt x="7664" y="192047"/>
                    <a:pt x="239" y="197736"/>
                    <a:pt x="239" y="207134"/>
                  </a:cubicBezTo>
                  <a:cubicBezTo>
                    <a:pt x="239" y="218264"/>
                    <a:pt x="11871" y="224695"/>
                    <a:pt x="24245" y="224695"/>
                  </a:cubicBezTo>
                  <a:cubicBezTo>
                    <a:pt x="40083" y="224695"/>
                    <a:pt x="50972" y="208371"/>
                    <a:pt x="53942" y="202930"/>
                  </a:cubicBezTo>
                  <a:cubicBezTo>
                    <a:pt x="62851" y="186358"/>
                    <a:pt x="68543" y="155937"/>
                    <a:pt x="69038" y="152969"/>
                  </a:cubicBezTo>
                  <a:lnTo>
                    <a:pt x="82897" y="76544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9367BCA2-EA7F-6DA8-DFF3-4DB6CB5E38D2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1020498" y="7065559"/>
              <a:ext cx="74985" cy="166453"/>
            </a:xfrm>
            <a:custGeom>
              <a:avLst/>
              <a:gdLst>
                <a:gd name="connsiteX0" fmla="*/ 68790 w 74985"/>
                <a:gd name="connsiteY0" fmla="*/ 9525 h 166453"/>
                <a:gd name="connsiteX1" fmla="*/ 58891 w 74985"/>
                <a:gd name="connsiteY1" fmla="*/ 126 h 166453"/>
                <a:gd name="connsiteX2" fmla="*/ 45032 w 74985"/>
                <a:gd name="connsiteY2" fmla="*/ 13729 h 166453"/>
                <a:gd name="connsiteX3" fmla="*/ 54932 w 74985"/>
                <a:gd name="connsiteY3" fmla="*/ 23128 h 166453"/>
                <a:gd name="connsiteX4" fmla="*/ 68790 w 74985"/>
                <a:gd name="connsiteY4" fmla="*/ 9525 h 166453"/>
                <a:gd name="connsiteX5" fmla="*/ 18305 w 74985"/>
                <a:gd name="connsiteY5" fmla="*/ 135169 h 166453"/>
                <a:gd name="connsiteX6" fmla="*/ 16078 w 74985"/>
                <a:gd name="connsiteY6" fmla="*/ 145556 h 166453"/>
                <a:gd name="connsiteX7" fmla="*/ 39588 w 74985"/>
                <a:gd name="connsiteY7" fmla="*/ 166580 h 166453"/>
                <a:gd name="connsiteX8" fmla="*/ 75225 w 74985"/>
                <a:gd name="connsiteY8" fmla="*/ 128738 h 166453"/>
                <a:gd name="connsiteX9" fmla="*/ 71265 w 74985"/>
                <a:gd name="connsiteY9" fmla="*/ 125523 h 166453"/>
                <a:gd name="connsiteX10" fmla="*/ 66563 w 74985"/>
                <a:gd name="connsiteY10" fmla="*/ 129727 h 166453"/>
                <a:gd name="connsiteX11" fmla="*/ 40330 w 74985"/>
                <a:gd name="connsiteY11" fmla="*/ 159654 h 166453"/>
                <a:gd name="connsiteX12" fmla="*/ 34143 w 74985"/>
                <a:gd name="connsiteY12" fmla="*/ 150998 h 166453"/>
                <a:gd name="connsiteX13" fmla="*/ 38103 w 74985"/>
                <a:gd name="connsiteY13" fmla="*/ 135169 h 166453"/>
                <a:gd name="connsiteX14" fmla="*/ 46022 w 74985"/>
                <a:gd name="connsiteY14" fmla="*/ 115382 h 166453"/>
                <a:gd name="connsiteX15" fmla="*/ 58149 w 74985"/>
                <a:gd name="connsiteY15" fmla="*/ 83971 h 166453"/>
                <a:gd name="connsiteX16" fmla="*/ 59634 w 74985"/>
                <a:gd name="connsiteY16" fmla="*/ 76057 h 166453"/>
                <a:gd name="connsiteX17" fmla="*/ 36123 w 74985"/>
                <a:gd name="connsiteY17" fmla="*/ 55033 h 166453"/>
                <a:gd name="connsiteX18" fmla="*/ 239 w 74985"/>
                <a:gd name="connsiteY18" fmla="*/ 92875 h 166453"/>
                <a:gd name="connsiteX19" fmla="*/ 4446 w 74985"/>
                <a:gd name="connsiteY19" fmla="*/ 96090 h 166453"/>
                <a:gd name="connsiteX20" fmla="*/ 8901 w 74985"/>
                <a:gd name="connsiteY20" fmla="*/ 92133 h 166453"/>
                <a:gd name="connsiteX21" fmla="*/ 35381 w 74985"/>
                <a:gd name="connsiteY21" fmla="*/ 61959 h 166453"/>
                <a:gd name="connsiteX22" fmla="*/ 41568 w 74985"/>
                <a:gd name="connsiteY22" fmla="*/ 70615 h 166453"/>
                <a:gd name="connsiteX23" fmla="*/ 33896 w 74985"/>
                <a:gd name="connsiteY23" fmla="*/ 95348 h 166453"/>
                <a:gd name="connsiteX24" fmla="*/ 18305 w 74985"/>
                <a:gd name="connsiteY24" fmla="*/ 135169 h 16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85" h="166453">
                  <a:moveTo>
                    <a:pt x="68790" y="9525"/>
                  </a:moveTo>
                  <a:cubicBezTo>
                    <a:pt x="68790" y="5567"/>
                    <a:pt x="65821" y="126"/>
                    <a:pt x="58891" y="126"/>
                  </a:cubicBezTo>
                  <a:cubicBezTo>
                    <a:pt x="52209" y="126"/>
                    <a:pt x="45032" y="6557"/>
                    <a:pt x="45032" y="13729"/>
                  </a:cubicBezTo>
                  <a:cubicBezTo>
                    <a:pt x="45032" y="17934"/>
                    <a:pt x="48250" y="23128"/>
                    <a:pt x="54932" y="23128"/>
                  </a:cubicBezTo>
                  <a:cubicBezTo>
                    <a:pt x="62108" y="23128"/>
                    <a:pt x="68790" y="16203"/>
                    <a:pt x="68790" y="9525"/>
                  </a:cubicBezTo>
                  <a:close/>
                  <a:moveTo>
                    <a:pt x="18305" y="135169"/>
                  </a:moveTo>
                  <a:cubicBezTo>
                    <a:pt x="17315" y="138384"/>
                    <a:pt x="16078" y="141352"/>
                    <a:pt x="16078" y="145556"/>
                  </a:cubicBezTo>
                  <a:cubicBezTo>
                    <a:pt x="16078" y="157181"/>
                    <a:pt x="25977" y="166580"/>
                    <a:pt x="39588" y="166580"/>
                  </a:cubicBezTo>
                  <a:cubicBezTo>
                    <a:pt x="64336" y="166580"/>
                    <a:pt x="75225" y="132448"/>
                    <a:pt x="75225" y="128738"/>
                  </a:cubicBezTo>
                  <a:cubicBezTo>
                    <a:pt x="75225" y="125523"/>
                    <a:pt x="72008" y="125523"/>
                    <a:pt x="71265" y="125523"/>
                  </a:cubicBezTo>
                  <a:cubicBezTo>
                    <a:pt x="67800" y="125523"/>
                    <a:pt x="67553" y="127007"/>
                    <a:pt x="66563" y="129727"/>
                  </a:cubicBezTo>
                  <a:cubicBezTo>
                    <a:pt x="60871" y="149514"/>
                    <a:pt x="49982" y="159654"/>
                    <a:pt x="40330" y="159654"/>
                  </a:cubicBezTo>
                  <a:cubicBezTo>
                    <a:pt x="35381" y="159654"/>
                    <a:pt x="34143" y="156439"/>
                    <a:pt x="34143" y="150998"/>
                  </a:cubicBezTo>
                  <a:cubicBezTo>
                    <a:pt x="34143" y="145309"/>
                    <a:pt x="35876" y="140610"/>
                    <a:pt x="38103" y="135169"/>
                  </a:cubicBezTo>
                  <a:cubicBezTo>
                    <a:pt x="40578" y="128491"/>
                    <a:pt x="43300" y="121813"/>
                    <a:pt x="46022" y="115382"/>
                  </a:cubicBezTo>
                  <a:cubicBezTo>
                    <a:pt x="48250" y="109446"/>
                    <a:pt x="57159" y="86939"/>
                    <a:pt x="58149" y="83971"/>
                  </a:cubicBezTo>
                  <a:cubicBezTo>
                    <a:pt x="58891" y="81498"/>
                    <a:pt x="59634" y="78530"/>
                    <a:pt x="59634" y="76057"/>
                  </a:cubicBezTo>
                  <a:cubicBezTo>
                    <a:pt x="59634" y="64432"/>
                    <a:pt x="49735" y="55033"/>
                    <a:pt x="36123" y="55033"/>
                  </a:cubicBezTo>
                  <a:cubicBezTo>
                    <a:pt x="11623" y="55033"/>
                    <a:pt x="239" y="88670"/>
                    <a:pt x="239" y="92875"/>
                  </a:cubicBezTo>
                  <a:cubicBezTo>
                    <a:pt x="239" y="96090"/>
                    <a:pt x="3704" y="96090"/>
                    <a:pt x="4446" y="96090"/>
                  </a:cubicBezTo>
                  <a:cubicBezTo>
                    <a:pt x="7911" y="96090"/>
                    <a:pt x="8158" y="94854"/>
                    <a:pt x="8901" y="92133"/>
                  </a:cubicBezTo>
                  <a:cubicBezTo>
                    <a:pt x="15335" y="70863"/>
                    <a:pt x="26224" y="61959"/>
                    <a:pt x="35381" y="61959"/>
                  </a:cubicBezTo>
                  <a:cubicBezTo>
                    <a:pt x="39340" y="61959"/>
                    <a:pt x="41568" y="63937"/>
                    <a:pt x="41568" y="70615"/>
                  </a:cubicBezTo>
                  <a:cubicBezTo>
                    <a:pt x="41568" y="76304"/>
                    <a:pt x="40083" y="80014"/>
                    <a:pt x="33896" y="95348"/>
                  </a:cubicBezTo>
                  <a:lnTo>
                    <a:pt x="18305" y="135169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AFC913F2-4ADC-0EFF-0914-FA4597374C61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1224981" y="6866055"/>
              <a:ext cx="82021" cy="353329"/>
            </a:xfrm>
            <a:custGeom>
              <a:avLst/>
              <a:gdLst>
                <a:gd name="connsiteX0" fmla="*/ 82266 w 82021"/>
                <a:gd name="connsiteY0" fmla="*/ 176788 h 353329"/>
                <a:gd name="connsiteX1" fmla="*/ 58932 w 82021"/>
                <a:gd name="connsiteY1" fmla="*/ 66549 h 353329"/>
                <a:gd name="connsiteX2" fmla="*/ 3780 w 82021"/>
                <a:gd name="connsiteY2" fmla="*/ 123 h 353329"/>
                <a:gd name="connsiteX3" fmla="*/ 245 w 82021"/>
                <a:gd name="connsiteY3" fmla="*/ 3657 h 353329"/>
                <a:gd name="connsiteX4" fmla="*/ 6962 w 82021"/>
                <a:gd name="connsiteY4" fmla="*/ 11783 h 353329"/>
                <a:gd name="connsiteX5" fmla="*/ 61760 w 82021"/>
                <a:gd name="connsiteY5" fmla="*/ 176788 h 353329"/>
                <a:gd name="connsiteX6" fmla="*/ 4841 w 82021"/>
                <a:gd name="connsiteY6" fmla="*/ 343913 h 353329"/>
                <a:gd name="connsiteX7" fmla="*/ 245 w 82021"/>
                <a:gd name="connsiteY7" fmla="*/ 349919 h 353329"/>
                <a:gd name="connsiteX8" fmla="*/ 3780 w 82021"/>
                <a:gd name="connsiteY8" fmla="*/ 353453 h 353329"/>
                <a:gd name="connsiteX9" fmla="*/ 59993 w 82021"/>
                <a:gd name="connsiteY9" fmla="*/ 284553 h 353329"/>
                <a:gd name="connsiteX10" fmla="*/ 82266 w 82021"/>
                <a:gd name="connsiteY10" fmla="*/ 176788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21" h="353329">
                  <a:moveTo>
                    <a:pt x="82266" y="176788"/>
                  </a:moveTo>
                  <a:cubicBezTo>
                    <a:pt x="82266" y="149228"/>
                    <a:pt x="78377" y="106475"/>
                    <a:pt x="58932" y="66549"/>
                  </a:cubicBezTo>
                  <a:cubicBezTo>
                    <a:pt x="37720" y="23090"/>
                    <a:pt x="7315" y="123"/>
                    <a:pt x="3780" y="123"/>
                  </a:cubicBezTo>
                  <a:cubicBezTo>
                    <a:pt x="1659" y="123"/>
                    <a:pt x="245" y="1537"/>
                    <a:pt x="245" y="3657"/>
                  </a:cubicBezTo>
                  <a:cubicBezTo>
                    <a:pt x="245" y="4717"/>
                    <a:pt x="245" y="5423"/>
                    <a:pt x="6962" y="11783"/>
                  </a:cubicBezTo>
                  <a:cubicBezTo>
                    <a:pt x="41609" y="46763"/>
                    <a:pt x="61760" y="102942"/>
                    <a:pt x="61760" y="176788"/>
                  </a:cubicBezTo>
                  <a:cubicBezTo>
                    <a:pt x="61760" y="237207"/>
                    <a:pt x="48679" y="299393"/>
                    <a:pt x="4841" y="343913"/>
                  </a:cubicBezTo>
                  <a:cubicBezTo>
                    <a:pt x="245" y="348153"/>
                    <a:pt x="245" y="348859"/>
                    <a:pt x="245" y="349919"/>
                  </a:cubicBezTo>
                  <a:cubicBezTo>
                    <a:pt x="245" y="352039"/>
                    <a:pt x="1659" y="353453"/>
                    <a:pt x="3780" y="353453"/>
                  </a:cubicBezTo>
                  <a:cubicBezTo>
                    <a:pt x="7315" y="353453"/>
                    <a:pt x="39134" y="329426"/>
                    <a:pt x="59993" y="284553"/>
                  </a:cubicBezTo>
                  <a:cubicBezTo>
                    <a:pt x="78023" y="245687"/>
                    <a:pt x="82266" y="206468"/>
                    <a:pt x="82266" y="176788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2095C291-2A32-54E1-3FDB-C1EC28CC6C87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1357908" y="6820937"/>
              <a:ext cx="109385" cy="164227"/>
            </a:xfrm>
            <a:custGeom>
              <a:avLst/>
              <a:gdLst>
                <a:gd name="connsiteX0" fmla="*/ 109634 w 109385"/>
                <a:gd name="connsiteY0" fmla="*/ 119333 h 164227"/>
                <a:gd name="connsiteX1" fmla="*/ 101219 w 109385"/>
                <a:gd name="connsiteY1" fmla="*/ 119333 h 164227"/>
                <a:gd name="connsiteX2" fmla="*/ 94785 w 109385"/>
                <a:gd name="connsiteY2" fmla="*/ 141840 h 164227"/>
                <a:gd name="connsiteX3" fmla="*/ 70285 w 109385"/>
                <a:gd name="connsiteY3" fmla="*/ 143324 h 164227"/>
                <a:gd name="connsiteX4" fmla="*/ 24749 w 109385"/>
                <a:gd name="connsiteY4" fmla="*/ 143324 h 164227"/>
                <a:gd name="connsiteX5" fmla="*/ 74244 w 109385"/>
                <a:gd name="connsiteY5" fmla="*/ 101772 h 164227"/>
                <a:gd name="connsiteX6" fmla="*/ 109634 w 109385"/>
                <a:gd name="connsiteY6" fmla="*/ 48349 h 164227"/>
                <a:gd name="connsiteX7" fmla="*/ 51724 w 109385"/>
                <a:gd name="connsiteY7" fmla="*/ 119 h 164227"/>
                <a:gd name="connsiteX8" fmla="*/ 248 w 109385"/>
                <a:gd name="connsiteY8" fmla="*/ 44391 h 164227"/>
                <a:gd name="connsiteX9" fmla="*/ 13365 w 109385"/>
                <a:gd name="connsiteY9" fmla="*/ 58242 h 164227"/>
                <a:gd name="connsiteX10" fmla="*/ 26481 w 109385"/>
                <a:gd name="connsiteY10" fmla="*/ 45133 h 164227"/>
                <a:gd name="connsiteX11" fmla="*/ 11880 w 109385"/>
                <a:gd name="connsiteY11" fmla="*/ 32025 h 164227"/>
                <a:gd name="connsiteX12" fmla="*/ 48012 w 109385"/>
                <a:gd name="connsiteY12" fmla="*/ 9023 h 164227"/>
                <a:gd name="connsiteX13" fmla="*/ 85628 w 109385"/>
                <a:gd name="connsiteY13" fmla="*/ 48349 h 164227"/>
                <a:gd name="connsiteX14" fmla="*/ 62365 w 109385"/>
                <a:gd name="connsiteY14" fmla="*/ 95836 h 164227"/>
                <a:gd name="connsiteX15" fmla="*/ 2723 w 109385"/>
                <a:gd name="connsiteY15" fmla="*/ 154701 h 164227"/>
                <a:gd name="connsiteX16" fmla="*/ 248 w 109385"/>
                <a:gd name="connsiteY16" fmla="*/ 164347 h 164227"/>
                <a:gd name="connsiteX17" fmla="*/ 102209 w 109385"/>
                <a:gd name="connsiteY17" fmla="*/ 164347 h 164227"/>
                <a:gd name="connsiteX18" fmla="*/ 109634 w 109385"/>
                <a:gd name="connsiteY18" fmla="*/ 119333 h 16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385" h="164227">
                  <a:moveTo>
                    <a:pt x="109634" y="119333"/>
                  </a:moveTo>
                  <a:lnTo>
                    <a:pt x="101219" y="119333"/>
                  </a:lnTo>
                  <a:cubicBezTo>
                    <a:pt x="100477" y="124774"/>
                    <a:pt x="98002" y="139366"/>
                    <a:pt x="94785" y="141840"/>
                  </a:cubicBezTo>
                  <a:cubicBezTo>
                    <a:pt x="92805" y="143324"/>
                    <a:pt x="73749" y="143324"/>
                    <a:pt x="70285" y="143324"/>
                  </a:cubicBezTo>
                  <a:lnTo>
                    <a:pt x="24749" y="143324"/>
                  </a:lnTo>
                  <a:cubicBezTo>
                    <a:pt x="50734" y="120322"/>
                    <a:pt x="59396" y="113397"/>
                    <a:pt x="74244" y="101772"/>
                  </a:cubicBezTo>
                  <a:cubicBezTo>
                    <a:pt x="92558" y="87180"/>
                    <a:pt x="109634" y="71845"/>
                    <a:pt x="109634" y="48349"/>
                  </a:cubicBezTo>
                  <a:cubicBezTo>
                    <a:pt x="109634" y="18422"/>
                    <a:pt x="83401" y="119"/>
                    <a:pt x="51724" y="119"/>
                  </a:cubicBezTo>
                  <a:cubicBezTo>
                    <a:pt x="21037" y="119"/>
                    <a:pt x="248" y="21637"/>
                    <a:pt x="248" y="44391"/>
                  </a:cubicBezTo>
                  <a:cubicBezTo>
                    <a:pt x="248" y="57005"/>
                    <a:pt x="10890" y="58242"/>
                    <a:pt x="13365" y="58242"/>
                  </a:cubicBezTo>
                  <a:cubicBezTo>
                    <a:pt x="19304" y="58242"/>
                    <a:pt x="26481" y="54037"/>
                    <a:pt x="26481" y="45133"/>
                  </a:cubicBezTo>
                  <a:cubicBezTo>
                    <a:pt x="26481" y="40681"/>
                    <a:pt x="24749" y="32025"/>
                    <a:pt x="11880" y="32025"/>
                  </a:cubicBezTo>
                  <a:cubicBezTo>
                    <a:pt x="19552" y="14464"/>
                    <a:pt x="36380" y="9023"/>
                    <a:pt x="48012" y="9023"/>
                  </a:cubicBezTo>
                  <a:cubicBezTo>
                    <a:pt x="72759" y="9023"/>
                    <a:pt x="85628" y="28315"/>
                    <a:pt x="85628" y="48349"/>
                  </a:cubicBezTo>
                  <a:cubicBezTo>
                    <a:pt x="85628" y="69866"/>
                    <a:pt x="70285" y="86932"/>
                    <a:pt x="62365" y="95836"/>
                  </a:cubicBezTo>
                  <a:lnTo>
                    <a:pt x="2723" y="154701"/>
                  </a:lnTo>
                  <a:cubicBezTo>
                    <a:pt x="248" y="156927"/>
                    <a:pt x="248" y="157421"/>
                    <a:pt x="248" y="164347"/>
                  </a:cubicBezTo>
                  <a:lnTo>
                    <a:pt x="102209" y="164347"/>
                  </a:lnTo>
                  <a:lnTo>
                    <a:pt x="109634" y="119333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4F1FE7A1-062E-AA29-A106-266F348AC83F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8676347" y="8066758"/>
              <a:ext cx="252427" cy="249097"/>
            </a:xfrm>
            <a:custGeom>
              <a:avLst/>
              <a:gdLst>
                <a:gd name="connsiteX0" fmla="*/ 118255 w 252427"/>
                <a:gd name="connsiteY0" fmla="*/ 24536 h 249097"/>
                <a:gd name="connsiteX1" fmla="*/ 128154 w 252427"/>
                <a:gd name="connsiteY1" fmla="*/ 11463 h 249097"/>
                <a:gd name="connsiteX2" fmla="*/ 149720 w 252427"/>
                <a:gd name="connsiteY2" fmla="*/ 11110 h 249097"/>
                <a:gd name="connsiteX3" fmla="*/ 214064 w 252427"/>
                <a:gd name="connsiteY3" fmla="*/ 46089 h 249097"/>
                <a:gd name="connsiteX4" fmla="*/ 194620 w 252427"/>
                <a:gd name="connsiteY4" fmla="*/ 96262 h 249097"/>
                <a:gd name="connsiteX5" fmla="*/ 134872 w 252427"/>
                <a:gd name="connsiteY5" fmla="*/ 116755 h 249097"/>
                <a:gd name="connsiteX6" fmla="*/ 95275 w 252427"/>
                <a:gd name="connsiteY6" fmla="*/ 116755 h 249097"/>
                <a:gd name="connsiteX7" fmla="*/ 118255 w 252427"/>
                <a:gd name="connsiteY7" fmla="*/ 24536 h 249097"/>
                <a:gd name="connsiteX8" fmla="*/ 169165 w 252427"/>
                <a:gd name="connsiteY8" fmla="*/ 121348 h 249097"/>
                <a:gd name="connsiteX9" fmla="*/ 246944 w 252427"/>
                <a:gd name="connsiteY9" fmla="*/ 53156 h 249097"/>
                <a:gd name="connsiteX10" fmla="*/ 168811 w 252427"/>
                <a:gd name="connsiteY10" fmla="*/ 157 h 249097"/>
                <a:gd name="connsiteX11" fmla="*/ 68052 w 252427"/>
                <a:gd name="connsiteY11" fmla="*/ 157 h 249097"/>
                <a:gd name="connsiteX12" fmla="*/ 57800 w 252427"/>
                <a:gd name="connsiteY12" fmla="*/ 7223 h 249097"/>
                <a:gd name="connsiteX13" fmla="*/ 67699 w 252427"/>
                <a:gd name="connsiteY13" fmla="*/ 11110 h 249097"/>
                <a:gd name="connsiteX14" fmla="*/ 81133 w 252427"/>
                <a:gd name="connsiteY14" fmla="*/ 11816 h 249097"/>
                <a:gd name="connsiteX15" fmla="*/ 90679 w 252427"/>
                <a:gd name="connsiteY15" fmla="*/ 17470 h 249097"/>
                <a:gd name="connsiteX16" fmla="*/ 89265 w 252427"/>
                <a:gd name="connsiteY16" fmla="*/ 24183 h 249097"/>
                <a:gd name="connsiteX17" fmla="*/ 41891 w 252427"/>
                <a:gd name="connsiteY17" fmla="*/ 213921 h 249097"/>
                <a:gd name="connsiteX18" fmla="*/ 9718 w 252427"/>
                <a:gd name="connsiteY18" fmla="*/ 230527 h 249097"/>
                <a:gd name="connsiteX19" fmla="*/ 173 w 252427"/>
                <a:gd name="connsiteY19" fmla="*/ 237594 h 249097"/>
                <a:gd name="connsiteX20" fmla="*/ 5122 w 252427"/>
                <a:gd name="connsiteY20" fmla="*/ 241480 h 249097"/>
                <a:gd name="connsiteX21" fmla="*/ 49668 w 252427"/>
                <a:gd name="connsiteY21" fmla="*/ 240420 h 249097"/>
                <a:gd name="connsiteX22" fmla="*/ 94568 w 252427"/>
                <a:gd name="connsiteY22" fmla="*/ 241480 h 249097"/>
                <a:gd name="connsiteX23" fmla="*/ 101639 w 252427"/>
                <a:gd name="connsiteY23" fmla="*/ 234414 h 249097"/>
                <a:gd name="connsiteX24" fmla="*/ 91740 w 252427"/>
                <a:gd name="connsiteY24" fmla="*/ 230527 h 249097"/>
                <a:gd name="connsiteX25" fmla="*/ 68760 w 252427"/>
                <a:gd name="connsiteY25" fmla="*/ 224167 h 249097"/>
                <a:gd name="connsiteX26" fmla="*/ 69820 w 252427"/>
                <a:gd name="connsiteY26" fmla="*/ 218161 h 249097"/>
                <a:gd name="connsiteX27" fmla="*/ 93154 w 252427"/>
                <a:gd name="connsiteY27" fmla="*/ 124528 h 249097"/>
                <a:gd name="connsiteX28" fmla="*/ 135225 w 252427"/>
                <a:gd name="connsiteY28" fmla="*/ 124528 h 249097"/>
                <a:gd name="connsiteX29" fmla="*/ 173761 w 252427"/>
                <a:gd name="connsiteY29" fmla="*/ 156681 h 249097"/>
                <a:gd name="connsiteX30" fmla="*/ 168811 w 252427"/>
                <a:gd name="connsiteY30" fmla="*/ 181061 h 249097"/>
                <a:gd name="connsiteX31" fmla="*/ 163155 w 252427"/>
                <a:gd name="connsiteY31" fmla="*/ 211094 h 249097"/>
                <a:gd name="connsiteX32" fmla="*/ 210175 w 252427"/>
                <a:gd name="connsiteY32" fmla="*/ 249254 h 249097"/>
                <a:gd name="connsiteX33" fmla="*/ 252600 w 252427"/>
                <a:gd name="connsiteY33" fmla="*/ 208621 h 249097"/>
                <a:gd name="connsiteX34" fmla="*/ 248358 w 252427"/>
                <a:gd name="connsiteY34" fmla="*/ 204381 h 249097"/>
                <a:gd name="connsiteX35" fmla="*/ 243762 w 252427"/>
                <a:gd name="connsiteY35" fmla="*/ 209327 h 249097"/>
                <a:gd name="connsiteX36" fmla="*/ 211590 w 252427"/>
                <a:gd name="connsiteY36" fmla="*/ 241480 h 249097"/>
                <a:gd name="connsiteX37" fmla="*/ 197448 w 252427"/>
                <a:gd name="connsiteY37" fmla="*/ 219927 h 249097"/>
                <a:gd name="connsiteX38" fmla="*/ 200983 w 252427"/>
                <a:gd name="connsiteY38" fmla="*/ 179648 h 249097"/>
                <a:gd name="connsiteX39" fmla="*/ 202398 w 252427"/>
                <a:gd name="connsiteY39" fmla="*/ 163041 h 249097"/>
                <a:gd name="connsiteX40" fmla="*/ 169165 w 252427"/>
                <a:gd name="connsiteY40" fmla="*/ 121348 h 249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52427" h="249097">
                  <a:moveTo>
                    <a:pt x="118255" y="24536"/>
                  </a:moveTo>
                  <a:cubicBezTo>
                    <a:pt x="120376" y="16056"/>
                    <a:pt x="121437" y="12523"/>
                    <a:pt x="128154" y="11463"/>
                  </a:cubicBezTo>
                  <a:cubicBezTo>
                    <a:pt x="131336" y="11110"/>
                    <a:pt x="142649" y="11110"/>
                    <a:pt x="149720" y="11110"/>
                  </a:cubicBezTo>
                  <a:cubicBezTo>
                    <a:pt x="174821" y="11110"/>
                    <a:pt x="214064" y="11110"/>
                    <a:pt x="214064" y="46089"/>
                  </a:cubicBezTo>
                  <a:cubicBezTo>
                    <a:pt x="214064" y="58103"/>
                    <a:pt x="208408" y="82482"/>
                    <a:pt x="194620" y="96262"/>
                  </a:cubicBezTo>
                  <a:cubicBezTo>
                    <a:pt x="185428" y="105449"/>
                    <a:pt x="166690" y="116755"/>
                    <a:pt x="134872" y="116755"/>
                  </a:cubicBezTo>
                  <a:lnTo>
                    <a:pt x="95275" y="116755"/>
                  </a:lnTo>
                  <a:lnTo>
                    <a:pt x="118255" y="24536"/>
                  </a:lnTo>
                  <a:close/>
                  <a:moveTo>
                    <a:pt x="169165" y="121348"/>
                  </a:moveTo>
                  <a:cubicBezTo>
                    <a:pt x="204872" y="113575"/>
                    <a:pt x="246944" y="88842"/>
                    <a:pt x="246944" y="53156"/>
                  </a:cubicBezTo>
                  <a:cubicBezTo>
                    <a:pt x="246944" y="22770"/>
                    <a:pt x="215125" y="157"/>
                    <a:pt x="168811" y="157"/>
                  </a:cubicBezTo>
                  <a:lnTo>
                    <a:pt x="68052" y="157"/>
                  </a:lnTo>
                  <a:cubicBezTo>
                    <a:pt x="60982" y="157"/>
                    <a:pt x="57800" y="157"/>
                    <a:pt x="57800" y="7223"/>
                  </a:cubicBezTo>
                  <a:cubicBezTo>
                    <a:pt x="57800" y="11110"/>
                    <a:pt x="60982" y="11110"/>
                    <a:pt x="67699" y="11110"/>
                  </a:cubicBezTo>
                  <a:cubicBezTo>
                    <a:pt x="68406" y="11110"/>
                    <a:pt x="75123" y="11110"/>
                    <a:pt x="81133" y="11816"/>
                  </a:cubicBezTo>
                  <a:cubicBezTo>
                    <a:pt x="87497" y="12523"/>
                    <a:pt x="90679" y="12876"/>
                    <a:pt x="90679" y="17470"/>
                  </a:cubicBezTo>
                  <a:cubicBezTo>
                    <a:pt x="90679" y="18883"/>
                    <a:pt x="90325" y="19943"/>
                    <a:pt x="89265" y="24183"/>
                  </a:cubicBezTo>
                  <a:lnTo>
                    <a:pt x="41891" y="213921"/>
                  </a:lnTo>
                  <a:cubicBezTo>
                    <a:pt x="38355" y="227701"/>
                    <a:pt x="37648" y="230527"/>
                    <a:pt x="9718" y="230527"/>
                  </a:cubicBezTo>
                  <a:cubicBezTo>
                    <a:pt x="3355" y="230527"/>
                    <a:pt x="173" y="230527"/>
                    <a:pt x="173" y="237594"/>
                  </a:cubicBezTo>
                  <a:cubicBezTo>
                    <a:pt x="173" y="241480"/>
                    <a:pt x="4415" y="241480"/>
                    <a:pt x="5122" y="241480"/>
                  </a:cubicBezTo>
                  <a:cubicBezTo>
                    <a:pt x="15022" y="241480"/>
                    <a:pt x="39769" y="240420"/>
                    <a:pt x="49668" y="240420"/>
                  </a:cubicBezTo>
                  <a:cubicBezTo>
                    <a:pt x="59568" y="240420"/>
                    <a:pt x="84669" y="241480"/>
                    <a:pt x="94568" y="241480"/>
                  </a:cubicBezTo>
                  <a:cubicBezTo>
                    <a:pt x="97396" y="241480"/>
                    <a:pt x="101639" y="241480"/>
                    <a:pt x="101639" y="234414"/>
                  </a:cubicBezTo>
                  <a:cubicBezTo>
                    <a:pt x="101639" y="230527"/>
                    <a:pt x="98457" y="230527"/>
                    <a:pt x="91740" y="230527"/>
                  </a:cubicBezTo>
                  <a:cubicBezTo>
                    <a:pt x="78659" y="230527"/>
                    <a:pt x="68760" y="230527"/>
                    <a:pt x="68760" y="224167"/>
                  </a:cubicBezTo>
                  <a:cubicBezTo>
                    <a:pt x="68760" y="222047"/>
                    <a:pt x="69467" y="220281"/>
                    <a:pt x="69820" y="218161"/>
                  </a:cubicBezTo>
                  <a:lnTo>
                    <a:pt x="93154" y="124528"/>
                  </a:lnTo>
                  <a:lnTo>
                    <a:pt x="135225" y="124528"/>
                  </a:lnTo>
                  <a:cubicBezTo>
                    <a:pt x="167397" y="124528"/>
                    <a:pt x="173761" y="144315"/>
                    <a:pt x="173761" y="156681"/>
                  </a:cubicBezTo>
                  <a:cubicBezTo>
                    <a:pt x="173761" y="161981"/>
                    <a:pt x="170933" y="172935"/>
                    <a:pt x="168811" y="181061"/>
                  </a:cubicBezTo>
                  <a:cubicBezTo>
                    <a:pt x="166337" y="190954"/>
                    <a:pt x="163155" y="204028"/>
                    <a:pt x="163155" y="211094"/>
                  </a:cubicBezTo>
                  <a:cubicBezTo>
                    <a:pt x="163155" y="249254"/>
                    <a:pt x="205579" y="249254"/>
                    <a:pt x="210175" y="249254"/>
                  </a:cubicBezTo>
                  <a:cubicBezTo>
                    <a:pt x="240226" y="249254"/>
                    <a:pt x="252600" y="213567"/>
                    <a:pt x="252600" y="208621"/>
                  </a:cubicBezTo>
                  <a:cubicBezTo>
                    <a:pt x="252600" y="204381"/>
                    <a:pt x="248711" y="204381"/>
                    <a:pt x="248358" y="204381"/>
                  </a:cubicBezTo>
                  <a:cubicBezTo>
                    <a:pt x="245176" y="204381"/>
                    <a:pt x="244469" y="206854"/>
                    <a:pt x="243762" y="209327"/>
                  </a:cubicBezTo>
                  <a:cubicBezTo>
                    <a:pt x="234923" y="235474"/>
                    <a:pt x="219721" y="241480"/>
                    <a:pt x="211590" y="241480"/>
                  </a:cubicBezTo>
                  <a:cubicBezTo>
                    <a:pt x="199923" y="241480"/>
                    <a:pt x="197448" y="233707"/>
                    <a:pt x="197448" y="219927"/>
                  </a:cubicBezTo>
                  <a:cubicBezTo>
                    <a:pt x="197448" y="208974"/>
                    <a:pt x="199569" y="190954"/>
                    <a:pt x="200983" y="179648"/>
                  </a:cubicBezTo>
                  <a:cubicBezTo>
                    <a:pt x="201690" y="174701"/>
                    <a:pt x="202398" y="167988"/>
                    <a:pt x="202398" y="163041"/>
                  </a:cubicBezTo>
                  <a:cubicBezTo>
                    <a:pt x="202398" y="135835"/>
                    <a:pt x="178710" y="124882"/>
                    <a:pt x="169165" y="121348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6937D7B-67AE-D487-1D0A-FB2229E076C2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9051023" y="8178410"/>
              <a:ext cx="235103" cy="82679"/>
            </a:xfrm>
            <a:custGeom>
              <a:avLst/>
              <a:gdLst>
                <a:gd name="connsiteX0" fmla="*/ 223267 w 235103"/>
                <a:gd name="connsiteY0" fmla="*/ 14290 h 82679"/>
                <a:gd name="connsiteX1" fmla="*/ 235287 w 235103"/>
                <a:gd name="connsiteY1" fmla="*/ 7223 h 82679"/>
                <a:gd name="connsiteX2" fmla="*/ 223620 w 235103"/>
                <a:gd name="connsiteY2" fmla="*/ 157 h 82679"/>
                <a:gd name="connsiteX3" fmla="*/ 11850 w 235103"/>
                <a:gd name="connsiteY3" fmla="*/ 157 h 82679"/>
                <a:gd name="connsiteX4" fmla="*/ 183 w 235103"/>
                <a:gd name="connsiteY4" fmla="*/ 7223 h 82679"/>
                <a:gd name="connsiteX5" fmla="*/ 12204 w 235103"/>
                <a:gd name="connsiteY5" fmla="*/ 14290 h 82679"/>
                <a:gd name="connsiteX6" fmla="*/ 223267 w 235103"/>
                <a:gd name="connsiteY6" fmla="*/ 14290 h 82679"/>
                <a:gd name="connsiteX7" fmla="*/ 223620 w 235103"/>
                <a:gd name="connsiteY7" fmla="*/ 82836 h 82679"/>
                <a:gd name="connsiteX8" fmla="*/ 235287 w 235103"/>
                <a:gd name="connsiteY8" fmla="*/ 75769 h 82679"/>
                <a:gd name="connsiteX9" fmla="*/ 223267 w 235103"/>
                <a:gd name="connsiteY9" fmla="*/ 68702 h 82679"/>
                <a:gd name="connsiteX10" fmla="*/ 12204 w 235103"/>
                <a:gd name="connsiteY10" fmla="*/ 68702 h 82679"/>
                <a:gd name="connsiteX11" fmla="*/ 183 w 235103"/>
                <a:gd name="connsiteY11" fmla="*/ 75769 h 82679"/>
                <a:gd name="connsiteX12" fmla="*/ 11850 w 235103"/>
                <a:gd name="connsiteY12" fmla="*/ 82836 h 82679"/>
                <a:gd name="connsiteX13" fmla="*/ 223620 w 235103"/>
                <a:gd name="connsiteY13" fmla="*/ 82836 h 82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103" h="82679">
                  <a:moveTo>
                    <a:pt x="223267" y="14290"/>
                  </a:moveTo>
                  <a:cubicBezTo>
                    <a:pt x="228570" y="14290"/>
                    <a:pt x="235287" y="14290"/>
                    <a:pt x="235287" y="7223"/>
                  </a:cubicBezTo>
                  <a:cubicBezTo>
                    <a:pt x="235287" y="157"/>
                    <a:pt x="228570" y="157"/>
                    <a:pt x="223620" y="157"/>
                  </a:cubicBezTo>
                  <a:lnTo>
                    <a:pt x="11850" y="157"/>
                  </a:lnTo>
                  <a:cubicBezTo>
                    <a:pt x="6901" y="157"/>
                    <a:pt x="183" y="157"/>
                    <a:pt x="183" y="7223"/>
                  </a:cubicBezTo>
                  <a:cubicBezTo>
                    <a:pt x="183" y="14290"/>
                    <a:pt x="6901" y="14290"/>
                    <a:pt x="12204" y="14290"/>
                  </a:cubicBezTo>
                  <a:lnTo>
                    <a:pt x="223267" y="14290"/>
                  </a:lnTo>
                  <a:close/>
                  <a:moveTo>
                    <a:pt x="223620" y="82836"/>
                  </a:moveTo>
                  <a:cubicBezTo>
                    <a:pt x="228570" y="82836"/>
                    <a:pt x="235287" y="82836"/>
                    <a:pt x="235287" y="75769"/>
                  </a:cubicBezTo>
                  <a:cubicBezTo>
                    <a:pt x="235287" y="68702"/>
                    <a:pt x="228570" y="68702"/>
                    <a:pt x="223267" y="68702"/>
                  </a:cubicBezTo>
                  <a:lnTo>
                    <a:pt x="12204" y="68702"/>
                  </a:lnTo>
                  <a:cubicBezTo>
                    <a:pt x="6901" y="68702"/>
                    <a:pt x="183" y="68702"/>
                    <a:pt x="183" y="75769"/>
                  </a:cubicBezTo>
                  <a:cubicBezTo>
                    <a:pt x="183" y="82836"/>
                    <a:pt x="6901" y="82836"/>
                    <a:pt x="11850" y="82836"/>
                  </a:cubicBezTo>
                  <a:lnTo>
                    <a:pt x="223620" y="82836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8C03874D-994A-D5AF-A1C8-8C2D41441D95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9583988" y="7757346"/>
              <a:ext cx="151208" cy="111546"/>
            </a:xfrm>
            <a:custGeom>
              <a:avLst/>
              <a:gdLst>
                <a:gd name="connsiteX0" fmla="*/ 18759 w 151208"/>
                <a:gd name="connsiteY0" fmla="*/ 93635 h 111546"/>
                <a:gd name="connsiteX1" fmla="*/ 16285 w 151208"/>
                <a:gd name="connsiteY1" fmla="*/ 103776 h 111546"/>
                <a:gd name="connsiteX2" fmla="*/ 24699 w 151208"/>
                <a:gd name="connsiteY2" fmla="*/ 111690 h 111546"/>
                <a:gd name="connsiteX3" fmla="*/ 34350 w 151208"/>
                <a:gd name="connsiteY3" fmla="*/ 106249 h 111546"/>
                <a:gd name="connsiteX4" fmla="*/ 38805 w 151208"/>
                <a:gd name="connsiteY4" fmla="*/ 90914 h 111546"/>
                <a:gd name="connsiteX5" fmla="*/ 44250 w 151208"/>
                <a:gd name="connsiteY5" fmla="*/ 68655 h 111546"/>
                <a:gd name="connsiteX6" fmla="*/ 48457 w 151208"/>
                <a:gd name="connsiteY6" fmla="*/ 52084 h 111546"/>
                <a:gd name="connsiteX7" fmla="*/ 58851 w 151208"/>
                <a:gd name="connsiteY7" fmla="*/ 29824 h 111546"/>
                <a:gd name="connsiteX8" fmla="*/ 95972 w 151208"/>
                <a:gd name="connsiteY8" fmla="*/ 7069 h 111546"/>
                <a:gd name="connsiteX9" fmla="*/ 110574 w 151208"/>
                <a:gd name="connsiteY9" fmla="*/ 24382 h 111546"/>
                <a:gd name="connsiteX10" fmla="*/ 95972 w 151208"/>
                <a:gd name="connsiteY10" fmla="*/ 77064 h 111546"/>
                <a:gd name="connsiteX11" fmla="*/ 92260 w 151208"/>
                <a:gd name="connsiteY11" fmla="*/ 90420 h 111546"/>
                <a:gd name="connsiteX12" fmla="*/ 115771 w 151208"/>
                <a:gd name="connsiteY12" fmla="*/ 111690 h 111546"/>
                <a:gd name="connsiteX13" fmla="*/ 151407 w 151208"/>
                <a:gd name="connsiteY13" fmla="*/ 73849 h 111546"/>
                <a:gd name="connsiteX14" fmla="*/ 147448 w 151208"/>
                <a:gd name="connsiteY14" fmla="*/ 70633 h 111546"/>
                <a:gd name="connsiteX15" fmla="*/ 142746 w 151208"/>
                <a:gd name="connsiteY15" fmla="*/ 74838 h 111546"/>
                <a:gd name="connsiteX16" fmla="*/ 116513 w 151208"/>
                <a:gd name="connsiteY16" fmla="*/ 104765 h 111546"/>
                <a:gd name="connsiteX17" fmla="*/ 110326 w 151208"/>
                <a:gd name="connsiteY17" fmla="*/ 96108 h 111546"/>
                <a:gd name="connsiteX18" fmla="*/ 116018 w 151208"/>
                <a:gd name="connsiteY18" fmla="*/ 76075 h 111546"/>
                <a:gd name="connsiteX19" fmla="*/ 129134 w 151208"/>
                <a:gd name="connsiteY19" fmla="*/ 28340 h 111546"/>
                <a:gd name="connsiteX20" fmla="*/ 96962 w 151208"/>
                <a:gd name="connsiteY20" fmla="*/ 144 h 111546"/>
                <a:gd name="connsiteX21" fmla="*/ 55139 w 151208"/>
                <a:gd name="connsiteY21" fmla="*/ 22651 h 111546"/>
                <a:gd name="connsiteX22" fmla="*/ 28658 w 151208"/>
                <a:gd name="connsiteY22" fmla="*/ 144 h 111546"/>
                <a:gd name="connsiteX23" fmla="*/ 9108 w 151208"/>
                <a:gd name="connsiteY23" fmla="*/ 13500 h 111546"/>
                <a:gd name="connsiteX24" fmla="*/ 199 w 151208"/>
                <a:gd name="connsiteY24" fmla="*/ 37986 h 111546"/>
                <a:gd name="connsiteX25" fmla="*/ 4406 w 151208"/>
                <a:gd name="connsiteY25" fmla="*/ 41201 h 111546"/>
                <a:gd name="connsiteX26" fmla="*/ 9850 w 151208"/>
                <a:gd name="connsiteY26" fmla="*/ 33781 h 111546"/>
                <a:gd name="connsiteX27" fmla="*/ 27916 w 151208"/>
                <a:gd name="connsiteY27" fmla="*/ 7069 h 111546"/>
                <a:gd name="connsiteX28" fmla="*/ 36083 w 151208"/>
                <a:gd name="connsiteY28" fmla="*/ 19189 h 111546"/>
                <a:gd name="connsiteX29" fmla="*/ 32123 w 151208"/>
                <a:gd name="connsiteY29" fmla="*/ 39717 h 111546"/>
                <a:gd name="connsiteX30" fmla="*/ 26679 w 151208"/>
                <a:gd name="connsiteY30" fmla="*/ 61977 h 111546"/>
                <a:gd name="connsiteX31" fmla="*/ 18759 w 151208"/>
                <a:gd name="connsiteY31" fmla="*/ 93635 h 11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1208" h="111546">
                  <a:moveTo>
                    <a:pt x="18759" y="93635"/>
                  </a:moveTo>
                  <a:cubicBezTo>
                    <a:pt x="17769" y="96850"/>
                    <a:pt x="16285" y="103034"/>
                    <a:pt x="16285" y="103776"/>
                  </a:cubicBezTo>
                  <a:cubicBezTo>
                    <a:pt x="16285" y="109217"/>
                    <a:pt x="20739" y="111690"/>
                    <a:pt x="24699" y="111690"/>
                  </a:cubicBezTo>
                  <a:cubicBezTo>
                    <a:pt x="29153" y="111690"/>
                    <a:pt x="33113" y="108475"/>
                    <a:pt x="34350" y="106249"/>
                  </a:cubicBezTo>
                  <a:cubicBezTo>
                    <a:pt x="35588" y="104023"/>
                    <a:pt x="37568" y="96108"/>
                    <a:pt x="38805" y="90914"/>
                  </a:cubicBezTo>
                  <a:cubicBezTo>
                    <a:pt x="40042" y="86215"/>
                    <a:pt x="42765" y="74838"/>
                    <a:pt x="44250" y="68655"/>
                  </a:cubicBezTo>
                  <a:cubicBezTo>
                    <a:pt x="45734" y="63213"/>
                    <a:pt x="47219" y="57772"/>
                    <a:pt x="48457" y="52084"/>
                  </a:cubicBezTo>
                  <a:cubicBezTo>
                    <a:pt x="51179" y="41943"/>
                    <a:pt x="51674" y="39964"/>
                    <a:pt x="58851" y="29824"/>
                  </a:cubicBezTo>
                  <a:cubicBezTo>
                    <a:pt x="65780" y="19931"/>
                    <a:pt x="77412" y="7069"/>
                    <a:pt x="95972" y="7069"/>
                  </a:cubicBezTo>
                  <a:cubicBezTo>
                    <a:pt x="110326" y="7069"/>
                    <a:pt x="110574" y="19683"/>
                    <a:pt x="110574" y="24382"/>
                  </a:cubicBezTo>
                  <a:cubicBezTo>
                    <a:pt x="110574" y="39222"/>
                    <a:pt x="99932" y="66676"/>
                    <a:pt x="95972" y="77064"/>
                  </a:cubicBezTo>
                  <a:cubicBezTo>
                    <a:pt x="93250" y="83989"/>
                    <a:pt x="92260" y="86215"/>
                    <a:pt x="92260" y="90420"/>
                  </a:cubicBezTo>
                  <a:cubicBezTo>
                    <a:pt x="92260" y="103528"/>
                    <a:pt x="103149" y="111690"/>
                    <a:pt x="115771" y="111690"/>
                  </a:cubicBezTo>
                  <a:cubicBezTo>
                    <a:pt x="140518" y="111690"/>
                    <a:pt x="151407" y="77559"/>
                    <a:pt x="151407" y="73849"/>
                  </a:cubicBezTo>
                  <a:cubicBezTo>
                    <a:pt x="151407" y="70633"/>
                    <a:pt x="148190" y="70633"/>
                    <a:pt x="147448" y="70633"/>
                  </a:cubicBezTo>
                  <a:cubicBezTo>
                    <a:pt x="143983" y="70633"/>
                    <a:pt x="143736" y="72117"/>
                    <a:pt x="142746" y="74838"/>
                  </a:cubicBezTo>
                  <a:cubicBezTo>
                    <a:pt x="137054" y="94624"/>
                    <a:pt x="126412" y="104765"/>
                    <a:pt x="116513" y="104765"/>
                  </a:cubicBezTo>
                  <a:cubicBezTo>
                    <a:pt x="111316" y="104765"/>
                    <a:pt x="110326" y="101302"/>
                    <a:pt x="110326" y="96108"/>
                  </a:cubicBezTo>
                  <a:cubicBezTo>
                    <a:pt x="110326" y="90420"/>
                    <a:pt x="111564" y="87204"/>
                    <a:pt x="116018" y="76075"/>
                  </a:cubicBezTo>
                  <a:cubicBezTo>
                    <a:pt x="118988" y="68407"/>
                    <a:pt x="129134" y="42190"/>
                    <a:pt x="129134" y="28340"/>
                  </a:cubicBezTo>
                  <a:cubicBezTo>
                    <a:pt x="129134" y="4349"/>
                    <a:pt x="110079" y="144"/>
                    <a:pt x="96962" y="144"/>
                  </a:cubicBezTo>
                  <a:cubicBezTo>
                    <a:pt x="76422" y="144"/>
                    <a:pt x="62563" y="12758"/>
                    <a:pt x="55139" y="22651"/>
                  </a:cubicBezTo>
                  <a:cubicBezTo>
                    <a:pt x="53406" y="5585"/>
                    <a:pt x="38805" y="144"/>
                    <a:pt x="28658" y="144"/>
                  </a:cubicBezTo>
                  <a:cubicBezTo>
                    <a:pt x="18017" y="144"/>
                    <a:pt x="12325" y="7811"/>
                    <a:pt x="9108" y="13500"/>
                  </a:cubicBezTo>
                  <a:cubicBezTo>
                    <a:pt x="3663" y="22651"/>
                    <a:pt x="199" y="36749"/>
                    <a:pt x="199" y="37986"/>
                  </a:cubicBezTo>
                  <a:cubicBezTo>
                    <a:pt x="199" y="41201"/>
                    <a:pt x="3663" y="41201"/>
                    <a:pt x="4406" y="41201"/>
                  </a:cubicBezTo>
                  <a:cubicBezTo>
                    <a:pt x="7870" y="41201"/>
                    <a:pt x="8118" y="40459"/>
                    <a:pt x="9850" y="33781"/>
                  </a:cubicBezTo>
                  <a:cubicBezTo>
                    <a:pt x="13562" y="19189"/>
                    <a:pt x="18264" y="7069"/>
                    <a:pt x="27916" y="7069"/>
                  </a:cubicBezTo>
                  <a:cubicBezTo>
                    <a:pt x="34350" y="7069"/>
                    <a:pt x="36083" y="12511"/>
                    <a:pt x="36083" y="19189"/>
                  </a:cubicBezTo>
                  <a:cubicBezTo>
                    <a:pt x="36083" y="23888"/>
                    <a:pt x="33855" y="33039"/>
                    <a:pt x="32123" y="39717"/>
                  </a:cubicBezTo>
                  <a:cubicBezTo>
                    <a:pt x="30391" y="46395"/>
                    <a:pt x="27916" y="56535"/>
                    <a:pt x="26679" y="61977"/>
                  </a:cubicBezTo>
                  <a:lnTo>
                    <a:pt x="18759" y="93635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8E4B0919-BC70-86D1-42EA-804336720245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9424203" y="7972417"/>
              <a:ext cx="470561" cy="494660"/>
            </a:xfrm>
            <a:custGeom>
              <a:avLst/>
              <a:gdLst>
                <a:gd name="connsiteX0" fmla="*/ 427977 w 470561"/>
                <a:gd name="connsiteY0" fmla="*/ 494808 h 494660"/>
                <a:gd name="connsiteX1" fmla="*/ 470755 w 470561"/>
                <a:gd name="connsiteY1" fmla="*/ 381743 h 494660"/>
                <a:gd name="connsiteX2" fmla="*/ 461917 w 470561"/>
                <a:gd name="connsiteY2" fmla="*/ 381743 h 494660"/>
                <a:gd name="connsiteX3" fmla="*/ 369996 w 470561"/>
                <a:gd name="connsiteY3" fmla="*/ 453115 h 494660"/>
                <a:gd name="connsiteX4" fmla="*/ 260045 w 470561"/>
                <a:gd name="connsiteY4" fmla="*/ 464068 h 494660"/>
                <a:gd name="connsiteX5" fmla="*/ 46861 w 470561"/>
                <a:gd name="connsiteY5" fmla="*/ 464068 h 494660"/>
                <a:gd name="connsiteX6" fmla="*/ 226813 w 470561"/>
                <a:gd name="connsiteY6" fmla="*/ 253131 h 494660"/>
                <a:gd name="connsiteX7" fmla="*/ 229995 w 470561"/>
                <a:gd name="connsiteY7" fmla="*/ 247478 h 494660"/>
                <a:gd name="connsiteX8" fmla="*/ 227520 w 470561"/>
                <a:gd name="connsiteY8" fmla="*/ 242178 h 494660"/>
                <a:gd name="connsiteX9" fmla="*/ 62770 w 470561"/>
                <a:gd name="connsiteY9" fmla="*/ 17107 h 494660"/>
                <a:gd name="connsiteX10" fmla="*/ 256510 w 470561"/>
                <a:gd name="connsiteY10" fmla="*/ 17107 h 494660"/>
                <a:gd name="connsiteX11" fmla="*/ 339238 w 470561"/>
                <a:gd name="connsiteY11" fmla="*/ 22760 h 494660"/>
                <a:gd name="connsiteX12" fmla="*/ 417017 w 470561"/>
                <a:gd name="connsiteY12" fmla="*/ 49260 h 494660"/>
                <a:gd name="connsiteX13" fmla="*/ 461917 w 470561"/>
                <a:gd name="connsiteY13" fmla="*/ 99433 h 494660"/>
                <a:gd name="connsiteX14" fmla="*/ 470755 w 470561"/>
                <a:gd name="connsiteY14" fmla="*/ 99433 h 494660"/>
                <a:gd name="connsiteX15" fmla="*/ 427977 w 470561"/>
                <a:gd name="connsiteY15" fmla="*/ 147 h 494660"/>
                <a:gd name="connsiteX16" fmla="*/ 10093 w 470561"/>
                <a:gd name="connsiteY16" fmla="*/ 147 h 494660"/>
                <a:gd name="connsiteX17" fmla="*/ 547 w 470561"/>
                <a:gd name="connsiteY17" fmla="*/ 2620 h 494660"/>
                <a:gd name="connsiteX18" fmla="*/ 194 w 470561"/>
                <a:gd name="connsiteY18" fmla="*/ 14280 h 494660"/>
                <a:gd name="connsiteX19" fmla="*/ 187216 w 470561"/>
                <a:gd name="connsiteY19" fmla="*/ 270091 h 494660"/>
                <a:gd name="connsiteX20" fmla="*/ 4083 w 470561"/>
                <a:gd name="connsiteY20" fmla="*/ 484562 h 494660"/>
                <a:gd name="connsiteX21" fmla="*/ 547 w 470561"/>
                <a:gd name="connsiteY21" fmla="*/ 490921 h 494660"/>
                <a:gd name="connsiteX22" fmla="*/ 10093 w 470561"/>
                <a:gd name="connsiteY22" fmla="*/ 494808 h 494660"/>
                <a:gd name="connsiteX23" fmla="*/ 427977 w 470561"/>
                <a:gd name="connsiteY23" fmla="*/ 494808 h 494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0561" h="494660">
                  <a:moveTo>
                    <a:pt x="427977" y="494808"/>
                  </a:moveTo>
                  <a:lnTo>
                    <a:pt x="470755" y="381743"/>
                  </a:lnTo>
                  <a:lnTo>
                    <a:pt x="461917" y="381743"/>
                  </a:lnTo>
                  <a:cubicBezTo>
                    <a:pt x="448129" y="418489"/>
                    <a:pt x="410653" y="442515"/>
                    <a:pt x="369996" y="453115"/>
                  </a:cubicBezTo>
                  <a:cubicBezTo>
                    <a:pt x="362572" y="454882"/>
                    <a:pt x="327925" y="464068"/>
                    <a:pt x="260045" y="464068"/>
                  </a:cubicBezTo>
                  <a:lnTo>
                    <a:pt x="46861" y="464068"/>
                  </a:lnTo>
                  <a:lnTo>
                    <a:pt x="226813" y="253131"/>
                  </a:lnTo>
                  <a:cubicBezTo>
                    <a:pt x="229288" y="250304"/>
                    <a:pt x="229995" y="249244"/>
                    <a:pt x="229995" y="247478"/>
                  </a:cubicBezTo>
                  <a:cubicBezTo>
                    <a:pt x="229995" y="246771"/>
                    <a:pt x="229995" y="245711"/>
                    <a:pt x="227520" y="242178"/>
                  </a:cubicBezTo>
                  <a:lnTo>
                    <a:pt x="62770" y="17107"/>
                  </a:lnTo>
                  <a:lnTo>
                    <a:pt x="256510" y="17107"/>
                  </a:lnTo>
                  <a:cubicBezTo>
                    <a:pt x="303884" y="17107"/>
                    <a:pt x="336057" y="22054"/>
                    <a:pt x="339238" y="22760"/>
                  </a:cubicBezTo>
                  <a:cubicBezTo>
                    <a:pt x="358329" y="25587"/>
                    <a:pt x="389087" y="31593"/>
                    <a:pt x="417017" y="49260"/>
                  </a:cubicBezTo>
                  <a:cubicBezTo>
                    <a:pt x="425856" y="54913"/>
                    <a:pt x="449896" y="70813"/>
                    <a:pt x="461917" y="99433"/>
                  </a:cubicBezTo>
                  <a:lnTo>
                    <a:pt x="470755" y="99433"/>
                  </a:lnTo>
                  <a:lnTo>
                    <a:pt x="427977" y="147"/>
                  </a:lnTo>
                  <a:lnTo>
                    <a:pt x="10093" y="147"/>
                  </a:lnTo>
                  <a:cubicBezTo>
                    <a:pt x="1961" y="147"/>
                    <a:pt x="1608" y="500"/>
                    <a:pt x="547" y="2620"/>
                  </a:cubicBezTo>
                  <a:cubicBezTo>
                    <a:pt x="194" y="3680"/>
                    <a:pt x="194" y="10394"/>
                    <a:pt x="194" y="14280"/>
                  </a:cubicBezTo>
                  <a:lnTo>
                    <a:pt x="187216" y="270091"/>
                  </a:lnTo>
                  <a:lnTo>
                    <a:pt x="4083" y="484562"/>
                  </a:lnTo>
                  <a:cubicBezTo>
                    <a:pt x="547" y="488801"/>
                    <a:pt x="547" y="490568"/>
                    <a:pt x="547" y="490921"/>
                  </a:cubicBezTo>
                  <a:cubicBezTo>
                    <a:pt x="547" y="494808"/>
                    <a:pt x="3729" y="494808"/>
                    <a:pt x="10093" y="494808"/>
                  </a:cubicBezTo>
                  <a:lnTo>
                    <a:pt x="427977" y="494808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65B12AA2-298E-7704-E587-688D0B87EDF9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9621358" y="8560983"/>
              <a:ext cx="74985" cy="166453"/>
            </a:xfrm>
            <a:custGeom>
              <a:avLst/>
              <a:gdLst>
                <a:gd name="connsiteX0" fmla="*/ 68751 w 74985"/>
                <a:gd name="connsiteY0" fmla="*/ 9567 h 166453"/>
                <a:gd name="connsiteX1" fmla="*/ 58852 w 74985"/>
                <a:gd name="connsiteY1" fmla="*/ 168 h 166453"/>
                <a:gd name="connsiteX2" fmla="*/ 44993 w 74985"/>
                <a:gd name="connsiteY2" fmla="*/ 13771 h 166453"/>
                <a:gd name="connsiteX3" fmla="*/ 54892 w 74985"/>
                <a:gd name="connsiteY3" fmla="*/ 23170 h 166453"/>
                <a:gd name="connsiteX4" fmla="*/ 68751 w 74985"/>
                <a:gd name="connsiteY4" fmla="*/ 9567 h 166453"/>
                <a:gd name="connsiteX5" fmla="*/ 18265 w 74985"/>
                <a:gd name="connsiteY5" fmla="*/ 135211 h 166453"/>
                <a:gd name="connsiteX6" fmla="*/ 16038 w 74985"/>
                <a:gd name="connsiteY6" fmla="*/ 145599 h 166453"/>
                <a:gd name="connsiteX7" fmla="*/ 39549 w 74985"/>
                <a:gd name="connsiteY7" fmla="*/ 166622 h 166453"/>
                <a:gd name="connsiteX8" fmla="*/ 75185 w 74985"/>
                <a:gd name="connsiteY8" fmla="*/ 128780 h 166453"/>
                <a:gd name="connsiteX9" fmla="*/ 71226 w 74985"/>
                <a:gd name="connsiteY9" fmla="*/ 125565 h 166453"/>
                <a:gd name="connsiteX10" fmla="*/ 66524 w 74985"/>
                <a:gd name="connsiteY10" fmla="*/ 129769 h 166453"/>
                <a:gd name="connsiteX11" fmla="*/ 40291 w 74985"/>
                <a:gd name="connsiteY11" fmla="*/ 159696 h 166453"/>
                <a:gd name="connsiteX12" fmla="*/ 34104 w 74985"/>
                <a:gd name="connsiteY12" fmla="*/ 151040 h 166453"/>
                <a:gd name="connsiteX13" fmla="*/ 38064 w 74985"/>
                <a:gd name="connsiteY13" fmla="*/ 135211 h 166453"/>
                <a:gd name="connsiteX14" fmla="*/ 45983 w 74985"/>
                <a:gd name="connsiteY14" fmla="*/ 115424 h 166453"/>
                <a:gd name="connsiteX15" fmla="*/ 58109 w 74985"/>
                <a:gd name="connsiteY15" fmla="*/ 84013 h 166453"/>
                <a:gd name="connsiteX16" fmla="*/ 59594 w 74985"/>
                <a:gd name="connsiteY16" fmla="*/ 76099 h 166453"/>
                <a:gd name="connsiteX17" fmla="*/ 36084 w 74985"/>
                <a:gd name="connsiteY17" fmla="*/ 55076 h 166453"/>
                <a:gd name="connsiteX18" fmla="*/ 200 w 74985"/>
                <a:gd name="connsiteY18" fmla="*/ 92917 h 166453"/>
                <a:gd name="connsiteX19" fmla="*/ 4407 w 74985"/>
                <a:gd name="connsiteY19" fmla="*/ 96133 h 166453"/>
                <a:gd name="connsiteX20" fmla="*/ 8861 w 74985"/>
                <a:gd name="connsiteY20" fmla="*/ 92175 h 166453"/>
                <a:gd name="connsiteX21" fmla="*/ 35341 w 74985"/>
                <a:gd name="connsiteY21" fmla="*/ 62001 h 166453"/>
                <a:gd name="connsiteX22" fmla="*/ 41528 w 74985"/>
                <a:gd name="connsiteY22" fmla="*/ 70657 h 166453"/>
                <a:gd name="connsiteX23" fmla="*/ 33857 w 74985"/>
                <a:gd name="connsiteY23" fmla="*/ 95391 h 166453"/>
                <a:gd name="connsiteX24" fmla="*/ 18265 w 74985"/>
                <a:gd name="connsiteY24" fmla="*/ 135211 h 16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85" h="166453">
                  <a:moveTo>
                    <a:pt x="68751" y="9567"/>
                  </a:moveTo>
                  <a:cubicBezTo>
                    <a:pt x="68751" y="5610"/>
                    <a:pt x="65781" y="168"/>
                    <a:pt x="58852" y="168"/>
                  </a:cubicBezTo>
                  <a:cubicBezTo>
                    <a:pt x="52170" y="168"/>
                    <a:pt x="44993" y="6599"/>
                    <a:pt x="44993" y="13771"/>
                  </a:cubicBezTo>
                  <a:cubicBezTo>
                    <a:pt x="44993" y="17976"/>
                    <a:pt x="48210" y="23170"/>
                    <a:pt x="54892" y="23170"/>
                  </a:cubicBezTo>
                  <a:cubicBezTo>
                    <a:pt x="62069" y="23170"/>
                    <a:pt x="68751" y="16245"/>
                    <a:pt x="68751" y="9567"/>
                  </a:cubicBezTo>
                  <a:close/>
                  <a:moveTo>
                    <a:pt x="18265" y="135211"/>
                  </a:moveTo>
                  <a:cubicBezTo>
                    <a:pt x="17276" y="138426"/>
                    <a:pt x="16038" y="141394"/>
                    <a:pt x="16038" y="145599"/>
                  </a:cubicBezTo>
                  <a:cubicBezTo>
                    <a:pt x="16038" y="157223"/>
                    <a:pt x="25937" y="166622"/>
                    <a:pt x="39549" y="166622"/>
                  </a:cubicBezTo>
                  <a:cubicBezTo>
                    <a:pt x="64296" y="166622"/>
                    <a:pt x="75185" y="132490"/>
                    <a:pt x="75185" y="128780"/>
                  </a:cubicBezTo>
                  <a:cubicBezTo>
                    <a:pt x="75185" y="125565"/>
                    <a:pt x="71968" y="125565"/>
                    <a:pt x="71226" y="125565"/>
                  </a:cubicBezTo>
                  <a:cubicBezTo>
                    <a:pt x="67761" y="125565"/>
                    <a:pt x="67514" y="127049"/>
                    <a:pt x="66524" y="129769"/>
                  </a:cubicBezTo>
                  <a:cubicBezTo>
                    <a:pt x="60832" y="149556"/>
                    <a:pt x="49943" y="159696"/>
                    <a:pt x="40291" y="159696"/>
                  </a:cubicBezTo>
                  <a:cubicBezTo>
                    <a:pt x="35341" y="159696"/>
                    <a:pt x="34104" y="156481"/>
                    <a:pt x="34104" y="151040"/>
                  </a:cubicBezTo>
                  <a:cubicBezTo>
                    <a:pt x="34104" y="145351"/>
                    <a:pt x="35836" y="140652"/>
                    <a:pt x="38064" y="135211"/>
                  </a:cubicBezTo>
                  <a:cubicBezTo>
                    <a:pt x="40538" y="128533"/>
                    <a:pt x="43261" y="121855"/>
                    <a:pt x="45983" y="115424"/>
                  </a:cubicBezTo>
                  <a:cubicBezTo>
                    <a:pt x="48210" y="109488"/>
                    <a:pt x="57119" y="86981"/>
                    <a:pt x="58109" y="84013"/>
                  </a:cubicBezTo>
                  <a:cubicBezTo>
                    <a:pt x="58852" y="81540"/>
                    <a:pt x="59594" y="78572"/>
                    <a:pt x="59594" y="76099"/>
                  </a:cubicBezTo>
                  <a:cubicBezTo>
                    <a:pt x="59594" y="64474"/>
                    <a:pt x="49695" y="55076"/>
                    <a:pt x="36084" y="55076"/>
                  </a:cubicBezTo>
                  <a:cubicBezTo>
                    <a:pt x="11584" y="55076"/>
                    <a:pt x="200" y="88713"/>
                    <a:pt x="200" y="92917"/>
                  </a:cubicBezTo>
                  <a:cubicBezTo>
                    <a:pt x="200" y="96133"/>
                    <a:pt x="3664" y="96133"/>
                    <a:pt x="4407" y="96133"/>
                  </a:cubicBezTo>
                  <a:cubicBezTo>
                    <a:pt x="7871" y="96133"/>
                    <a:pt x="8119" y="94896"/>
                    <a:pt x="8861" y="92175"/>
                  </a:cubicBezTo>
                  <a:cubicBezTo>
                    <a:pt x="15296" y="70905"/>
                    <a:pt x="26185" y="62001"/>
                    <a:pt x="35341" y="62001"/>
                  </a:cubicBezTo>
                  <a:cubicBezTo>
                    <a:pt x="39301" y="62001"/>
                    <a:pt x="41528" y="63980"/>
                    <a:pt x="41528" y="70657"/>
                  </a:cubicBezTo>
                  <a:cubicBezTo>
                    <a:pt x="41528" y="76346"/>
                    <a:pt x="40043" y="80056"/>
                    <a:pt x="33857" y="95391"/>
                  </a:cubicBezTo>
                  <a:lnTo>
                    <a:pt x="18265" y="135211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7613569A-D61D-D8F6-F065-03E38E641712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0045411" y="8007750"/>
              <a:ext cx="67879" cy="423641"/>
            </a:xfrm>
            <a:custGeom>
              <a:avLst/>
              <a:gdLst>
                <a:gd name="connsiteX0" fmla="*/ 210 w 67879"/>
                <a:gd name="connsiteY0" fmla="*/ 423790 h 423641"/>
                <a:gd name="connsiteX1" fmla="*/ 68089 w 67879"/>
                <a:gd name="connsiteY1" fmla="*/ 423790 h 423641"/>
                <a:gd name="connsiteX2" fmla="*/ 68089 w 67879"/>
                <a:gd name="connsiteY2" fmla="*/ 409657 h 423641"/>
                <a:gd name="connsiteX3" fmla="*/ 14351 w 67879"/>
                <a:gd name="connsiteY3" fmla="*/ 409657 h 423641"/>
                <a:gd name="connsiteX4" fmla="*/ 14351 w 67879"/>
                <a:gd name="connsiteY4" fmla="*/ 14282 h 423641"/>
                <a:gd name="connsiteX5" fmla="*/ 68089 w 67879"/>
                <a:gd name="connsiteY5" fmla="*/ 14282 h 423641"/>
                <a:gd name="connsiteX6" fmla="*/ 68089 w 67879"/>
                <a:gd name="connsiteY6" fmla="*/ 148 h 423641"/>
                <a:gd name="connsiteX7" fmla="*/ 210 w 67879"/>
                <a:gd name="connsiteY7" fmla="*/ 148 h 423641"/>
                <a:gd name="connsiteX8" fmla="*/ 210 w 67879"/>
                <a:gd name="connsiteY8" fmla="*/ 423790 h 423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879" h="423641">
                  <a:moveTo>
                    <a:pt x="210" y="423790"/>
                  </a:moveTo>
                  <a:lnTo>
                    <a:pt x="68089" y="423790"/>
                  </a:lnTo>
                  <a:lnTo>
                    <a:pt x="68089" y="409657"/>
                  </a:lnTo>
                  <a:lnTo>
                    <a:pt x="14351" y="409657"/>
                  </a:lnTo>
                  <a:lnTo>
                    <a:pt x="14351" y="14282"/>
                  </a:lnTo>
                  <a:lnTo>
                    <a:pt x="68089" y="14282"/>
                  </a:lnTo>
                  <a:lnTo>
                    <a:pt x="68089" y="148"/>
                  </a:lnTo>
                  <a:lnTo>
                    <a:pt x="210" y="148"/>
                  </a:lnTo>
                  <a:lnTo>
                    <a:pt x="210" y="423790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1D08AA1A-081B-FF41-DA42-DEF4D4A7B86E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0131557" y="8151911"/>
              <a:ext cx="162981" cy="228604"/>
            </a:xfrm>
            <a:custGeom>
              <a:avLst/>
              <a:gdLst>
                <a:gd name="connsiteX0" fmla="*/ 161782 w 162981"/>
                <a:gd name="connsiteY0" fmla="*/ 21710 h 228604"/>
                <a:gd name="connsiteX1" fmla="*/ 163196 w 162981"/>
                <a:gd name="connsiteY1" fmla="*/ 13583 h 228604"/>
                <a:gd name="connsiteX2" fmla="*/ 152943 w 162981"/>
                <a:gd name="connsiteY2" fmla="*/ 4043 h 228604"/>
                <a:gd name="connsiteX3" fmla="*/ 140569 w 162981"/>
                <a:gd name="connsiteY3" fmla="*/ 11463 h 228604"/>
                <a:gd name="connsiteX4" fmla="*/ 135620 w 162981"/>
                <a:gd name="connsiteY4" fmla="*/ 30543 h 228604"/>
                <a:gd name="connsiteX5" fmla="*/ 128549 w 162981"/>
                <a:gd name="connsiteY5" fmla="*/ 58809 h 228604"/>
                <a:gd name="connsiteX6" fmla="*/ 112640 w 162981"/>
                <a:gd name="connsiteY6" fmla="*/ 122409 h 228604"/>
                <a:gd name="connsiteX7" fmla="*/ 72690 w 162981"/>
                <a:gd name="connsiteY7" fmla="*/ 152441 h 228604"/>
                <a:gd name="connsiteX8" fmla="*/ 50770 w 162981"/>
                <a:gd name="connsiteY8" fmla="*/ 123822 h 228604"/>
                <a:gd name="connsiteX9" fmla="*/ 68801 w 162981"/>
                <a:gd name="connsiteY9" fmla="*/ 54569 h 228604"/>
                <a:gd name="connsiteX10" fmla="*/ 75871 w 162981"/>
                <a:gd name="connsiteY10" fmla="*/ 29130 h 228604"/>
                <a:gd name="connsiteX11" fmla="*/ 46881 w 162981"/>
                <a:gd name="connsiteY11" fmla="*/ 157 h 228604"/>
                <a:gd name="connsiteX12" fmla="*/ 214 w 162981"/>
                <a:gd name="connsiteY12" fmla="*/ 54569 h 228604"/>
                <a:gd name="connsiteX13" fmla="*/ 4456 w 162981"/>
                <a:gd name="connsiteY13" fmla="*/ 58103 h 228604"/>
                <a:gd name="connsiteX14" fmla="*/ 10113 w 162981"/>
                <a:gd name="connsiteY14" fmla="*/ 51743 h 228604"/>
                <a:gd name="connsiteX15" fmla="*/ 45821 w 162981"/>
                <a:gd name="connsiteY15" fmla="*/ 7930 h 228604"/>
                <a:gd name="connsiteX16" fmla="*/ 54659 w 162981"/>
                <a:gd name="connsiteY16" fmla="*/ 19236 h 228604"/>
                <a:gd name="connsiteX17" fmla="*/ 48649 w 162981"/>
                <a:gd name="connsiteY17" fmla="*/ 43969 h 228604"/>
                <a:gd name="connsiteX18" fmla="*/ 28144 w 162981"/>
                <a:gd name="connsiteY18" fmla="*/ 118169 h 228604"/>
                <a:gd name="connsiteX19" fmla="*/ 71275 w 162981"/>
                <a:gd name="connsiteY19" fmla="*/ 160215 h 228604"/>
                <a:gd name="connsiteX20" fmla="*/ 106983 w 162981"/>
                <a:gd name="connsiteY20" fmla="*/ 144315 h 228604"/>
                <a:gd name="connsiteX21" fmla="*/ 84003 w 162981"/>
                <a:gd name="connsiteY21" fmla="*/ 198728 h 228604"/>
                <a:gd name="connsiteX22" fmla="*/ 45114 w 162981"/>
                <a:gd name="connsiteY22" fmla="*/ 220987 h 228604"/>
                <a:gd name="connsiteX23" fmla="*/ 18244 w 162981"/>
                <a:gd name="connsiteY23" fmla="*/ 206148 h 228604"/>
                <a:gd name="connsiteX24" fmla="*/ 33447 w 162981"/>
                <a:gd name="connsiteY24" fmla="*/ 201908 h 228604"/>
                <a:gd name="connsiteX25" fmla="*/ 40518 w 162981"/>
                <a:gd name="connsiteY25" fmla="*/ 187421 h 228604"/>
                <a:gd name="connsiteX26" fmla="*/ 27437 w 162981"/>
                <a:gd name="connsiteY26" fmla="*/ 175055 h 228604"/>
                <a:gd name="connsiteX27" fmla="*/ 7638 w 162981"/>
                <a:gd name="connsiteY27" fmla="*/ 198021 h 228604"/>
                <a:gd name="connsiteX28" fmla="*/ 45114 w 162981"/>
                <a:gd name="connsiteY28" fmla="*/ 228761 h 228604"/>
                <a:gd name="connsiteX29" fmla="*/ 127842 w 162981"/>
                <a:gd name="connsiteY29" fmla="*/ 156681 h 228604"/>
                <a:gd name="connsiteX30" fmla="*/ 161782 w 162981"/>
                <a:gd name="connsiteY30" fmla="*/ 21710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2981" h="228604">
                  <a:moveTo>
                    <a:pt x="161782" y="21710"/>
                  </a:moveTo>
                  <a:cubicBezTo>
                    <a:pt x="163196" y="16763"/>
                    <a:pt x="163196" y="16056"/>
                    <a:pt x="163196" y="13583"/>
                  </a:cubicBezTo>
                  <a:cubicBezTo>
                    <a:pt x="163196" y="7223"/>
                    <a:pt x="158246" y="4043"/>
                    <a:pt x="152943" y="4043"/>
                  </a:cubicBezTo>
                  <a:cubicBezTo>
                    <a:pt x="149408" y="4043"/>
                    <a:pt x="143751" y="6163"/>
                    <a:pt x="140569" y="11463"/>
                  </a:cubicBezTo>
                  <a:cubicBezTo>
                    <a:pt x="139862" y="13230"/>
                    <a:pt x="137034" y="24183"/>
                    <a:pt x="135620" y="30543"/>
                  </a:cubicBezTo>
                  <a:cubicBezTo>
                    <a:pt x="133145" y="39729"/>
                    <a:pt x="130670" y="49269"/>
                    <a:pt x="128549" y="58809"/>
                  </a:cubicBezTo>
                  <a:lnTo>
                    <a:pt x="112640" y="122409"/>
                  </a:lnTo>
                  <a:cubicBezTo>
                    <a:pt x="111225" y="127708"/>
                    <a:pt x="96023" y="152441"/>
                    <a:pt x="72690" y="152441"/>
                  </a:cubicBezTo>
                  <a:cubicBezTo>
                    <a:pt x="54659" y="152441"/>
                    <a:pt x="50770" y="136895"/>
                    <a:pt x="50770" y="123822"/>
                  </a:cubicBezTo>
                  <a:cubicBezTo>
                    <a:pt x="50770" y="107569"/>
                    <a:pt x="56780" y="85662"/>
                    <a:pt x="68801" y="54569"/>
                  </a:cubicBezTo>
                  <a:cubicBezTo>
                    <a:pt x="74457" y="40083"/>
                    <a:pt x="75871" y="36196"/>
                    <a:pt x="75871" y="29130"/>
                  </a:cubicBezTo>
                  <a:cubicBezTo>
                    <a:pt x="75871" y="13230"/>
                    <a:pt x="64558" y="157"/>
                    <a:pt x="46881" y="157"/>
                  </a:cubicBezTo>
                  <a:cubicBezTo>
                    <a:pt x="13295" y="157"/>
                    <a:pt x="214" y="51389"/>
                    <a:pt x="214" y="54569"/>
                  </a:cubicBezTo>
                  <a:cubicBezTo>
                    <a:pt x="214" y="58103"/>
                    <a:pt x="3749" y="58103"/>
                    <a:pt x="4456" y="58103"/>
                  </a:cubicBezTo>
                  <a:cubicBezTo>
                    <a:pt x="7992" y="58103"/>
                    <a:pt x="8345" y="57396"/>
                    <a:pt x="10113" y="51743"/>
                  </a:cubicBezTo>
                  <a:cubicBezTo>
                    <a:pt x="19659" y="18530"/>
                    <a:pt x="33800" y="7930"/>
                    <a:pt x="45821" y="7930"/>
                  </a:cubicBezTo>
                  <a:cubicBezTo>
                    <a:pt x="48649" y="7930"/>
                    <a:pt x="54659" y="7930"/>
                    <a:pt x="54659" y="19236"/>
                  </a:cubicBezTo>
                  <a:cubicBezTo>
                    <a:pt x="54659" y="28070"/>
                    <a:pt x="51124" y="37256"/>
                    <a:pt x="48649" y="43969"/>
                  </a:cubicBezTo>
                  <a:cubicBezTo>
                    <a:pt x="34507" y="81422"/>
                    <a:pt x="28144" y="101562"/>
                    <a:pt x="28144" y="118169"/>
                  </a:cubicBezTo>
                  <a:cubicBezTo>
                    <a:pt x="28144" y="149615"/>
                    <a:pt x="50417" y="160215"/>
                    <a:pt x="71275" y="160215"/>
                  </a:cubicBezTo>
                  <a:cubicBezTo>
                    <a:pt x="85064" y="160215"/>
                    <a:pt x="97084" y="154208"/>
                    <a:pt x="106983" y="144315"/>
                  </a:cubicBezTo>
                  <a:cubicBezTo>
                    <a:pt x="102387" y="162688"/>
                    <a:pt x="98144" y="180001"/>
                    <a:pt x="84003" y="198728"/>
                  </a:cubicBezTo>
                  <a:cubicBezTo>
                    <a:pt x="74811" y="210741"/>
                    <a:pt x="61376" y="220987"/>
                    <a:pt x="45114" y="220987"/>
                  </a:cubicBezTo>
                  <a:cubicBezTo>
                    <a:pt x="40164" y="220987"/>
                    <a:pt x="24255" y="219927"/>
                    <a:pt x="18244" y="206148"/>
                  </a:cubicBezTo>
                  <a:cubicBezTo>
                    <a:pt x="23901" y="206148"/>
                    <a:pt x="28497" y="206148"/>
                    <a:pt x="33447" y="201908"/>
                  </a:cubicBezTo>
                  <a:cubicBezTo>
                    <a:pt x="36982" y="198728"/>
                    <a:pt x="40518" y="194134"/>
                    <a:pt x="40518" y="187421"/>
                  </a:cubicBezTo>
                  <a:cubicBezTo>
                    <a:pt x="40518" y="176468"/>
                    <a:pt x="30972" y="175055"/>
                    <a:pt x="27437" y="175055"/>
                  </a:cubicBezTo>
                  <a:cubicBezTo>
                    <a:pt x="19305" y="175055"/>
                    <a:pt x="7638" y="180708"/>
                    <a:pt x="7638" y="198021"/>
                  </a:cubicBezTo>
                  <a:cubicBezTo>
                    <a:pt x="7638" y="215687"/>
                    <a:pt x="23194" y="228761"/>
                    <a:pt x="45114" y="228761"/>
                  </a:cubicBezTo>
                  <a:cubicBezTo>
                    <a:pt x="81528" y="228761"/>
                    <a:pt x="117943" y="196608"/>
                    <a:pt x="127842" y="156681"/>
                  </a:cubicBezTo>
                  <a:lnTo>
                    <a:pt x="161782" y="21710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BDB65F69-1F46-F8C5-EAEE-3EEA4E3E1A0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0322419" y="7990548"/>
              <a:ext cx="127203" cy="174120"/>
            </a:xfrm>
            <a:custGeom>
              <a:avLst/>
              <a:gdLst>
                <a:gd name="connsiteX0" fmla="*/ 126433 w 127203"/>
                <a:gd name="connsiteY0" fmla="*/ 7572 h 174120"/>
                <a:gd name="connsiteX1" fmla="*/ 127423 w 127203"/>
                <a:gd name="connsiteY1" fmla="*/ 3615 h 174120"/>
                <a:gd name="connsiteX2" fmla="*/ 123463 w 127203"/>
                <a:gd name="connsiteY2" fmla="*/ 152 h 174120"/>
                <a:gd name="connsiteX3" fmla="*/ 91786 w 127203"/>
                <a:gd name="connsiteY3" fmla="*/ 2626 h 174120"/>
                <a:gd name="connsiteX4" fmla="*/ 86342 w 127203"/>
                <a:gd name="connsiteY4" fmla="*/ 8314 h 174120"/>
                <a:gd name="connsiteX5" fmla="*/ 92776 w 127203"/>
                <a:gd name="connsiteY5" fmla="*/ 11777 h 174120"/>
                <a:gd name="connsiteX6" fmla="*/ 104655 w 127203"/>
                <a:gd name="connsiteY6" fmla="*/ 15487 h 174120"/>
                <a:gd name="connsiteX7" fmla="*/ 103665 w 127203"/>
                <a:gd name="connsiteY7" fmla="*/ 20928 h 174120"/>
                <a:gd name="connsiteX8" fmla="*/ 89559 w 127203"/>
                <a:gd name="connsiteY8" fmla="*/ 77320 h 174120"/>
                <a:gd name="connsiteX9" fmla="*/ 64069 w 127203"/>
                <a:gd name="connsiteY9" fmla="*/ 62727 h 174120"/>
                <a:gd name="connsiteX10" fmla="*/ 219 w 127203"/>
                <a:gd name="connsiteY10" fmla="*/ 133216 h 174120"/>
                <a:gd name="connsiteX11" fmla="*/ 37588 w 127203"/>
                <a:gd name="connsiteY11" fmla="*/ 174273 h 174120"/>
                <a:gd name="connsiteX12" fmla="*/ 72730 w 127203"/>
                <a:gd name="connsiteY12" fmla="*/ 156960 h 174120"/>
                <a:gd name="connsiteX13" fmla="*/ 98220 w 127203"/>
                <a:gd name="connsiteY13" fmla="*/ 174273 h 174120"/>
                <a:gd name="connsiteX14" fmla="*/ 117771 w 127203"/>
                <a:gd name="connsiteY14" fmla="*/ 161165 h 174120"/>
                <a:gd name="connsiteX15" fmla="*/ 126433 w 127203"/>
                <a:gd name="connsiteY15" fmla="*/ 136432 h 174120"/>
                <a:gd name="connsiteX16" fmla="*/ 122473 w 127203"/>
                <a:gd name="connsiteY16" fmla="*/ 133216 h 174120"/>
                <a:gd name="connsiteX17" fmla="*/ 117029 w 127203"/>
                <a:gd name="connsiteY17" fmla="*/ 140884 h 174120"/>
                <a:gd name="connsiteX18" fmla="*/ 98963 w 127203"/>
                <a:gd name="connsiteY18" fmla="*/ 167348 h 174120"/>
                <a:gd name="connsiteX19" fmla="*/ 90796 w 127203"/>
                <a:gd name="connsiteY19" fmla="*/ 155229 h 174120"/>
                <a:gd name="connsiteX20" fmla="*/ 92033 w 127203"/>
                <a:gd name="connsiteY20" fmla="*/ 145088 h 174120"/>
                <a:gd name="connsiteX21" fmla="*/ 126433 w 127203"/>
                <a:gd name="connsiteY21" fmla="*/ 7572 h 174120"/>
                <a:gd name="connsiteX22" fmla="*/ 73720 w 127203"/>
                <a:gd name="connsiteY22" fmla="*/ 140884 h 174120"/>
                <a:gd name="connsiteX23" fmla="*/ 61099 w 127203"/>
                <a:gd name="connsiteY23" fmla="*/ 157455 h 174120"/>
                <a:gd name="connsiteX24" fmla="*/ 38331 w 127203"/>
                <a:gd name="connsiteY24" fmla="*/ 167348 h 174120"/>
                <a:gd name="connsiteX25" fmla="*/ 20265 w 127203"/>
                <a:gd name="connsiteY25" fmla="*/ 143357 h 174120"/>
                <a:gd name="connsiteX26" fmla="*/ 33134 w 127203"/>
                <a:gd name="connsiteY26" fmla="*/ 93149 h 174120"/>
                <a:gd name="connsiteX27" fmla="*/ 64069 w 127203"/>
                <a:gd name="connsiteY27" fmla="*/ 69652 h 174120"/>
                <a:gd name="connsiteX28" fmla="*/ 86094 w 127203"/>
                <a:gd name="connsiteY28" fmla="*/ 91170 h 174120"/>
                <a:gd name="connsiteX29" fmla="*/ 85352 w 127203"/>
                <a:gd name="connsiteY29" fmla="*/ 94633 h 174120"/>
                <a:gd name="connsiteX30" fmla="*/ 73720 w 127203"/>
                <a:gd name="connsiteY30" fmla="*/ 140884 h 17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7203" h="174120">
                  <a:moveTo>
                    <a:pt x="126433" y="7572"/>
                  </a:moveTo>
                  <a:cubicBezTo>
                    <a:pt x="126680" y="7078"/>
                    <a:pt x="127423" y="3862"/>
                    <a:pt x="127423" y="3615"/>
                  </a:cubicBezTo>
                  <a:cubicBezTo>
                    <a:pt x="127423" y="2378"/>
                    <a:pt x="126433" y="152"/>
                    <a:pt x="123463" y="152"/>
                  </a:cubicBezTo>
                  <a:cubicBezTo>
                    <a:pt x="118514" y="152"/>
                    <a:pt x="97973" y="2131"/>
                    <a:pt x="91786" y="2626"/>
                  </a:cubicBezTo>
                  <a:cubicBezTo>
                    <a:pt x="89806" y="2873"/>
                    <a:pt x="86342" y="3120"/>
                    <a:pt x="86342" y="8314"/>
                  </a:cubicBezTo>
                  <a:cubicBezTo>
                    <a:pt x="86342" y="11777"/>
                    <a:pt x="89806" y="11777"/>
                    <a:pt x="92776" y="11777"/>
                  </a:cubicBezTo>
                  <a:cubicBezTo>
                    <a:pt x="104655" y="11777"/>
                    <a:pt x="104655" y="13508"/>
                    <a:pt x="104655" y="15487"/>
                  </a:cubicBezTo>
                  <a:cubicBezTo>
                    <a:pt x="104655" y="17218"/>
                    <a:pt x="104160" y="18702"/>
                    <a:pt x="103665" y="20928"/>
                  </a:cubicBezTo>
                  <a:lnTo>
                    <a:pt x="89559" y="77320"/>
                  </a:lnTo>
                  <a:cubicBezTo>
                    <a:pt x="84362" y="69158"/>
                    <a:pt x="75947" y="62727"/>
                    <a:pt x="64069" y="62727"/>
                  </a:cubicBezTo>
                  <a:cubicBezTo>
                    <a:pt x="32391" y="62727"/>
                    <a:pt x="219" y="97601"/>
                    <a:pt x="219" y="133216"/>
                  </a:cubicBezTo>
                  <a:cubicBezTo>
                    <a:pt x="219" y="157207"/>
                    <a:pt x="16305" y="174273"/>
                    <a:pt x="37588" y="174273"/>
                  </a:cubicBezTo>
                  <a:cubicBezTo>
                    <a:pt x="50952" y="174273"/>
                    <a:pt x="62831" y="166606"/>
                    <a:pt x="72730" y="156960"/>
                  </a:cubicBezTo>
                  <a:cubicBezTo>
                    <a:pt x="77432" y="171800"/>
                    <a:pt x="91786" y="174273"/>
                    <a:pt x="98220" y="174273"/>
                  </a:cubicBezTo>
                  <a:cubicBezTo>
                    <a:pt x="107130" y="174273"/>
                    <a:pt x="113317" y="168832"/>
                    <a:pt x="117771" y="161165"/>
                  </a:cubicBezTo>
                  <a:cubicBezTo>
                    <a:pt x="123216" y="151519"/>
                    <a:pt x="126433" y="137421"/>
                    <a:pt x="126433" y="136432"/>
                  </a:cubicBezTo>
                  <a:cubicBezTo>
                    <a:pt x="126433" y="133216"/>
                    <a:pt x="123216" y="133216"/>
                    <a:pt x="122473" y="133216"/>
                  </a:cubicBezTo>
                  <a:cubicBezTo>
                    <a:pt x="119009" y="133216"/>
                    <a:pt x="118761" y="134206"/>
                    <a:pt x="117029" y="140884"/>
                  </a:cubicBezTo>
                  <a:cubicBezTo>
                    <a:pt x="114059" y="152755"/>
                    <a:pt x="109357" y="167348"/>
                    <a:pt x="98963" y="167348"/>
                  </a:cubicBezTo>
                  <a:cubicBezTo>
                    <a:pt x="92528" y="167348"/>
                    <a:pt x="90796" y="161907"/>
                    <a:pt x="90796" y="155229"/>
                  </a:cubicBezTo>
                  <a:cubicBezTo>
                    <a:pt x="90796" y="150529"/>
                    <a:pt x="91291" y="148303"/>
                    <a:pt x="92033" y="145088"/>
                  </a:cubicBezTo>
                  <a:lnTo>
                    <a:pt x="126433" y="7572"/>
                  </a:lnTo>
                  <a:close/>
                  <a:moveTo>
                    <a:pt x="73720" y="140884"/>
                  </a:moveTo>
                  <a:cubicBezTo>
                    <a:pt x="71988" y="147809"/>
                    <a:pt x="66543" y="152755"/>
                    <a:pt x="61099" y="157455"/>
                  </a:cubicBezTo>
                  <a:cubicBezTo>
                    <a:pt x="58871" y="159433"/>
                    <a:pt x="48972" y="167348"/>
                    <a:pt x="38331" y="167348"/>
                  </a:cubicBezTo>
                  <a:cubicBezTo>
                    <a:pt x="29174" y="167348"/>
                    <a:pt x="20265" y="160917"/>
                    <a:pt x="20265" y="143357"/>
                  </a:cubicBezTo>
                  <a:cubicBezTo>
                    <a:pt x="20265" y="130248"/>
                    <a:pt x="27442" y="103042"/>
                    <a:pt x="33134" y="93149"/>
                  </a:cubicBezTo>
                  <a:cubicBezTo>
                    <a:pt x="44518" y="73362"/>
                    <a:pt x="57139" y="69652"/>
                    <a:pt x="64069" y="69652"/>
                  </a:cubicBezTo>
                  <a:cubicBezTo>
                    <a:pt x="81392" y="69652"/>
                    <a:pt x="86094" y="88449"/>
                    <a:pt x="86094" y="91170"/>
                  </a:cubicBezTo>
                  <a:cubicBezTo>
                    <a:pt x="86094" y="92159"/>
                    <a:pt x="85599" y="93891"/>
                    <a:pt x="85352" y="94633"/>
                  </a:cubicBezTo>
                  <a:lnTo>
                    <a:pt x="73720" y="140884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B215F8F0-E7A7-5DC7-06D3-84068CBD7C9D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0306270" y="8231451"/>
              <a:ext cx="74985" cy="166453"/>
            </a:xfrm>
            <a:custGeom>
              <a:avLst/>
              <a:gdLst>
                <a:gd name="connsiteX0" fmla="*/ 68770 w 74985"/>
                <a:gd name="connsiteY0" fmla="*/ 9558 h 166453"/>
                <a:gd name="connsiteX1" fmla="*/ 58871 w 74985"/>
                <a:gd name="connsiteY1" fmla="*/ 159 h 166453"/>
                <a:gd name="connsiteX2" fmla="*/ 45012 w 74985"/>
                <a:gd name="connsiteY2" fmla="*/ 13762 h 166453"/>
                <a:gd name="connsiteX3" fmla="*/ 54911 w 74985"/>
                <a:gd name="connsiteY3" fmla="*/ 23161 h 166453"/>
                <a:gd name="connsiteX4" fmla="*/ 68770 w 74985"/>
                <a:gd name="connsiteY4" fmla="*/ 9558 h 166453"/>
                <a:gd name="connsiteX5" fmla="*/ 18285 w 74985"/>
                <a:gd name="connsiteY5" fmla="*/ 135201 h 166453"/>
                <a:gd name="connsiteX6" fmla="*/ 16057 w 74985"/>
                <a:gd name="connsiteY6" fmla="*/ 145589 h 166453"/>
                <a:gd name="connsiteX7" fmla="*/ 39568 w 74985"/>
                <a:gd name="connsiteY7" fmla="*/ 166612 h 166453"/>
                <a:gd name="connsiteX8" fmla="*/ 75205 w 74985"/>
                <a:gd name="connsiteY8" fmla="*/ 128771 h 166453"/>
                <a:gd name="connsiteX9" fmla="*/ 71245 w 74985"/>
                <a:gd name="connsiteY9" fmla="*/ 125556 h 166453"/>
                <a:gd name="connsiteX10" fmla="*/ 66543 w 74985"/>
                <a:gd name="connsiteY10" fmla="*/ 129760 h 166453"/>
                <a:gd name="connsiteX11" fmla="*/ 40310 w 74985"/>
                <a:gd name="connsiteY11" fmla="*/ 159687 h 166453"/>
                <a:gd name="connsiteX12" fmla="*/ 34123 w 74985"/>
                <a:gd name="connsiteY12" fmla="*/ 151031 h 166453"/>
                <a:gd name="connsiteX13" fmla="*/ 38083 w 74985"/>
                <a:gd name="connsiteY13" fmla="*/ 135201 h 166453"/>
                <a:gd name="connsiteX14" fmla="*/ 46002 w 74985"/>
                <a:gd name="connsiteY14" fmla="*/ 115415 h 166453"/>
                <a:gd name="connsiteX15" fmla="*/ 58129 w 74985"/>
                <a:gd name="connsiteY15" fmla="*/ 84004 h 166453"/>
                <a:gd name="connsiteX16" fmla="*/ 59614 w 74985"/>
                <a:gd name="connsiteY16" fmla="*/ 76089 h 166453"/>
                <a:gd name="connsiteX17" fmla="*/ 36103 w 74985"/>
                <a:gd name="connsiteY17" fmla="*/ 55066 h 166453"/>
                <a:gd name="connsiteX18" fmla="*/ 219 w 74985"/>
                <a:gd name="connsiteY18" fmla="*/ 92908 h 166453"/>
                <a:gd name="connsiteX19" fmla="*/ 4426 w 74985"/>
                <a:gd name="connsiteY19" fmla="*/ 96123 h 166453"/>
                <a:gd name="connsiteX20" fmla="*/ 8881 w 74985"/>
                <a:gd name="connsiteY20" fmla="*/ 92166 h 166453"/>
                <a:gd name="connsiteX21" fmla="*/ 35361 w 74985"/>
                <a:gd name="connsiteY21" fmla="*/ 61992 h 166453"/>
                <a:gd name="connsiteX22" fmla="*/ 41548 w 74985"/>
                <a:gd name="connsiteY22" fmla="*/ 70648 h 166453"/>
                <a:gd name="connsiteX23" fmla="*/ 33876 w 74985"/>
                <a:gd name="connsiteY23" fmla="*/ 95381 h 166453"/>
                <a:gd name="connsiteX24" fmla="*/ 18285 w 74985"/>
                <a:gd name="connsiteY24" fmla="*/ 135201 h 16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85" h="166453">
                  <a:moveTo>
                    <a:pt x="68770" y="9558"/>
                  </a:moveTo>
                  <a:cubicBezTo>
                    <a:pt x="68770" y="5600"/>
                    <a:pt x="65801" y="159"/>
                    <a:pt x="58871" y="159"/>
                  </a:cubicBezTo>
                  <a:cubicBezTo>
                    <a:pt x="52189" y="159"/>
                    <a:pt x="45012" y="6590"/>
                    <a:pt x="45012" y="13762"/>
                  </a:cubicBezTo>
                  <a:cubicBezTo>
                    <a:pt x="45012" y="17967"/>
                    <a:pt x="48230" y="23161"/>
                    <a:pt x="54911" y="23161"/>
                  </a:cubicBezTo>
                  <a:cubicBezTo>
                    <a:pt x="62088" y="23161"/>
                    <a:pt x="68770" y="16235"/>
                    <a:pt x="68770" y="9558"/>
                  </a:cubicBezTo>
                  <a:close/>
                  <a:moveTo>
                    <a:pt x="18285" y="135201"/>
                  </a:moveTo>
                  <a:cubicBezTo>
                    <a:pt x="17295" y="138417"/>
                    <a:pt x="16057" y="141385"/>
                    <a:pt x="16057" y="145589"/>
                  </a:cubicBezTo>
                  <a:cubicBezTo>
                    <a:pt x="16057" y="157214"/>
                    <a:pt x="25957" y="166612"/>
                    <a:pt x="39568" y="166612"/>
                  </a:cubicBezTo>
                  <a:cubicBezTo>
                    <a:pt x="64316" y="166612"/>
                    <a:pt x="75205" y="132481"/>
                    <a:pt x="75205" y="128771"/>
                  </a:cubicBezTo>
                  <a:cubicBezTo>
                    <a:pt x="75205" y="125556"/>
                    <a:pt x="71987" y="125556"/>
                    <a:pt x="71245" y="125556"/>
                  </a:cubicBezTo>
                  <a:cubicBezTo>
                    <a:pt x="67780" y="125556"/>
                    <a:pt x="67533" y="127040"/>
                    <a:pt x="66543" y="129760"/>
                  </a:cubicBezTo>
                  <a:cubicBezTo>
                    <a:pt x="60851" y="149547"/>
                    <a:pt x="49962" y="159687"/>
                    <a:pt x="40310" y="159687"/>
                  </a:cubicBezTo>
                  <a:cubicBezTo>
                    <a:pt x="35361" y="159687"/>
                    <a:pt x="34123" y="156472"/>
                    <a:pt x="34123" y="151031"/>
                  </a:cubicBezTo>
                  <a:cubicBezTo>
                    <a:pt x="34123" y="145342"/>
                    <a:pt x="35856" y="140643"/>
                    <a:pt x="38083" y="135201"/>
                  </a:cubicBezTo>
                  <a:cubicBezTo>
                    <a:pt x="40558" y="128524"/>
                    <a:pt x="43280" y="121846"/>
                    <a:pt x="46002" y="115415"/>
                  </a:cubicBezTo>
                  <a:cubicBezTo>
                    <a:pt x="48230" y="109479"/>
                    <a:pt x="57139" y="86972"/>
                    <a:pt x="58129" y="84004"/>
                  </a:cubicBezTo>
                  <a:cubicBezTo>
                    <a:pt x="58871" y="81531"/>
                    <a:pt x="59614" y="78563"/>
                    <a:pt x="59614" y="76089"/>
                  </a:cubicBezTo>
                  <a:cubicBezTo>
                    <a:pt x="59614" y="64465"/>
                    <a:pt x="49714" y="55066"/>
                    <a:pt x="36103" y="55066"/>
                  </a:cubicBezTo>
                  <a:cubicBezTo>
                    <a:pt x="11603" y="55066"/>
                    <a:pt x="219" y="88703"/>
                    <a:pt x="219" y="92908"/>
                  </a:cubicBezTo>
                  <a:cubicBezTo>
                    <a:pt x="219" y="96123"/>
                    <a:pt x="3684" y="96123"/>
                    <a:pt x="4426" y="96123"/>
                  </a:cubicBezTo>
                  <a:cubicBezTo>
                    <a:pt x="7891" y="96123"/>
                    <a:pt x="8138" y="94887"/>
                    <a:pt x="8881" y="92166"/>
                  </a:cubicBezTo>
                  <a:cubicBezTo>
                    <a:pt x="15315" y="70896"/>
                    <a:pt x="26204" y="61992"/>
                    <a:pt x="35361" y="61992"/>
                  </a:cubicBezTo>
                  <a:cubicBezTo>
                    <a:pt x="39320" y="61992"/>
                    <a:pt x="41548" y="63970"/>
                    <a:pt x="41548" y="70648"/>
                  </a:cubicBezTo>
                  <a:cubicBezTo>
                    <a:pt x="41548" y="76337"/>
                    <a:pt x="40063" y="80047"/>
                    <a:pt x="33876" y="95381"/>
                  </a:cubicBezTo>
                  <a:lnTo>
                    <a:pt x="18285" y="135201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85F21F3B-0764-BF67-7D53-2833CAD22B42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0580080" y="8212683"/>
              <a:ext cx="216012" cy="14133"/>
            </a:xfrm>
            <a:custGeom>
              <a:avLst/>
              <a:gdLst>
                <a:gd name="connsiteX0" fmla="*/ 203865 w 216012"/>
                <a:gd name="connsiteY0" fmla="*/ 14290 h 14133"/>
                <a:gd name="connsiteX1" fmla="*/ 216239 w 216012"/>
                <a:gd name="connsiteY1" fmla="*/ 7223 h 14133"/>
                <a:gd name="connsiteX2" fmla="*/ 203865 w 216012"/>
                <a:gd name="connsiteY2" fmla="*/ 157 h 14133"/>
                <a:gd name="connsiteX3" fmla="*/ 12600 w 216012"/>
                <a:gd name="connsiteY3" fmla="*/ 157 h 14133"/>
                <a:gd name="connsiteX4" fmla="*/ 226 w 216012"/>
                <a:gd name="connsiteY4" fmla="*/ 7223 h 14133"/>
                <a:gd name="connsiteX5" fmla="*/ 12600 w 216012"/>
                <a:gd name="connsiteY5" fmla="*/ 14290 h 14133"/>
                <a:gd name="connsiteX6" fmla="*/ 203865 w 216012"/>
                <a:gd name="connsiteY6" fmla="*/ 14290 h 1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12" h="14133">
                  <a:moveTo>
                    <a:pt x="203865" y="14290"/>
                  </a:moveTo>
                  <a:cubicBezTo>
                    <a:pt x="209875" y="14290"/>
                    <a:pt x="216239" y="14290"/>
                    <a:pt x="216239" y="7223"/>
                  </a:cubicBezTo>
                  <a:cubicBezTo>
                    <a:pt x="216239" y="157"/>
                    <a:pt x="209875" y="157"/>
                    <a:pt x="203865" y="157"/>
                  </a:cubicBezTo>
                  <a:lnTo>
                    <a:pt x="12600" y="157"/>
                  </a:lnTo>
                  <a:cubicBezTo>
                    <a:pt x="6590" y="157"/>
                    <a:pt x="226" y="157"/>
                    <a:pt x="226" y="7223"/>
                  </a:cubicBezTo>
                  <a:cubicBezTo>
                    <a:pt x="226" y="14290"/>
                    <a:pt x="6590" y="14290"/>
                    <a:pt x="12600" y="14290"/>
                  </a:cubicBezTo>
                  <a:lnTo>
                    <a:pt x="203865" y="14290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6BB6670B-9083-CA4B-58B0-09A8E3B4E1C6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0939276" y="8043085"/>
              <a:ext cx="82021" cy="353329"/>
            </a:xfrm>
            <a:custGeom>
              <a:avLst/>
              <a:gdLst>
                <a:gd name="connsiteX0" fmla="*/ 82257 w 82021"/>
                <a:gd name="connsiteY0" fmla="*/ 349953 h 353329"/>
                <a:gd name="connsiteX1" fmla="*/ 76247 w 82021"/>
                <a:gd name="connsiteY1" fmla="*/ 342179 h 353329"/>
                <a:gd name="connsiteX2" fmla="*/ 20741 w 82021"/>
                <a:gd name="connsiteY2" fmla="*/ 176821 h 353329"/>
                <a:gd name="connsiteX3" fmla="*/ 77661 w 82021"/>
                <a:gd name="connsiteY3" fmla="*/ 9696 h 353329"/>
                <a:gd name="connsiteX4" fmla="*/ 82257 w 82021"/>
                <a:gd name="connsiteY4" fmla="*/ 3690 h 353329"/>
                <a:gd name="connsiteX5" fmla="*/ 78722 w 82021"/>
                <a:gd name="connsiteY5" fmla="*/ 157 h 353329"/>
                <a:gd name="connsiteX6" fmla="*/ 22509 w 82021"/>
                <a:gd name="connsiteY6" fmla="*/ 69056 h 353329"/>
                <a:gd name="connsiteX7" fmla="*/ 236 w 82021"/>
                <a:gd name="connsiteY7" fmla="*/ 176821 h 353329"/>
                <a:gd name="connsiteX8" fmla="*/ 23570 w 82021"/>
                <a:gd name="connsiteY8" fmla="*/ 287060 h 353329"/>
                <a:gd name="connsiteX9" fmla="*/ 78722 w 82021"/>
                <a:gd name="connsiteY9" fmla="*/ 353486 h 353329"/>
                <a:gd name="connsiteX10" fmla="*/ 82257 w 82021"/>
                <a:gd name="connsiteY10" fmla="*/ 349953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21" h="353329">
                  <a:moveTo>
                    <a:pt x="82257" y="349953"/>
                  </a:moveTo>
                  <a:cubicBezTo>
                    <a:pt x="82257" y="348893"/>
                    <a:pt x="82257" y="348186"/>
                    <a:pt x="76247" y="342179"/>
                  </a:cubicBezTo>
                  <a:cubicBezTo>
                    <a:pt x="32055" y="297660"/>
                    <a:pt x="20741" y="230881"/>
                    <a:pt x="20741" y="176821"/>
                  </a:cubicBezTo>
                  <a:cubicBezTo>
                    <a:pt x="20741" y="115342"/>
                    <a:pt x="34176" y="53863"/>
                    <a:pt x="77661" y="9696"/>
                  </a:cubicBezTo>
                  <a:cubicBezTo>
                    <a:pt x="82257" y="5457"/>
                    <a:pt x="82257" y="4750"/>
                    <a:pt x="82257" y="3690"/>
                  </a:cubicBezTo>
                  <a:cubicBezTo>
                    <a:pt x="82257" y="1217"/>
                    <a:pt x="80843" y="157"/>
                    <a:pt x="78722" y="157"/>
                  </a:cubicBezTo>
                  <a:cubicBezTo>
                    <a:pt x="75186" y="157"/>
                    <a:pt x="43368" y="24183"/>
                    <a:pt x="22509" y="69056"/>
                  </a:cubicBezTo>
                  <a:cubicBezTo>
                    <a:pt x="4479" y="107922"/>
                    <a:pt x="236" y="147142"/>
                    <a:pt x="236" y="176821"/>
                  </a:cubicBezTo>
                  <a:cubicBezTo>
                    <a:pt x="236" y="204381"/>
                    <a:pt x="4125" y="247134"/>
                    <a:pt x="23570" y="287060"/>
                  </a:cubicBezTo>
                  <a:cubicBezTo>
                    <a:pt x="44782" y="330519"/>
                    <a:pt x="75186" y="353486"/>
                    <a:pt x="78722" y="353486"/>
                  </a:cubicBezTo>
                  <a:cubicBezTo>
                    <a:pt x="80843" y="353486"/>
                    <a:pt x="82257" y="352426"/>
                    <a:pt x="82257" y="349953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8D2D64AF-7228-9021-CCC5-C512FC2C14BB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1055905" y="8151911"/>
              <a:ext cx="161921" cy="160058"/>
            </a:xfrm>
            <a:custGeom>
              <a:avLst/>
              <a:gdLst>
                <a:gd name="connsiteX0" fmla="*/ 117969 w 161921"/>
                <a:gd name="connsiteY0" fmla="*/ 22770 h 160058"/>
                <a:gd name="connsiteX1" fmla="*/ 85443 w 161921"/>
                <a:gd name="connsiteY1" fmla="*/ 157 h 160058"/>
                <a:gd name="connsiteX2" fmla="*/ 240 w 161921"/>
                <a:gd name="connsiteY2" fmla="*/ 103682 h 160058"/>
                <a:gd name="connsiteX3" fmla="*/ 47261 w 161921"/>
                <a:gd name="connsiteY3" fmla="*/ 160215 h 160058"/>
                <a:gd name="connsiteX4" fmla="*/ 93221 w 161921"/>
                <a:gd name="connsiteY4" fmla="*/ 133715 h 160058"/>
                <a:gd name="connsiteX5" fmla="*/ 125393 w 161921"/>
                <a:gd name="connsiteY5" fmla="*/ 160215 h 160058"/>
                <a:gd name="connsiteX6" fmla="*/ 151555 w 161921"/>
                <a:gd name="connsiteY6" fmla="*/ 140782 h 160058"/>
                <a:gd name="connsiteX7" fmla="*/ 162161 w 161921"/>
                <a:gd name="connsiteY7" fmla="*/ 105802 h 160058"/>
                <a:gd name="connsiteX8" fmla="*/ 157919 w 161921"/>
                <a:gd name="connsiteY8" fmla="*/ 102269 h 160058"/>
                <a:gd name="connsiteX9" fmla="*/ 152969 w 161921"/>
                <a:gd name="connsiteY9" fmla="*/ 108629 h 160058"/>
                <a:gd name="connsiteX10" fmla="*/ 126100 w 161921"/>
                <a:gd name="connsiteY10" fmla="*/ 152441 h 160058"/>
                <a:gd name="connsiteX11" fmla="*/ 115494 w 161921"/>
                <a:gd name="connsiteY11" fmla="*/ 136188 h 160058"/>
                <a:gd name="connsiteX12" fmla="*/ 120090 w 161921"/>
                <a:gd name="connsiteY12" fmla="*/ 110042 h 160058"/>
                <a:gd name="connsiteX13" fmla="*/ 127868 w 161921"/>
                <a:gd name="connsiteY13" fmla="*/ 78242 h 160058"/>
                <a:gd name="connsiteX14" fmla="*/ 140595 w 161921"/>
                <a:gd name="connsiteY14" fmla="*/ 28776 h 160058"/>
                <a:gd name="connsiteX15" fmla="*/ 143070 w 161921"/>
                <a:gd name="connsiteY15" fmla="*/ 16763 h 160058"/>
                <a:gd name="connsiteX16" fmla="*/ 132817 w 161921"/>
                <a:gd name="connsiteY16" fmla="*/ 7223 h 160058"/>
                <a:gd name="connsiteX17" fmla="*/ 117969 w 161921"/>
                <a:gd name="connsiteY17" fmla="*/ 22770 h 160058"/>
                <a:gd name="connsiteX18" fmla="*/ 94989 w 161921"/>
                <a:gd name="connsiteY18" fmla="*/ 114282 h 160058"/>
                <a:gd name="connsiteX19" fmla="*/ 87918 w 161921"/>
                <a:gd name="connsiteY19" fmla="*/ 127355 h 160058"/>
                <a:gd name="connsiteX20" fmla="*/ 47968 w 161921"/>
                <a:gd name="connsiteY20" fmla="*/ 152441 h 160058"/>
                <a:gd name="connsiteX21" fmla="*/ 25341 w 161921"/>
                <a:gd name="connsiteY21" fmla="*/ 119229 h 160058"/>
                <a:gd name="connsiteX22" fmla="*/ 44786 w 161921"/>
                <a:gd name="connsiteY22" fmla="*/ 41849 h 160058"/>
                <a:gd name="connsiteX23" fmla="*/ 85797 w 161921"/>
                <a:gd name="connsiteY23" fmla="*/ 7930 h 160058"/>
                <a:gd name="connsiteX24" fmla="*/ 113726 w 161921"/>
                <a:gd name="connsiteY24" fmla="*/ 39023 h 160058"/>
                <a:gd name="connsiteX25" fmla="*/ 112666 w 161921"/>
                <a:gd name="connsiteY25" fmla="*/ 45029 h 160058"/>
                <a:gd name="connsiteX26" fmla="*/ 94989 w 161921"/>
                <a:gd name="connsiteY26" fmla="*/ 114282 h 160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921" h="160058">
                  <a:moveTo>
                    <a:pt x="117969" y="22770"/>
                  </a:moveTo>
                  <a:cubicBezTo>
                    <a:pt x="111605" y="9696"/>
                    <a:pt x="101352" y="157"/>
                    <a:pt x="85443" y="157"/>
                  </a:cubicBezTo>
                  <a:cubicBezTo>
                    <a:pt x="44079" y="157"/>
                    <a:pt x="240" y="52096"/>
                    <a:pt x="240" y="103682"/>
                  </a:cubicBezTo>
                  <a:cubicBezTo>
                    <a:pt x="240" y="136895"/>
                    <a:pt x="19685" y="160215"/>
                    <a:pt x="47261" y="160215"/>
                  </a:cubicBezTo>
                  <a:cubicBezTo>
                    <a:pt x="54332" y="160215"/>
                    <a:pt x="72008" y="158801"/>
                    <a:pt x="93221" y="133715"/>
                  </a:cubicBezTo>
                  <a:cubicBezTo>
                    <a:pt x="96049" y="148555"/>
                    <a:pt x="108423" y="160215"/>
                    <a:pt x="125393" y="160215"/>
                  </a:cubicBezTo>
                  <a:cubicBezTo>
                    <a:pt x="137767" y="160215"/>
                    <a:pt x="145898" y="152088"/>
                    <a:pt x="151555" y="140782"/>
                  </a:cubicBezTo>
                  <a:cubicBezTo>
                    <a:pt x="157565" y="128062"/>
                    <a:pt x="162161" y="106509"/>
                    <a:pt x="162161" y="105802"/>
                  </a:cubicBezTo>
                  <a:cubicBezTo>
                    <a:pt x="162161" y="102269"/>
                    <a:pt x="158979" y="102269"/>
                    <a:pt x="157919" y="102269"/>
                  </a:cubicBezTo>
                  <a:cubicBezTo>
                    <a:pt x="154383" y="102269"/>
                    <a:pt x="154030" y="103682"/>
                    <a:pt x="152969" y="108629"/>
                  </a:cubicBezTo>
                  <a:cubicBezTo>
                    <a:pt x="146959" y="131595"/>
                    <a:pt x="140595" y="152441"/>
                    <a:pt x="126100" y="152441"/>
                  </a:cubicBezTo>
                  <a:cubicBezTo>
                    <a:pt x="116554" y="152441"/>
                    <a:pt x="115494" y="143255"/>
                    <a:pt x="115494" y="136188"/>
                  </a:cubicBezTo>
                  <a:cubicBezTo>
                    <a:pt x="115494" y="128415"/>
                    <a:pt x="116201" y="125588"/>
                    <a:pt x="120090" y="110042"/>
                  </a:cubicBezTo>
                  <a:cubicBezTo>
                    <a:pt x="123979" y="95202"/>
                    <a:pt x="124686" y="91669"/>
                    <a:pt x="127868" y="78242"/>
                  </a:cubicBezTo>
                  <a:lnTo>
                    <a:pt x="140595" y="28776"/>
                  </a:lnTo>
                  <a:cubicBezTo>
                    <a:pt x="143070" y="18883"/>
                    <a:pt x="143070" y="18176"/>
                    <a:pt x="143070" y="16763"/>
                  </a:cubicBezTo>
                  <a:cubicBezTo>
                    <a:pt x="143070" y="10756"/>
                    <a:pt x="138828" y="7223"/>
                    <a:pt x="132817" y="7223"/>
                  </a:cubicBezTo>
                  <a:cubicBezTo>
                    <a:pt x="124332" y="7223"/>
                    <a:pt x="119029" y="14996"/>
                    <a:pt x="117969" y="22770"/>
                  </a:cubicBezTo>
                  <a:close/>
                  <a:moveTo>
                    <a:pt x="94989" y="114282"/>
                  </a:moveTo>
                  <a:cubicBezTo>
                    <a:pt x="93221" y="120642"/>
                    <a:pt x="93221" y="121349"/>
                    <a:pt x="87918" y="127355"/>
                  </a:cubicBezTo>
                  <a:cubicBezTo>
                    <a:pt x="72362" y="146788"/>
                    <a:pt x="57867" y="152441"/>
                    <a:pt x="47968" y="152441"/>
                  </a:cubicBezTo>
                  <a:cubicBezTo>
                    <a:pt x="30291" y="152441"/>
                    <a:pt x="25341" y="133008"/>
                    <a:pt x="25341" y="119229"/>
                  </a:cubicBezTo>
                  <a:cubicBezTo>
                    <a:pt x="25341" y="101562"/>
                    <a:pt x="36655" y="58103"/>
                    <a:pt x="44786" y="41849"/>
                  </a:cubicBezTo>
                  <a:cubicBezTo>
                    <a:pt x="55746" y="21003"/>
                    <a:pt x="71655" y="7930"/>
                    <a:pt x="85797" y="7930"/>
                  </a:cubicBezTo>
                  <a:cubicBezTo>
                    <a:pt x="108777" y="7930"/>
                    <a:pt x="113726" y="36903"/>
                    <a:pt x="113726" y="39023"/>
                  </a:cubicBezTo>
                  <a:cubicBezTo>
                    <a:pt x="113726" y="41143"/>
                    <a:pt x="113019" y="43263"/>
                    <a:pt x="112666" y="45029"/>
                  </a:cubicBezTo>
                  <a:lnTo>
                    <a:pt x="94989" y="114282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F84A8690-236D-5B85-265D-FA2F2C36E570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1243985" y="8252008"/>
              <a:ext cx="116067" cy="111546"/>
            </a:xfrm>
            <a:custGeom>
              <a:avLst/>
              <a:gdLst>
                <a:gd name="connsiteX0" fmla="*/ 116312 w 116067"/>
                <a:gd name="connsiteY0" fmla="*/ 43441 h 111546"/>
                <a:gd name="connsiteX1" fmla="*/ 71519 w 116067"/>
                <a:gd name="connsiteY1" fmla="*/ 158 h 111546"/>
                <a:gd name="connsiteX2" fmla="*/ 245 w 116067"/>
                <a:gd name="connsiteY2" fmla="*/ 68421 h 111546"/>
                <a:gd name="connsiteX3" fmla="*/ 45286 w 116067"/>
                <a:gd name="connsiteY3" fmla="*/ 111704 h 111546"/>
                <a:gd name="connsiteX4" fmla="*/ 116312 w 116067"/>
                <a:gd name="connsiteY4" fmla="*/ 43441 h 111546"/>
                <a:gd name="connsiteX5" fmla="*/ 45534 w 116067"/>
                <a:gd name="connsiteY5" fmla="*/ 104779 h 111546"/>
                <a:gd name="connsiteX6" fmla="*/ 20786 w 116067"/>
                <a:gd name="connsiteY6" fmla="*/ 77325 h 111546"/>
                <a:gd name="connsiteX7" fmla="*/ 35140 w 116067"/>
                <a:gd name="connsiteY7" fmla="*/ 28848 h 111546"/>
                <a:gd name="connsiteX8" fmla="*/ 71271 w 116067"/>
                <a:gd name="connsiteY8" fmla="*/ 7083 h 111546"/>
                <a:gd name="connsiteX9" fmla="*/ 96019 w 116067"/>
                <a:gd name="connsiteY9" fmla="*/ 34537 h 111546"/>
                <a:gd name="connsiteX10" fmla="*/ 82160 w 116067"/>
                <a:gd name="connsiteY10" fmla="*/ 82272 h 111546"/>
                <a:gd name="connsiteX11" fmla="*/ 45534 w 116067"/>
                <a:gd name="connsiteY11" fmla="*/ 104779 h 11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6067" h="111546">
                  <a:moveTo>
                    <a:pt x="116312" y="43441"/>
                  </a:moveTo>
                  <a:cubicBezTo>
                    <a:pt x="116312" y="15987"/>
                    <a:pt x="95772" y="158"/>
                    <a:pt x="71519" y="158"/>
                  </a:cubicBezTo>
                  <a:cubicBezTo>
                    <a:pt x="34892" y="158"/>
                    <a:pt x="245" y="34537"/>
                    <a:pt x="245" y="68421"/>
                  </a:cubicBezTo>
                  <a:cubicBezTo>
                    <a:pt x="245" y="93154"/>
                    <a:pt x="18311" y="111704"/>
                    <a:pt x="45286" y="111704"/>
                  </a:cubicBezTo>
                  <a:cubicBezTo>
                    <a:pt x="80675" y="111704"/>
                    <a:pt x="116312" y="79056"/>
                    <a:pt x="116312" y="43441"/>
                  </a:cubicBezTo>
                  <a:close/>
                  <a:moveTo>
                    <a:pt x="45534" y="104779"/>
                  </a:moveTo>
                  <a:cubicBezTo>
                    <a:pt x="33160" y="104779"/>
                    <a:pt x="20786" y="96864"/>
                    <a:pt x="20786" y="77325"/>
                  </a:cubicBezTo>
                  <a:cubicBezTo>
                    <a:pt x="20786" y="67185"/>
                    <a:pt x="25488" y="42946"/>
                    <a:pt x="35140" y="28848"/>
                  </a:cubicBezTo>
                  <a:cubicBezTo>
                    <a:pt x="45781" y="13514"/>
                    <a:pt x="60135" y="7083"/>
                    <a:pt x="71271" y="7083"/>
                  </a:cubicBezTo>
                  <a:cubicBezTo>
                    <a:pt x="84635" y="7083"/>
                    <a:pt x="96019" y="16235"/>
                    <a:pt x="96019" y="34537"/>
                  </a:cubicBezTo>
                  <a:cubicBezTo>
                    <a:pt x="96019" y="40473"/>
                    <a:pt x="93049" y="64959"/>
                    <a:pt x="82160" y="82272"/>
                  </a:cubicBezTo>
                  <a:cubicBezTo>
                    <a:pt x="72756" y="96864"/>
                    <a:pt x="57908" y="104779"/>
                    <a:pt x="45534" y="104779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671831F8-7AED-14DB-B466-7334FDF277C9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1484229" y="8102091"/>
              <a:ext cx="235103" cy="235317"/>
            </a:xfrm>
            <a:custGeom>
              <a:avLst/>
              <a:gdLst>
                <a:gd name="connsiteX0" fmla="*/ 125051 w 235103"/>
                <a:gd name="connsiteY0" fmla="*/ 124882 h 235317"/>
                <a:gd name="connsiteX1" fmla="*/ 223689 w 235103"/>
                <a:gd name="connsiteY1" fmla="*/ 124882 h 235317"/>
                <a:gd name="connsiteX2" fmla="*/ 235356 w 235103"/>
                <a:gd name="connsiteY2" fmla="*/ 117815 h 235317"/>
                <a:gd name="connsiteX3" fmla="*/ 223689 w 235103"/>
                <a:gd name="connsiteY3" fmla="*/ 110749 h 235317"/>
                <a:gd name="connsiteX4" fmla="*/ 125051 w 235103"/>
                <a:gd name="connsiteY4" fmla="*/ 110749 h 235317"/>
                <a:gd name="connsiteX5" fmla="*/ 125051 w 235103"/>
                <a:gd name="connsiteY5" fmla="*/ 11816 h 235317"/>
                <a:gd name="connsiteX6" fmla="*/ 117981 w 235103"/>
                <a:gd name="connsiteY6" fmla="*/ 157 h 235317"/>
                <a:gd name="connsiteX7" fmla="*/ 110910 w 235103"/>
                <a:gd name="connsiteY7" fmla="*/ 11816 h 235317"/>
                <a:gd name="connsiteX8" fmla="*/ 110910 w 235103"/>
                <a:gd name="connsiteY8" fmla="*/ 110749 h 235317"/>
                <a:gd name="connsiteX9" fmla="*/ 11919 w 235103"/>
                <a:gd name="connsiteY9" fmla="*/ 110749 h 235317"/>
                <a:gd name="connsiteX10" fmla="*/ 252 w 235103"/>
                <a:gd name="connsiteY10" fmla="*/ 117815 h 235317"/>
                <a:gd name="connsiteX11" fmla="*/ 11919 w 235103"/>
                <a:gd name="connsiteY11" fmla="*/ 124882 h 235317"/>
                <a:gd name="connsiteX12" fmla="*/ 110910 w 235103"/>
                <a:gd name="connsiteY12" fmla="*/ 124882 h 235317"/>
                <a:gd name="connsiteX13" fmla="*/ 110910 w 235103"/>
                <a:gd name="connsiteY13" fmla="*/ 223814 h 235317"/>
                <a:gd name="connsiteX14" fmla="*/ 117981 w 235103"/>
                <a:gd name="connsiteY14" fmla="*/ 235474 h 235317"/>
                <a:gd name="connsiteX15" fmla="*/ 125051 w 235103"/>
                <a:gd name="connsiteY15" fmla="*/ 223814 h 235317"/>
                <a:gd name="connsiteX16" fmla="*/ 125051 w 235103"/>
                <a:gd name="connsiteY16" fmla="*/ 124882 h 235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103" h="235317">
                  <a:moveTo>
                    <a:pt x="125051" y="124882"/>
                  </a:moveTo>
                  <a:lnTo>
                    <a:pt x="223689" y="124882"/>
                  </a:lnTo>
                  <a:cubicBezTo>
                    <a:pt x="228638" y="124882"/>
                    <a:pt x="235356" y="124882"/>
                    <a:pt x="235356" y="117815"/>
                  </a:cubicBezTo>
                  <a:cubicBezTo>
                    <a:pt x="235356" y="110749"/>
                    <a:pt x="228638" y="110749"/>
                    <a:pt x="223689" y="110749"/>
                  </a:cubicBezTo>
                  <a:lnTo>
                    <a:pt x="125051" y="110749"/>
                  </a:lnTo>
                  <a:lnTo>
                    <a:pt x="125051" y="11816"/>
                  </a:lnTo>
                  <a:cubicBezTo>
                    <a:pt x="125051" y="6870"/>
                    <a:pt x="125051" y="157"/>
                    <a:pt x="117981" y="157"/>
                  </a:cubicBezTo>
                  <a:cubicBezTo>
                    <a:pt x="110910" y="157"/>
                    <a:pt x="110910" y="6870"/>
                    <a:pt x="110910" y="11816"/>
                  </a:cubicBezTo>
                  <a:lnTo>
                    <a:pt x="110910" y="110749"/>
                  </a:lnTo>
                  <a:lnTo>
                    <a:pt x="11919" y="110749"/>
                  </a:lnTo>
                  <a:cubicBezTo>
                    <a:pt x="6969" y="110749"/>
                    <a:pt x="252" y="110749"/>
                    <a:pt x="252" y="117815"/>
                  </a:cubicBezTo>
                  <a:cubicBezTo>
                    <a:pt x="252" y="124882"/>
                    <a:pt x="6969" y="124882"/>
                    <a:pt x="11919" y="124882"/>
                  </a:cubicBezTo>
                  <a:lnTo>
                    <a:pt x="110910" y="124882"/>
                  </a:lnTo>
                  <a:lnTo>
                    <a:pt x="110910" y="223814"/>
                  </a:lnTo>
                  <a:cubicBezTo>
                    <a:pt x="110910" y="228761"/>
                    <a:pt x="110910" y="235474"/>
                    <a:pt x="117981" y="235474"/>
                  </a:cubicBezTo>
                  <a:cubicBezTo>
                    <a:pt x="125051" y="235474"/>
                    <a:pt x="125051" y="228761"/>
                    <a:pt x="125051" y="223814"/>
                  </a:cubicBezTo>
                  <a:lnTo>
                    <a:pt x="125051" y="124882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0BC985FA-AA69-77D6-6CD9-084943DC25BC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1832111" y="8151911"/>
              <a:ext cx="161921" cy="160058"/>
            </a:xfrm>
            <a:custGeom>
              <a:avLst/>
              <a:gdLst>
                <a:gd name="connsiteX0" fmla="*/ 117991 w 161921"/>
                <a:gd name="connsiteY0" fmla="*/ 22770 h 160058"/>
                <a:gd name="connsiteX1" fmla="*/ 85465 w 161921"/>
                <a:gd name="connsiteY1" fmla="*/ 157 h 160058"/>
                <a:gd name="connsiteX2" fmla="*/ 262 w 161921"/>
                <a:gd name="connsiteY2" fmla="*/ 103682 h 160058"/>
                <a:gd name="connsiteX3" fmla="*/ 47283 w 161921"/>
                <a:gd name="connsiteY3" fmla="*/ 160215 h 160058"/>
                <a:gd name="connsiteX4" fmla="*/ 93243 w 161921"/>
                <a:gd name="connsiteY4" fmla="*/ 133715 h 160058"/>
                <a:gd name="connsiteX5" fmla="*/ 125415 w 161921"/>
                <a:gd name="connsiteY5" fmla="*/ 160215 h 160058"/>
                <a:gd name="connsiteX6" fmla="*/ 151577 w 161921"/>
                <a:gd name="connsiteY6" fmla="*/ 140782 h 160058"/>
                <a:gd name="connsiteX7" fmla="*/ 162183 w 161921"/>
                <a:gd name="connsiteY7" fmla="*/ 105802 h 160058"/>
                <a:gd name="connsiteX8" fmla="*/ 157941 w 161921"/>
                <a:gd name="connsiteY8" fmla="*/ 102269 h 160058"/>
                <a:gd name="connsiteX9" fmla="*/ 152991 w 161921"/>
                <a:gd name="connsiteY9" fmla="*/ 108629 h 160058"/>
                <a:gd name="connsiteX10" fmla="*/ 126122 w 161921"/>
                <a:gd name="connsiteY10" fmla="*/ 152441 h 160058"/>
                <a:gd name="connsiteX11" fmla="*/ 115516 w 161921"/>
                <a:gd name="connsiteY11" fmla="*/ 136188 h 160058"/>
                <a:gd name="connsiteX12" fmla="*/ 120112 w 161921"/>
                <a:gd name="connsiteY12" fmla="*/ 110042 h 160058"/>
                <a:gd name="connsiteX13" fmla="*/ 127890 w 161921"/>
                <a:gd name="connsiteY13" fmla="*/ 78242 h 160058"/>
                <a:gd name="connsiteX14" fmla="*/ 140617 w 161921"/>
                <a:gd name="connsiteY14" fmla="*/ 28776 h 160058"/>
                <a:gd name="connsiteX15" fmla="*/ 143092 w 161921"/>
                <a:gd name="connsiteY15" fmla="*/ 16763 h 160058"/>
                <a:gd name="connsiteX16" fmla="*/ 132839 w 161921"/>
                <a:gd name="connsiteY16" fmla="*/ 7223 h 160058"/>
                <a:gd name="connsiteX17" fmla="*/ 117991 w 161921"/>
                <a:gd name="connsiteY17" fmla="*/ 22770 h 160058"/>
                <a:gd name="connsiteX18" fmla="*/ 95010 w 161921"/>
                <a:gd name="connsiteY18" fmla="*/ 114282 h 160058"/>
                <a:gd name="connsiteX19" fmla="*/ 87940 w 161921"/>
                <a:gd name="connsiteY19" fmla="*/ 127355 h 160058"/>
                <a:gd name="connsiteX20" fmla="*/ 47990 w 161921"/>
                <a:gd name="connsiteY20" fmla="*/ 152441 h 160058"/>
                <a:gd name="connsiteX21" fmla="*/ 25363 w 161921"/>
                <a:gd name="connsiteY21" fmla="*/ 119229 h 160058"/>
                <a:gd name="connsiteX22" fmla="*/ 44808 w 161921"/>
                <a:gd name="connsiteY22" fmla="*/ 41849 h 160058"/>
                <a:gd name="connsiteX23" fmla="*/ 85818 w 161921"/>
                <a:gd name="connsiteY23" fmla="*/ 7930 h 160058"/>
                <a:gd name="connsiteX24" fmla="*/ 113748 w 161921"/>
                <a:gd name="connsiteY24" fmla="*/ 39023 h 160058"/>
                <a:gd name="connsiteX25" fmla="*/ 112687 w 161921"/>
                <a:gd name="connsiteY25" fmla="*/ 45029 h 160058"/>
                <a:gd name="connsiteX26" fmla="*/ 95010 w 161921"/>
                <a:gd name="connsiteY26" fmla="*/ 114282 h 160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921" h="160058">
                  <a:moveTo>
                    <a:pt x="117991" y="22770"/>
                  </a:moveTo>
                  <a:cubicBezTo>
                    <a:pt x="111627" y="9696"/>
                    <a:pt x="101374" y="157"/>
                    <a:pt x="85465" y="157"/>
                  </a:cubicBezTo>
                  <a:cubicBezTo>
                    <a:pt x="44101" y="157"/>
                    <a:pt x="262" y="52096"/>
                    <a:pt x="262" y="103682"/>
                  </a:cubicBezTo>
                  <a:cubicBezTo>
                    <a:pt x="262" y="136895"/>
                    <a:pt x="19706" y="160215"/>
                    <a:pt x="47283" y="160215"/>
                  </a:cubicBezTo>
                  <a:cubicBezTo>
                    <a:pt x="54353" y="160215"/>
                    <a:pt x="72030" y="158801"/>
                    <a:pt x="93243" y="133715"/>
                  </a:cubicBezTo>
                  <a:cubicBezTo>
                    <a:pt x="96071" y="148555"/>
                    <a:pt x="108445" y="160215"/>
                    <a:pt x="125415" y="160215"/>
                  </a:cubicBezTo>
                  <a:cubicBezTo>
                    <a:pt x="137789" y="160215"/>
                    <a:pt x="145920" y="152088"/>
                    <a:pt x="151577" y="140782"/>
                  </a:cubicBezTo>
                  <a:cubicBezTo>
                    <a:pt x="157587" y="128062"/>
                    <a:pt x="162183" y="106509"/>
                    <a:pt x="162183" y="105802"/>
                  </a:cubicBezTo>
                  <a:cubicBezTo>
                    <a:pt x="162183" y="102269"/>
                    <a:pt x="159001" y="102269"/>
                    <a:pt x="157941" y="102269"/>
                  </a:cubicBezTo>
                  <a:cubicBezTo>
                    <a:pt x="154405" y="102269"/>
                    <a:pt x="154052" y="103682"/>
                    <a:pt x="152991" y="108629"/>
                  </a:cubicBezTo>
                  <a:cubicBezTo>
                    <a:pt x="146981" y="131595"/>
                    <a:pt x="140617" y="152441"/>
                    <a:pt x="126122" y="152441"/>
                  </a:cubicBezTo>
                  <a:cubicBezTo>
                    <a:pt x="116576" y="152441"/>
                    <a:pt x="115516" y="143255"/>
                    <a:pt x="115516" y="136188"/>
                  </a:cubicBezTo>
                  <a:cubicBezTo>
                    <a:pt x="115516" y="128415"/>
                    <a:pt x="116223" y="125588"/>
                    <a:pt x="120112" y="110042"/>
                  </a:cubicBezTo>
                  <a:cubicBezTo>
                    <a:pt x="124001" y="95202"/>
                    <a:pt x="124708" y="91669"/>
                    <a:pt x="127890" y="78242"/>
                  </a:cubicBezTo>
                  <a:lnTo>
                    <a:pt x="140617" y="28776"/>
                  </a:lnTo>
                  <a:cubicBezTo>
                    <a:pt x="143092" y="18883"/>
                    <a:pt x="143092" y="18176"/>
                    <a:pt x="143092" y="16763"/>
                  </a:cubicBezTo>
                  <a:cubicBezTo>
                    <a:pt x="143092" y="10756"/>
                    <a:pt x="138849" y="7223"/>
                    <a:pt x="132839" y="7223"/>
                  </a:cubicBezTo>
                  <a:cubicBezTo>
                    <a:pt x="124354" y="7223"/>
                    <a:pt x="119051" y="14996"/>
                    <a:pt x="117991" y="22770"/>
                  </a:cubicBezTo>
                  <a:close/>
                  <a:moveTo>
                    <a:pt x="95010" y="114282"/>
                  </a:moveTo>
                  <a:cubicBezTo>
                    <a:pt x="93243" y="120642"/>
                    <a:pt x="93243" y="121349"/>
                    <a:pt x="87940" y="127355"/>
                  </a:cubicBezTo>
                  <a:cubicBezTo>
                    <a:pt x="72384" y="146788"/>
                    <a:pt x="57889" y="152441"/>
                    <a:pt x="47990" y="152441"/>
                  </a:cubicBezTo>
                  <a:cubicBezTo>
                    <a:pt x="30313" y="152441"/>
                    <a:pt x="25363" y="133008"/>
                    <a:pt x="25363" y="119229"/>
                  </a:cubicBezTo>
                  <a:cubicBezTo>
                    <a:pt x="25363" y="101562"/>
                    <a:pt x="36676" y="58103"/>
                    <a:pt x="44808" y="41849"/>
                  </a:cubicBezTo>
                  <a:cubicBezTo>
                    <a:pt x="55768" y="21003"/>
                    <a:pt x="71677" y="7930"/>
                    <a:pt x="85818" y="7930"/>
                  </a:cubicBezTo>
                  <a:cubicBezTo>
                    <a:pt x="108798" y="7930"/>
                    <a:pt x="113748" y="36903"/>
                    <a:pt x="113748" y="39023"/>
                  </a:cubicBezTo>
                  <a:cubicBezTo>
                    <a:pt x="113748" y="41143"/>
                    <a:pt x="113041" y="43263"/>
                    <a:pt x="112687" y="45029"/>
                  </a:cubicBezTo>
                  <a:lnTo>
                    <a:pt x="95010" y="114282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069B08E-30C3-11B5-924E-BDCC35D4D9EB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2031822" y="8196854"/>
              <a:ext cx="90081" cy="164227"/>
            </a:xfrm>
            <a:custGeom>
              <a:avLst/>
              <a:gdLst>
                <a:gd name="connsiteX0" fmla="*/ 56197 w 90081"/>
                <a:gd name="connsiteY0" fmla="*/ 7083 h 164227"/>
                <a:gd name="connsiteX1" fmla="*/ 48773 w 90081"/>
                <a:gd name="connsiteY1" fmla="*/ 158 h 164227"/>
                <a:gd name="connsiteX2" fmla="*/ 267 w 90081"/>
                <a:gd name="connsiteY2" fmla="*/ 15987 h 164227"/>
                <a:gd name="connsiteX3" fmla="*/ 267 w 90081"/>
                <a:gd name="connsiteY3" fmla="*/ 24891 h 164227"/>
                <a:gd name="connsiteX4" fmla="*/ 36151 w 90081"/>
                <a:gd name="connsiteY4" fmla="*/ 17966 h 164227"/>
                <a:gd name="connsiteX5" fmla="*/ 36151 w 90081"/>
                <a:gd name="connsiteY5" fmla="*/ 144104 h 164227"/>
                <a:gd name="connsiteX6" fmla="*/ 11404 w 90081"/>
                <a:gd name="connsiteY6" fmla="*/ 155482 h 164227"/>
                <a:gd name="connsiteX7" fmla="*/ 1999 w 90081"/>
                <a:gd name="connsiteY7" fmla="*/ 155482 h 164227"/>
                <a:gd name="connsiteX8" fmla="*/ 1999 w 90081"/>
                <a:gd name="connsiteY8" fmla="*/ 164385 h 164227"/>
                <a:gd name="connsiteX9" fmla="*/ 46050 w 90081"/>
                <a:gd name="connsiteY9" fmla="*/ 163396 h 164227"/>
                <a:gd name="connsiteX10" fmla="*/ 90349 w 90081"/>
                <a:gd name="connsiteY10" fmla="*/ 164385 h 164227"/>
                <a:gd name="connsiteX11" fmla="*/ 90349 w 90081"/>
                <a:gd name="connsiteY11" fmla="*/ 155482 h 164227"/>
                <a:gd name="connsiteX12" fmla="*/ 80945 w 90081"/>
                <a:gd name="connsiteY12" fmla="*/ 155482 h 164227"/>
                <a:gd name="connsiteX13" fmla="*/ 56197 w 90081"/>
                <a:gd name="connsiteY13" fmla="*/ 144104 h 164227"/>
                <a:gd name="connsiteX14" fmla="*/ 56197 w 90081"/>
                <a:gd name="connsiteY14" fmla="*/ 7083 h 16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081" h="164227">
                  <a:moveTo>
                    <a:pt x="56197" y="7083"/>
                  </a:moveTo>
                  <a:cubicBezTo>
                    <a:pt x="56197" y="405"/>
                    <a:pt x="55702" y="158"/>
                    <a:pt x="48773" y="158"/>
                  </a:cubicBezTo>
                  <a:cubicBezTo>
                    <a:pt x="32934" y="15740"/>
                    <a:pt x="10414" y="15987"/>
                    <a:pt x="267" y="15987"/>
                  </a:cubicBezTo>
                  <a:lnTo>
                    <a:pt x="267" y="24891"/>
                  </a:lnTo>
                  <a:cubicBezTo>
                    <a:pt x="6207" y="24891"/>
                    <a:pt x="22540" y="24891"/>
                    <a:pt x="36151" y="17966"/>
                  </a:cubicBezTo>
                  <a:lnTo>
                    <a:pt x="36151" y="144104"/>
                  </a:lnTo>
                  <a:cubicBezTo>
                    <a:pt x="36151" y="152266"/>
                    <a:pt x="36151" y="155482"/>
                    <a:pt x="11404" y="155482"/>
                  </a:cubicBezTo>
                  <a:lnTo>
                    <a:pt x="1999" y="155482"/>
                  </a:lnTo>
                  <a:lnTo>
                    <a:pt x="1999" y="164385"/>
                  </a:lnTo>
                  <a:cubicBezTo>
                    <a:pt x="6454" y="164138"/>
                    <a:pt x="36894" y="163396"/>
                    <a:pt x="46050" y="163396"/>
                  </a:cubicBezTo>
                  <a:cubicBezTo>
                    <a:pt x="53722" y="163396"/>
                    <a:pt x="84904" y="164138"/>
                    <a:pt x="90349" y="164385"/>
                  </a:cubicBezTo>
                  <a:lnTo>
                    <a:pt x="90349" y="155482"/>
                  </a:lnTo>
                  <a:lnTo>
                    <a:pt x="80945" y="155482"/>
                  </a:lnTo>
                  <a:cubicBezTo>
                    <a:pt x="56197" y="155482"/>
                    <a:pt x="56197" y="152266"/>
                    <a:pt x="56197" y="144104"/>
                  </a:cubicBezTo>
                  <a:lnTo>
                    <a:pt x="56197" y="7083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1A7AB338-1293-13CB-C588-42B430EE78CC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2173702" y="8151911"/>
              <a:ext cx="176062" cy="160058"/>
            </a:xfrm>
            <a:custGeom>
              <a:avLst/>
              <a:gdLst>
                <a:gd name="connsiteX0" fmla="*/ 108101 w 176062"/>
                <a:gd name="connsiteY0" fmla="*/ 49623 h 160058"/>
                <a:gd name="connsiteX1" fmla="*/ 143102 w 176062"/>
                <a:gd name="connsiteY1" fmla="*/ 7930 h 160058"/>
                <a:gd name="connsiteX2" fmla="*/ 160779 w 176062"/>
                <a:gd name="connsiteY2" fmla="*/ 12523 h 160058"/>
                <a:gd name="connsiteX3" fmla="*/ 143809 w 176062"/>
                <a:gd name="connsiteY3" fmla="*/ 31603 h 160058"/>
                <a:gd name="connsiteX4" fmla="*/ 157243 w 176062"/>
                <a:gd name="connsiteY4" fmla="*/ 43969 h 160058"/>
                <a:gd name="connsiteX5" fmla="*/ 176334 w 176062"/>
                <a:gd name="connsiteY5" fmla="*/ 23476 h 160058"/>
                <a:gd name="connsiteX6" fmla="*/ 143455 w 176062"/>
                <a:gd name="connsiteY6" fmla="*/ 157 h 160058"/>
                <a:gd name="connsiteX7" fmla="*/ 106333 w 176062"/>
                <a:gd name="connsiteY7" fmla="*/ 27010 h 160058"/>
                <a:gd name="connsiteX8" fmla="*/ 68151 w 176062"/>
                <a:gd name="connsiteY8" fmla="*/ 157 h 160058"/>
                <a:gd name="connsiteX9" fmla="*/ 11231 w 176062"/>
                <a:gd name="connsiteY9" fmla="*/ 54569 h 160058"/>
                <a:gd name="connsiteX10" fmla="*/ 15474 w 176062"/>
                <a:gd name="connsiteY10" fmla="*/ 58103 h 160058"/>
                <a:gd name="connsiteX11" fmla="*/ 20070 w 176062"/>
                <a:gd name="connsiteY11" fmla="*/ 54216 h 160058"/>
                <a:gd name="connsiteX12" fmla="*/ 67444 w 176062"/>
                <a:gd name="connsiteY12" fmla="*/ 7930 h 160058"/>
                <a:gd name="connsiteX13" fmla="*/ 86535 w 176062"/>
                <a:gd name="connsiteY13" fmla="*/ 31603 h 160058"/>
                <a:gd name="connsiteX14" fmla="*/ 67444 w 176062"/>
                <a:gd name="connsiteY14" fmla="*/ 115695 h 160058"/>
                <a:gd name="connsiteX15" fmla="*/ 33858 w 176062"/>
                <a:gd name="connsiteY15" fmla="*/ 152441 h 160058"/>
                <a:gd name="connsiteX16" fmla="*/ 16181 w 176062"/>
                <a:gd name="connsiteY16" fmla="*/ 147848 h 160058"/>
                <a:gd name="connsiteX17" fmla="*/ 32797 w 176062"/>
                <a:gd name="connsiteY17" fmla="*/ 128768 h 160058"/>
                <a:gd name="connsiteX18" fmla="*/ 19716 w 176062"/>
                <a:gd name="connsiteY18" fmla="*/ 116402 h 160058"/>
                <a:gd name="connsiteX19" fmla="*/ 272 w 176062"/>
                <a:gd name="connsiteY19" fmla="*/ 136895 h 160058"/>
                <a:gd name="connsiteX20" fmla="*/ 33504 w 176062"/>
                <a:gd name="connsiteY20" fmla="*/ 160215 h 160058"/>
                <a:gd name="connsiteX21" fmla="*/ 70626 w 176062"/>
                <a:gd name="connsiteY21" fmla="*/ 133362 h 160058"/>
                <a:gd name="connsiteX22" fmla="*/ 108808 w 176062"/>
                <a:gd name="connsiteY22" fmla="*/ 160215 h 160058"/>
                <a:gd name="connsiteX23" fmla="*/ 165375 w 176062"/>
                <a:gd name="connsiteY23" fmla="*/ 105802 h 160058"/>
                <a:gd name="connsiteX24" fmla="*/ 161132 w 176062"/>
                <a:gd name="connsiteY24" fmla="*/ 102269 h 160058"/>
                <a:gd name="connsiteX25" fmla="*/ 156536 w 176062"/>
                <a:gd name="connsiteY25" fmla="*/ 106155 h 160058"/>
                <a:gd name="connsiteX26" fmla="*/ 109515 w 176062"/>
                <a:gd name="connsiteY26" fmla="*/ 152441 h 160058"/>
                <a:gd name="connsiteX27" fmla="*/ 90071 w 176062"/>
                <a:gd name="connsiteY27" fmla="*/ 129122 h 160058"/>
                <a:gd name="connsiteX28" fmla="*/ 96081 w 176062"/>
                <a:gd name="connsiteY28" fmla="*/ 98029 h 160058"/>
                <a:gd name="connsiteX29" fmla="*/ 108101 w 176062"/>
                <a:gd name="connsiteY29" fmla="*/ 49623 h 160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062" h="160058">
                  <a:moveTo>
                    <a:pt x="108101" y="49623"/>
                  </a:moveTo>
                  <a:cubicBezTo>
                    <a:pt x="110222" y="40436"/>
                    <a:pt x="118354" y="7930"/>
                    <a:pt x="143102" y="7930"/>
                  </a:cubicBezTo>
                  <a:cubicBezTo>
                    <a:pt x="144869" y="7930"/>
                    <a:pt x="153354" y="7930"/>
                    <a:pt x="160779" y="12523"/>
                  </a:cubicBezTo>
                  <a:cubicBezTo>
                    <a:pt x="150879" y="14290"/>
                    <a:pt x="143809" y="23123"/>
                    <a:pt x="143809" y="31603"/>
                  </a:cubicBezTo>
                  <a:cubicBezTo>
                    <a:pt x="143809" y="37256"/>
                    <a:pt x="147698" y="43969"/>
                    <a:pt x="157243" y="43969"/>
                  </a:cubicBezTo>
                  <a:cubicBezTo>
                    <a:pt x="165021" y="43969"/>
                    <a:pt x="176334" y="37609"/>
                    <a:pt x="176334" y="23476"/>
                  </a:cubicBezTo>
                  <a:cubicBezTo>
                    <a:pt x="176334" y="5103"/>
                    <a:pt x="155475" y="157"/>
                    <a:pt x="143455" y="157"/>
                  </a:cubicBezTo>
                  <a:cubicBezTo>
                    <a:pt x="122950" y="157"/>
                    <a:pt x="110576" y="18883"/>
                    <a:pt x="106333" y="27010"/>
                  </a:cubicBezTo>
                  <a:cubicBezTo>
                    <a:pt x="97495" y="3690"/>
                    <a:pt x="78404" y="157"/>
                    <a:pt x="68151" y="157"/>
                  </a:cubicBezTo>
                  <a:cubicBezTo>
                    <a:pt x="31383" y="157"/>
                    <a:pt x="11231" y="45736"/>
                    <a:pt x="11231" y="54569"/>
                  </a:cubicBezTo>
                  <a:cubicBezTo>
                    <a:pt x="11231" y="58103"/>
                    <a:pt x="14767" y="58103"/>
                    <a:pt x="15474" y="58103"/>
                  </a:cubicBezTo>
                  <a:cubicBezTo>
                    <a:pt x="18302" y="58103"/>
                    <a:pt x="19363" y="57396"/>
                    <a:pt x="20070" y="54216"/>
                  </a:cubicBezTo>
                  <a:cubicBezTo>
                    <a:pt x="32090" y="16763"/>
                    <a:pt x="55424" y="7930"/>
                    <a:pt x="67444" y="7930"/>
                  </a:cubicBezTo>
                  <a:cubicBezTo>
                    <a:pt x="74161" y="7930"/>
                    <a:pt x="86535" y="11110"/>
                    <a:pt x="86535" y="31603"/>
                  </a:cubicBezTo>
                  <a:cubicBezTo>
                    <a:pt x="86535" y="42556"/>
                    <a:pt x="80525" y="66229"/>
                    <a:pt x="67444" y="115695"/>
                  </a:cubicBezTo>
                  <a:cubicBezTo>
                    <a:pt x="61787" y="137602"/>
                    <a:pt x="49414" y="152441"/>
                    <a:pt x="33858" y="152441"/>
                  </a:cubicBezTo>
                  <a:cubicBezTo>
                    <a:pt x="31737" y="152441"/>
                    <a:pt x="23605" y="152441"/>
                    <a:pt x="16181" y="147848"/>
                  </a:cubicBezTo>
                  <a:cubicBezTo>
                    <a:pt x="25019" y="146082"/>
                    <a:pt x="32797" y="138662"/>
                    <a:pt x="32797" y="128768"/>
                  </a:cubicBezTo>
                  <a:cubicBezTo>
                    <a:pt x="32797" y="119229"/>
                    <a:pt x="25019" y="116402"/>
                    <a:pt x="19716" y="116402"/>
                  </a:cubicBezTo>
                  <a:cubicBezTo>
                    <a:pt x="9110" y="116402"/>
                    <a:pt x="272" y="125588"/>
                    <a:pt x="272" y="136895"/>
                  </a:cubicBezTo>
                  <a:cubicBezTo>
                    <a:pt x="272" y="153148"/>
                    <a:pt x="17949" y="160215"/>
                    <a:pt x="33504" y="160215"/>
                  </a:cubicBezTo>
                  <a:cubicBezTo>
                    <a:pt x="56838" y="160215"/>
                    <a:pt x="69565" y="135482"/>
                    <a:pt x="70626" y="133362"/>
                  </a:cubicBezTo>
                  <a:cubicBezTo>
                    <a:pt x="74868" y="146435"/>
                    <a:pt x="87596" y="160215"/>
                    <a:pt x="108808" y="160215"/>
                  </a:cubicBezTo>
                  <a:cubicBezTo>
                    <a:pt x="145223" y="160215"/>
                    <a:pt x="165375" y="114635"/>
                    <a:pt x="165375" y="105802"/>
                  </a:cubicBezTo>
                  <a:cubicBezTo>
                    <a:pt x="165375" y="102269"/>
                    <a:pt x="162193" y="102269"/>
                    <a:pt x="161132" y="102269"/>
                  </a:cubicBezTo>
                  <a:cubicBezTo>
                    <a:pt x="157950" y="102269"/>
                    <a:pt x="157243" y="103682"/>
                    <a:pt x="156536" y="106155"/>
                  </a:cubicBezTo>
                  <a:cubicBezTo>
                    <a:pt x="144869" y="143962"/>
                    <a:pt x="120829" y="152441"/>
                    <a:pt x="109515" y="152441"/>
                  </a:cubicBezTo>
                  <a:cubicBezTo>
                    <a:pt x="95727" y="152441"/>
                    <a:pt x="90071" y="141135"/>
                    <a:pt x="90071" y="129122"/>
                  </a:cubicBezTo>
                  <a:cubicBezTo>
                    <a:pt x="90071" y="121349"/>
                    <a:pt x="92192" y="113575"/>
                    <a:pt x="96081" y="98029"/>
                  </a:cubicBezTo>
                  <a:lnTo>
                    <a:pt x="108101" y="49623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173E32FD-4692-0555-6033-2DDB8D438B6E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2380603" y="7990548"/>
              <a:ext cx="127203" cy="174120"/>
            </a:xfrm>
            <a:custGeom>
              <a:avLst/>
              <a:gdLst>
                <a:gd name="connsiteX0" fmla="*/ 126491 w 127203"/>
                <a:gd name="connsiteY0" fmla="*/ 7572 h 174120"/>
                <a:gd name="connsiteX1" fmla="*/ 127481 w 127203"/>
                <a:gd name="connsiteY1" fmla="*/ 3615 h 174120"/>
                <a:gd name="connsiteX2" fmla="*/ 123521 w 127203"/>
                <a:gd name="connsiteY2" fmla="*/ 152 h 174120"/>
                <a:gd name="connsiteX3" fmla="*/ 91844 w 127203"/>
                <a:gd name="connsiteY3" fmla="*/ 2626 h 174120"/>
                <a:gd name="connsiteX4" fmla="*/ 86400 w 127203"/>
                <a:gd name="connsiteY4" fmla="*/ 8314 h 174120"/>
                <a:gd name="connsiteX5" fmla="*/ 92834 w 127203"/>
                <a:gd name="connsiteY5" fmla="*/ 11777 h 174120"/>
                <a:gd name="connsiteX6" fmla="*/ 104713 w 127203"/>
                <a:gd name="connsiteY6" fmla="*/ 15487 h 174120"/>
                <a:gd name="connsiteX7" fmla="*/ 103723 w 127203"/>
                <a:gd name="connsiteY7" fmla="*/ 20928 h 174120"/>
                <a:gd name="connsiteX8" fmla="*/ 89617 w 127203"/>
                <a:gd name="connsiteY8" fmla="*/ 77320 h 174120"/>
                <a:gd name="connsiteX9" fmla="*/ 64127 w 127203"/>
                <a:gd name="connsiteY9" fmla="*/ 62727 h 174120"/>
                <a:gd name="connsiteX10" fmla="*/ 277 w 127203"/>
                <a:gd name="connsiteY10" fmla="*/ 133216 h 174120"/>
                <a:gd name="connsiteX11" fmla="*/ 37646 w 127203"/>
                <a:gd name="connsiteY11" fmla="*/ 174273 h 174120"/>
                <a:gd name="connsiteX12" fmla="*/ 72788 w 127203"/>
                <a:gd name="connsiteY12" fmla="*/ 156960 h 174120"/>
                <a:gd name="connsiteX13" fmla="*/ 98278 w 127203"/>
                <a:gd name="connsiteY13" fmla="*/ 174273 h 174120"/>
                <a:gd name="connsiteX14" fmla="*/ 117829 w 127203"/>
                <a:gd name="connsiteY14" fmla="*/ 161165 h 174120"/>
                <a:gd name="connsiteX15" fmla="*/ 126491 w 127203"/>
                <a:gd name="connsiteY15" fmla="*/ 136432 h 174120"/>
                <a:gd name="connsiteX16" fmla="*/ 122531 w 127203"/>
                <a:gd name="connsiteY16" fmla="*/ 133216 h 174120"/>
                <a:gd name="connsiteX17" fmla="*/ 117087 w 127203"/>
                <a:gd name="connsiteY17" fmla="*/ 140884 h 174120"/>
                <a:gd name="connsiteX18" fmla="*/ 99021 w 127203"/>
                <a:gd name="connsiteY18" fmla="*/ 167348 h 174120"/>
                <a:gd name="connsiteX19" fmla="*/ 90854 w 127203"/>
                <a:gd name="connsiteY19" fmla="*/ 155229 h 174120"/>
                <a:gd name="connsiteX20" fmla="*/ 92091 w 127203"/>
                <a:gd name="connsiteY20" fmla="*/ 145088 h 174120"/>
                <a:gd name="connsiteX21" fmla="*/ 126491 w 127203"/>
                <a:gd name="connsiteY21" fmla="*/ 7572 h 174120"/>
                <a:gd name="connsiteX22" fmla="*/ 73778 w 127203"/>
                <a:gd name="connsiteY22" fmla="*/ 140884 h 174120"/>
                <a:gd name="connsiteX23" fmla="*/ 61157 w 127203"/>
                <a:gd name="connsiteY23" fmla="*/ 157455 h 174120"/>
                <a:gd name="connsiteX24" fmla="*/ 38389 w 127203"/>
                <a:gd name="connsiteY24" fmla="*/ 167348 h 174120"/>
                <a:gd name="connsiteX25" fmla="*/ 20323 w 127203"/>
                <a:gd name="connsiteY25" fmla="*/ 143357 h 174120"/>
                <a:gd name="connsiteX26" fmla="*/ 33192 w 127203"/>
                <a:gd name="connsiteY26" fmla="*/ 93149 h 174120"/>
                <a:gd name="connsiteX27" fmla="*/ 64127 w 127203"/>
                <a:gd name="connsiteY27" fmla="*/ 69652 h 174120"/>
                <a:gd name="connsiteX28" fmla="*/ 86152 w 127203"/>
                <a:gd name="connsiteY28" fmla="*/ 91170 h 174120"/>
                <a:gd name="connsiteX29" fmla="*/ 85410 w 127203"/>
                <a:gd name="connsiteY29" fmla="*/ 94633 h 174120"/>
                <a:gd name="connsiteX30" fmla="*/ 73778 w 127203"/>
                <a:gd name="connsiteY30" fmla="*/ 140884 h 17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7203" h="174120">
                  <a:moveTo>
                    <a:pt x="126491" y="7572"/>
                  </a:moveTo>
                  <a:cubicBezTo>
                    <a:pt x="126738" y="7078"/>
                    <a:pt x="127481" y="3862"/>
                    <a:pt x="127481" y="3615"/>
                  </a:cubicBezTo>
                  <a:cubicBezTo>
                    <a:pt x="127481" y="2378"/>
                    <a:pt x="126491" y="152"/>
                    <a:pt x="123521" y="152"/>
                  </a:cubicBezTo>
                  <a:cubicBezTo>
                    <a:pt x="118572" y="152"/>
                    <a:pt x="98031" y="2131"/>
                    <a:pt x="91844" y="2626"/>
                  </a:cubicBezTo>
                  <a:cubicBezTo>
                    <a:pt x="89864" y="2873"/>
                    <a:pt x="86400" y="3120"/>
                    <a:pt x="86400" y="8314"/>
                  </a:cubicBezTo>
                  <a:cubicBezTo>
                    <a:pt x="86400" y="11777"/>
                    <a:pt x="89864" y="11777"/>
                    <a:pt x="92834" y="11777"/>
                  </a:cubicBezTo>
                  <a:cubicBezTo>
                    <a:pt x="104713" y="11777"/>
                    <a:pt x="104713" y="13508"/>
                    <a:pt x="104713" y="15487"/>
                  </a:cubicBezTo>
                  <a:cubicBezTo>
                    <a:pt x="104713" y="17218"/>
                    <a:pt x="104218" y="18702"/>
                    <a:pt x="103723" y="20928"/>
                  </a:cubicBezTo>
                  <a:lnTo>
                    <a:pt x="89617" y="77320"/>
                  </a:lnTo>
                  <a:cubicBezTo>
                    <a:pt x="84420" y="69158"/>
                    <a:pt x="76005" y="62727"/>
                    <a:pt x="64127" y="62727"/>
                  </a:cubicBezTo>
                  <a:cubicBezTo>
                    <a:pt x="32449" y="62727"/>
                    <a:pt x="277" y="97601"/>
                    <a:pt x="277" y="133216"/>
                  </a:cubicBezTo>
                  <a:cubicBezTo>
                    <a:pt x="277" y="157207"/>
                    <a:pt x="16363" y="174273"/>
                    <a:pt x="37646" y="174273"/>
                  </a:cubicBezTo>
                  <a:cubicBezTo>
                    <a:pt x="51010" y="174273"/>
                    <a:pt x="62889" y="166606"/>
                    <a:pt x="72788" y="156960"/>
                  </a:cubicBezTo>
                  <a:cubicBezTo>
                    <a:pt x="77490" y="171800"/>
                    <a:pt x="91844" y="174273"/>
                    <a:pt x="98278" y="174273"/>
                  </a:cubicBezTo>
                  <a:cubicBezTo>
                    <a:pt x="107188" y="174273"/>
                    <a:pt x="113375" y="168832"/>
                    <a:pt x="117829" y="161165"/>
                  </a:cubicBezTo>
                  <a:cubicBezTo>
                    <a:pt x="123274" y="151519"/>
                    <a:pt x="126491" y="137421"/>
                    <a:pt x="126491" y="136432"/>
                  </a:cubicBezTo>
                  <a:cubicBezTo>
                    <a:pt x="126491" y="133216"/>
                    <a:pt x="123274" y="133216"/>
                    <a:pt x="122531" y="133216"/>
                  </a:cubicBezTo>
                  <a:cubicBezTo>
                    <a:pt x="119067" y="133216"/>
                    <a:pt x="118819" y="134206"/>
                    <a:pt x="117087" y="140884"/>
                  </a:cubicBezTo>
                  <a:cubicBezTo>
                    <a:pt x="114117" y="152755"/>
                    <a:pt x="109415" y="167348"/>
                    <a:pt x="99021" y="167348"/>
                  </a:cubicBezTo>
                  <a:cubicBezTo>
                    <a:pt x="92586" y="167348"/>
                    <a:pt x="90854" y="161907"/>
                    <a:pt x="90854" y="155229"/>
                  </a:cubicBezTo>
                  <a:cubicBezTo>
                    <a:pt x="90854" y="150529"/>
                    <a:pt x="91349" y="148303"/>
                    <a:pt x="92091" y="145088"/>
                  </a:cubicBezTo>
                  <a:lnTo>
                    <a:pt x="126491" y="7572"/>
                  </a:lnTo>
                  <a:close/>
                  <a:moveTo>
                    <a:pt x="73778" y="140884"/>
                  </a:moveTo>
                  <a:cubicBezTo>
                    <a:pt x="72046" y="147809"/>
                    <a:pt x="66601" y="152755"/>
                    <a:pt x="61157" y="157455"/>
                  </a:cubicBezTo>
                  <a:cubicBezTo>
                    <a:pt x="58929" y="159433"/>
                    <a:pt x="49030" y="167348"/>
                    <a:pt x="38389" y="167348"/>
                  </a:cubicBezTo>
                  <a:cubicBezTo>
                    <a:pt x="29232" y="167348"/>
                    <a:pt x="20323" y="160917"/>
                    <a:pt x="20323" y="143357"/>
                  </a:cubicBezTo>
                  <a:cubicBezTo>
                    <a:pt x="20323" y="130248"/>
                    <a:pt x="27500" y="103042"/>
                    <a:pt x="33192" y="93149"/>
                  </a:cubicBezTo>
                  <a:cubicBezTo>
                    <a:pt x="44576" y="73362"/>
                    <a:pt x="57197" y="69652"/>
                    <a:pt x="64127" y="69652"/>
                  </a:cubicBezTo>
                  <a:cubicBezTo>
                    <a:pt x="81450" y="69652"/>
                    <a:pt x="86152" y="88449"/>
                    <a:pt x="86152" y="91170"/>
                  </a:cubicBezTo>
                  <a:cubicBezTo>
                    <a:pt x="86152" y="92159"/>
                    <a:pt x="85657" y="93891"/>
                    <a:pt x="85410" y="94633"/>
                  </a:cubicBezTo>
                  <a:lnTo>
                    <a:pt x="73778" y="140884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1D7B1BFD-0D30-D236-28F0-0CD29BAA446B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2377139" y="8231451"/>
              <a:ext cx="74985" cy="166453"/>
            </a:xfrm>
            <a:custGeom>
              <a:avLst/>
              <a:gdLst>
                <a:gd name="connsiteX0" fmla="*/ 68829 w 74985"/>
                <a:gd name="connsiteY0" fmla="*/ 9558 h 166453"/>
                <a:gd name="connsiteX1" fmla="*/ 58929 w 74985"/>
                <a:gd name="connsiteY1" fmla="*/ 159 h 166453"/>
                <a:gd name="connsiteX2" fmla="*/ 45071 w 74985"/>
                <a:gd name="connsiteY2" fmla="*/ 13762 h 166453"/>
                <a:gd name="connsiteX3" fmla="*/ 54970 w 74985"/>
                <a:gd name="connsiteY3" fmla="*/ 23161 h 166453"/>
                <a:gd name="connsiteX4" fmla="*/ 68829 w 74985"/>
                <a:gd name="connsiteY4" fmla="*/ 9558 h 166453"/>
                <a:gd name="connsiteX5" fmla="*/ 18343 w 74985"/>
                <a:gd name="connsiteY5" fmla="*/ 135201 h 166453"/>
                <a:gd name="connsiteX6" fmla="*/ 16116 w 74985"/>
                <a:gd name="connsiteY6" fmla="*/ 145589 h 166453"/>
                <a:gd name="connsiteX7" fmla="*/ 39626 w 74985"/>
                <a:gd name="connsiteY7" fmla="*/ 166612 h 166453"/>
                <a:gd name="connsiteX8" fmla="*/ 75263 w 74985"/>
                <a:gd name="connsiteY8" fmla="*/ 128771 h 166453"/>
                <a:gd name="connsiteX9" fmla="*/ 71303 w 74985"/>
                <a:gd name="connsiteY9" fmla="*/ 125556 h 166453"/>
                <a:gd name="connsiteX10" fmla="*/ 66601 w 74985"/>
                <a:gd name="connsiteY10" fmla="*/ 129760 h 166453"/>
                <a:gd name="connsiteX11" fmla="*/ 40369 w 74985"/>
                <a:gd name="connsiteY11" fmla="*/ 159687 h 166453"/>
                <a:gd name="connsiteX12" fmla="*/ 34182 w 74985"/>
                <a:gd name="connsiteY12" fmla="*/ 151031 h 166453"/>
                <a:gd name="connsiteX13" fmla="*/ 38141 w 74985"/>
                <a:gd name="connsiteY13" fmla="*/ 135201 h 166453"/>
                <a:gd name="connsiteX14" fmla="*/ 46061 w 74985"/>
                <a:gd name="connsiteY14" fmla="*/ 115415 h 166453"/>
                <a:gd name="connsiteX15" fmla="*/ 58187 w 74985"/>
                <a:gd name="connsiteY15" fmla="*/ 84004 h 166453"/>
                <a:gd name="connsiteX16" fmla="*/ 59672 w 74985"/>
                <a:gd name="connsiteY16" fmla="*/ 76089 h 166453"/>
                <a:gd name="connsiteX17" fmla="*/ 36162 w 74985"/>
                <a:gd name="connsiteY17" fmla="*/ 55066 h 166453"/>
                <a:gd name="connsiteX18" fmla="*/ 277 w 74985"/>
                <a:gd name="connsiteY18" fmla="*/ 92908 h 166453"/>
                <a:gd name="connsiteX19" fmla="*/ 4484 w 74985"/>
                <a:gd name="connsiteY19" fmla="*/ 96123 h 166453"/>
                <a:gd name="connsiteX20" fmla="*/ 8939 w 74985"/>
                <a:gd name="connsiteY20" fmla="*/ 92166 h 166453"/>
                <a:gd name="connsiteX21" fmla="*/ 35419 w 74985"/>
                <a:gd name="connsiteY21" fmla="*/ 61992 h 166453"/>
                <a:gd name="connsiteX22" fmla="*/ 41606 w 74985"/>
                <a:gd name="connsiteY22" fmla="*/ 70648 h 166453"/>
                <a:gd name="connsiteX23" fmla="*/ 33934 w 74985"/>
                <a:gd name="connsiteY23" fmla="*/ 95381 h 166453"/>
                <a:gd name="connsiteX24" fmla="*/ 18343 w 74985"/>
                <a:gd name="connsiteY24" fmla="*/ 135201 h 16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85" h="166453">
                  <a:moveTo>
                    <a:pt x="68829" y="9558"/>
                  </a:moveTo>
                  <a:cubicBezTo>
                    <a:pt x="68829" y="5600"/>
                    <a:pt x="65859" y="159"/>
                    <a:pt x="58929" y="159"/>
                  </a:cubicBezTo>
                  <a:cubicBezTo>
                    <a:pt x="52248" y="159"/>
                    <a:pt x="45071" y="6590"/>
                    <a:pt x="45071" y="13762"/>
                  </a:cubicBezTo>
                  <a:cubicBezTo>
                    <a:pt x="45071" y="17967"/>
                    <a:pt x="48288" y="23161"/>
                    <a:pt x="54970" y="23161"/>
                  </a:cubicBezTo>
                  <a:cubicBezTo>
                    <a:pt x="62147" y="23161"/>
                    <a:pt x="68829" y="16235"/>
                    <a:pt x="68829" y="9558"/>
                  </a:cubicBezTo>
                  <a:close/>
                  <a:moveTo>
                    <a:pt x="18343" y="135201"/>
                  </a:moveTo>
                  <a:cubicBezTo>
                    <a:pt x="17353" y="138417"/>
                    <a:pt x="16116" y="141385"/>
                    <a:pt x="16116" y="145589"/>
                  </a:cubicBezTo>
                  <a:cubicBezTo>
                    <a:pt x="16116" y="157214"/>
                    <a:pt x="26015" y="166612"/>
                    <a:pt x="39626" y="166612"/>
                  </a:cubicBezTo>
                  <a:cubicBezTo>
                    <a:pt x="64374" y="166612"/>
                    <a:pt x="75263" y="132481"/>
                    <a:pt x="75263" y="128771"/>
                  </a:cubicBezTo>
                  <a:cubicBezTo>
                    <a:pt x="75263" y="125556"/>
                    <a:pt x="72046" y="125556"/>
                    <a:pt x="71303" y="125556"/>
                  </a:cubicBezTo>
                  <a:cubicBezTo>
                    <a:pt x="67839" y="125556"/>
                    <a:pt x="67591" y="127040"/>
                    <a:pt x="66601" y="129760"/>
                  </a:cubicBezTo>
                  <a:cubicBezTo>
                    <a:pt x="60909" y="149547"/>
                    <a:pt x="50020" y="159687"/>
                    <a:pt x="40369" y="159687"/>
                  </a:cubicBezTo>
                  <a:cubicBezTo>
                    <a:pt x="35419" y="159687"/>
                    <a:pt x="34182" y="156472"/>
                    <a:pt x="34182" y="151031"/>
                  </a:cubicBezTo>
                  <a:cubicBezTo>
                    <a:pt x="34182" y="145342"/>
                    <a:pt x="35914" y="140643"/>
                    <a:pt x="38141" y="135201"/>
                  </a:cubicBezTo>
                  <a:cubicBezTo>
                    <a:pt x="40616" y="128524"/>
                    <a:pt x="43338" y="121846"/>
                    <a:pt x="46061" y="115415"/>
                  </a:cubicBezTo>
                  <a:cubicBezTo>
                    <a:pt x="48288" y="109479"/>
                    <a:pt x="57197" y="86972"/>
                    <a:pt x="58187" y="84004"/>
                  </a:cubicBezTo>
                  <a:cubicBezTo>
                    <a:pt x="58929" y="81531"/>
                    <a:pt x="59672" y="78563"/>
                    <a:pt x="59672" y="76089"/>
                  </a:cubicBezTo>
                  <a:cubicBezTo>
                    <a:pt x="59672" y="64465"/>
                    <a:pt x="49773" y="55066"/>
                    <a:pt x="36162" y="55066"/>
                  </a:cubicBezTo>
                  <a:cubicBezTo>
                    <a:pt x="11661" y="55066"/>
                    <a:pt x="277" y="88703"/>
                    <a:pt x="277" y="92908"/>
                  </a:cubicBezTo>
                  <a:cubicBezTo>
                    <a:pt x="277" y="96123"/>
                    <a:pt x="3742" y="96123"/>
                    <a:pt x="4484" y="96123"/>
                  </a:cubicBezTo>
                  <a:cubicBezTo>
                    <a:pt x="7949" y="96123"/>
                    <a:pt x="8197" y="94887"/>
                    <a:pt x="8939" y="92166"/>
                  </a:cubicBezTo>
                  <a:cubicBezTo>
                    <a:pt x="15373" y="70896"/>
                    <a:pt x="26262" y="61992"/>
                    <a:pt x="35419" y="61992"/>
                  </a:cubicBezTo>
                  <a:cubicBezTo>
                    <a:pt x="39379" y="61992"/>
                    <a:pt x="41606" y="63970"/>
                    <a:pt x="41606" y="70648"/>
                  </a:cubicBezTo>
                  <a:cubicBezTo>
                    <a:pt x="41606" y="76337"/>
                    <a:pt x="40121" y="80047"/>
                    <a:pt x="33934" y="95381"/>
                  </a:cubicBezTo>
                  <a:lnTo>
                    <a:pt x="18343" y="135201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C1713BAD-53BB-A79A-80B4-9C9A64D44FB3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2550510" y="8043085"/>
              <a:ext cx="82021" cy="353329"/>
            </a:xfrm>
            <a:custGeom>
              <a:avLst/>
              <a:gdLst>
                <a:gd name="connsiteX0" fmla="*/ 82303 w 82021"/>
                <a:gd name="connsiteY0" fmla="*/ 176821 h 353329"/>
                <a:gd name="connsiteX1" fmla="*/ 58969 w 82021"/>
                <a:gd name="connsiteY1" fmla="*/ 66582 h 353329"/>
                <a:gd name="connsiteX2" fmla="*/ 3817 w 82021"/>
                <a:gd name="connsiteY2" fmla="*/ 157 h 353329"/>
                <a:gd name="connsiteX3" fmla="*/ 282 w 82021"/>
                <a:gd name="connsiteY3" fmla="*/ 3690 h 353329"/>
                <a:gd name="connsiteX4" fmla="*/ 6999 w 82021"/>
                <a:gd name="connsiteY4" fmla="*/ 11816 h 353329"/>
                <a:gd name="connsiteX5" fmla="*/ 61798 w 82021"/>
                <a:gd name="connsiteY5" fmla="*/ 176821 h 353329"/>
                <a:gd name="connsiteX6" fmla="*/ 4878 w 82021"/>
                <a:gd name="connsiteY6" fmla="*/ 343946 h 353329"/>
                <a:gd name="connsiteX7" fmla="*/ 282 w 82021"/>
                <a:gd name="connsiteY7" fmla="*/ 349953 h 353329"/>
                <a:gd name="connsiteX8" fmla="*/ 3817 w 82021"/>
                <a:gd name="connsiteY8" fmla="*/ 353486 h 353329"/>
                <a:gd name="connsiteX9" fmla="*/ 60030 w 82021"/>
                <a:gd name="connsiteY9" fmla="*/ 284587 h 353329"/>
                <a:gd name="connsiteX10" fmla="*/ 82303 w 82021"/>
                <a:gd name="connsiteY10" fmla="*/ 176821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21" h="353329">
                  <a:moveTo>
                    <a:pt x="82303" y="176821"/>
                  </a:moveTo>
                  <a:cubicBezTo>
                    <a:pt x="82303" y="149262"/>
                    <a:pt x="78414" y="106509"/>
                    <a:pt x="58969" y="66582"/>
                  </a:cubicBezTo>
                  <a:cubicBezTo>
                    <a:pt x="37757" y="23123"/>
                    <a:pt x="7353" y="157"/>
                    <a:pt x="3817" y="157"/>
                  </a:cubicBezTo>
                  <a:cubicBezTo>
                    <a:pt x="1696" y="157"/>
                    <a:pt x="282" y="1570"/>
                    <a:pt x="282" y="3690"/>
                  </a:cubicBezTo>
                  <a:cubicBezTo>
                    <a:pt x="282" y="4750"/>
                    <a:pt x="282" y="5457"/>
                    <a:pt x="6999" y="11816"/>
                  </a:cubicBezTo>
                  <a:cubicBezTo>
                    <a:pt x="41646" y="46796"/>
                    <a:pt x="61798" y="102975"/>
                    <a:pt x="61798" y="176821"/>
                  </a:cubicBezTo>
                  <a:cubicBezTo>
                    <a:pt x="61798" y="237240"/>
                    <a:pt x="48717" y="299426"/>
                    <a:pt x="4878" y="343946"/>
                  </a:cubicBezTo>
                  <a:cubicBezTo>
                    <a:pt x="282" y="348186"/>
                    <a:pt x="282" y="348893"/>
                    <a:pt x="282" y="349953"/>
                  </a:cubicBezTo>
                  <a:cubicBezTo>
                    <a:pt x="282" y="352073"/>
                    <a:pt x="1696" y="353486"/>
                    <a:pt x="3817" y="353486"/>
                  </a:cubicBezTo>
                  <a:cubicBezTo>
                    <a:pt x="7353" y="353486"/>
                    <a:pt x="39171" y="329459"/>
                    <a:pt x="60030" y="284587"/>
                  </a:cubicBezTo>
                  <a:cubicBezTo>
                    <a:pt x="78061" y="245720"/>
                    <a:pt x="82303" y="206501"/>
                    <a:pt x="82303" y="176821"/>
                  </a:cubicBez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30DF094A-40D1-3B2A-FA26-63AAD8C8A5CA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2675624" y="8007750"/>
              <a:ext cx="67879" cy="423641"/>
            </a:xfrm>
            <a:custGeom>
              <a:avLst/>
              <a:gdLst>
                <a:gd name="connsiteX0" fmla="*/ 68165 w 67879"/>
                <a:gd name="connsiteY0" fmla="*/ 423790 h 423641"/>
                <a:gd name="connsiteX1" fmla="*/ 68165 w 67879"/>
                <a:gd name="connsiteY1" fmla="*/ 148 h 423641"/>
                <a:gd name="connsiteX2" fmla="*/ 286 w 67879"/>
                <a:gd name="connsiteY2" fmla="*/ 148 h 423641"/>
                <a:gd name="connsiteX3" fmla="*/ 286 w 67879"/>
                <a:gd name="connsiteY3" fmla="*/ 14282 h 423641"/>
                <a:gd name="connsiteX4" fmla="*/ 54024 w 67879"/>
                <a:gd name="connsiteY4" fmla="*/ 14282 h 423641"/>
                <a:gd name="connsiteX5" fmla="*/ 54024 w 67879"/>
                <a:gd name="connsiteY5" fmla="*/ 409657 h 423641"/>
                <a:gd name="connsiteX6" fmla="*/ 286 w 67879"/>
                <a:gd name="connsiteY6" fmla="*/ 409657 h 423641"/>
                <a:gd name="connsiteX7" fmla="*/ 286 w 67879"/>
                <a:gd name="connsiteY7" fmla="*/ 423790 h 423641"/>
                <a:gd name="connsiteX8" fmla="*/ 68165 w 67879"/>
                <a:gd name="connsiteY8" fmla="*/ 423790 h 423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879" h="423641">
                  <a:moveTo>
                    <a:pt x="68165" y="423790"/>
                  </a:moveTo>
                  <a:lnTo>
                    <a:pt x="68165" y="148"/>
                  </a:lnTo>
                  <a:lnTo>
                    <a:pt x="286" y="148"/>
                  </a:lnTo>
                  <a:lnTo>
                    <a:pt x="286" y="14282"/>
                  </a:lnTo>
                  <a:lnTo>
                    <a:pt x="54024" y="14282"/>
                  </a:lnTo>
                  <a:lnTo>
                    <a:pt x="54024" y="409657"/>
                  </a:lnTo>
                  <a:lnTo>
                    <a:pt x="286" y="409657"/>
                  </a:lnTo>
                  <a:lnTo>
                    <a:pt x="286" y="423790"/>
                  </a:lnTo>
                  <a:lnTo>
                    <a:pt x="68165" y="423790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1701D078-CE09-06AE-B165-3F1FAEFF7AEF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2830744" y="7913561"/>
              <a:ext cx="109385" cy="164227"/>
            </a:xfrm>
            <a:custGeom>
              <a:avLst/>
              <a:gdLst>
                <a:gd name="connsiteX0" fmla="*/ 109675 w 109385"/>
                <a:gd name="connsiteY0" fmla="*/ 119363 h 164227"/>
                <a:gd name="connsiteX1" fmla="*/ 101261 w 109385"/>
                <a:gd name="connsiteY1" fmla="*/ 119363 h 164227"/>
                <a:gd name="connsiteX2" fmla="*/ 94826 w 109385"/>
                <a:gd name="connsiteY2" fmla="*/ 141870 h 164227"/>
                <a:gd name="connsiteX3" fmla="*/ 70326 w 109385"/>
                <a:gd name="connsiteY3" fmla="*/ 143354 h 164227"/>
                <a:gd name="connsiteX4" fmla="*/ 24790 w 109385"/>
                <a:gd name="connsiteY4" fmla="*/ 143354 h 164227"/>
                <a:gd name="connsiteX5" fmla="*/ 74286 w 109385"/>
                <a:gd name="connsiteY5" fmla="*/ 101803 h 164227"/>
                <a:gd name="connsiteX6" fmla="*/ 109675 w 109385"/>
                <a:gd name="connsiteY6" fmla="*/ 48379 h 164227"/>
                <a:gd name="connsiteX7" fmla="*/ 51765 w 109385"/>
                <a:gd name="connsiteY7" fmla="*/ 150 h 164227"/>
                <a:gd name="connsiteX8" fmla="*/ 290 w 109385"/>
                <a:gd name="connsiteY8" fmla="*/ 44422 h 164227"/>
                <a:gd name="connsiteX9" fmla="*/ 13406 w 109385"/>
                <a:gd name="connsiteY9" fmla="*/ 58273 h 164227"/>
                <a:gd name="connsiteX10" fmla="*/ 26523 w 109385"/>
                <a:gd name="connsiteY10" fmla="*/ 45164 h 164227"/>
                <a:gd name="connsiteX11" fmla="*/ 11921 w 109385"/>
                <a:gd name="connsiteY11" fmla="*/ 32056 h 164227"/>
                <a:gd name="connsiteX12" fmla="*/ 48053 w 109385"/>
                <a:gd name="connsiteY12" fmla="*/ 9054 h 164227"/>
                <a:gd name="connsiteX13" fmla="*/ 85670 w 109385"/>
                <a:gd name="connsiteY13" fmla="*/ 48379 h 164227"/>
                <a:gd name="connsiteX14" fmla="*/ 62407 w 109385"/>
                <a:gd name="connsiteY14" fmla="*/ 95867 h 164227"/>
                <a:gd name="connsiteX15" fmla="*/ 2765 w 109385"/>
                <a:gd name="connsiteY15" fmla="*/ 154732 h 164227"/>
                <a:gd name="connsiteX16" fmla="*/ 290 w 109385"/>
                <a:gd name="connsiteY16" fmla="*/ 164377 h 164227"/>
                <a:gd name="connsiteX17" fmla="*/ 102251 w 109385"/>
                <a:gd name="connsiteY17" fmla="*/ 164377 h 164227"/>
                <a:gd name="connsiteX18" fmla="*/ 109675 w 109385"/>
                <a:gd name="connsiteY18" fmla="*/ 119363 h 16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385" h="164227">
                  <a:moveTo>
                    <a:pt x="109675" y="119363"/>
                  </a:moveTo>
                  <a:lnTo>
                    <a:pt x="101261" y="119363"/>
                  </a:lnTo>
                  <a:cubicBezTo>
                    <a:pt x="100518" y="124805"/>
                    <a:pt x="98044" y="139397"/>
                    <a:pt x="94826" y="141870"/>
                  </a:cubicBezTo>
                  <a:cubicBezTo>
                    <a:pt x="92847" y="143354"/>
                    <a:pt x="73791" y="143354"/>
                    <a:pt x="70326" y="143354"/>
                  </a:cubicBezTo>
                  <a:lnTo>
                    <a:pt x="24790" y="143354"/>
                  </a:lnTo>
                  <a:cubicBezTo>
                    <a:pt x="50775" y="120353"/>
                    <a:pt x="59437" y="113427"/>
                    <a:pt x="74286" y="101803"/>
                  </a:cubicBezTo>
                  <a:cubicBezTo>
                    <a:pt x="92599" y="87210"/>
                    <a:pt x="109675" y="71876"/>
                    <a:pt x="109675" y="48379"/>
                  </a:cubicBezTo>
                  <a:cubicBezTo>
                    <a:pt x="109675" y="18453"/>
                    <a:pt x="83442" y="150"/>
                    <a:pt x="51765" y="150"/>
                  </a:cubicBezTo>
                  <a:cubicBezTo>
                    <a:pt x="21078" y="150"/>
                    <a:pt x="290" y="21668"/>
                    <a:pt x="290" y="44422"/>
                  </a:cubicBezTo>
                  <a:cubicBezTo>
                    <a:pt x="290" y="57036"/>
                    <a:pt x="10931" y="58273"/>
                    <a:pt x="13406" y="58273"/>
                  </a:cubicBezTo>
                  <a:cubicBezTo>
                    <a:pt x="19346" y="58273"/>
                    <a:pt x="26523" y="54068"/>
                    <a:pt x="26523" y="45164"/>
                  </a:cubicBezTo>
                  <a:cubicBezTo>
                    <a:pt x="26523" y="40712"/>
                    <a:pt x="24790" y="32056"/>
                    <a:pt x="11921" y="32056"/>
                  </a:cubicBezTo>
                  <a:cubicBezTo>
                    <a:pt x="19593" y="14495"/>
                    <a:pt x="36422" y="9054"/>
                    <a:pt x="48053" y="9054"/>
                  </a:cubicBezTo>
                  <a:cubicBezTo>
                    <a:pt x="72801" y="9054"/>
                    <a:pt x="85670" y="28346"/>
                    <a:pt x="85670" y="48379"/>
                  </a:cubicBezTo>
                  <a:cubicBezTo>
                    <a:pt x="85670" y="69897"/>
                    <a:pt x="70326" y="86963"/>
                    <a:pt x="62407" y="95867"/>
                  </a:cubicBezTo>
                  <a:lnTo>
                    <a:pt x="2765" y="154732"/>
                  </a:lnTo>
                  <a:cubicBezTo>
                    <a:pt x="290" y="156958"/>
                    <a:pt x="290" y="157452"/>
                    <a:pt x="290" y="164377"/>
                  </a:cubicBezTo>
                  <a:lnTo>
                    <a:pt x="102251" y="164377"/>
                  </a:lnTo>
                  <a:lnTo>
                    <a:pt x="109675" y="119363"/>
                  </a:lnTo>
                  <a:close/>
                </a:path>
              </a:pathLst>
            </a:custGeom>
            <a:solidFill>
              <a:schemeClr val="tx1"/>
            </a:solidFill>
            <a:ln w="358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5A4D97A-9AA8-0571-6BA6-0C3FCCBC01A4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8505374" y="3222173"/>
            <a:ext cx="2310073" cy="473939"/>
            <a:chOff x="9718396" y="5373130"/>
            <a:chExt cx="2310073" cy="473939"/>
          </a:xfrm>
        </p:grpSpPr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F1569C6C-B929-B175-7B4B-7011E4F9867E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9718396" y="5573138"/>
              <a:ext cx="163947" cy="243539"/>
            </a:xfrm>
            <a:custGeom>
              <a:avLst/>
              <a:gdLst>
                <a:gd name="connsiteX0" fmla="*/ 162726 w 163947"/>
                <a:gd name="connsiteY0" fmla="*/ 23046 h 243539"/>
                <a:gd name="connsiteX1" fmla="*/ 164148 w 163947"/>
                <a:gd name="connsiteY1" fmla="*/ 14388 h 243539"/>
                <a:gd name="connsiteX2" fmla="*/ 153835 w 163947"/>
                <a:gd name="connsiteY2" fmla="*/ 4225 h 243539"/>
                <a:gd name="connsiteX3" fmla="*/ 141388 w 163947"/>
                <a:gd name="connsiteY3" fmla="*/ 12130 h 243539"/>
                <a:gd name="connsiteX4" fmla="*/ 136409 w 163947"/>
                <a:gd name="connsiteY4" fmla="*/ 32456 h 243539"/>
                <a:gd name="connsiteX5" fmla="*/ 129296 w 163947"/>
                <a:gd name="connsiteY5" fmla="*/ 62569 h 243539"/>
                <a:gd name="connsiteX6" fmla="*/ 113292 w 163947"/>
                <a:gd name="connsiteY6" fmla="*/ 130324 h 243539"/>
                <a:gd name="connsiteX7" fmla="*/ 73106 w 163947"/>
                <a:gd name="connsiteY7" fmla="*/ 162319 h 243539"/>
                <a:gd name="connsiteX8" fmla="*/ 51056 w 163947"/>
                <a:gd name="connsiteY8" fmla="*/ 131829 h 243539"/>
                <a:gd name="connsiteX9" fmla="*/ 69194 w 163947"/>
                <a:gd name="connsiteY9" fmla="*/ 58052 h 243539"/>
                <a:gd name="connsiteX10" fmla="*/ 76307 w 163947"/>
                <a:gd name="connsiteY10" fmla="*/ 30951 h 243539"/>
                <a:gd name="connsiteX11" fmla="*/ 47144 w 163947"/>
                <a:gd name="connsiteY11" fmla="*/ 85 h 243539"/>
                <a:gd name="connsiteX12" fmla="*/ 201 w 163947"/>
                <a:gd name="connsiteY12" fmla="*/ 58052 h 243539"/>
                <a:gd name="connsiteX13" fmla="*/ 4468 w 163947"/>
                <a:gd name="connsiteY13" fmla="*/ 61816 h 243539"/>
                <a:gd name="connsiteX14" fmla="*/ 10159 w 163947"/>
                <a:gd name="connsiteY14" fmla="*/ 55041 h 243539"/>
                <a:gd name="connsiteX15" fmla="*/ 46078 w 163947"/>
                <a:gd name="connsiteY15" fmla="*/ 8366 h 243539"/>
                <a:gd name="connsiteX16" fmla="*/ 54968 w 163947"/>
                <a:gd name="connsiteY16" fmla="*/ 20411 h 243539"/>
                <a:gd name="connsiteX17" fmla="*/ 48923 w 163947"/>
                <a:gd name="connsiteY17" fmla="*/ 46760 h 243539"/>
                <a:gd name="connsiteX18" fmla="*/ 28296 w 163947"/>
                <a:gd name="connsiteY18" fmla="*/ 125807 h 243539"/>
                <a:gd name="connsiteX19" fmla="*/ 71683 w 163947"/>
                <a:gd name="connsiteY19" fmla="*/ 170600 h 243539"/>
                <a:gd name="connsiteX20" fmla="*/ 107602 w 163947"/>
                <a:gd name="connsiteY20" fmla="*/ 153661 h 243539"/>
                <a:gd name="connsiteX21" fmla="*/ 84486 w 163947"/>
                <a:gd name="connsiteY21" fmla="*/ 211629 h 243539"/>
                <a:gd name="connsiteX22" fmla="*/ 45366 w 163947"/>
                <a:gd name="connsiteY22" fmla="*/ 235343 h 243539"/>
                <a:gd name="connsiteX23" fmla="*/ 18338 w 163947"/>
                <a:gd name="connsiteY23" fmla="*/ 219534 h 243539"/>
                <a:gd name="connsiteX24" fmla="*/ 33630 w 163947"/>
                <a:gd name="connsiteY24" fmla="*/ 215017 h 243539"/>
                <a:gd name="connsiteX25" fmla="*/ 40743 w 163947"/>
                <a:gd name="connsiteY25" fmla="*/ 199584 h 243539"/>
                <a:gd name="connsiteX26" fmla="*/ 27585 w 163947"/>
                <a:gd name="connsiteY26" fmla="*/ 186409 h 243539"/>
                <a:gd name="connsiteX27" fmla="*/ 7669 w 163947"/>
                <a:gd name="connsiteY27" fmla="*/ 210876 h 243539"/>
                <a:gd name="connsiteX28" fmla="*/ 45366 w 163947"/>
                <a:gd name="connsiteY28" fmla="*/ 243624 h 243539"/>
                <a:gd name="connsiteX29" fmla="*/ 128585 w 163947"/>
                <a:gd name="connsiteY29" fmla="*/ 166836 h 243539"/>
                <a:gd name="connsiteX30" fmla="*/ 162726 w 163947"/>
                <a:gd name="connsiteY30" fmla="*/ 23046 h 243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947" h="243539">
                  <a:moveTo>
                    <a:pt x="162726" y="23046"/>
                  </a:moveTo>
                  <a:cubicBezTo>
                    <a:pt x="164148" y="17776"/>
                    <a:pt x="164148" y="17023"/>
                    <a:pt x="164148" y="14388"/>
                  </a:cubicBezTo>
                  <a:cubicBezTo>
                    <a:pt x="164148" y="7613"/>
                    <a:pt x="159169" y="4225"/>
                    <a:pt x="153835" y="4225"/>
                  </a:cubicBezTo>
                  <a:cubicBezTo>
                    <a:pt x="150278" y="4225"/>
                    <a:pt x="144588" y="6484"/>
                    <a:pt x="141388" y="12130"/>
                  </a:cubicBezTo>
                  <a:cubicBezTo>
                    <a:pt x="140676" y="14012"/>
                    <a:pt x="137831" y="25681"/>
                    <a:pt x="136409" y="32456"/>
                  </a:cubicBezTo>
                  <a:cubicBezTo>
                    <a:pt x="133919" y="42243"/>
                    <a:pt x="131430" y="52406"/>
                    <a:pt x="129296" y="62569"/>
                  </a:cubicBezTo>
                  <a:lnTo>
                    <a:pt x="113292" y="130324"/>
                  </a:lnTo>
                  <a:cubicBezTo>
                    <a:pt x="111870" y="135970"/>
                    <a:pt x="96578" y="162319"/>
                    <a:pt x="73106" y="162319"/>
                  </a:cubicBezTo>
                  <a:cubicBezTo>
                    <a:pt x="54968" y="162319"/>
                    <a:pt x="51056" y="145757"/>
                    <a:pt x="51056" y="131829"/>
                  </a:cubicBezTo>
                  <a:cubicBezTo>
                    <a:pt x="51056" y="114514"/>
                    <a:pt x="57102" y="91177"/>
                    <a:pt x="69194" y="58052"/>
                  </a:cubicBezTo>
                  <a:cubicBezTo>
                    <a:pt x="74884" y="42619"/>
                    <a:pt x="76307" y="38479"/>
                    <a:pt x="76307" y="30951"/>
                  </a:cubicBezTo>
                  <a:cubicBezTo>
                    <a:pt x="76307" y="14012"/>
                    <a:pt x="64926" y="85"/>
                    <a:pt x="47144" y="85"/>
                  </a:cubicBezTo>
                  <a:cubicBezTo>
                    <a:pt x="13359" y="85"/>
                    <a:pt x="201" y="54665"/>
                    <a:pt x="201" y="58052"/>
                  </a:cubicBezTo>
                  <a:cubicBezTo>
                    <a:pt x="201" y="61816"/>
                    <a:pt x="3757" y="61816"/>
                    <a:pt x="4468" y="61816"/>
                  </a:cubicBezTo>
                  <a:cubicBezTo>
                    <a:pt x="8025" y="61816"/>
                    <a:pt x="8380" y="61064"/>
                    <a:pt x="10159" y="55041"/>
                  </a:cubicBezTo>
                  <a:cubicBezTo>
                    <a:pt x="19761" y="19658"/>
                    <a:pt x="33986" y="8366"/>
                    <a:pt x="46078" y="8366"/>
                  </a:cubicBezTo>
                  <a:cubicBezTo>
                    <a:pt x="48923" y="8366"/>
                    <a:pt x="54968" y="8366"/>
                    <a:pt x="54968" y="20411"/>
                  </a:cubicBezTo>
                  <a:cubicBezTo>
                    <a:pt x="54968" y="29821"/>
                    <a:pt x="51412" y="39608"/>
                    <a:pt x="48923" y="46760"/>
                  </a:cubicBezTo>
                  <a:cubicBezTo>
                    <a:pt x="34697" y="86660"/>
                    <a:pt x="28296" y="108115"/>
                    <a:pt x="28296" y="125807"/>
                  </a:cubicBezTo>
                  <a:cubicBezTo>
                    <a:pt x="28296" y="159308"/>
                    <a:pt x="50701" y="170600"/>
                    <a:pt x="71683" y="170600"/>
                  </a:cubicBezTo>
                  <a:cubicBezTo>
                    <a:pt x="85553" y="170600"/>
                    <a:pt x="97645" y="164201"/>
                    <a:pt x="107602" y="153661"/>
                  </a:cubicBezTo>
                  <a:cubicBezTo>
                    <a:pt x="102979" y="173235"/>
                    <a:pt x="98711" y="191679"/>
                    <a:pt x="84486" y="211629"/>
                  </a:cubicBezTo>
                  <a:cubicBezTo>
                    <a:pt x="75240" y="224427"/>
                    <a:pt x="61725" y="235343"/>
                    <a:pt x="45366" y="235343"/>
                  </a:cubicBezTo>
                  <a:cubicBezTo>
                    <a:pt x="40387" y="235343"/>
                    <a:pt x="24384" y="234214"/>
                    <a:pt x="18338" y="219534"/>
                  </a:cubicBezTo>
                  <a:cubicBezTo>
                    <a:pt x="24028" y="219534"/>
                    <a:pt x="28652" y="219534"/>
                    <a:pt x="33630" y="215017"/>
                  </a:cubicBezTo>
                  <a:cubicBezTo>
                    <a:pt x="37187" y="211629"/>
                    <a:pt x="40743" y="206736"/>
                    <a:pt x="40743" y="199584"/>
                  </a:cubicBezTo>
                  <a:cubicBezTo>
                    <a:pt x="40743" y="187915"/>
                    <a:pt x="31141" y="186409"/>
                    <a:pt x="27585" y="186409"/>
                  </a:cubicBezTo>
                  <a:cubicBezTo>
                    <a:pt x="19405" y="186409"/>
                    <a:pt x="7669" y="192432"/>
                    <a:pt x="7669" y="210876"/>
                  </a:cubicBezTo>
                  <a:cubicBezTo>
                    <a:pt x="7669" y="229697"/>
                    <a:pt x="23317" y="243624"/>
                    <a:pt x="45366" y="243624"/>
                  </a:cubicBezTo>
                  <a:cubicBezTo>
                    <a:pt x="81997" y="243624"/>
                    <a:pt x="118627" y="209371"/>
                    <a:pt x="128585" y="166836"/>
                  </a:cubicBezTo>
                  <a:lnTo>
                    <a:pt x="162726" y="23046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3A3932DC-2917-0870-05B0-B0FF33CC4172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9913375" y="5373130"/>
              <a:ext cx="132189" cy="239248"/>
            </a:xfrm>
            <a:custGeom>
              <a:avLst/>
              <a:gdLst>
                <a:gd name="connsiteX0" fmla="*/ 83353 w 132189"/>
                <a:gd name="connsiteY0" fmla="*/ 81498 h 239248"/>
                <a:gd name="connsiteX1" fmla="*/ 107750 w 132189"/>
                <a:gd name="connsiteY1" fmla="*/ 81498 h 239248"/>
                <a:gd name="connsiteX2" fmla="*/ 115965 w 132189"/>
                <a:gd name="connsiteY2" fmla="*/ 75701 h 239248"/>
                <a:gd name="connsiteX3" fmla="*/ 108248 w 132189"/>
                <a:gd name="connsiteY3" fmla="*/ 72012 h 239248"/>
                <a:gd name="connsiteX4" fmla="*/ 85096 w 132189"/>
                <a:gd name="connsiteY4" fmla="*/ 72012 h 239248"/>
                <a:gd name="connsiteX5" fmla="*/ 94805 w 132189"/>
                <a:gd name="connsiteY5" fmla="*/ 18788 h 239248"/>
                <a:gd name="connsiteX6" fmla="*/ 107501 w 132189"/>
                <a:gd name="connsiteY6" fmla="*/ 7458 h 239248"/>
                <a:gd name="connsiteX7" fmla="*/ 119201 w 132189"/>
                <a:gd name="connsiteY7" fmla="*/ 10619 h 239248"/>
                <a:gd name="connsiteX8" fmla="*/ 108248 w 132189"/>
                <a:gd name="connsiteY8" fmla="*/ 25111 h 239248"/>
                <a:gd name="connsiteX9" fmla="*/ 118205 w 132189"/>
                <a:gd name="connsiteY9" fmla="*/ 34860 h 239248"/>
                <a:gd name="connsiteX10" fmla="*/ 132395 w 132189"/>
                <a:gd name="connsiteY10" fmla="*/ 18788 h 239248"/>
                <a:gd name="connsiteX11" fmla="*/ 107501 w 132189"/>
                <a:gd name="connsiteY11" fmla="*/ 80 h 239248"/>
                <a:gd name="connsiteX12" fmla="*/ 77628 w 132189"/>
                <a:gd name="connsiteY12" fmla="*/ 19842 h 239248"/>
                <a:gd name="connsiteX13" fmla="*/ 65429 w 132189"/>
                <a:gd name="connsiteY13" fmla="*/ 72012 h 239248"/>
                <a:gd name="connsiteX14" fmla="*/ 45763 w 132189"/>
                <a:gd name="connsiteY14" fmla="*/ 72012 h 239248"/>
                <a:gd name="connsiteX15" fmla="*/ 37548 w 132189"/>
                <a:gd name="connsiteY15" fmla="*/ 77809 h 239248"/>
                <a:gd name="connsiteX16" fmla="*/ 45265 w 132189"/>
                <a:gd name="connsiteY16" fmla="*/ 81498 h 239248"/>
                <a:gd name="connsiteX17" fmla="*/ 63687 w 132189"/>
                <a:gd name="connsiteY17" fmla="*/ 81498 h 239248"/>
                <a:gd name="connsiteX18" fmla="*/ 41780 w 132189"/>
                <a:gd name="connsiteY18" fmla="*/ 206129 h 239248"/>
                <a:gd name="connsiteX19" fmla="*/ 24354 w 132189"/>
                <a:gd name="connsiteY19" fmla="*/ 231951 h 239248"/>
                <a:gd name="connsiteX20" fmla="*/ 13400 w 132189"/>
                <a:gd name="connsiteY20" fmla="*/ 228789 h 239248"/>
                <a:gd name="connsiteX21" fmla="*/ 24354 w 132189"/>
                <a:gd name="connsiteY21" fmla="*/ 214297 h 239248"/>
                <a:gd name="connsiteX22" fmla="*/ 14396 w 132189"/>
                <a:gd name="connsiteY22" fmla="*/ 204548 h 239248"/>
                <a:gd name="connsiteX23" fmla="*/ 206 w 132189"/>
                <a:gd name="connsiteY23" fmla="*/ 220621 h 239248"/>
                <a:gd name="connsiteX24" fmla="*/ 24354 w 132189"/>
                <a:gd name="connsiteY24" fmla="*/ 239328 h 239248"/>
                <a:gd name="connsiteX25" fmla="*/ 54227 w 132189"/>
                <a:gd name="connsiteY25" fmla="*/ 216141 h 239248"/>
                <a:gd name="connsiteX26" fmla="*/ 69412 w 132189"/>
                <a:gd name="connsiteY26" fmla="*/ 162916 h 239248"/>
                <a:gd name="connsiteX27" fmla="*/ 83353 w 132189"/>
                <a:gd name="connsiteY27" fmla="*/ 81498 h 23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2189" h="239248">
                  <a:moveTo>
                    <a:pt x="83353" y="81498"/>
                  </a:moveTo>
                  <a:lnTo>
                    <a:pt x="107750" y="81498"/>
                  </a:lnTo>
                  <a:cubicBezTo>
                    <a:pt x="112729" y="81498"/>
                    <a:pt x="115965" y="81498"/>
                    <a:pt x="115965" y="75701"/>
                  </a:cubicBezTo>
                  <a:cubicBezTo>
                    <a:pt x="115965" y="72012"/>
                    <a:pt x="112729" y="72012"/>
                    <a:pt x="108248" y="72012"/>
                  </a:cubicBezTo>
                  <a:lnTo>
                    <a:pt x="85096" y="72012"/>
                  </a:lnTo>
                  <a:cubicBezTo>
                    <a:pt x="90822" y="38549"/>
                    <a:pt x="92813" y="26429"/>
                    <a:pt x="94805" y="18788"/>
                  </a:cubicBezTo>
                  <a:cubicBezTo>
                    <a:pt x="96049" y="12991"/>
                    <a:pt x="101526" y="7458"/>
                    <a:pt x="107501" y="7458"/>
                  </a:cubicBezTo>
                  <a:cubicBezTo>
                    <a:pt x="107750" y="7458"/>
                    <a:pt x="114471" y="7458"/>
                    <a:pt x="119201" y="10619"/>
                  </a:cubicBezTo>
                  <a:cubicBezTo>
                    <a:pt x="108995" y="14045"/>
                    <a:pt x="108248" y="23530"/>
                    <a:pt x="108248" y="25111"/>
                  </a:cubicBezTo>
                  <a:cubicBezTo>
                    <a:pt x="108248" y="30908"/>
                    <a:pt x="112480" y="34860"/>
                    <a:pt x="118205" y="34860"/>
                  </a:cubicBezTo>
                  <a:cubicBezTo>
                    <a:pt x="124927" y="34860"/>
                    <a:pt x="132395" y="28800"/>
                    <a:pt x="132395" y="18788"/>
                  </a:cubicBezTo>
                  <a:cubicBezTo>
                    <a:pt x="132395" y="6667"/>
                    <a:pt x="120197" y="80"/>
                    <a:pt x="107501" y="80"/>
                  </a:cubicBezTo>
                  <a:cubicBezTo>
                    <a:pt x="96547" y="80"/>
                    <a:pt x="84349" y="6667"/>
                    <a:pt x="77628" y="19842"/>
                  </a:cubicBezTo>
                  <a:cubicBezTo>
                    <a:pt x="72649" y="29591"/>
                    <a:pt x="70657" y="41448"/>
                    <a:pt x="65429" y="72012"/>
                  </a:cubicBezTo>
                  <a:lnTo>
                    <a:pt x="45763" y="72012"/>
                  </a:lnTo>
                  <a:cubicBezTo>
                    <a:pt x="40784" y="72012"/>
                    <a:pt x="37548" y="72012"/>
                    <a:pt x="37548" y="77809"/>
                  </a:cubicBezTo>
                  <a:cubicBezTo>
                    <a:pt x="37548" y="81498"/>
                    <a:pt x="40784" y="81498"/>
                    <a:pt x="45265" y="81498"/>
                  </a:cubicBezTo>
                  <a:lnTo>
                    <a:pt x="63687" y="81498"/>
                  </a:lnTo>
                  <a:cubicBezTo>
                    <a:pt x="63438" y="83079"/>
                    <a:pt x="47754" y="177935"/>
                    <a:pt x="41780" y="206129"/>
                  </a:cubicBezTo>
                  <a:cubicBezTo>
                    <a:pt x="40535" y="211925"/>
                    <a:pt x="36303" y="231951"/>
                    <a:pt x="24354" y="231951"/>
                  </a:cubicBezTo>
                  <a:cubicBezTo>
                    <a:pt x="24105" y="231951"/>
                    <a:pt x="18130" y="231951"/>
                    <a:pt x="13400" y="228789"/>
                  </a:cubicBezTo>
                  <a:cubicBezTo>
                    <a:pt x="23607" y="225363"/>
                    <a:pt x="24354" y="215878"/>
                    <a:pt x="24354" y="214297"/>
                  </a:cubicBezTo>
                  <a:cubicBezTo>
                    <a:pt x="24354" y="208500"/>
                    <a:pt x="20122" y="204548"/>
                    <a:pt x="14396" y="204548"/>
                  </a:cubicBezTo>
                  <a:cubicBezTo>
                    <a:pt x="7674" y="204548"/>
                    <a:pt x="206" y="210608"/>
                    <a:pt x="206" y="220621"/>
                  </a:cubicBezTo>
                  <a:cubicBezTo>
                    <a:pt x="206" y="232478"/>
                    <a:pt x="11906" y="239328"/>
                    <a:pt x="24354" y="239328"/>
                  </a:cubicBezTo>
                  <a:cubicBezTo>
                    <a:pt x="40286" y="239328"/>
                    <a:pt x="51240" y="221938"/>
                    <a:pt x="54227" y="216141"/>
                  </a:cubicBezTo>
                  <a:cubicBezTo>
                    <a:pt x="63189" y="198487"/>
                    <a:pt x="68915" y="166078"/>
                    <a:pt x="69412" y="162916"/>
                  </a:cubicBezTo>
                  <a:lnTo>
                    <a:pt x="83353" y="81498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614E613-7F73-8F02-E4C1-0EF9212AD6F3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894143" y="5669741"/>
              <a:ext cx="75429" cy="177328"/>
            </a:xfrm>
            <a:custGeom>
              <a:avLst/>
              <a:gdLst>
                <a:gd name="connsiteX0" fmla="*/ 69163 w 75429"/>
                <a:gd name="connsiteY0" fmla="*/ 10100 h 177328"/>
                <a:gd name="connsiteX1" fmla="*/ 59205 w 75429"/>
                <a:gd name="connsiteY1" fmla="*/ 87 h 177328"/>
                <a:gd name="connsiteX2" fmla="*/ 45265 w 75429"/>
                <a:gd name="connsiteY2" fmla="*/ 14579 h 177328"/>
                <a:gd name="connsiteX3" fmla="*/ 55222 w 75429"/>
                <a:gd name="connsiteY3" fmla="*/ 24592 h 177328"/>
                <a:gd name="connsiteX4" fmla="*/ 69163 w 75429"/>
                <a:gd name="connsiteY4" fmla="*/ 10100 h 177328"/>
                <a:gd name="connsiteX5" fmla="*/ 18379 w 75429"/>
                <a:gd name="connsiteY5" fmla="*/ 143953 h 177328"/>
                <a:gd name="connsiteX6" fmla="*/ 16138 w 75429"/>
                <a:gd name="connsiteY6" fmla="*/ 155019 h 177328"/>
                <a:gd name="connsiteX7" fmla="*/ 39788 w 75429"/>
                <a:gd name="connsiteY7" fmla="*/ 177416 h 177328"/>
                <a:gd name="connsiteX8" fmla="*/ 75636 w 75429"/>
                <a:gd name="connsiteY8" fmla="*/ 137102 h 177328"/>
                <a:gd name="connsiteX9" fmla="*/ 71653 w 75429"/>
                <a:gd name="connsiteY9" fmla="*/ 133677 h 177328"/>
                <a:gd name="connsiteX10" fmla="*/ 66923 w 75429"/>
                <a:gd name="connsiteY10" fmla="*/ 138156 h 177328"/>
                <a:gd name="connsiteX11" fmla="*/ 40535 w 75429"/>
                <a:gd name="connsiteY11" fmla="*/ 170038 h 177328"/>
                <a:gd name="connsiteX12" fmla="*/ 34311 w 75429"/>
                <a:gd name="connsiteY12" fmla="*/ 160816 h 177328"/>
                <a:gd name="connsiteX13" fmla="*/ 38294 w 75429"/>
                <a:gd name="connsiteY13" fmla="*/ 143953 h 177328"/>
                <a:gd name="connsiteX14" fmla="*/ 46260 w 75429"/>
                <a:gd name="connsiteY14" fmla="*/ 122874 h 177328"/>
                <a:gd name="connsiteX15" fmla="*/ 58459 w 75429"/>
                <a:gd name="connsiteY15" fmla="*/ 89410 h 177328"/>
                <a:gd name="connsiteX16" fmla="*/ 59952 w 75429"/>
                <a:gd name="connsiteY16" fmla="*/ 80979 h 177328"/>
                <a:gd name="connsiteX17" fmla="*/ 36303 w 75429"/>
                <a:gd name="connsiteY17" fmla="*/ 58582 h 177328"/>
                <a:gd name="connsiteX18" fmla="*/ 206 w 75429"/>
                <a:gd name="connsiteY18" fmla="*/ 98896 h 177328"/>
                <a:gd name="connsiteX19" fmla="*/ 4438 w 75429"/>
                <a:gd name="connsiteY19" fmla="*/ 102321 h 177328"/>
                <a:gd name="connsiteX20" fmla="*/ 8919 w 75429"/>
                <a:gd name="connsiteY20" fmla="*/ 98106 h 177328"/>
                <a:gd name="connsiteX21" fmla="*/ 35556 w 75429"/>
                <a:gd name="connsiteY21" fmla="*/ 65960 h 177328"/>
                <a:gd name="connsiteX22" fmla="*/ 41779 w 75429"/>
                <a:gd name="connsiteY22" fmla="*/ 75182 h 177328"/>
                <a:gd name="connsiteX23" fmla="*/ 34062 w 75429"/>
                <a:gd name="connsiteY23" fmla="*/ 101531 h 177328"/>
                <a:gd name="connsiteX24" fmla="*/ 18379 w 75429"/>
                <a:gd name="connsiteY24" fmla="*/ 143953 h 17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429" h="177328">
                  <a:moveTo>
                    <a:pt x="69163" y="10100"/>
                  </a:moveTo>
                  <a:cubicBezTo>
                    <a:pt x="69163" y="5884"/>
                    <a:pt x="66176" y="87"/>
                    <a:pt x="59205" y="87"/>
                  </a:cubicBezTo>
                  <a:cubicBezTo>
                    <a:pt x="52484" y="87"/>
                    <a:pt x="45265" y="6938"/>
                    <a:pt x="45265" y="14579"/>
                  </a:cubicBezTo>
                  <a:cubicBezTo>
                    <a:pt x="45265" y="19059"/>
                    <a:pt x="48501" y="24592"/>
                    <a:pt x="55222" y="24592"/>
                  </a:cubicBezTo>
                  <a:cubicBezTo>
                    <a:pt x="62442" y="24592"/>
                    <a:pt x="69163" y="17214"/>
                    <a:pt x="69163" y="10100"/>
                  </a:cubicBezTo>
                  <a:close/>
                  <a:moveTo>
                    <a:pt x="18379" y="143953"/>
                  </a:moveTo>
                  <a:cubicBezTo>
                    <a:pt x="17383" y="147378"/>
                    <a:pt x="16138" y="150540"/>
                    <a:pt x="16138" y="155019"/>
                  </a:cubicBezTo>
                  <a:cubicBezTo>
                    <a:pt x="16138" y="167403"/>
                    <a:pt x="26096" y="177416"/>
                    <a:pt x="39788" y="177416"/>
                  </a:cubicBezTo>
                  <a:cubicBezTo>
                    <a:pt x="64682" y="177416"/>
                    <a:pt x="75636" y="141054"/>
                    <a:pt x="75636" y="137102"/>
                  </a:cubicBezTo>
                  <a:cubicBezTo>
                    <a:pt x="75636" y="133677"/>
                    <a:pt x="72399" y="133677"/>
                    <a:pt x="71653" y="133677"/>
                  </a:cubicBezTo>
                  <a:cubicBezTo>
                    <a:pt x="68167" y="133677"/>
                    <a:pt x="67918" y="135258"/>
                    <a:pt x="66923" y="138156"/>
                  </a:cubicBezTo>
                  <a:cubicBezTo>
                    <a:pt x="61197" y="159235"/>
                    <a:pt x="50243" y="170038"/>
                    <a:pt x="40535" y="170038"/>
                  </a:cubicBezTo>
                  <a:cubicBezTo>
                    <a:pt x="35556" y="170038"/>
                    <a:pt x="34311" y="166613"/>
                    <a:pt x="34311" y="160816"/>
                  </a:cubicBezTo>
                  <a:cubicBezTo>
                    <a:pt x="34311" y="154756"/>
                    <a:pt x="36054" y="149749"/>
                    <a:pt x="38294" y="143953"/>
                  </a:cubicBezTo>
                  <a:cubicBezTo>
                    <a:pt x="40784" y="136838"/>
                    <a:pt x="43522" y="129724"/>
                    <a:pt x="46260" y="122874"/>
                  </a:cubicBezTo>
                  <a:cubicBezTo>
                    <a:pt x="48501" y="116550"/>
                    <a:pt x="57463" y="92572"/>
                    <a:pt x="58459" y="89410"/>
                  </a:cubicBezTo>
                  <a:cubicBezTo>
                    <a:pt x="59205" y="86775"/>
                    <a:pt x="59952" y="83614"/>
                    <a:pt x="59952" y="80979"/>
                  </a:cubicBezTo>
                  <a:cubicBezTo>
                    <a:pt x="59952" y="68595"/>
                    <a:pt x="49994" y="58582"/>
                    <a:pt x="36303" y="58582"/>
                  </a:cubicBezTo>
                  <a:cubicBezTo>
                    <a:pt x="11657" y="58582"/>
                    <a:pt x="206" y="94417"/>
                    <a:pt x="206" y="98896"/>
                  </a:cubicBezTo>
                  <a:cubicBezTo>
                    <a:pt x="206" y="102321"/>
                    <a:pt x="3691" y="102321"/>
                    <a:pt x="4438" y="102321"/>
                  </a:cubicBezTo>
                  <a:cubicBezTo>
                    <a:pt x="7923" y="102321"/>
                    <a:pt x="8172" y="101004"/>
                    <a:pt x="8919" y="98106"/>
                  </a:cubicBezTo>
                  <a:cubicBezTo>
                    <a:pt x="15391" y="75445"/>
                    <a:pt x="26345" y="65960"/>
                    <a:pt x="35556" y="65960"/>
                  </a:cubicBezTo>
                  <a:cubicBezTo>
                    <a:pt x="39539" y="65960"/>
                    <a:pt x="41779" y="68068"/>
                    <a:pt x="41779" y="75182"/>
                  </a:cubicBezTo>
                  <a:cubicBezTo>
                    <a:pt x="41779" y="81242"/>
                    <a:pt x="40286" y="85195"/>
                    <a:pt x="34062" y="101531"/>
                  </a:cubicBezTo>
                  <a:lnTo>
                    <a:pt x="18379" y="143953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24645B29-A231-7D3E-F7E1-E15A48B1AC3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198266" y="5601369"/>
              <a:ext cx="236496" cy="88080"/>
            </a:xfrm>
            <a:custGeom>
              <a:avLst/>
              <a:gdLst>
                <a:gd name="connsiteX0" fmla="*/ 224619 w 236496"/>
                <a:gd name="connsiteY0" fmla="*/ 15141 h 88080"/>
                <a:gd name="connsiteX1" fmla="*/ 236711 w 236496"/>
                <a:gd name="connsiteY1" fmla="*/ 7613 h 88080"/>
                <a:gd name="connsiteX2" fmla="*/ 224975 w 236496"/>
                <a:gd name="connsiteY2" fmla="*/ 85 h 88080"/>
                <a:gd name="connsiteX3" fmla="*/ 11950 w 236496"/>
                <a:gd name="connsiteY3" fmla="*/ 85 h 88080"/>
                <a:gd name="connsiteX4" fmla="*/ 214 w 236496"/>
                <a:gd name="connsiteY4" fmla="*/ 7613 h 88080"/>
                <a:gd name="connsiteX5" fmla="*/ 12306 w 236496"/>
                <a:gd name="connsiteY5" fmla="*/ 15141 h 88080"/>
                <a:gd name="connsiteX6" fmla="*/ 224619 w 236496"/>
                <a:gd name="connsiteY6" fmla="*/ 15141 h 88080"/>
                <a:gd name="connsiteX7" fmla="*/ 224975 w 236496"/>
                <a:gd name="connsiteY7" fmla="*/ 88165 h 88080"/>
                <a:gd name="connsiteX8" fmla="*/ 236711 w 236496"/>
                <a:gd name="connsiteY8" fmla="*/ 80637 h 88080"/>
                <a:gd name="connsiteX9" fmla="*/ 224619 w 236496"/>
                <a:gd name="connsiteY9" fmla="*/ 73109 h 88080"/>
                <a:gd name="connsiteX10" fmla="*/ 12306 w 236496"/>
                <a:gd name="connsiteY10" fmla="*/ 73109 h 88080"/>
                <a:gd name="connsiteX11" fmla="*/ 214 w 236496"/>
                <a:gd name="connsiteY11" fmla="*/ 80637 h 88080"/>
                <a:gd name="connsiteX12" fmla="*/ 11950 w 236496"/>
                <a:gd name="connsiteY12" fmla="*/ 88165 h 88080"/>
                <a:gd name="connsiteX13" fmla="*/ 224975 w 236496"/>
                <a:gd name="connsiteY13" fmla="*/ 88165 h 88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496" h="88080">
                  <a:moveTo>
                    <a:pt x="224619" y="15141"/>
                  </a:moveTo>
                  <a:cubicBezTo>
                    <a:pt x="229954" y="15141"/>
                    <a:pt x="236711" y="15141"/>
                    <a:pt x="236711" y="7613"/>
                  </a:cubicBezTo>
                  <a:cubicBezTo>
                    <a:pt x="236711" y="85"/>
                    <a:pt x="229954" y="85"/>
                    <a:pt x="224975" y="85"/>
                  </a:cubicBezTo>
                  <a:lnTo>
                    <a:pt x="11950" y="85"/>
                  </a:lnTo>
                  <a:cubicBezTo>
                    <a:pt x="6971" y="85"/>
                    <a:pt x="214" y="85"/>
                    <a:pt x="214" y="7613"/>
                  </a:cubicBezTo>
                  <a:cubicBezTo>
                    <a:pt x="214" y="15141"/>
                    <a:pt x="6971" y="15141"/>
                    <a:pt x="12306" y="15141"/>
                  </a:cubicBezTo>
                  <a:lnTo>
                    <a:pt x="224619" y="15141"/>
                  </a:lnTo>
                  <a:close/>
                  <a:moveTo>
                    <a:pt x="224975" y="88165"/>
                  </a:moveTo>
                  <a:cubicBezTo>
                    <a:pt x="229954" y="88165"/>
                    <a:pt x="236711" y="88165"/>
                    <a:pt x="236711" y="80637"/>
                  </a:cubicBezTo>
                  <a:cubicBezTo>
                    <a:pt x="236711" y="73109"/>
                    <a:pt x="229954" y="73109"/>
                    <a:pt x="224619" y="73109"/>
                  </a:cubicBezTo>
                  <a:lnTo>
                    <a:pt x="12306" y="73109"/>
                  </a:lnTo>
                  <a:cubicBezTo>
                    <a:pt x="6971" y="73109"/>
                    <a:pt x="214" y="73109"/>
                    <a:pt x="214" y="80637"/>
                  </a:cubicBezTo>
                  <a:cubicBezTo>
                    <a:pt x="214" y="88165"/>
                    <a:pt x="6971" y="88165"/>
                    <a:pt x="11950" y="88165"/>
                  </a:cubicBezTo>
                  <a:lnTo>
                    <a:pt x="224975" y="88165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3CC5854-CA5F-058D-227B-E389416AD0D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0567966" y="5573138"/>
              <a:ext cx="162880" cy="170515"/>
            </a:xfrm>
            <a:custGeom>
              <a:avLst/>
              <a:gdLst>
                <a:gd name="connsiteX0" fmla="*/ 118651 w 162880"/>
                <a:gd name="connsiteY0" fmla="*/ 24175 h 170515"/>
                <a:gd name="connsiteX1" fmla="*/ 85932 w 162880"/>
                <a:gd name="connsiteY1" fmla="*/ 85 h 170515"/>
                <a:gd name="connsiteX2" fmla="*/ 224 w 162880"/>
                <a:gd name="connsiteY2" fmla="*/ 110374 h 170515"/>
                <a:gd name="connsiteX3" fmla="*/ 47524 w 162880"/>
                <a:gd name="connsiteY3" fmla="*/ 170600 h 170515"/>
                <a:gd name="connsiteX4" fmla="*/ 93756 w 162880"/>
                <a:gd name="connsiteY4" fmla="*/ 142369 h 170515"/>
                <a:gd name="connsiteX5" fmla="*/ 126119 w 162880"/>
                <a:gd name="connsiteY5" fmla="*/ 170600 h 170515"/>
                <a:gd name="connsiteX6" fmla="*/ 152436 w 162880"/>
                <a:gd name="connsiteY6" fmla="*/ 149897 h 170515"/>
                <a:gd name="connsiteX7" fmla="*/ 163105 w 162880"/>
                <a:gd name="connsiteY7" fmla="*/ 112632 h 170515"/>
                <a:gd name="connsiteX8" fmla="*/ 158837 w 162880"/>
                <a:gd name="connsiteY8" fmla="*/ 108868 h 170515"/>
                <a:gd name="connsiteX9" fmla="*/ 153858 w 162880"/>
                <a:gd name="connsiteY9" fmla="*/ 115644 h 170515"/>
                <a:gd name="connsiteX10" fmla="*/ 126830 w 162880"/>
                <a:gd name="connsiteY10" fmla="*/ 162319 h 170515"/>
                <a:gd name="connsiteX11" fmla="*/ 116161 w 162880"/>
                <a:gd name="connsiteY11" fmla="*/ 145004 h 170515"/>
                <a:gd name="connsiteX12" fmla="*/ 120784 w 162880"/>
                <a:gd name="connsiteY12" fmla="*/ 117149 h 170515"/>
                <a:gd name="connsiteX13" fmla="*/ 128608 w 162880"/>
                <a:gd name="connsiteY13" fmla="*/ 83272 h 170515"/>
                <a:gd name="connsiteX14" fmla="*/ 141411 w 162880"/>
                <a:gd name="connsiteY14" fmla="*/ 30574 h 170515"/>
                <a:gd name="connsiteX15" fmla="*/ 143901 w 162880"/>
                <a:gd name="connsiteY15" fmla="*/ 17776 h 170515"/>
                <a:gd name="connsiteX16" fmla="*/ 133587 w 162880"/>
                <a:gd name="connsiteY16" fmla="*/ 7613 h 170515"/>
                <a:gd name="connsiteX17" fmla="*/ 118651 w 162880"/>
                <a:gd name="connsiteY17" fmla="*/ 24175 h 170515"/>
                <a:gd name="connsiteX18" fmla="*/ 95534 w 162880"/>
                <a:gd name="connsiteY18" fmla="*/ 121666 h 170515"/>
                <a:gd name="connsiteX19" fmla="*/ 88422 w 162880"/>
                <a:gd name="connsiteY19" fmla="*/ 135594 h 170515"/>
                <a:gd name="connsiteX20" fmla="*/ 48235 w 162880"/>
                <a:gd name="connsiteY20" fmla="*/ 162319 h 170515"/>
                <a:gd name="connsiteX21" fmla="*/ 25474 w 162880"/>
                <a:gd name="connsiteY21" fmla="*/ 126936 h 170515"/>
                <a:gd name="connsiteX22" fmla="*/ 45034 w 162880"/>
                <a:gd name="connsiteY22" fmla="*/ 44501 h 170515"/>
                <a:gd name="connsiteX23" fmla="*/ 86288 w 162880"/>
                <a:gd name="connsiteY23" fmla="*/ 8366 h 170515"/>
                <a:gd name="connsiteX24" fmla="*/ 114383 w 162880"/>
                <a:gd name="connsiteY24" fmla="*/ 41490 h 170515"/>
                <a:gd name="connsiteX25" fmla="*/ 113316 w 162880"/>
                <a:gd name="connsiteY25" fmla="*/ 47889 h 170515"/>
                <a:gd name="connsiteX26" fmla="*/ 95534 w 162880"/>
                <a:gd name="connsiteY26" fmla="*/ 121666 h 17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80" h="170515">
                  <a:moveTo>
                    <a:pt x="118651" y="24175"/>
                  </a:moveTo>
                  <a:cubicBezTo>
                    <a:pt x="112249" y="10248"/>
                    <a:pt x="101936" y="85"/>
                    <a:pt x="85932" y="85"/>
                  </a:cubicBezTo>
                  <a:cubicBezTo>
                    <a:pt x="44323" y="85"/>
                    <a:pt x="224" y="55417"/>
                    <a:pt x="224" y="110374"/>
                  </a:cubicBezTo>
                  <a:cubicBezTo>
                    <a:pt x="224" y="145757"/>
                    <a:pt x="19784" y="170600"/>
                    <a:pt x="47524" y="170600"/>
                  </a:cubicBezTo>
                  <a:cubicBezTo>
                    <a:pt x="54637" y="170600"/>
                    <a:pt x="72418" y="169094"/>
                    <a:pt x="93756" y="142369"/>
                  </a:cubicBezTo>
                  <a:cubicBezTo>
                    <a:pt x="96601" y="158178"/>
                    <a:pt x="109048" y="170600"/>
                    <a:pt x="126119" y="170600"/>
                  </a:cubicBezTo>
                  <a:cubicBezTo>
                    <a:pt x="138566" y="170600"/>
                    <a:pt x="146746" y="161942"/>
                    <a:pt x="152436" y="149897"/>
                  </a:cubicBezTo>
                  <a:cubicBezTo>
                    <a:pt x="158482" y="136346"/>
                    <a:pt x="163105" y="113385"/>
                    <a:pt x="163105" y="112632"/>
                  </a:cubicBezTo>
                  <a:cubicBezTo>
                    <a:pt x="163105" y="108868"/>
                    <a:pt x="159904" y="108868"/>
                    <a:pt x="158837" y="108868"/>
                  </a:cubicBezTo>
                  <a:cubicBezTo>
                    <a:pt x="155281" y="108868"/>
                    <a:pt x="154925" y="110374"/>
                    <a:pt x="153858" y="115644"/>
                  </a:cubicBezTo>
                  <a:cubicBezTo>
                    <a:pt x="147813" y="140110"/>
                    <a:pt x="141411" y="162319"/>
                    <a:pt x="126830" y="162319"/>
                  </a:cubicBezTo>
                  <a:cubicBezTo>
                    <a:pt x="117228" y="162319"/>
                    <a:pt x="116161" y="152532"/>
                    <a:pt x="116161" y="145004"/>
                  </a:cubicBezTo>
                  <a:cubicBezTo>
                    <a:pt x="116161" y="136723"/>
                    <a:pt x="116872" y="133711"/>
                    <a:pt x="120784" y="117149"/>
                  </a:cubicBezTo>
                  <a:cubicBezTo>
                    <a:pt x="124696" y="101340"/>
                    <a:pt x="125408" y="97576"/>
                    <a:pt x="128608" y="83272"/>
                  </a:cubicBezTo>
                  <a:lnTo>
                    <a:pt x="141411" y="30574"/>
                  </a:lnTo>
                  <a:cubicBezTo>
                    <a:pt x="143901" y="20035"/>
                    <a:pt x="143901" y="19282"/>
                    <a:pt x="143901" y="17776"/>
                  </a:cubicBezTo>
                  <a:cubicBezTo>
                    <a:pt x="143901" y="11377"/>
                    <a:pt x="139633" y="7613"/>
                    <a:pt x="133587" y="7613"/>
                  </a:cubicBezTo>
                  <a:cubicBezTo>
                    <a:pt x="125052" y="7613"/>
                    <a:pt x="119718" y="15894"/>
                    <a:pt x="118651" y="24175"/>
                  </a:cubicBezTo>
                  <a:close/>
                  <a:moveTo>
                    <a:pt x="95534" y="121666"/>
                  </a:moveTo>
                  <a:cubicBezTo>
                    <a:pt x="93756" y="128442"/>
                    <a:pt x="93756" y="129195"/>
                    <a:pt x="88422" y="135594"/>
                  </a:cubicBezTo>
                  <a:cubicBezTo>
                    <a:pt x="72774" y="156296"/>
                    <a:pt x="58193" y="162319"/>
                    <a:pt x="48235" y="162319"/>
                  </a:cubicBezTo>
                  <a:cubicBezTo>
                    <a:pt x="30453" y="162319"/>
                    <a:pt x="25474" y="141616"/>
                    <a:pt x="25474" y="126936"/>
                  </a:cubicBezTo>
                  <a:cubicBezTo>
                    <a:pt x="25474" y="108115"/>
                    <a:pt x="36855" y="61816"/>
                    <a:pt x="45034" y="44501"/>
                  </a:cubicBezTo>
                  <a:cubicBezTo>
                    <a:pt x="56059" y="22293"/>
                    <a:pt x="72063" y="8366"/>
                    <a:pt x="86288" y="8366"/>
                  </a:cubicBezTo>
                  <a:cubicBezTo>
                    <a:pt x="109404" y="8366"/>
                    <a:pt x="114383" y="39232"/>
                    <a:pt x="114383" y="41490"/>
                  </a:cubicBezTo>
                  <a:cubicBezTo>
                    <a:pt x="114383" y="43749"/>
                    <a:pt x="113672" y="46007"/>
                    <a:pt x="113316" y="47889"/>
                  </a:cubicBezTo>
                  <a:lnTo>
                    <a:pt x="95534" y="121666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4A3DAA44-AEFB-B068-A983-56EDAB614CA7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0757160" y="5679775"/>
              <a:ext cx="116754" cy="118833"/>
            </a:xfrm>
            <a:custGeom>
              <a:avLst/>
              <a:gdLst>
                <a:gd name="connsiteX0" fmla="*/ 116984 w 116754"/>
                <a:gd name="connsiteY0" fmla="*/ 46197 h 118833"/>
                <a:gd name="connsiteX1" fmla="*/ 71926 w 116754"/>
                <a:gd name="connsiteY1" fmla="*/ 86 h 118833"/>
                <a:gd name="connsiteX2" fmla="*/ 230 w 116754"/>
                <a:gd name="connsiteY2" fmla="*/ 72809 h 118833"/>
                <a:gd name="connsiteX3" fmla="*/ 45538 w 116754"/>
                <a:gd name="connsiteY3" fmla="*/ 118920 h 118833"/>
                <a:gd name="connsiteX4" fmla="*/ 116984 w 116754"/>
                <a:gd name="connsiteY4" fmla="*/ 46197 h 118833"/>
                <a:gd name="connsiteX5" fmla="*/ 45786 w 116754"/>
                <a:gd name="connsiteY5" fmla="*/ 111542 h 118833"/>
                <a:gd name="connsiteX6" fmla="*/ 20892 w 116754"/>
                <a:gd name="connsiteY6" fmla="*/ 82295 h 118833"/>
                <a:gd name="connsiteX7" fmla="*/ 35331 w 116754"/>
                <a:gd name="connsiteY7" fmla="*/ 30651 h 118833"/>
                <a:gd name="connsiteX8" fmla="*/ 71677 w 116754"/>
                <a:gd name="connsiteY8" fmla="*/ 7464 h 118833"/>
                <a:gd name="connsiteX9" fmla="*/ 96571 w 116754"/>
                <a:gd name="connsiteY9" fmla="*/ 36711 h 118833"/>
                <a:gd name="connsiteX10" fmla="*/ 82630 w 116754"/>
                <a:gd name="connsiteY10" fmla="*/ 87565 h 118833"/>
                <a:gd name="connsiteX11" fmla="*/ 45786 w 116754"/>
                <a:gd name="connsiteY11" fmla="*/ 111542 h 11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6754" h="118833">
                  <a:moveTo>
                    <a:pt x="116984" y="46197"/>
                  </a:moveTo>
                  <a:cubicBezTo>
                    <a:pt x="116984" y="16949"/>
                    <a:pt x="96322" y="86"/>
                    <a:pt x="71926" y="86"/>
                  </a:cubicBezTo>
                  <a:cubicBezTo>
                    <a:pt x="35082" y="86"/>
                    <a:pt x="230" y="36711"/>
                    <a:pt x="230" y="72809"/>
                  </a:cubicBezTo>
                  <a:cubicBezTo>
                    <a:pt x="230" y="99158"/>
                    <a:pt x="18403" y="118920"/>
                    <a:pt x="45538" y="118920"/>
                  </a:cubicBezTo>
                  <a:cubicBezTo>
                    <a:pt x="81136" y="118920"/>
                    <a:pt x="116984" y="84139"/>
                    <a:pt x="116984" y="46197"/>
                  </a:cubicBezTo>
                  <a:close/>
                  <a:moveTo>
                    <a:pt x="45786" y="111542"/>
                  </a:moveTo>
                  <a:cubicBezTo>
                    <a:pt x="33339" y="111542"/>
                    <a:pt x="20892" y="103111"/>
                    <a:pt x="20892" y="82295"/>
                  </a:cubicBezTo>
                  <a:cubicBezTo>
                    <a:pt x="20892" y="71492"/>
                    <a:pt x="25622" y="45670"/>
                    <a:pt x="35331" y="30651"/>
                  </a:cubicBezTo>
                  <a:cubicBezTo>
                    <a:pt x="46035" y="14315"/>
                    <a:pt x="60474" y="7464"/>
                    <a:pt x="71677" y="7464"/>
                  </a:cubicBezTo>
                  <a:cubicBezTo>
                    <a:pt x="85120" y="7464"/>
                    <a:pt x="96571" y="17213"/>
                    <a:pt x="96571" y="36711"/>
                  </a:cubicBezTo>
                  <a:cubicBezTo>
                    <a:pt x="96571" y="43035"/>
                    <a:pt x="93584" y="69120"/>
                    <a:pt x="82630" y="87565"/>
                  </a:cubicBezTo>
                  <a:cubicBezTo>
                    <a:pt x="73170" y="103111"/>
                    <a:pt x="58234" y="111542"/>
                    <a:pt x="45786" y="111542"/>
                  </a:cubicBez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EB15EB46-D6D6-A354-620E-84AA7A89DE26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0998827" y="5520064"/>
              <a:ext cx="236496" cy="250691"/>
            </a:xfrm>
            <a:custGeom>
              <a:avLst/>
              <a:gdLst>
                <a:gd name="connsiteX0" fmla="*/ 125775 w 236496"/>
                <a:gd name="connsiteY0" fmla="*/ 132959 h 250691"/>
                <a:gd name="connsiteX1" fmla="*/ 224997 w 236496"/>
                <a:gd name="connsiteY1" fmla="*/ 132959 h 250691"/>
                <a:gd name="connsiteX2" fmla="*/ 236733 w 236496"/>
                <a:gd name="connsiteY2" fmla="*/ 125430 h 250691"/>
                <a:gd name="connsiteX3" fmla="*/ 224997 w 236496"/>
                <a:gd name="connsiteY3" fmla="*/ 117902 h 250691"/>
                <a:gd name="connsiteX4" fmla="*/ 125775 w 236496"/>
                <a:gd name="connsiteY4" fmla="*/ 117902 h 250691"/>
                <a:gd name="connsiteX5" fmla="*/ 125775 w 236496"/>
                <a:gd name="connsiteY5" fmla="*/ 12506 h 250691"/>
                <a:gd name="connsiteX6" fmla="*/ 118663 w 236496"/>
                <a:gd name="connsiteY6" fmla="*/ 85 h 250691"/>
                <a:gd name="connsiteX7" fmla="*/ 111550 w 236496"/>
                <a:gd name="connsiteY7" fmla="*/ 12506 h 250691"/>
                <a:gd name="connsiteX8" fmla="*/ 111550 w 236496"/>
                <a:gd name="connsiteY8" fmla="*/ 117902 h 250691"/>
                <a:gd name="connsiteX9" fmla="*/ 11972 w 236496"/>
                <a:gd name="connsiteY9" fmla="*/ 117902 h 250691"/>
                <a:gd name="connsiteX10" fmla="*/ 236 w 236496"/>
                <a:gd name="connsiteY10" fmla="*/ 125430 h 250691"/>
                <a:gd name="connsiteX11" fmla="*/ 11972 w 236496"/>
                <a:gd name="connsiteY11" fmla="*/ 132959 h 250691"/>
                <a:gd name="connsiteX12" fmla="*/ 111550 w 236496"/>
                <a:gd name="connsiteY12" fmla="*/ 132959 h 250691"/>
                <a:gd name="connsiteX13" fmla="*/ 111550 w 236496"/>
                <a:gd name="connsiteY13" fmla="*/ 238354 h 250691"/>
                <a:gd name="connsiteX14" fmla="*/ 118663 w 236496"/>
                <a:gd name="connsiteY14" fmla="*/ 250776 h 250691"/>
                <a:gd name="connsiteX15" fmla="*/ 125775 w 236496"/>
                <a:gd name="connsiteY15" fmla="*/ 238354 h 250691"/>
                <a:gd name="connsiteX16" fmla="*/ 125775 w 236496"/>
                <a:gd name="connsiteY16" fmla="*/ 132959 h 25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6496" h="250691">
                  <a:moveTo>
                    <a:pt x="125775" y="132959"/>
                  </a:moveTo>
                  <a:lnTo>
                    <a:pt x="224997" y="132959"/>
                  </a:lnTo>
                  <a:cubicBezTo>
                    <a:pt x="229976" y="132959"/>
                    <a:pt x="236733" y="132959"/>
                    <a:pt x="236733" y="125430"/>
                  </a:cubicBezTo>
                  <a:cubicBezTo>
                    <a:pt x="236733" y="117902"/>
                    <a:pt x="229976" y="117902"/>
                    <a:pt x="224997" y="117902"/>
                  </a:cubicBezTo>
                  <a:lnTo>
                    <a:pt x="125775" y="117902"/>
                  </a:lnTo>
                  <a:lnTo>
                    <a:pt x="125775" y="12506"/>
                  </a:lnTo>
                  <a:cubicBezTo>
                    <a:pt x="125775" y="7237"/>
                    <a:pt x="125775" y="85"/>
                    <a:pt x="118663" y="85"/>
                  </a:cubicBezTo>
                  <a:cubicBezTo>
                    <a:pt x="111550" y="85"/>
                    <a:pt x="111550" y="7237"/>
                    <a:pt x="111550" y="12506"/>
                  </a:cubicBezTo>
                  <a:lnTo>
                    <a:pt x="111550" y="117902"/>
                  </a:lnTo>
                  <a:lnTo>
                    <a:pt x="11972" y="117902"/>
                  </a:lnTo>
                  <a:cubicBezTo>
                    <a:pt x="6993" y="117902"/>
                    <a:pt x="236" y="117902"/>
                    <a:pt x="236" y="125430"/>
                  </a:cubicBezTo>
                  <a:cubicBezTo>
                    <a:pt x="236" y="132959"/>
                    <a:pt x="6993" y="132959"/>
                    <a:pt x="11972" y="132959"/>
                  </a:cubicBezTo>
                  <a:lnTo>
                    <a:pt x="111550" y="132959"/>
                  </a:lnTo>
                  <a:lnTo>
                    <a:pt x="111550" y="238354"/>
                  </a:lnTo>
                  <a:cubicBezTo>
                    <a:pt x="111550" y="243624"/>
                    <a:pt x="111550" y="250776"/>
                    <a:pt x="118663" y="250776"/>
                  </a:cubicBezTo>
                  <a:cubicBezTo>
                    <a:pt x="125775" y="250776"/>
                    <a:pt x="125775" y="243624"/>
                    <a:pt x="125775" y="238354"/>
                  </a:cubicBezTo>
                  <a:lnTo>
                    <a:pt x="125775" y="132959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90FE950E-803B-8D04-6B06-7D51CF237803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1348770" y="5573138"/>
              <a:ext cx="162880" cy="170515"/>
            </a:xfrm>
            <a:custGeom>
              <a:avLst/>
              <a:gdLst>
                <a:gd name="connsiteX0" fmla="*/ 118673 w 162880"/>
                <a:gd name="connsiteY0" fmla="*/ 24175 h 170515"/>
                <a:gd name="connsiteX1" fmla="*/ 85954 w 162880"/>
                <a:gd name="connsiteY1" fmla="*/ 85 h 170515"/>
                <a:gd name="connsiteX2" fmla="*/ 246 w 162880"/>
                <a:gd name="connsiteY2" fmla="*/ 110374 h 170515"/>
                <a:gd name="connsiteX3" fmla="*/ 47546 w 162880"/>
                <a:gd name="connsiteY3" fmla="*/ 170600 h 170515"/>
                <a:gd name="connsiteX4" fmla="*/ 93778 w 162880"/>
                <a:gd name="connsiteY4" fmla="*/ 142369 h 170515"/>
                <a:gd name="connsiteX5" fmla="*/ 126141 w 162880"/>
                <a:gd name="connsiteY5" fmla="*/ 170600 h 170515"/>
                <a:gd name="connsiteX6" fmla="*/ 152458 w 162880"/>
                <a:gd name="connsiteY6" fmla="*/ 149897 h 170515"/>
                <a:gd name="connsiteX7" fmla="*/ 163127 w 162880"/>
                <a:gd name="connsiteY7" fmla="*/ 112632 h 170515"/>
                <a:gd name="connsiteX8" fmla="*/ 158859 w 162880"/>
                <a:gd name="connsiteY8" fmla="*/ 108868 h 170515"/>
                <a:gd name="connsiteX9" fmla="*/ 153880 w 162880"/>
                <a:gd name="connsiteY9" fmla="*/ 115644 h 170515"/>
                <a:gd name="connsiteX10" fmla="*/ 126852 w 162880"/>
                <a:gd name="connsiteY10" fmla="*/ 162319 h 170515"/>
                <a:gd name="connsiteX11" fmla="*/ 116183 w 162880"/>
                <a:gd name="connsiteY11" fmla="*/ 145004 h 170515"/>
                <a:gd name="connsiteX12" fmla="*/ 120806 w 162880"/>
                <a:gd name="connsiteY12" fmla="*/ 117149 h 170515"/>
                <a:gd name="connsiteX13" fmla="*/ 128630 w 162880"/>
                <a:gd name="connsiteY13" fmla="*/ 83272 h 170515"/>
                <a:gd name="connsiteX14" fmla="*/ 141433 w 162880"/>
                <a:gd name="connsiteY14" fmla="*/ 30574 h 170515"/>
                <a:gd name="connsiteX15" fmla="*/ 143923 w 162880"/>
                <a:gd name="connsiteY15" fmla="*/ 17776 h 170515"/>
                <a:gd name="connsiteX16" fmla="*/ 133609 w 162880"/>
                <a:gd name="connsiteY16" fmla="*/ 7613 h 170515"/>
                <a:gd name="connsiteX17" fmla="*/ 118673 w 162880"/>
                <a:gd name="connsiteY17" fmla="*/ 24175 h 170515"/>
                <a:gd name="connsiteX18" fmla="*/ 95556 w 162880"/>
                <a:gd name="connsiteY18" fmla="*/ 121666 h 170515"/>
                <a:gd name="connsiteX19" fmla="*/ 88444 w 162880"/>
                <a:gd name="connsiteY19" fmla="*/ 135594 h 170515"/>
                <a:gd name="connsiteX20" fmla="*/ 48257 w 162880"/>
                <a:gd name="connsiteY20" fmla="*/ 162319 h 170515"/>
                <a:gd name="connsiteX21" fmla="*/ 25496 w 162880"/>
                <a:gd name="connsiteY21" fmla="*/ 126936 h 170515"/>
                <a:gd name="connsiteX22" fmla="*/ 45056 w 162880"/>
                <a:gd name="connsiteY22" fmla="*/ 44501 h 170515"/>
                <a:gd name="connsiteX23" fmla="*/ 86310 w 162880"/>
                <a:gd name="connsiteY23" fmla="*/ 8366 h 170515"/>
                <a:gd name="connsiteX24" fmla="*/ 114405 w 162880"/>
                <a:gd name="connsiteY24" fmla="*/ 41490 h 170515"/>
                <a:gd name="connsiteX25" fmla="*/ 113338 w 162880"/>
                <a:gd name="connsiteY25" fmla="*/ 47889 h 170515"/>
                <a:gd name="connsiteX26" fmla="*/ 95556 w 162880"/>
                <a:gd name="connsiteY26" fmla="*/ 121666 h 17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80" h="170515">
                  <a:moveTo>
                    <a:pt x="118673" y="24175"/>
                  </a:moveTo>
                  <a:cubicBezTo>
                    <a:pt x="112271" y="10248"/>
                    <a:pt x="101958" y="85"/>
                    <a:pt x="85954" y="85"/>
                  </a:cubicBezTo>
                  <a:cubicBezTo>
                    <a:pt x="44345" y="85"/>
                    <a:pt x="246" y="55417"/>
                    <a:pt x="246" y="110374"/>
                  </a:cubicBezTo>
                  <a:cubicBezTo>
                    <a:pt x="246" y="145757"/>
                    <a:pt x="19806" y="170600"/>
                    <a:pt x="47546" y="170600"/>
                  </a:cubicBezTo>
                  <a:cubicBezTo>
                    <a:pt x="54658" y="170600"/>
                    <a:pt x="72440" y="169094"/>
                    <a:pt x="93778" y="142369"/>
                  </a:cubicBezTo>
                  <a:cubicBezTo>
                    <a:pt x="96623" y="158178"/>
                    <a:pt x="109070" y="170600"/>
                    <a:pt x="126141" y="170600"/>
                  </a:cubicBezTo>
                  <a:cubicBezTo>
                    <a:pt x="138588" y="170600"/>
                    <a:pt x="146768" y="161942"/>
                    <a:pt x="152458" y="149897"/>
                  </a:cubicBezTo>
                  <a:cubicBezTo>
                    <a:pt x="158504" y="136346"/>
                    <a:pt x="163127" y="113385"/>
                    <a:pt x="163127" y="112632"/>
                  </a:cubicBezTo>
                  <a:cubicBezTo>
                    <a:pt x="163127" y="108868"/>
                    <a:pt x="159926" y="108868"/>
                    <a:pt x="158859" y="108868"/>
                  </a:cubicBezTo>
                  <a:cubicBezTo>
                    <a:pt x="155303" y="108868"/>
                    <a:pt x="154947" y="110374"/>
                    <a:pt x="153880" y="115644"/>
                  </a:cubicBezTo>
                  <a:cubicBezTo>
                    <a:pt x="147834" y="140110"/>
                    <a:pt x="141433" y="162319"/>
                    <a:pt x="126852" y="162319"/>
                  </a:cubicBezTo>
                  <a:cubicBezTo>
                    <a:pt x="117250" y="162319"/>
                    <a:pt x="116183" y="152532"/>
                    <a:pt x="116183" y="145004"/>
                  </a:cubicBezTo>
                  <a:cubicBezTo>
                    <a:pt x="116183" y="136723"/>
                    <a:pt x="116894" y="133711"/>
                    <a:pt x="120806" y="117149"/>
                  </a:cubicBezTo>
                  <a:cubicBezTo>
                    <a:pt x="124718" y="101340"/>
                    <a:pt x="125430" y="97576"/>
                    <a:pt x="128630" y="83272"/>
                  </a:cubicBezTo>
                  <a:lnTo>
                    <a:pt x="141433" y="30574"/>
                  </a:lnTo>
                  <a:cubicBezTo>
                    <a:pt x="143923" y="20035"/>
                    <a:pt x="143923" y="19282"/>
                    <a:pt x="143923" y="17776"/>
                  </a:cubicBezTo>
                  <a:cubicBezTo>
                    <a:pt x="143923" y="11377"/>
                    <a:pt x="139655" y="7613"/>
                    <a:pt x="133609" y="7613"/>
                  </a:cubicBezTo>
                  <a:cubicBezTo>
                    <a:pt x="125074" y="7613"/>
                    <a:pt x="119739" y="15894"/>
                    <a:pt x="118673" y="24175"/>
                  </a:cubicBezTo>
                  <a:close/>
                  <a:moveTo>
                    <a:pt x="95556" y="121666"/>
                  </a:moveTo>
                  <a:cubicBezTo>
                    <a:pt x="93778" y="128442"/>
                    <a:pt x="93778" y="129195"/>
                    <a:pt x="88444" y="135594"/>
                  </a:cubicBezTo>
                  <a:cubicBezTo>
                    <a:pt x="72796" y="156296"/>
                    <a:pt x="58215" y="162319"/>
                    <a:pt x="48257" y="162319"/>
                  </a:cubicBezTo>
                  <a:cubicBezTo>
                    <a:pt x="30475" y="162319"/>
                    <a:pt x="25496" y="141616"/>
                    <a:pt x="25496" y="126936"/>
                  </a:cubicBezTo>
                  <a:cubicBezTo>
                    <a:pt x="25496" y="108115"/>
                    <a:pt x="36877" y="61816"/>
                    <a:pt x="45056" y="44501"/>
                  </a:cubicBezTo>
                  <a:cubicBezTo>
                    <a:pt x="56081" y="22293"/>
                    <a:pt x="72084" y="8366"/>
                    <a:pt x="86310" y="8366"/>
                  </a:cubicBezTo>
                  <a:cubicBezTo>
                    <a:pt x="109426" y="8366"/>
                    <a:pt x="114405" y="39232"/>
                    <a:pt x="114405" y="41490"/>
                  </a:cubicBezTo>
                  <a:cubicBezTo>
                    <a:pt x="114405" y="43749"/>
                    <a:pt x="113694" y="46007"/>
                    <a:pt x="113338" y="47889"/>
                  </a:cubicBezTo>
                  <a:lnTo>
                    <a:pt x="95556" y="121666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6C70528-40F9-6440-59B7-DCEC04304D2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1549665" y="5621017"/>
              <a:ext cx="90615" cy="174956"/>
            </a:xfrm>
            <a:custGeom>
              <a:avLst/>
              <a:gdLst>
                <a:gd name="connsiteX0" fmla="*/ 56513 w 90615"/>
                <a:gd name="connsiteY0" fmla="*/ 7464 h 174956"/>
                <a:gd name="connsiteX1" fmla="*/ 49045 w 90615"/>
                <a:gd name="connsiteY1" fmla="*/ 86 h 174956"/>
                <a:gd name="connsiteX2" fmla="*/ 252 w 90615"/>
                <a:gd name="connsiteY2" fmla="*/ 16949 h 174956"/>
                <a:gd name="connsiteX3" fmla="*/ 252 w 90615"/>
                <a:gd name="connsiteY3" fmla="*/ 26435 h 174956"/>
                <a:gd name="connsiteX4" fmla="*/ 36348 w 90615"/>
                <a:gd name="connsiteY4" fmla="*/ 19057 h 174956"/>
                <a:gd name="connsiteX5" fmla="*/ 36348 w 90615"/>
                <a:gd name="connsiteY5" fmla="*/ 153437 h 174956"/>
                <a:gd name="connsiteX6" fmla="*/ 11454 w 90615"/>
                <a:gd name="connsiteY6" fmla="*/ 165558 h 174956"/>
                <a:gd name="connsiteX7" fmla="*/ 1994 w 90615"/>
                <a:gd name="connsiteY7" fmla="*/ 165558 h 174956"/>
                <a:gd name="connsiteX8" fmla="*/ 1994 w 90615"/>
                <a:gd name="connsiteY8" fmla="*/ 175043 h 174956"/>
                <a:gd name="connsiteX9" fmla="*/ 46306 w 90615"/>
                <a:gd name="connsiteY9" fmla="*/ 173989 h 174956"/>
                <a:gd name="connsiteX10" fmla="*/ 90867 w 90615"/>
                <a:gd name="connsiteY10" fmla="*/ 175043 h 174956"/>
                <a:gd name="connsiteX11" fmla="*/ 90867 w 90615"/>
                <a:gd name="connsiteY11" fmla="*/ 165558 h 174956"/>
                <a:gd name="connsiteX12" fmla="*/ 81407 w 90615"/>
                <a:gd name="connsiteY12" fmla="*/ 165558 h 174956"/>
                <a:gd name="connsiteX13" fmla="*/ 56513 w 90615"/>
                <a:gd name="connsiteY13" fmla="*/ 153437 h 174956"/>
                <a:gd name="connsiteX14" fmla="*/ 56513 w 90615"/>
                <a:gd name="connsiteY14" fmla="*/ 7464 h 174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615" h="174956">
                  <a:moveTo>
                    <a:pt x="56513" y="7464"/>
                  </a:moveTo>
                  <a:cubicBezTo>
                    <a:pt x="56513" y="350"/>
                    <a:pt x="56015" y="86"/>
                    <a:pt x="49045" y="86"/>
                  </a:cubicBezTo>
                  <a:cubicBezTo>
                    <a:pt x="33112" y="16686"/>
                    <a:pt x="10458" y="16949"/>
                    <a:pt x="252" y="16949"/>
                  </a:cubicBezTo>
                  <a:lnTo>
                    <a:pt x="252" y="26435"/>
                  </a:lnTo>
                  <a:cubicBezTo>
                    <a:pt x="6226" y="26435"/>
                    <a:pt x="22657" y="26435"/>
                    <a:pt x="36348" y="19057"/>
                  </a:cubicBezTo>
                  <a:lnTo>
                    <a:pt x="36348" y="153437"/>
                  </a:lnTo>
                  <a:cubicBezTo>
                    <a:pt x="36348" y="162132"/>
                    <a:pt x="36348" y="165558"/>
                    <a:pt x="11454" y="165558"/>
                  </a:cubicBezTo>
                  <a:lnTo>
                    <a:pt x="1994" y="165558"/>
                  </a:lnTo>
                  <a:lnTo>
                    <a:pt x="1994" y="175043"/>
                  </a:lnTo>
                  <a:cubicBezTo>
                    <a:pt x="6475" y="174780"/>
                    <a:pt x="37095" y="173989"/>
                    <a:pt x="46306" y="173989"/>
                  </a:cubicBezTo>
                  <a:cubicBezTo>
                    <a:pt x="54024" y="173989"/>
                    <a:pt x="85390" y="174780"/>
                    <a:pt x="90867" y="175043"/>
                  </a:cubicBezTo>
                  <a:lnTo>
                    <a:pt x="90867" y="165558"/>
                  </a:lnTo>
                  <a:lnTo>
                    <a:pt x="81407" y="165558"/>
                  </a:lnTo>
                  <a:cubicBezTo>
                    <a:pt x="56513" y="165558"/>
                    <a:pt x="56513" y="162132"/>
                    <a:pt x="56513" y="153437"/>
                  </a:cubicBezTo>
                  <a:lnTo>
                    <a:pt x="56513" y="7464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157DDFD5-C4D4-952C-D205-B52C54273FA8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692385" y="5573138"/>
              <a:ext cx="177105" cy="170515"/>
            </a:xfrm>
            <a:custGeom>
              <a:avLst/>
              <a:gdLst>
                <a:gd name="connsiteX0" fmla="*/ 108724 w 177105"/>
                <a:gd name="connsiteY0" fmla="*/ 52783 h 170515"/>
                <a:gd name="connsiteX1" fmla="*/ 143932 w 177105"/>
                <a:gd name="connsiteY1" fmla="*/ 8366 h 170515"/>
                <a:gd name="connsiteX2" fmla="*/ 161714 w 177105"/>
                <a:gd name="connsiteY2" fmla="*/ 13259 h 170515"/>
                <a:gd name="connsiteX3" fmla="*/ 144644 w 177105"/>
                <a:gd name="connsiteY3" fmla="*/ 33585 h 170515"/>
                <a:gd name="connsiteX4" fmla="*/ 158158 w 177105"/>
                <a:gd name="connsiteY4" fmla="*/ 46760 h 170515"/>
                <a:gd name="connsiteX5" fmla="*/ 177362 w 177105"/>
                <a:gd name="connsiteY5" fmla="*/ 24928 h 170515"/>
                <a:gd name="connsiteX6" fmla="*/ 144288 w 177105"/>
                <a:gd name="connsiteY6" fmla="*/ 85 h 170515"/>
                <a:gd name="connsiteX7" fmla="*/ 106946 w 177105"/>
                <a:gd name="connsiteY7" fmla="*/ 28692 h 170515"/>
                <a:gd name="connsiteX8" fmla="*/ 68538 w 177105"/>
                <a:gd name="connsiteY8" fmla="*/ 85 h 170515"/>
                <a:gd name="connsiteX9" fmla="*/ 11281 w 177105"/>
                <a:gd name="connsiteY9" fmla="*/ 58052 h 170515"/>
                <a:gd name="connsiteX10" fmla="*/ 15548 w 177105"/>
                <a:gd name="connsiteY10" fmla="*/ 61816 h 170515"/>
                <a:gd name="connsiteX11" fmla="*/ 20172 w 177105"/>
                <a:gd name="connsiteY11" fmla="*/ 57676 h 170515"/>
                <a:gd name="connsiteX12" fmla="*/ 67827 w 177105"/>
                <a:gd name="connsiteY12" fmla="*/ 8366 h 170515"/>
                <a:gd name="connsiteX13" fmla="*/ 87031 w 177105"/>
                <a:gd name="connsiteY13" fmla="*/ 33585 h 170515"/>
                <a:gd name="connsiteX14" fmla="*/ 67827 w 177105"/>
                <a:gd name="connsiteY14" fmla="*/ 123172 h 170515"/>
                <a:gd name="connsiteX15" fmla="*/ 34041 w 177105"/>
                <a:gd name="connsiteY15" fmla="*/ 162319 h 170515"/>
                <a:gd name="connsiteX16" fmla="*/ 16260 w 177105"/>
                <a:gd name="connsiteY16" fmla="*/ 157426 h 170515"/>
                <a:gd name="connsiteX17" fmla="*/ 32974 w 177105"/>
                <a:gd name="connsiteY17" fmla="*/ 137099 h 170515"/>
                <a:gd name="connsiteX18" fmla="*/ 19816 w 177105"/>
                <a:gd name="connsiteY18" fmla="*/ 123925 h 170515"/>
                <a:gd name="connsiteX19" fmla="*/ 256 w 177105"/>
                <a:gd name="connsiteY19" fmla="*/ 145757 h 170515"/>
                <a:gd name="connsiteX20" fmla="*/ 33686 w 177105"/>
                <a:gd name="connsiteY20" fmla="*/ 170600 h 170515"/>
                <a:gd name="connsiteX21" fmla="*/ 71027 w 177105"/>
                <a:gd name="connsiteY21" fmla="*/ 141993 h 170515"/>
                <a:gd name="connsiteX22" fmla="*/ 109436 w 177105"/>
                <a:gd name="connsiteY22" fmla="*/ 170600 h 170515"/>
                <a:gd name="connsiteX23" fmla="*/ 166337 w 177105"/>
                <a:gd name="connsiteY23" fmla="*/ 112632 h 170515"/>
                <a:gd name="connsiteX24" fmla="*/ 162070 w 177105"/>
                <a:gd name="connsiteY24" fmla="*/ 108868 h 170515"/>
                <a:gd name="connsiteX25" fmla="*/ 157446 w 177105"/>
                <a:gd name="connsiteY25" fmla="*/ 113009 h 170515"/>
                <a:gd name="connsiteX26" fmla="*/ 110147 w 177105"/>
                <a:gd name="connsiteY26" fmla="*/ 162319 h 170515"/>
                <a:gd name="connsiteX27" fmla="*/ 90587 w 177105"/>
                <a:gd name="connsiteY27" fmla="*/ 137476 h 170515"/>
                <a:gd name="connsiteX28" fmla="*/ 96633 w 177105"/>
                <a:gd name="connsiteY28" fmla="*/ 104351 h 170515"/>
                <a:gd name="connsiteX29" fmla="*/ 108724 w 177105"/>
                <a:gd name="connsiteY29" fmla="*/ 52783 h 17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105" h="170515">
                  <a:moveTo>
                    <a:pt x="108724" y="52783"/>
                  </a:moveTo>
                  <a:cubicBezTo>
                    <a:pt x="110858" y="42996"/>
                    <a:pt x="119038" y="8366"/>
                    <a:pt x="143932" y="8366"/>
                  </a:cubicBezTo>
                  <a:cubicBezTo>
                    <a:pt x="145710" y="8366"/>
                    <a:pt x="154246" y="8366"/>
                    <a:pt x="161714" y="13259"/>
                  </a:cubicBezTo>
                  <a:cubicBezTo>
                    <a:pt x="151756" y="15141"/>
                    <a:pt x="144644" y="24552"/>
                    <a:pt x="144644" y="33585"/>
                  </a:cubicBezTo>
                  <a:cubicBezTo>
                    <a:pt x="144644" y="39608"/>
                    <a:pt x="148555" y="46760"/>
                    <a:pt x="158158" y="46760"/>
                  </a:cubicBezTo>
                  <a:cubicBezTo>
                    <a:pt x="165982" y="46760"/>
                    <a:pt x="177362" y="39985"/>
                    <a:pt x="177362" y="24928"/>
                  </a:cubicBezTo>
                  <a:cubicBezTo>
                    <a:pt x="177362" y="5354"/>
                    <a:pt x="156379" y="85"/>
                    <a:pt x="144288" y="85"/>
                  </a:cubicBezTo>
                  <a:cubicBezTo>
                    <a:pt x="123661" y="85"/>
                    <a:pt x="111214" y="20035"/>
                    <a:pt x="106946" y="28692"/>
                  </a:cubicBezTo>
                  <a:cubicBezTo>
                    <a:pt x="98055" y="3849"/>
                    <a:pt x="78851" y="85"/>
                    <a:pt x="68538" y="85"/>
                  </a:cubicBezTo>
                  <a:cubicBezTo>
                    <a:pt x="31552" y="85"/>
                    <a:pt x="11281" y="48642"/>
                    <a:pt x="11281" y="58052"/>
                  </a:cubicBezTo>
                  <a:cubicBezTo>
                    <a:pt x="11281" y="61816"/>
                    <a:pt x="14837" y="61816"/>
                    <a:pt x="15548" y="61816"/>
                  </a:cubicBezTo>
                  <a:cubicBezTo>
                    <a:pt x="18393" y="61816"/>
                    <a:pt x="19460" y="61064"/>
                    <a:pt x="20172" y="57676"/>
                  </a:cubicBezTo>
                  <a:cubicBezTo>
                    <a:pt x="32263" y="17776"/>
                    <a:pt x="55735" y="8366"/>
                    <a:pt x="67827" y="8366"/>
                  </a:cubicBezTo>
                  <a:cubicBezTo>
                    <a:pt x="74584" y="8366"/>
                    <a:pt x="87031" y="11754"/>
                    <a:pt x="87031" y="33585"/>
                  </a:cubicBezTo>
                  <a:cubicBezTo>
                    <a:pt x="87031" y="45254"/>
                    <a:pt x="80985" y="70474"/>
                    <a:pt x="67827" y="123172"/>
                  </a:cubicBezTo>
                  <a:cubicBezTo>
                    <a:pt x="62136" y="146510"/>
                    <a:pt x="49689" y="162319"/>
                    <a:pt x="34041" y="162319"/>
                  </a:cubicBezTo>
                  <a:cubicBezTo>
                    <a:pt x="31908" y="162319"/>
                    <a:pt x="23728" y="162319"/>
                    <a:pt x="16260" y="157426"/>
                  </a:cubicBezTo>
                  <a:cubicBezTo>
                    <a:pt x="25150" y="155543"/>
                    <a:pt x="32974" y="147639"/>
                    <a:pt x="32974" y="137099"/>
                  </a:cubicBezTo>
                  <a:cubicBezTo>
                    <a:pt x="32974" y="126936"/>
                    <a:pt x="25150" y="123925"/>
                    <a:pt x="19816" y="123925"/>
                  </a:cubicBezTo>
                  <a:cubicBezTo>
                    <a:pt x="9147" y="123925"/>
                    <a:pt x="256" y="133711"/>
                    <a:pt x="256" y="145757"/>
                  </a:cubicBezTo>
                  <a:cubicBezTo>
                    <a:pt x="256" y="163072"/>
                    <a:pt x="18038" y="170600"/>
                    <a:pt x="33686" y="170600"/>
                  </a:cubicBezTo>
                  <a:cubicBezTo>
                    <a:pt x="57158" y="170600"/>
                    <a:pt x="69960" y="144251"/>
                    <a:pt x="71027" y="141993"/>
                  </a:cubicBezTo>
                  <a:cubicBezTo>
                    <a:pt x="75295" y="155920"/>
                    <a:pt x="88098" y="170600"/>
                    <a:pt x="109436" y="170600"/>
                  </a:cubicBezTo>
                  <a:cubicBezTo>
                    <a:pt x="146066" y="170600"/>
                    <a:pt x="166337" y="122043"/>
                    <a:pt x="166337" y="112632"/>
                  </a:cubicBezTo>
                  <a:cubicBezTo>
                    <a:pt x="166337" y="108868"/>
                    <a:pt x="163137" y="108868"/>
                    <a:pt x="162070" y="108868"/>
                  </a:cubicBezTo>
                  <a:cubicBezTo>
                    <a:pt x="158869" y="108868"/>
                    <a:pt x="158158" y="110374"/>
                    <a:pt x="157446" y="113009"/>
                  </a:cubicBezTo>
                  <a:cubicBezTo>
                    <a:pt x="145710" y="153285"/>
                    <a:pt x="121527" y="162319"/>
                    <a:pt x="110147" y="162319"/>
                  </a:cubicBezTo>
                  <a:cubicBezTo>
                    <a:pt x="96277" y="162319"/>
                    <a:pt x="90587" y="150274"/>
                    <a:pt x="90587" y="137476"/>
                  </a:cubicBezTo>
                  <a:cubicBezTo>
                    <a:pt x="90587" y="129195"/>
                    <a:pt x="92721" y="120913"/>
                    <a:pt x="96633" y="104351"/>
                  </a:cubicBezTo>
                  <a:lnTo>
                    <a:pt x="108724" y="52783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51A711F-9256-CADA-C3D7-51664C0A151D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1900512" y="5401233"/>
              <a:ext cx="127957" cy="185496"/>
            </a:xfrm>
            <a:custGeom>
              <a:avLst/>
              <a:gdLst>
                <a:gd name="connsiteX0" fmla="*/ 127223 w 127957"/>
                <a:gd name="connsiteY0" fmla="*/ 7985 h 185496"/>
                <a:gd name="connsiteX1" fmla="*/ 128219 w 127957"/>
                <a:gd name="connsiteY1" fmla="*/ 3769 h 185496"/>
                <a:gd name="connsiteX2" fmla="*/ 124236 w 127957"/>
                <a:gd name="connsiteY2" fmla="*/ 81 h 185496"/>
                <a:gd name="connsiteX3" fmla="*/ 92371 w 127957"/>
                <a:gd name="connsiteY3" fmla="*/ 2715 h 185496"/>
                <a:gd name="connsiteX4" fmla="*/ 86894 w 127957"/>
                <a:gd name="connsiteY4" fmla="*/ 8776 h 185496"/>
                <a:gd name="connsiteX5" fmla="*/ 93367 w 127957"/>
                <a:gd name="connsiteY5" fmla="*/ 12465 h 185496"/>
                <a:gd name="connsiteX6" fmla="*/ 105316 w 127957"/>
                <a:gd name="connsiteY6" fmla="*/ 16417 h 185496"/>
                <a:gd name="connsiteX7" fmla="*/ 104320 w 127957"/>
                <a:gd name="connsiteY7" fmla="*/ 22214 h 185496"/>
                <a:gd name="connsiteX8" fmla="*/ 90131 w 127957"/>
                <a:gd name="connsiteY8" fmla="*/ 82289 h 185496"/>
                <a:gd name="connsiteX9" fmla="*/ 64489 w 127957"/>
                <a:gd name="connsiteY9" fmla="*/ 66743 h 185496"/>
                <a:gd name="connsiteX10" fmla="*/ 262 w 127957"/>
                <a:gd name="connsiteY10" fmla="*/ 141838 h 185496"/>
                <a:gd name="connsiteX11" fmla="*/ 37852 w 127957"/>
                <a:gd name="connsiteY11" fmla="*/ 185577 h 185496"/>
                <a:gd name="connsiteX12" fmla="*/ 73202 w 127957"/>
                <a:gd name="connsiteY12" fmla="*/ 167133 h 185496"/>
                <a:gd name="connsiteX13" fmla="*/ 98844 w 127957"/>
                <a:gd name="connsiteY13" fmla="*/ 185577 h 185496"/>
                <a:gd name="connsiteX14" fmla="*/ 118510 w 127957"/>
                <a:gd name="connsiteY14" fmla="*/ 171612 h 185496"/>
                <a:gd name="connsiteX15" fmla="*/ 127223 w 127957"/>
                <a:gd name="connsiteY15" fmla="*/ 145263 h 185496"/>
                <a:gd name="connsiteX16" fmla="*/ 123240 w 127957"/>
                <a:gd name="connsiteY16" fmla="*/ 141838 h 185496"/>
                <a:gd name="connsiteX17" fmla="*/ 117763 w 127957"/>
                <a:gd name="connsiteY17" fmla="*/ 150006 h 185496"/>
                <a:gd name="connsiteX18" fmla="*/ 99590 w 127957"/>
                <a:gd name="connsiteY18" fmla="*/ 178199 h 185496"/>
                <a:gd name="connsiteX19" fmla="*/ 91375 w 127957"/>
                <a:gd name="connsiteY19" fmla="*/ 165288 h 185496"/>
                <a:gd name="connsiteX20" fmla="*/ 92620 w 127957"/>
                <a:gd name="connsiteY20" fmla="*/ 154485 h 185496"/>
                <a:gd name="connsiteX21" fmla="*/ 127223 w 127957"/>
                <a:gd name="connsiteY21" fmla="*/ 7985 h 185496"/>
                <a:gd name="connsiteX22" fmla="*/ 74198 w 127957"/>
                <a:gd name="connsiteY22" fmla="*/ 150006 h 185496"/>
                <a:gd name="connsiteX23" fmla="*/ 61502 w 127957"/>
                <a:gd name="connsiteY23" fmla="*/ 167660 h 185496"/>
                <a:gd name="connsiteX24" fmla="*/ 38599 w 127957"/>
                <a:gd name="connsiteY24" fmla="*/ 178199 h 185496"/>
                <a:gd name="connsiteX25" fmla="*/ 20426 w 127957"/>
                <a:gd name="connsiteY25" fmla="*/ 152641 h 185496"/>
                <a:gd name="connsiteX26" fmla="*/ 33371 w 127957"/>
                <a:gd name="connsiteY26" fmla="*/ 99153 h 185496"/>
                <a:gd name="connsiteX27" fmla="*/ 64489 w 127957"/>
                <a:gd name="connsiteY27" fmla="*/ 74121 h 185496"/>
                <a:gd name="connsiteX28" fmla="*/ 86645 w 127957"/>
                <a:gd name="connsiteY28" fmla="*/ 97045 h 185496"/>
                <a:gd name="connsiteX29" fmla="*/ 85898 w 127957"/>
                <a:gd name="connsiteY29" fmla="*/ 100734 h 185496"/>
                <a:gd name="connsiteX30" fmla="*/ 74198 w 127957"/>
                <a:gd name="connsiteY30" fmla="*/ 150006 h 1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7957" h="185496">
                  <a:moveTo>
                    <a:pt x="127223" y="7985"/>
                  </a:moveTo>
                  <a:cubicBezTo>
                    <a:pt x="127472" y="7458"/>
                    <a:pt x="128219" y="4033"/>
                    <a:pt x="128219" y="3769"/>
                  </a:cubicBezTo>
                  <a:cubicBezTo>
                    <a:pt x="128219" y="2452"/>
                    <a:pt x="127223" y="81"/>
                    <a:pt x="124236" y="81"/>
                  </a:cubicBezTo>
                  <a:cubicBezTo>
                    <a:pt x="119257" y="81"/>
                    <a:pt x="98595" y="2188"/>
                    <a:pt x="92371" y="2715"/>
                  </a:cubicBezTo>
                  <a:cubicBezTo>
                    <a:pt x="90379" y="2979"/>
                    <a:pt x="86894" y="3242"/>
                    <a:pt x="86894" y="8776"/>
                  </a:cubicBezTo>
                  <a:cubicBezTo>
                    <a:pt x="86894" y="12465"/>
                    <a:pt x="90379" y="12465"/>
                    <a:pt x="93367" y="12465"/>
                  </a:cubicBezTo>
                  <a:cubicBezTo>
                    <a:pt x="105316" y="12465"/>
                    <a:pt x="105316" y="14309"/>
                    <a:pt x="105316" y="16417"/>
                  </a:cubicBezTo>
                  <a:cubicBezTo>
                    <a:pt x="105316" y="18261"/>
                    <a:pt x="104818" y="19842"/>
                    <a:pt x="104320" y="22214"/>
                  </a:cubicBezTo>
                  <a:lnTo>
                    <a:pt x="90131" y="82289"/>
                  </a:lnTo>
                  <a:cubicBezTo>
                    <a:pt x="84903" y="73594"/>
                    <a:pt x="76439" y="66743"/>
                    <a:pt x="64489" y="66743"/>
                  </a:cubicBezTo>
                  <a:cubicBezTo>
                    <a:pt x="32624" y="66743"/>
                    <a:pt x="262" y="103895"/>
                    <a:pt x="262" y="141838"/>
                  </a:cubicBezTo>
                  <a:cubicBezTo>
                    <a:pt x="262" y="167396"/>
                    <a:pt x="16443" y="185577"/>
                    <a:pt x="37852" y="185577"/>
                  </a:cubicBezTo>
                  <a:cubicBezTo>
                    <a:pt x="51295" y="185577"/>
                    <a:pt x="63245" y="177409"/>
                    <a:pt x="73202" y="167133"/>
                  </a:cubicBezTo>
                  <a:cubicBezTo>
                    <a:pt x="77932" y="182942"/>
                    <a:pt x="92371" y="185577"/>
                    <a:pt x="98844" y="185577"/>
                  </a:cubicBezTo>
                  <a:cubicBezTo>
                    <a:pt x="107806" y="185577"/>
                    <a:pt x="114029" y="179780"/>
                    <a:pt x="118510" y="171612"/>
                  </a:cubicBezTo>
                  <a:cubicBezTo>
                    <a:pt x="123987" y="161336"/>
                    <a:pt x="127223" y="146317"/>
                    <a:pt x="127223" y="145263"/>
                  </a:cubicBezTo>
                  <a:cubicBezTo>
                    <a:pt x="127223" y="141838"/>
                    <a:pt x="123987" y="141838"/>
                    <a:pt x="123240" y="141838"/>
                  </a:cubicBezTo>
                  <a:cubicBezTo>
                    <a:pt x="119755" y="141838"/>
                    <a:pt x="119506" y="142892"/>
                    <a:pt x="117763" y="150006"/>
                  </a:cubicBezTo>
                  <a:cubicBezTo>
                    <a:pt x="114776" y="162654"/>
                    <a:pt x="110046" y="178199"/>
                    <a:pt x="99590" y="178199"/>
                  </a:cubicBezTo>
                  <a:cubicBezTo>
                    <a:pt x="93118" y="178199"/>
                    <a:pt x="91375" y="172403"/>
                    <a:pt x="91375" y="165288"/>
                  </a:cubicBezTo>
                  <a:cubicBezTo>
                    <a:pt x="91375" y="160282"/>
                    <a:pt x="91873" y="157911"/>
                    <a:pt x="92620" y="154485"/>
                  </a:cubicBezTo>
                  <a:lnTo>
                    <a:pt x="127223" y="7985"/>
                  </a:lnTo>
                  <a:close/>
                  <a:moveTo>
                    <a:pt x="74198" y="150006"/>
                  </a:moveTo>
                  <a:cubicBezTo>
                    <a:pt x="72456" y="157384"/>
                    <a:pt x="66979" y="162654"/>
                    <a:pt x="61502" y="167660"/>
                  </a:cubicBezTo>
                  <a:cubicBezTo>
                    <a:pt x="59261" y="169768"/>
                    <a:pt x="49304" y="178199"/>
                    <a:pt x="38599" y="178199"/>
                  </a:cubicBezTo>
                  <a:cubicBezTo>
                    <a:pt x="29388" y="178199"/>
                    <a:pt x="20426" y="171349"/>
                    <a:pt x="20426" y="152641"/>
                  </a:cubicBezTo>
                  <a:cubicBezTo>
                    <a:pt x="20426" y="138676"/>
                    <a:pt x="27646" y="109692"/>
                    <a:pt x="33371" y="99153"/>
                  </a:cubicBezTo>
                  <a:cubicBezTo>
                    <a:pt x="44823" y="78073"/>
                    <a:pt x="57519" y="74121"/>
                    <a:pt x="64489" y="74121"/>
                  </a:cubicBezTo>
                  <a:cubicBezTo>
                    <a:pt x="81915" y="74121"/>
                    <a:pt x="86645" y="94146"/>
                    <a:pt x="86645" y="97045"/>
                  </a:cubicBezTo>
                  <a:cubicBezTo>
                    <a:pt x="86645" y="98099"/>
                    <a:pt x="86147" y="99943"/>
                    <a:pt x="85898" y="100734"/>
                  </a:cubicBezTo>
                  <a:lnTo>
                    <a:pt x="74198" y="150006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CA082E91-EB90-B165-7E13-49D678E10E4C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1897027" y="5657875"/>
              <a:ext cx="75429" cy="177328"/>
            </a:xfrm>
            <a:custGeom>
              <a:avLst/>
              <a:gdLst>
                <a:gd name="connsiteX0" fmla="*/ 69219 w 75429"/>
                <a:gd name="connsiteY0" fmla="*/ 10100 h 177328"/>
                <a:gd name="connsiteX1" fmla="*/ 59261 w 75429"/>
                <a:gd name="connsiteY1" fmla="*/ 87 h 177328"/>
                <a:gd name="connsiteX2" fmla="*/ 45321 w 75429"/>
                <a:gd name="connsiteY2" fmla="*/ 14579 h 177328"/>
                <a:gd name="connsiteX3" fmla="*/ 55278 w 75429"/>
                <a:gd name="connsiteY3" fmla="*/ 24592 h 177328"/>
                <a:gd name="connsiteX4" fmla="*/ 69219 w 75429"/>
                <a:gd name="connsiteY4" fmla="*/ 10100 h 177328"/>
                <a:gd name="connsiteX5" fmla="*/ 18435 w 75429"/>
                <a:gd name="connsiteY5" fmla="*/ 143952 h 177328"/>
                <a:gd name="connsiteX6" fmla="*/ 16194 w 75429"/>
                <a:gd name="connsiteY6" fmla="*/ 155019 h 177328"/>
                <a:gd name="connsiteX7" fmla="*/ 39844 w 75429"/>
                <a:gd name="connsiteY7" fmla="*/ 177416 h 177328"/>
                <a:gd name="connsiteX8" fmla="*/ 75692 w 75429"/>
                <a:gd name="connsiteY8" fmla="*/ 137102 h 177328"/>
                <a:gd name="connsiteX9" fmla="*/ 71709 w 75429"/>
                <a:gd name="connsiteY9" fmla="*/ 133676 h 177328"/>
                <a:gd name="connsiteX10" fmla="*/ 66979 w 75429"/>
                <a:gd name="connsiteY10" fmla="*/ 138156 h 177328"/>
                <a:gd name="connsiteX11" fmla="*/ 40591 w 75429"/>
                <a:gd name="connsiteY11" fmla="*/ 170038 h 177328"/>
                <a:gd name="connsiteX12" fmla="*/ 34367 w 75429"/>
                <a:gd name="connsiteY12" fmla="*/ 160816 h 177328"/>
                <a:gd name="connsiteX13" fmla="*/ 38350 w 75429"/>
                <a:gd name="connsiteY13" fmla="*/ 143952 h 177328"/>
                <a:gd name="connsiteX14" fmla="*/ 46316 w 75429"/>
                <a:gd name="connsiteY14" fmla="*/ 122873 h 177328"/>
                <a:gd name="connsiteX15" fmla="*/ 58515 w 75429"/>
                <a:gd name="connsiteY15" fmla="*/ 89410 h 177328"/>
                <a:gd name="connsiteX16" fmla="*/ 60008 w 75429"/>
                <a:gd name="connsiteY16" fmla="*/ 80978 h 177328"/>
                <a:gd name="connsiteX17" fmla="*/ 36359 w 75429"/>
                <a:gd name="connsiteY17" fmla="*/ 58582 h 177328"/>
                <a:gd name="connsiteX18" fmla="*/ 262 w 75429"/>
                <a:gd name="connsiteY18" fmla="*/ 98896 h 177328"/>
                <a:gd name="connsiteX19" fmla="*/ 4494 w 75429"/>
                <a:gd name="connsiteY19" fmla="*/ 102321 h 177328"/>
                <a:gd name="connsiteX20" fmla="*/ 8975 w 75429"/>
                <a:gd name="connsiteY20" fmla="*/ 98105 h 177328"/>
                <a:gd name="connsiteX21" fmla="*/ 35612 w 75429"/>
                <a:gd name="connsiteY21" fmla="*/ 65960 h 177328"/>
                <a:gd name="connsiteX22" fmla="*/ 41835 w 75429"/>
                <a:gd name="connsiteY22" fmla="*/ 75182 h 177328"/>
                <a:gd name="connsiteX23" fmla="*/ 34118 w 75429"/>
                <a:gd name="connsiteY23" fmla="*/ 101531 h 177328"/>
                <a:gd name="connsiteX24" fmla="*/ 18435 w 75429"/>
                <a:gd name="connsiteY24" fmla="*/ 143952 h 17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429" h="177328">
                  <a:moveTo>
                    <a:pt x="69219" y="10100"/>
                  </a:moveTo>
                  <a:cubicBezTo>
                    <a:pt x="69219" y="5884"/>
                    <a:pt x="66232" y="87"/>
                    <a:pt x="59261" y="87"/>
                  </a:cubicBezTo>
                  <a:cubicBezTo>
                    <a:pt x="52540" y="87"/>
                    <a:pt x="45321" y="6938"/>
                    <a:pt x="45321" y="14579"/>
                  </a:cubicBezTo>
                  <a:cubicBezTo>
                    <a:pt x="45321" y="19058"/>
                    <a:pt x="48557" y="24592"/>
                    <a:pt x="55278" y="24592"/>
                  </a:cubicBezTo>
                  <a:cubicBezTo>
                    <a:pt x="62498" y="24592"/>
                    <a:pt x="69219" y="17214"/>
                    <a:pt x="69219" y="10100"/>
                  </a:cubicBezTo>
                  <a:close/>
                  <a:moveTo>
                    <a:pt x="18435" y="143952"/>
                  </a:moveTo>
                  <a:cubicBezTo>
                    <a:pt x="17439" y="147378"/>
                    <a:pt x="16194" y="150540"/>
                    <a:pt x="16194" y="155019"/>
                  </a:cubicBezTo>
                  <a:cubicBezTo>
                    <a:pt x="16194" y="167403"/>
                    <a:pt x="26152" y="177416"/>
                    <a:pt x="39844" y="177416"/>
                  </a:cubicBezTo>
                  <a:cubicBezTo>
                    <a:pt x="64738" y="177416"/>
                    <a:pt x="75692" y="141054"/>
                    <a:pt x="75692" y="137102"/>
                  </a:cubicBezTo>
                  <a:cubicBezTo>
                    <a:pt x="75692" y="133676"/>
                    <a:pt x="72456" y="133676"/>
                    <a:pt x="71709" y="133676"/>
                  </a:cubicBezTo>
                  <a:cubicBezTo>
                    <a:pt x="68223" y="133676"/>
                    <a:pt x="67975" y="135257"/>
                    <a:pt x="66979" y="138156"/>
                  </a:cubicBezTo>
                  <a:cubicBezTo>
                    <a:pt x="61253" y="159235"/>
                    <a:pt x="50299" y="170038"/>
                    <a:pt x="40591" y="170038"/>
                  </a:cubicBezTo>
                  <a:cubicBezTo>
                    <a:pt x="35612" y="170038"/>
                    <a:pt x="34367" y="166612"/>
                    <a:pt x="34367" y="160816"/>
                  </a:cubicBezTo>
                  <a:cubicBezTo>
                    <a:pt x="34367" y="154755"/>
                    <a:pt x="36110" y="149749"/>
                    <a:pt x="38350" y="143952"/>
                  </a:cubicBezTo>
                  <a:cubicBezTo>
                    <a:pt x="40840" y="136838"/>
                    <a:pt x="43578" y="129724"/>
                    <a:pt x="46316" y="122873"/>
                  </a:cubicBezTo>
                  <a:cubicBezTo>
                    <a:pt x="48557" y="116549"/>
                    <a:pt x="57519" y="92572"/>
                    <a:pt x="58515" y="89410"/>
                  </a:cubicBezTo>
                  <a:cubicBezTo>
                    <a:pt x="59261" y="86775"/>
                    <a:pt x="60008" y="83613"/>
                    <a:pt x="60008" y="80978"/>
                  </a:cubicBezTo>
                  <a:cubicBezTo>
                    <a:pt x="60008" y="68594"/>
                    <a:pt x="50051" y="58582"/>
                    <a:pt x="36359" y="58582"/>
                  </a:cubicBezTo>
                  <a:cubicBezTo>
                    <a:pt x="11713" y="58582"/>
                    <a:pt x="262" y="94416"/>
                    <a:pt x="262" y="98896"/>
                  </a:cubicBezTo>
                  <a:cubicBezTo>
                    <a:pt x="262" y="102321"/>
                    <a:pt x="3747" y="102321"/>
                    <a:pt x="4494" y="102321"/>
                  </a:cubicBezTo>
                  <a:cubicBezTo>
                    <a:pt x="7979" y="102321"/>
                    <a:pt x="8228" y="101004"/>
                    <a:pt x="8975" y="98105"/>
                  </a:cubicBezTo>
                  <a:cubicBezTo>
                    <a:pt x="15447" y="75445"/>
                    <a:pt x="26401" y="65960"/>
                    <a:pt x="35612" y="65960"/>
                  </a:cubicBezTo>
                  <a:cubicBezTo>
                    <a:pt x="39595" y="65960"/>
                    <a:pt x="41835" y="68067"/>
                    <a:pt x="41835" y="75182"/>
                  </a:cubicBezTo>
                  <a:cubicBezTo>
                    <a:pt x="41835" y="81242"/>
                    <a:pt x="40342" y="85194"/>
                    <a:pt x="34118" y="101531"/>
                  </a:cubicBezTo>
                  <a:lnTo>
                    <a:pt x="18435" y="143952"/>
                  </a:lnTo>
                  <a:close/>
                </a:path>
              </a:pathLst>
            </a:custGeom>
            <a:solidFill>
              <a:srgbClr val="FFFFFF"/>
            </a:solidFill>
            <a:ln w="35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sp>
        <p:nvSpPr>
          <p:cNvPr id="269" name="TextBox 268">
            <a:extLst>
              <a:ext uri="{FF2B5EF4-FFF2-40B4-BE49-F238E27FC236}">
                <a16:creationId xmlns:a16="http://schemas.microsoft.com/office/drawing/2014/main" id="{A3C7CFE2-53AF-53EE-1A25-8D68A040D824}"/>
              </a:ext>
            </a:extLst>
          </p:cNvPr>
          <p:cNvSpPr txBox="1"/>
          <p:nvPr/>
        </p:nvSpPr>
        <p:spPr>
          <a:xfrm>
            <a:off x="8300251" y="3855204"/>
            <a:ext cx="316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Fitting   (straight line)</a:t>
            </a:r>
            <a:endParaRPr lang="en-PK" dirty="0"/>
          </a:p>
        </p:txBody>
      </p: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E785F397-DC61-3180-54D1-84727C5D3F66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261548" y="6111424"/>
            <a:ext cx="8051869" cy="417725"/>
            <a:chOff x="6834646" y="9011694"/>
            <a:chExt cx="8051869" cy="417725"/>
          </a:xfrm>
          <a:solidFill>
            <a:srgbClr val="00B0F0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4256058-0115-9FE1-9CDE-B94472CAA6A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834646" y="9089844"/>
              <a:ext cx="194925" cy="247466"/>
            </a:xfrm>
            <a:custGeom>
              <a:avLst/>
              <a:gdLst>
                <a:gd name="connsiteX0" fmla="*/ 195046 w 194925"/>
                <a:gd name="connsiteY0" fmla="*/ 154072 h 247466"/>
                <a:gd name="connsiteX1" fmla="*/ 186169 w 194925"/>
                <a:gd name="connsiteY1" fmla="*/ 154072 h 247466"/>
                <a:gd name="connsiteX2" fmla="*/ 114803 w 194925"/>
                <a:gd name="connsiteY2" fmla="*/ 236319 h 247466"/>
                <a:gd name="connsiteX3" fmla="*/ 85688 w 194925"/>
                <a:gd name="connsiteY3" fmla="*/ 236319 h 247466"/>
                <a:gd name="connsiteX4" fmla="*/ 68291 w 194925"/>
                <a:gd name="connsiteY4" fmla="*/ 221826 h 247466"/>
                <a:gd name="connsiteX5" fmla="*/ 68291 w 194925"/>
                <a:gd name="connsiteY5" fmla="*/ 28708 h 247466"/>
                <a:gd name="connsiteX6" fmla="*/ 102021 w 194925"/>
                <a:gd name="connsiteY6" fmla="*/ 11317 h 247466"/>
                <a:gd name="connsiteX7" fmla="*/ 113738 w 194925"/>
                <a:gd name="connsiteY7" fmla="*/ 11317 h 247466"/>
                <a:gd name="connsiteX8" fmla="*/ 113738 w 194925"/>
                <a:gd name="connsiteY8" fmla="*/ 85 h 247466"/>
                <a:gd name="connsiteX9" fmla="*/ 54089 w 194925"/>
                <a:gd name="connsiteY9" fmla="*/ 1172 h 247466"/>
                <a:gd name="connsiteX10" fmla="*/ 120 w 194925"/>
                <a:gd name="connsiteY10" fmla="*/ 85 h 247466"/>
                <a:gd name="connsiteX11" fmla="*/ 120 w 194925"/>
                <a:gd name="connsiteY11" fmla="*/ 11317 h 247466"/>
                <a:gd name="connsiteX12" fmla="*/ 8641 w 194925"/>
                <a:gd name="connsiteY12" fmla="*/ 11317 h 247466"/>
                <a:gd name="connsiteX13" fmla="*/ 36691 w 194925"/>
                <a:gd name="connsiteY13" fmla="*/ 28346 h 247466"/>
                <a:gd name="connsiteX14" fmla="*/ 36691 w 194925"/>
                <a:gd name="connsiteY14" fmla="*/ 219290 h 247466"/>
                <a:gd name="connsiteX15" fmla="*/ 8641 w 194925"/>
                <a:gd name="connsiteY15" fmla="*/ 236319 h 247466"/>
                <a:gd name="connsiteX16" fmla="*/ 120 w 194925"/>
                <a:gd name="connsiteY16" fmla="*/ 236319 h 247466"/>
                <a:gd name="connsiteX17" fmla="*/ 120 w 194925"/>
                <a:gd name="connsiteY17" fmla="*/ 247551 h 247466"/>
                <a:gd name="connsiteX18" fmla="*/ 185104 w 194925"/>
                <a:gd name="connsiteY18" fmla="*/ 247551 h 247466"/>
                <a:gd name="connsiteX19" fmla="*/ 195046 w 194925"/>
                <a:gd name="connsiteY19" fmla="*/ 154072 h 24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925" h="247466">
                  <a:moveTo>
                    <a:pt x="195046" y="154072"/>
                  </a:moveTo>
                  <a:lnTo>
                    <a:pt x="186169" y="154072"/>
                  </a:lnTo>
                  <a:cubicBezTo>
                    <a:pt x="182264" y="191029"/>
                    <a:pt x="177293" y="236319"/>
                    <a:pt x="114803" y="236319"/>
                  </a:cubicBezTo>
                  <a:lnTo>
                    <a:pt x="85688" y="236319"/>
                  </a:lnTo>
                  <a:cubicBezTo>
                    <a:pt x="69001" y="236319"/>
                    <a:pt x="68291" y="233783"/>
                    <a:pt x="68291" y="221826"/>
                  </a:cubicBezTo>
                  <a:lnTo>
                    <a:pt x="68291" y="28708"/>
                  </a:lnTo>
                  <a:cubicBezTo>
                    <a:pt x="68291" y="16389"/>
                    <a:pt x="68291" y="11317"/>
                    <a:pt x="102021" y="11317"/>
                  </a:cubicBezTo>
                  <a:lnTo>
                    <a:pt x="113738" y="11317"/>
                  </a:lnTo>
                  <a:lnTo>
                    <a:pt x="113738" y="85"/>
                  </a:lnTo>
                  <a:cubicBezTo>
                    <a:pt x="100956" y="1172"/>
                    <a:pt x="68646" y="1172"/>
                    <a:pt x="54089" y="1172"/>
                  </a:cubicBezTo>
                  <a:cubicBezTo>
                    <a:pt x="40241" y="1172"/>
                    <a:pt x="12547" y="1172"/>
                    <a:pt x="120" y="85"/>
                  </a:cubicBezTo>
                  <a:lnTo>
                    <a:pt x="120" y="11317"/>
                  </a:lnTo>
                  <a:lnTo>
                    <a:pt x="8641" y="11317"/>
                  </a:lnTo>
                  <a:cubicBezTo>
                    <a:pt x="35981" y="11317"/>
                    <a:pt x="36691" y="15302"/>
                    <a:pt x="36691" y="28346"/>
                  </a:cubicBezTo>
                  <a:lnTo>
                    <a:pt x="36691" y="219290"/>
                  </a:lnTo>
                  <a:cubicBezTo>
                    <a:pt x="36691" y="232334"/>
                    <a:pt x="35981" y="236319"/>
                    <a:pt x="8641" y="236319"/>
                  </a:cubicBezTo>
                  <a:lnTo>
                    <a:pt x="120" y="236319"/>
                  </a:lnTo>
                  <a:lnTo>
                    <a:pt x="120" y="247551"/>
                  </a:lnTo>
                  <a:lnTo>
                    <a:pt x="185104" y="247551"/>
                  </a:lnTo>
                  <a:lnTo>
                    <a:pt x="195046" y="154072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E87297F-D0CC-F8A9-8B10-87554298D93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054781" y="9174990"/>
              <a:ext cx="137406" cy="166306"/>
            </a:xfrm>
            <a:custGeom>
              <a:avLst/>
              <a:gdLst>
                <a:gd name="connsiteX0" fmla="*/ 29951 w 137406"/>
                <a:gd name="connsiteY0" fmla="*/ 71100 h 166306"/>
                <a:gd name="connsiteX1" fmla="*/ 73978 w 137406"/>
                <a:gd name="connsiteY1" fmla="*/ 8056 h 166306"/>
                <a:gd name="connsiteX2" fmla="*/ 114099 w 137406"/>
                <a:gd name="connsiteY2" fmla="*/ 71100 h 166306"/>
                <a:gd name="connsiteX3" fmla="*/ 29951 w 137406"/>
                <a:gd name="connsiteY3" fmla="*/ 71100 h 166306"/>
                <a:gd name="connsiteX4" fmla="*/ 29596 w 137406"/>
                <a:gd name="connsiteY4" fmla="*/ 78709 h 166306"/>
                <a:gd name="connsiteX5" fmla="*/ 128656 w 137406"/>
                <a:gd name="connsiteY5" fmla="*/ 78709 h 166306"/>
                <a:gd name="connsiteX6" fmla="*/ 137533 w 137406"/>
                <a:gd name="connsiteY6" fmla="*/ 71100 h 166306"/>
                <a:gd name="connsiteX7" fmla="*/ 73978 w 137406"/>
                <a:gd name="connsiteY7" fmla="*/ 85 h 166306"/>
                <a:gd name="connsiteX8" fmla="*/ 126 w 137406"/>
                <a:gd name="connsiteY8" fmla="*/ 82694 h 166306"/>
                <a:gd name="connsiteX9" fmla="*/ 78239 w 137406"/>
                <a:gd name="connsiteY9" fmla="*/ 166391 h 166306"/>
                <a:gd name="connsiteX10" fmla="*/ 137533 w 137406"/>
                <a:gd name="connsiteY10" fmla="*/ 119289 h 166306"/>
                <a:gd name="connsiteX11" fmla="*/ 132917 w 137406"/>
                <a:gd name="connsiteY11" fmla="*/ 114941 h 166306"/>
                <a:gd name="connsiteX12" fmla="*/ 128301 w 137406"/>
                <a:gd name="connsiteY12" fmla="*/ 120014 h 166306"/>
                <a:gd name="connsiteX13" fmla="*/ 80369 w 137406"/>
                <a:gd name="connsiteY13" fmla="*/ 157333 h 166306"/>
                <a:gd name="connsiteX14" fmla="*/ 40248 w 137406"/>
                <a:gd name="connsiteY14" fmla="*/ 133057 h 166306"/>
                <a:gd name="connsiteX15" fmla="*/ 29596 w 137406"/>
                <a:gd name="connsiteY15" fmla="*/ 78709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406" h="166306">
                  <a:moveTo>
                    <a:pt x="29951" y="71100"/>
                  </a:moveTo>
                  <a:cubicBezTo>
                    <a:pt x="32081" y="17114"/>
                    <a:pt x="61906" y="8056"/>
                    <a:pt x="73978" y="8056"/>
                  </a:cubicBezTo>
                  <a:cubicBezTo>
                    <a:pt x="110549" y="8056"/>
                    <a:pt x="114099" y="56969"/>
                    <a:pt x="114099" y="71100"/>
                  </a:cubicBezTo>
                  <a:lnTo>
                    <a:pt x="29951" y="71100"/>
                  </a:lnTo>
                  <a:close/>
                  <a:moveTo>
                    <a:pt x="29596" y="78709"/>
                  </a:moveTo>
                  <a:lnTo>
                    <a:pt x="128656" y="78709"/>
                  </a:lnTo>
                  <a:cubicBezTo>
                    <a:pt x="136468" y="78709"/>
                    <a:pt x="137533" y="78709"/>
                    <a:pt x="137533" y="71100"/>
                  </a:cubicBezTo>
                  <a:cubicBezTo>
                    <a:pt x="137533" y="35230"/>
                    <a:pt x="118360" y="85"/>
                    <a:pt x="73978" y="85"/>
                  </a:cubicBezTo>
                  <a:cubicBezTo>
                    <a:pt x="32791" y="85"/>
                    <a:pt x="126" y="37404"/>
                    <a:pt x="126" y="82694"/>
                  </a:cubicBezTo>
                  <a:cubicBezTo>
                    <a:pt x="126" y="131246"/>
                    <a:pt x="37407" y="166391"/>
                    <a:pt x="78239" y="166391"/>
                  </a:cubicBezTo>
                  <a:cubicBezTo>
                    <a:pt x="121555" y="166391"/>
                    <a:pt x="137533" y="126173"/>
                    <a:pt x="137533" y="119289"/>
                  </a:cubicBezTo>
                  <a:cubicBezTo>
                    <a:pt x="137533" y="115666"/>
                    <a:pt x="134692" y="114941"/>
                    <a:pt x="132917" y="114941"/>
                  </a:cubicBezTo>
                  <a:cubicBezTo>
                    <a:pt x="129722" y="114941"/>
                    <a:pt x="129011" y="117115"/>
                    <a:pt x="128301" y="120014"/>
                  </a:cubicBezTo>
                  <a:cubicBezTo>
                    <a:pt x="115874" y="157333"/>
                    <a:pt x="83919" y="157333"/>
                    <a:pt x="80369" y="157333"/>
                  </a:cubicBezTo>
                  <a:cubicBezTo>
                    <a:pt x="62616" y="157333"/>
                    <a:pt x="48414" y="146463"/>
                    <a:pt x="40248" y="133057"/>
                  </a:cubicBezTo>
                  <a:cubicBezTo>
                    <a:pt x="29596" y="115666"/>
                    <a:pt x="29596" y="91752"/>
                    <a:pt x="29596" y="78709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FB761D1-2F2F-4E67-C0B2-F0867331072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209388" y="9114482"/>
              <a:ext cx="111132" cy="226814"/>
            </a:xfrm>
            <a:custGeom>
              <a:avLst/>
              <a:gdLst>
                <a:gd name="connsiteX0" fmla="*/ 54809 w 111132"/>
                <a:gd name="connsiteY0" fmla="*/ 77984 h 226814"/>
                <a:gd name="connsiteX1" fmla="*/ 105582 w 111132"/>
                <a:gd name="connsiteY1" fmla="*/ 77984 h 226814"/>
                <a:gd name="connsiteX2" fmla="*/ 105582 w 111132"/>
                <a:gd name="connsiteY2" fmla="*/ 66752 h 226814"/>
                <a:gd name="connsiteX3" fmla="*/ 54809 w 111132"/>
                <a:gd name="connsiteY3" fmla="*/ 66752 h 226814"/>
                <a:gd name="connsiteX4" fmla="*/ 54809 w 111132"/>
                <a:gd name="connsiteY4" fmla="*/ 85 h 226814"/>
                <a:gd name="connsiteX5" fmla="*/ 45933 w 111132"/>
                <a:gd name="connsiteY5" fmla="*/ 85 h 226814"/>
                <a:gd name="connsiteX6" fmla="*/ 131 w 111132"/>
                <a:gd name="connsiteY6" fmla="*/ 70013 h 226814"/>
                <a:gd name="connsiteX7" fmla="*/ 131 w 111132"/>
                <a:gd name="connsiteY7" fmla="*/ 77984 h 226814"/>
                <a:gd name="connsiteX8" fmla="*/ 30311 w 111132"/>
                <a:gd name="connsiteY8" fmla="*/ 77984 h 226814"/>
                <a:gd name="connsiteX9" fmla="*/ 30311 w 111132"/>
                <a:gd name="connsiteY9" fmla="*/ 177985 h 226814"/>
                <a:gd name="connsiteX10" fmla="*/ 76113 w 111132"/>
                <a:gd name="connsiteY10" fmla="*/ 226899 h 226814"/>
                <a:gd name="connsiteX11" fmla="*/ 111263 w 111132"/>
                <a:gd name="connsiteY11" fmla="*/ 177985 h 226814"/>
                <a:gd name="connsiteX12" fmla="*/ 111263 w 111132"/>
                <a:gd name="connsiteY12" fmla="*/ 157333 h 226814"/>
                <a:gd name="connsiteX13" fmla="*/ 102387 w 111132"/>
                <a:gd name="connsiteY13" fmla="*/ 157333 h 226814"/>
                <a:gd name="connsiteX14" fmla="*/ 102387 w 111132"/>
                <a:gd name="connsiteY14" fmla="*/ 177261 h 226814"/>
                <a:gd name="connsiteX15" fmla="*/ 78598 w 111132"/>
                <a:gd name="connsiteY15" fmla="*/ 217841 h 226814"/>
                <a:gd name="connsiteX16" fmla="*/ 54809 w 111132"/>
                <a:gd name="connsiteY16" fmla="*/ 178710 h 226814"/>
                <a:gd name="connsiteX17" fmla="*/ 54809 w 111132"/>
                <a:gd name="connsiteY17" fmla="*/ 77984 h 226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132" h="226814">
                  <a:moveTo>
                    <a:pt x="54809" y="77984"/>
                  </a:moveTo>
                  <a:lnTo>
                    <a:pt x="105582" y="77984"/>
                  </a:lnTo>
                  <a:lnTo>
                    <a:pt x="105582" y="66752"/>
                  </a:lnTo>
                  <a:lnTo>
                    <a:pt x="54809" y="66752"/>
                  </a:lnTo>
                  <a:lnTo>
                    <a:pt x="54809" y="85"/>
                  </a:lnTo>
                  <a:lnTo>
                    <a:pt x="45933" y="85"/>
                  </a:lnTo>
                  <a:cubicBezTo>
                    <a:pt x="45578" y="29795"/>
                    <a:pt x="34926" y="68564"/>
                    <a:pt x="131" y="70013"/>
                  </a:cubicBezTo>
                  <a:lnTo>
                    <a:pt x="131" y="77984"/>
                  </a:lnTo>
                  <a:lnTo>
                    <a:pt x="30311" y="77984"/>
                  </a:lnTo>
                  <a:lnTo>
                    <a:pt x="30311" y="177985"/>
                  </a:lnTo>
                  <a:cubicBezTo>
                    <a:pt x="30311" y="222551"/>
                    <a:pt x="63331" y="226899"/>
                    <a:pt x="76113" y="226899"/>
                  </a:cubicBezTo>
                  <a:cubicBezTo>
                    <a:pt x="101322" y="226899"/>
                    <a:pt x="111263" y="201174"/>
                    <a:pt x="111263" y="177985"/>
                  </a:cubicBezTo>
                  <a:lnTo>
                    <a:pt x="111263" y="157333"/>
                  </a:lnTo>
                  <a:lnTo>
                    <a:pt x="102387" y="157333"/>
                  </a:lnTo>
                  <a:lnTo>
                    <a:pt x="102387" y="177261"/>
                  </a:lnTo>
                  <a:cubicBezTo>
                    <a:pt x="102387" y="204073"/>
                    <a:pt x="91735" y="217841"/>
                    <a:pt x="78598" y="217841"/>
                  </a:cubicBezTo>
                  <a:cubicBezTo>
                    <a:pt x="54809" y="217841"/>
                    <a:pt x="54809" y="184870"/>
                    <a:pt x="54809" y="178710"/>
                  </a:cubicBezTo>
                  <a:lnTo>
                    <a:pt x="54809" y="77984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C14EF01-FE2B-2775-63D7-E14DA041C2C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470433" y="9177164"/>
              <a:ext cx="178592" cy="164132"/>
            </a:xfrm>
            <a:custGeom>
              <a:avLst/>
              <a:gdLst>
                <a:gd name="connsiteX0" fmla="*/ 127603 w 178592"/>
                <a:gd name="connsiteY0" fmla="*/ 131608 h 164132"/>
                <a:gd name="connsiteX1" fmla="*/ 127603 w 178592"/>
                <a:gd name="connsiteY1" fmla="*/ 164217 h 164132"/>
                <a:gd name="connsiteX2" fmla="*/ 178731 w 178592"/>
                <a:gd name="connsiteY2" fmla="*/ 160232 h 164132"/>
                <a:gd name="connsiteX3" fmla="*/ 178731 w 178592"/>
                <a:gd name="connsiteY3" fmla="*/ 148999 h 164132"/>
                <a:gd name="connsiteX4" fmla="*/ 151037 w 178592"/>
                <a:gd name="connsiteY4" fmla="*/ 128709 h 164132"/>
                <a:gd name="connsiteX5" fmla="*/ 151037 w 178592"/>
                <a:gd name="connsiteY5" fmla="*/ 85 h 164132"/>
                <a:gd name="connsiteX6" fmla="*/ 98843 w 178592"/>
                <a:gd name="connsiteY6" fmla="*/ 4070 h 164132"/>
                <a:gd name="connsiteX7" fmla="*/ 98843 w 178592"/>
                <a:gd name="connsiteY7" fmla="*/ 15302 h 164132"/>
                <a:gd name="connsiteX8" fmla="*/ 126538 w 178592"/>
                <a:gd name="connsiteY8" fmla="*/ 35592 h 164132"/>
                <a:gd name="connsiteX9" fmla="*/ 126538 w 178592"/>
                <a:gd name="connsiteY9" fmla="*/ 100086 h 164132"/>
                <a:gd name="connsiteX10" fmla="*/ 83576 w 178592"/>
                <a:gd name="connsiteY10" fmla="*/ 156246 h 164132"/>
                <a:gd name="connsiteX11" fmla="*/ 52331 w 178592"/>
                <a:gd name="connsiteY11" fmla="*/ 120376 h 164132"/>
                <a:gd name="connsiteX12" fmla="*/ 52331 w 178592"/>
                <a:gd name="connsiteY12" fmla="*/ 85 h 164132"/>
                <a:gd name="connsiteX13" fmla="*/ 138 w 178592"/>
                <a:gd name="connsiteY13" fmla="*/ 4070 h 164132"/>
                <a:gd name="connsiteX14" fmla="*/ 138 w 178592"/>
                <a:gd name="connsiteY14" fmla="*/ 15302 h 164132"/>
                <a:gd name="connsiteX15" fmla="*/ 27832 w 178592"/>
                <a:gd name="connsiteY15" fmla="*/ 48636 h 164132"/>
                <a:gd name="connsiteX16" fmla="*/ 27832 w 178592"/>
                <a:gd name="connsiteY16" fmla="*/ 102984 h 164132"/>
                <a:gd name="connsiteX17" fmla="*/ 81801 w 178592"/>
                <a:gd name="connsiteY17" fmla="*/ 164217 h 164132"/>
                <a:gd name="connsiteX18" fmla="*/ 127603 w 178592"/>
                <a:gd name="connsiteY18" fmla="*/ 131608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592" h="164132">
                  <a:moveTo>
                    <a:pt x="127603" y="131608"/>
                  </a:moveTo>
                  <a:lnTo>
                    <a:pt x="127603" y="164217"/>
                  </a:lnTo>
                  <a:lnTo>
                    <a:pt x="178731" y="160232"/>
                  </a:lnTo>
                  <a:lnTo>
                    <a:pt x="178731" y="148999"/>
                  </a:lnTo>
                  <a:cubicBezTo>
                    <a:pt x="153877" y="148999"/>
                    <a:pt x="151037" y="146463"/>
                    <a:pt x="151037" y="128709"/>
                  </a:cubicBezTo>
                  <a:lnTo>
                    <a:pt x="151037" y="85"/>
                  </a:lnTo>
                  <a:lnTo>
                    <a:pt x="98843" y="4070"/>
                  </a:lnTo>
                  <a:lnTo>
                    <a:pt x="98843" y="15302"/>
                  </a:lnTo>
                  <a:cubicBezTo>
                    <a:pt x="123697" y="15302"/>
                    <a:pt x="126538" y="17839"/>
                    <a:pt x="126538" y="35592"/>
                  </a:cubicBezTo>
                  <a:lnTo>
                    <a:pt x="126538" y="100086"/>
                  </a:lnTo>
                  <a:cubicBezTo>
                    <a:pt x="126538" y="131608"/>
                    <a:pt x="109495" y="156246"/>
                    <a:pt x="83576" y="156246"/>
                  </a:cubicBezTo>
                  <a:cubicBezTo>
                    <a:pt x="53751" y="156246"/>
                    <a:pt x="52331" y="139217"/>
                    <a:pt x="52331" y="120376"/>
                  </a:cubicBezTo>
                  <a:lnTo>
                    <a:pt x="52331" y="85"/>
                  </a:lnTo>
                  <a:lnTo>
                    <a:pt x="138" y="4070"/>
                  </a:lnTo>
                  <a:lnTo>
                    <a:pt x="138" y="15302"/>
                  </a:lnTo>
                  <a:cubicBezTo>
                    <a:pt x="27832" y="15302"/>
                    <a:pt x="27832" y="16389"/>
                    <a:pt x="27832" y="48636"/>
                  </a:cubicBezTo>
                  <a:lnTo>
                    <a:pt x="27832" y="102984"/>
                  </a:lnTo>
                  <a:cubicBezTo>
                    <a:pt x="27832" y="131246"/>
                    <a:pt x="27832" y="164217"/>
                    <a:pt x="81801" y="164217"/>
                  </a:cubicBezTo>
                  <a:cubicBezTo>
                    <a:pt x="101684" y="164217"/>
                    <a:pt x="117306" y="154072"/>
                    <a:pt x="127603" y="131608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66DD9A9-4B15-7306-CF0B-3A9D7ACFF6A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668041" y="9174990"/>
              <a:ext cx="116103" cy="166306"/>
            </a:xfrm>
            <a:custGeom>
              <a:avLst/>
              <a:gdLst>
                <a:gd name="connsiteX0" fmla="*/ 62278 w 116103"/>
                <a:gd name="connsiteY0" fmla="*/ 92115 h 166306"/>
                <a:gd name="connsiteX1" fmla="*/ 99204 w 116103"/>
                <a:gd name="connsiteY1" fmla="*/ 125449 h 166306"/>
                <a:gd name="connsiteX2" fmla="*/ 59083 w 116103"/>
                <a:gd name="connsiteY2" fmla="*/ 158420 h 166306"/>
                <a:gd name="connsiteX3" fmla="*/ 9730 w 116103"/>
                <a:gd name="connsiteY3" fmla="*/ 106970 h 166306"/>
                <a:gd name="connsiteX4" fmla="*/ 4759 w 116103"/>
                <a:gd name="connsiteY4" fmla="*/ 100811 h 166306"/>
                <a:gd name="connsiteX5" fmla="*/ 144 w 116103"/>
                <a:gd name="connsiteY5" fmla="*/ 109869 h 166306"/>
                <a:gd name="connsiteX6" fmla="*/ 144 w 116103"/>
                <a:gd name="connsiteY6" fmla="*/ 157695 h 166306"/>
                <a:gd name="connsiteX7" fmla="*/ 4049 w 116103"/>
                <a:gd name="connsiteY7" fmla="*/ 166391 h 166306"/>
                <a:gd name="connsiteX8" fmla="*/ 12926 w 116103"/>
                <a:gd name="connsiteY8" fmla="*/ 159145 h 166306"/>
                <a:gd name="connsiteX9" fmla="*/ 20027 w 116103"/>
                <a:gd name="connsiteY9" fmla="*/ 150811 h 166306"/>
                <a:gd name="connsiteX10" fmla="*/ 59083 w 116103"/>
                <a:gd name="connsiteY10" fmla="*/ 166391 h 166306"/>
                <a:gd name="connsiteX11" fmla="*/ 116247 w 116103"/>
                <a:gd name="connsiteY11" fmla="*/ 116028 h 166306"/>
                <a:gd name="connsiteX12" fmla="*/ 101334 w 116103"/>
                <a:gd name="connsiteY12" fmla="*/ 81607 h 166306"/>
                <a:gd name="connsiteX13" fmla="*/ 60858 w 116103"/>
                <a:gd name="connsiteY13" fmla="*/ 64216 h 166306"/>
                <a:gd name="connsiteX14" fmla="*/ 17186 w 116103"/>
                <a:gd name="connsiteY14" fmla="*/ 34505 h 166306"/>
                <a:gd name="connsiteX15" fmla="*/ 56952 w 116103"/>
                <a:gd name="connsiteY15" fmla="*/ 6969 h 166306"/>
                <a:gd name="connsiteX16" fmla="*/ 98494 w 116103"/>
                <a:gd name="connsiteY16" fmla="*/ 50810 h 166306"/>
                <a:gd name="connsiteX17" fmla="*/ 102755 w 116103"/>
                <a:gd name="connsiteY17" fmla="*/ 54071 h 166306"/>
                <a:gd name="connsiteX18" fmla="*/ 107370 w 116103"/>
                <a:gd name="connsiteY18" fmla="*/ 45375 h 166306"/>
                <a:gd name="connsiteX19" fmla="*/ 107370 w 116103"/>
                <a:gd name="connsiteY19" fmla="*/ 8780 h 166306"/>
                <a:gd name="connsiteX20" fmla="*/ 103465 w 116103"/>
                <a:gd name="connsiteY20" fmla="*/ 85 h 166306"/>
                <a:gd name="connsiteX21" fmla="*/ 96364 w 116103"/>
                <a:gd name="connsiteY21" fmla="*/ 4433 h 166306"/>
                <a:gd name="connsiteX22" fmla="*/ 90328 w 116103"/>
                <a:gd name="connsiteY22" fmla="*/ 10230 h 166306"/>
                <a:gd name="connsiteX23" fmla="*/ 56952 w 116103"/>
                <a:gd name="connsiteY23" fmla="*/ 85 h 166306"/>
                <a:gd name="connsiteX24" fmla="*/ 144 w 116103"/>
                <a:gd name="connsiteY24" fmla="*/ 44650 h 166306"/>
                <a:gd name="connsiteX25" fmla="*/ 15411 w 116103"/>
                <a:gd name="connsiteY25" fmla="*/ 75448 h 166306"/>
                <a:gd name="connsiteX26" fmla="*/ 62278 w 116103"/>
                <a:gd name="connsiteY26" fmla="*/ 92115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03" h="166306">
                  <a:moveTo>
                    <a:pt x="62278" y="92115"/>
                  </a:moveTo>
                  <a:cubicBezTo>
                    <a:pt x="70089" y="93564"/>
                    <a:pt x="99204" y="99361"/>
                    <a:pt x="99204" y="125449"/>
                  </a:cubicBezTo>
                  <a:cubicBezTo>
                    <a:pt x="99204" y="143927"/>
                    <a:pt x="86777" y="158420"/>
                    <a:pt x="59083" y="158420"/>
                  </a:cubicBezTo>
                  <a:cubicBezTo>
                    <a:pt x="29258" y="158420"/>
                    <a:pt x="16476" y="137767"/>
                    <a:pt x="9730" y="106970"/>
                  </a:cubicBezTo>
                  <a:cubicBezTo>
                    <a:pt x="8665" y="102260"/>
                    <a:pt x="8310" y="100811"/>
                    <a:pt x="4759" y="100811"/>
                  </a:cubicBezTo>
                  <a:cubicBezTo>
                    <a:pt x="144" y="100811"/>
                    <a:pt x="144" y="103347"/>
                    <a:pt x="144" y="109869"/>
                  </a:cubicBezTo>
                  <a:lnTo>
                    <a:pt x="144" y="157695"/>
                  </a:lnTo>
                  <a:cubicBezTo>
                    <a:pt x="144" y="163855"/>
                    <a:pt x="144" y="166391"/>
                    <a:pt x="4049" y="166391"/>
                  </a:cubicBezTo>
                  <a:cubicBezTo>
                    <a:pt x="5824" y="166391"/>
                    <a:pt x="6180" y="166029"/>
                    <a:pt x="12926" y="159145"/>
                  </a:cubicBezTo>
                  <a:cubicBezTo>
                    <a:pt x="13636" y="158420"/>
                    <a:pt x="13636" y="157695"/>
                    <a:pt x="20027" y="150811"/>
                  </a:cubicBezTo>
                  <a:cubicBezTo>
                    <a:pt x="35649" y="166029"/>
                    <a:pt x="51627" y="166391"/>
                    <a:pt x="59083" y="166391"/>
                  </a:cubicBezTo>
                  <a:cubicBezTo>
                    <a:pt x="99914" y="166391"/>
                    <a:pt x="116247" y="142115"/>
                    <a:pt x="116247" y="116028"/>
                  </a:cubicBezTo>
                  <a:cubicBezTo>
                    <a:pt x="116247" y="96825"/>
                    <a:pt x="105595" y="85955"/>
                    <a:pt x="101334" y="81607"/>
                  </a:cubicBezTo>
                  <a:cubicBezTo>
                    <a:pt x="89617" y="70013"/>
                    <a:pt x="75770" y="67114"/>
                    <a:pt x="60858" y="64216"/>
                  </a:cubicBezTo>
                  <a:cubicBezTo>
                    <a:pt x="40975" y="60230"/>
                    <a:pt x="17186" y="55520"/>
                    <a:pt x="17186" y="34505"/>
                  </a:cubicBezTo>
                  <a:cubicBezTo>
                    <a:pt x="17186" y="21824"/>
                    <a:pt x="26418" y="6969"/>
                    <a:pt x="56952" y="6969"/>
                  </a:cubicBezTo>
                  <a:cubicBezTo>
                    <a:pt x="96008" y="6969"/>
                    <a:pt x="97784" y="39578"/>
                    <a:pt x="98494" y="50810"/>
                  </a:cubicBezTo>
                  <a:cubicBezTo>
                    <a:pt x="98849" y="54071"/>
                    <a:pt x="102044" y="54071"/>
                    <a:pt x="102755" y="54071"/>
                  </a:cubicBezTo>
                  <a:cubicBezTo>
                    <a:pt x="107370" y="54071"/>
                    <a:pt x="107370" y="52259"/>
                    <a:pt x="107370" y="45375"/>
                  </a:cubicBezTo>
                  <a:lnTo>
                    <a:pt x="107370" y="8780"/>
                  </a:lnTo>
                  <a:cubicBezTo>
                    <a:pt x="107370" y="2621"/>
                    <a:pt x="107370" y="85"/>
                    <a:pt x="103465" y="85"/>
                  </a:cubicBezTo>
                  <a:cubicBezTo>
                    <a:pt x="101689" y="85"/>
                    <a:pt x="100979" y="85"/>
                    <a:pt x="96364" y="4433"/>
                  </a:cubicBezTo>
                  <a:cubicBezTo>
                    <a:pt x="95298" y="5882"/>
                    <a:pt x="91748" y="9143"/>
                    <a:pt x="90328" y="10230"/>
                  </a:cubicBezTo>
                  <a:cubicBezTo>
                    <a:pt x="76835" y="85"/>
                    <a:pt x="62278" y="85"/>
                    <a:pt x="56952" y="85"/>
                  </a:cubicBezTo>
                  <a:cubicBezTo>
                    <a:pt x="13636" y="85"/>
                    <a:pt x="144" y="24360"/>
                    <a:pt x="144" y="44650"/>
                  </a:cubicBezTo>
                  <a:cubicBezTo>
                    <a:pt x="144" y="57332"/>
                    <a:pt x="5824" y="67477"/>
                    <a:pt x="15411" y="75448"/>
                  </a:cubicBezTo>
                  <a:cubicBezTo>
                    <a:pt x="26773" y="84868"/>
                    <a:pt x="36714" y="87042"/>
                    <a:pt x="62278" y="92115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D072E9F-516B-F3DB-DF47-FA053ED754E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926798" y="9085859"/>
              <a:ext cx="175042" cy="255437"/>
            </a:xfrm>
            <a:custGeom>
              <a:avLst/>
              <a:gdLst>
                <a:gd name="connsiteX0" fmla="*/ 123000 w 175042"/>
                <a:gd name="connsiteY0" fmla="*/ 231609 h 255437"/>
                <a:gd name="connsiteX1" fmla="*/ 123000 w 175042"/>
                <a:gd name="connsiteY1" fmla="*/ 255522 h 255437"/>
                <a:gd name="connsiteX2" fmla="*/ 175193 w 175042"/>
                <a:gd name="connsiteY2" fmla="*/ 251537 h 255437"/>
                <a:gd name="connsiteX3" fmla="*/ 175193 w 175042"/>
                <a:gd name="connsiteY3" fmla="*/ 240305 h 255437"/>
                <a:gd name="connsiteX4" fmla="*/ 147499 w 175042"/>
                <a:gd name="connsiteY4" fmla="*/ 220015 h 255437"/>
                <a:gd name="connsiteX5" fmla="*/ 147499 w 175042"/>
                <a:gd name="connsiteY5" fmla="*/ 85 h 255437"/>
                <a:gd name="connsiteX6" fmla="*/ 96371 w 175042"/>
                <a:gd name="connsiteY6" fmla="*/ 4070 h 255437"/>
                <a:gd name="connsiteX7" fmla="*/ 96371 w 175042"/>
                <a:gd name="connsiteY7" fmla="*/ 15302 h 255437"/>
                <a:gd name="connsiteX8" fmla="*/ 124065 w 175042"/>
                <a:gd name="connsiteY8" fmla="*/ 35592 h 255437"/>
                <a:gd name="connsiteX9" fmla="*/ 124065 w 175042"/>
                <a:gd name="connsiteY9" fmla="*/ 113854 h 255437"/>
                <a:gd name="connsiteX10" fmla="*/ 79328 w 175042"/>
                <a:gd name="connsiteY10" fmla="*/ 91390 h 255437"/>
                <a:gd name="connsiteX11" fmla="*/ 151 w 175042"/>
                <a:gd name="connsiteY11" fmla="*/ 173637 h 255437"/>
                <a:gd name="connsiteX12" fmla="*/ 75423 w 175042"/>
                <a:gd name="connsiteY12" fmla="*/ 255522 h 255437"/>
                <a:gd name="connsiteX13" fmla="*/ 123000 w 175042"/>
                <a:gd name="connsiteY13" fmla="*/ 231609 h 255437"/>
                <a:gd name="connsiteX14" fmla="*/ 123000 w 175042"/>
                <a:gd name="connsiteY14" fmla="*/ 134507 h 255437"/>
                <a:gd name="connsiteX15" fmla="*/ 123000 w 175042"/>
                <a:gd name="connsiteY15" fmla="*/ 208783 h 255437"/>
                <a:gd name="connsiteX16" fmla="*/ 119094 w 175042"/>
                <a:gd name="connsiteY16" fmla="*/ 222189 h 255437"/>
                <a:gd name="connsiteX17" fmla="*/ 77198 w 175042"/>
                <a:gd name="connsiteY17" fmla="*/ 247551 h 255437"/>
                <a:gd name="connsiteX18" fmla="*/ 39917 w 175042"/>
                <a:gd name="connsiteY18" fmla="*/ 224363 h 255437"/>
                <a:gd name="connsiteX19" fmla="*/ 29620 w 175042"/>
                <a:gd name="connsiteY19" fmla="*/ 174000 h 255437"/>
                <a:gd name="connsiteX20" fmla="*/ 40627 w 175042"/>
                <a:gd name="connsiteY20" fmla="*/ 122550 h 255437"/>
                <a:gd name="connsiteX21" fmla="*/ 80748 w 175042"/>
                <a:gd name="connsiteY21" fmla="*/ 99361 h 255437"/>
                <a:gd name="connsiteX22" fmla="*/ 119094 w 175042"/>
                <a:gd name="connsiteY22" fmla="*/ 121101 h 255437"/>
                <a:gd name="connsiteX23" fmla="*/ 123000 w 175042"/>
                <a:gd name="connsiteY23" fmla="*/ 134507 h 25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042" h="255437">
                  <a:moveTo>
                    <a:pt x="123000" y="231609"/>
                  </a:moveTo>
                  <a:lnTo>
                    <a:pt x="123000" y="255522"/>
                  </a:lnTo>
                  <a:lnTo>
                    <a:pt x="175193" y="251537"/>
                  </a:lnTo>
                  <a:lnTo>
                    <a:pt x="175193" y="240305"/>
                  </a:lnTo>
                  <a:cubicBezTo>
                    <a:pt x="150339" y="240305"/>
                    <a:pt x="147499" y="237769"/>
                    <a:pt x="147499" y="220015"/>
                  </a:cubicBezTo>
                  <a:lnTo>
                    <a:pt x="147499" y="85"/>
                  </a:lnTo>
                  <a:lnTo>
                    <a:pt x="96371" y="4070"/>
                  </a:lnTo>
                  <a:lnTo>
                    <a:pt x="96371" y="15302"/>
                  </a:lnTo>
                  <a:cubicBezTo>
                    <a:pt x="121225" y="15302"/>
                    <a:pt x="124065" y="17839"/>
                    <a:pt x="124065" y="35592"/>
                  </a:cubicBezTo>
                  <a:lnTo>
                    <a:pt x="124065" y="113854"/>
                  </a:lnTo>
                  <a:cubicBezTo>
                    <a:pt x="113769" y="100811"/>
                    <a:pt x="98501" y="91390"/>
                    <a:pt x="79328" y="91390"/>
                  </a:cubicBezTo>
                  <a:cubicBezTo>
                    <a:pt x="37432" y="91390"/>
                    <a:pt x="151" y="126898"/>
                    <a:pt x="151" y="173637"/>
                  </a:cubicBezTo>
                  <a:cubicBezTo>
                    <a:pt x="151" y="219652"/>
                    <a:pt x="34946" y="255522"/>
                    <a:pt x="75423" y="255522"/>
                  </a:cubicBezTo>
                  <a:cubicBezTo>
                    <a:pt x="98146" y="255522"/>
                    <a:pt x="114124" y="243203"/>
                    <a:pt x="123000" y="231609"/>
                  </a:cubicBezTo>
                  <a:close/>
                  <a:moveTo>
                    <a:pt x="123000" y="134507"/>
                  </a:moveTo>
                  <a:lnTo>
                    <a:pt x="123000" y="208783"/>
                  </a:lnTo>
                  <a:cubicBezTo>
                    <a:pt x="123000" y="215305"/>
                    <a:pt x="123000" y="216029"/>
                    <a:pt x="119094" y="222189"/>
                  </a:cubicBezTo>
                  <a:cubicBezTo>
                    <a:pt x="108443" y="239580"/>
                    <a:pt x="92465" y="247551"/>
                    <a:pt x="77198" y="247551"/>
                  </a:cubicBezTo>
                  <a:cubicBezTo>
                    <a:pt x="61220" y="247551"/>
                    <a:pt x="48438" y="238131"/>
                    <a:pt x="39917" y="224363"/>
                  </a:cubicBezTo>
                  <a:cubicBezTo>
                    <a:pt x="30686" y="209507"/>
                    <a:pt x="29620" y="188855"/>
                    <a:pt x="29620" y="174000"/>
                  </a:cubicBezTo>
                  <a:cubicBezTo>
                    <a:pt x="29620" y="160594"/>
                    <a:pt x="30330" y="138854"/>
                    <a:pt x="40627" y="122550"/>
                  </a:cubicBezTo>
                  <a:cubicBezTo>
                    <a:pt x="48083" y="111318"/>
                    <a:pt x="61575" y="99361"/>
                    <a:pt x="80748" y="99361"/>
                  </a:cubicBezTo>
                  <a:cubicBezTo>
                    <a:pt x="93175" y="99361"/>
                    <a:pt x="108088" y="104796"/>
                    <a:pt x="119094" y="121101"/>
                  </a:cubicBezTo>
                  <a:cubicBezTo>
                    <a:pt x="123000" y="127260"/>
                    <a:pt x="123000" y="127985"/>
                    <a:pt x="123000" y="134507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F09461D-74F8-BB50-9CF2-A22B0B5A5BB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121921" y="9177164"/>
              <a:ext cx="119298" cy="160146"/>
            </a:xfrm>
            <a:custGeom>
              <a:avLst/>
              <a:gdLst>
                <a:gd name="connsiteX0" fmla="*/ 49509 w 119298"/>
                <a:gd name="connsiteY0" fmla="*/ 39940 h 160146"/>
                <a:gd name="connsiteX1" fmla="*/ 49509 w 119298"/>
                <a:gd name="connsiteY1" fmla="*/ 85 h 160146"/>
                <a:gd name="connsiteX2" fmla="*/ 156 w 119298"/>
                <a:gd name="connsiteY2" fmla="*/ 4070 h 160146"/>
                <a:gd name="connsiteX3" fmla="*/ 156 w 119298"/>
                <a:gd name="connsiteY3" fmla="*/ 15302 h 160146"/>
                <a:gd name="connsiteX4" fmla="*/ 27851 w 119298"/>
                <a:gd name="connsiteY4" fmla="*/ 35592 h 160146"/>
                <a:gd name="connsiteX5" fmla="*/ 27851 w 119298"/>
                <a:gd name="connsiteY5" fmla="*/ 132695 h 160146"/>
                <a:gd name="connsiteX6" fmla="*/ 156 w 119298"/>
                <a:gd name="connsiteY6" fmla="*/ 148999 h 160146"/>
                <a:gd name="connsiteX7" fmla="*/ 156 w 119298"/>
                <a:gd name="connsiteY7" fmla="*/ 160232 h 160146"/>
                <a:gd name="connsiteX8" fmla="*/ 40633 w 119298"/>
                <a:gd name="connsiteY8" fmla="*/ 159145 h 160146"/>
                <a:gd name="connsiteX9" fmla="*/ 85725 w 119298"/>
                <a:gd name="connsiteY9" fmla="*/ 160232 h 160146"/>
                <a:gd name="connsiteX10" fmla="*/ 85725 w 119298"/>
                <a:gd name="connsiteY10" fmla="*/ 148999 h 160146"/>
                <a:gd name="connsiteX11" fmla="*/ 78269 w 119298"/>
                <a:gd name="connsiteY11" fmla="*/ 148999 h 160146"/>
                <a:gd name="connsiteX12" fmla="*/ 51284 w 119298"/>
                <a:gd name="connsiteY12" fmla="*/ 131970 h 160146"/>
                <a:gd name="connsiteX13" fmla="*/ 51284 w 119298"/>
                <a:gd name="connsiteY13" fmla="*/ 76173 h 160146"/>
                <a:gd name="connsiteX14" fmla="*/ 93181 w 119298"/>
                <a:gd name="connsiteY14" fmla="*/ 8056 h 160146"/>
                <a:gd name="connsiteX15" fmla="*/ 97086 w 119298"/>
                <a:gd name="connsiteY15" fmla="*/ 8418 h 160146"/>
                <a:gd name="connsiteX16" fmla="*/ 88920 w 119298"/>
                <a:gd name="connsiteY16" fmla="*/ 22549 h 160146"/>
                <a:gd name="connsiteX17" fmla="*/ 104188 w 119298"/>
                <a:gd name="connsiteY17" fmla="*/ 38129 h 160146"/>
                <a:gd name="connsiteX18" fmla="*/ 119455 w 119298"/>
                <a:gd name="connsiteY18" fmla="*/ 22186 h 160146"/>
                <a:gd name="connsiteX19" fmla="*/ 93181 w 119298"/>
                <a:gd name="connsiteY19" fmla="*/ 85 h 160146"/>
                <a:gd name="connsiteX20" fmla="*/ 49509 w 119298"/>
                <a:gd name="connsiteY20" fmla="*/ 39940 h 16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298" h="160146">
                  <a:moveTo>
                    <a:pt x="49509" y="39940"/>
                  </a:moveTo>
                  <a:lnTo>
                    <a:pt x="49509" y="85"/>
                  </a:lnTo>
                  <a:lnTo>
                    <a:pt x="156" y="4070"/>
                  </a:lnTo>
                  <a:lnTo>
                    <a:pt x="156" y="15302"/>
                  </a:lnTo>
                  <a:cubicBezTo>
                    <a:pt x="25010" y="15302"/>
                    <a:pt x="27851" y="17839"/>
                    <a:pt x="27851" y="35592"/>
                  </a:cubicBezTo>
                  <a:lnTo>
                    <a:pt x="27851" y="132695"/>
                  </a:lnTo>
                  <a:cubicBezTo>
                    <a:pt x="27851" y="148999"/>
                    <a:pt x="23945" y="148999"/>
                    <a:pt x="156" y="148999"/>
                  </a:cubicBezTo>
                  <a:lnTo>
                    <a:pt x="156" y="160232"/>
                  </a:lnTo>
                  <a:cubicBezTo>
                    <a:pt x="14004" y="159869"/>
                    <a:pt x="30691" y="159145"/>
                    <a:pt x="40633" y="159145"/>
                  </a:cubicBezTo>
                  <a:cubicBezTo>
                    <a:pt x="54835" y="159145"/>
                    <a:pt x="71522" y="159145"/>
                    <a:pt x="85725" y="160232"/>
                  </a:cubicBezTo>
                  <a:lnTo>
                    <a:pt x="85725" y="148999"/>
                  </a:lnTo>
                  <a:lnTo>
                    <a:pt x="78269" y="148999"/>
                  </a:lnTo>
                  <a:cubicBezTo>
                    <a:pt x="51994" y="148999"/>
                    <a:pt x="51284" y="145014"/>
                    <a:pt x="51284" y="131970"/>
                  </a:cubicBezTo>
                  <a:lnTo>
                    <a:pt x="51284" y="76173"/>
                  </a:lnTo>
                  <a:cubicBezTo>
                    <a:pt x="51284" y="40303"/>
                    <a:pt x="66197" y="8056"/>
                    <a:pt x="93181" y="8056"/>
                  </a:cubicBezTo>
                  <a:cubicBezTo>
                    <a:pt x="95666" y="8056"/>
                    <a:pt x="96376" y="8056"/>
                    <a:pt x="97086" y="8418"/>
                  </a:cubicBezTo>
                  <a:cubicBezTo>
                    <a:pt x="96021" y="8780"/>
                    <a:pt x="88920" y="13128"/>
                    <a:pt x="88920" y="22549"/>
                  </a:cubicBezTo>
                  <a:cubicBezTo>
                    <a:pt x="88920" y="32694"/>
                    <a:pt x="96376" y="38129"/>
                    <a:pt x="104188" y="38129"/>
                  </a:cubicBezTo>
                  <a:cubicBezTo>
                    <a:pt x="110579" y="38129"/>
                    <a:pt x="119455" y="33781"/>
                    <a:pt x="119455" y="22186"/>
                  </a:cubicBezTo>
                  <a:cubicBezTo>
                    <a:pt x="119455" y="10592"/>
                    <a:pt x="108448" y="85"/>
                    <a:pt x="93181" y="85"/>
                  </a:cubicBezTo>
                  <a:cubicBezTo>
                    <a:pt x="67262" y="85"/>
                    <a:pt x="54480" y="24360"/>
                    <a:pt x="49509" y="39940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7BBF864-1A26-DDF7-96CF-071FFA08364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260985" y="9174990"/>
              <a:ext cx="157289" cy="166306"/>
            </a:xfrm>
            <a:custGeom>
              <a:avLst/>
              <a:gdLst>
                <a:gd name="connsiteX0" fmla="*/ 157450 w 157289"/>
                <a:gd name="connsiteY0" fmla="*/ 84868 h 166306"/>
                <a:gd name="connsiteX1" fmla="*/ 78983 w 157289"/>
                <a:gd name="connsiteY1" fmla="*/ 85 h 166306"/>
                <a:gd name="connsiteX2" fmla="*/ 160 w 157289"/>
                <a:gd name="connsiteY2" fmla="*/ 84868 h 166306"/>
                <a:gd name="connsiteX3" fmla="*/ 78627 w 157289"/>
                <a:gd name="connsiteY3" fmla="*/ 166391 h 166306"/>
                <a:gd name="connsiteX4" fmla="*/ 157450 w 157289"/>
                <a:gd name="connsiteY4" fmla="*/ 84868 h 166306"/>
                <a:gd name="connsiteX5" fmla="*/ 78983 w 157289"/>
                <a:gd name="connsiteY5" fmla="*/ 157333 h 166306"/>
                <a:gd name="connsiteX6" fmla="*/ 38506 w 157289"/>
                <a:gd name="connsiteY6" fmla="*/ 133057 h 166306"/>
                <a:gd name="connsiteX7" fmla="*/ 29630 w 157289"/>
                <a:gd name="connsiteY7" fmla="*/ 81970 h 166306"/>
                <a:gd name="connsiteX8" fmla="*/ 38151 w 157289"/>
                <a:gd name="connsiteY8" fmla="*/ 32331 h 166306"/>
                <a:gd name="connsiteX9" fmla="*/ 78627 w 157289"/>
                <a:gd name="connsiteY9" fmla="*/ 8056 h 166306"/>
                <a:gd name="connsiteX10" fmla="*/ 118749 w 157289"/>
                <a:gd name="connsiteY10" fmla="*/ 31607 h 166306"/>
                <a:gd name="connsiteX11" fmla="*/ 127980 w 157289"/>
                <a:gd name="connsiteY11" fmla="*/ 81970 h 166306"/>
                <a:gd name="connsiteX12" fmla="*/ 120169 w 157289"/>
                <a:gd name="connsiteY12" fmla="*/ 130521 h 166306"/>
                <a:gd name="connsiteX13" fmla="*/ 78983 w 157289"/>
                <a:gd name="connsiteY13" fmla="*/ 157333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289" h="166306">
                  <a:moveTo>
                    <a:pt x="157450" y="84868"/>
                  </a:moveTo>
                  <a:cubicBezTo>
                    <a:pt x="157450" y="38491"/>
                    <a:pt x="121944" y="85"/>
                    <a:pt x="78983" y="85"/>
                  </a:cubicBezTo>
                  <a:cubicBezTo>
                    <a:pt x="34601" y="85"/>
                    <a:pt x="160" y="39578"/>
                    <a:pt x="160" y="84868"/>
                  </a:cubicBezTo>
                  <a:cubicBezTo>
                    <a:pt x="160" y="131608"/>
                    <a:pt x="37086" y="166391"/>
                    <a:pt x="78627" y="166391"/>
                  </a:cubicBezTo>
                  <a:cubicBezTo>
                    <a:pt x="121589" y="166391"/>
                    <a:pt x="157450" y="130883"/>
                    <a:pt x="157450" y="84868"/>
                  </a:cubicBezTo>
                  <a:close/>
                  <a:moveTo>
                    <a:pt x="78983" y="157333"/>
                  </a:moveTo>
                  <a:cubicBezTo>
                    <a:pt x="63715" y="157333"/>
                    <a:pt x="48093" y="149724"/>
                    <a:pt x="38506" y="133057"/>
                  </a:cubicBezTo>
                  <a:cubicBezTo>
                    <a:pt x="29630" y="117115"/>
                    <a:pt x="29630" y="95013"/>
                    <a:pt x="29630" y="81970"/>
                  </a:cubicBezTo>
                  <a:cubicBezTo>
                    <a:pt x="29630" y="67839"/>
                    <a:pt x="29630" y="48274"/>
                    <a:pt x="38151" y="32331"/>
                  </a:cubicBezTo>
                  <a:cubicBezTo>
                    <a:pt x="47738" y="15665"/>
                    <a:pt x="64425" y="8056"/>
                    <a:pt x="78627" y="8056"/>
                  </a:cubicBezTo>
                  <a:cubicBezTo>
                    <a:pt x="94250" y="8056"/>
                    <a:pt x="109517" y="16027"/>
                    <a:pt x="118749" y="31607"/>
                  </a:cubicBezTo>
                  <a:cubicBezTo>
                    <a:pt x="127980" y="47187"/>
                    <a:pt x="127980" y="68201"/>
                    <a:pt x="127980" y="81970"/>
                  </a:cubicBezTo>
                  <a:cubicBezTo>
                    <a:pt x="127980" y="95013"/>
                    <a:pt x="127980" y="114579"/>
                    <a:pt x="120169" y="130521"/>
                  </a:cubicBezTo>
                  <a:cubicBezTo>
                    <a:pt x="112358" y="146826"/>
                    <a:pt x="96735" y="157333"/>
                    <a:pt x="78983" y="157333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F08901A-FE3F-0575-DF39-0D96D453C3B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438513" y="9177164"/>
              <a:ext cx="175042" cy="230437"/>
            </a:xfrm>
            <a:custGeom>
              <a:avLst/>
              <a:gdLst>
                <a:gd name="connsiteX0" fmla="*/ 51293 w 175042"/>
                <a:gd name="connsiteY0" fmla="*/ 23998 h 230437"/>
                <a:gd name="connsiteX1" fmla="*/ 51293 w 175042"/>
                <a:gd name="connsiteY1" fmla="*/ 85 h 230437"/>
                <a:gd name="connsiteX2" fmla="*/ 165 w 175042"/>
                <a:gd name="connsiteY2" fmla="*/ 4070 h 230437"/>
                <a:gd name="connsiteX3" fmla="*/ 165 w 175042"/>
                <a:gd name="connsiteY3" fmla="*/ 15302 h 230437"/>
                <a:gd name="connsiteX4" fmla="*/ 27860 w 175042"/>
                <a:gd name="connsiteY4" fmla="*/ 33418 h 230437"/>
                <a:gd name="connsiteX5" fmla="*/ 27860 w 175042"/>
                <a:gd name="connsiteY5" fmla="*/ 202986 h 230437"/>
                <a:gd name="connsiteX6" fmla="*/ 165 w 175042"/>
                <a:gd name="connsiteY6" fmla="*/ 219290 h 230437"/>
                <a:gd name="connsiteX7" fmla="*/ 165 w 175042"/>
                <a:gd name="connsiteY7" fmla="*/ 230522 h 230437"/>
                <a:gd name="connsiteX8" fmla="*/ 39931 w 175042"/>
                <a:gd name="connsiteY8" fmla="*/ 229435 h 230437"/>
                <a:gd name="connsiteX9" fmla="*/ 80053 w 175042"/>
                <a:gd name="connsiteY9" fmla="*/ 230522 h 230437"/>
                <a:gd name="connsiteX10" fmla="*/ 80053 w 175042"/>
                <a:gd name="connsiteY10" fmla="*/ 219290 h 230437"/>
                <a:gd name="connsiteX11" fmla="*/ 52358 w 175042"/>
                <a:gd name="connsiteY11" fmla="*/ 202986 h 230437"/>
                <a:gd name="connsiteX12" fmla="*/ 52358 w 175042"/>
                <a:gd name="connsiteY12" fmla="*/ 142115 h 230437"/>
                <a:gd name="connsiteX13" fmla="*/ 52358 w 175042"/>
                <a:gd name="connsiteY13" fmla="*/ 138854 h 230437"/>
                <a:gd name="connsiteX14" fmla="*/ 96030 w 175042"/>
                <a:gd name="connsiteY14" fmla="*/ 164217 h 230437"/>
                <a:gd name="connsiteX15" fmla="*/ 175207 w 175042"/>
                <a:gd name="connsiteY15" fmla="*/ 81970 h 230437"/>
                <a:gd name="connsiteX16" fmla="*/ 101001 w 175042"/>
                <a:gd name="connsiteY16" fmla="*/ 85 h 230437"/>
                <a:gd name="connsiteX17" fmla="*/ 51293 w 175042"/>
                <a:gd name="connsiteY17" fmla="*/ 23998 h 230437"/>
                <a:gd name="connsiteX18" fmla="*/ 52358 w 175042"/>
                <a:gd name="connsiteY18" fmla="*/ 118927 h 230437"/>
                <a:gd name="connsiteX19" fmla="*/ 52358 w 175042"/>
                <a:gd name="connsiteY19" fmla="*/ 38129 h 230437"/>
                <a:gd name="connsiteX20" fmla="*/ 98160 w 175042"/>
                <a:gd name="connsiteY20" fmla="*/ 9143 h 230437"/>
                <a:gd name="connsiteX21" fmla="*/ 145738 w 175042"/>
                <a:gd name="connsiteY21" fmla="*/ 81970 h 230437"/>
                <a:gd name="connsiteX22" fmla="*/ 94610 w 175042"/>
                <a:gd name="connsiteY22" fmla="*/ 156246 h 230437"/>
                <a:gd name="connsiteX23" fmla="*/ 57329 w 175042"/>
                <a:gd name="connsiteY23" fmla="*/ 134144 h 230437"/>
                <a:gd name="connsiteX24" fmla="*/ 52358 w 175042"/>
                <a:gd name="connsiteY24" fmla="*/ 118927 h 23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5042" h="230437">
                  <a:moveTo>
                    <a:pt x="51293" y="23998"/>
                  </a:moveTo>
                  <a:lnTo>
                    <a:pt x="51293" y="85"/>
                  </a:lnTo>
                  <a:lnTo>
                    <a:pt x="165" y="4070"/>
                  </a:lnTo>
                  <a:lnTo>
                    <a:pt x="165" y="15302"/>
                  </a:lnTo>
                  <a:cubicBezTo>
                    <a:pt x="25374" y="15302"/>
                    <a:pt x="27860" y="17476"/>
                    <a:pt x="27860" y="33418"/>
                  </a:cubicBezTo>
                  <a:lnTo>
                    <a:pt x="27860" y="202986"/>
                  </a:lnTo>
                  <a:cubicBezTo>
                    <a:pt x="27860" y="219290"/>
                    <a:pt x="23954" y="219290"/>
                    <a:pt x="165" y="219290"/>
                  </a:cubicBezTo>
                  <a:lnTo>
                    <a:pt x="165" y="230522"/>
                  </a:lnTo>
                  <a:cubicBezTo>
                    <a:pt x="12237" y="230160"/>
                    <a:pt x="30700" y="229435"/>
                    <a:pt x="39931" y="229435"/>
                  </a:cubicBezTo>
                  <a:cubicBezTo>
                    <a:pt x="49518" y="229435"/>
                    <a:pt x="67626" y="230160"/>
                    <a:pt x="80053" y="230522"/>
                  </a:cubicBezTo>
                  <a:lnTo>
                    <a:pt x="80053" y="219290"/>
                  </a:lnTo>
                  <a:cubicBezTo>
                    <a:pt x="56264" y="219290"/>
                    <a:pt x="52358" y="219290"/>
                    <a:pt x="52358" y="202986"/>
                  </a:cubicBezTo>
                  <a:lnTo>
                    <a:pt x="52358" y="142115"/>
                  </a:lnTo>
                  <a:lnTo>
                    <a:pt x="52358" y="138854"/>
                  </a:lnTo>
                  <a:cubicBezTo>
                    <a:pt x="54134" y="144652"/>
                    <a:pt x="69046" y="164217"/>
                    <a:pt x="96030" y="164217"/>
                  </a:cubicBezTo>
                  <a:cubicBezTo>
                    <a:pt x="138282" y="164217"/>
                    <a:pt x="175207" y="128709"/>
                    <a:pt x="175207" y="81970"/>
                  </a:cubicBezTo>
                  <a:cubicBezTo>
                    <a:pt x="175207" y="35955"/>
                    <a:pt x="140767" y="85"/>
                    <a:pt x="101001" y="85"/>
                  </a:cubicBezTo>
                  <a:cubicBezTo>
                    <a:pt x="73307" y="85"/>
                    <a:pt x="58394" y="16027"/>
                    <a:pt x="51293" y="23998"/>
                  </a:cubicBezTo>
                  <a:close/>
                  <a:moveTo>
                    <a:pt x="52358" y="118927"/>
                  </a:moveTo>
                  <a:lnTo>
                    <a:pt x="52358" y="38129"/>
                  </a:lnTo>
                  <a:cubicBezTo>
                    <a:pt x="62655" y="19650"/>
                    <a:pt x="80053" y="9143"/>
                    <a:pt x="98160" y="9143"/>
                  </a:cubicBezTo>
                  <a:cubicBezTo>
                    <a:pt x="124080" y="9143"/>
                    <a:pt x="145738" y="41027"/>
                    <a:pt x="145738" y="81970"/>
                  </a:cubicBezTo>
                  <a:cubicBezTo>
                    <a:pt x="145738" y="125811"/>
                    <a:pt x="120884" y="156246"/>
                    <a:pt x="94610" y="156246"/>
                  </a:cubicBezTo>
                  <a:cubicBezTo>
                    <a:pt x="80408" y="156246"/>
                    <a:pt x="66916" y="148999"/>
                    <a:pt x="57329" y="134144"/>
                  </a:cubicBezTo>
                  <a:cubicBezTo>
                    <a:pt x="52358" y="126535"/>
                    <a:pt x="52358" y="126173"/>
                    <a:pt x="52358" y="118927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861CE2B-BB60-E973-BC0B-7108DA68909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755894" y="9174990"/>
              <a:ext cx="116103" cy="166306"/>
            </a:xfrm>
            <a:custGeom>
              <a:avLst/>
              <a:gdLst>
                <a:gd name="connsiteX0" fmla="*/ 62309 w 116103"/>
                <a:gd name="connsiteY0" fmla="*/ 92115 h 166306"/>
                <a:gd name="connsiteX1" fmla="*/ 99235 w 116103"/>
                <a:gd name="connsiteY1" fmla="*/ 125449 h 166306"/>
                <a:gd name="connsiteX2" fmla="*/ 59113 w 116103"/>
                <a:gd name="connsiteY2" fmla="*/ 158420 h 166306"/>
                <a:gd name="connsiteX3" fmla="*/ 9761 w 116103"/>
                <a:gd name="connsiteY3" fmla="*/ 106970 h 166306"/>
                <a:gd name="connsiteX4" fmla="*/ 4790 w 116103"/>
                <a:gd name="connsiteY4" fmla="*/ 100811 h 166306"/>
                <a:gd name="connsiteX5" fmla="*/ 174 w 116103"/>
                <a:gd name="connsiteY5" fmla="*/ 109869 h 166306"/>
                <a:gd name="connsiteX6" fmla="*/ 174 w 116103"/>
                <a:gd name="connsiteY6" fmla="*/ 157695 h 166306"/>
                <a:gd name="connsiteX7" fmla="*/ 4080 w 116103"/>
                <a:gd name="connsiteY7" fmla="*/ 166391 h 166306"/>
                <a:gd name="connsiteX8" fmla="*/ 12956 w 116103"/>
                <a:gd name="connsiteY8" fmla="*/ 159145 h 166306"/>
                <a:gd name="connsiteX9" fmla="*/ 20057 w 116103"/>
                <a:gd name="connsiteY9" fmla="*/ 150811 h 166306"/>
                <a:gd name="connsiteX10" fmla="*/ 59113 w 116103"/>
                <a:gd name="connsiteY10" fmla="*/ 166391 h 166306"/>
                <a:gd name="connsiteX11" fmla="*/ 116277 w 116103"/>
                <a:gd name="connsiteY11" fmla="*/ 116028 h 166306"/>
                <a:gd name="connsiteX12" fmla="*/ 101365 w 116103"/>
                <a:gd name="connsiteY12" fmla="*/ 81607 h 166306"/>
                <a:gd name="connsiteX13" fmla="*/ 60889 w 116103"/>
                <a:gd name="connsiteY13" fmla="*/ 64216 h 166306"/>
                <a:gd name="connsiteX14" fmla="*/ 17217 w 116103"/>
                <a:gd name="connsiteY14" fmla="*/ 34505 h 166306"/>
                <a:gd name="connsiteX15" fmla="*/ 56983 w 116103"/>
                <a:gd name="connsiteY15" fmla="*/ 6969 h 166306"/>
                <a:gd name="connsiteX16" fmla="*/ 98524 w 116103"/>
                <a:gd name="connsiteY16" fmla="*/ 50810 h 166306"/>
                <a:gd name="connsiteX17" fmla="*/ 102785 w 116103"/>
                <a:gd name="connsiteY17" fmla="*/ 54071 h 166306"/>
                <a:gd name="connsiteX18" fmla="*/ 107401 w 116103"/>
                <a:gd name="connsiteY18" fmla="*/ 45375 h 166306"/>
                <a:gd name="connsiteX19" fmla="*/ 107401 w 116103"/>
                <a:gd name="connsiteY19" fmla="*/ 8780 h 166306"/>
                <a:gd name="connsiteX20" fmla="*/ 103495 w 116103"/>
                <a:gd name="connsiteY20" fmla="*/ 85 h 166306"/>
                <a:gd name="connsiteX21" fmla="*/ 96394 w 116103"/>
                <a:gd name="connsiteY21" fmla="*/ 4433 h 166306"/>
                <a:gd name="connsiteX22" fmla="*/ 90358 w 116103"/>
                <a:gd name="connsiteY22" fmla="*/ 10230 h 166306"/>
                <a:gd name="connsiteX23" fmla="*/ 56983 w 116103"/>
                <a:gd name="connsiteY23" fmla="*/ 85 h 166306"/>
                <a:gd name="connsiteX24" fmla="*/ 174 w 116103"/>
                <a:gd name="connsiteY24" fmla="*/ 44650 h 166306"/>
                <a:gd name="connsiteX25" fmla="*/ 15441 w 116103"/>
                <a:gd name="connsiteY25" fmla="*/ 75448 h 166306"/>
                <a:gd name="connsiteX26" fmla="*/ 62309 w 116103"/>
                <a:gd name="connsiteY26" fmla="*/ 92115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03" h="166306">
                  <a:moveTo>
                    <a:pt x="62309" y="92115"/>
                  </a:moveTo>
                  <a:cubicBezTo>
                    <a:pt x="70120" y="93564"/>
                    <a:pt x="99235" y="99361"/>
                    <a:pt x="99235" y="125449"/>
                  </a:cubicBezTo>
                  <a:cubicBezTo>
                    <a:pt x="99235" y="143927"/>
                    <a:pt x="86808" y="158420"/>
                    <a:pt x="59113" y="158420"/>
                  </a:cubicBezTo>
                  <a:cubicBezTo>
                    <a:pt x="29289" y="158420"/>
                    <a:pt x="16507" y="137767"/>
                    <a:pt x="9761" y="106970"/>
                  </a:cubicBezTo>
                  <a:cubicBezTo>
                    <a:pt x="8695" y="102260"/>
                    <a:pt x="8340" y="100811"/>
                    <a:pt x="4790" y="100811"/>
                  </a:cubicBezTo>
                  <a:cubicBezTo>
                    <a:pt x="174" y="100811"/>
                    <a:pt x="174" y="103347"/>
                    <a:pt x="174" y="109869"/>
                  </a:cubicBezTo>
                  <a:lnTo>
                    <a:pt x="174" y="157695"/>
                  </a:lnTo>
                  <a:cubicBezTo>
                    <a:pt x="174" y="163855"/>
                    <a:pt x="174" y="166391"/>
                    <a:pt x="4080" y="166391"/>
                  </a:cubicBezTo>
                  <a:cubicBezTo>
                    <a:pt x="5855" y="166391"/>
                    <a:pt x="6210" y="166029"/>
                    <a:pt x="12956" y="159145"/>
                  </a:cubicBezTo>
                  <a:cubicBezTo>
                    <a:pt x="13666" y="158420"/>
                    <a:pt x="13666" y="157695"/>
                    <a:pt x="20057" y="150811"/>
                  </a:cubicBezTo>
                  <a:cubicBezTo>
                    <a:pt x="35680" y="166029"/>
                    <a:pt x="51657" y="166391"/>
                    <a:pt x="59113" y="166391"/>
                  </a:cubicBezTo>
                  <a:cubicBezTo>
                    <a:pt x="99945" y="166391"/>
                    <a:pt x="116277" y="142115"/>
                    <a:pt x="116277" y="116028"/>
                  </a:cubicBezTo>
                  <a:cubicBezTo>
                    <a:pt x="116277" y="96825"/>
                    <a:pt x="105626" y="85955"/>
                    <a:pt x="101365" y="81607"/>
                  </a:cubicBezTo>
                  <a:cubicBezTo>
                    <a:pt x="89648" y="70013"/>
                    <a:pt x="75801" y="67114"/>
                    <a:pt x="60889" y="64216"/>
                  </a:cubicBezTo>
                  <a:cubicBezTo>
                    <a:pt x="41005" y="60230"/>
                    <a:pt x="17217" y="55520"/>
                    <a:pt x="17217" y="34505"/>
                  </a:cubicBezTo>
                  <a:cubicBezTo>
                    <a:pt x="17217" y="21824"/>
                    <a:pt x="26448" y="6969"/>
                    <a:pt x="56983" y="6969"/>
                  </a:cubicBezTo>
                  <a:cubicBezTo>
                    <a:pt x="96039" y="6969"/>
                    <a:pt x="97814" y="39578"/>
                    <a:pt x="98524" y="50810"/>
                  </a:cubicBezTo>
                  <a:cubicBezTo>
                    <a:pt x="98879" y="54071"/>
                    <a:pt x="102075" y="54071"/>
                    <a:pt x="102785" y="54071"/>
                  </a:cubicBezTo>
                  <a:cubicBezTo>
                    <a:pt x="107401" y="54071"/>
                    <a:pt x="107401" y="52259"/>
                    <a:pt x="107401" y="45375"/>
                  </a:cubicBezTo>
                  <a:lnTo>
                    <a:pt x="107401" y="8780"/>
                  </a:lnTo>
                  <a:cubicBezTo>
                    <a:pt x="107401" y="2621"/>
                    <a:pt x="107401" y="85"/>
                    <a:pt x="103495" y="85"/>
                  </a:cubicBezTo>
                  <a:cubicBezTo>
                    <a:pt x="101720" y="85"/>
                    <a:pt x="101010" y="85"/>
                    <a:pt x="96394" y="4433"/>
                  </a:cubicBezTo>
                  <a:cubicBezTo>
                    <a:pt x="95329" y="5882"/>
                    <a:pt x="91778" y="9143"/>
                    <a:pt x="90358" y="10230"/>
                  </a:cubicBezTo>
                  <a:cubicBezTo>
                    <a:pt x="76866" y="85"/>
                    <a:pt x="62309" y="85"/>
                    <a:pt x="56983" y="85"/>
                  </a:cubicBezTo>
                  <a:cubicBezTo>
                    <a:pt x="13666" y="85"/>
                    <a:pt x="174" y="24360"/>
                    <a:pt x="174" y="44650"/>
                  </a:cubicBezTo>
                  <a:cubicBezTo>
                    <a:pt x="174" y="57332"/>
                    <a:pt x="5855" y="67477"/>
                    <a:pt x="15441" y="75448"/>
                  </a:cubicBezTo>
                  <a:cubicBezTo>
                    <a:pt x="26803" y="84868"/>
                    <a:pt x="36745" y="87042"/>
                    <a:pt x="62309" y="92115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FD31658-C4AE-705D-1E85-23CBD589101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895589" y="9177164"/>
              <a:ext cx="178592" cy="164132"/>
            </a:xfrm>
            <a:custGeom>
              <a:avLst/>
              <a:gdLst>
                <a:gd name="connsiteX0" fmla="*/ 127643 w 178592"/>
                <a:gd name="connsiteY0" fmla="*/ 131608 h 164132"/>
                <a:gd name="connsiteX1" fmla="*/ 127643 w 178592"/>
                <a:gd name="connsiteY1" fmla="*/ 164217 h 164132"/>
                <a:gd name="connsiteX2" fmla="*/ 178771 w 178592"/>
                <a:gd name="connsiteY2" fmla="*/ 160232 h 164132"/>
                <a:gd name="connsiteX3" fmla="*/ 178771 w 178592"/>
                <a:gd name="connsiteY3" fmla="*/ 148999 h 164132"/>
                <a:gd name="connsiteX4" fmla="*/ 151077 w 178592"/>
                <a:gd name="connsiteY4" fmla="*/ 128709 h 164132"/>
                <a:gd name="connsiteX5" fmla="*/ 151077 w 178592"/>
                <a:gd name="connsiteY5" fmla="*/ 85 h 164132"/>
                <a:gd name="connsiteX6" fmla="*/ 98883 w 178592"/>
                <a:gd name="connsiteY6" fmla="*/ 4070 h 164132"/>
                <a:gd name="connsiteX7" fmla="*/ 98883 w 178592"/>
                <a:gd name="connsiteY7" fmla="*/ 15302 h 164132"/>
                <a:gd name="connsiteX8" fmla="*/ 126578 w 178592"/>
                <a:gd name="connsiteY8" fmla="*/ 35592 h 164132"/>
                <a:gd name="connsiteX9" fmla="*/ 126578 w 178592"/>
                <a:gd name="connsiteY9" fmla="*/ 100086 h 164132"/>
                <a:gd name="connsiteX10" fmla="*/ 83616 w 178592"/>
                <a:gd name="connsiteY10" fmla="*/ 156246 h 164132"/>
                <a:gd name="connsiteX11" fmla="*/ 52371 w 178592"/>
                <a:gd name="connsiteY11" fmla="*/ 120376 h 164132"/>
                <a:gd name="connsiteX12" fmla="*/ 52371 w 178592"/>
                <a:gd name="connsiteY12" fmla="*/ 85 h 164132"/>
                <a:gd name="connsiteX13" fmla="*/ 178 w 178592"/>
                <a:gd name="connsiteY13" fmla="*/ 4070 h 164132"/>
                <a:gd name="connsiteX14" fmla="*/ 178 w 178592"/>
                <a:gd name="connsiteY14" fmla="*/ 15302 h 164132"/>
                <a:gd name="connsiteX15" fmla="*/ 27872 w 178592"/>
                <a:gd name="connsiteY15" fmla="*/ 48636 h 164132"/>
                <a:gd name="connsiteX16" fmla="*/ 27872 w 178592"/>
                <a:gd name="connsiteY16" fmla="*/ 102984 h 164132"/>
                <a:gd name="connsiteX17" fmla="*/ 81841 w 178592"/>
                <a:gd name="connsiteY17" fmla="*/ 164217 h 164132"/>
                <a:gd name="connsiteX18" fmla="*/ 127643 w 178592"/>
                <a:gd name="connsiteY18" fmla="*/ 131608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592" h="164132">
                  <a:moveTo>
                    <a:pt x="127643" y="131608"/>
                  </a:moveTo>
                  <a:lnTo>
                    <a:pt x="127643" y="164217"/>
                  </a:lnTo>
                  <a:lnTo>
                    <a:pt x="178771" y="160232"/>
                  </a:lnTo>
                  <a:lnTo>
                    <a:pt x="178771" y="148999"/>
                  </a:lnTo>
                  <a:cubicBezTo>
                    <a:pt x="153917" y="148999"/>
                    <a:pt x="151077" y="146463"/>
                    <a:pt x="151077" y="128709"/>
                  </a:cubicBezTo>
                  <a:lnTo>
                    <a:pt x="151077" y="85"/>
                  </a:lnTo>
                  <a:lnTo>
                    <a:pt x="98883" y="4070"/>
                  </a:lnTo>
                  <a:lnTo>
                    <a:pt x="98883" y="15302"/>
                  </a:lnTo>
                  <a:cubicBezTo>
                    <a:pt x="123737" y="15302"/>
                    <a:pt x="126578" y="17839"/>
                    <a:pt x="126578" y="35592"/>
                  </a:cubicBezTo>
                  <a:lnTo>
                    <a:pt x="126578" y="100086"/>
                  </a:lnTo>
                  <a:cubicBezTo>
                    <a:pt x="126578" y="131608"/>
                    <a:pt x="109535" y="156246"/>
                    <a:pt x="83616" y="156246"/>
                  </a:cubicBezTo>
                  <a:cubicBezTo>
                    <a:pt x="53791" y="156246"/>
                    <a:pt x="52371" y="139217"/>
                    <a:pt x="52371" y="120376"/>
                  </a:cubicBezTo>
                  <a:lnTo>
                    <a:pt x="52371" y="85"/>
                  </a:lnTo>
                  <a:lnTo>
                    <a:pt x="178" y="4070"/>
                  </a:lnTo>
                  <a:lnTo>
                    <a:pt x="178" y="15302"/>
                  </a:lnTo>
                  <a:cubicBezTo>
                    <a:pt x="27872" y="15302"/>
                    <a:pt x="27872" y="16389"/>
                    <a:pt x="27872" y="48636"/>
                  </a:cubicBezTo>
                  <a:lnTo>
                    <a:pt x="27872" y="102984"/>
                  </a:lnTo>
                  <a:cubicBezTo>
                    <a:pt x="27872" y="131246"/>
                    <a:pt x="27872" y="164217"/>
                    <a:pt x="81841" y="164217"/>
                  </a:cubicBezTo>
                  <a:cubicBezTo>
                    <a:pt x="101724" y="164217"/>
                    <a:pt x="117346" y="154072"/>
                    <a:pt x="127643" y="131608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BB345A1-95A2-CD76-B883-C2F465E7763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091422" y="9177164"/>
              <a:ext cx="175042" cy="230437"/>
            </a:xfrm>
            <a:custGeom>
              <a:avLst/>
              <a:gdLst>
                <a:gd name="connsiteX0" fmla="*/ 51312 w 175042"/>
                <a:gd name="connsiteY0" fmla="*/ 23998 h 230437"/>
                <a:gd name="connsiteX1" fmla="*/ 51312 w 175042"/>
                <a:gd name="connsiteY1" fmla="*/ 85 h 230437"/>
                <a:gd name="connsiteX2" fmla="*/ 184 w 175042"/>
                <a:gd name="connsiteY2" fmla="*/ 4070 h 230437"/>
                <a:gd name="connsiteX3" fmla="*/ 184 w 175042"/>
                <a:gd name="connsiteY3" fmla="*/ 15302 h 230437"/>
                <a:gd name="connsiteX4" fmla="*/ 27878 w 175042"/>
                <a:gd name="connsiteY4" fmla="*/ 33418 h 230437"/>
                <a:gd name="connsiteX5" fmla="*/ 27878 w 175042"/>
                <a:gd name="connsiteY5" fmla="*/ 202986 h 230437"/>
                <a:gd name="connsiteX6" fmla="*/ 184 w 175042"/>
                <a:gd name="connsiteY6" fmla="*/ 219290 h 230437"/>
                <a:gd name="connsiteX7" fmla="*/ 184 w 175042"/>
                <a:gd name="connsiteY7" fmla="*/ 230522 h 230437"/>
                <a:gd name="connsiteX8" fmla="*/ 39950 w 175042"/>
                <a:gd name="connsiteY8" fmla="*/ 229435 h 230437"/>
                <a:gd name="connsiteX9" fmla="*/ 80071 w 175042"/>
                <a:gd name="connsiteY9" fmla="*/ 230522 h 230437"/>
                <a:gd name="connsiteX10" fmla="*/ 80071 w 175042"/>
                <a:gd name="connsiteY10" fmla="*/ 219290 h 230437"/>
                <a:gd name="connsiteX11" fmla="*/ 52377 w 175042"/>
                <a:gd name="connsiteY11" fmla="*/ 202986 h 230437"/>
                <a:gd name="connsiteX12" fmla="*/ 52377 w 175042"/>
                <a:gd name="connsiteY12" fmla="*/ 142115 h 230437"/>
                <a:gd name="connsiteX13" fmla="*/ 52377 w 175042"/>
                <a:gd name="connsiteY13" fmla="*/ 138854 h 230437"/>
                <a:gd name="connsiteX14" fmla="*/ 96048 w 175042"/>
                <a:gd name="connsiteY14" fmla="*/ 164217 h 230437"/>
                <a:gd name="connsiteX15" fmla="*/ 175226 w 175042"/>
                <a:gd name="connsiteY15" fmla="*/ 81970 h 230437"/>
                <a:gd name="connsiteX16" fmla="*/ 101019 w 175042"/>
                <a:gd name="connsiteY16" fmla="*/ 85 h 230437"/>
                <a:gd name="connsiteX17" fmla="*/ 51312 w 175042"/>
                <a:gd name="connsiteY17" fmla="*/ 23998 h 230437"/>
                <a:gd name="connsiteX18" fmla="*/ 52377 w 175042"/>
                <a:gd name="connsiteY18" fmla="*/ 118927 h 230437"/>
                <a:gd name="connsiteX19" fmla="*/ 52377 w 175042"/>
                <a:gd name="connsiteY19" fmla="*/ 38129 h 230437"/>
                <a:gd name="connsiteX20" fmla="*/ 98179 w 175042"/>
                <a:gd name="connsiteY20" fmla="*/ 9143 h 230437"/>
                <a:gd name="connsiteX21" fmla="*/ 145756 w 175042"/>
                <a:gd name="connsiteY21" fmla="*/ 81970 h 230437"/>
                <a:gd name="connsiteX22" fmla="*/ 94628 w 175042"/>
                <a:gd name="connsiteY22" fmla="*/ 156246 h 230437"/>
                <a:gd name="connsiteX23" fmla="*/ 57347 w 175042"/>
                <a:gd name="connsiteY23" fmla="*/ 134144 h 230437"/>
                <a:gd name="connsiteX24" fmla="*/ 52377 w 175042"/>
                <a:gd name="connsiteY24" fmla="*/ 118927 h 23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5042" h="230437">
                  <a:moveTo>
                    <a:pt x="51312" y="23998"/>
                  </a:moveTo>
                  <a:lnTo>
                    <a:pt x="51312" y="85"/>
                  </a:lnTo>
                  <a:lnTo>
                    <a:pt x="184" y="4070"/>
                  </a:lnTo>
                  <a:lnTo>
                    <a:pt x="184" y="15302"/>
                  </a:lnTo>
                  <a:cubicBezTo>
                    <a:pt x="25392" y="15302"/>
                    <a:pt x="27878" y="17476"/>
                    <a:pt x="27878" y="33418"/>
                  </a:cubicBezTo>
                  <a:lnTo>
                    <a:pt x="27878" y="202986"/>
                  </a:lnTo>
                  <a:cubicBezTo>
                    <a:pt x="27878" y="219290"/>
                    <a:pt x="23972" y="219290"/>
                    <a:pt x="184" y="219290"/>
                  </a:cubicBezTo>
                  <a:lnTo>
                    <a:pt x="184" y="230522"/>
                  </a:lnTo>
                  <a:cubicBezTo>
                    <a:pt x="12255" y="230160"/>
                    <a:pt x="30718" y="229435"/>
                    <a:pt x="39950" y="229435"/>
                  </a:cubicBezTo>
                  <a:cubicBezTo>
                    <a:pt x="49536" y="229435"/>
                    <a:pt x="67644" y="230160"/>
                    <a:pt x="80071" y="230522"/>
                  </a:cubicBezTo>
                  <a:lnTo>
                    <a:pt x="80071" y="219290"/>
                  </a:lnTo>
                  <a:cubicBezTo>
                    <a:pt x="56282" y="219290"/>
                    <a:pt x="52377" y="219290"/>
                    <a:pt x="52377" y="202986"/>
                  </a:cubicBezTo>
                  <a:lnTo>
                    <a:pt x="52377" y="142115"/>
                  </a:lnTo>
                  <a:lnTo>
                    <a:pt x="52377" y="138854"/>
                  </a:lnTo>
                  <a:cubicBezTo>
                    <a:pt x="54152" y="144652"/>
                    <a:pt x="69064" y="164217"/>
                    <a:pt x="96048" y="164217"/>
                  </a:cubicBezTo>
                  <a:cubicBezTo>
                    <a:pt x="138300" y="164217"/>
                    <a:pt x="175226" y="128709"/>
                    <a:pt x="175226" y="81970"/>
                  </a:cubicBezTo>
                  <a:cubicBezTo>
                    <a:pt x="175226" y="35955"/>
                    <a:pt x="140785" y="85"/>
                    <a:pt x="101019" y="85"/>
                  </a:cubicBezTo>
                  <a:cubicBezTo>
                    <a:pt x="73325" y="85"/>
                    <a:pt x="58413" y="16027"/>
                    <a:pt x="51312" y="23998"/>
                  </a:cubicBezTo>
                  <a:close/>
                  <a:moveTo>
                    <a:pt x="52377" y="118927"/>
                  </a:moveTo>
                  <a:lnTo>
                    <a:pt x="52377" y="38129"/>
                  </a:lnTo>
                  <a:cubicBezTo>
                    <a:pt x="62673" y="19650"/>
                    <a:pt x="80071" y="9143"/>
                    <a:pt x="98179" y="9143"/>
                  </a:cubicBezTo>
                  <a:cubicBezTo>
                    <a:pt x="124098" y="9143"/>
                    <a:pt x="145756" y="41027"/>
                    <a:pt x="145756" y="81970"/>
                  </a:cubicBezTo>
                  <a:cubicBezTo>
                    <a:pt x="145756" y="125811"/>
                    <a:pt x="120902" y="156246"/>
                    <a:pt x="94628" y="156246"/>
                  </a:cubicBezTo>
                  <a:cubicBezTo>
                    <a:pt x="80426" y="156246"/>
                    <a:pt x="66934" y="148999"/>
                    <a:pt x="57347" y="134144"/>
                  </a:cubicBezTo>
                  <a:cubicBezTo>
                    <a:pt x="52377" y="126535"/>
                    <a:pt x="52377" y="126173"/>
                    <a:pt x="52377" y="118927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0603F47-64CC-63FD-7967-7832F0771D0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298538" y="9174990"/>
              <a:ext cx="137406" cy="166306"/>
            </a:xfrm>
            <a:custGeom>
              <a:avLst/>
              <a:gdLst>
                <a:gd name="connsiteX0" fmla="*/ 30014 w 137406"/>
                <a:gd name="connsiteY0" fmla="*/ 71100 h 166306"/>
                <a:gd name="connsiteX1" fmla="*/ 74041 w 137406"/>
                <a:gd name="connsiteY1" fmla="*/ 8056 h 166306"/>
                <a:gd name="connsiteX2" fmla="*/ 114162 w 137406"/>
                <a:gd name="connsiteY2" fmla="*/ 71100 h 166306"/>
                <a:gd name="connsiteX3" fmla="*/ 30014 w 137406"/>
                <a:gd name="connsiteY3" fmla="*/ 71100 h 166306"/>
                <a:gd name="connsiteX4" fmla="*/ 29659 w 137406"/>
                <a:gd name="connsiteY4" fmla="*/ 78709 h 166306"/>
                <a:gd name="connsiteX5" fmla="*/ 128719 w 137406"/>
                <a:gd name="connsiteY5" fmla="*/ 78709 h 166306"/>
                <a:gd name="connsiteX6" fmla="*/ 137596 w 137406"/>
                <a:gd name="connsiteY6" fmla="*/ 71100 h 166306"/>
                <a:gd name="connsiteX7" fmla="*/ 74041 w 137406"/>
                <a:gd name="connsiteY7" fmla="*/ 85 h 166306"/>
                <a:gd name="connsiteX8" fmla="*/ 189 w 137406"/>
                <a:gd name="connsiteY8" fmla="*/ 82694 h 166306"/>
                <a:gd name="connsiteX9" fmla="*/ 78302 w 137406"/>
                <a:gd name="connsiteY9" fmla="*/ 166391 h 166306"/>
                <a:gd name="connsiteX10" fmla="*/ 137596 w 137406"/>
                <a:gd name="connsiteY10" fmla="*/ 119289 h 166306"/>
                <a:gd name="connsiteX11" fmla="*/ 132980 w 137406"/>
                <a:gd name="connsiteY11" fmla="*/ 114941 h 166306"/>
                <a:gd name="connsiteX12" fmla="*/ 128364 w 137406"/>
                <a:gd name="connsiteY12" fmla="*/ 120014 h 166306"/>
                <a:gd name="connsiteX13" fmla="*/ 80432 w 137406"/>
                <a:gd name="connsiteY13" fmla="*/ 157333 h 166306"/>
                <a:gd name="connsiteX14" fmla="*/ 40311 w 137406"/>
                <a:gd name="connsiteY14" fmla="*/ 133057 h 166306"/>
                <a:gd name="connsiteX15" fmla="*/ 29659 w 137406"/>
                <a:gd name="connsiteY15" fmla="*/ 78709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406" h="166306">
                  <a:moveTo>
                    <a:pt x="30014" y="71100"/>
                  </a:moveTo>
                  <a:cubicBezTo>
                    <a:pt x="32144" y="17114"/>
                    <a:pt x="61969" y="8056"/>
                    <a:pt x="74041" y="8056"/>
                  </a:cubicBezTo>
                  <a:cubicBezTo>
                    <a:pt x="110612" y="8056"/>
                    <a:pt x="114162" y="56969"/>
                    <a:pt x="114162" y="71100"/>
                  </a:cubicBezTo>
                  <a:lnTo>
                    <a:pt x="30014" y="71100"/>
                  </a:lnTo>
                  <a:close/>
                  <a:moveTo>
                    <a:pt x="29659" y="78709"/>
                  </a:moveTo>
                  <a:lnTo>
                    <a:pt x="128719" y="78709"/>
                  </a:lnTo>
                  <a:cubicBezTo>
                    <a:pt x="136531" y="78709"/>
                    <a:pt x="137596" y="78709"/>
                    <a:pt x="137596" y="71100"/>
                  </a:cubicBezTo>
                  <a:cubicBezTo>
                    <a:pt x="137596" y="35230"/>
                    <a:pt x="118423" y="85"/>
                    <a:pt x="74041" y="85"/>
                  </a:cubicBezTo>
                  <a:cubicBezTo>
                    <a:pt x="32854" y="85"/>
                    <a:pt x="189" y="37404"/>
                    <a:pt x="189" y="82694"/>
                  </a:cubicBezTo>
                  <a:cubicBezTo>
                    <a:pt x="189" y="131246"/>
                    <a:pt x="37470" y="166391"/>
                    <a:pt x="78302" y="166391"/>
                  </a:cubicBezTo>
                  <a:cubicBezTo>
                    <a:pt x="121618" y="166391"/>
                    <a:pt x="137596" y="126173"/>
                    <a:pt x="137596" y="119289"/>
                  </a:cubicBezTo>
                  <a:cubicBezTo>
                    <a:pt x="137596" y="115666"/>
                    <a:pt x="134755" y="114941"/>
                    <a:pt x="132980" y="114941"/>
                  </a:cubicBezTo>
                  <a:cubicBezTo>
                    <a:pt x="129785" y="114941"/>
                    <a:pt x="129074" y="117115"/>
                    <a:pt x="128364" y="120014"/>
                  </a:cubicBezTo>
                  <a:cubicBezTo>
                    <a:pt x="115937" y="157333"/>
                    <a:pt x="83982" y="157333"/>
                    <a:pt x="80432" y="157333"/>
                  </a:cubicBezTo>
                  <a:cubicBezTo>
                    <a:pt x="62679" y="157333"/>
                    <a:pt x="48477" y="146463"/>
                    <a:pt x="40311" y="133057"/>
                  </a:cubicBezTo>
                  <a:cubicBezTo>
                    <a:pt x="29659" y="115666"/>
                    <a:pt x="29659" y="91752"/>
                    <a:pt x="29659" y="78709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CBB576-17CA-8B2E-78D0-BD98BCB9CA3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456341" y="9177164"/>
              <a:ext cx="119298" cy="160146"/>
            </a:xfrm>
            <a:custGeom>
              <a:avLst/>
              <a:gdLst>
                <a:gd name="connsiteX0" fmla="*/ 49546 w 119298"/>
                <a:gd name="connsiteY0" fmla="*/ 39940 h 160146"/>
                <a:gd name="connsiteX1" fmla="*/ 49546 w 119298"/>
                <a:gd name="connsiteY1" fmla="*/ 85 h 160146"/>
                <a:gd name="connsiteX2" fmla="*/ 194 w 119298"/>
                <a:gd name="connsiteY2" fmla="*/ 4070 h 160146"/>
                <a:gd name="connsiteX3" fmla="*/ 194 w 119298"/>
                <a:gd name="connsiteY3" fmla="*/ 15302 h 160146"/>
                <a:gd name="connsiteX4" fmla="*/ 27888 w 119298"/>
                <a:gd name="connsiteY4" fmla="*/ 35592 h 160146"/>
                <a:gd name="connsiteX5" fmla="*/ 27888 w 119298"/>
                <a:gd name="connsiteY5" fmla="*/ 132695 h 160146"/>
                <a:gd name="connsiteX6" fmla="*/ 194 w 119298"/>
                <a:gd name="connsiteY6" fmla="*/ 148999 h 160146"/>
                <a:gd name="connsiteX7" fmla="*/ 194 w 119298"/>
                <a:gd name="connsiteY7" fmla="*/ 160232 h 160146"/>
                <a:gd name="connsiteX8" fmla="*/ 40670 w 119298"/>
                <a:gd name="connsiteY8" fmla="*/ 159145 h 160146"/>
                <a:gd name="connsiteX9" fmla="*/ 85762 w 119298"/>
                <a:gd name="connsiteY9" fmla="*/ 160232 h 160146"/>
                <a:gd name="connsiteX10" fmla="*/ 85762 w 119298"/>
                <a:gd name="connsiteY10" fmla="*/ 148999 h 160146"/>
                <a:gd name="connsiteX11" fmla="*/ 78306 w 119298"/>
                <a:gd name="connsiteY11" fmla="*/ 148999 h 160146"/>
                <a:gd name="connsiteX12" fmla="*/ 51322 w 119298"/>
                <a:gd name="connsiteY12" fmla="*/ 131970 h 160146"/>
                <a:gd name="connsiteX13" fmla="*/ 51322 w 119298"/>
                <a:gd name="connsiteY13" fmla="*/ 76173 h 160146"/>
                <a:gd name="connsiteX14" fmla="*/ 93218 w 119298"/>
                <a:gd name="connsiteY14" fmla="*/ 8056 h 160146"/>
                <a:gd name="connsiteX15" fmla="*/ 97124 w 119298"/>
                <a:gd name="connsiteY15" fmla="*/ 8418 h 160146"/>
                <a:gd name="connsiteX16" fmla="*/ 88958 w 119298"/>
                <a:gd name="connsiteY16" fmla="*/ 22549 h 160146"/>
                <a:gd name="connsiteX17" fmla="*/ 104225 w 119298"/>
                <a:gd name="connsiteY17" fmla="*/ 38129 h 160146"/>
                <a:gd name="connsiteX18" fmla="*/ 119492 w 119298"/>
                <a:gd name="connsiteY18" fmla="*/ 22186 h 160146"/>
                <a:gd name="connsiteX19" fmla="*/ 93218 w 119298"/>
                <a:gd name="connsiteY19" fmla="*/ 85 h 160146"/>
                <a:gd name="connsiteX20" fmla="*/ 49546 w 119298"/>
                <a:gd name="connsiteY20" fmla="*/ 39940 h 16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298" h="160146">
                  <a:moveTo>
                    <a:pt x="49546" y="39940"/>
                  </a:moveTo>
                  <a:lnTo>
                    <a:pt x="49546" y="85"/>
                  </a:lnTo>
                  <a:lnTo>
                    <a:pt x="194" y="4070"/>
                  </a:lnTo>
                  <a:lnTo>
                    <a:pt x="194" y="15302"/>
                  </a:lnTo>
                  <a:cubicBezTo>
                    <a:pt x="25048" y="15302"/>
                    <a:pt x="27888" y="17839"/>
                    <a:pt x="27888" y="35592"/>
                  </a:cubicBezTo>
                  <a:lnTo>
                    <a:pt x="27888" y="132695"/>
                  </a:lnTo>
                  <a:cubicBezTo>
                    <a:pt x="27888" y="148999"/>
                    <a:pt x="23982" y="148999"/>
                    <a:pt x="194" y="148999"/>
                  </a:cubicBezTo>
                  <a:lnTo>
                    <a:pt x="194" y="160232"/>
                  </a:lnTo>
                  <a:cubicBezTo>
                    <a:pt x="14041" y="159869"/>
                    <a:pt x="30729" y="159145"/>
                    <a:pt x="40670" y="159145"/>
                  </a:cubicBezTo>
                  <a:cubicBezTo>
                    <a:pt x="54872" y="159145"/>
                    <a:pt x="71560" y="159145"/>
                    <a:pt x="85762" y="160232"/>
                  </a:cubicBezTo>
                  <a:lnTo>
                    <a:pt x="85762" y="148999"/>
                  </a:lnTo>
                  <a:lnTo>
                    <a:pt x="78306" y="148999"/>
                  </a:lnTo>
                  <a:cubicBezTo>
                    <a:pt x="52032" y="148999"/>
                    <a:pt x="51322" y="145014"/>
                    <a:pt x="51322" y="131970"/>
                  </a:cubicBezTo>
                  <a:lnTo>
                    <a:pt x="51322" y="76173"/>
                  </a:lnTo>
                  <a:cubicBezTo>
                    <a:pt x="51322" y="40303"/>
                    <a:pt x="66234" y="8056"/>
                    <a:pt x="93218" y="8056"/>
                  </a:cubicBezTo>
                  <a:cubicBezTo>
                    <a:pt x="95704" y="8056"/>
                    <a:pt x="96414" y="8056"/>
                    <a:pt x="97124" y="8418"/>
                  </a:cubicBezTo>
                  <a:cubicBezTo>
                    <a:pt x="96059" y="8780"/>
                    <a:pt x="88958" y="13128"/>
                    <a:pt x="88958" y="22549"/>
                  </a:cubicBezTo>
                  <a:cubicBezTo>
                    <a:pt x="88958" y="32694"/>
                    <a:pt x="96414" y="38129"/>
                    <a:pt x="104225" y="38129"/>
                  </a:cubicBezTo>
                  <a:cubicBezTo>
                    <a:pt x="110616" y="38129"/>
                    <a:pt x="119492" y="33781"/>
                    <a:pt x="119492" y="22186"/>
                  </a:cubicBezTo>
                  <a:cubicBezTo>
                    <a:pt x="119492" y="10592"/>
                    <a:pt x="108486" y="85"/>
                    <a:pt x="93218" y="85"/>
                  </a:cubicBezTo>
                  <a:cubicBezTo>
                    <a:pt x="67299" y="85"/>
                    <a:pt x="54517" y="24360"/>
                    <a:pt x="49546" y="39940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04A3286-A0AB-C9A8-089F-F322FD817E1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597180" y="9174990"/>
              <a:ext cx="116103" cy="166306"/>
            </a:xfrm>
            <a:custGeom>
              <a:avLst/>
              <a:gdLst>
                <a:gd name="connsiteX0" fmla="*/ 62332 w 116103"/>
                <a:gd name="connsiteY0" fmla="*/ 92115 h 166306"/>
                <a:gd name="connsiteX1" fmla="*/ 99258 w 116103"/>
                <a:gd name="connsiteY1" fmla="*/ 125449 h 166306"/>
                <a:gd name="connsiteX2" fmla="*/ 59137 w 116103"/>
                <a:gd name="connsiteY2" fmla="*/ 158420 h 166306"/>
                <a:gd name="connsiteX3" fmla="*/ 9784 w 116103"/>
                <a:gd name="connsiteY3" fmla="*/ 106970 h 166306"/>
                <a:gd name="connsiteX4" fmla="*/ 4813 w 116103"/>
                <a:gd name="connsiteY4" fmla="*/ 100811 h 166306"/>
                <a:gd name="connsiteX5" fmla="*/ 198 w 116103"/>
                <a:gd name="connsiteY5" fmla="*/ 109869 h 166306"/>
                <a:gd name="connsiteX6" fmla="*/ 198 w 116103"/>
                <a:gd name="connsiteY6" fmla="*/ 157695 h 166306"/>
                <a:gd name="connsiteX7" fmla="*/ 4103 w 116103"/>
                <a:gd name="connsiteY7" fmla="*/ 166391 h 166306"/>
                <a:gd name="connsiteX8" fmla="*/ 12980 w 116103"/>
                <a:gd name="connsiteY8" fmla="*/ 159145 h 166306"/>
                <a:gd name="connsiteX9" fmla="*/ 20081 w 116103"/>
                <a:gd name="connsiteY9" fmla="*/ 150811 h 166306"/>
                <a:gd name="connsiteX10" fmla="*/ 59137 w 116103"/>
                <a:gd name="connsiteY10" fmla="*/ 166391 h 166306"/>
                <a:gd name="connsiteX11" fmla="*/ 116301 w 116103"/>
                <a:gd name="connsiteY11" fmla="*/ 116028 h 166306"/>
                <a:gd name="connsiteX12" fmla="*/ 101388 w 116103"/>
                <a:gd name="connsiteY12" fmla="*/ 81607 h 166306"/>
                <a:gd name="connsiteX13" fmla="*/ 60912 w 116103"/>
                <a:gd name="connsiteY13" fmla="*/ 64216 h 166306"/>
                <a:gd name="connsiteX14" fmla="*/ 17240 w 116103"/>
                <a:gd name="connsiteY14" fmla="*/ 34505 h 166306"/>
                <a:gd name="connsiteX15" fmla="*/ 57007 w 116103"/>
                <a:gd name="connsiteY15" fmla="*/ 6969 h 166306"/>
                <a:gd name="connsiteX16" fmla="*/ 98548 w 116103"/>
                <a:gd name="connsiteY16" fmla="*/ 50810 h 166306"/>
                <a:gd name="connsiteX17" fmla="*/ 102809 w 116103"/>
                <a:gd name="connsiteY17" fmla="*/ 54071 h 166306"/>
                <a:gd name="connsiteX18" fmla="*/ 107424 w 116103"/>
                <a:gd name="connsiteY18" fmla="*/ 45375 h 166306"/>
                <a:gd name="connsiteX19" fmla="*/ 107424 w 116103"/>
                <a:gd name="connsiteY19" fmla="*/ 8780 h 166306"/>
                <a:gd name="connsiteX20" fmla="*/ 103519 w 116103"/>
                <a:gd name="connsiteY20" fmla="*/ 85 h 166306"/>
                <a:gd name="connsiteX21" fmla="*/ 96418 w 116103"/>
                <a:gd name="connsiteY21" fmla="*/ 4433 h 166306"/>
                <a:gd name="connsiteX22" fmla="*/ 90382 w 116103"/>
                <a:gd name="connsiteY22" fmla="*/ 10230 h 166306"/>
                <a:gd name="connsiteX23" fmla="*/ 57007 w 116103"/>
                <a:gd name="connsiteY23" fmla="*/ 85 h 166306"/>
                <a:gd name="connsiteX24" fmla="*/ 198 w 116103"/>
                <a:gd name="connsiteY24" fmla="*/ 44650 h 166306"/>
                <a:gd name="connsiteX25" fmla="*/ 15465 w 116103"/>
                <a:gd name="connsiteY25" fmla="*/ 75448 h 166306"/>
                <a:gd name="connsiteX26" fmla="*/ 62332 w 116103"/>
                <a:gd name="connsiteY26" fmla="*/ 92115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03" h="166306">
                  <a:moveTo>
                    <a:pt x="62332" y="92115"/>
                  </a:moveTo>
                  <a:cubicBezTo>
                    <a:pt x="70144" y="93564"/>
                    <a:pt x="99258" y="99361"/>
                    <a:pt x="99258" y="125449"/>
                  </a:cubicBezTo>
                  <a:cubicBezTo>
                    <a:pt x="99258" y="143927"/>
                    <a:pt x="86831" y="158420"/>
                    <a:pt x="59137" y="158420"/>
                  </a:cubicBezTo>
                  <a:cubicBezTo>
                    <a:pt x="29312" y="158420"/>
                    <a:pt x="16530" y="137767"/>
                    <a:pt x="9784" y="106970"/>
                  </a:cubicBezTo>
                  <a:cubicBezTo>
                    <a:pt x="8719" y="102260"/>
                    <a:pt x="8364" y="100811"/>
                    <a:pt x="4813" y="100811"/>
                  </a:cubicBezTo>
                  <a:cubicBezTo>
                    <a:pt x="198" y="100811"/>
                    <a:pt x="198" y="103347"/>
                    <a:pt x="198" y="109869"/>
                  </a:cubicBezTo>
                  <a:lnTo>
                    <a:pt x="198" y="157695"/>
                  </a:lnTo>
                  <a:cubicBezTo>
                    <a:pt x="198" y="163855"/>
                    <a:pt x="198" y="166391"/>
                    <a:pt x="4103" y="166391"/>
                  </a:cubicBezTo>
                  <a:cubicBezTo>
                    <a:pt x="5879" y="166391"/>
                    <a:pt x="6234" y="166029"/>
                    <a:pt x="12980" y="159145"/>
                  </a:cubicBezTo>
                  <a:cubicBezTo>
                    <a:pt x="13690" y="158420"/>
                    <a:pt x="13690" y="157695"/>
                    <a:pt x="20081" y="150811"/>
                  </a:cubicBezTo>
                  <a:cubicBezTo>
                    <a:pt x="35703" y="166029"/>
                    <a:pt x="51681" y="166391"/>
                    <a:pt x="59137" y="166391"/>
                  </a:cubicBezTo>
                  <a:cubicBezTo>
                    <a:pt x="99968" y="166391"/>
                    <a:pt x="116301" y="142115"/>
                    <a:pt x="116301" y="116028"/>
                  </a:cubicBezTo>
                  <a:cubicBezTo>
                    <a:pt x="116301" y="96825"/>
                    <a:pt x="105649" y="85955"/>
                    <a:pt x="101388" y="81607"/>
                  </a:cubicBezTo>
                  <a:cubicBezTo>
                    <a:pt x="89672" y="70013"/>
                    <a:pt x="75824" y="67114"/>
                    <a:pt x="60912" y="64216"/>
                  </a:cubicBezTo>
                  <a:cubicBezTo>
                    <a:pt x="41029" y="60230"/>
                    <a:pt x="17240" y="55520"/>
                    <a:pt x="17240" y="34505"/>
                  </a:cubicBezTo>
                  <a:cubicBezTo>
                    <a:pt x="17240" y="21824"/>
                    <a:pt x="26472" y="6969"/>
                    <a:pt x="57007" y="6969"/>
                  </a:cubicBezTo>
                  <a:cubicBezTo>
                    <a:pt x="96063" y="6969"/>
                    <a:pt x="97838" y="39578"/>
                    <a:pt x="98548" y="50810"/>
                  </a:cubicBezTo>
                  <a:cubicBezTo>
                    <a:pt x="98903" y="54071"/>
                    <a:pt x="102099" y="54071"/>
                    <a:pt x="102809" y="54071"/>
                  </a:cubicBezTo>
                  <a:cubicBezTo>
                    <a:pt x="107424" y="54071"/>
                    <a:pt x="107424" y="52259"/>
                    <a:pt x="107424" y="45375"/>
                  </a:cubicBezTo>
                  <a:lnTo>
                    <a:pt x="107424" y="8780"/>
                  </a:lnTo>
                  <a:cubicBezTo>
                    <a:pt x="107424" y="2621"/>
                    <a:pt x="107424" y="85"/>
                    <a:pt x="103519" y="85"/>
                  </a:cubicBezTo>
                  <a:cubicBezTo>
                    <a:pt x="101743" y="85"/>
                    <a:pt x="101033" y="85"/>
                    <a:pt x="96418" y="4433"/>
                  </a:cubicBezTo>
                  <a:cubicBezTo>
                    <a:pt x="95353" y="5882"/>
                    <a:pt x="91802" y="9143"/>
                    <a:pt x="90382" y="10230"/>
                  </a:cubicBezTo>
                  <a:cubicBezTo>
                    <a:pt x="76890" y="85"/>
                    <a:pt x="62332" y="85"/>
                    <a:pt x="57007" y="85"/>
                  </a:cubicBezTo>
                  <a:cubicBezTo>
                    <a:pt x="13690" y="85"/>
                    <a:pt x="198" y="24360"/>
                    <a:pt x="198" y="44650"/>
                  </a:cubicBezTo>
                  <a:cubicBezTo>
                    <a:pt x="198" y="57332"/>
                    <a:pt x="5879" y="67477"/>
                    <a:pt x="15465" y="75448"/>
                  </a:cubicBezTo>
                  <a:cubicBezTo>
                    <a:pt x="26827" y="84868"/>
                    <a:pt x="36768" y="87042"/>
                    <a:pt x="62332" y="92115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DECA44B-C74D-4410-B4EB-11CDCC727AF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737585" y="9174990"/>
              <a:ext cx="135276" cy="166306"/>
            </a:xfrm>
            <a:custGeom>
              <a:avLst/>
              <a:gdLst>
                <a:gd name="connsiteX0" fmla="*/ 29671 w 135276"/>
                <a:gd name="connsiteY0" fmla="*/ 83419 h 166306"/>
                <a:gd name="connsiteX1" fmla="*/ 77604 w 135276"/>
                <a:gd name="connsiteY1" fmla="*/ 9143 h 166306"/>
                <a:gd name="connsiteX2" fmla="*/ 115595 w 135276"/>
                <a:gd name="connsiteY2" fmla="*/ 22549 h 166306"/>
                <a:gd name="connsiteX3" fmla="*/ 98907 w 135276"/>
                <a:gd name="connsiteY3" fmla="*/ 39216 h 166306"/>
                <a:gd name="connsiteX4" fmla="*/ 115240 w 135276"/>
                <a:gd name="connsiteY4" fmla="*/ 55882 h 166306"/>
                <a:gd name="connsiteX5" fmla="*/ 131572 w 135276"/>
                <a:gd name="connsiteY5" fmla="*/ 38853 h 166306"/>
                <a:gd name="connsiteX6" fmla="*/ 77249 w 135276"/>
                <a:gd name="connsiteY6" fmla="*/ 85 h 166306"/>
                <a:gd name="connsiteX7" fmla="*/ 202 w 135276"/>
                <a:gd name="connsiteY7" fmla="*/ 84144 h 166306"/>
                <a:gd name="connsiteX8" fmla="*/ 76538 w 135276"/>
                <a:gd name="connsiteY8" fmla="*/ 166391 h 166306"/>
                <a:gd name="connsiteX9" fmla="*/ 135478 w 135276"/>
                <a:gd name="connsiteY9" fmla="*/ 119289 h 166306"/>
                <a:gd name="connsiteX10" fmla="*/ 130862 w 135276"/>
                <a:gd name="connsiteY10" fmla="*/ 115666 h 166306"/>
                <a:gd name="connsiteX11" fmla="*/ 126246 w 135276"/>
                <a:gd name="connsiteY11" fmla="*/ 119289 h 166306"/>
                <a:gd name="connsiteX12" fmla="*/ 79734 w 135276"/>
                <a:gd name="connsiteY12" fmla="*/ 157333 h 166306"/>
                <a:gd name="connsiteX13" fmla="*/ 29671 w 135276"/>
                <a:gd name="connsiteY13" fmla="*/ 83419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276" h="166306">
                  <a:moveTo>
                    <a:pt x="29671" y="83419"/>
                  </a:moveTo>
                  <a:cubicBezTo>
                    <a:pt x="29671" y="24360"/>
                    <a:pt x="58786" y="9143"/>
                    <a:pt x="77604" y="9143"/>
                  </a:cubicBezTo>
                  <a:cubicBezTo>
                    <a:pt x="80799" y="9143"/>
                    <a:pt x="103168" y="9505"/>
                    <a:pt x="115595" y="22549"/>
                  </a:cubicBezTo>
                  <a:cubicBezTo>
                    <a:pt x="101037" y="23636"/>
                    <a:pt x="98907" y="34505"/>
                    <a:pt x="98907" y="39216"/>
                  </a:cubicBezTo>
                  <a:cubicBezTo>
                    <a:pt x="98907" y="48636"/>
                    <a:pt x="105298" y="55882"/>
                    <a:pt x="115240" y="55882"/>
                  </a:cubicBezTo>
                  <a:cubicBezTo>
                    <a:pt x="124471" y="55882"/>
                    <a:pt x="131572" y="49723"/>
                    <a:pt x="131572" y="38853"/>
                  </a:cubicBezTo>
                  <a:cubicBezTo>
                    <a:pt x="131572" y="14215"/>
                    <a:pt x="104588" y="85"/>
                    <a:pt x="77249" y="85"/>
                  </a:cubicBezTo>
                  <a:cubicBezTo>
                    <a:pt x="32867" y="85"/>
                    <a:pt x="202" y="39216"/>
                    <a:pt x="202" y="84144"/>
                  </a:cubicBezTo>
                  <a:cubicBezTo>
                    <a:pt x="202" y="130521"/>
                    <a:pt x="35352" y="166391"/>
                    <a:pt x="76538" y="166391"/>
                  </a:cubicBezTo>
                  <a:cubicBezTo>
                    <a:pt x="124116" y="166391"/>
                    <a:pt x="135478" y="122912"/>
                    <a:pt x="135478" y="119289"/>
                  </a:cubicBezTo>
                  <a:cubicBezTo>
                    <a:pt x="135478" y="115666"/>
                    <a:pt x="131927" y="115666"/>
                    <a:pt x="130862" y="115666"/>
                  </a:cubicBezTo>
                  <a:cubicBezTo>
                    <a:pt x="127666" y="115666"/>
                    <a:pt x="126956" y="117115"/>
                    <a:pt x="126246" y="119289"/>
                  </a:cubicBezTo>
                  <a:cubicBezTo>
                    <a:pt x="115950" y="152985"/>
                    <a:pt x="92871" y="157333"/>
                    <a:pt x="79734" y="157333"/>
                  </a:cubicBezTo>
                  <a:cubicBezTo>
                    <a:pt x="60916" y="157333"/>
                    <a:pt x="29671" y="141753"/>
                    <a:pt x="29671" y="83419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79F249A-593B-B3EF-5A2D-9768E10FE4AF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893258" y="9177164"/>
              <a:ext cx="119298" cy="160146"/>
            </a:xfrm>
            <a:custGeom>
              <a:avLst/>
              <a:gdLst>
                <a:gd name="connsiteX0" fmla="*/ 49559 w 119298"/>
                <a:gd name="connsiteY0" fmla="*/ 39940 h 160146"/>
                <a:gd name="connsiteX1" fmla="*/ 49559 w 119298"/>
                <a:gd name="connsiteY1" fmla="*/ 85 h 160146"/>
                <a:gd name="connsiteX2" fmla="*/ 206 w 119298"/>
                <a:gd name="connsiteY2" fmla="*/ 4070 h 160146"/>
                <a:gd name="connsiteX3" fmla="*/ 206 w 119298"/>
                <a:gd name="connsiteY3" fmla="*/ 15302 h 160146"/>
                <a:gd name="connsiteX4" fmla="*/ 27900 w 119298"/>
                <a:gd name="connsiteY4" fmla="*/ 35592 h 160146"/>
                <a:gd name="connsiteX5" fmla="*/ 27900 w 119298"/>
                <a:gd name="connsiteY5" fmla="*/ 132695 h 160146"/>
                <a:gd name="connsiteX6" fmla="*/ 206 w 119298"/>
                <a:gd name="connsiteY6" fmla="*/ 148999 h 160146"/>
                <a:gd name="connsiteX7" fmla="*/ 206 w 119298"/>
                <a:gd name="connsiteY7" fmla="*/ 160232 h 160146"/>
                <a:gd name="connsiteX8" fmla="*/ 40682 w 119298"/>
                <a:gd name="connsiteY8" fmla="*/ 159145 h 160146"/>
                <a:gd name="connsiteX9" fmla="*/ 85774 w 119298"/>
                <a:gd name="connsiteY9" fmla="*/ 160232 h 160146"/>
                <a:gd name="connsiteX10" fmla="*/ 85774 w 119298"/>
                <a:gd name="connsiteY10" fmla="*/ 148999 h 160146"/>
                <a:gd name="connsiteX11" fmla="*/ 78318 w 119298"/>
                <a:gd name="connsiteY11" fmla="*/ 148999 h 160146"/>
                <a:gd name="connsiteX12" fmla="*/ 51334 w 119298"/>
                <a:gd name="connsiteY12" fmla="*/ 131970 h 160146"/>
                <a:gd name="connsiteX13" fmla="*/ 51334 w 119298"/>
                <a:gd name="connsiteY13" fmla="*/ 76173 h 160146"/>
                <a:gd name="connsiteX14" fmla="*/ 93231 w 119298"/>
                <a:gd name="connsiteY14" fmla="*/ 8056 h 160146"/>
                <a:gd name="connsiteX15" fmla="*/ 97136 w 119298"/>
                <a:gd name="connsiteY15" fmla="*/ 8418 h 160146"/>
                <a:gd name="connsiteX16" fmla="*/ 88970 w 119298"/>
                <a:gd name="connsiteY16" fmla="*/ 22549 h 160146"/>
                <a:gd name="connsiteX17" fmla="*/ 104237 w 119298"/>
                <a:gd name="connsiteY17" fmla="*/ 38129 h 160146"/>
                <a:gd name="connsiteX18" fmla="*/ 119505 w 119298"/>
                <a:gd name="connsiteY18" fmla="*/ 22186 h 160146"/>
                <a:gd name="connsiteX19" fmla="*/ 93231 w 119298"/>
                <a:gd name="connsiteY19" fmla="*/ 85 h 160146"/>
                <a:gd name="connsiteX20" fmla="*/ 49559 w 119298"/>
                <a:gd name="connsiteY20" fmla="*/ 39940 h 16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298" h="160146">
                  <a:moveTo>
                    <a:pt x="49559" y="39940"/>
                  </a:moveTo>
                  <a:lnTo>
                    <a:pt x="49559" y="85"/>
                  </a:lnTo>
                  <a:lnTo>
                    <a:pt x="206" y="4070"/>
                  </a:lnTo>
                  <a:lnTo>
                    <a:pt x="206" y="15302"/>
                  </a:lnTo>
                  <a:cubicBezTo>
                    <a:pt x="25060" y="15302"/>
                    <a:pt x="27900" y="17839"/>
                    <a:pt x="27900" y="35592"/>
                  </a:cubicBezTo>
                  <a:lnTo>
                    <a:pt x="27900" y="132695"/>
                  </a:lnTo>
                  <a:cubicBezTo>
                    <a:pt x="27900" y="148999"/>
                    <a:pt x="23995" y="148999"/>
                    <a:pt x="206" y="148999"/>
                  </a:cubicBezTo>
                  <a:lnTo>
                    <a:pt x="206" y="160232"/>
                  </a:lnTo>
                  <a:cubicBezTo>
                    <a:pt x="14053" y="159869"/>
                    <a:pt x="30741" y="159145"/>
                    <a:pt x="40682" y="159145"/>
                  </a:cubicBezTo>
                  <a:cubicBezTo>
                    <a:pt x="54885" y="159145"/>
                    <a:pt x="71572" y="159145"/>
                    <a:pt x="85774" y="160232"/>
                  </a:cubicBezTo>
                  <a:lnTo>
                    <a:pt x="85774" y="148999"/>
                  </a:lnTo>
                  <a:lnTo>
                    <a:pt x="78318" y="148999"/>
                  </a:lnTo>
                  <a:cubicBezTo>
                    <a:pt x="52044" y="148999"/>
                    <a:pt x="51334" y="145014"/>
                    <a:pt x="51334" y="131970"/>
                  </a:cubicBezTo>
                  <a:lnTo>
                    <a:pt x="51334" y="76173"/>
                  </a:lnTo>
                  <a:cubicBezTo>
                    <a:pt x="51334" y="40303"/>
                    <a:pt x="66246" y="8056"/>
                    <a:pt x="93231" y="8056"/>
                  </a:cubicBezTo>
                  <a:cubicBezTo>
                    <a:pt x="95716" y="8056"/>
                    <a:pt x="96426" y="8056"/>
                    <a:pt x="97136" y="8418"/>
                  </a:cubicBezTo>
                  <a:cubicBezTo>
                    <a:pt x="96071" y="8780"/>
                    <a:pt x="88970" y="13128"/>
                    <a:pt x="88970" y="22549"/>
                  </a:cubicBezTo>
                  <a:cubicBezTo>
                    <a:pt x="88970" y="32694"/>
                    <a:pt x="96426" y="38129"/>
                    <a:pt x="104237" y="38129"/>
                  </a:cubicBezTo>
                  <a:cubicBezTo>
                    <a:pt x="110628" y="38129"/>
                    <a:pt x="119505" y="33781"/>
                    <a:pt x="119505" y="22186"/>
                  </a:cubicBezTo>
                  <a:cubicBezTo>
                    <a:pt x="119505" y="10592"/>
                    <a:pt x="108498" y="85"/>
                    <a:pt x="93231" y="85"/>
                  </a:cubicBezTo>
                  <a:cubicBezTo>
                    <a:pt x="67311" y="85"/>
                    <a:pt x="54530" y="24360"/>
                    <a:pt x="49559" y="39940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47800FD-06B0-185D-E3C7-D3EDD9F9074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034097" y="9094917"/>
              <a:ext cx="75981" cy="242394"/>
            </a:xfrm>
            <a:custGeom>
              <a:avLst/>
              <a:gdLst>
                <a:gd name="connsiteX0" fmla="*/ 51338 w 75981"/>
                <a:gd name="connsiteY0" fmla="*/ 82332 h 242394"/>
                <a:gd name="connsiteX1" fmla="*/ 1630 w 75981"/>
                <a:gd name="connsiteY1" fmla="*/ 86318 h 242394"/>
                <a:gd name="connsiteX2" fmla="*/ 1630 w 75981"/>
                <a:gd name="connsiteY2" fmla="*/ 97550 h 242394"/>
                <a:gd name="connsiteX3" fmla="*/ 27904 w 75981"/>
                <a:gd name="connsiteY3" fmla="*/ 117477 h 242394"/>
                <a:gd name="connsiteX4" fmla="*/ 27904 w 75981"/>
                <a:gd name="connsiteY4" fmla="*/ 214942 h 242394"/>
                <a:gd name="connsiteX5" fmla="*/ 210 w 75981"/>
                <a:gd name="connsiteY5" fmla="*/ 231247 h 242394"/>
                <a:gd name="connsiteX6" fmla="*/ 210 w 75981"/>
                <a:gd name="connsiteY6" fmla="*/ 242479 h 242394"/>
                <a:gd name="connsiteX7" fmla="*/ 39266 w 75981"/>
                <a:gd name="connsiteY7" fmla="*/ 241392 h 242394"/>
                <a:gd name="connsiteX8" fmla="*/ 76192 w 75981"/>
                <a:gd name="connsiteY8" fmla="*/ 242479 h 242394"/>
                <a:gd name="connsiteX9" fmla="*/ 76192 w 75981"/>
                <a:gd name="connsiteY9" fmla="*/ 231247 h 242394"/>
                <a:gd name="connsiteX10" fmla="*/ 51338 w 75981"/>
                <a:gd name="connsiteY10" fmla="*/ 215305 h 242394"/>
                <a:gd name="connsiteX11" fmla="*/ 51338 w 75981"/>
                <a:gd name="connsiteY11" fmla="*/ 82332 h 242394"/>
                <a:gd name="connsiteX12" fmla="*/ 52758 w 75981"/>
                <a:gd name="connsiteY12" fmla="*/ 19288 h 242394"/>
                <a:gd name="connsiteX13" fmla="*/ 33940 w 75981"/>
                <a:gd name="connsiteY13" fmla="*/ 85 h 242394"/>
                <a:gd name="connsiteX14" fmla="*/ 15122 w 75981"/>
                <a:gd name="connsiteY14" fmla="*/ 19288 h 242394"/>
                <a:gd name="connsiteX15" fmla="*/ 33940 w 75981"/>
                <a:gd name="connsiteY15" fmla="*/ 38491 h 242394"/>
                <a:gd name="connsiteX16" fmla="*/ 52758 w 75981"/>
                <a:gd name="connsiteY16" fmla="*/ 19288 h 24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981" h="242394">
                  <a:moveTo>
                    <a:pt x="51338" y="82332"/>
                  </a:moveTo>
                  <a:lnTo>
                    <a:pt x="1630" y="86318"/>
                  </a:lnTo>
                  <a:lnTo>
                    <a:pt x="1630" y="97550"/>
                  </a:lnTo>
                  <a:cubicBezTo>
                    <a:pt x="24709" y="97550"/>
                    <a:pt x="27904" y="99724"/>
                    <a:pt x="27904" y="117477"/>
                  </a:cubicBezTo>
                  <a:lnTo>
                    <a:pt x="27904" y="214942"/>
                  </a:lnTo>
                  <a:cubicBezTo>
                    <a:pt x="27904" y="231247"/>
                    <a:pt x="23999" y="231247"/>
                    <a:pt x="210" y="231247"/>
                  </a:cubicBezTo>
                  <a:lnTo>
                    <a:pt x="210" y="242479"/>
                  </a:lnTo>
                  <a:cubicBezTo>
                    <a:pt x="11572" y="242117"/>
                    <a:pt x="30745" y="241392"/>
                    <a:pt x="39266" y="241392"/>
                  </a:cubicBezTo>
                  <a:cubicBezTo>
                    <a:pt x="51693" y="241392"/>
                    <a:pt x="64120" y="242117"/>
                    <a:pt x="76192" y="242479"/>
                  </a:cubicBezTo>
                  <a:lnTo>
                    <a:pt x="76192" y="231247"/>
                  </a:lnTo>
                  <a:cubicBezTo>
                    <a:pt x="52758" y="231247"/>
                    <a:pt x="51338" y="229435"/>
                    <a:pt x="51338" y="215305"/>
                  </a:cubicBezTo>
                  <a:lnTo>
                    <a:pt x="51338" y="82332"/>
                  </a:lnTo>
                  <a:close/>
                  <a:moveTo>
                    <a:pt x="52758" y="19288"/>
                  </a:moveTo>
                  <a:cubicBezTo>
                    <a:pt x="52758" y="7693"/>
                    <a:pt x="43882" y="85"/>
                    <a:pt x="33940" y="85"/>
                  </a:cubicBezTo>
                  <a:cubicBezTo>
                    <a:pt x="22933" y="85"/>
                    <a:pt x="15122" y="9867"/>
                    <a:pt x="15122" y="19288"/>
                  </a:cubicBezTo>
                  <a:cubicBezTo>
                    <a:pt x="15122" y="29071"/>
                    <a:pt x="22933" y="38491"/>
                    <a:pt x="33940" y="38491"/>
                  </a:cubicBezTo>
                  <a:cubicBezTo>
                    <a:pt x="43882" y="38491"/>
                    <a:pt x="52758" y="30882"/>
                    <a:pt x="52758" y="19288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823006A5-BA05-147F-EE6F-BC5360FD47FB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130948" y="9177164"/>
              <a:ext cx="175042" cy="230437"/>
            </a:xfrm>
            <a:custGeom>
              <a:avLst/>
              <a:gdLst>
                <a:gd name="connsiteX0" fmla="*/ 51341 w 175042"/>
                <a:gd name="connsiteY0" fmla="*/ 23998 h 230437"/>
                <a:gd name="connsiteX1" fmla="*/ 51341 w 175042"/>
                <a:gd name="connsiteY1" fmla="*/ 85 h 230437"/>
                <a:gd name="connsiteX2" fmla="*/ 213 w 175042"/>
                <a:gd name="connsiteY2" fmla="*/ 4070 h 230437"/>
                <a:gd name="connsiteX3" fmla="*/ 213 w 175042"/>
                <a:gd name="connsiteY3" fmla="*/ 15302 h 230437"/>
                <a:gd name="connsiteX4" fmla="*/ 27907 w 175042"/>
                <a:gd name="connsiteY4" fmla="*/ 33418 h 230437"/>
                <a:gd name="connsiteX5" fmla="*/ 27907 w 175042"/>
                <a:gd name="connsiteY5" fmla="*/ 202986 h 230437"/>
                <a:gd name="connsiteX6" fmla="*/ 213 w 175042"/>
                <a:gd name="connsiteY6" fmla="*/ 219290 h 230437"/>
                <a:gd name="connsiteX7" fmla="*/ 213 w 175042"/>
                <a:gd name="connsiteY7" fmla="*/ 230522 h 230437"/>
                <a:gd name="connsiteX8" fmla="*/ 39979 w 175042"/>
                <a:gd name="connsiteY8" fmla="*/ 229435 h 230437"/>
                <a:gd name="connsiteX9" fmla="*/ 80100 w 175042"/>
                <a:gd name="connsiteY9" fmla="*/ 230522 h 230437"/>
                <a:gd name="connsiteX10" fmla="*/ 80100 w 175042"/>
                <a:gd name="connsiteY10" fmla="*/ 219290 h 230437"/>
                <a:gd name="connsiteX11" fmla="*/ 52406 w 175042"/>
                <a:gd name="connsiteY11" fmla="*/ 202986 h 230437"/>
                <a:gd name="connsiteX12" fmla="*/ 52406 w 175042"/>
                <a:gd name="connsiteY12" fmla="*/ 142115 h 230437"/>
                <a:gd name="connsiteX13" fmla="*/ 52406 w 175042"/>
                <a:gd name="connsiteY13" fmla="*/ 138854 h 230437"/>
                <a:gd name="connsiteX14" fmla="*/ 96078 w 175042"/>
                <a:gd name="connsiteY14" fmla="*/ 164217 h 230437"/>
                <a:gd name="connsiteX15" fmla="*/ 175255 w 175042"/>
                <a:gd name="connsiteY15" fmla="*/ 81970 h 230437"/>
                <a:gd name="connsiteX16" fmla="*/ 101048 w 175042"/>
                <a:gd name="connsiteY16" fmla="*/ 85 h 230437"/>
                <a:gd name="connsiteX17" fmla="*/ 51341 w 175042"/>
                <a:gd name="connsiteY17" fmla="*/ 23998 h 230437"/>
                <a:gd name="connsiteX18" fmla="*/ 52406 w 175042"/>
                <a:gd name="connsiteY18" fmla="*/ 118927 h 230437"/>
                <a:gd name="connsiteX19" fmla="*/ 52406 w 175042"/>
                <a:gd name="connsiteY19" fmla="*/ 38129 h 230437"/>
                <a:gd name="connsiteX20" fmla="*/ 98208 w 175042"/>
                <a:gd name="connsiteY20" fmla="*/ 9143 h 230437"/>
                <a:gd name="connsiteX21" fmla="*/ 145785 w 175042"/>
                <a:gd name="connsiteY21" fmla="*/ 81970 h 230437"/>
                <a:gd name="connsiteX22" fmla="*/ 94657 w 175042"/>
                <a:gd name="connsiteY22" fmla="*/ 156246 h 230437"/>
                <a:gd name="connsiteX23" fmla="*/ 57377 w 175042"/>
                <a:gd name="connsiteY23" fmla="*/ 134144 h 230437"/>
                <a:gd name="connsiteX24" fmla="*/ 52406 w 175042"/>
                <a:gd name="connsiteY24" fmla="*/ 118927 h 23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5042" h="230437">
                  <a:moveTo>
                    <a:pt x="51341" y="23998"/>
                  </a:moveTo>
                  <a:lnTo>
                    <a:pt x="51341" y="85"/>
                  </a:lnTo>
                  <a:lnTo>
                    <a:pt x="213" y="4070"/>
                  </a:lnTo>
                  <a:lnTo>
                    <a:pt x="213" y="15302"/>
                  </a:lnTo>
                  <a:cubicBezTo>
                    <a:pt x="25422" y="15302"/>
                    <a:pt x="27907" y="17476"/>
                    <a:pt x="27907" y="33418"/>
                  </a:cubicBezTo>
                  <a:lnTo>
                    <a:pt x="27907" y="202986"/>
                  </a:lnTo>
                  <a:cubicBezTo>
                    <a:pt x="27907" y="219290"/>
                    <a:pt x="24001" y="219290"/>
                    <a:pt x="213" y="219290"/>
                  </a:cubicBezTo>
                  <a:lnTo>
                    <a:pt x="213" y="230522"/>
                  </a:lnTo>
                  <a:cubicBezTo>
                    <a:pt x="12285" y="230160"/>
                    <a:pt x="30747" y="229435"/>
                    <a:pt x="39979" y="229435"/>
                  </a:cubicBezTo>
                  <a:cubicBezTo>
                    <a:pt x="49565" y="229435"/>
                    <a:pt x="67673" y="230160"/>
                    <a:pt x="80100" y="230522"/>
                  </a:cubicBezTo>
                  <a:lnTo>
                    <a:pt x="80100" y="219290"/>
                  </a:lnTo>
                  <a:cubicBezTo>
                    <a:pt x="56311" y="219290"/>
                    <a:pt x="52406" y="219290"/>
                    <a:pt x="52406" y="202986"/>
                  </a:cubicBezTo>
                  <a:lnTo>
                    <a:pt x="52406" y="142115"/>
                  </a:lnTo>
                  <a:lnTo>
                    <a:pt x="52406" y="138854"/>
                  </a:lnTo>
                  <a:cubicBezTo>
                    <a:pt x="54181" y="144652"/>
                    <a:pt x="69093" y="164217"/>
                    <a:pt x="96078" y="164217"/>
                  </a:cubicBezTo>
                  <a:cubicBezTo>
                    <a:pt x="138329" y="164217"/>
                    <a:pt x="175255" y="128709"/>
                    <a:pt x="175255" y="81970"/>
                  </a:cubicBezTo>
                  <a:cubicBezTo>
                    <a:pt x="175255" y="35955"/>
                    <a:pt x="140815" y="85"/>
                    <a:pt x="101048" y="85"/>
                  </a:cubicBezTo>
                  <a:cubicBezTo>
                    <a:pt x="73354" y="85"/>
                    <a:pt x="58442" y="16027"/>
                    <a:pt x="51341" y="23998"/>
                  </a:cubicBezTo>
                  <a:close/>
                  <a:moveTo>
                    <a:pt x="52406" y="118927"/>
                  </a:moveTo>
                  <a:lnTo>
                    <a:pt x="52406" y="38129"/>
                  </a:lnTo>
                  <a:cubicBezTo>
                    <a:pt x="62702" y="19650"/>
                    <a:pt x="80100" y="9143"/>
                    <a:pt x="98208" y="9143"/>
                  </a:cubicBezTo>
                  <a:cubicBezTo>
                    <a:pt x="124127" y="9143"/>
                    <a:pt x="145785" y="41027"/>
                    <a:pt x="145785" y="81970"/>
                  </a:cubicBezTo>
                  <a:cubicBezTo>
                    <a:pt x="145785" y="125811"/>
                    <a:pt x="120932" y="156246"/>
                    <a:pt x="94657" y="156246"/>
                  </a:cubicBezTo>
                  <a:cubicBezTo>
                    <a:pt x="80455" y="156246"/>
                    <a:pt x="66963" y="148999"/>
                    <a:pt x="57377" y="134144"/>
                  </a:cubicBezTo>
                  <a:cubicBezTo>
                    <a:pt x="52406" y="126535"/>
                    <a:pt x="52406" y="126173"/>
                    <a:pt x="52406" y="118927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A2F82AF7-E63D-F3ED-A353-DC38B9C02B2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325006" y="9114482"/>
              <a:ext cx="111132" cy="226814"/>
            </a:xfrm>
            <a:custGeom>
              <a:avLst/>
              <a:gdLst>
                <a:gd name="connsiteX0" fmla="*/ 54897 w 111132"/>
                <a:gd name="connsiteY0" fmla="*/ 77984 h 226814"/>
                <a:gd name="connsiteX1" fmla="*/ 105670 w 111132"/>
                <a:gd name="connsiteY1" fmla="*/ 77984 h 226814"/>
                <a:gd name="connsiteX2" fmla="*/ 105670 w 111132"/>
                <a:gd name="connsiteY2" fmla="*/ 66752 h 226814"/>
                <a:gd name="connsiteX3" fmla="*/ 54897 w 111132"/>
                <a:gd name="connsiteY3" fmla="*/ 66752 h 226814"/>
                <a:gd name="connsiteX4" fmla="*/ 54897 w 111132"/>
                <a:gd name="connsiteY4" fmla="*/ 85 h 226814"/>
                <a:gd name="connsiteX5" fmla="*/ 46020 w 111132"/>
                <a:gd name="connsiteY5" fmla="*/ 85 h 226814"/>
                <a:gd name="connsiteX6" fmla="*/ 218 w 111132"/>
                <a:gd name="connsiteY6" fmla="*/ 70013 h 226814"/>
                <a:gd name="connsiteX7" fmla="*/ 218 w 111132"/>
                <a:gd name="connsiteY7" fmla="*/ 77984 h 226814"/>
                <a:gd name="connsiteX8" fmla="*/ 30398 w 111132"/>
                <a:gd name="connsiteY8" fmla="*/ 77984 h 226814"/>
                <a:gd name="connsiteX9" fmla="*/ 30398 w 111132"/>
                <a:gd name="connsiteY9" fmla="*/ 177985 h 226814"/>
                <a:gd name="connsiteX10" fmla="*/ 76200 w 111132"/>
                <a:gd name="connsiteY10" fmla="*/ 226899 h 226814"/>
                <a:gd name="connsiteX11" fmla="*/ 111351 w 111132"/>
                <a:gd name="connsiteY11" fmla="*/ 177985 h 226814"/>
                <a:gd name="connsiteX12" fmla="*/ 111351 w 111132"/>
                <a:gd name="connsiteY12" fmla="*/ 157333 h 226814"/>
                <a:gd name="connsiteX13" fmla="*/ 102474 w 111132"/>
                <a:gd name="connsiteY13" fmla="*/ 157333 h 226814"/>
                <a:gd name="connsiteX14" fmla="*/ 102474 w 111132"/>
                <a:gd name="connsiteY14" fmla="*/ 177261 h 226814"/>
                <a:gd name="connsiteX15" fmla="*/ 78685 w 111132"/>
                <a:gd name="connsiteY15" fmla="*/ 217841 h 226814"/>
                <a:gd name="connsiteX16" fmla="*/ 54897 w 111132"/>
                <a:gd name="connsiteY16" fmla="*/ 178710 h 226814"/>
                <a:gd name="connsiteX17" fmla="*/ 54897 w 111132"/>
                <a:gd name="connsiteY17" fmla="*/ 77984 h 226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132" h="226814">
                  <a:moveTo>
                    <a:pt x="54897" y="77984"/>
                  </a:moveTo>
                  <a:lnTo>
                    <a:pt x="105670" y="77984"/>
                  </a:lnTo>
                  <a:lnTo>
                    <a:pt x="105670" y="66752"/>
                  </a:lnTo>
                  <a:lnTo>
                    <a:pt x="54897" y="66752"/>
                  </a:lnTo>
                  <a:lnTo>
                    <a:pt x="54897" y="85"/>
                  </a:lnTo>
                  <a:lnTo>
                    <a:pt x="46020" y="85"/>
                  </a:lnTo>
                  <a:cubicBezTo>
                    <a:pt x="45665" y="29795"/>
                    <a:pt x="35014" y="68564"/>
                    <a:pt x="218" y="70013"/>
                  </a:cubicBezTo>
                  <a:lnTo>
                    <a:pt x="218" y="77984"/>
                  </a:lnTo>
                  <a:lnTo>
                    <a:pt x="30398" y="77984"/>
                  </a:lnTo>
                  <a:lnTo>
                    <a:pt x="30398" y="177985"/>
                  </a:lnTo>
                  <a:cubicBezTo>
                    <a:pt x="30398" y="222551"/>
                    <a:pt x="63418" y="226899"/>
                    <a:pt x="76200" y="226899"/>
                  </a:cubicBezTo>
                  <a:cubicBezTo>
                    <a:pt x="101409" y="226899"/>
                    <a:pt x="111351" y="201174"/>
                    <a:pt x="111351" y="177985"/>
                  </a:cubicBezTo>
                  <a:lnTo>
                    <a:pt x="111351" y="157333"/>
                  </a:lnTo>
                  <a:lnTo>
                    <a:pt x="102474" y="157333"/>
                  </a:lnTo>
                  <a:lnTo>
                    <a:pt x="102474" y="177261"/>
                  </a:lnTo>
                  <a:cubicBezTo>
                    <a:pt x="102474" y="204073"/>
                    <a:pt x="91823" y="217841"/>
                    <a:pt x="78685" y="217841"/>
                  </a:cubicBezTo>
                  <a:cubicBezTo>
                    <a:pt x="54897" y="217841"/>
                    <a:pt x="54897" y="184870"/>
                    <a:pt x="54897" y="178710"/>
                  </a:cubicBezTo>
                  <a:lnTo>
                    <a:pt x="54897" y="77984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60842C6C-BCA4-B2F4-DC83-5AE4B2DC870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600253" y="9086221"/>
              <a:ext cx="42606" cy="108334"/>
            </a:xfrm>
            <a:custGeom>
              <a:avLst/>
              <a:gdLst>
                <a:gd name="connsiteX0" fmla="*/ 42832 w 42606"/>
                <a:gd name="connsiteY0" fmla="*/ 89216 h 108334"/>
                <a:gd name="connsiteX1" fmla="*/ 24014 w 42606"/>
                <a:gd name="connsiteY1" fmla="*/ 70013 h 108334"/>
                <a:gd name="connsiteX2" fmla="*/ 9812 w 42606"/>
                <a:gd name="connsiteY2" fmla="*/ 75810 h 108334"/>
                <a:gd name="connsiteX3" fmla="*/ 8747 w 42606"/>
                <a:gd name="connsiteY3" fmla="*/ 76897 h 108334"/>
                <a:gd name="connsiteX4" fmla="*/ 8037 w 42606"/>
                <a:gd name="connsiteY4" fmla="*/ 70375 h 108334"/>
                <a:gd name="connsiteX5" fmla="*/ 32891 w 42606"/>
                <a:gd name="connsiteY5" fmla="*/ 10230 h 108334"/>
                <a:gd name="connsiteX6" fmla="*/ 37151 w 42606"/>
                <a:gd name="connsiteY6" fmla="*/ 4070 h 108334"/>
                <a:gd name="connsiteX7" fmla="*/ 33601 w 42606"/>
                <a:gd name="connsiteY7" fmla="*/ 85 h 108334"/>
                <a:gd name="connsiteX8" fmla="*/ 225 w 42606"/>
                <a:gd name="connsiteY8" fmla="*/ 70375 h 108334"/>
                <a:gd name="connsiteX9" fmla="*/ 24014 w 42606"/>
                <a:gd name="connsiteY9" fmla="*/ 108419 h 108334"/>
                <a:gd name="connsiteX10" fmla="*/ 42832 w 42606"/>
                <a:gd name="connsiteY10" fmla="*/ 89216 h 108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606" h="108334">
                  <a:moveTo>
                    <a:pt x="42832" y="89216"/>
                  </a:moveTo>
                  <a:cubicBezTo>
                    <a:pt x="42832" y="79796"/>
                    <a:pt x="36796" y="70013"/>
                    <a:pt x="24014" y="70013"/>
                  </a:cubicBezTo>
                  <a:cubicBezTo>
                    <a:pt x="16913" y="70013"/>
                    <a:pt x="11942" y="73636"/>
                    <a:pt x="9812" y="75810"/>
                  </a:cubicBezTo>
                  <a:cubicBezTo>
                    <a:pt x="9457" y="76535"/>
                    <a:pt x="9102" y="76897"/>
                    <a:pt x="8747" y="76897"/>
                  </a:cubicBezTo>
                  <a:cubicBezTo>
                    <a:pt x="8037" y="76897"/>
                    <a:pt x="8037" y="71825"/>
                    <a:pt x="8037" y="70375"/>
                  </a:cubicBezTo>
                  <a:cubicBezTo>
                    <a:pt x="8037" y="58781"/>
                    <a:pt x="10522" y="32694"/>
                    <a:pt x="32891" y="10230"/>
                  </a:cubicBezTo>
                  <a:cubicBezTo>
                    <a:pt x="37151" y="5882"/>
                    <a:pt x="37151" y="5157"/>
                    <a:pt x="37151" y="4070"/>
                  </a:cubicBezTo>
                  <a:cubicBezTo>
                    <a:pt x="37151" y="1534"/>
                    <a:pt x="35376" y="85"/>
                    <a:pt x="33601" y="85"/>
                  </a:cubicBezTo>
                  <a:cubicBezTo>
                    <a:pt x="29695" y="85"/>
                    <a:pt x="225" y="27621"/>
                    <a:pt x="225" y="70375"/>
                  </a:cubicBezTo>
                  <a:cubicBezTo>
                    <a:pt x="225" y="92115"/>
                    <a:pt x="8747" y="108419"/>
                    <a:pt x="24014" y="108419"/>
                  </a:cubicBezTo>
                  <a:cubicBezTo>
                    <a:pt x="36441" y="108419"/>
                    <a:pt x="42832" y="98637"/>
                    <a:pt x="42832" y="89216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5A0B23FB-0C36-7A88-ABF2-2F00A0C2F0F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685388" y="9085859"/>
              <a:ext cx="175042" cy="255437"/>
            </a:xfrm>
            <a:custGeom>
              <a:avLst/>
              <a:gdLst>
                <a:gd name="connsiteX0" fmla="*/ 123077 w 175042"/>
                <a:gd name="connsiteY0" fmla="*/ 231609 h 255437"/>
                <a:gd name="connsiteX1" fmla="*/ 123077 w 175042"/>
                <a:gd name="connsiteY1" fmla="*/ 255522 h 255437"/>
                <a:gd name="connsiteX2" fmla="*/ 175270 w 175042"/>
                <a:gd name="connsiteY2" fmla="*/ 251537 h 255437"/>
                <a:gd name="connsiteX3" fmla="*/ 175270 w 175042"/>
                <a:gd name="connsiteY3" fmla="*/ 240305 h 255437"/>
                <a:gd name="connsiteX4" fmla="*/ 147576 w 175042"/>
                <a:gd name="connsiteY4" fmla="*/ 220015 h 255437"/>
                <a:gd name="connsiteX5" fmla="*/ 147576 w 175042"/>
                <a:gd name="connsiteY5" fmla="*/ 85 h 255437"/>
                <a:gd name="connsiteX6" fmla="*/ 96448 w 175042"/>
                <a:gd name="connsiteY6" fmla="*/ 4070 h 255437"/>
                <a:gd name="connsiteX7" fmla="*/ 96448 w 175042"/>
                <a:gd name="connsiteY7" fmla="*/ 15302 h 255437"/>
                <a:gd name="connsiteX8" fmla="*/ 124142 w 175042"/>
                <a:gd name="connsiteY8" fmla="*/ 35592 h 255437"/>
                <a:gd name="connsiteX9" fmla="*/ 124142 w 175042"/>
                <a:gd name="connsiteY9" fmla="*/ 113854 h 255437"/>
                <a:gd name="connsiteX10" fmla="*/ 79406 w 175042"/>
                <a:gd name="connsiteY10" fmla="*/ 91390 h 255437"/>
                <a:gd name="connsiteX11" fmla="*/ 228 w 175042"/>
                <a:gd name="connsiteY11" fmla="*/ 173637 h 255437"/>
                <a:gd name="connsiteX12" fmla="*/ 75500 w 175042"/>
                <a:gd name="connsiteY12" fmla="*/ 255522 h 255437"/>
                <a:gd name="connsiteX13" fmla="*/ 123077 w 175042"/>
                <a:gd name="connsiteY13" fmla="*/ 231609 h 255437"/>
                <a:gd name="connsiteX14" fmla="*/ 123077 w 175042"/>
                <a:gd name="connsiteY14" fmla="*/ 134507 h 255437"/>
                <a:gd name="connsiteX15" fmla="*/ 123077 w 175042"/>
                <a:gd name="connsiteY15" fmla="*/ 208783 h 255437"/>
                <a:gd name="connsiteX16" fmla="*/ 119172 w 175042"/>
                <a:gd name="connsiteY16" fmla="*/ 222189 h 255437"/>
                <a:gd name="connsiteX17" fmla="*/ 77275 w 175042"/>
                <a:gd name="connsiteY17" fmla="*/ 247551 h 255437"/>
                <a:gd name="connsiteX18" fmla="*/ 39994 w 175042"/>
                <a:gd name="connsiteY18" fmla="*/ 224363 h 255437"/>
                <a:gd name="connsiteX19" fmla="*/ 29698 w 175042"/>
                <a:gd name="connsiteY19" fmla="*/ 174000 h 255437"/>
                <a:gd name="connsiteX20" fmla="*/ 40705 w 175042"/>
                <a:gd name="connsiteY20" fmla="*/ 122550 h 255437"/>
                <a:gd name="connsiteX21" fmla="*/ 80826 w 175042"/>
                <a:gd name="connsiteY21" fmla="*/ 99361 h 255437"/>
                <a:gd name="connsiteX22" fmla="*/ 119172 w 175042"/>
                <a:gd name="connsiteY22" fmla="*/ 121101 h 255437"/>
                <a:gd name="connsiteX23" fmla="*/ 123077 w 175042"/>
                <a:gd name="connsiteY23" fmla="*/ 134507 h 25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042" h="255437">
                  <a:moveTo>
                    <a:pt x="123077" y="231609"/>
                  </a:moveTo>
                  <a:lnTo>
                    <a:pt x="123077" y="255522"/>
                  </a:lnTo>
                  <a:lnTo>
                    <a:pt x="175270" y="251537"/>
                  </a:lnTo>
                  <a:lnTo>
                    <a:pt x="175270" y="240305"/>
                  </a:lnTo>
                  <a:cubicBezTo>
                    <a:pt x="150417" y="240305"/>
                    <a:pt x="147576" y="237769"/>
                    <a:pt x="147576" y="220015"/>
                  </a:cubicBezTo>
                  <a:lnTo>
                    <a:pt x="147576" y="85"/>
                  </a:lnTo>
                  <a:lnTo>
                    <a:pt x="96448" y="4070"/>
                  </a:lnTo>
                  <a:lnTo>
                    <a:pt x="96448" y="15302"/>
                  </a:lnTo>
                  <a:cubicBezTo>
                    <a:pt x="121302" y="15302"/>
                    <a:pt x="124142" y="17839"/>
                    <a:pt x="124142" y="35592"/>
                  </a:cubicBezTo>
                  <a:lnTo>
                    <a:pt x="124142" y="113854"/>
                  </a:lnTo>
                  <a:cubicBezTo>
                    <a:pt x="113846" y="100811"/>
                    <a:pt x="98579" y="91390"/>
                    <a:pt x="79406" y="91390"/>
                  </a:cubicBezTo>
                  <a:cubicBezTo>
                    <a:pt x="37509" y="91390"/>
                    <a:pt x="228" y="126898"/>
                    <a:pt x="228" y="173637"/>
                  </a:cubicBezTo>
                  <a:cubicBezTo>
                    <a:pt x="228" y="219652"/>
                    <a:pt x="35024" y="255522"/>
                    <a:pt x="75500" y="255522"/>
                  </a:cubicBezTo>
                  <a:cubicBezTo>
                    <a:pt x="98223" y="255522"/>
                    <a:pt x="114201" y="243203"/>
                    <a:pt x="123077" y="231609"/>
                  </a:cubicBezTo>
                  <a:close/>
                  <a:moveTo>
                    <a:pt x="123077" y="134507"/>
                  </a:moveTo>
                  <a:lnTo>
                    <a:pt x="123077" y="208783"/>
                  </a:lnTo>
                  <a:cubicBezTo>
                    <a:pt x="123077" y="215305"/>
                    <a:pt x="123077" y="216029"/>
                    <a:pt x="119172" y="222189"/>
                  </a:cubicBezTo>
                  <a:cubicBezTo>
                    <a:pt x="108520" y="239580"/>
                    <a:pt x="92543" y="247551"/>
                    <a:pt x="77275" y="247551"/>
                  </a:cubicBezTo>
                  <a:cubicBezTo>
                    <a:pt x="61298" y="247551"/>
                    <a:pt x="48516" y="238131"/>
                    <a:pt x="39994" y="224363"/>
                  </a:cubicBezTo>
                  <a:cubicBezTo>
                    <a:pt x="30763" y="209507"/>
                    <a:pt x="29698" y="188855"/>
                    <a:pt x="29698" y="174000"/>
                  </a:cubicBezTo>
                  <a:cubicBezTo>
                    <a:pt x="29698" y="160594"/>
                    <a:pt x="30408" y="138854"/>
                    <a:pt x="40705" y="122550"/>
                  </a:cubicBezTo>
                  <a:cubicBezTo>
                    <a:pt x="48161" y="111318"/>
                    <a:pt x="61653" y="99361"/>
                    <a:pt x="80826" y="99361"/>
                  </a:cubicBezTo>
                  <a:cubicBezTo>
                    <a:pt x="93253" y="99361"/>
                    <a:pt x="108165" y="104796"/>
                    <a:pt x="119172" y="121101"/>
                  </a:cubicBezTo>
                  <a:cubicBezTo>
                    <a:pt x="123077" y="127260"/>
                    <a:pt x="123077" y="127985"/>
                    <a:pt x="123077" y="134507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24504E70-8DBB-A354-7511-09C9853A5EF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0901105" y="9085859"/>
              <a:ext cx="42606" cy="108334"/>
            </a:xfrm>
            <a:custGeom>
              <a:avLst/>
              <a:gdLst>
                <a:gd name="connsiteX0" fmla="*/ 42840 w 42606"/>
                <a:gd name="connsiteY0" fmla="*/ 38129 h 108334"/>
                <a:gd name="connsiteX1" fmla="*/ 19052 w 42606"/>
                <a:gd name="connsiteY1" fmla="*/ 85 h 108334"/>
                <a:gd name="connsiteX2" fmla="*/ 234 w 42606"/>
                <a:gd name="connsiteY2" fmla="*/ 19288 h 108334"/>
                <a:gd name="connsiteX3" fmla="*/ 19052 w 42606"/>
                <a:gd name="connsiteY3" fmla="*/ 38491 h 108334"/>
                <a:gd name="connsiteX4" fmla="*/ 33254 w 42606"/>
                <a:gd name="connsiteY4" fmla="*/ 32694 h 108334"/>
                <a:gd name="connsiteX5" fmla="*/ 34319 w 42606"/>
                <a:gd name="connsiteY5" fmla="*/ 31607 h 108334"/>
                <a:gd name="connsiteX6" fmla="*/ 35029 w 42606"/>
                <a:gd name="connsiteY6" fmla="*/ 38129 h 108334"/>
                <a:gd name="connsiteX7" fmla="*/ 10175 w 42606"/>
                <a:gd name="connsiteY7" fmla="*/ 98274 h 108334"/>
                <a:gd name="connsiteX8" fmla="*/ 5915 w 42606"/>
                <a:gd name="connsiteY8" fmla="*/ 104434 h 108334"/>
                <a:gd name="connsiteX9" fmla="*/ 9465 w 42606"/>
                <a:gd name="connsiteY9" fmla="*/ 108419 h 108334"/>
                <a:gd name="connsiteX10" fmla="*/ 42840 w 42606"/>
                <a:gd name="connsiteY10" fmla="*/ 38129 h 108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606" h="108334">
                  <a:moveTo>
                    <a:pt x="42840" y="38129"/>
                  </a:moveTo>
                  <a:cubicBezTo>
                    <a:pt x="42840" y="16389"/>
                    <a:pt x="34319" y="85"/>
                    <a:pt x="19052" y="85"/>
                  </a:cubicBezTo>
                  <a:cubicBezTo>
                    <a:pt x="6625" y="85"/>
                    <a:pt x="234" y="9867"/>
                    <a:pt x="234" y="19288"/>
                  </a:cubicBezTo>
                  <a:cubicBezTo>
                    <a:pt x="234" y="28708"/>
                    <a:pt x="6270" y="38491"/>
                    <a:pt x="19052" y="38491"/>
                  </a:cubicBezTo>
                  <a:cubicBezTo>
                    <a:pt x="26153" y="38491"/>
                    <a:pt x="31124" y="34868"/>
                    <a:pt x="33254" y="32694"/>
                  </a:cubicBezTo>
                  <a:cubicBezTo>
                    <a:pt x="33609" y="31969"/>
                    <a:pt x="33964" y="31607"/>
                    <a:pt x="34319" y="31607"/>
                  </a:cubicBezTo>
                  <a:cubicBezTo>
                    <a:pt x="35029" y="31607"/>
                    <a:pt x="35029" y="36679"/>
                    <a:pt x="35029" y="38129"/>
                  </a:cubicBezTo>
                  <a:cubicBezTo>
                    <a:pt x="35029" y="49723"/>
                    <a:pt x="32544" y="75810"/>
                    <a:pt x="10175" y="98274"/>
                  </a:cubicBezTo>
                  <a:cubicBezTo>
                    <a:pt x="5915" y="102622"/>
                    <a:pt x="5915" y="103347"/>
                    <a:pt x="5915" y="104434"/>
                  </a:cubicBezTo>
                  <a:cubicBezTo>
                    <a:pt x="5915" y="106970"/>
                    <a:pt x="7690" y="108419"/>
                    <a:pt x="9465" y="108419"/>
                  </a:cubicBezTo>
                  <a:cubicBezTo>
                    <a:pt x="13371" y="108419"/>
                    <a:pt x="42840" y="80883"/>
                    <a:pt x="42840" y="38129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F196830-D2DC-2146-C5D3-7018A89AF6A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999731" y="9298905"/>
              <a:ext cx="41541" cy="108334"/>
            </a:xfrm>
            <a:custGeom>
              <a:avLst/>
              <a:gdLst>
                <a:gd name="connsiteX0" fmla="*/ 41778 w 41541"/>
                <a:gd name="connsiteY0" fmla="*/ 38129 h 108334"/>
                <a:gd name="connsiteX1" fmla="*/ 19054 w 41541"/>
                <a:gd name="connsiteY1" fmla="*/ 85 h 108334"/>
                <a:gd name="connsiteX2" fmla="*/ 237 w 41541"/>
                <a:gd name="connsiteY2" fmla="*/ 19288 h 108334"/>
                <a:gd name="connsiteX3" fmla="*/ 19054 w 41541"/>
                <a:gd name="connsiteY3" fmla="*/ 38491 h 108334"/>
                <a:gd name="connsiteX4" fmla="*/ 32547 w 41541"/>
                <a:gd name="connsiteY4" fmla="*/ 33418 h 108334"/>
                <a:gd name="connsiteX5" fmla="*/ 33257 w 41541"/>
                <a:gd name="connsiteY5" fmla="*/ 32694 h 108334"/>
                <a:gd name="connsiteX6" fmla="*/ 33967 w 41541"/>
                <a:gd name="connsiteY6" fmla="*/ 38129 h 108334"/>
                <a:gd name="connsiteX7" fmla="*/ 8403 w 41541"/>
                <a:gd name="connsiteY7" fmla="*/ 100448 h 108334"/>
                <a:gd name="connsiteX8" fmla="*/ 5917 w 41541"/>
                <a:gd name="connsiteY8" fmla="*/ 104434 h 108334"/>
                <a:gd name="connsiteX9" fmla="*/ 9468 w 41541"/>
                <a:gd name="connsiteY9" fmla="*/ 108419 h 108334"/>
                <a:gd name="connsiteX10" fmla="*/ 41778 w 41541"/>
                <a:gd name="connsiteY10" fmla="*/ 38129 h 108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541" h="108334">
                  <a:moveTo>
                    <a:pt x="41778" y="38129"/>
                  </a:moveTo>
                  <a:cubicBezTo>
                    <a:pt x="41778" y="14940"/>
                    <a:pt x="33257" y="85"/>
                    <a:pt x="19054" y="85"/>
                  </a:cubicBezTo>
                  <a:cubicBezTo>
                    <a:pt x="6628" y="85"/>
                    <a:pt x="237" y="9867"/>
                    <a:pt x="237" y="19288"/>
                  </a:cubicBezTo>
                  <a:cubicBezTo>
                    <a:pt x="237" y="28708"/>
                    <a:pt x="6272" y="38491"/>
                    <a:pt x="19054" y="38491"/>
                  </a:cubicBezTo>
                  <a:cubicBezTo>
                    <a:pt x="24735" y="38491"/>
                    <a:pt x="28996" y="36317"/>
                    <a:pt x="32547" y="33418"/>
                  </a:cubicBezTo>
                  <a:lnTo>
                    <a:pt x="33257" y="32694"/>
                  </a:lnTo>
                  <a:cubicBezTo>
                    <a:pt x="33612" y="32694"/>
                    <a:pt x="33967" y="33056"/>
                    <a:pt x="33967" y="38129"/>
                  </a:cubicBezTo>
                  <a:cubicBezTo>
                    <a:pt x="33967" y="61317"/>
                    <a:pt x="24025" y="83419"/>
                    <a:pt x="8403" y="100448"/>
                  </a:cubicBezTo>
                  <a:cubicBezTo>
                    <a:pt x="6272" y="102622"/>
                    <a:pt x="5917" y="102984"/>
                    <a:pt x="5917" y="104434"/>
                  </a:cubicBezTo>
                  <a:cubicBezTo>
                    <a:pt x="5917" y="106970"/>
                    <a:pt x="7693" y="108419"/>
                    <a:pt x="9468" y="108419"/>
                  </a:cubicBezTo>
                  <a:cubicBezTo>
                    <a:pt x="13729" y="108419"/>
                    <a:pt x="41778" y="79796"/>
                    <a:pt x="41778" y="38129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BE2A956A-CDD8-8FB7-BE58-141699231807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1197892" y="9174990"/>
              <a:ext cx="116103" cy="166306"/>
            </a:xfrm>
            <a:custGeom>
              <a:avLst/>
              <a:gdLst>
                <a:gd name="connsiteX0" fmla="*/ 62377 w 116103"/>
                <a:gd name="connsiteY0" fmla="*/ 92115 h 166306"/>
                <a:gd name="connsiteX1" fmla="*/ 99303 w 116103"/>
                <a:gd name="connsiteY1" fmla="*/ 125449 h 166306"/>
                <a:gd name="connsiteX2" fmla="*/ 59182 w 116103"/>
                <a:gd name="connsiteY2" fmla="*/ 158420 h 166306"/>
                <a:gd name="connsiteX3" fmla="*/ 9829 w 116103"/>
                <a:gd name="connsiteY3" fmla="*/ 106970 h 166306"/>
                <a:gd name="connsiteX4" fmla="*/ 4858 w 116103"/>
                <a:gd name="connsiteY4" fmla="*/ 100811 h 166306"/>
                <a:gd name="connsiteX5" fmla="*/ 243 w 116103"/>
                <a:gd name="connsiteY5" fmla="*/ 109869 h 166306"/>
                <a:gd name="connsiteX6" fmla="*/ 243 w 116103"/>
                <a:gd name="connsiteY6" fmla="*/ 157695 h 166306"/>
                <a:gd name="connsiteX7" fmla="*/ 4148 w 116103"/>
                <a:gd name="connsiteY7" fmla="*/ 166391 h 166306"/>
                <a:gd name="connsiteX8" fmla="*/ 13025 w 116103"/>
                <a:gd name="connsiteY8" fmla="*/ 159145 h 166306"/>
                <a:gd name="connsiteX9" fmla="*/ 20126 w 116103"/>
                <a:gd name="connsiteY9" fmla="*/ 150811 h 166306"/>
                <a:gd name="connsiteX10" fmla="*/ 59182 w 116103"/>
                <a:gd name="connsiteY10" fmla="*/ 166391 h 166306"/>
                <a:gd name="connsiteX11" fmla="*/ 116346 w 116103"/>
                <a:gd name="connsiteY11" fmla="*/ 116028 h 166306"/>
                <a:gd name="connsiteX12" fmla="*/ 101433 w 116103"/>
                <a:gd name="connsiteY12" fmla="*/ 81607 h 166306"/>
                <a:gd name="connsiteX13" fmla="*/ 60957 w 116103"/>
                <a:gd name="connsiteY13" fmla="*/ 64216 h 166306"/>
                <a:gd name="connsiteX14" fmla="*/ 17285 w 116103"/>
                <a:gd name="connsiteY14" fmla="*/ 34505 h 166306"/>
                <a:gd name="connsiteX15" fmla="*/ 57051 w 116103"/>
                <a:gd name="connsiteY15" fmla="*/ 6969 h 166306"/>
                <a:gd name="connsiteX16" fmla="*/ 98593 w 116103"/>
                <a:gd name="connsiteY16" fmla="*/ 50810 h 166306"/>
                <a:gd name="connsiteX17" fmla="*/ 102854 w 116103"/>
                <a:gd name="connsiteY17" fmla="*/ 54071 h 166306"/>
                <a:gd name="connsiteX18" fmla="*/ 107469 w 116103"/>
                <a:gd name="connsiteY18" fmla="*/ 45375 h 166306"/>
                <a:gd name="connsiteX19" fmla="*/ 107469 w 116103"/>
                <a:gd name="connsiteY19" fmla="*/ 8780 h 166306"/>
                <a:gd name="connsiteX20" fmla="*/ 103564 w 116103"/>
                <a:gd name="connsiteY20" fmla="*/ 85 h 166306"/>
                <a:gd name="connsiteX21" fmla="*/ 96463 w 116103"/>
                <a:gd name="connsiteY21" fmla="*/ 4433 h 166306"/>
                <a:gd name="connsiteX22" fmla="*/ 90427 w 116103"/>
                <a:gd name="connsiteY22" fmla="*/ 10230 h 166306"/>
                <a:gd name="connsiteX23" fmla="*/ 57051 w 116103"/>
                <a:gd name="connsiteY23" fmla="*/ 85 h 166306"/>
                <a:gd name="connsiteX24" fmla="*/ 243 w 116103"/>
                <a:gd name="connsiteY24" fmla="*/ 44650 h 166306"/>
                <a:gd name="connsiteX25" fmla="*/ 15510 w 116103"/>
                <a:gd name="connsiteY25" fmla="*/ 75448 h 166306"/>
                <a:gd name="connsiteX26" fmla="*/ 62377 w 116103"/>
                <a:gd name="connsiteY26" fmla="*/ 92115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03" h="166306">
                  <a:moveTo>
                    <a:pt x="62377" y="92115"/>
                  </a:moveTo>
                  <a:cubicBezTo>
                    <a:pt x="70188" y="93564"/>
                    <a:pt x="99303" y="99361"/>
                    <a:pt x="99303" y="125449"/>
                  </a:cubicBezTo>
                  <a:cubicBezTo>
                    <a:pt x="99303" y="143927"/>
                    <a:pt x="86876" y="158420"/>
                    <a:pt x="59182" y="158420"/>
                  </a:cubicBezTo>
                  <a:cubicBezTo>
                    <a:pt x="29357" y="158420"/>
                    <a:pt x="16575" y="137767"/>
                    <a:pt x="9829" y="106970"/>
                  </a:cubicBezTo>
                  <a:cubicBezTo>
                    <a:pt x="8764" y="102260"/>
                    <a:pt x="8409" y="100811"/>
                    <a:pt x="4858" y="100811"/>
                  </a:cubicBezTo>
                  <a:cubicBezTo>
                    <a:pt x="243" y="100811"/>
                    <a:pt x="243" y="103347"/>
                    <a:pt x="243" y="109869"/>
                  </a:cubicBezTo>
                  <a:lnTo>
                    <a:pt x="243" y="157695"/>
                  </a:lnTo>
                  <a:cubicBezTo>
                    <a:pt x="243" y="163855"/>
                    <a:pt x="243" y="166391"/>
                    <a:pt x="4148" y="166391"/>
                  </a:cubicBezTo>
                  <a:cubicBezTo>
                    <a:pt x="5923" y="166391"/>
                    <a:pt x="6279" y="166029"/>
                    <a:pt x="13025" y="159145"/>
                  </a:cubicBezTo>
                  <a:cubicBezTo>
                    <a:pt x="13735" y="158420"/>
                    <a:pt x="13735" y="157695"/>
                    <a:pt x="20126" y="150811"/>
                  </a:cubicBezTo>
                  <a:cubicBezTo>
                    <a:pt x="35748" y="166029"/>
                    <a:pt x="51726" y="166391"/>
                    <a:pt x="59182" y="166391"/>
                  </a:cubicBezTo>
                  <a:cubicBezTo>
                    <a:pt x="100013" y="166391"/>
                    <a:pt x="116346" y="142115"/>
                    <a:pt x="116346" y="116028"/>
                  </a:cubicBezTo>
                  <a:cubicBezTo>
                    <a:pt x="116346" y="96825"/>
                    <a:pt x="105694" y="85955"/>
                    <a:pt x="101433" y="81607"/>
                  </a:cubicBezTo>
                  <a:cubicBezTo>
                    <a:pt x="89717" y="70013"/>
                    <a:pt x="75869" y="67114"/>
                    <a:pt x="60957" y="64216"/>
                  </a:cubicBezTo>
                  <a:cubicBezTo>
                    <a:pt x="41074" y="60230"/>
                    <a:pt x="17285" y="55520"/>
                    <a:pt x="17285" y="34505"/>
                  </a:cubicBezTo>
                  <a:cubicBezTo>
                    <a:pt x="17285" y="21824"/>
                    <a:pt x="26517" y="6969"/>
                    <a:pt x="57051" y="6969"/>
                  </a:cubicBezTo>
                  <a:cubicBezTo>
                    <a:pt x="96108" y="6969"/>
                    <a:pt x="97883" y="39578"/>
                    <a:pt x="98593" y="50810"/>
                  </a:cubicBezTo>
                  <a:cubicBezTo>
                    <a:pt x="98948" y="54071"/>
                    <a:pt x="102143" y="54071"/>
                    <a:pt x="102854" y="54071"/>
                  </a:cubicBezTo>
                  <a:cubicBezTo>
                    <a:pt x="107469" y="54071"/>
                    <a:pt x="107469" y="52259"/>
                    <a:pt x="107469" y="45375"/>
                  </a:cubicBezTo>
                  <a:lnTo>
                    <a:pt x="107469" y="8780"/>
                  </a:lnTo>
                  <a:cubicBezTo>
                    <a:pt x="107469" y="2621"/>
                    <a:pt x="107469" y="85"/>
                    <a:pt x="103564" y="85"/>
                  </a:cubicBezTo>
                  <a:cubicBezTo>
                    <a:pt x="101788" y="85"/>
                    <a:pt x="101078" y="85"/>
                    <a:pt x="96463" y="4433"/>
                  </a:cubicBezTo>
                  <a:cubicBezTo>
                    <a:pt x="95397" y="5882"/>
                    <a:pt x="91847" y="9143"/>
                    <a:pt x="90427" y="10230"/>
                  </a:cubicBezTo>
                  <a:cubicBezTo>
                    <a:pt x="76935" y="85"/>
                    <a:pt x="62377" y="85"/>
                    <a:pt x="57051" y="85"/>
                  </a:cubicBezTo>
                  <a:cubicBezTo>
                    <a:pt x="13735" y="85"/>
                    <a:pt x="243" y="24360"/>
                    <a:pt x="243" y="44650"/>
                  </a:cubicBezTo>
                  <a:cubicBezTo>
                    <a:pt x="243" y="57332"/>
                    <a:pt x="5923" y="67477"/>
                    <a:pt x="15510" y="75448"/>
                  </a:cubicBezTo>
                  <a:cubicBezTo>
                    <a:pt x="26872" y="84868"/>
                    <a:pt x="36813" y="87042"/>
                    <a:pt x="62377" y="92115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F47B7FB0-B1BC-E6DB-6591-BDBF2C5201C4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1336166" y="9174990"/>
              <a:ext cx="157289" cy="166306"/>
            </a:xfrm>
            <a:custGeom>
              <a:avLst/>
              <a:gdLst>
                <a:gd name="connsiteX0" fmla="*/ 157536 w 157289"/>
                <a:gd name="connsiteY0" fmla="*/ 84868 h 166306"/>
                <a:gd name="connsiteX1" fmla="*/ 79069 w 157289"/>
                <a:gd name="connsiteY1" fmla="*/ 85 h 166306"/>
                <a:gd name="connsiteX2" fmla="*/ 247 w 157289"/>
                <a:gd name="connsiteY2" fmla="*/ 84868 h 166306"/>
                <a:gd name="connsiteX3" fmla="*/ 78714 w 157289"/>
                <a:gd name="connsiteY3" fmla="*/ 166391 h 166306"/>
                <a:gd name="connsiteX4" fmla="*/ 157536 w 157289"/>
                <a:gd name="connsiteY4" fmla="*/ 84868 h 166306"/>
                <a:gd name="connsiteX5" fmla="*/ 79069 w 157289"/>
                <a:gd name="connsiteY5" fmla="*/ 157333 h 166306"/>
                <a:gd name="connsiteX6" fmla="*/ 38593 w 157289"/>
                <a:gd name="connsiteY6" fmla="*/ 133057 h 166306"/>
                <a:gd name="connsiteX7" fmla="*/ 29716 w 157289"/>
                <a:gd name="connsiteY7" fmla="*/ 81970 h 166306"/>
                <a:gd name="connsiteX8" fmla="*/ 38237 w 157289"/>
                <a:gd name="connsiteY8" fmla="*/ 32331 h 166306"/>
                <a:gd name="connsiteX9" fmla="*/ 78714 w 157289"/>
                <a:gd name="connsiteY9" fmla="*/ 8056 h 166306"/>
                <a:gd name="connsiteX10" fmla="*/ 118835 w 157289"/>
                <a:gd name="connsiteY10" fmla="*/ 31607 h 166306"/>
                <a:gd name="connsiteX11" fmla="*/ 128066 w 157289"/>
                <a:gd name="connsiteY11" fmla="*/ 81970 h 166306"/>
                <a:gd name="connsiteX12" fmla="*/ 120255 w 157289"/>
                <a:gd name="connsiteY12" fmla="*/ 130521 h 166306"/>
                <a:gd name="connsiteX13" fmla="*/ 79069 w 157289"/>
                <a:gd name="connsiteY13" fmla="*/ 157333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289" h="166306">
                  <a:moveTo>
                    <a:pt x="157536" y="84868"/>
                  </a:moveTo>
                  <a:cubicBezTo>
                    <a:pt x="157536" y="38491"/>
                    <a:pt x="122030" y="85"/>
                    <a:pt x="79069" y="85"/>
                  </a:cubicBezTo>
                  <a:cubicBezTo>
                    <a:pt x="34687" y="85"/>
                    <a:pt x="247" y="39578"/>
                    <a:pt x="247" y="84868"/>
                  </a:cubicBezTo>
                  <a:cubicBezTo>
                    <a:pt x="247" y="131608"/>
                    <a:pt x="37172" y="166391"/>
                    <a:pt x="78714" y="166391"/>
                  </a:cubicBezTo>
                  <a:cubicBezTo>
                    <a:pt x="121675" y="166391"/>
                    <a:pt x="157536" y="130883"/>
                    <a:pt x="157536" y="84868"/>
                  </a:cubicBezTo>
                  <a:close/>
                  <a:moveTo>
                    <a:pt x="79069" y="157333"/>
                  </a:moveTo>
                  <a:cubicBezTo>
                    <a:pt x="63801" y="157333"/>
                    <a:pt x="48179" y="149724"/>
                    <a:pt x="38593" y="133057"/>
                  </a:cubicBezTo>
                  <a:cubicBezTo>
                    <a:pt x="29716" y="117115"/>
                    <a:pt x="29716" y="95013"/>
                    <a:pt x="29716" y="81970"/>
                  </a:cubicBezTo>
                  <a:cubicBezTo>
                    <a:pt x="29716" y="67839"/>
                    <a:pt x="29716" y="48274"/>
                    <a:pt x="38237" y="32331"/>
                  </a:cubicBezTo>
                  <a:cubicBezTo>
                    <a:pt x="47824" y="15665"/>
                    <a:pt x="64512" y="8056"/>
                    <a:pt x="78714" y="8056"/>
                  </a:cubicBezTo>
                  <a:cubicBezTo>
                    <a:pt x="94336" y="8056"/>
                    <a:pt x="109604" y="16027"/>
                    <a:pt x="118835" y="31607"/>
                  </a:cubicBezTo>
                  <a:cubicBezTo>
                    <a:pt x="128066" y="47187"/>
                    <a:pt x="128066" y="68201"/>
                    <a:pt x="128066" y="81970"/>
                  </a:cubicBezTo>
                  <a:cubicBezTo>
                    <a:pt x="128066" y="95013"/>
                    <a:pt x="128066" y="114579"/>
                    <a:pt x="120255" y="130521"/>
                  </a:cubicBezTo>
                  <a:cubicBezTo>
                    <a:pt x="112444" y="146826"/>
                    <a:pt x="96822" y="157333"/>
                    <a:pt x="79069" y="157333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4FF61D4A-AF6B-F369-1546-45495C86347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1573219" y="9177164"/>
              <a:ext cx="176817" cy="164132"/>
            </a:xfrm>
            <a:custGeom>
              <a:avLst/>
              <a:gdLst>
                <a:gd name="connsiteX0" fmla="*/ 108545 w 176817"/>
                <a:gd name="connsiteY0" fmla="*/ 50810 h 164132"/>
                <a:gd name="connsiteX1" fmla="*/ 143696 w 176817"/>
                <a:gd name="connsiteY1" fmla="*/ 8056 h 164132"/>
                <a:gd name="connsiteX2" fmla="*/ 161448 w 176817"/>
                <a:gd name="connsiteY2" fmla="*/ 12766 h 164132"/>
                <a:gd name="connsiteX3" fmla="*/ 144406 w 176817"/>
                <a:gd name="connsiteY3" fmla="*/ 32331 h 164132"/>
                <a:gd name="connsiteX4" fmla="*/ 157898 w 176817"/>
                <a:gd name="connsiteY4" fmla="*/ 45013 h 164132"/>
                <a:gd name="connsiteX5" fmla="*/ 177071 w 176817"/>
                <a:gd name="connsiteY5" fmla="*/ 23998 h 164132"/>
                <a:gd name="connsiteX6" fmla="*/ 144051 w 176817"/>
                <a:gd name="connsiteY6" fmla="*/ 85 h 164132"/>
                <a:gd name="connsiteX7" fmla="*/ 106770 w 176817"/>
                <a:gd name="connsiteY7" fmla="*/ 27621 h 164132"/>
                <a:gd name="connsiteX8" fmla="*/ 68424 w 176817"/>
                <a:gd name="connsiteY8" fmla="*/ 85 h 164132"/>
                <a:gd name="connsiteX9" fmla="*/ 11260 w 176817"/>
                <a:gd name="connsiteY9" fmla="*/ 55882 h 164132"/>
                <a:gd name="connsiteX10" fmla="*/ 15521 w 176817"/>
                <a:gd name="connsiteY10" fmla="*/ 59506 h 164132"/>
                <a:gd name="connsiteX11" fmla="*/ 20136 w 176817"/>
                <a:gd name="connsiteY11" fmla="*/ 55520 h 164132"/>
                <a:gd name="connsiteX12" fmla="*/ 67714 w 176817"/>
                <a:gd name="connsiteY12" fmla="*/ 8056 h 164132"/>
                <a:gd name="connsiteX13" fmla="*/ 86887 w 176817"/>
                <a:gd name="connsiteY13" fmla="*/ 32331 h 164132"/>
                <a:gd name="connsiteX14" fmla="*/ 67714 w 176817"/>
                <a:gd name="connsiteY14" fmla="*/ 118564 h 164132"/>
                <a:gd name="connsiteX15" fmla="*/ 33983 w 176817"/>
                <a:gd name="connsiteY15" fmla="*/ 156246 h 164132"/>
                <a:gd name="connsiteX16" fmla="*/ 16231 w 176817"/>
                <a:gd name="connsiteY16" fmla="*/ 151536 h 164132"/>
                <a:gd name="connsiteX17" fmla="*/ 32918 w 176817"/>
                <a:gd name="connsiteY17" fmla="*/ 131970 h 164132"/>
                <a:gd name="connsiteX18" fmla="*/ 19781 w 176817"/>
                <a:gd name="connsiteY18" fmla="*/ 119289 h 164132"/>
                <a:gd name="connsiteX19" fmla="*/ 253 w 176817"/>
                <a:gd name="connsiteY19" fmla="*/ 140304 h 164132"/>
                <a:gd name="connsiteX20" fmla="*/ 33628 w 176817"/>
                <a:gd name="connsiteY20" fmla="*/ 164217 h 164132"/>
                <a:gd name="connsiteX21" fmla="*/ 70909 w 176817"/>
                <a:gd name="connsiteY21" fmla="*/ 136680 h 164132"/>
                <a:gd name="connsiteX22" fmla="*/ 109255 w 176817"/>
                <a:gd name="connsiteY22" fmla="*/ 164217 h 164132"/>
                <a:gd name="connsiteX23" fmla="*/ 166064 w 176817"/>
                <a:gd name="connsiteY23" fmla="*/ 108419 h 164132"/>
                <a:gd name="connsiteX24" fmla="*/ 161803 w 176817"/>
                <a:gd name="connsiteY24" fmla="*/ 104796 h 164132"/>
                <a:gd name="connsiteX25" fmla="*/ 157188 w 176817"/>
                <a:gd name="connsiteY25" fmla="*/ 108782 h 164132"/>
                <a:gd name="connsiteX26" fmla="*/ 109965 w 176817"/>
                <a:gd name="connsiteY26" fmla="*/ 156246 h 164132"/>
                <a:gd name="connsiteX27" fmla="*/ 90437 w 176817"/>
                <a:gd name="connsiteY27" fmla="*/ 132333 h 164132"/>
                <a:gd name="connsiteX28" fmla="*/ 96473 w 176817"/>
                <a:gd name="connsiteY28" fmla="*/ 100448 h 164132"/>
                <a:gd name="connsiteX29" fmla="*/ 108545 w 176817"/>
                <a:gd name="connsiteY29" fmla="*/ 50810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817" h="164132">
                  <a:moveTo>
                    <a:pt x="108545" y="50810"/>
                  </a:moveTo>
                  <a:cubicBezTo>
                    <a:pt x="110675" y="41390"/>
                    <a:pt x="118842" y="8056"/>
                    <a:pt x="143696" y="8056"/>
                  </a:cubicBezTo>
                  <a:cubicBezTo>
                    <a:pt x="145471" y="8056"/>
                    <a:pt x="153992" y="8056"/>
                    <a:pt x="161448" y="12766"/>
                  </a:cubicBezTo>
                  <a:cubicBezTo>
                    <a:pt x="151507" y="14578"/>
                    <a:pt x="144406" y="23636"/>
                    <a:pt x="144406" y="32331"/>
                  </a:cubicBezTo>
                  <a:cubicBezTo>
                    <a:pt x="144406" y="38129"/>
                    <a:pt x="148311" y="45013"/>
                    <a:pt x="157898" y="45013"/>
                  </a:cubicBezTo>
                  <a:cubicBezTo>
                    <a:pt x="165709" y="45013"/>
                    <a:pt x="177071" y="38491"/>
                    <a:pt x="177071" y="23998"/>
                  </a:cubicBezTo>
                  <a:cubicBezTo>
                    <a:pt x="177071" y="5157"/>
                    <a:pt x="156122" y="85"/>
                    <a:pt x="144051" y="85"/>
                  </a:cubicBezTo>
                  <a:cubicBezTo>
                    <a:pt x="123457" y="85"/>
                    <a:pt x="111030" y="19288"/>
                    <a:pt x="106770" y="27621"/>
                  </a:cubicBezTo>
                  <a:cubicBezTo>
                    <a:pt x="97893" y="3708"/>
                    <a:pt x="78720" y="85"/>
                    <a:pt x="68424" y="85"/>
                  </a:cubicBezTo>
                  <a:cubicBezTo>
                    <a:pt x="31498" y="85"/>
                    <a:pt x="11260" y="46824"/>
                    <a:pt x="11260" y="55882"/>
                  </a:cubicBezTo>
                  <a:cubicBezTo>
                    <a:pt x="11260" y="59506"/>
                    <a:pt x="14810" y="59506"/>
                    <a:pt x="15521" y="59506"/>
                  </a:cubicBezTo>
                  <a:cubicBezTo>
                    <a:pt x="18361" y="59506"/>
                    <a:pt x="19426" y="58781"/>
                    <a:pt x="20136" y="55520"/>
                  </a:cubicBezTo>
                  <a:cubicBezTo>
                    <a:pt x="32208" y="17114"/>
                    <a:pt x="55642" y="8056"/>
                    <a:pt x="67714" y="8056"/>
                  </a:cubicBezTo>
                  <a:cubicBezTo>
                    <a:pt x="74460" y="8056"/>
                    <a:pt x="86887" y="11317"/>
                    <a:pt x="86887" y="32331"/>
                  </a:cubicBezTo>
                  <a:cubicBezTo>
                    <a:pt x="86887" y="43563"/>
                    <a:pt x="80851" y="67839"/>
                    <a:pt x="67714" y="118564"/>
                  </a:cubicBezTo>
                  <a:cubicBezTo>
                    <a:pt x="62033" y="141028"/>
                    <a:pt x="49606" y="156246"/>
                    <a:pt x="33983" y="156246"/>
                  </a:cubicBezTo>
                  <a:cubicBezTo>
                    <a:pt x="31853" y="156246"/>
                    <a:pt x="23687" y="156246"/>
                    <a:pt x="16231" y="151536"/>
                  </a:cubicBezTo>
                  <a:cubicBezTo>
                    <a:pt x="25107" y="149724"/>
                    <a:pt x="32918" y="142115"/>
                    <a:pt x="32918" y="131970"/>
                  </a:cubicBezTo>
                  <a:cubicBezTo>
                    <a:pt x="32918" y="122188"/>
                    <a:pt x="25107" y="119289"/>
                    <a:pt x="19781" y="119289"/>
                  </a:cubicBezTo>
                  <a:cubicBezTo>
                    <a:pt x="9130" y="119289"/>
                    <a:pt x="253" y="128709"/>
                    <a:pt x="253" y="140304"/>
                  </a:cubicBezTo>
                  <a:cubicBezTo>
                    <a:pt x="253" y="156971"/>
                    <a:pt x="18006" y="164217"/>
                    <a:pt x="33628" y="164217"/>
                  </a:cubicBezTo>
                  <a:cubicBezTo>
                    <a:pt x="57062" y="164217"/>
                    <a:pt x="69844" y="138854"/>
                    <a:pt x="70909" y="136680"/>
                  </a:cubicBezTo>
                  <a:cubicBezTo>
                    <a:pt x="75170" y="150086"/>
                    <a:pt x="87952" y="164217"/>
                    <a:pt x="109255" y="164217"/>
                  </a:cubicBezTo>
                  <a:cubicBezTo>
                    <a:pt x="145826" y="164217"/>
                    <a:pt x="166064" y="117477"/>
                    <a:pt x="166064" y="108419"/>
                  </a:cubicBezTo>
                  <a:cubicBezTo>
                    <a:pt x="166064" y="104796"/>
                    <a:pt x="162868" y="104796"/>
                    <a:pt x="161803" y="104796"/>
                  </a:cubicBezTo>
                  <a:cubicBezTo>
                    <a:pt x="158608" y="104796"/>
                    <a:pt x="157898" y="106245"/>
                    <a:pt x="157188" y="108782"/>
                  </a:cubicBezTo>
                  <a:cubicBezTo>
                    <a:pt x="145471" y="147550"/>
                    <a:pt x="121327" y="156246"/>
                    <a:pt x="109965" y="156246"/>
                  </a:cubicBezTo>
                  <a:cubicBezTo>
                    <a:pt x="96118" y="156246"/>
                    <a:pt x="90437" y="144652"/>
                    <a:pt x="90437" y="132333"/>
                  </a:cubicBezTo>
                  <a:cubicBezTo>
                    <a:pt x="90437" y="124362"/>
                    <a:pt x="92568" y="116390"/>
                    <a:pt x="96473" y="100448"/>
                  </a:cubicBezTo>
                  <a:lnTo>
                    <a:pt x="108545" y="50810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9CBE342C-2F21-B36E-BF5F-271CE672096F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1777528" y="9223505"/>
              <a:ext cx="75307" cy="170690"/>
            </a:xfrm>
            <a:custGeom>
              <a:avLst/>
              <a:gdLst>
                <a:gd name="connsiteX0" fmla="*/ 69104 w 75307"/>
                <a:gd name="connsiteY0" fmla="*/ 9724 h 170690"/>
                <a:gd name="connsiteX1" fmla="*/ 59163 w 75307"/>
                <a:gd name="connsiteY1" fmla="*/ 86 h 170690"/>
                <a:gd name="connsiteX2" fmla="*/ 45244 w 75307"/>
                <a:gd name="connsiteY2" fmla="*/ 14036 h 170690"/>
                <a:gd name="connsiteX3" fmla="*/ 55186 w 75307"/>
                <a:gd name="connsiteY3" fmla="*/ 23673 h 170690"/>
                <a:gd name="connsiteX4" fmla="*/ 69104 w 75307"/>
                <a:gd name="connsiteY4" fmla="*/ 9724 h 170690"/>
                <a:gd name="connsiteX5" fmla="*/ 18402 w 75307"/>
                <a:gd name="connsiteY5" fmla="*/ 138566 h 170690"/>
                <a:gd name="connsiteX6" fmla="*/ 16165 w 75307"/>
                <a:gd name="connsiteY6" fmla="*/ 149218 h 170690"/>
                <a:gd name="connsiteX7" fmla="*/ 39777 w 75307"/>
                <a:gd name="connsiteY7" fmla="*/ 170777 h 170690"/>
                <a:gd name="connsiteX8" fmla="*/ 75566 w 75307"/>
                <a:gd name="connsiteY8" fmla="*/ 131972 h 170690"/>
                <a:gd name="connsiteX9" fmla="*/ 71589 w 75307"/>
                <a:gd name="connsiteY9" fmla="*/ 128675 h 170690"/>
                <a:gd name="connsiteX10" fmla="*/ 66867 w 75307"/>
                <a:gd name="connsiteY10" fmla="*/ 132986 h 170690"/>
                <a:gd name="connsiteX11" fmla="*/ 40522 w 75307"/>
                <a:gd name="connsiteY11" fmla="*/ 163675 h 170690"/>
                <a:gd name="connsiteX12" fmla="*/ 34309 w 75307"/>
                <a:gd name="connsiteY12" fmla="*/ 154798 h 170690"/>
                <a:gd name="connsiteX13" fmla="*/ 38285 w 75307"/>
                <a:gd name="connsiteY13" fmla="*/ 138566 h 170690"/>
                <a:gd name="connsiteX14" fmla="*/ 46239 w 75307"/>
                <a:gd name="connsiteY14" fmla="*/ 118276 h 170690"/>
                <a:gd name="connsiteX15" fmla="*/ 58417 w 75307"/>
                <a:gd name="connsiteY15" fmla="*/ 86065 h 170690"/>
                <a:gd name="connsiteX16" fmla="*/ 59908 w 75307"/>
                <a:gd name="connsiteY16" fmla="*/ 77949 h 170690"/>
                <a:gd name="connsiteX17" fmla="*/ 36297 w 75307"/>
                <a:gd name="connsiteY17" fmla="*/ 56391 h 170690"/>
                <a:gd name="connsiteX18" fmla="*/ 259 w 75307"/>
                <a:gd name="connsiteY18" fmla="*/ 95196 h 170690"/>
                <a:gd name="connsiteX19" fmla="*/ 4484 w 75307"/>
                <a:gd name="connsiteY19" fmla="*/ 98493 h 170690"/>
                <a:gd name="connsiteX20" fmla="*/ 8958 w 75307"/>
                <a:gd name="connsiteY20" fmla="*/ 94435 h 170690"/>
                <a:gd name="connsiteX21" fmla="*/ 35551 w 75307"/>
                <a:gd name="connsiteY21" fmla="*/ 63493 h 170690"/>
                <a:gd name="connsiteX22" fmla="*/ 41765 w 75307"/>
                <a:gd name="connsiteY22" fmla="*/ 72370 h 170690"/>
                <a:gd name="connsiteX23" fmla="*/ 34060 w 75307"/>
                <a:gd name="connsiteY23" fmla="*/ 97732 h 170690"/>
                <a:gd name="connsiteX24" fmla="*/ 18402 w 75307"/>
                <a:gd name="connsiteY24" fmla="*/ 138566 h 1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307" h="170690">
                  <a:moveTo>
                    <a:pt x="69104" y="9724"/>
                  </a:moveTo>
                  <a:cubicBezTo>
                    <a:pt x="69104" y="5666"/>
                    <a:pt x="66122" y="86"/>
                    <a:pt x="59163" y="86"/>
                  </a:cubicBezTo>
                  <a:cubicBezTo>
                    <a:pt x="52452" y="86"/>
                    <a:pt x="45244" y="6680"/>
                    <a:pt x="45244" y="14036"/>
                  </a:cubicBezTo>
                  <a:cubicBezTo>
                    <a:pt x="45244" y="18347"/>
                    <a:pt x="48475" y="23673"/>
                    <a:pt x="55186" y="23673"/>
                  </a:cubicBezTo>
                  <a:cubicBezTo>
                    <a:pt x="62394" y="23673"/>
                    <a:pt x="69104" y="16572"/>
                    <a:pt x="69104" y="9724"/>
                  </a:cubicBezTo>
                  <a:close/>
                  <a:moveTo>
                    <a:pt x="18402" y="138566"/>
                  </a:moveTo>
                  <a:cubicBezTo>
                    <a:pt x="17408" y="141863"/>
                    <a:pt x="16165" y="144907"/>
                    <a:pt x="16165" y="149218"/>
                  </a:cubicBezTo>
                  <a:cubicBezTo>
                    <a:pt x="16165" y="161139"/>
                    <a:pt x="26107" y="170777"/>
                    <a:pt x="39777" y="170777"/>
                  </a:cubicBezTo>
                  <a:cubicBezTo>
                    <a:pt x="64630" y="170777"/>
                    <a:pt x="75566" y="135776"/>
                    <a:pt x="75566" y="131972"/>
                  </a:cubicBezTo>
                  <a:cubicBezTo>
                    <a:pt x="75566" y="128675"/>
                    <a:pt x="72335" y="128675"/>
                    <a:pt x="71589" y="128675"/>
                  </a:cubicBezTo>
                  <a:cubicBezTo>
                    <a:pt x="68110" y="128675"/>
                    <a:pt x="67861" y="130196"/>
                    <a:pt x="66867" y="132986"/>
                  </a:cubicBezTo>
                  <a:cubicBezTo>
                    <a:pt x="61151" y="153276"/>
                    <a:pt x="50215" y="163675"/>
                    <a:pt x="40522" y="163675"/>
                  </a:cubicBezTo>
                  <a:cubicBezTo>
                    <a:pt x="35551" y="163675"/>
                    <a:pt x="34309" y="160378"/>
                    <a:pt x="34309" y="154798"/>
                  </a:cubicBezTo>
                  <a:cubicBezTo>
                    <a:pt x="34309" y="148965"/>
                    <a:pt x="36048" y="144146"/>
                    <a:pt x="38285" y="138566"/>
                  </a:cubicBezTo>
                  <a:cubicBezTo>
                    <a:pt x="40771" y="131718"/>
                    <a:pt x="43505" y="124870"/>
                    <a:pt x="46239" y="118276"/>
                  </a:cubicBezTo>
                  <a:cubicBezTo>
                    <a:pt x="48475" y="112189"/>
                    <a:pt x="57423" y="89109"/>
                    <a:pt x="58417" y="86065"/>
                  </a:cubicBezTo>
                  <a:cubicBezTo>
                    <a:pt x="59163" y="83529"/>
                    <a:pt x="59908" y="80486"/>
                    <a:pt x="59908" y="77949"/>
                  </a:cubicBezTo>
                  <a:cubicBezTo>
                    <a:pt x="59908" y="66029"/>
                    <a:pt x="49967" y="56391"/>
                    <a:pt x="36297" y="56391"/>
                  </a:cubicBezTo>
                  <a:cubicBezTo>
                    <a:pt x="11692" y="56391"/>
                    <a:pt x="259" y="90884"/>
                    <a:pt x="259" y="95196"/>
                  </a:cubicBezTo>
                  <a:cubicBezTo>
                    <a:pt x="259" y="98493"/>
                    <a:pt x="3738" y="98493"/>
                    <a:pt x="4484" y="98493"/>
                  </a:cubicBezTo>
                  <a:cubicBezTo>
                    <a:pt x="7964" y="98493"/>
                    <a:pt x="8212" y="97225"/>
                    <a:pt x="8958" y="94435"/>
                  </a:cubicBezTo>
                  <a:cubicBezTo>
                    <a:pt x="15420" y="72623"/>
                    <a:pt x="26355" y="63493"/>
                    <a:pt x="35551" y="63493"/>
                  </a:cubicBezTo>
                  <a:cubicBezTo>
                    <a:pt x="39528" y="63493"/>
                    <a:pt x="41765" y="65522"/>
                    <a:pt x="41765" y="72370"/>
                  </a:cubicBezTo>
                  <a:cubicBezTo>
                    <a:pt x="41765" y="78203"/>
                    <a:pt x="40274" y="82007"/>
                    <a:pt x="34060" y="97732"/>
                  </a:cubicBezTo>
                  <a:lnTo>
                    <a:pt x="18402" y="138566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7AF34203-E986-B7BB-D55C-446D780AC4F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002562" y="9152164"/>
              <a:ext cx="315289" cy="189132"/>
            </a:xfrm>
            <a:custGeom>
              <a:avLst/>
              <a:gdLst>
                <a:gd name="connsiteX0" fmla="*/ 302772 w 315289"/>
                <a:gd name="connsiteY0" fmla="*/ 101897 h 189132"/>
                <a:gd name="connsiteX1" fmla="*/ 315554 w 315289"/>
                <a:gd name="connsiteY1" fmla="*/ 94651 h 189132"/>
                <a:gd name="connsiteX2" fmla="*/ 302772 w 315289"/>
                <a:gd name="connsiteY2" fmla="*/ 87405 h 189132"/>
                <a:gd name="connsiteX3" fmla="*/ 38966 w 315289"/>
                <a:gd name="connsiteY3" fmla="*/ 87405 h 189132"/>
                <a:gd name="connsiteX4" fmla="*/ 70921 w 315289"/>
                <a:gd name="connsiteY4" fmla="*/ 52622 h 189132"/>
                <a:gd name="connsiteX5" fmla="*/ 89739 w 315289"/>
                <a:gd name="connsiteY5" fmla="*/ 4433 h 189132"/>
                <a:gd name="connsiteX6" fmla="*/ 82638 w 315289"/>
                <a:gd name="connsiteY6" fmla="*/ 85 h 189132"/>
                <a:gd name="connsiteX7" fmla="*/ 74827 w 315289"/>
                <a:gd name="connsiteY7" fmla="*/ 7331 h 189132"/>
                <a:gd name="connsiteX8" fmla="*/ 5591 w 315289"/>
                <a:gd name="connsiteY8" fmla="*/ 89941 h 189132"/>
                <a:gd name="connsiteX9" fmla="*/ 265 w 315289"/>
                <a:gd name="connsiteY9" fmla="*/ 94651 h 189132"/>
                <a:gd name="connsiteX10" fmla="*/ 5591 w 315289"/>
                <a:gd name="connsiteY10" fmla="*/ 99361 h 189132"/>
                <a:gd name="connsiteX11" fmla="*/ 75182 w 315289"/>
                <a:gd name="connsiteY11" fmla="*/ 183782 h 189132"/>
                <a:gd name="connsiteX12" fmla="*/ 82638 w 315289"/>
                <a:gd name="connsiteY12" fmla="*/ 189217 h 189132"/>
                <a:gd name="connsiteX13" fmla="*/ 89739 w 315289"/>
                <a:gd name="connsiteY13" fmla="*/ 184869 h 189132"/>
                <a:gd name="connsiteX14" fmla="*/ 71631 w 315289"/>
                <a:gd name="connsiteY14" fmla="*/ 137043 h 189132"/>
                <a:gd name="connsiteX15" fmla="*/ 38966 w 315289"/>
                <a:gd name="connsiteY15" fmla="*/ 101897 h 189132"/>
                <a:gd name="connsiteX16" fmla="*/ 302772 w 315289"/>
                <a:gd name="connsiteY16" fmla="*/ 101897 h 18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5289" h="189132">
                  <a:moveTo>
                    <a:pt x="302772" y="101897"/>
                  </a:moveTo>
                  <a:cubicBezTo>
                    <a:pt x="309163" y="101897"/>
                    <a:pt x="315554" y="101897"/>
                    <a:pt x="315554" y="94651"/>
                  </a:cubicBezTo>
                  <a:cubicBezTo>
                    <a:pt x="315554" y="87405"/>
                    <a:pt x="309163" y="87405"/>
                    <a:pt x="302772" y="87405"/>
                  </a:cubicBezTo>
                  <a:lnTo>
                    <a:pt x="38966" y="87405"/>
                  </a:lnTo>
                  <a:cubicBezTo>
                    <a:pt x="58494" y="72187"/>
                    <a:pt x="68081" y="57332"/>
                    <a:pt x="70921" y="52622"/>
                  </a:cubicBezTo>
                  <a:cubicBezTo>
                    <a:pt x="86898" y="27621"/>
                    <a:pt x="89739" y="4795"/>
                    <a:pt x="89739" y="4433"/>
                  </a:cubicBezTo>
                  <a:cubicBezTo>
                    <a:pt x="89739" y="85"/>
                    <a:pt x="85478" y="85"/>
                    <a:pt x="82638" y="85"/>
                  </a:cubicBezTo>
                  <a:cubicBezTo>
                    <a:pt x="76602" y="85"/>
                    <a:pt x="76247" y="809"/>
                    <a:pt x="74827" y="7331"/>
                  </a:cubicBezTo>
                  <a:cubicBezTo>
                    <a:pt x="66660" y="42839"/>
                    <a:pt x="45712" y="72912"/>
                    <a:pt x="5591" y="89941"/>
                  </a:cubicBezTo>
                  <a:cubicBezTo>
                    <a:pt x="1685" y="91390"/>
                    <a:pt x="265" y="92115"/>
                    <a:pt x="265" y="94651"/>
                  </a:cubicBezTo>
                  <a:cubicBezTo>
                    <a:pt x="265" y="97187"/>
                    <a:pt x="2040" y="97912"/>
                    <a:pt x="5591" y="99361"/>
                  </a:cubicBezTo>
                  <a:cubicBezTo>
                    <a:pt x="42517" y="114941"/>
                    <a:pt x="66305" y="143202"/>
                    <a:pt x="75182" y="183782"/>
                  </a:cubicBezTo>
                  <a:cubicBezTo>
                    <a:pt x="76247" y="188130"/>
                    <a:pt x="76602" y="189217"/>
                    <a:pt x="82638" y="189217"/>
                  </a:cubicBezTo>
                  <a:cubicBezTo>
                    <a:pt x="85478" y="189217"/>
                    <a:pt x="89739" y="189217"/>
                    <a:pt x="89739" y="184869"/>
                  </a:cubicBezTo>
                  <a:cubicBezTo>
                    <a:pt x="89739" y="184145"/>
                    <a:pt x="86543" y="161318"/>
                    <a:pt x="71631" y="137043"/>
                  </a:cubicBezTo>
                  <a:cubicBezTo>
                    <a:pt x="64530" y="126173"/>
                    <a:pt x="54233" y="113492"/>
                    <a:pt x="38966" y="101897"/>
                  </a:cubicBezTo>
                  <a:lnTo>
                    <a:pt x="302772" y="101897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E30B67DB-5007-43BE-33A9-C4E7E9C0781D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2446656" y="9177164"/>
              <a:ext cx="176817" cy="164132"/>
            </a:xfrm>
            <a:custGeom>
              <a:avLst/>
              <a:gdLst>
                <a:gd name="connsiteX0" fmla="*/ 108570 w 176817"/>
                <a:gd name="connsiteY0" fmla="*/ 50810 h 164132"/>
                <a:gd name="connsiteX1" fmla="*/ 143720 w 176817"/>
                <a:gd name="connsiteY1" fmla="*/ 8056 h 164132"/>
                <a:gd name="connsiteX2" fmla="*/ 161473 w 176817"/>
                <a:gd name="connsiteY2" fmla="*/ 12766 h 164132"/>
                <a:gd name="connsiteX3" fmla="*/ 144430 w 176817"/>
                <a:gd name="connsiteY3" fmla="*/ 32331 h 164132"/>
                <a:gd name="connsiteX4" fmla="*/ 157922 w 176817"/>
                <a:gd name="connsiteY4" fmla="*/ 45013 h 164132"/>
                <a:gd name="connsiteX5" fmla="*/ 177095 w 176817"/>
                <a:gd name="connsiteY5" fmla="*/ 23998 h 164132"/>
                <a:gd name="connsiteX6" fmla="*/ 144075 w 176817"/>
                <a:gd name="connsiteY6" fmla="*/ 85 h 164132"/>
                <a:gd name="connsiteX7" fmla="*/ 106794 w 176817"/>
                <a:gd name="connsiteY7" fmla="*/ 27621 h 164132"/>
                <a:gd name="connsiteX8" fmla="*/ 68448 w 176817"/>
                <a:gd name="connsiteY8" fmla="*/ 85 h 164132"/>
                <a:gd name="connsiteX9" fmla="*/ 11284 w 176817"/>
                <a:gd name="connsiteY9" fmla="*/ 55882 h 164132"/>
                <a:gd name="connsiteX10" fmla="*/ 15545 w 176817"/>
                <a:gd name="connsiteY10" fmla="*/ 59506 h 164132"/>
                <a:gd name="connsiteX11" fmla="*/ 20161 w 176817"/>
                <a:gd name="connsiteY11" fmla="*/ 55520 h 164132"/>
                <a:gd name="connsiteX12" fmla="*/ 67738 w 176817"/>
                <a:gd name="connsiteY12" fmla="*/ 8056 h 164132"/>
                <a:gd name="connsiteX13" fmla="*/ 86911 w 176817"/>
                <a:gd name="connsiteY13" fmla="*/ 32331 h 164132"/>
                <a:gd name="connsiteX14" fmla="*/ 67738 w 176817"/>
                <a:gd name="connsiteY14" fmla="*/ 118564 h 164132"/>
                <a:gd name="connsiteX15" fmla="*/ 34008 w 176817"/>
                <a:gd name="connsiteY15" fmla="*/ 156246 h 164132"/>
                <a:gd name="connsiteX16" fmla="*/ 16255 w 176817"/>
                <a:gd name="connsiteY16" fmla="*/ 151536 h 164132"/>
                <a:gd name="connsiteX17" fmla="*/ 32943 w 176817"/>
                <a:gd name="connsiteY17" fmla="*/ 131970 h 164132"/>
                <a:gd name="connsiteX18" fmla="*/ 19806 w 176817"/>
                <a:gd name="connsiteY18" fmla="*/ 119289 h 164132"/>
                <a:gd name="connsiteX19" fmla="*/ 278 w 176817"/>
                <a:gd name="connsiteY19" fmla="*/ 140304 h 164132"/>
                <a:gd name="connsiteX20" fmla="*/ 33653 w 176817"/>
                <a:gd name="connsiteY20" fmla="*/ 164217 h 164132"/>
                <a:gd name="connsiteX21" fmla="*/ 70934 w 176817"/>
                <a:gd name="connsiteY21" fmla="*/ 136680 h 164132"/>
                <a:gd name="connsiteX22" fmla="*/ 109280 w 176817"/>
                <a:gd name="connsiteY22" fmla="*/ 164217 h 164132"/>
                <a:gd name="connsiteX23" fmla="*/ 166088 w 176817"/>
                <a:gd name="connsiteY23" fmla="*/ 108419 h 164132"/>
                <a:gd name="connsiteX24" fmla="*/ 161828 w 176817"/>
                <a:gd name="connsiteY24" fmla="*/ 104796 h 164132"/>
                <a:gd name="connsiteX25" fmla="*/ 157212 w 176817"/>
                <a:gd name="connsiteY25" fmla="*/ 108782 h 164132"/>
                <a:gd name="connsiteX26" fmla="*/ 109990 w 176817"/>
                <a:gd name="connsiteY26" fmla="*/ 156246 h 164132"/>
                <a:gd name="connsiteX27" fmla="*/ 90462 w 176817"/>
                <a:gd name="connsiteY27" fmla="*/ 132333 h 164132"/>
                <a:gd name="connsiteX28" fmla="*/ 96498 w 176817"/>
                <a:gd name="connsiteY28" fmla="*/ 100448 h 164132"/>
                <a:gd name="connsiteX29" fmla="*/ 108570 w 176817"/>
                <a:gd name="connsiteY29" fmla="*/ 50810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817" h="164132">
                  <a:moveTo>
                    <a:pt x="108570" y="50810"/>
                  </a:moveTo>
                  <a:cubicBezTo>
                    <a:pt x="110700" y="41390"/>
                    <a:pt x="118866" y="8056"/>
                    <a:pt x="143720" y="8056"/>
                  </a:cubicBezTo>
                  <a:cubicBezTo>
                    <a:pt x="145495" y="8056"/>
                    <a:pt x="154017" y="8056"/>
                    <a:pt x="161473" y="12766"/>
                  </a:cubicBezTo>
                  <a:cubicBezTo>
                    <a:pt x="151531" y="14578"/>
                    <a:pt x="144430" y="23636"/>
                    <a:pt x="144430" y="32331"/>
                  </a:cubicBezTo>
                  <a:cubicBezTo>
                    <a:pt x="144430" y="38129"/>
                    <a:pt x="148336" y="45013"/>
                    <a:pt x="157922" y="45013"/>
                  </a:cubicBezTo>
                  <a:cubicBezTo>
                    <a:pt x="165733" y="45013"/>
                    <a:pt x="177095" y="38491"/>
                    <a:pt x="177095" y="23998"/>
                  </a:cubicBezTo>
                  <a:cubicBezTo>
                    <a:pt x="177095" y="5157"/>
                    <a:pt x="156147" y="85"/>
                    <a:pt x="144075" y="85"/>
                  </a:cubicBezTo>
                  <a:cubicBezTo>
                    <a:pt x="123482" y="85"/>
                    <a:pt x="111055" y="19288"/>
                    <a:pt x="106794" y="27621"/>
                  </a:cubicBezTo>
                  <a:cubicBezTo>
                    <a:pt x="97918" y="3708"/>
                    <a:pt x="78745" y="85"/>
                    <a:pt x="68448" y="85"/>
                  </a:cubicBezTo>
                  <a:cubicBezTo>
                    <a:pt x="31523" y="85"/>
                    <a:pt x="11284" y="46824"/>
                    <a:pt x="11284" y="55882"/>
                  </a:cubicBezTo>
                  <a:cubicBezTo>
                    <a:pt x="11284" y="59506"/>
                    <a:pt x="14835" y="59506"/>
                    <a:pt x="15545" y="59506"/>
                  </a:cubicBezTo>
                  <a:cubicBezTo>
                    <a:pt x="18385" y="59506"/>
                    <a:pt x="19451" y="58781"/>
                    <a:pt x="20161" y="55520"/>
                  </a:cubicBezTo>
                  <a:cubicBezTo>
                    <a:pt x="32233" y="17114"/>
                    <a:pt x="55666" y="8056"/>
                    <a:pt x="67738" y="8056"/>
                  </a:cubicBezTo>
                  <a:cubicBezTo>
                    <a:pt x="74484" y="8056"/>
                    <a:pt x="86911" y="11317"/>
                    <a:pt x="86911" y="32331"/>
                  </a:cubicBezTo>
                  <a:cubicBezTo>
                    <a:pt x="86911" y="43563"/>
                    <a:pt x="80875" y="67839"/>
                    <a:pt x="67738" y="118564"/>
                  </a:cubicBezTo>
                  <a:cubicBezTo>
                    <a:pt x="62057" y="141028"/>
                    <a:pt x="49630" y="156246"/>
                    <a:pt x="34008" y="156246"/>
                  </a:cubicBezTo>
                  <a:cubicBezTo>
                    <a:pt x="31878" y="156246"/>
                    <a:pt x="23711" y="156246"/>
                    <a:pt x="16255" y="151536"/>
                  </a:cubicBezTo>
                  <a:cubicBezTo>
                    <a:pt x="25132" y="149724"/>
                    <a:pt x="32943" y="142115"/>
                    <a:pt x="32943" y="131970"/>
                  </a:cubicBezTo>
                  <a:cubicBezTo>
                    <a:pt x="32943" y="122188"/>
                    <a:pt x="25132" y="119289"/>
                    <a:pt x="19806" y="119289"/>
                  </a:cubicBezTo>
                  <a:cubicBezTo>
                    <a:pt x="9154" y="119289"/>
                    <a:pt x="278" y="128709"/>
                    <a:pt x="278" y="140304"/>
                  </a:cubicBezTo>
                  <a:cubicBezTo>
                    <a:pt x="278" y="156971"/>
                    <a:pt x="18030" y="164217"/>
                    <a:pt x="33653" y="164217"/>
                  </a:cubicBezTo>
                  <a:cubicBezTo>
                    <a:pt x="57087" y="164217"/>
                    <a:pt x="69869" y="138854"/>
                    <a:pt x="70934" y="136680"/>
                  </a:cubicBezTo>
                  <a:cubicBezTo>
                    <a:pt x="75194" y="150086"/>
                    <a:pt x="87976" y="164217"/>
                    <a:pt x="109280" y="164217"/>
                  </a:cubicBezTo>
                  <a:cubicBezTo>
                    <a:pt x="145850" y="164217"/>
                    <a:pt x="166088" y="117477"/>
                    <a:pt x="166088" y="108419"/>
                  </a:cubicBezTo>
                  <a:cubicBezTo>
                    <a:pt x="166088" y="104796"/>
                    <a:pt x="162893" y="104796"/>
                    <a:pt x="161828" y="104796"/>
                  </a:cubicBezTo>
                  <a:cubicBezTo>
                    <a:pt x="158632" y="104796"/>
                    <a:pt x="157922" y="106245"/>
                    <a:pt x="157212" y="108782"/>
                  </a:cubicBezTo>
                  <a:cubicBezTo>
                    <a:pt x="145495" y="147550"/>
                    <a:pt x="121352" y="156246"/>
                    <a:pt x="109990" y="156246"/>
                  </a:cubicBezTo>
                  <a:cubicBezTo>
                    <a:pt x="96143" y="156246"/>
                    <a:pt x="90462" y="144652"/>
                    <a:pt x="90462" y="132333"/>
                  </a:cubicBezTo>
                  <a:cubicBezTo>
                    <a:pt x="90462" y="124362"/>
                    <a:pt x="92592" y="116390"/>
                    <a:pt x="96498" y="100448"/>
                  </a:cubicBezTo>
                  <a:lnTo>
                    <a:pt x="108570" y="50810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FB46C8C5-7C53-829A-A7BA-3DC130C2BE21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2654444" y="9011694"/>
              <a:ext cx="127748" cy="178552"/>
            </a:xfrm>
            <a:custGeom>
              <a:avLst/>
              <a:gdLst>
                <a:gd name="connsiteX0" fmla="*/ 127038 w 127748"/>
                <a:gd name="connsiteY0" fmla="*/ 7689 h 178552"/>
                <a:gd name="connsiteX1" fmla="*/ 128032 w 127748"/>
                <a:gd name="connsiteY1" fmla="*/ 3631 h 178552"/>
                <a:gd name="connsiteX2" fmla="*/ 124056 w 127748"/>
                <a:gd name="connsiteY2" fmla="*/ 81 h 178552"/>
                <a:gd name="connsiteX3" fmla="*/ 92243 w 127748"/>
                <a:gd name="connsiteY3" fmla="*/ 2617 h 178552"/>
                <a:gd name="connsiteX4" fmla="*/ 86775 w 127748"/>
                <a:gd name="connsiteY4" fmla="*/ 8450 h 178552"/>
                <a:gd name="connsiteX5" fmla="*/ 93237 w 127748"/>
                <a:gd name="connsiteY5" fmla="*/ 12001 h 178552"/>
                <a:gd name="connsiteX6" fmla="*/ 105167 w 127748"/>
                <a:gd name="connsiteY6" fmla="*/ 15805 h 178552"/>
                <a:gd name="connsiteX7" fmla="*/ 104173 w 127748"/>
                <a:gd name="connsiteY7" fmla="*/ 21385 h 178552"/>
                <a:gd name="connsiteX8" fmla="*/ 90006 w 127748"/>
                <a:gd name="connsiteY8" fmla="*/ 79212 h 178552"/>
                <a:gd name="connsiteX9" fmla="*/ 64406 w 127748"/>
                <a:gd name="connsiteY9" fmla="*/ 64248 h 178552"/>
                <a:gd name="connsiteX10" fmla="*/ 283 w 127748"/>
                <a:gd name="connsiteY10" fmla="*/ 136531 h 178552"/>
                <a:gd name="connsiteX11" fmla="*/ 37813 w 127748"/>
                <a:gd name="connsiteY11" fmla="*/ 178633 h 178552"/>
                <a:gd name="connsiteX12" fmla="*/ 73105 w 127748"/>
                <a:gd name="connsiteY12" fmla="*/ 160880 h 178552"/>
                <a:gd name="connsiteX13" fmla="*/ 98705 w 127748"/>
                <a:gd name="connsiteY13" fmla="*/ 178633 h 178552"/>
                <a:gd name="connsiteX14" fmla="*/ 118339 w 127748"/>
                <a:gd name="connsiteY14" fmla="*/ 165191 h 178552"/>
                <a:gd name="connsiteX15" fmla="*/ 127038 w 127748"/>
                <a:gd name="connsiteY15" fmla="*/ 139829 h 178552"/>
                <a:gd name="connsiteX16" fmla="*/ 123061 w 127748"/>
                <a:gd name="connsiteY16" fmla="*/ 136531 h 178552"/>
                <a:gd name="connsiteX17" fmla="*/ 117594 w 127748"/>
                <a:gd name="connsiteY17" fmla="*/ 144394 h 178552"/>
                <a:gd name="connsiteX18" fmla="*/ 99450 w 127748"/>
                <a:gd name="connsiteY18" fmla="*/ 171532 h 178552"/>
                <a:gd name="connsiteX19" fmla="*/ 91249 w 127748"/>
                <a:gd name="connsiteY19" fmla="*/ 159104 h 178552"/>
                <a:gd name="connsiteX20" fmla="*/ 92491 w 127748"/>
                <a:gd name="connsiteY20" fmla="*/ 148706 h 178552"/>
                <a:gd name="connsiteX21" fmla="*/ 127038 w 127748"/>
                <a:gd name="connsiteY21" fmla="*/ 7689 h 178552"/>
                <a:gd name="connsiteX22" fmla="*/ 74099 w 127748"/>
                <a:gd name="connsiteY22" fmla="*/ 144394 h 178552"/>
                <a:gd name="connsiteX23" fmla="*/ 61424 w 127748"/>
                <a:gd name="connsiteY23" fmla="*/ 161387 h 178552"/>
                <a:gd name="connsiteX24" fmla="*/ 38558 w 127748"/>
                <a:gd name="connsiteY24" fmla="*/ 171532 h 178552"/>
                <a:gd name="connsiteX25" fmla="*/ 20415 w 127748"/>
                <a:gd name="connsiteY25" fmla="*/ 146930 h 178552"/>
                <a:gd name="connsiteX26" fmla="*/ 33339 w 127748"/>
                <a:gd name="connsiteY26" fmla="*/ 95444 h 178552"/>
                <a:gd name="connsiteX27" fmla="*/ 64406 w 127748"/>
                <a:gd name="connsiteY27" fmla="*/ 71350 h 178552"/>
                <a:gd name="connsiteX28" fmla="*/ 86526 w 127748"/>
                <a:gd name="connsiteY28" fmla="*/ 93415 h 178552"/>
                <a:gd name="connsiteX29" fmla="*/ 85781 w 127748"/>
                <a:gd name="connsiteY29" fmla="*/ 96966 h 178552"/>
                <a:gd name="connsiteX30" fmla="*/ 74099 w 127748"/>
                <a:gd name="connsiteY30" fmla="*/ 144394 h 17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7748" h="178552">
                  <a:moveTo>
                    <a:pt x="127038" y="7689"/>
                  </a:moveTo>
                  <a:cubicBezTo>
                    <a:pt x="127287" y="7182"/>
                    <a:pt x="128032" y="3885"/>
                    <a:pt x="128032" y="3631"/>
                  </a:cubicBezTo>
                  <a:cubicBezTo>
                    <a:pt x="128032" y="2363"/>
                    <a:pt x="127038" y="81"/>
                    <a:pt x="124056" y="81"/>
                  </a:cubicBezTo>
                  <a:cubicBezTo>
                    <a:pt x="119085" y="81"/>
                    <a:pt x="98456" y="2110"/>
                    <a:pt x="92243" y="2617"/>
                  </a:cubicBezTo>
                  <a:cubicBezTo>
                    <a:pt x="90254" y="2870"/>
                    <a:pt x="86775" y="3124"/>
                    <a:pt x="86775" y="8450"/>
                  </a:cubicBezTo>
                  <a:cubicBezTo>
                    <a:pt x="86775" y="12001"/>
                    <a:pt x="90254" y="12001"/>
                    <a:pt x="93237" y="12001"/>
                  </a:cubicBezTo>
                  <a:cubicBezTo>
                    <a:pt x="105167" y="12001"/>
                    <a:pt x="105167" y="13776"/>
                    <a:pt x="105167" y="15805"/>
                  </a:cubicBezTo>
                  <a:cubicBezTo>
                    <a:pt x="105167" y="17581"/>
                    <a:pt x="104670" y="19103"/>
                    <a:pt x="104173" y="21385"/>
                  </a:cubicBezTo>
                  <a:lnTo>
                    <a:pt x="90006" y="79212"/>
                  </a:lnTo>
                  <a:cubicBezTo>
                    <a:pt x="84787" y="70842"/>
                    <a:pt x="76336" y="64248"/>
                    <a:pt x="64406" y="64248"/>
                  </a:cubicBezTo>
                  <a:cubicBezTo>
                    <a:pt x="32593" y="64248"/>
                    <a:pt x="283" y="100009"/>
                    <a:pt x="283" y="136531"/>
                  </a:cubicBezTo>
                  <a:cubicBezTo>
                    <a:pt x="283" y="161133"/>
                    <a:pt x="16438" y="178633"/>
                    <a:pt x="37813" y="178633"/>
                  </a:cubicBezTo>
                  <a:cubicBezTo>
                    <a:pt x="51234" y="178633"/>
                    <a:pt x="63164" y="170771"/>
                    <a:pt x="73105" y="160880"/>
                  </a:cubicBezTo>
                  <a:cubicBezTo>
                    <a:pt x="77827" y="176097"/>
                    <a:pt x="92243" y="178633"/>
                    <a:pt x="98705" y="178633"/>
                  </a:cubicBezTo>
                  <a:cubicBezTo>
                    <a:pt x="107652" y="178633"/>
                    <a:pt x="113866" y="173054"/>
                    <a:pt x="118339" y="165191"/>
                  </a:cubicBezTo>
                  <a:cubicBezTo>
                    <a:pt x="123807" y="155300"/>
                    <a:pt x="127038" y="140843"/>
                    <a:pt x="127038" y="139829"/>
                  </a:cubicBezTo>
                  <a:cubicBezTo>
                    <a:pt x="127038" y="136531"/>
                    <a:pt x="123807" y="136531"/>
                    <a:pt x="123061" y="136531"/>
                  </a:cubicBezTo>
                  <a:cubicBezTo>
                    <a:pt x="119582" y="136531"/>
                    <a:pt x="119333" y="137546"/>
                    <a:pt x="117594" y="144394"/>
                  </a:cubicBezTo>
                  <a:cubicBezTo>
                    <a:pt x="114611" y="156568"/>
                    <a:pt x="109889" y="171532"/>
                    <a:pt x="99450" y="171532"/>
                  </a:cubicBezTo>
                  <a:cubicBezTo>
                    <a:pt x="92988" y="171532"/>
                    <a:pt x="91249" y="165952"/>
                    <a:pt x="91249" y="159104"/>
                  </a:cubicBezTo>
                  <a:cubicBezTo>
                    <a:pt x="91249" y="154285"/>
                    <a:pt x="91746" y="152003"/>
                    <a:pt x="92491" y="148706"/>
                  </a:cubicBezTo>
                  <a:lnTo>
                    <a:pt x="127038" y="7689"/>
                  </a:lnTo>
                  <a:close/>
                  <a:moveTo>
                    <a:pt x="74099" y="144394"/>
                  </a:moveTo>
                  <a:cubicBezTo>
                    <a:pt x="72360" y="151495"/>
                    <a:pt x="66892" y="156568"/>
                    <a:pt x="61424" y="161387"/>
                  </a:cubicBezTo>
                  <a:cubicBezTo>
                    <a:pt x="59187" y="163416"/>
                    <a:pt x="49246" y="171532"/>
                    <a:pt x="38558" y="171532"/>
                  </a:cubicBezTo>
                  <a:cubicBezTo>
                    <a:pt x="29362" y="171532"/>
                    <a:pt x="20415" y="164938"/>
                    <a:pt x="20415" y="146930"/>
                  </a:cubicBezTo>
                  <a:cubicBezTo>
                    <a:pt x="20415" y="133488"/>
                    <a:pt x="27623" y="105589"/>
                    <a:pt x="33339" y="95444"/>
                  </a:cubicBezTo>
                  <a:cubicBezTo>
                    <a:pt x="44772" y="75154"/>
                    <a:pt x="57447" y="71350"/>
                    <a:pt x="64406" y="71350"/>
                  </a:cubicBezTo>
                  <a:cubicBezTo>
                    <a:pt x="81804" y="71350"/>
                    <a:pt x="86526" y="90625"/>
                    <a:pt x="86526" y="93415"/>
                  </a:cubicBezTo>
                  <a:cubicBezTo>
                    <a:pt x="86526" y="94430"/>
                    <a:pt x="86029" y="96205"/>
                    <a:pt x="85781" y="96966"/>
                  </a:cubicBezTo>
                  <a:lnTo>
                    <a:pt x="74099" y="144394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15367014-5D75-2149-D65F-426AE230957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2650965" y="9258729"/>
              <a:ext cx="75307" cy="170690"/>
            </a:xfrm>
            <a:custGeom>
              <a:avLst/>
              <a:gdLst>
                <a:gd name="connsiteX0" fmla="*/ 69129 w 75307"/>
                <a:gd name="connsiteY0" fmla="*/ 9725 h 170690"/>
                <a:gd name="connsiteX1" fmla="*/ 59187 w 75307"/>
                <a:gd name="connsiteY1" fmla="*/ 87 h 170690"/>
                <a:gd name="connsiteX2" fmla="*/ 45269 w 75307"/>
                <a:gd name="connsiteY2" fmla="*/ 14037 h 170690"/>
                <a:gd name="connsiteX3" fmla="*/ 55210 w 75307"/>
                <a:gd name="connsiteY3" fmla="*/ 23674 h 170690"/>
                <a:gd name="connsiteX4" fmla="*/ 69129 w 75307"/>
                <a:gd name="connsiteY4" fmla="*/ 9725 h 170690"/>
                <a:gd name="connsiteX5" fmla="*/ 18427 w 75307"/>
                <a:gd name="connsiteY5" fmla="*/ 138567 h 170690"/>
                <a:gd name="connsiteX6" fmla="*/ 16190 w 75307"/>
                <a:gd name="connsiteY6" fmla="*/ 149219 h 170690"/>
                <a:gd name="connsiteX7" fmla="*/ 39801 w 75307"/>
                <a:gd name="connsiteY7" fmla="*/ 170778 h 170690"/>
                <a:gd name="connsiteX8" fmla="*/ 75591 w 75307"/>
                <a:gd name="connsiteY8" fmla="*/ 131973 h 170690"/>
                <a:gd name="connsiteX9" fmla="*/ 71614 w 75307"/>
                <a:gd name="connsiteY9" fmla="*/ 128676 h 170690"/>
                <a:gd name="connsiteX10" fmla="*/ 66892 w 75307"/>
                <a:gd name="connsiteY10" fmla="*/ 132987 h 170690"/>
                <a:gd name="connsiteX11" fmla="*/ 40547 w 75307"/>
                <a:gd name="connsiteY11" fmla="*/ 163676 h 170690"/>
                <a:gd name="connsiteX12" fmla="*/ 34333 w 75307"/>
                <a:gd name="connsiteY12" fmla="*/ 154799 h 170690"/>
                <a:gd name="connsiteX13" fmla="*/ 38310 w 75307"/>
                <a:gd name="connsiteY13" fmla="*/ 138567 h 170690"/>
                <a:gd name="connsiteX14" fmla="*/ 46263 w 75307"/>
                <a:gd name="connsiteY14" fmla="*/ 118277 h 170690"/>
                <a:gd name="connsiteX15" fmla="*/ 58441 w 75307"/>
                <a:gd name="connsiteY15" fmla="*/ 86066 h 170690"/>
                <a:gd name="connsiteX16" fmla="*/ 59933 w 75307"/>
                <a:gd name="connsiteY16" fmla="*/ 77950 h 170690"/>
                <a:gd name="connsiteX17" fmla="*/ 36321 w 75307"/>
                <a:gd name="connsiteY17" fmla="*/ 56392 h 170690"/>
                <a:gd name="connsiteX18" fmla="*/ 283 w 75307"/>
                <a:gd name="connsiteY18" fmla="*/ 95197 h 170690"/>
                <a:gd name="connsiteX19" fmla="*/ 4509 w 75307"/>
                <a:gd name="connsiteY19" fmla="*/ 98494 h 170690"/>
                <a:gd name="connsiteX20" fmla="*/ 8982 w 75307"/>
                <a:gd name="connsiteY20" fmla="*/ 94436 h 170690"/>
                <a:gd name="connsiteX21" fmla="*/ 35576 w 75307"/>
                <a:gd name="connsiteY21" fmla="*/ 63494 h 170690"/>
                <a:gd name="connsiteX22" fmla="*/ 41789 w 75307"/>
                <a:gd name="connsiteY22" fmla="*/ 72371 h 170690"/>
                <a:gd name="connsiteX23" fmla="*/ 34085 w 75307"/>
                <a:gd name="connsiteY23" fmla="*/ 97733 h 170690"/>
                <a:gd name="connsiteX24" fmla="*/ 18427 w 75307"/>
                <a:gd name="connsiteY24" fmla="*/ 138567 h 1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307" h="170690">
                  <a:moveTo>
                    <a:pt x="69129" y="9725"/>
                  </a:moveTo>
                  <a:cubicBezTo>
                    <a:pt x="69129" y="5667"/>
                    <a:pt x="66146" y="87"/>
                    <a:pt x="59187" y="87"/>
                  </a:cubicBezTo>
                  <a:cubicBezTo>
                    <a:pt x="52477" y="87"/>
                    <a:pt x="45269" y="6681"/>
                    <a:pt x="45269" y="14037"/>
                  </a:cubicBezTo>
                  <a:cubicBezTo>
                    <a:pt x="45269" y="18348"/>
                    <a:pt x="48500" y="23674"/>
                    <a:pt x="55210" y="23674"/>
                  </a:cubicBezTo>
                  <a:cubicBezTo>
                    <a:pt x="62418" y="23674"/>
                    <a:pt x="69129" y="16573"/>
                    <a:pt x="69129" y="9725"/>
                  </a:cubicBezTo>
                  <a:close/>
                  <a:moveTo>
                    <a:pt x="18427" y="138567"/>
                  </a:moveTo>
                  <a:cubicBezTo>
                    <a:pt x="17433" y="141864"/>
                    <a:pt x="16190" y="144908"/>
                    <a:pt x="16190" y="149219"/>
                  </a:cubicBezTo>
                  <a:cubicBezTo>
                    <a:pt x="16190" y="161140"/>
                    <a:pt x="26131" y="170778"/>
                    <a:pt x="39801" y="170778"/>
                  </a:cubicBezTo>
                  <a:cubicBezTo>
                    <a:pt x="64655" y="170778"/>
                    <a:pt x="75591" y="135777"/>
                    <a:pt x="75591" y="131973"/>
                  </a:cubicBezTo>
                  <a:cubicBezTo>
                    <a:pt x="75591" y="128676"/>
                    <a:pt x="72360" y="128676"/>
                    <a:pt x="71614" y="128676"/>
                  </a:cubicBezTo>
                  <a:cubicBezTo>
                    <a:pt x="68134" y="128676"/>
                    <a:pt x="67886" y="130197"/>
                    <a:pt x="66892" y="132987"/>
                  </a:cubicBezTo>
                  <a:cubicBezTo>
                    <a:pt x="61175" y="153277"/>
                    <a:pt x="50240" y="163676"/>
                    <a:pt x="40547" y="163676"/>
                  </a:cubicBezTo>
                  <a:cubicBezTo>
                    <a:pt x="35576" y="163676"/>
                    <a:pt x="34333" y="160379"/>
                    <a:pt x="34333" y="154799"/>
                  </a:cubicBezTo>
                  <a:cubicBezTo>
                    <a:pt x="34333" y="148966"/>
                    <a:pt x="36073" y="144147"/>
                    <a:pt x="38310" y="138567"/>
                  </a:cubicBezTo>
                  <a:cubicBezTo>
                    <a:pt x="40795" y="131719"/>
                    <a:pt x="43529" y="124871"/>
                    <a:pt x="46263" y="118277"/>
                  </a:cubicBezTo>
                  <a:cubicBezTo>
                    <a:pt x="48500" y="112190"/>
                    <a:pt x="57447" y="89110"/>
                    <a:pt x="58441" y="86066"/>
                  </a:cubicBezTo>
                  <a:cubicBezTo>
                    <a:pt x="59187" y="83530"/>
                    <a:pt x="59933" y="80487"/>
                    <a:pt x="59933" y="77950"/>
                  </a:cubicBezTo>
                  <a:cubicBezTo>
                    <a:pt x="59933" y="66030"/>
                    <a:pt x="49991" y="56392"/>
                    <a:pt x="36321" y="56392"/>
                  </a:cubicBezTo>
                  <a:cubicBezTo>
                    <a:pt x="11716" y="56392"/>
                    <a:pt x="283" y="90885"/>
                    <a:pt x="283" y="95197"/>
                  </a:cubicBezTo>
                  <a:cubicBezTo>
                    <a:pt x="283" y="98494"/>
                    <a:pt x="3763" y="98494"/>
                    <a:pt x="4509" y="98494"/>
                  </a:cubicBezTo>
                  <a:cubicBezTo>
                    <a:pt x="7988" y="98494"/>
                    <a:pt x="8237" y="97226"/>
                    <a:pt x="8982" y="94436"/>
                  </a:cubicBezTo>
                  <a:cubicBezTo>
                    <a:pt x="15444" y="72624"/>
                    <a:pt x="26380" y="63494"/>
                    <a:pt x="35576" y="63494"/>
                  </a:cubicBezTo>
                  <a:cubicBezTo>
                    <a:pt x="39552" y="63494"/>
                    <a:pt x="41789" y="65523"/>
                    <a:pt x="41789" y="72371"/>
                  </a:cubicBezTo>
                  <a:cubicBezTo>
                    <a:pt x="41789" y="78204"/>
                    <a:pt x="40298" y="82008"/>
                    <a:pt x="34085" y="97733"/>
                  </a:cubicBezTo>
                  <a:lnTo>
                    <a:pt x="18427" y="138567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C9A4F1BF-CD3A-748F-DB9C-8B624BEFBE0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2835376" y="9298905"/>
              <a:ext cx="41541" cy="108334"/>
            </a:xfrm>
            <a:custGeom>
              <a:avLst/>
              <a:gdLst>
                <a:gd name="connsiteX0" fmla="*/ 41830 w 41541"/>
                <a:gd name="connsiteY0" fmla="*/ 38129 h 108334"/>
                <a:gd name="connsiteX1" fmla="*/ 19106 w 41541"/>
                <a:gd name="connsiteY1" fmla="*/ 85 h 108334"/>
                <a:gd name="connsiteX2" fmla="*/ 288 w 41541"/>
                <a:gd name="connsiteY2" fmla="*/ 19288 h 108334"/>
                <a:gd name="connsiteX3" fmla="*/ 19106 w 41541"/>
                <a:gd name="connsiteY3" fmla="*/ 38491 h 108334"/>
                <a:gd name="connsiteX4" fmla="*/ 31533 w 41541"/>
                <a:gd name="connsiteY4" fmla="*/ 33781 h 108334"/>
                <a:gd name="connsiteX5" fmla="*/ 33308 w 41541"/>
                <a:gd name="connsiteY5" fmla="*/ 32694 h 108334"/>
                <a:gd name="connsiteX6" fmla="*/ 34018 w 41541"/>
                <a:gd name="connsiteY6" fmla="*/ 38129 h 108334"/>
                <a:gd name="connsiteX7" fmla="*/ 9875 w 41541"/>
                <a:gd name="connsiteY7" fmla="*/ 98637 h 108334"/>
                <a:gd name="connsiteX8" fmla="*/ 5969 w 41541"/>
                <a:gd name="connsiteY8" fmla="*/ 104434 h 108334"/>
                <a:gd name="connsiteX9" fmla="*/ 9519 w 41541"/>
                <a:gd name="connsiteY9" fmla="*/ 108419 h 108334"/>
                <a:gd name="connsiteX10" fmla="*/ 41830 w 41541"/>
                <a:gd name="connsiteY10" fmla="*/ 38129 h 108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541" h="108334">
                  <a:moveTo>
                    <a:pt x="41830" y="38129"/>
                  </a:moveTo>
                  <a:cubicBezTo>
                    <a:pt x="41830" y="14215"/>
                    <a:pt x="32953" y="85"/>
                    <a:pt x="19106" y="85"/>
                  </a:cubicBezTo>
                  <a:cubicBezTo>
                    <a:pt x="7389" y="85"/>
                    <a:pt x="288" y="9143"/>
                    <a:pt x="288" y="19288"/>
                  </a:cubicBezTo>
                  <a:cubicBezTo>
                    <a:pt x="288" y="29071"/>
                    <a:pt x="7389" y="38491"/>
                    <a:pt x="19106" y="38491"/>
                  </a:cubicBezTo>
                  <a:cubicBezTo>
                    <a:pt x="23367" y="38491"/>
                    <a:pt x="27982" y="37042"/>
                    <a:pt x="31533" y="33781"/>
                  </a:cubicBezTo>
                  <a:cubicBezTo>
                    <a:pt x="32598" y="33056"/>
                    <a:pt x="32953" y="32694"/>
                    <a:pt x="33308" y="32694"/>
                  </a:cubicBezTo>
                  <a:cubicBezTo>
                    <a:pt x="33663" y="32694"/>
                    <a:pt x="34018" y="33056"/>
                    <a:pt x="34018" y="38129"/>
                  </a:cubicBezTo>
                  <a:cubicBezTo>
                    <a:pt x="34018" y="64941"/>
                    <a:pt x="21591" y="86680"/>
                    <a:pt x="9875" y="98637"/>
                  </a:cubicBezTo>
                  <a:cubicBezTo>
                    <a:pt x="5969" y="102622"/>
                    <a:pt x="5969" y="103347"/>
                    <a:pt x="5969" y="104434"/>
                  </a:cubicBezTo>
                  <a:cubicBezTo>
                    <a:pt x="5969" y="106970"/>
                    <a:pt x="7744" y="108419"/>
                    <a:pt x="9519" y="108419"/>
                  </a:cubicBezTo>
                  <a:cubicBezTo>
                    <a:pt x="13425" y="108419"/>
                    <a:pt x="41830" y="80520"/>
                    <a:pt x="41830" y="38129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003E1A44-76A0-77DB-C6C2-1B13D27E1EC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3036729" y="9174990"/>
              <a:ext cx="160129" cy="166306"/>
            </a:xfrm>
            <a:custGeom>
              <a:avLst/>
              <a:gdLst>
                <a:gd name="connsiteX0" fmla="*/ 103615 w 160129"/>
                <a:gd name="connsiteY0" fmla="*/ 134869 h 166306"/>
                <a:gd name="connsiteX1" fmla="*/ 131310 w 160129"/>
                <a:gd name="connsiteY1" fmla="*/ 164579 h 166306"/>
                <a:gd name="connsiteX2" fmla="*/ 160424 w 160129"/>
                <a:gd name="connsiteY2" fmla="*/ 130159 h 166306"/>
                <a:gd name="connsiteX3" fmla="*/ 160424 w 160129"/>
                <a:gd name="connsiteY3" fmla="*/ 109869 h 166306"/>
                <a:gd name="connsiteX4" fmla="*/ 151548 w 160129"/>
                <a:gd name="connsiteY4" fmla="*/ 109869 h 166306"/>
                <a:gd name="connsiteX5" fmla="*/ 151548 w 160129"/>
                <a:gd name="connsiteY5" fmla="*/ 130159 h 166306"/>
                <a:gd name="connsiteX6" fmla="*/ 138766 w 160129"/>
                <a:gd name="connsiteY6" fmla="*/ 153347 h 166306"/>
                <a:gd name="connsiteX7" fmla="*/ 125629 w 160129"/>
                <a:gd name="connsiteY7" fmla="*/ 135231 h 166306"/>
                <a:gd name="connsiteX8" fmla="*/ 125629 w 160129"/>
                <a:gd name="connsiteY8" fmla="*/ 62767 h 166306"/>
                <a:gd name="connsiteX9" fmla="*/ 112847 w 160129"/>
                <a:gd name="connsiteY9" fmla="*/ 20012 h 166306"/>
                <a:gd name="connsiteX10" fmla="*/ 64204 w 160129"/>
                <a:gd name="connsiteY10" fmla="*/ 85 h 166306"/>
                <a:gd name="connsiteX11" fmla="*/ 10591 w 160129"/>
                <a:gd name="connsiteY11" fmla="*/ 41027 h 166306"/>
                <a:gd name="connsiteX12" fmla="*/ 26923 w 160129"/>
                <a:gd name="connsiteY12" fmla="*/ 58056 h 166306"/>
                <a:gd name="connsiteX13" fmla="*/ 43256 w 160129"/>
                <a:gd name="connsiteY13" fmla="*/ 41390 h 166306"/>
                <a:gd name="connsiteX14" fmla="*/ 25148 w 160129"/>
                <a:gd name="connsiteY14" fmla="*/ 24723 h 166306"/>
                <a:gd name="connsiteX15" fmla="*/ 63494 w 160129"/>
                <a:gd name="connsiteY15" fmla="*/ 8056 h 166306"/>
                <a:gd name="connsiteX16" fmla="*/ 101130 w 160129"/>
                <a:gd name="connsiteY16" fmla="*/ 54433 h 166306"/>
                <a:gd name="connsiteX17" fmla="*/ 101130 w 160129"/>
                <a:gd name="connsiteY17" fmla="*/ 67839 h 166306"/>
                <a:gd name="connsiteX18" fmla="*/ 35800 w 160129"/>
                <a:gd name="connsiteY18" fmla="*/ 80883 h 166306"/>
                <a:gd name="connsiteX19" fmla="*/ 294 w 160129"/>
                <a:gd name="connsiteY19" fmla="*/ 127985 h 166306"/>
                <a:gd name="connsiteX20" fmla="*/ 57103 w 160129"/>
                <a:gd name="connsiteY20" fmla="*/ 166391 h 166306"/>
                <a:gd name="connsiteX21" fmla="*/ 103615 w 160129"/>
                <a:gd name="connsiteY21" fmla="*/ 134869 h 166306"/>
                <a:gd name="connsiteX22" fmla="*/ 101130 w 160129"/>
                <a:gd name="connsiteY22" fmla="*/ 75448 h 166306"/>
                <a:gd name="connsiteX23" fmla="*/ 101130 w 160129"/>
                <a:gd name="connsiteY23" fmla="*/ 111680 h 166306"/>
                <a:gd name="connsiteX24" fmla="*/ 59588 w 160129"/>
                <a:gd name="connsiteY24" fmla="*/ 158420 h 166306"/>
                <a:gd name="connsiteX25" fmla="*/ 27633 w 160129"/>
                <a:gd name="connsiteY25" fmla="*/ 127622 h 166306"/>
                <a:gd name="connsiteX26" fmla="*/ 101130 w 160129"/>
                <a:gd name="connsiteY26" fmla="*/ 75448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0129" h="166306">
                  <a:moveTo>
                    <a:pt x="103615" y="134869"/>
                  </a:moveTo>
                  <a:cubicBezTo>
                    <a:pt x="105035" y="149362"/>
                    <a:pt x="114622" y="164579"/>
                    <a:pt x="131310" y="164579"/>
                  </a:cubicBezTo>
                  <a:cubicBezTo>
                    <a:pt x="138766" y="164579"/>
                    <a:pt x="160424" y="159507"/>
                    <a:pt x="160424" y="130159"/>
                  </a:cubicBezTo>
                  <a:lnTo>
                    <a:pt x="160424" y="109869"/>
                  </a:lnTo>
                  <a:lnTo>
                    <a:pt x="151548" y="109869"/>
                  </a:lnTo>
                  <a:lnTo>
                    <a:pt x="151548" y="130159"/>
                  </a:lnTo>
                  <a:cubicBezTo>
                    <a:pt x="151548" y="151173"/>
                    <a:pt x="142671" y="153347"/>
                    <a:pt x="138766" y="153347"/>
                  </a:cubicBezTo>
                  <a:cubicBezTo>
                    <a:pt x="127049" y="153347"/>
                    <a:pt x="125629" y="137043"/>
                    <a:pt x="125629" y="135231"/>
                  </a:cubicBezTo>
                  <a:lnTo>
                    <a:pt x="125629" y="62767"/>
                  </a:lnTo>
                  <a:cubicBezTo>
                    <a:pt x="125629" y="47549"/>
                    <a:pt x="125629" y="33418"/>
                    <a:pt x="112847" y="20012"/>
                  </a:cubicBezTo>
                  <a:cubicBezTo>
                    <a:pt x="98999" y="5882"/>
                    <a:pt x="81247" y="85"/>
                    <a:pt x="64204" y="85"/>
                  </a:cubicBezTo>
                  <a:cubicBezTo>
                    <a:pt x="35090" y="85"/>
                    <a:pt x="10591" y="17114"/>
                    <a:pt x="10591" y="41027"/>
                  </a:cubicBezTo>
                  <a:cubicBezTo>
                    <a:pt x="10591" y="51897"/>
                    <a:pt x="17692" y="58056"/>
                    <a:pt x="26923" y="58056"/>
                  </a:cubicBezTo>
                  <a:cubicBezTo>
                    <a:pt x="36865" y="58056"/>
                    <a:pt x="43256" y="50810"/>
                    <a:pt x="43256" y="41390"/>
                  </a:cubicBezTo>
                  <a:cubicBezTo>
                    <a:pt x="43256" y="37042"/>
                    <a:pt x="41481" y="25085"/>
                    <a:pt x="25148" y="24723"/>
                  </a:cubicBezTo>
                  <a:cubicBezTo>
                    <a:pt x="34734" y="12041"/>
                    <a:pt x="52132" y="8056"/>
                    <a:pt x="63494" y="8056"/>
                  </a:cubicBezTo>
                  <a:cubicBezTo>
                    <a:pt x="80892" y="8056"/>
                    <a:pt x="101130" y="22186"/>
                    <a:pt x="101130" y="54433"/>
                  </a:cubicBezTo>
                  <a:lnTo>
                    <a:pt x="101130" y="67839"/>
                  </a:lnTo>
                  <a:cubicBezTo>
                    <a:pt x="83022" y="68926"/>
                    <a:pt x="58168" y="70013"/>
                    <a:pt x="35800" y="80883"/>
                  </a:cubicBezTo>
                  <a:cubicBezTo>
                    <a:pt x="9170" y="93202"/>
                    <a:pt x="294" y="112043"/>
                    <a:pt x="294" y="127985"/>
                  </a:cubicBezTo>
                  <a:cubicBezTo>
                    <a:pt x="294" y="157333"/>
                    <a:pt x="34734" y="166391"/>
                    <a:pt x="57103" y="166391"/>
                  </a:cubicBezTo>
                  <a:cubicBezTo>
                    <a:pt x="80537" y="166391"/>
                    <a:pt x="96869" y="151898"/>
                    <a:pt x="103615" y="134869"/>
                  </a:cubicBezTo>
                  <a:close/>
                  <a:moveTo>
                    <a:pt x="101130" y="75448"/>
                  </a:moveTo>
                  <a:lnTo>
                    <a:pt x="101130" y="111680"/>
                  </a:lnTo>
                  <a:cubicBezTo>
                    <a:pt x="101130" y="146101"/>
                    <a:pt x="75566" y="158420"/>
                    <a:pt x="59588" y="158420"/>
                  </a:cubicBezTo>
                  <a:cubicBezTo>
                    <a:pt x="42191" y="158420"/>
                    <a:pt x="27633" y="145739"/>
                    <a:pt x="27633" y="127622"/>
                  </a:cubicBezTo>
                  <a:cubicBezTo>
                    <a:pt x="27633" y="107695"/>
                    <a:pt x="42546" y="77622"/>
                    <a:pt x="101130" y="75448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DB39AF61-3EBF-B87D-872B-658466B1AEA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3210707" y="9177164"/>
              <a:ext cx="178592" cy="160146"/>
            </a:xfrm>
            <a:custGeom>
              <a:avLst/>
              <a:gdLst>
                <a:gd name="connsiteX0" fmla="*/ 27993 w 178592"/>
                <a:gd name="connsiteY0" fmla="*/ 35592 h 160146"/>
                <a:gd name="connsiteX1" fmla="*/ 27993 w 178592"/>
                <a:gd name="connsiteY1" fmla="*/ 132695 h 160146"/>
                <a:gd name="connsiteX2" fmla="*/ 299 w 178592"/>
                <a:gd name="connsiteY2" fmla="*/ 148999 h 160146"/>
                <a:gd name="connsiteX3" fmla="*/ 299 w 178592"/>
                <a:gd name="connsiteY3" fmla="*/ 160232 h 160146"/>
                <a:gd name="connsiteX4" fmla="*/ 40420 w 178592"/>
                <a:gd name="connsiteY4" fmla="*/ 159145 h 160146"/>
                <a:gd name="connsiteX5" fmla="*/ 80187 w 178592"/>
                <a:gd name="connsiteY5" fmla="*/ 160232 h 160146"/>
                <a:gd name="connsiteX6" fmla="*/ 80187 w 178592"/>
                <a:gd name="connsiteY6" fmla="*/ 148999 h 160146"/>
                <a:gd name="connsiteX7" fmla="*/ 52492 w 178592"/>
                <a:gd name="connsiteY7" fmla="*/ 132695 h 160146"/>
                <a:gd name="connsiteX8" fmla="*/ 52492 w 178592"/>
                <a:gd name="connsiteY8" fmla="*/ 66028 h 160146"/>
                <a:gd name="connsiteX9" fmla="*/ 100425 w 178592"/>
                <a:gd name="connsiteY9" fmla="*/ 8056 h 160146"/>
                <a:gd name="connsiteX10" fmla="*/ 126699 w 178592"/>
                <a:gd name="connsiteY10" fmla="*/ 48274 h 160146"/>
                <a:gd name="connsiteX11" fmla="*/ 126699 w 178592"/>
                <a:gd name="connsiteY11" fmla="*/ 132695 h 160146"/>
                <a:gd name="connsiteX12" fmla="*/ 99004 w 178592"/>
                <a:gd name="connsiteY12" fmla="*/ 148999 h 160146"/>
                <a:gd name="connsiteX13" fmla="*/ 99004 w 178592"/>
                <a:gd name="connsiteY13" fmla="*/ 160232 h 160146"/>
                <a:gd name="connsiteX14" fmla="*/ 139126 w 178592"/>
                <a:gd name="connsiteY14" fmla="*/ 159145 h 160146"/>
                <a:gd name="connsiteX15" fmla="*/ 178892 w 178592"/>
                <a:gd name="connsiteY15" fmla="*/ 160232 h 160146"/>
                <a:gd name="connsiteX16" fmla="*/ 178892 w 178592"/>
                <a:gd name="connsiteY16" fmla="*/ 148999 h 160146"/>
                <a:gd name="connsiteX17" fmla="*/ 151198 w 178592"/>
                <a:gd name="connsiteY17" fmla="*/ 138130 h 160146"/>
                <a:gd name="connsiteX18" fmla="*/ 151198 w 178592"/>
                <a:gd name="connsiteY18" fmla="*/ 68926 h 160146"/>
                <a:gd name="connsiteX19" fmla="*/ 140191 w 178592"/>
                <a:gd name="connsiteY19" fmla="*/ 13491 h 160146"/>
                <a:gd name="connsiteX20" fmla="*/ 102910 w 178592"/>
                <a:gd name="connsiteY20" fmla="*/ 85 h 160146"/>
                <a:gd name="connsiteX21" fmla="*/ 50362 w 178592"/>
                <a:gd name="connsiteY21" fmla="*/ 38129 h 160146"/>
                <a:gd name="connsiteX22" fmla="*/ 50362 w 178592"/>
                <a:gd name="connsiteY22" fmla="*/ 85 h 160146"/>
                <a:gd name="connsiteX23" fmla="*/ 299 w 178592"/>
                <a:gd name="connsiteY23" fmla="*/ 4070 h 160146"/>
                <a:gd name="connsiteX24" fmla="*/ 299 w 178592"/>
                <a:gd name="connsiteY24" fmla="*/ 15302 h 160146"/>
                <a:gd name="connsiteX25" fmla="*/ 27993 w 178592"/>
                <a:gd name="connsiteY25" fmla="*/ 35592 h 16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592" h="160146">
                  <a:moveTo>
                    <a:pt x="27993" y="35592"/>
                  </a:moveTo>
                  <a:lnTo>
                    <a:pt x="27993" y="132695"/>
                  </a:lnTo>
                  <a:cubicBezTo>
                    <a:pt x="27993" y="148999"/>
                    <a:pt x="24088" y="148999"/>
                    <a:pt x="299" y="148999"/>
                  </a:cubicBezTo>
                  <a:lnTo>
                    <a:pt x="299" y="160232"/>
                  </a:lnTo>
                  <a:cubicBezTo>
                    <a:pt x="12726" y="159869"/>
                    <a:pt x="30834" y="159145"/>
                    <a:pt x="40420" y="159145"/>
                  </a:cubicBezTo>
                  <a:cubicBezTo>
                    <a:pt x="49652" y="159145"/>
                    <a:pt x="68115" y="159869"/>
                    <a:pt x="80187" y="160232"/>
                  </a:cubicBezTo>
                  <a:lnTo>
                    <a:pt x="80187" y="148999"/>
                  </a:lnTo>
                  <a:cubicBezTo>
                    <a:pt x="56398" y="148999"/>
                    <a:pt x="52492" y="148999"/>
                    <a:pt x="52492" y="132695"/>
                  </a:cubicBezTo>
                  <a:lnTo>
                    <a:pt x="52492" y="66028"/>
                  </a:lnTo>
                  <a:cubicBezTo>
                    <a:pt x="52492" y="28346"/>
                    <a:pt x="77701" y="8056"/>
                    <a:pt x="100425" y="8056"/>
                  </a:cubicBezTo>
                  <a:cubicBezTo>
                    <a:pt x="122793" y="8056"/>
                    <a:pt x="126699" y="27621"/>
                    <a:pt x="126699" y="48274"/>
                  </a:cubicBezTo>
                  <a:lnTo>
                    <a:pt x="126699" y="132695"/>
                  </a:lnTo>
                  <a:cubicBezTo>
                    <a:pt x="126699" y="148999"/>
                    <a:pt x="122793" y="148999"/>
                    <a:pt x="99004" y="148999"/>
                  </a:cubicBezTo>
                  <a:lnTo>
                    <a:pt x="99004" y="160232"/>
                  </a:lnTo>
                  <a:cubicBezTo>
                    <a:pt x="111431" y="159869"/>
                    <a:pt x="129539" y="159145"/>
                    <a:pt x="139126" y="159145"/>
                  </a:cubicBezTo>
                  <a:cubicBezTo>
                    <a:pt x="148357" y="159145"/>
                    <a:pt x="166820" y="159869"/>
                    <a:pt x="178892" y="160232"/>
                  </a:cubicBezTo>
                  <a:lnTo>
                    <a:pt x="178892" y="148999"/>
                  </a:lnTo>
                  <a:cubicBezTo>
                    <a:pt x="160429" y="148999"/>
                    <a:pt x="151553" y="148999"/>
                    <a:pt x="151198" y="138130"/>
                  </a:cubicBezTo>
                  <a:lnTo>
                    <a:pt x="151198" y="68926"/>
                  </a:lnTo>
                  <a:cubicBezTo>
                    <a:pt x="151198" y="37766"/>
                    <a:pt x="151198" y="26534"/>
                    <a:pt x="140191" y="13491"/>
                  </a:cubicBezTo>
                  <a:cubicBezTo>
                    <a:pt x="135220" y="7331"/>
                    <a:pt x="123503" y="85"/>
                    <a:pt x="102910" y="85"/>
                  </a:cubicBezTo>
                  <a:cubicBezTo>
                    <a:pt x="76991" y="85"/>
                    <a:pt x="60303" y="15665"/>
                    <a:pt x="50362" y="38129"/>
                  </a:cubicBezTo>
                  <a:lnTo>
                    <a:pt x="50362" y="85"/>
                  </a:lnTo>
                  <a:lnTo>
                    <a:pt x="299" y="4070"/>
                  </a:lnTo>
                  <a:lnTo>
                    <a:pt x="299" y="15302"/>
                  </a:lnTo>
                  <a:cubicBezTo>
                    <a:pt x="25153" y="15302"/>
                    <a:pt x="27993" y="17839"/>
                    <a:pt x="27993" y="35592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FACC35FD-5FB5-B0F4-899E-F40FAAEF334E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3408671" y="9085859"/>
              <a:ext cx="175042" cy="255437"/>
            </a:xfrm>
            <a:custGeom>
              <a:avLst/>
              <a:gdLst>
                <a:gd name="connsiteX0" fmla="*/ 123154 w 175042"/>
                <a:gd name="connsiteY0" fmla="*/ 231609 h 255437"/>
                <a:gd name="connsiteX1" fmla="*/ 123154 w 175042"/>
                <a:gd name="connsiteY1" fmla="*/ 255522 h 255437"/>
                <a:gd name="connsiteX2" fmla="*/ 175347 w 175042"/>
                <a:gd name="connsiteY2" fmla="*/ 251537 h 255437"/>
                <a:gd name="connsiteX3" fmla="*/ 175347 w 175042"/>
                <a:gd name="connsiteY3" fmla="*/ 240305 h 255437"/>
                <a:gd name="connsiteX4" fmla="*/ 147653 w 175042"/>
                <a:gd name="connsiteY4" fmla="*/ 220015 h 255437"/>
                <a:gd name="connsiteX5" fmla="*/ 147653 w 175042"/>
                <a:gd name="connsiteY5" fmla="*/ 85 h 255437"/>
                <a:gd name="connsiteX6" fmla="*/ 96525 w 175042"/>
                <a:gd name="connsiteY6" fmla="*/ 4070 h 255437"/>
                <a:gd name="connsiteX7" fmla="*/ 96525 w 175042"/>
                <a:gd name="connsiteY7" fmla="*/ 15302 h 255437"/>
                <a:gd name="connsiteX8" fmla="*/ 124219 w 175042"/>
                <a:gd name="connsiteY8" fmla="*/ 35592 h 255437"/>
                <a:gd name="connsiteX9" fmla="*/ 124219 w 175042"/>
                <a:gd name="connsiteY9" fmla="*/ 113854 h 255437"/>
                <a:gd name="connsiteX10" fmla="*/ 79482 w 175042"/>
                <a:gd name="connsiteY10" fmla="*/ 91390 h 255437"/>
                <a:gd name="connsiteX11" fmla="*/ 305 w 175042"/>
                <a:gd name="connsiteY11" fmla="*/ 173637 h 255437"/>
                <a:gd name="connsiteX12" fmla="*/ 75576 w 175042"/>
                <a:gd name="connsiteY12" fmla="*/ 255522 h 255437"/>
                <a:gd name="connsiteX13" fmla="*/ 123154 w 175042"/>
                <a:gd name="connsiteY13" fmla="*/ 231609 h 255437"/>
                <a:gd name="connsiteX14" fmla="*/ 123154 w 175042"/>
                <a:gd name="connsiteY14" fmla="*/ 134507 h 255437"/>
                <a:gd name="connsiteX15" fmla="*/ 123154 w 175042"/>
                <a:gd name="connsiteY15" fmla="*/ 208783 h 255437"/>
                <a:gd name="connsiteX16" fmla="*/ 119248 w 175042"/>
                <a:gd name="connsiteY16" fmla="*/ 222189 h 255437"/>
                <a:gd name="connsiteX17" fmla="*/ 77352 w 175042"/>
                <a:gd name="connsiteY17" fmla="*/ 247551 h 255437"/>
                <a:gd name="connsiteX18" fmla="*/ 40071 w 175042"/>
                <a:gd name="connsiteY18" fmla="*/ 224363 h 255437"/>
                <a:gd name="connsiteX19" fmla="*/ 29774 w 175042"/>
                <a:gd name="connsiteY19" fmla="*/ 174000 h 255437"/>
                <a:gd name="connsiteX20" fmla="*/ 40781 w 175042"/>
                <a:gd name="connsiteY20" fmla="*/ 122550 h 255437"/>
                <a:gd name="connsiteX21" fmla="*/ 80902 w 175042"/>
                <a:gd name="connsiteY21" fmla="*/ 99361 h 255437"/>
                <a:gd name="connsiteX22" fmla="*/ 119248 w 175042"/>
                <a:gd name="connsiteY22" fmla="*/ 121101 h 255437"/>
                <a:gd name="connsiteX23" fmla="*/ 123154 w 175042"/>
                <a:gd name="connsiteY23" fmla="*/ 134507 h 25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042" h="255437">
                  <a:moveTo>
                    <a:pt x="123154" y="231609"/>
                  </a:moveTo>
                  <a:lnTo>
                    <a:pt x="123154" y="255522"/>
                  </a:lnTo>
                  <a:lnTo>
                    <a:pt x="175347" y="251537"/>
                  </a:lnTo>
                  <a:lnTo>
                    <a:pt x="175347" y="240305"/>
                  </a:lnTo>
                  <a:cubicBezTo>
                    <a:pt x="150493" y="240305"/>
                    <a:pt x="147653" y="237769"/>
                    <a:pt x="147653" y="220015"/>
                  </a:cubicBezTo>
                  <a:lnTo>
                    <a:pt x="147653" y="85"/>
                  </a:lnTo>
                  <a:lnTo>
                    <a:pt x="96525" y="4070"/>
                  </a:lnTo>
                  <a:lnTo>
                    <a:pt x="96525" y="15302"/>
                  </a:lnTo>
                  <a:cubicBezTo>
                    <a:pt x="121378" y="15302"/>
                    <a:pt x="124219" y="17839"/>
                    <a:pt x="124219" y="35592"/>
                  </a:cubicBezTo>
                  <a:lnTo>
                    <a:pt x="124219" y="113854"/>
                  </a:lnTo>
                  <a:cubicBezTo>
                    <a:pt x="113922" y="100811"/>
                    <a:pt x="98655" y="91390"/>
                    <a:pt x="79482" y="91390"/>
                  </a:cubicBezTo>
                  <a:cubicBezTo>
                    <a:pt x="37585" y="91390"/>
                    <a:pt x="305" y="126898"/>
                    <a:pt x="305" y="173637"/>
                  </a:cubicBezTo>
                  <a:cubicBezTo>
                    <a:pt x="305" y="219652"/>
                    <a:pt x="35100" y="255522"/>
                    <a:pt x="75576" y="255522"/>
                  </a:cubicBezTo>
                  <a:cubicBezTo>
                    <a:pt x="98300" y="255522"/>
                    <a:pt x="114277" y="243203"/>
                    <a:pt x="123154" y="231609"/>
                  </a:cubicBezTo>
                  <a:close/>
                  <a:moveTo>
                    <a:pt x="123154" y="134507"/>
                  </a:moveTo>
                  <a:lnTo>
                    <a:pt x="123154" y="208783"/>
                  </a:lnTo>
                  <a:cubicBezTo>
                    <a:pt x="123154" y="215305"/>
                    <a:pt x="123154" y="216029"/>
                    <a:pt x="119248" y="222189"/>
                  </a:cubicBezTo>
                  <a:cubicBezTo>
                    <a:pt x="108596" y="239580"/>
                    <a:pt x="92619" y="247551"/>
                    <a:pt x="77352" y="247551"/>
                  </a:cubicBezTo>
                  <a:cubicBezTo>
                    <a:pt x="61374" y="247551"/>
                    <a:pt x="48592" y="238131"/>
                    <a:pt x="40071" y="224363"/>
                  </a:cubicBezTo>
                  <a:cubicBezTo>
                    <a:pt x="30839" y="209507"/>
                    <a:pt x="29774" y="188855"/>
                    <a:pt x="29774" y="174000"/>
                  </a:cubicBezTo>
                  <a:cubicBezTo>
                    <a:pt x="29774" y="160594"/>
                    <a:pt x="30484" y="138854"/>
                    <a:pt x="40781" y="122550"/>
                  </a:cubicBezTo>
                  <a:cubicBezTo>
                    <a:pt x="48237" y="111318"/>
                    <a:pt x="61729" y="99361"/>
                    <a:pt x="80902" y="99361"/>
                  </a:cubicBezTo>
                  <a:cubicBezTo>
                    <a:pt x="93329" y="99361"/>
                    <a:pt x="108241" y="104796"/>
                    <a:pt x="119248" y="121101"/>
                  </a:cubicBezTo>
                  <a:cubicBezTo>
                    <a:pt x="123154" y="127260"/>
                    <a:pt x="123154" y="127985"/>
                    <a:pt x="123154" y="134507"/>
                  </a:cubicBez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A1F651CE-CDF7-77A0-80A1-D654922C96FA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3722498" y="9177164"/>
              <a:ext cx="163680" cy="234423"/>
            </a:xfrm>
            <a:custGeom>
              <a:avLst/>
              <a:gdLst>
                <a:gd name="connsiteX0" fmla="*/ 162574 w 163680"/>
                <a:gd name="connsiteY0" fmla="*/ 22186 h 234423"/>
                <a:gd name="connsiteX1" fmla="*/ 163994 w 163680"/>
                <a:gd name="connsiteY1" fmla="*/ 13853 h 234423"/>
                <a:gd name="connsiteX2" fmla="*/ 153697 w 163680"/>
                <a:gd name="connsiteY2" fmla="*/ 4070 h 234423"/>
                <a:gd name="connsiteX3" fmla="*/ 141270 w 163680"/>
                <a:gd name="connsiteY3" fmla="*/ 11679 h 234423"/>
                <a:gd name="connsiteX4" fmla="*/ 136300 w 163680"/>
                <a:gd name="connsiteY4" fmla="*/ 31244 h 234423"/>
                <a:gd name="connsiteX5" fmla="*/ 129199 w 163680"/>
                <a:gd name="connsiteY5" fmla="*/ 60230 h 234423"/>
                <a:gd name="connsiteX6" fmla="*/ 113221 w 163680"/>
                <a:gd name="connsiteY6" fmla="*/ 125449 h 234423"/>
                <a:gd name="connsiteX7" fmla="*/ 73100 w 163680"/>
                <a:gd name="connsiteY7" fmla="*/ 156246 h 234423"/>
                <a:gd name="connsiteX8" fmla="*/ 51086 w 163680"/>
                <a:gd name="connsiteY8" fmla="*/ 126898 h 234423"/>
                <a:gd name="connsiteX9" fmla="*/ 69194 w 163680"/>
                <a:gd name="connsiteY9" fmla="*/ 55882 h 234423"/>
                <a:gd name="connsiteX10" fmla="*/ 76295 w 163680"/>
                <a:gd name="connsiteY10" fmla="*/ 29795 h 234423"/>
                <a:gd name="connsiteX11" fmla="*/ 47181 w 163680"/>
                <a:gd name="connsiteY11" fmla="*/ 85 h 234423"/>
                <a:gd name="connsiteX12" fmla="*/ 313 w 163680"/>
                <a:gd name="connsiteY12" fmla="*/ 55882 h 234423"/>
                <a:gd name="connsiteX13" fmla="*/ 4574 w 163680"/>
                <a:gd name="connsiteY13" fmla="*/ 59506 h 234423"/>
                <a:gd name="connsiteX14" fmla="*/ 10255 w 163680"/>
                <a:gd name="connsiteY14" fmla="*/ 52984 h 234423"/>
                <a:gd name="connsiteX15" fmla="*/ 46116 w 163680"/>
                <a:gd name="connsiteY15" fmla="*/ 8056 h 234423"/>
                <a:gd name="connsiteX16" fmla="*/ 54992 w 163680"/>
                <a:gd name="connsiteY16" fmla="*/ 19650 h 234423"/>
                <a:gd name="connsiteX17" fmla="*/ 48956 w 163680"/>
                <a:gd name="connsiteY17" fmla="*/ 45013 h 234423"/>
                <a:gd name="connsiteX18" fmla="*/ 28363 w 163680"/>
                <a:gd name="connsiteY18" fmla="*/ 121101 h 234423"/>
                <a:gd name="connsiteX19" fmla="*/ 71680 w 163680"/>
                <a:gd name="connsiteY19" fmla="*/ 164217 h 234423"/>
                <a:gd name="connsiteX20" fmla="*/ 107540 w 163680"/>
                <a:gd name="connsiteY20" fmla="*/ 147913 h 234423"/>
                <a:gd name="connsiteX21" fmla="*/ 84462 w 163680"/>
                <a:gd name="connsiteY21" fmla="*/ 203710 h 234423"/>
                <a:gd name="connsiteX22" fmla="*/ 45405 w 163680"/>
                <a:gd name="connsiteY22" fmla="*/ 226537 h 234423"/>
                <a:gd name="connsiteX23" fmla="*/ 18421 w 163680"/>
                <a:gd name="connsiteY23" fmla="*/ 211319 h 234423"/>
                <a:gd name="connsiteX24" fmla="*/ 33689 w 163680"/>
                <a:gd name="connsiteY24" fmla="*/ 206971 h 234423"/>
                <a:gd name="connsiteX25" fmla="*/ 40790 w 163680"/>
                <a:gd name="connsiteY25" fmla="*/ 192116 h 234423"/>
                <a:gd name="connsiteX26" fmla="*/ 27653 w 163680"/>
                <a:gd name="connsiteY26" fmla="*/ 179435 h 234423"/>
                <a:gd name="connsiteX27" fmla="*/ 7770 w 163680"/>
                <a:gd name="connsiteY27" fmla="*/ 202986 h 234423"/>
                <a:gd name="connsiteX28" fmla="*/ 45405 w 163680"/>
                <a:gd name="connsiteY28" fmla="*/ 234508 h 234423"/>
                <a:gd name="connsiteX29" fmla="*/ 128488 w 163680"/>
                <a:gd name="connsiteY29" fmla="*/ 160594 h 234423"/>
                <a:gd name="connsiteX30" fmla="*/ 162574 w 163680"/>
                <a:gd name="connsiteY30" fmla="*/ 22186 h 23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680" h="234423">
                  <a:moveTo>
                    <a:pt x="162574" y="22186"/>
                  </a:moveTo>
                  <a:cubicBezTo>
                    <a:pt x="163994" y="17114"/>
                    <a:pt x="163994" y="16389"/>
                    <a:pt x="163994" y="13853"/>
                  </a:cubicBezTo>
                  <a:cubicBezTo>
                    <a:pt x="163994" y="7331"/>
                    <a:pt x="159023" y="4070"/>
                    <a:pt x="153697" y="4070"/>
                  </a:cubicBezTo>
                  <a:cubicBezTo>
                    <a:pt x="150147" y="4070"/>
                    <a:pt x="144466" y="6244"/>
                    <a:pt x="141270" y="11679"/>
                  </a:cubicBezTo>
                  <a:cubicBezTo>
                    <a:pt x="140560" y="13491"/>
                    <a:pt x="137720" y="24723"/>
                    <a:pt x="136300" y="31244"/>
                  </a:cubicBezTo>
                  <a:cubicBezTo>
                    <a:pt x="133814" y="40665"/>
                    <a:pt x="131329" y="50448"/>
                    <a:pt x="129199" y="60230"/>
                  </a:cubicBezTo>
                  <a:lnTo>
                    <a:pt x="113221" y="125449"/>
                  </a:lnTo>
                  <a:cubicBezTo>
                    <a:pt x="111801" y="130883"/>
                    <a:pt x="96533" y="156246"/>
                    <a:pt x="73100" y="156246"/>
                  </a:cubicBezTo>
                  <a:cubicBezTo>
                    <a:pt x="54992" y="156246"/>
                    <a:pt x="51086" y="140304"/>
                    <a:pt x="51086" y="126898"/>
                  </a:cubicBezTo>
                  <a:cubicBezTo>
                    <a:pt x="51086" y="110231"/>
                    <a:pt x="57122" y="87767"/>
                    <a:pt x="69194" y="55882"/>
                  </a:cubicBezTo>
                  <a:cubicBezTo>
                    <a:pt x="74875" y="41027"/>
                    <a:pt x="76295" y="37042"/>
                    <a:pt x="76295" y="29795"/>
                  </a:cubicBezTo>
                  <a:cubicBezTo>
                    <a:pt x="76295" y="13491"/>
                    <a:pt x="64934" y="85"/>
                    <a:pt x="47181" y="85"/>
                  </a:cubicBezTo>
                  <a:cubicBezTo>
                    <a:pt x="13451" y="85"/>
                    <a:pt x="313" y="52622"/>
                    <a:pt x="313" y="55882"/>
                  </a:cubicBezTo>
                  <a:cubicBezTo>
                    <a:pt x="313" y="59506"/>
                    <a:pt x="3864" y="59506"/>
                    <a:pt x="4574" y="59506"/>
                  </a:cubicBezTo>
                  <a:cubicBezTo>
                    <a:pt x="8125" y="59506"/>
                    <a:pt x="8480" y="58781"/>
                    <a:pt x="10255" y="52984"/>
                  </a:cubicBezTo>
                  <a:cubicBezTo>
                    <a:pt x="19842" y="18925"/>
                    <a:pt x="34044" y="8056"/>
                    <a:pt x="46116" y="8056"/>
                  </a:cubicBezTo>
                  <a:cubicBezTo>
                    <a:pt x="48956" y="8056"/>
                    <a:pt x="54992" y="8056"/>
                    <a:pt x="54992" y="19650"/>
                  </a:cubicBezTo>
                  <a:cubicBezTo>
                    <a:pt x="54992" y="28708"/>
                    <a:pt x="51441" y="38129"/>
                    <a:pt x="48956" y="45013"/>
                  </a:cubicBezTo>
                  <a:cubicBezTo>
                    <a:pt x="34754" y="83419"/>
                    <a:pt x="28363" y="104071"/>
                    <a:pt x="28363" y="121101"/>
                  </a:cubicBezTo>
                  <a:cubicBezTo>
                    <a:pt x="28363" y="153347"/>
                    <a:pt x="50731" y="164217"/>
                    <a:pt x="71680" y="164217"/>
                  </a:cubicBezTo>
                  <a:cubicBezTo>
                    <a:pt x="85527" y="164217"/>
                    <a:pt x="97599" y="158058"/>
                    <a:pt x="107540" y="147913"/>
                  </a:cubicBezTo>
                  <a:cubicBezTo>
                    <a:pt x="102924" y="166753"/>
                    <a:pt x="98664" y="184507"/>
                    <a:pt x="84462" y="203710"/>
                  </a:cubicBezTo>
                  <a:cubicBezTo>
                    <a:pt x="75230" y="216029"/>
                    <a:pt x="61738" y="226537"/>
                    <a:pt x="45405" y="226537"/>
                  </a:cubicBezTo>
                  <a:cubicBezTo>
                    <a:pt x="40435" y="226537"/>
                    <a:pt x="24457" y="225450"/>
                    <a:pt x="18421" y="211319"/>
                  </a:cubicBezTo>
                  <a:cubicBezTo>
                    <a:pt x="24102" y="211319"/>
                    <a:pt x="28718" y="211319"/>
                    <a:pt x="33689" y="206971"/>
                  </a:cubicBezTo>
                  <a:cubicBezTo>
                    <a:pt x="37239" y="203710"/>
                    <a:pt x="40790" y="199000"/>
                    <a:pt x="40790" y="192116"/>
                  </a:cubicBezTo>
                  <a:cubicBezTo>
                    <a:pt x="40790" y="180884"/>
                    <a:pt x="31203" y="179435"/>
                    <a:pt x="27653" y="179435"/>
                  </a:cubicBezTo>
                  <a:cubicBezTo>
                    <a:pt x="19486" y="179435"/>
                    <a:pt x="7770" y="185232"/>
                    <a:pt x="7770" y="202986"/>
                  </a:cubicBezTo>
                  <a:cubicBezTo>
                    <a:pt x="7770" y="221102"/>
                    <a:pt x="23392" y="234508"/>
                    <a:pt x="45405" y="234508"/>
                  </a:cubicBezTo>
                  <a:cubicBezTo>
                    <a:pt x="81976" y="234508"/>
                    <a:pt x="118547" y="201536"/>
                    <a:pt x="128488" y="160594"/>
                  </a:cubicBezTo>
                  <a:lnTo>
                    <a:pt x="162574" y="22186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1460AF0B-F828-572B-796A-68114690AAA8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3897960" y="9223505"/>
              <a:ext cx="75307" cy="170690"/>
            </a:xfrm>
            <a:custGeom>
              <a:avLst/>
              <a:gdLst>
                <a:gd name="connsiteX0" fmla="*/ 69164 w 75307"/>
                <a:gd name="connsiteY0" fmla="*/ 9724 h 170690"/>
                <a:gd name="connsiteX1" fmla="*/ 59222 w 75307"/>
                <a:gd name="connsiteY1" fmla="*/ 86 h 170690"/>
                <a:gd name="connsiteX2" fmla="*/ 45304 w 75307"/>
                <a:gd name="connsiteY2" fmla="*/ 14036 h 170690"/>
                <a:gd name="connsiteX3" fmla="*/ 55245 w 75307"/>
                <a:gd name="connsiteY3" fmla="*/ 23673 h 170690"/>
                <a:gd name="connsiteX4" fmla="*/ 69164 w 75307"/>
                <a:gd name="connsiteY4" fmla="*/ 9724 h 170690"/>
                <a:gd name="connsiteX5" fmla="*/ 18462 w 75307"/>
                <a:gd name="connsiteY5" fmla="*/ 138566 h 170690"/>
                <a:gd name="connsiteX6" fmla="*/ 16225 w 75307"/>
                <a:gd name="connsiteY6" fmla="*/ 149218 h 170690"/>
                <a:gd name="connsiteX7" fmla="*/ 39836 w 75307"/>
                <a:gd name="connsiteY7" fmla="*/ 170777 h 170690"/>
                <a:gd name="connsiteX8" fmla="*/ 75626 w 75307"/>
                <a:gd name="connsiteY8" fmla="*/ 131972 h 170690"/>
                <a:gd name="connsiteX9" fmla="*/ 71649 w 75307"/>
                <a:gd name="connsiteY9" fmla="*/ 128675 h 170690"/>
                <a:gd name="connsiteX10" fmla="*/ 66927 w 75307"/>
                <a:gd name="connsiteY10" fmla="*/ 132986 h 170690"/>
                <a:gd name="connsiteX11" fmla="*/ 40582 w 75307"/>
                <a:gd name="connsiteY11" fmla="*/ 163675 h 170690"/>
                <a:gd name="connsiteX12" fmla="*/ 34368 w 75307"/>
                <a:gd name="connsiteY12" fmla="*/ 154798 h 170690"/>
                <a:gd name="connsiteX13" fmla="*/ 38345 w 75307"/>
                <a:gd name="connsiteY13" fmla="*/ 138566 h 170690"/>
                <a:gd name="connsiteX14" fmla="*/ 46298 w 75307"/>
                <a:gd name="connsiteY14" fmla="*/ 118276 h 170690"/>
                <a:gd name="connsiteX15" fmla="*/ 58476 w 75307"/>
                <a:gd name="connsiteY15" fmla="*/ 86065 h 170690"/>
                <a:gd name="connsiteX16" fmla="*/ 59968 w 75307"/>
                <a:gd name="connsiteY16" fmla="*/ 77949 h 170690"/>
                <a:gd name="connsiteX17" fmla="*/ 36356 w 75307"/>
                <a:gd name="connsiteY17" fmla="*/ 56391 h 170690"/>
                <a:gd name="connsiteX18" fmla="*/ 318 w 75307"/>
                <a:gd name="connsiteY18" fmla="*/ 95196 h 170690"/>
                <a:gd name="connsiteX19" fmla="*/ 4544 w 75307"/>
                <a:gd name="connsiteY19" fmla="*/ 98493 h 170690"/>
                <a:gd name="connsiteX20" fmla="*/ 9017 w 75307"/>
                <a:gd name="connsiteY20" fmla="*/ 94435 h 170690"/>
                <a:gd name="connsiteX21" fmla="*/ 35611 w 75307"/>
                <a:gd name="connsiteY21" fmla="*/ 63493 h 170690"/>
                <a:gd name="connsiteX22" fmla="*/ 41824 w 75307"/>
                <a:gd name="connsiteY22" fmla="*/ 72370 h 170690"/>
                <a:gd name="connsiteX23" fmla="*/ 34120 w 75307"/>
                <a:gd name="connsiteY23" fmla="*/ 97732 h 170690"/>
                <a:gd name="connsiteX24" fmla="*/ 18462 w 75307"/>
                <a:gd name="connsiteY24" fmla="*/ 138566 h 1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307" h="170690">
                  <a:moveTo>
                    <a:pt x="69164" y="9724"/>
                  </a:moveTo>
                  <a:cubicBezTo>
                    <a:pt x="69164" y="5666"/>
                    <a:pt x="66181" y="86"/>
                    <a:pt x="59222" y="86"/>
                  </a:cubicBezTo>
                  <a:cubicBezTo>
                    <a:pt x="52511" y="86"/>
                    <a:pt x="45304" y="6680"/>
                    <a:pt x="45304" y="14036"/>
                  </a:cubicBezTo>
                  <a:cubicBezTo>
                    <a:pt x="45304" y="18347"/>
                    <a:pt x="48535" y="23673"/>
                    <a:pt x="55245" y="23673"/>
                  </a:cubicBezTo>
                  <a:cubicBezTo>
                    <a:pt x="62453" y="23673"/>
                    <a:pt x="69164" y="16572"/>
                    <a:pt x="69164" y="9724"/>
                  </a:cubicBezTo>
                  <a:close/>
                  <a:moveTo>
                    <a:pt x="18462" y="138566"/>
                  </a:moveTo>
                  <a:cubicBezTo>
                    <a:pt x="17468" y="141863"/>
                    <a:pt x="16225" y="144907"/>
                    <a:pt x="16225" y="149218"/>
                  </a:cubicBezTo>
                  <a:cubicBezTo>
                    <a:pt x="16225" y="161139"/>
                    <a:pt x="26166" y="170777"/>
                    <a:pt x="39836" y="170777"/>
                  </a:cubicBezTo>
                  <a:cubicBezTo>
                    <a:pt x="64690" y="170777"/>
                    <a:pt x="75626" y="135776"/>
                    <a:pt x="75626" y="131972"/>
                  </a:cubicBezTo>
                  <a:cubicBezTo>
                    <a:pt x="75626" y="128675"/>
                    <a:pt x="72395" y="128675"/>
                    <a:pt x="71649" y="128675"/>
                  </a:cubicBezTo>
                  <a:cubicBezTo>
                    <a:pt x="68169" y="128675"/>
                    <a:pt x="67921" y="130196"/>
                    <a:pt x="66927" y="132986"/>
                  </a:cubicBezTo>
                  <a:cubicBezTo>
                    <a:pt x="61210" y="153276"/>
                    <a:pt x="50275" y="163675"/>
                    <a:pt x="40582" y="163675"/>
                  </a:cubicBezTo>
                  <a:cubicBezTo>
                    <a:pt x="35611" y="163675"/>
                    <a:pt x="34368" y="160378"/>
                    <a:pt x="34368" y="154798"/>
                  </a:cubicBezTo>
                  <a:cubicBezTo>
                    <a:pt x="34368" y="148965"/>
                    <a:pt x="36108" y="144146"/>
                    <a:pt x="38345" y="138566"/>
                  </a:cubicBezTo>
                  <a:cubicBezTo>
                    <a:pt x="40830" y="131718"/>
                    <a:pt x="43564" y="124870"/>
                    <a:pt x="46298" y="118276"/>
                  </a:cubicBezTo>
                  <a:cubicBezTo>
                    <a:pt x="48535" y="112189"/>
                    <a:pt x="57482" y="89109"/>
                    <a:pt x="58476" y="86065"/>
                  </a:cubicBezTo>
                  <a:cubicBezTo>
                    <a:pt x="59222" y="83529"/>
                    <a:pt x="59968" y="80486"/>
                    <a:pt x="59968" y="77949"/>
                  </a:cubicBezTo>
                  <a:cubicBezTo>
                    <a:pt x="59968" y="66029"/>
                    <a:pt x="50026" y="56391"/>
                    <a:pt x="36356" y="56391"/>
                  </a:cubicBezTo>
                  <a:cubicBezTo>
                    <a:pt x="11751" y="56391"/>
                    <a:pt x="318" y="90884"/>
                    <a:pt x="318" y="95196"/>
                  </a:cubicBezTo>
                  <a:cubicBezTo>
                    <a:pt x="318" y="98493"/>
                    <a:pt x="3798" y="98493"/>
                    <a:pt x="4544" y="98493"/>
                  </a:cubicBezTo>
                  <a:cubicBezTo>
                    <a:pt x="8023" y="98493"/>
                    <a:pt x="8272" y="97225"/>
                    <a:pt x="9017" y="94435"/>
                  </a:cubicBezTo>
                  <a:cubicBezTo>
                    <a:pt x="15479" y="72623"/>
                    <a:pt x="26415" y="63493"/>
                    <a:pt x="35611" y="63493"/>
                  </a:cubicBezTo>
                  <a:cubicBezTo>
                    <a:pt x="39587" y="63493"/>
                    <a:pt x="41824" y="65522"/>
                    <a:pt x="41824" y="72370"/>
                  </a:cubicBezTo>
                  <a:cubicBezTo>
                    <a:pt x="41824" y="78203"/>
                    <a:pt x="40333" y="82007"/>
                    <a:pt x="34120" y="97732"/>
                  </a:cubicBezTo>
                  <a:lnTo>
                    <a:pt x="18462" y="138566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56E40D38-7678-149B-6A6E-CF414F184504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4122993" y="9152164"/>
              <a:ext cx="315289" cy="189132"/>
            </a:xfrm>
            <a:custGeom>
              <a:avLst/>
              <a:gdLst>
                <a:gd name="connsiteX0" fmla="*/ 302832 w 315289"/>
                <a:gd name="connsiteY0" fmla="*/ 101897 h 189132"/>
                <a:gd name="connsiteX1" fmla="*/ 315614 w 315289"/>
                <a:gd name="connsiteY1" fmla="*/ 94651 h 189132"/>
                <a:gd name="connsiteX2" fmla="*/ 302832 w 315289"/>
                <a:gd name="connsiteY2" fmla="*/ 87405 h 189132"/>
                <a:gd name="connsiteX3" fmla="*/ 39025 w 315289"/>
                <a:gd name="connsiteY3" fmla="*/ 87405 h 189132"/>
                <a:gd name="connsiteX4" fmla="*/ 70980 w 315289"/>
                <a:gd name="connsiteY4" fmla="*/ 52622 h 189132"/>
                <a:gd name="connsiteX5" fmla="*/ 89798 w 315289"/>
                <a:gd name="connsiteY5" fmla="*/ 4433 h 189132"/>
                <a:gd name="connsiteX6" fmla="*/ 82697 w 315289"/>
                <a:gd name="connsiteY6" fmla="*/ 85 h 189132"/>
                <a:gd name="connsiteX7" fmla="*/ 74886 w 315289"/>
                <a:gd name="connsiteY7" fmla="*/ 7331 h 189132"/>
                <a:gd name="connsiteX8" fmla="*/ 5650 w 315289"/>
                <a:gd name="connsiteY8" fmla="*/ 89941 h 189132"/>
                <a:gd name="connsiteX9" fmla="*/ 324 w 315289"/>
                <a:gd name="connsiteY9" fmla="*/ 94651 h 189132"/>
                <a:gd name="connsiteX10" fmla="*/ 5650 w 315289"/>
                <a:gd name="connsiteY10" fmla="*/ 99361 h 189132"/>
                <a:gd name="connsiteX11" fmla="*/ 75241 w 315289"/>
                <a:gd name="connsiteY11" fmla="*/ 183782 h 189132"/>
                <a:gd name="connsiteX12" fmla="*/ 82697 w 315289"/>
                <a:gd name="connsiteY12" fmla="*/ 189217 h 189132"/>
                <a:gd name="connsiteX13" fmla="*/ 89798 w 315289"/>
                <a:gd name="connsiteY13" fmla="*/ 184869 h 189132"/>
                <a:gd name="connsiteX14" fmla="*/ 71691 w 315289"/>
                <a:gd name="connsiteY14" fmla="*/ 137043 h 189132"/>
                <a:gd name="connsiteX15" fmla="*/ 39025 w 315289"/>
                <a:gd name="connsiteY15" fmla="*/ 101897 h 189132"/>
                <a:gd name="connsiteX16" fmla="*/ 302832 w 315289"/>
                <a:gd name="connsiteY16" fmla="*/ 101897 h 18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5289" h="189132">
                  <a:moveTo>
                    <a:pt x="302832" y="101897"/>
                  </a:moveTo>
                  <a:cubicBezTo>
                    <a:pt x="309223" y="101897"/>
                    <a:pt x="315614" y="101897"/>
                    <a:pt x="315614" y="94651"/>
                  </a:cubicBezTo>
                  <a:cubicBezTo>
                    <a:pt x="315614" y="87405"/>
                    <a:pt x="309223" y="87405"/>
                    <a:pt x="302832" y="87405"/>
                  </a:cubicBezTo>
                  <a:lnTo>
                    <a:pt x="39025" y="87405"/>
                  </a:lnTo>
                  <a:cubicBezTo>
                    <a:pt x="58554" y="72187"/>
                    <a:pt x="68140" y="57332"/>
                    <a:pt x="70980" y="52622"/>
                  </a:cubicBezTo>
                  <a:cubicBezTo>
                    <a:pt x="86958" y="27621"/>
                    <a:pt x="89798" y="4795"/>
                    <a:pt x="89798" y="4433"/>
                  </a:cubicBezTo>
                  <a:cubicBezTo>
                    <a:pt x="89798" y="85"/>
                    <a:pt x="85538" y="85"/>
                    <a:pt x="82697" y="85"/>
                  </a:cubicBezTo>
                  <a:cubicBezTo>
                    <a:pt x="76661" y="85"/>
                    <a:pt x="76306" y="809"/>
                    <a:pt x="74886" y="7331"/>
                  </a:cubicBezTo>
                  <a:cubicBezTo>
                    <a:pt x="66720" y="42839"/>
                    <a:pt x="45772" y="72912"/>
                    <a:pt x="5650" y="89941"/>
                  </a:cubicBezTo>
                  <a:cubicBezTo>
                    <a:pt x="1745" y="91390"/>
                    <a:pt x="324" y="92115"/>
                    <a:pt x="324" y="94651"/>
                  </a:cubicBezTo>
                  <a:cubicBezTo>
                    <a:pt x="324" y="97187"/>
                    <a:pt x="2100" y="97912"/>
                    <a:pt x="5650" y="99361"/>
                  </a:cubicBezTo>
                  <a:cubicBezTo>
                    <a:pt x="42576" y="114941"/>
                    <a:pt x="66365" y="143202"/>
                    <a:pt x="75241" y="183782"/>
                  </a:cubicBezTo>
                  <a:cubicBezTo>
                    <a:pt x="76306" y="188130"/>
                    <a:pt x="76661" y="189217"/>
                    <a:pt x="82697" y="189217"/>
                  </a:cubicBezTo>
                  <a:cubicBezTo>
                    <a:pt x="85538" y="189217"/>
                    <a:pt x="89798" y="189217"/>
                    <a:pt x="89798" y="184869"/>
                  </a:cubicBezTo>
                  <a:cubicBezTo>
                    <a:pt x="89798" y="184145"/>
                    <a:pt x="86603" y="161318"/>
                    <a:pt x="71691" y="137043"/>
                  </a:cubicBezTo>
                  <a:cubicBezTo>
                    <a:pt x="64589" y="126173"/>
                    <a:pt x="54293" y="113492"/>
                    <a:pt x="39025" y="101897"/>
                  </a:cubicBezTo>
                  <a:lnTo>
                    <a:pt x="302832" y="101897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42C47B74-141A-78FA-C333-51F6475BD638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4567087" y="9177164"/>
              <a:ext cx="163680" cy="234423"/>
            </a:xfrm>
            <a:custGeom>
              <a:avLst/>
              <a:gdLst>
                <a:gd name="connsiteX0" fmla="*/ 162597 w 163680"/>
                <a:gd name="connsiteY0" fmla="*/ 22186 h 234423"/>
                <a:gd name="connsiteX1" fmla="*/ 164018 w 163680"/>
                <a:gd name="connsiteY1" fmla="*/ 13853 h 234423"/>
                <a:gd name="connsiteX2" fmla="*/ 153721 w 163680"/>
                <a:gd name="connsiteY2" fmla="*/ 4070 h 234423"/>
                <a:gd name="connsiteX3" fmla="*/ 141294 w 163680"/>
                <a:gd name="connsiteY3" fmla="*/ 11679 h 234423"/>
                <a:gd name="connsiteX4" fmla="*/ 136323 w 163680"/>
                <a:gd name="connsiteY4" fmla="*/ 31244 h 234423"/>
                <a:gd name="connsiteX5" fmla="*/ 129222 w 163680"/>
                <a:gd name="connsiteY5" fmla="*/ 60230 h 234423"/>
                <a:gd name="connsiteX6" fmla="*/ 113245 w 163680"/>
                <a:gd name="connsiteY6" fmla="*/ 125449 h 234423"/>
                <a:gd name="connsiteX7" fmla="*/ 73124 w 163680"/>
                <a:gd name="connsiteY7" fmla="*/ 156246 h 234423"/>
                <a:gd name="connsiteX8" fmla="*/ 51110 w 163680"/>
                <a:gd name="connsiteY8" fmla="*/ 126898 h 234423"/>
                <a:gd name="connsiteX9" fmla="*/ 69218 w 163680"/>
                <a:gd name="connsiteY9" fmla="*/ 55882 h 234423"/>
                <a:gd name="connsiteX10" fmla="*/ 76319 w 163680"/>
                <a:gd name="connsiteY10" fmla="*/ 29795 h 234423"/>
                <a:gd name="connsiteX11" fmla="*/ 47204 w 163680"/>
                <a:gd name="connsiteY11" fmla="*/ 85 h 234423"/>
                <a:gd name="connsiteX12" fmla="*/ 337 w 163680"/>
                <a:gd name="connsiteY12" fmla="*/ 55882 h 234423"/>
                <a:gd name="connsiteX13" fmla="*/ 4598 w 163680"/>
                <a:gd name="connsiteY13" fmla="*/ 59506 h 234423"/>
                <a:gd name="connsiteX14" fmla="*/ 10279 w 163680"/>
                <a:gd name="connsiteY14" fmla="*/ 52984 h 234423"/>
                <a:gd name="connsiteX15" fmla="*/ 46139 w 163680"/>
                <a:gd name="connsiteY15" fmla="*/ 8056 h 234423"/>
                <a:gd name="connsiteX16" fmla="*/ 55016 w 163680"/>
                <a:gd name="connsiteY16" fmla="*/ 19650 h 234423"/>
                <a:gd name="connsiteX17" fmla="*/ 48980 w 163680"/>
                <a:gd name="connsiteY17" fmla="*/ 45013 h 234423"/>
                <a:gd name="connsiteX18" fmla="*/ 28387 w 163680"/>
                <a:gd name="connsiteY18" fmla="*/ 121101 h 234423"/>
                <a:gd name="connsiteX19" fmla="*/ 71703 w 163680"/>
                <a:gd name="connsiteY19" fmla="*/ 164217 h 234423"/>
                <a:gd name="connsiteX20" fmla="*/ 107564 w 163680"/>
                <a:gd name="connsiteY20" fmla="*/ 147913 h 234423"/>
                <a:gd name="connsiteX21" fmla="*/ 84485 w 163680"/>
                <a:gd name="connsiteY21" fmla="*/ 203710 h 234423"/>
                <a:gd name="connsiteX22" fmla="*/ 45429 w 163680"/>
                <a:gd name="connsiteY22" fmla="*/ 226537 h 234423"/>
                <a:gd name="connsiteX23" fmla="*/ 18445 w 163680"/>
                <a:gd name="connsiteY23" fmla="*/ 211319 h 234423"/>
                <a:gd name="connsiteX24" fmla="*/ 33712 w 163680"/>
                <a:gd name="connsiteY24" fmla="*/ 206971 h 234423"/>
                <a:gd name="connsiteX25" fmla="*/ 40813 w 163680"/>
                <a:gd name="connsiteY25" fmla="*/ 192116 h 234423"/>
                <a:gd name="connsiteX26" fmla="*/ 27676 w 163680"/>
                <a:gd name="connsiteY26" fmla="*/ 179435 h 234423"/>
                <a:gd name="connsiteX27" fmla="*/ 7793 w 163680"/>
                <a:gd name="connsiteY27" fmla="*/ 202986 h 234423"/>
                <a:gd name="connsiteX28" fmla="*/ 45429 w 163680"/>
                <a:gd name="connsiteY28" fmla="*/ 234508 h 234423"/>
                <a:gd name="connsiteX29" fmla="*/ 128512 w 163680"/>
                <a:gd name="connsiteY29" fmla="*/ 160594 h 234423"/>
                <a:gd name="connsiteX30" fmla="*/ 162597 w 163680"/>
                <a:gd name="connsiteY30" fmla="*/ 22186 h 23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680" h="234423">
                  <a:moveTo>
                    <a:pt x="162597" y="22186"/>
                  </a:moveTo>
                  <a:cubicBezTo>
                    <a:pt x="164018" y="17114"/>
                    <a:pt x="164018" y="16389"/>
                    <a:pt x="164018" y="13853"/>
                  </a:cubicBezTo>
                  <a:cubicBezTo>
                    <a:pt x="164018" y="7331"/>
                    <a:pt x="159047" y="4070"/>
                    <a:pt x="153721" y="4070"/>
                  </a:cubicBezTo>
                  <a:cubicBezTo>
                    <a:pt x="150171" y="4070"/>
                    <a:pt x="144490" y="6244"/>
                    <a:pt x="141294" y="11679"/>
                  </a:cubicBezTo>
                  <a:cubicBezTo>
                    <a:pt x="140584" y="13491"/>
                    <a:pt x="137744" y="24723"/>
                    <a:pt x="136323" y="31244"/>
                  </a:cubicBezTo>
                  <a:cubicBezTo>
                    <a:pt x="133838" y="40665"/>
                    <a:pt x="131353" y="50448"/>
                    <a:pt x="129222" y="60230"/>
                  </a:cubicBezTo>
                  <a:lnTo>
                    <a:pt x="113245" y="125449"/>
                  </a:lnTo>
                  <a:cubicBezTo>
                    <a:pt x="111825" y="130883"/>
                    <a:pt x="96557" y="156246"/>
                    <a:pt x="73124" y="156246"/>
                  </a:cubicBezTo>
                  <a:cubicBezTo>
                    <a:pt x="55016" y="156246"/>
                    <a:pt x="51110" y="140304"/>
                    <a:pt x="51110" y="126898"/>
                  </a:cubicBezTo>
                  <a:cubicBezTo>
                    <a:pt x="51110" y="110231"/>
                    <a:pt x="57146" y="87767"/>
                    <a:pt x="69218" y="55882"/>
                  </a:cubicBezTo>
                  <a:cubicBezTo>
                    <a:pt x="74899" y="41027"/>
                    <a:pt x="76319" y="37042"/>
                    <a:pt x="76319" y="29795"/>
                  </a:cubicBezTo>
                  <a:cubicBezTo>
                    <a:pt x="76319" y="13491"/>
                    <a:pt x="64957" y="85"/>
                    <a:pt x="47204" y="85"/>
                  </a:cubicBezTo>
                  <a:cubicBezTo>
                    <a:pt x="13474" y="85"/>
                    <a:pt x="337" y="52622"/>
                    <a:pt x="337" y="55882"/>
                  </a:cubicBezTo>
                  <a:cubicBezTo>
                    <a:pt x="337" y="59506"/>
                    <a:pt x="3888" y="59506"/>
                    <a:pt x="4598" y="59506"/>
                  </a:cubicBezTo>
                  <a:cubicBezTo>
                    <a:pt x="8148" y="59506"/>
                    <a:pt x="8503" y="58781"/>
                    <a:pt x="10279" y="52984"/>
                  </a:cubicBezTo>
                  <a:cubicBezTo>
                    <a:pt x="19865" y="18925"/>
                    <a:pt x="34067" y="8056"/>
                    <a:pt x="46139" y="8056"/>
                  </a:cubicBezTo>
                  <a:cubicBezTo>
                    <a:pt x="48980" y="8056"/>
                    <a:pt x="55016" y="8056"/>
                    <a:pt x="55016" y="19650"/>
                  </a:cubicBezTo>
                  <a:cubicBezTo>
                    <a:pt x="55016" y="28708"/>
                    <a:pt x="51465" y="38129"/>
                    <a:pt x="48980" y="45013"/>
                  </a:cubicBezTo>
                  <a:cubicBezTo>
                    <a:pt x="34778" y="83419"/>
                    <a:pt x="28387" y="104071"/>
                    <a:pt x="28387" y="121101"/>
                  </a:cubicBezTo>
                  <a:cubicBezTo>
                    <a:pt x="28387" y="153347"/>
                    <a:pt x="50755" y="164217"/>
                    <a:pt x="71703" y="164217"/>
                  </a:cubicBezTo>
                  <a:cubicBezTo>
                    <a:pt x="85550" y="164217"/>
                    <a:pt x="97622" y="158058"/>
                    <a:pt x="107564" y="147913"/>
                  </a:cubicBezTo>
                  <a:cubicBezTo>
                    <a:pt x="102948" y="166753"/>
                    <a:pt x="98687" y="184507"/>
                    <a:pt x="84485" y="203710"/>
                  </a:cubicBezTo>
                  <a:cubicBezTo>
                    <a:pt x="75254" y="216029"/>
                    <a:pt x="61762" y="226537"/>
                    <a:pt x="45429" y="226537"/>
                  </a:cubicBezTo>
                  <a:cubicBezTo>
                    <a:pt x="40458" y="226537"/>
                    <a:pt x="24481" y="225450"/>
                    <a:pt x="18445" y="211319"/>
                  </a:cubicBezTo>
                  <a:cubicBezTo>
                    <a:pt x="24126" y="211319"/>
                    <a:pt x="28742" y="211319"/>
                    <a:pt x="33712" y="206971"/>
                  </a:cubicBezTo>
                  <a:cubicBezTo>
                    <a:pt x="37263" y="203710"/>
                    <a:pt x="40813" y="199000"/>
                    <a:pt x="40813" y="192116"/>
                  </a:cubicBezTo>
                  <a:cubicBezTo>
                    <a:pt x="40813" y="180884"/>
                    <a:pt x="31227" y="179435"/>
                    <a:pt x="27676" y="179435"/>
                  </a:cubicBezTo>
                  <a:cubicBezTo>
                    <a:pt x="19510" y="179435"/>
                    <a:pt x="7793" y="185232"/>
                    <a:pt x="7793" y="202986"/>
                  </a:cubicBezTo>
                  <a:cubicBezTo>
                    <a:pt x="7793" y="221102"/>
                    <a:pt x="23416" y="234508"/>
                    <a:pt x="45429" y="234508"/>
                  </a:cubicBezTo>
                  <a:cubicBezTo>
                    <a:pt x="82000" y="234508"/>
                    <a:pt x="118571" y="201536"/>
                    <a:pt x="128512" y="160594"/>
                  </a:cubicBezTo>
                  <a:lnTo>
                    <a:pt x="162597" y="22186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6EC446E2-0F4F-40A3-8FE9-397FB35EB6ED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4758767" y="9011694"/>
              <a:ext cx="127748" cy="178552"/>
            </a:xfrm>
            <a:custGeom>
              <a:avLst/>
              <a:gdLst>
                <a:gd name="connsiteX0" fmla="*/ 127097 w 127748"/>
                <a:gd name="connsiteY0" fmla="*/ 7689 h 178552"/>
                <a:gd name="connsiteX1" fmla="*/ 128091 w 127748"/>
                <a:gd name="connsiteY1" fmla="*/ 3631 h 178552"/>
                <a:gd name="connsiteX2" fmla="*/ 124115 w 127748"/>
                <a:gd name="connsiteY2" fmla="*/ 81 h 178552"/>
                <a:gd name="connsiteX3" fmla="*/ 92302 w 127748"/>
                <a:gd name="connsiteY3" fmla="*/ 2617 h 178552"/>
                <a:gd name="connsiteX4" fmla="*/ 86834 w 127748"/>
                <a:gd name="connsiteY4" fmla="*/ 8450 h 178552"/>
                <a:gd name="connsiteX5" fmla="*/ 93296 w 127748"/>
                <a:gd name="connsiteY5" fmla="*/ 12001 h 178552"/>
                <a:gd name="connsiteX6" fmla="*/ 105226 w 127748"/>
                <a:gd name="connsiteY6" fmla="*/ 15805 h 178552"/>
                <a:gd name="connsiteX7" fmla="*/ 104232 w 127748"/>
                <a:gd name="connsiteY7" fmla="*/ 21385 h 178552"/>
                <a:gd name="connsiteX8" fmla="*/ 90065 w 127748"/>
                <a:gd name="connsiteY8" fmla="*/ 79212 h 178552"/>
                <a:gd name="connsiteX9" fmla="*/ 64465 w 127748"/>
                <a:gd name="connsiteY9" fmla="*/ 64248 h 178552"/>
                <a:gd name="connsiteX10" fmla="*/ 342 w 127748"/>
                <a:gd name="connsiteY10" fmla="*/ 136531 h 178552"/>
                <a:gd name="connsiteX11" fmla="*/ 37872 w 127748"/>
                <a:gd name="connsiteY11" fmla="*/ 178633 h 178552"/>
                <a:gd name="connsiteX12" fmla="*/ 73164 w 127748"/>
                <a:gd name="connsiteY12" fmla="*/ 160880 h 178552"/>
                <a:gd name="connsiteX13" fmla="*/ 98764 w 127748"/>
                <a:gd name="connsiteY13" fmla="*/ 178633 h 178552"/>
                <a:gd name="connsiteX14" fmla="*/ 118398 w 127748"/>
                <a:gd name="connsiteY14" fmla="*/ 165191 h 178552"/>
                <a:gd name="connsiteX15" fmla="*/ 127097 w 127748"/>
                <a:gd name="connsiteY15" fmla="*/ 139829 h 178552"/>
                <a:gd name="connsiteX16" fmla="*/ 123121 w 127748"/>
                <a:gd name="connsiteY16" fmla="*/ 136531 h 178552"/>
                <a:gd name="connsiteX17" fmla="*/ 117653 w 127748"/>
                <a:gd name="connsiteY17" fmla="*/ 144394 h 178552"/>
                <a:gd name="connsiteX18" fmla="*/ 99509 w 127748"/>
                <a:gd name="connsiteY18" fmla="*/ 171532 h 178552"/>
                <a:gd name="connsiteX19" fmla="*/ 91308 w 127748"/>
                <a:gd name="connsiteY19" fmla="*/ 159104 h 178552"/>
                <a:gd name="connsiteX20" fmla="*/ 92550 w 127748"/>
                <a:gd name="connsiteY20" fmla="*/ 148706 h 178552"/>
                <a:gd name="connsiteX21" fmla="*/ 127097 w 127748"/>
                <a:gd name="connsiteY21" fmla="*/ 7689 h 178552"/>
                <a:gd name="connsiteX22" fmla="*/ 74158 w 127748"/>
                <a:gd name="connsiteY22" fmla="*/ 144394 h 178552"/>
                <a:gd name="connsiteX23" fmla="*/ 61483 w 127748"/>
                <a:gd name="connsiteY23" fmla="*/ 161387 h 178552"/>
                <a:gd name="connsiteX24" fmla="*/ 38617 w 127748"/>
                <a:gd name="connsiteY24" fmla="*/ 171532 h 178552"/>
                <a:gd name="connsiteX25" fmla="*/ 20474 w 127748"/>
                <a:gd name="connsiteY25" fmla="*/ 146930 h 178552"/>
                <a:gd name="connsiteX26" fmla="*/ 33398 w 127748"/>
                <a:gd name="connsiteY26" fmla="*/ 95444 h 178552"/>
                <a:gd name="connsiteX27" fmla="*/ 64465 w 127748"/>
                <a:gd name="connsiteY27" fmla="*/ 71350 h 178552"/>
                <a:gd name="connsiteX28" fmla="*/ 86585 w 127748"/>
                <a:gd name="connsiteY28" fmla="*/ 93415 h 178552"/>
                <a:gd name="connsiteX29" fmla="*/ 85840 w 127748"/>
                <a:gd name="connsiteY29" fmla="*/ 96966 h 178552"/>
                <a:gd name="connsiteX30" fmla="*/ 74158 w 127748"/>
                <a:gd name="connsiteY30" fmla="*/ 144394 h 17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7748" h="178552">
                  <a:moveTo>
                    <a:pt x="127097" y="7689"/>
                  </a:moveTo>
                  <a:cubicBezTo>
                    <a:pt x="127346" y="7182"/>
                    <a:pt x="128091" y="3885"/>
                    <a:pt x="128091" y="3631"/>
                  </a:cubicBezTo>
                  <a:cubicBezTo>
                    <a:pt x="128091" y="2363"/>
                    <a:pt x="127097" y="81"/>
                    <a:pt x="124115" y="81"/>
                  </a:cubicBezTo>
                  <a:cubicBezTo>
                    <a:pt x="119144" y="81"/>
                    <a:pt x="98515" y="2110"/>
                    <a:pt x="92302" y="2617"/>
                  </a:cubicBezTo>
                  <a:cubicBezTo>
                    <a:pt x="90313" y="2870"/>
                    <a:pt x="86834" y="3124"/>
                    <a:pt x="86834" y="8450"/>
                  </a:cubicBezTo>
                  <a:cubicBezTo>
                    <a:pt x="86834" y="12001"/>
                    <a:pt x="90313" y="12001"/>
                    <a:pt x="93296" y="12001"/>
                  </a:cubicBezTo>
                  <a:cubicBezTo>
                    <a:pt x="105226" y="12001"/>
                    <a:pt x="105226" y="13776"/>
                    <a:pt x="105226" y="15805"/>
                  </a:cubicBezTo>
                  <a:cubicBezTo>
                    <a:pt x="105226" y="17581"/>
                    <a:pt x="104729" y="19103"/>
                    <a:pt x="104232" y="21385"/>
                  </a:cubicBezTo>
                  <a:lnTo>
                    <a:pt x="90065" y="79212"/>
                  </a:lnTo>
                  <a:cubicBezTo>
                    <a:pt x="84846" y="70842"/>
                    <a:pt x="76395" y="64248"/>
                    <a:pt x="64465" y="64248"/>
                  </a:cubicBezTo>
                  <a:cubicBezTo>
                    <a:pt x="32652" y="64248"/>
                    <a:pt x="342" y="100009"/>
                    <a:pt x="342" y="136531"/>
                  </a:cubicBezTo>
                  <a:cubicBezTo>
                    <a:pt x="342" y="161133"/>
                    <a:pt x="16497" y="178633"/>
                    <a:pt x="37872" y="178633"/>
                  </a:cubicBezTo>
                  <a:cubicBezTo>
                    <a:pt x="51293" y="178633"/>
                    <a:pt x="63223" y="170771"/>
                    <a:pt x="73164" y="160880"/>
                  </a:cubicBezTo>
                  <a:cubicBezTo>
                    <a:pt x="77886" y="176097"/>
                    <a:pt x="92302" y="178633"/>
                    <a:pt x="98764" y="178633"/>
                  </a:cubicBezTo>
                  <a:cubicBezTo>
                    <a:pt x="107711" y="178633"/>
                    <a:pt x="113925" y="173054"/>
                    <a:pt x="118398" y="165191"/>
                  </a:cubicBezTo>
                  <a:cubicBezTo>
                    <a:pt x="123866" y="155300"/>
                    <a:pt x="127097" y="140843"/>
                    <a:pt x="127097" y="139829"/>
                  </a:cubicBezTo>
                  <a:cubicBezTo>
                    <a:pt x="127097" y="136531"/>
                    <a:pt x="123866" y="136531"/>
                    <a:pt x="123121" y="136531"/>
                  </a:cubicBezTo>
                  <a:cubicBezTo>
                    <a:pt x="119641" y="136531"/>
                    <a:pt x="119392" y="137546"/>
                    <a:pt x="117653" y="144394"/>
                  </a:cubicBezTo>
                  <a:cubicBezTo>
                    <a:pt x="114670" y="156568"/>
                    <a:pt x="109948" y="171532"/>
                    <a:pt x="99509" y="171532"/>
                  </a:cubicBezTo>
                  <a:cubicBezTo>
                    <a:pt x="93047" y="171532"/>
                    <a:pt x="91308" y="165952"/>
                    <a:pt x="91308" y="159104"/>
                  </a:cubicBezTo>
                  <a:cubicBezTo>
                    <a:pt x="91308" y="154285"/>
                    <a:pt x="91805" y="152003"/>
                    <a:pt x="92550" y="148706"/>
                  </a:cubicBezTo>
                  <a:lnTo>
                    <a:pt x="127097" y="7689"/>
                  </a:lnTo>
                  <a:close/>
                  <a:moveTo>
                    <a:pt x="74158" y="144394"/>
                  </a:moveTo>
                  <a:cubicBezTo>
                    <a:pt x="72419" y="151495"/>
                    <a:pt x="66951" y="156568"/>
                    <a:pt x="61483" y="161387"/>
                  </a:cubicBezTo>
                  <a:cubicBezTo>
                    <a:pt x="59246" y="163416"/>
                    <a:pt x="49305" y="171532"/>
                    <a:pt x="38617" y="171532"/>
                  </a:cubicBezTo>
                  <a:cubicBezTo>
                    <a:pt x="29421" y="171532"/>
                    <a:pt x="20474" y="164938"/>
                    <a:pt x="20474" y="146930"/>
                  </a:cubicBezTo>
                  <a:cubicBezTo>
                    <a:pt x="20474" y="133488"/>
                    <a:pt x="27682" y="105589"/>
                    <a:pt x="33398" y="95444"/>
                  </a:cubicBezTo>
                  <a:cubicBezTo>
                    <a:pt x="44831" y="75154"/>
                    <a:pt x="57506" y="71350"/>
                    <a:pt x="64465" y="71350"/>
                  </a:cubicBezTo>
                  <a:cubicBezTo>
                    <a:pt x="81863" y="71350"/>
                    <a:pt x="86585" y="90625"/>
                    <a:pt x="86585" y="93415"/>
                  </a:cubicBezTo>
                  <a:cubicBezTo>
                    <a:pt x="86585" y="94430"/>
                    <a:pt x="86088" y="96205"/>
                    <a:pt x="85840" y="96966"/>
                  </a:cubicBezTo>
                  <a:lnTo>
                    <a:pt x="74158" y="144394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20D33FF2-D1A1-A012-DC1A-E29B09B92FA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4742549" y="9258729"/>
              <a:ext cx="75307" cy="170690"/>
            </a:xfrm>
            <a:custGeom>
              <a:avLst/>
              <a:gdLst>
                <a:gd name="connsiteX0" fmla="*/ 69187 w 75307"/>
                <a:gd name="connsiteY0" fmla="*/ 9725 h 170690"/>
                <a:gd name="connsiteX1" fmla="*/ 59246 w 75307"/>
                <a:gd name="connsiteY1" fmla="*/ 87 h 170690"/>
                <a:gd name="connsiteX2" fmla="*/ 45328 w 75307"/>
                <a:gd name="connsiteY2" fmla="*/ 14037 h 170690"/>
                <a:gd name="connsiteX3" fmla="*/ 55269 w 75307"/>
                <a:gd name="connsiteY3" fmla="*/ 23674 h 170690"/>
                <a:gd name="connsiteX4" fmla="*/ 69187 w 75307"/>
                <a:gd name="connsiteY4" fmla="*/ 9725 h 170690"/>
                <a:gd name="connsiteX5" fmla="*/ 18485 w 75307"/>
                <a:gd name="connsiteY5" fmla="*/ 138567 h 170690"/>
                <a:gd name="connsiteX6" fmla="*/ 16249 w 75307"/>
                <a:gd name="connsiteY6" fmla="*/ 149219 h 170690"/>
                <a:gd name="connsiteX7" fmla="*/ 39860 w 75307"/>
                <a:gd name="connsiteY7" fmla="*/ 170778 h 170690"/>
                <a:gd name="connsiteX8" fmla="*/ 75649 w 75307"/>
                <a:gd name="connsiteY8" fmla="*/ 131973 h 170690"/>
                <a:gd name="connsiteX9" fmla="*/ 71673 w 75307"/>
                <a:gd name="connsiteY9" fmla="*/ 128676 h 170690"/>
                <a:gd name="connsiteX10" fmla="*/ 66950 w 75307"/>
                <a:gd name="connsiteY10" fmla="*/ 132987 h 170690"/>
                <a:gd name="connsiteX11" fmla="*/ 40605 w 75307"/>
                <a:gd name="connsiteY11" fmla="*/ 163676 h 170690"/>
                <a:gd name="connsiteX12" fmla="*/ 34392 w 75307"/>
                <a:gd name="connsiteY12" fmla="*/ 154799 h 170690"/>
                <a:gd name="connsiteX13" fmla="*/ 38368 w 75307"/>
                <a:gd name="connsiteY13" fmla="*/ 138567 h 170690"/>
                <a:gd name="connsiteX14" fmla="*/ 46322 w 75307"/>
                <a:gd name="connsiteY14" fmla="*/ 118277 h 170690"/>
                <a:gd name="connsiteX15" fmla="*/ 58500 w 75307"/>
                <a:gd name="connsiteY15" fmla="*/ 86066 h 170690"/>
                <a:gd name="connsiteX16" fmla="*/ 59991 w 75307"/>
                <a:gd name="connsiteY16" fmla="*/ 77950 h 170690"/>
                <a:gd name="connsiteX17" fmla="*/ 36380 w 75307"/>
                <a:gd name="connsiteY17" fmla="*/ 56392 h 170690"/>
                <a:gd name="connsiteX18" fmla="*/ 342 w 75307"/>
                <a:gd name="connsiteY18" fmla="*/ 95197 h 170690"/>
                <a:gd name="connsiteX19" fmla="*/ 4567 w 75307"/>
                <a:gd name="connsiteY19" fmla="*/ 98494 h 170690"/>
                <a:gd name="connsiteX20" fmla="*/ 9041 w 75307"/>
                <a:gd name="connsiteY20" fmla="*/ 94436 h 170690"/>
                <a:gd name="connsiteX21" fmla="*/ 35635 w 75307"/>
                <a:gd name="connsiteY21" fmla="*/ 63494 h 170690"/>
                <a:gd name="connsiteX22" fmla="*/ 41848 w 75307"/>
                <a:gd name="connsiteY22" fmla="*/ 72371 h 170690"/>
                <a:gd name="connsiteX23" fmla="*/ 34143 w 75307"/>
                <a:gd name="connsiteY23" fmla="*/ 97733 h 170690"/>
                <a:gd name="connsiteX24" fmla="*/ 18485 w 75307"/>
                <a:gd name="connsiteY24" fmla="*/ 138567 h 1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307" h="170690">
                  <a:moveTo>
                    <a:pt x="69187" y="9725"/>
                  </a:moveTo>
                  <a:cubicBezTo>
                    <a:pt x="69187" y="5667"/>
                    <a:pt x="66205" y="87"/>
                    <a:pt x="59246" y="87"/>
                  </a:cubicBezTo>
                  <a:cubicBezTo>
                    <a:pt x="52535" y="87"/>
                    <a:pt x="45328" y="6681"/>
                    <a:pt x="45328" y="14037"/>
                  </a:cubicBezTo>
                  <a:cubicBezTo>
                    <a:pt x="45328" y="18348"/>
                    <a:pt x="48559" y="23674"/>
                    <a:pt x="55269" y="23674"/>
                  </a:cubicBezTo>
                  <a:cubicBezTo>
                    <a:pt x="62477" y="23674"/>
                    <a:pt x="69187" y="16573"/>
                    <a:pt x="69187" y="9725"/>
                  </a:cubicBezTo>
                  <a:close/>
                  <a:moveTo>
                    <a:pt x="18485" y="138567"/>
                  </a:moveTo>
                  <a:cubicBezTo>
                    <a:pt x="17491" y="141864"/>
                    <a:pt x="16249" y="144908"/>
                    <a:pt x="16249" y="149219"/>
                  </a:cubicBezTo>
                  <a:cubicBezTo>
                    <a:pt x="16249" y="161140"/>
                    <a:pt x="26190" y="170778"/>
                    <a:pt x="39860" y="170778"/>
                  </a:cubicBezTo>
                  <a:cubicBezTo>
                    <a:pt x="64714" y="170778"/>
                    <a:pt x="75649" y="135777"/>
                    <a:pt x="75649" y="131973"/>
                  </a:cubicBezTo>
                  <a:cubicBezTo>
                    <a:pt x="75649" y="128676"/>
                    <a:pt x="72418" y="128676"/>
                    <a:pt x="71673" y="128676"/>
                  </a:cubicBezTo>
                  <a:cubicBezTo>
                    <a:pt x="68193" y="128676"/>
                    <a:pt x="67945" y="130197"/>
                    <a:pt x="66950" y="132987"/>
                  </a:cubicBezTo>
                  <a:cubicBezTo>
                    <a:pt x="61234" y="153277"/>
                    <a:pt x="50298" y="163676"/>
                    <a:pt x="40605" y="163676"/>
                  </a:cubicBezTo>
                  <a:cubicBezTo>
                    <a:pt x="35635" y="163676"/>
                    <a:pt x="34392" y="160379"/>
                    <a:pt x="34392" y="154799"/>
                  </a:cubicBezTo>
                  <a:cubicBezTo>
                    <a:pt x="34392" y="148966"/>
                    <a:pt x="36132" y="144147"/>
                    <a:pt x="38368" y="138567"/>
                  </a:cubicBezTo>
                  <a:cubicBezTo>
                    <a:pt x="40854" y="131719"/>
                    <a:pt x="43588" y="124871"/>
                    <a:pt x="46322" y="118277"/>
                  </a:cubicBezTo>
                  <a:cubicBezTo>
                    <a:pt x="48559" y="112190"/>
                    <a:pt x="57506" y="89110"/>
                    <a:pt x="58500" y="86066"/>
                  </a:cubicBezTo>
                  <a:cubicBezTo>
                    <a:pt x="59246" y="83530"/>
                    <a:pt x="59991" y="80487"/>
                    <a:pt x="59991" y="77950"/>
                  </a:cubicBezTo>
                  <a:cubicBezTo>
                    <a:pt x="59991" y="66030"/>
                    <a:pt x="50050" y="56392"/>
                    <a:pt x="36380" y="56392"/>
                  </a:cubicBezTo>
                  <a:cubicBezTo>
                    <a:pt x="11775" y="56392"/>
                    <a:pt x="342" y="90885"/>
                    <a:pt x="342" y="95197"/>
                  </a:cubicBezTo>
                  <a:cubicBezTo>
                    <a:pt x="342" y="98494"/>
                    <a:pt x="3822" y="98494"/>
                    <a:pt x="4567" y="98494"/>
                  </a:cubicBezTo>
                  <a:cubicBezTo>
                    <a:pt x="8047" y="98494"/>
                    <a:pt x="8295" y="97226"/>
                    <a:pt x="9041" y="94436"/>
                  </a:cubicBezTo>
                  <a:cubicBezTo>
                    <a:pt x="15503" y="72624"/>
                    <a:pt x="26439" y="63494"/>
                    <a:pt x="35635" y="63494"/>
                  </a:cubicBezTo>
                  <a:cubicBezTo>
                    <a:pt x="39611" y="63494"/>
                    <a:pt x="41848" y="65523"/>
                    <a:pt x="41848" y="72371"/>
                  </a:cubicBezTo>
                  <a:cubicBezTo>
                    <a:pt x="41848" y="78204"/>
                    <a:pt x="40357" y="82008"/>
                    <a:pt x="34143" y="97733"/>
                  </a:cubicBezTo>
                  <a:lnTo>
                    <a:pt x="18485" y="138567"/>
                  </a:lnTo>
                  <a:close/>
                </a:path>
              </a:pathLst>
            </a:custGeom>
            <a:grpFill/>
            <a:ln w="3537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111683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1030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Minimization: set derivatives zero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20A43E-1D73-592F-3267-8DA7C228432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070987" y="798965"/>
            <a:ext cx="4086064" cy="972677"/>
            <a:chOff x="8831127" y="5194445"/>
            <a:chExt cx="4086064" cy="97267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3B3A16B-C98B-55AB-28EB-64DCEC703BE4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8831127" y="5504683"/>
              <a:ext cx="254049" cy="249761"/>
            </a:xfrm>
            <a:custGeom>
              <a:avLst/>
              <a:gdLst>
                <a:gd name="connsiteX0" fmla="*/ 119017 w 254049"/>
                <a:gd name="connsiteY0" fmla="*/ 24535 h 249761"/>
                <a:gd name="connsiteX1" fmla="*/ 128980 w 254049"/>
                <a:gd name="connsiteY1" fmla="*/ 11427 h 249761"/>
                <a:gd name="connsiteX2" fmla="*/ 150684 w 254049"/>
                <a:gd name="connsiteY2" fmla="*/ 11073 h 249761"/>
                <a:gd name="connsiteX3" fmla="*/ 215442 w 254049"/>
                <a:gd name="connsiteY3" fmla="*/ 46145 h 249761"/>
                <a:gd name="connsiteX4" fmla="*/ 195872 w 254049"/>
                <a:gd name="connsiteY4" fmla="*/ 96452 h 249761"/>
                <a:gd name="connsiteX5" fmla="*/ 135740 w 254049"/>
                <a:gd name="connsiteY5" fmla="*/ 117000 h 249761"/>
                <a:gd name="connsiteX6" fmla="*/ 95889 w 254049"/>
                <a:gd name="connsiteY6" fmla="*/ 117000 h 249761"/>
                <a:gd name="connsiteX7" fmla="*/ 119017 w 254049"/>
                <a:gd name="connsiteY7" fmla="*/ 24535 h 249761"/>
                <a:gd name="connsiteX8" fmla="*/ 170254 w 254049"/>
                <a:gd name="connsiteY8" fmla="*/ 121605 h 249761"/>
                <a:gd name="connsiteX9" fmla="*/ 248532 w 254049"/>
                <a:gd name="connsiteY9" fmla="*/ 53231 h 249761"/>
                <a:gd name="connsiteX10" fmla="*/ 169898 w 254049"/>
                <a:gd name="connsiteY10" fmla="*/ 90 h 249761"/>
                <a:gd name="connsiteX11" fmla="*/ 68492 w 254049"/>
                <a:gd name="connsiteY11" fmla="*/ 90 h 249761"/>
                <a:gd name="connsiteX12" fmla="*/ 58173 w 254049"/>
                <a:gd name="connsiteY12" fmla="*/ 7176 h 249761"/>
                <a:gd name="connsiteX13" fmla="*/ 68136 w 254049"/>
                <a:gd name="connsiteY13" fmla="*/ 11073 h 249761"/>
                <a:gd name="connsiteX14" fmla="*/ 81657 w 254049"/>
                <a:gd name="connsiteY14" fmla="*/ 11781 h 249761"/>
                <a:gd name="connsiteX15" fmla="*/ 91264 w 254049"/>
                <a:gd name="connsiteY15" fmla="*/ 17449 h 249761"/>
                <a:gd name="connsiteX16" fmla="*/ 89840 w 254049"/>
                <a:gd name="connsiteY16" fmla="*/ 24181 h 249761"/>
                <a:gd name="connsiteX17" fmla="*/ 42162 w 254049"/>
                <a:gd name="connsiteY17" fmla="*/ 214424 h 249761"/>
                <a:gd name="connsiteX18" fmla="*/ 9783 w 254049"/>
                <a:gd name="connsiteY18" fmla="*/ 231075 h 249761"/>
                <a:gd name="connsiteX19" fmla="*/ 176 w 254049"/>
                <a:gd name="connsiteY19" fmla="*/ 238161 h 249761"/>
                <a:gd name="connsiteX20" fmla="*/ 5157 w 254049"/>
                <a:gd name="connsiteY20" fmla="*/ 242058 h 249761"/>
                <a:gd name="connsiteX21" fmla="*/ 49989 w 254049"/>
                <a:gd name="connsiteY21" fmla="*/ 240995 h 249761"/>
                <a:gd name="connsiteX22" fmla="*/ 95177 w 254049"/>
                <a:gd name="connsiteY22" fmla="*/ 242058 h 249761"/>
                <a:gd name="connsiteX23" fmla="*/ 102294 w 254049"/>
                <a:gd name="connsiteY23" fmla="*/ 234972 h 249761"/>
                <a:gd name="connsiteX24" fmla="*/ 92331 w 254049"/>
                <a:gd name="connsiteY24" fmla="*/ 231075 h 249761"/>
                <a:gd name="connsiteX25" fmla="*/ 69203 w 254049"/>
                <a:gd name="connsiteY25" fmla="*/ 224698 h 249761"/>
                <a:gd name="connsiteX26" fmla="*/ 70271 w 254049"/>
                <a:gd name="connsiteY26" fmla="*/ 218676 h 249761"/>
                <a:gd name="connsiteX27" fmla="*/ 93754 w 254049"/>
                <a:gd name="connsiteY27" fmla="*/ 124794 h 249761"/>
                <a:gd name="connsiteX28" fmla="*/ 136096 w 254049"/>
                <a:gd name="connsiteY28" fmla="*/ 124794 h 249761"/>
                <a:gd name="connsiteX29" fmla="*/ 174879 w 254049"/>
                <a:gd name="connsiteY29" fmla="*/ 157032 h 249761"/>
                <a:gd name="connsiteX30" fmla="*/ 169898 w 254049"/>
                <a:gd name="connsiteY30" fmla="*/ 181477 h 249761"/>
                <a:gd name="connsiteX31" fmla="*/ 164205 w 254049"/>
                <a:gd name="connsiteY31" fmla="*/ 211590 h 249761"/>
                <a:gd name="connsiteX32" fmla="*/ 211528 w 254049"/>
                <a:gd name="connsiteY32" fmla="*/ 249852 h 249761"/>
                <a:gd name="connsiteX33" fmla="*/ 254225 w 254049"/>
                <a:gd name="connsiteY33" fmla="*/ 209110 h 249761"/>
                <a:gd name="connsiteX34" fmla="*/ 249956 w 254049"/>
                <a:gd name="connsiteY34" fmla="*/ 204859 h 249761"/>
                <a:gd name="connsiteX35" fmla="*/ 245330 w 254049"/>
                <a:gd name="connsiteY35" fmla="*/ 209819 h 249761"/>
                <a:gd name="connsiteX36" fmla="*/ 212951 w 254049"/>
                <a:gd name="connsiteY36" fmla="*/ 242058 h 249761"/>
                <a:gd name="connsiteX37" fmla="*/ 198719 w 254049"/>
                <a:gd name="connsiteY37" fmla="*/ 220447 h 249761"/>
                <a:gd name="connsiteX38" fmla="*/ 202277 w 254049"/>
                <a:gd name="connsiteY38" fmla="*/ 180060 h 249761"/>
                <a:gd name="connsiteX39" fmla="*/ 203700 w 254049"/>
                <a:gd name="connsiteY39" fmla="*/ 163409 h 249761"/>
                <a:gd name="connsiteX40" fmla="*/ 170254 w 254049"/>
                <a:gd name="connsiteY40" fmla="*/ 121605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54049" h="249761">
                  <a:moveTo>
                    <a:pt x="119017" y="24535"/>
                  </a:moveTo>
                  <a:cubicBezTo>
                    <a:pt x="121152" y="16032"/>
                    <a:pt x="122219" y="12490"/>
                    <a:pt x="128980" y="11427"/>
                  </a:cubicBezTo>
                  <a:cubicBezTo>
                    <a:pt x="132182" y="11073"/>
                    <a:pt x="143568" y="11073"/>
                    <a:pt x="150684" y="11073"/>
                  </a:cubicBezTo>
                  <a:cubicBezTo>
                    <a:pt x="175947" y="11073"/>
                    <a:pt x="215442" y="11073"/>
                    <a:pt x="215442" y="46145"/>
                  </a:cubicBezTo>
                  <a:cubicBezTo>
                    <a:pt x="215442" y="58191"/>
                    <a:pt x="209749" y="82635"/>
                    <a:pt x="195872" y="96452"/>
                  </a:cubicBezTo>
                  <a:cubicBezTo>
                    <a:pt x="186621" y="105663"/>
                    <a:pt x="167763" y="117000"/>
                    <a:pt x="135740" y="117000"/>
                  </a:cubicBezTo>
                  <a:lnTo>
                    <a:pt x="95889" y="117000"/>
                  </a:lnTo>
                  <a:lnTo>
                    <a:pt x="119017" y="24535"/>
                  </a:lnTo>
                  <a:close/>
                  <a:moveTo>
                    <a:pt x="170254" y="121605"/>
                  </a:moveTo>
                  <a:cubicBezTo>
                    <a:pt x="206191" y="113811"/>
                    <a:pt x="248532" y="89012"/>
                    <a:pt x="248532" y="53231"/>
                  </a:cubicBezTo>
                  <a:cubicBezTo>
                    <a:pt x="248532" y="22764"/>
                    <a:pt x="216509" y="90"/>
                    <a:pt x="169898" y="90"/>
                  </a:cubicBezTo>
                  <a:lnTo>
                    <a:pt x="68492" y="90"/>
                  </a:lnTo>
                  <a:cubicBezTo>
                    <a:pt x="61375" y="90"/>
                    <a:pt x="58173" y="90"/>
                    <a:pt x="58173" y="7176"/>
                  </a:cubicBezTo>
                  <a:cubicBezTo>
                    <a:pt x="58173" y="11073"/>
                    <a:pt x="61375" y="11073"/>
                    <a:pt x="68136" y="11073"/>
                  </a:cubicBezTo>
                  <a:cubicBezTo>
                    <a:pt x="68847" y="11073"/>
                    <a:pt x="75608" y="11073"/>
                    <a:pt x="81657" y="11781"/>
                  </a:cubicBezTo>
                  <a:cubicBezTo>
                    <a:pt x="88061" y="12490"/>
                    <a:pt x="91264" y="12844"/>
                    <a:pt x="91264" y="17449"/>
                  </a:cubicBezTo>
                  <a:cubicBezTo>
                    <a:pt x="91264" y="18867"/>
                    <a:pt x="90908" y="19929"/>
                    <a:pt x="89840" y="24181"/>
                  </a:cubicBezTo>
                  <a:lnTo>
                    <a:pt x="42162" y="214424"/>
                  </a:lnTo>
                  <a:cubicBezTo>
                    <a:pt x="38603" y="228241"/>
                    <a:pt x="37892" y="231075"/>
                    <a:pt x="9783" y="231075"/>
                  </a:cubicBezTo>
                  <a:cubicBezTo>
                    <a:pt x="3378" y="231075"/>
                    <a:pt x="176" y="231075"/>
                    <a:pt x="176" y="238161"/>
                  </a:cubicBezTo>
                  <a:cubicBezTo>
                    <a:pt x="176" y="242058"/>
                    <a:pt x="4445" y="242058"/>
                    <a:pt x="5157" y="242058"/>
                  </a:cubicBezTo>
                  <a:cubicBezTo>
                    <a:pt x="15120" y="242058"/>
                    <a:pt x="40027" y="240995"/>
                    <a:pt x="49989" y="240995"/>
                  </a:cubicBezTo>
                  <a:cubicBezTo>
                    <a:pt x="59952" y="240995"/>
                    <a:pt x="85215" y="242058"/>
                    <a:pt x="95177" y="242058"/>
                  </a:cubicBezTo>
                  <a:cubicBezTo>
                    <a:pt x="98024" y="242058"/>
                    <a:pt x="102294" y="242058"/>
                    <a:pt x="102294" y="234972"/>
                  </a:cubicBezTo>
                  <a:cubicBezTo>
                    <a:pt x="102294" y="231075"/>
                    <a:pt x="99091" y="231075"/>
                    <a:pt x="92331" y="231075"/>
                  </a:cubicBezTo>
                  <a:cubicBezTo>
                    <a:pt x="79166" y="231075"/>
                    <a:pt x="69203" y="231075"/>
                    <a:pt x="69203" y="224698"/>
                  </a:cubicBezTo>
                  <a:cubicBezTo>
                    <a:pt x="69203" y="222573"/>
                    <a:pt x="69915" y="220801"/>
                    <a:pt x="70271" y="218676"/>
                  </a:cubicBezTo>
                  <a:lnTo>
                    <a:pt x="93754" y="124794"/>
                  </a:lnTo>
                  <a:lnTo>
                    <a:pt x="136096" y="124794"/>
                  </a:lnTo>
                  <a:cubicBezTo>
                    <a:pt x="168475" y="124794"/>
                    <a:pt x="174879" y="144633"/>
                    <a:pt x="174879" y="157032"/>
                  </a:cubicBezTo>
                  <a:cubicBezTo>
                    <a:pt x="174879" y="162347"/>
                    <a:pt x="172033" y="173329"/>
                    <a:pt x="169898" y="181477"/>
                  </a:cubicBezTo>
                  <a:cubicBezTo>
                    <a:pt x="167407" y="191397"/>
                    <a:pt x="164205" y="204505"/>
                    <a:pt x="164205" y="211590"/>
                  </a:cubicBezTo>
                  <a:cubicBezTo>
                    <a:pt x="164205" y="249852"/>
                    <a:pt x="206902" y="249852"/>
                    <a:pt x="211528" y="249852"/>
                  </a:cubicBezTo>
                  <a:cubicBezTo>
                    <a:pt x="241772" y="249852"/>
                    <a:pt x="254225" y="214070"/>
                    <a:pt x="254225" y="209110"/>
                  </a:cubicBezTo>
                  <a:cubicBezTo>
                    <a:pt x="254225" y="204859"/>
                    <a:pt x="250311" y="204859"/>
                    <a:pt x="249956" y="204859"/>
                  </a:cubicBezTo>
                  <a:cubicBezTo>
                    <a:pt x="246753" y="204859"/>
                    <a:pt x="246042" y="207339"/>
                    <a:pt x="245330" y="209819"/>
                  </a:cubicBezTo>
                  <a:cubicBezTo>
                    <a:pt x="236435" y="236035"/>
                    <a:pt x="221135" y="242058"/>
                    <a:pt x="212951" y="242058"/>
                  </a:cubicBezTo>
                  <a:cubicBezTo>
                    <a:pt x="201209" y="242058"/>
                    <a:pt x="198719" y="234264"/>
                    <a:pt x="198719" y="220447"/>
                  </a:cubicBezTo>
                  <a:cubicBezTo>
                    <a:pt x="198719" y="209465"/>
                    <a:pt x="200854" y="191397"/>
                    <a:pt x="202277" y="180060"/>
                  </a:cubicBezTo>
                  <a:cubicBezTo>
                    <a:pt x="202988" y="175100"/>
                    <a:pt x="203700" y="168369"/>
                    <a:pt x="203700" y="163409"/>
                  </a:cubicBezTo>
                  <a:cubicBezTo>
                    <a:pt x="203700" y="136130"/>
                    <a:pt x="179861" y="125148"/>
                    <a:pt x="170254" y="121605"/>
                  </a:cubicBez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FB2925-3424-9391-811A-B5AFE9CF218D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9208211" y="5616632"/>
              <a:ext cx="236614" cy="82899"/>
            </a:xfrm>
            <a:custGeom>
              <a:avLst/>
              <a:gdLst>
                <a:gd name="connsiteX0" fmla="*/ 224703 w 236614"/>
                <a:gd name="connsiteY0" fmla="*/ 14261 h 82899"/>
                <a:gd name="connsiteX1" fmla="*/ 236801 w 236614"/>
                <a:gd name="connsiteY1" fmla="*/ 7176 h 82899"/>
                <a:gd name="connsiteX2" fmla="*/ 225059 w 236614"/>
                <a:gd name="connsiteY2" fmla="*/ 90 h 82899"/>
                <a:gd name="connsiteX3" fmla="*/ 11928 w 236614"/>
                <a:gd name="connsiteY3" fmla="*/ 90 h 82899"/>
                <a:gd name="connsiteX4" fmla="*/ 186 w 236614"/>
                <a:gd name="connsiteY4" fmla="*/ 7176 h 82899"/>
                <a:gd name="connsiteX5" fmla="*/ 12284 w 236614"/>
                <a:gd name="connsiteY5" fmla="*/ 14261 h 82899"/>
                <a:gd name="connsiteX6" fmla="*/ 224703 w 236614"/>
                <a:gd name="connsiteY6" fmla="*/ 14261 h 82899"/>
                <a:gd name="connsiteX7" fmla="*/ 225059 w 236614"/>
                <a:gd name="connsiteY7" fmla="*/ 82990 h 82899"/>
                <a:gd name="connsiteX8" fmla="*/ 236801 w 236614"/>
                <a:gd name="connsiteY8" fmla="*/ 75904 h 82899"/>
                <a:gd name="connsiteX9" fmla="*/ 224703 w 236614"/>
                <a:gd name="connsiteY9" fmla="*/ 68819 h 82899"/>
                <a:gd name="connsiteX10" fmla="*/ 12284 w 236614"/>
                <a:gd name="connsiteY10" fmla="*/ 68819 h 82899"/>
                <a:gd name="connsiteX11" fmla="*/ 186 w 236614"/>
                <a:gd name="connsiteY11" fmla="*/ 75904 h 82899"/>
                <a:gd name="connsiteX12" fmla="*/ 11928 w 236614"/>
                <a:gd name="connsiteY12" fmla="*/ 82990 h 82899"/>
                <a:gd name="connsiteX13" fmla="*/ 225059 w 236614"/>
                <a:gd name="connsiteY13" fmla="*/ 82990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614" h="82899">
                  <a:moveTo>
                    <a:pt x="224703" y="14261"/>
                  </a:moveTo>
                  <a:cubicBezTo>
                    <a:pt x="230041" y="14261"/>
                    <a:pt x="236801" y="14261"/>
                    <a:pt x="236801" y="7176"/>
                  </a:cubicBezTo>
                  <a:cubicBezTo>
                    <a:pt x="236801" y="90"/>
                    <a:pt x="230041" y="90"/>
                    <a:pt x="225059" y="90"/>
                  </a:cubicBezTo>
                  <a:lnTo>
                    <a:pt x="11928" y="90"/>
                  </a:lnTo>
                  <a:cubicBezTo>
                    <a:pt x="6947" y="90"/>
                    <a:pt x="186" y="90"/>
                    <a:pt x="186" y="7176"/>
                  </a:cubicBezTo>
                  <a:cubicBezTo>
                    <a:pt x="186" y="14261"/>
                    <a:pt x="6947" y="14261"/>
                    <a:pt x="12284" y="14261"/>
                  </a:cubicBezTo>
                  <a:lnTo>
                    <a:pt x="224703" y="14261"/>
                  </a:lnTo>
                  <a:close/>
                  <a:moveTo>
                    <a:pt x="225059" y="82990"/>
                  </a:moveTo>
                  <a:cubicBezTo>
                    <a:pt x="230041" y="82990"/>
                    <a:pt x="236801" y="82990"/>
                    <a:pt x="236801" y="75904"/>
                  </a:cubicBezTo>
                  <a:cubicBezTo>
                    <a:pt x="236801" y="68819"/>
                    <a:pt x="230041" y="68819"/>
                    <a:pt x="224703" y="68819"/>
                  </a:cubicBezTo>
                  <a:lnTo>
                    <a:pt x="12284" y="68819"/>
                  </a:lnTo>
                  <a:cubicBezTo>
                    <a:pt x="6947" y="68819"/>
                    <a:pt x="186" y="68819"/>
                    <a:pt x="186" y="75904"/>
                  </a:cubicBezTo>
                  <a:cubicBezTo>
                    <a:pt x="186" y="82990"/>
                    <a:pt x="6947" y="82990"/>
                    <a:pt x="11928" y="82990"/>
                  </a:cubicBezTo>
                  <a:lnTo>
                    <a:pt x="225059" y="82990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EB62B4A-918F-FEA1-8AD2-4EFB7D91297C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9744601" y="5194445"/>
              <a:ext cx="152180" cy="111843"/>
            </a:xfrm>
            <a:custGeom>
              <a:avLst/>
              <a:gdLst>
                <a:gd name="connsiteX0" fmla="*/ 18881 w 152180"/>
                <a:gd name="connsiteY0" fmla="*/ 93818 h 111843"/>
                <a:gd name="connsiteX1" fmla="*/ 16391 w 152180"/>
                <a:gd name="connsiteY1" fmla="*/ 103986 h 111843"/>
                <a:gd name="connsiteX2" fmla="*/ 24859 w 152180"/>
                <a:gd name="connsiteY2" fmla="*/ 111921 h 111843"/>
                <a:gd name="connsiteX3" fmla="*/ 34573 w 152180"/>
                <a:gd name="connsiteY3" fmla="*/ 106465 h 111843"/>
                <a:gd name="connsiteX4" fmla="*/ 39056 w 152180"/>
                <a:gd name="connsiteY4" fmla="*/ 91090 h 111843"/>
                <a:gd name="connsiteX5" fmla="*/ 44536 w 152180"/>
                <a:gd name="connsiteY5" fmla="*/ 68771 h 111843"/>
                <a:gd name="connsiteX6" fmla="*/ 48770 w 152180"/>
                <a:gd name="connsiteY6" fmla="*/ 52156 h 111843"/>
                <a:gd name="connsiteX7" fmla="*/ 59231 w 152180"/>
                <a:gd name="connsiteY7" fmla="*/ 29837 h 111843"/>
                <a:gd name="connsiteX8" fmla="*/ 96591 w 152180"/>
                <a:gd name="connsiteY8" fmla="*/ 7021 h 111843"/>
                <a:gd name="connsiteX9" fmla="*/ 111286 w 152180"/>
                <a:gd name="connsiteY9" fmla="*/ 24381 h 111843"/>
                <a:gd name="connsiteX10" fmla="*/ 96591 w 152180"/>
                <a:gd name="connsiteY10" fmla="*/ 77203 h 111843"/>
                <a:gd name="connsiteX11" fmla="*/ 92855 w 152180"/>
                <a:gd name="connsiteY11" fmla="*/ 90594 h 111843"/>
                <a:gd name="connsiteX12" fmla="*/ 116516 w 152180"/>
                <a:gd name="connsiteY12" fmla="*/ 111921 h 111843"/>
                <a:gd name="connsiteX13" fmla="*/ 152382 w 152180"/>
                <a:gd name="connsiteY13" fmla="*/ 73979 h 111843"/>
                <a:gd name="connsiteX14" fmla="*/ 148397 w 152180"/>
                <a:gd name="connsiteY14" fmla="*/ 70755 h 111843"/>
                <a:gd name="connsiteX15" fmla="*/ 143665 w 152180"/>
                <a:gd name="connsiteY15" fmla="*/ 74971 h 111843"/>
                <a:gd name="connsiteX16" fmla="*/ 117263 w 152180"/>
                <a:gd name="connsiteY16" fmla="*/ 104978 h 111843"/>
                <a:gd name="connsiteX17" fmla="*/ 111037 w 152180"/>
                <a:gd name="connsiteY17" fmla="*/ 96298 h 111843"/>
                <a:gd name="connsiteX18" fmla="*/ 116765 w 152180"/>
                <a:gd name="connsiteY18" fmla="*/ 76211 h 111843"/>
                <a:gd name="connsiteX19" fmla="*/ 129966 w 152180"/>
                <a:gd name="connsiteY19" fmla="*/ 28349 h 111843"/>
                <a:gd name="connsiteX20" fmla="*/ 97587 w 152180"/>
                <a:gd name="connsiteY20" fmla="*/ 78 h 111843"/>
                <a:gd name="connsiteX21" fmla="*/ 55495 w 152180"/>
                <a:gd name="connsiteY21" fmla="*/ 22645 h 111843"/>
                <a:gd name="connsiteX22" fmla="*/ 28844 w 152180"/>
                <a:gd name="connsiteY22" fmla="*/ 78 h 111843"/>
                <a:gd name="connsiteX23" fmla="*/ 9168 w 152180"/>
                <a:gd name="connsiteY23" fmla="*/ 13469 h 111843"/>
                <a:gd name="connsiteX24" fmla="*/ 201 w 152180"/>
                <a:gd name="connsiteY24" fmla="*/ 38020 h 111843"/>
                <a:gd name="connsiteX25" fmla="*/ 4436 w 152180"/>
                <a:gd name="connsiteY25" fmla="*/ 41244 h 111843"/>
                <a:gd name="connsiteX26" fmla="*/ 9915 w 152180"/>
                <a:gd name="connsiteY26" fmla="*/ 33804 h 111843"/>
                <a:gd name="connsiteX27" fmla="*/ 28097 w 152180"/>
                <a:gd name="connsiteY27" fmla="*/ 7021 h 111843"/>
                <a:gd name="connsiteX28" fmla="*/ 36316 w 152180"/>
                <a:gd name="connsiteY28" fmla="*/ 19173 h 111843"/>
                <a:gd name="connsiteX29" fmla="*/ 32331 w 152180"/>
                <a:gd name="connsiteY29" fmla="*/ 39756 h 111843"/>
                <a:gd name="connsiteX30" fmla="*/ 26852 w 152180"/>
                <a:gd name="connsiteY30" fmla="*/ 62075 h 111843"/>
                <a:gd name="connsiteX31" fmla="*/ 18881 w 152180"/>
                <a:gd name="connsiteY31" fmla="*/ 93818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2180" h="111843">
                  <a:moveTo>
                    <a:pt x="18881" y="93818"/>
                  </a:moveTo>
                  <a:cubicBezTo>
                    <a:pt x="17885" y="97042"/>
                    <a:pt x="16391" y="103242"/>
                    <a:pt x="16391" y="103986"/>
                  </a:cubicBezTo>
                  <a:cubicBezTo>
                    <a:pt x="16391" y="109441"/>
                    <a:pt x="20874" y="111921"/>
                    <a:pt x="24859" y="111921"/>
                  </a:cubicBezTo>
                  <a:cubicBezTo>
                    <a:pt x="29342" y="111921"/>
                    <a:pt x="33327" y="108697"/>
                    <a:pt x="34573" y="106465"/>
                  </a:cubicBezTo>
                  <a:cubicBezTo>
                    <a:pt x="35818" y="104234"/>
                    <a:pt x="37811" y="96298"/>
                    <a:pt x="39056" y="91090"/>
                  </a:cubicBezTo>
                  <a:cubicBezTo>
                    <a:pt x="40301" y="86378"/>
                    <a:pt x="43041" y="74971"/>
                    <a:pt x="44536" y="68771"/>
                  </a:cubicBezTo>
                  <a:cubicBezTo>
                    <a:pt x="46030" y="63315"/>
                    <a:pt x="47524" y="57859"/>
                    <a:pt x="48770" y="52156"/>
                  </a:cubicBezTo>
                  <a:cubicBezTo>
                    <a:pt x="51509" y="41988"/>
                    <a:pt x="52008" y="40004"/>
                    <a:pt x="59231" y="29837"/>
                  </a:cubicBezTo>
                  <a:cubicBezTo>
                    <a:pt x="66205" y="19917"/>
                    <a:pt x="77911" y="7021"/>
                    <a:pt x="96591" y="7021"/>
                  </a:cubicBezTo>
                  <a:cubicBezTo>
                    <a:pt x="111037" y="7021"/>
                    <a:pt x="111286" y="19669"/>
                    <a:pt x="111286" y="24381"/>
                  </a:cubicBezTo>
                  <a:cubicBezTo>
                    <a:pt x="111286" y="39260"/>
                    <a:pt x="100576" y="66787"/>
                    <a:pt x="96591" y="77203"/>
                  </a:cubicBezTo>
                  <a:cubicBezTo>
                    <a:pt x="93851" y="84146"/>
                    <a:pt x="92855" y="86378"/>
                    <a:pt x="92855" y="90594"/>
                  </a:cubicBezTo>
                  <a:cubicBezTo>
                    <a:pt x="92855" y="103738"/>
                    <a:pt x="103814" y="111921"/>
                    <a:pt x="116516" y="111921"/>
                  </a:cubicBezTo>
                  <a:cubicBezTo>
                    <a:pt x="141423" y="111921"/>
                    <a:pt x="152382" y="77699"/>
                    <a:pt x="152382" y="73979"/>
                  </a:cubicBezTo>
                  <a:cubicBezTo>
                    <a:pt x="152382" y="70755"/>
                    <a:pt x="149144" y="70755"/>
                    <a:pt x="148397" y="70755"/>
                  </a:cubicBezTo>
                  <a:cubicBezTo>
                    <a:pt x="144910" y="70755"/>
                    <a:pt x="144661" y="72243"/>
                    <a:pt x="143665" y="74971"/>
                  </a:cubicBezTo>
                  <a:cubicBezTo>
                    <a:pt x="137936" y="94810"/>
                    <a:pt x="127226" y="104978"/>
                    <a:pt x="117263" y="104978"/>
                  </a:cubicBezTo>
                  <a:cubicBezTo>
                    <a:pt x="112033" y="104978"/>
                    <a:pt x="111037" y="101506"/>
                    <a:pt x="111037" y="96298"/>
                  </a:cubicBezTo>
                  <a:cubicBezTo>
                    <a:pt x="111037" y="90594"/>
                    <a:pt x="112282" y="87370"/>
                    <a:pt x="116765" y="76211"/>
                  </a:cubicBezTo>
                  <a:cubicBezTo>
                    <a:pt x="119754" y="68523"/>
                    <a:pt x="129966" y="42236"/>
                    <a:pt x="129966" y="28349"/>
                  </a:cubicBezTo>
                  <a:cubicBezTo>
                    <a:pt x="129966" y="4294"/>
                    <a:pt x="110788" y="78"/>
                    <a:pt x="97587" y="78"/>
                  </a:cubicBezTo>
                  <a:cubicBezTo>
                    <a:pt x="76914" y="78"/>
                    <a:pt x="62967" y="12725"/>
                    <a:pt x="55495" y="22645"/>
                  </a:cubicBezTo>
                  <a:cubicBezTo>
                    <a:pt x="53751" y="5534"/>
                    <a:pt x="39056" y="78"/>
                    <a:pt x="28844" y="78"/>
                  </a:cubicBezTo>
                  <a:cubicBezTo>
                    <a:pt x="18134" y="78"/>
                    <a:pt x="12406" y="7765"/>
                    <a:pt x="9168" y="13469"/>
                  </a:cubicBezTo>
                  <a:cubicBezTo>
                    <a:pt x="3688" y="22645"/>
                    <a:pt x="201" y="36780"/>
                    <a:pt x="201" y="38020"/>
                  </a:cubicBezTo>
                  <a:cubicBezTo>
                    <a:pt x="201" y="41244"/>
                    <a:pt x="3688" y="41244"/>
                    <a:pt x="4436" y="41244"/>
                  </a:cubicBezTo>
                  <a:cubicBezTo>
                    <a:pt x="7923" y="41244"/>
                    <a:pt x="8172" y="40500"/>
                    <a:pt x="9915" y="33804"/>
                  </a:cubicBezTo>
                  <a:cubicBezTo>
                    <a:pt x="13651" y="19173"/>
                    <a:pt x="18383" y="7021"/>
                    <a:pt x="28097" y="7021"/>
                  </a:cubicBezTo>
                  <a:cubicBezTo>
                    <a:pt x="34573" y="7021"/>
                    <a:pt x="36316" y="12477"/>
                    <a:pt x="36316" y="19173"/>
                  </a:cubicBezTo>
                  <a:cubicBezTo>
                    <a:pt x="36316" y="23885"/>
                    <a:pt x="34075" y="33060"/>
                    <a:pt x="32331" y="39756"/>
                  </a:cubicBezTo>
                  <a:cubicBezTo>
                    <a:pt x="30588" y="46452"/>
                    <a:pt x="28097" y="56619"/>
                    <a:pt x="26852" y="62075"/>
                  </a:cubicBezTo>
                  <a:lnTo>
                    <a:pt x="18881" y="93818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803062-1032-948D-DFF2-DDDF28FB9B28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9583789" y="5410090"/>
              <a:ext cx="473585" cy="495980"/>
            </a:xfrm>
            <a:custGeom>
              <a:avLst/>
              <a:gdLst>
                <a:gd name="connsiteX0" fmla="*/ 430729 w 473585"/>
                <a:gd name="connsiteY0" fmla="*/ 496061 h 495980"/>
                <a:gd name="connsiteX1" fmla="*/ 473782 w 473585"/>
                <a:gd name="connsiteY1" fmla="*/ 382694 h 495980"/>
                <a:gd name="connsiteX2" fmla="*/ 464887 w 473585"/>
                <a:gd name="connsiteY2" fmla="*/ 382694 h 495980"/>
                <a:gd name="connsiteX3" fmla="*/ 372376 w 473585"/>
                <a:gd name="connsiteY3" fmla="*/ 454257 h 495980"/>
                <a:gd name="connsiteX4" fmla="*/ 261718 w 473585"/>
                <a:gd name="connsiteY4" fmla="*/ 465239 h 495980"/>
                <a:gd name="connsiteX5" fmla="*/ 47164 w 473585"/>
                <a:gd name="connsiteY5" fmla="*/ 465239 h 495980"/>
                <a:gd name="connsiteX6" fmla="*/ 228272 w 473585"/>
                <a:gd name="connsiteY6" fmla="*/ 253739 h 495980"/>
                <a:gd name="connsiteX7" fmla="*/ 231474 w 473585"/>
                <a:gd name="connsiteY7" fmla="*/ 248071 h 495980"/>
                <a:gd name="connsiteX8" fmla="*/ 228984 w 473585"/>
                <a:gd name="connsiteY8" fmla="*/ 242757 h 495980"/>
                <a:gd name="connsiteX9" fmla="*/ 63175 w 473585"/>
                <a:gd name="connsiteY9" fmla="*/ 17086 h 495980"/>
                <a:gd name="connsiteX10" fmla="*/ 258160 w 473585"/>
                <a:gd name="connsiteY10" fmla="*/ 17086 h 495980"/>
                <a:gd name="connsiteX11" fmla="*/ 341420 w 473585"/>
                <a:gd name="connsiteY11" fmla="*/ 22754 h 495980"/>
                <a:gd name="connsiteX12" fmla="*/ 419699 w 473585"/>
                <a:gd name="connsiteY12" fmla="*/ 49324 h 495980"/>
                <a:gd name="connsiteX13" fmla="*/ 464887 w 473585"/>
                <a:gd name="connsiteY13" fmla="*/ 99631 h 495980"/>
                <a:gd name="connsiteX14" fmla="*/ 473782 w 473585"/>
                <a:gd name="connsiteY14" fmla="*/ 99631 h 495980"/>
                <a:gd name="connsiteX15" fmla="*/ 430729 w 473585"/>
                <a:gd name="connsiteY15" fmla="*/ 81 h 495980"/>
                <a:gd name="connsiteX16" fmla="*/ 10159 w 473585"/>
                <a:gd name="connsiteY16" fmla="*/ 81 h 495980"/>
                <a:gd name="connsiteX17" fmla="*/ 552 w 473585"/>
                <a:gd name="connsiteY17" fmla="*/ 2561 h 495980"/>
                <a:gd name="connsiteX18" fmla="*/ 197 w 473585"/>
                <a:gd name="connsiteY18" fmla="*/ 14252 h 495980"/>
                <a:gd name="connsiteX19" fmla="*/ 188421 w 473585"/>
                <a:gd name="connsiteY19" fmla="*/ 270744 h 495980"/>
                <a:gd name="connsiteX20" fmla="*/ 4111 w 473585"/>
                <a:gd name="connsiteY20" fmla="*/ 485787 h 495980"/>
                <a:gd name="connsiteX21" fmla="*/ 552 w 473585"/>
                <a:gd name="connsiteY21" fmla="*/ 492164 h 495980"/>
                <a:gd name="connsiteX22" fmla="*/ 10159 w 473585"/>
                <a:gd name="connsiteY22" fmla="*/ 496061 h 495980"/>
                <a:gd name="connsiteX23" fmla="*/ 430729 w 473585"/>
                <a:gd name="connsiteY23" fmla="*/ 496061 h 49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3585" h="495980">
                  <a:moveTo>
                    <a:pt x="430729" y="496061"/>
                  </a:moveTo>
                  <a:lnTo>
                    <a:pt x="473782" y="382694"/>
                  </a:lnTo>
                  <a:lnTo>
                    <a:pt x="464887" y="382694"/>
                  </a:lnTo>
                  <a:cubicBezTo>
                    <a:pt x="451010" y="419538"/>
                    <a:pt x="413294" y="443629"/>
                    <a:pt x="372376" y="454257"/>
                  </a:cubicBezTo>
                  <a:cubicBezTo>
                    <a:pt x="364904" y="456028"/>
                    <a:pt x="330034" y="465239"/>
                    <a:pt x="261718" y="465239"/>
                  </a:cubicBezTo>
                  <a:lnTo>
                    <a:pt x="47164" y="465239"/>
                  </a:lnTo>
                  <a:lnTo>
                    <a:pt x="228272" y="253739"/>
                  </a:lnTo>
                  <a:cubicBezTo>
                    <a:pt x="230763" y="250905"/>
                    <a:pt x="231474" y="249842"/>
                    <a:pt x="231474" y="248071"/>
                  </a:cubicBezTo>
                  <a:cubicBezTo>
                    <a:pt x="231474" y="247362"/>
                    <a:pt x="231474" y="246299"/>
                    <a:pt x="228984" y="242757"/>
                  </a:cubicBezTo>
                  <a:lnTo>
                    <a:pt x="63175" y="17086"/>
                  </a:lnTo>
                  <a:lnTo>
                    <a:pt x="258160" y="17086"/>
                  </a:lnTo>
                  <a:cubicBezTo>
                    <a:pt x="305839" y="17086"/>
                    <a:pt x="338218" y="22046"/>
                    <a:pt x="341420" y="22754"/>
                  </a:cubicBezTo>
                  <a:cubicBezTo>
                    <a:pt x="360634" y="25588"/>
                    <a:pt x="391590" y="31611"/>
                    <a:pt x="419699" y="49324"/>
                  </a:cubicBezTo>
                  <a:cubicBezTo>
                    <a:pt x="428594" y="54993"/>
                    <a:pt x="452789" y="70935"/>
                    <a:pt x="464887" y="99631"/>
                  </a:cubicBezTo>
                  <a:lnTo>
                    <a:pt x="473782" y="99631"/>
                  </a:lnTo>
                  <a:lnTo>
                    <a:pt x="430729" y="81"/>
                  </a:lnTo>
                  <a:lnTo>
                    <a:pt x="10159" y="81"/>
                  </a:lnTo>
                  <a:cubicBezTo>
                    <a:pt x="1976" y="81"/>
                    <a:pt x="1620" y="435"/>
                    <a:pt x="552" y="2561"/>
                  </a:cubicBezTo>
                  <a:cubicBezTo>
                    <a:pt x="197" y="3623"/>
                    <a:pt x="197" y="10355"/>
                    <a:pt x="197" y="14252"/>
                  </a:cubicBezTo>
                  <a:lnTo>
                    <a:pt x="188421" y="270744"/>
                  </a:lnTo>
                  <a:lnTo>
                    <a:pt x="4111" y="485787"/>
                  </a:lnTo>
                  <a:cubicBezTo>
                    <a:pt x="552" y="490038"/>
                    <a:pt x="552" y="491810"/>
                    <a:pt x="552" y="492164"/>
                  </a:cubicBezTo>
                  <a:cubicBezTo>
                    <a:pt x="552" y="496061"/>
                    <a:pt x="3755" y="496061"/>
                    <a:pt x="10159" y="496061"/>
                  </a:cubicBezTo>
                  <a:lnTo>
                    <a:pt x="430729" y="49606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B2F40B-79BE-C7FE-12EE-18ACA8BA1F61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9602080" y="6000225"/>
              <a:ext cx="75467" cy="166897"/>
            </a:xfrm>
            <a:custGeom>
              <a:avLst/>
              <a:gdLst>
                <a:gd name="connsiteX0" fmla="*/ 69189 w 75467"/>
                <a:gd name="connsiteY0" fmla="*/ 9526 h 166897"/>
                <a:gd name="connsiteX1" fmla="*/ 59227 w 75467"/>
                <a:gd name="connsiteY1" fmla="*/ 102 h 166897"/>
                <a:gd name="connsiteX2" fmla="*/ 45279 w 75467"/>
                <a:gd name="connsiteY2" fmla="*/ 13741 h 166897"/>
                <a:gd name="connsiteX3" fmla="*/ 55241 w 75467"/>
                <a:gd name="connsiteY3" fmla="*/ 23165 h 166897"/>
                <a:gd name="connsiteX4" fmla="*/ 69189 w 75467"/>
                <a:gd name="connsiteY4" fmla="*/ 9526 h 166897"/>
                <a:gd name="connsiteX5" fmla="*/ 18379 w 75467"/>
                <a:gd name="connsiteY5" fmla="*/ 135504 h 166897"/>
                <a:gd name="connsiteX6" fmla="*/ 16138 w 75467"/>
                <a:gd name="connsiteY6" fmla="*/ 145920 h 166897"/>
                <a:gd name="connsiteX7" fmla="*/ 39799 w 75467"/>
                <a:gd name="connsiteY7" fmla="*/ 166999 h 166897"/>
                <a:gd name="connsiteX8" fmla="*/ 75665 w 75467"/>
                <a:gd name="connsiteY8" fmla="*/ 129057 h 166897"/>
                <a:gd name="connsiteX9" fmla="*/ 71680 w 75467"/>
                <a:gd name="connsiteY9" fmla="*/ 125833 h 166897"/>
                <a:gd name="connsiteX10" fmla="*/ 66948 w 75467"/>
                <a:gd name="connsiteY10" fmla="*/ 130049 h 166897"/>
                <a:gd name="connsiteX11" fmla="*/ 40546 w 75467"/>
                <a:gd name="connsiteY11" fmla="*/ 160056 h 166897"/>
                <a:gd name="connsiteX12" fmla="*/ 34320 w 75467"/>
                <a:gd name="connsiteY12" fmla="*/ 151376 h 166897"/>
                <a:gd name="connsiteX13" fmla="*/ 38305 w 75467"/>
                <a:gd name="connsiteY13" fmla="*/ 135504 h 166897"/>
                <a:gd name="connsiteX14" fmla="*/ 46275 w 75467"/>
                <a:gd name="connsiteY14" fmla="*/ 115665 h 166897"/>
                <a:gd name="connsiteX15" fmla="*/ 58479 w 75467"/>
                <a:gd name="connsiteY15" fmla="*/ 84171 h 166897"/>
                <a:gd name="connsiteX16" fmla="*/ 59974 w 75467"/>
                <a:gd name="connsiteY16" fmla="*/ 76235 h 166897"/>
                <a:gd name="connsiteX17" fmla="*/ 36312 w 75467"/>
                <a:gd name="connsiteY17" fmla="*/ 55156 h 166897"/>
                <a:gd name="connsiteX18" fmla="*/ 197 w 75467"/>
                <a:gd name="connsiteY18" fmla="*/ 93098 h 166897"/>
                <a:gd name="connsiteX19" fmla="*/ 4432 w 75467"/>
                <a:gd name="connsiteY19" fmla="*/ 96322 h 166897"/>
                <a:gd name="connsiteX20" fmla="*/ 8915 w 75467"/>
                <a:gd name="connsiteY20" fmla="*/ 92354 h 166897"/>
                <a:gd name="connsiteX21" fmla="*/ 35565 w 75467"/>
                <a:gd name="connsiteY21" fmla="*/ 62099 h 166897"/>
                <a:gd name="connsiteX22" fmla="*/ 41792 w 75467"/>
                <a:gd name="connsiteY22" fmla="*/ 70779 h 166897"/>
                <a:gd name="connsiteX23" fmla="*/ 34071 w 75467"/>
                <a:gd name="connsiteY23" fmla="*/ 95578 h 166897"/>
                <a:gd name="connsiteX24" fmla="*/ 18379 w 75467"/>
                <a:gd name="connsiteY24" fmla="*/ 135504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467" h="166897">
                  <a:moveTo>
                    <a:pt x="69189" y="9526"/>
                  </a:moveTo>
                  <a:cubicBezTo>
                    <a:pt x="69189" y="5558"/>
                    <a:pt x="66201" y="102"/>
                    <a:pt x="59227" y="102"/>
                  </a:cubicBezTo>
                  <a:cubicBezTo>
                    <a:pt x="52502" y="102"/>
                    <a:pt x="45279" y="6550"/>
                    <a:pt x="45279" y="13741"/>
                  </a:cubicBezTo>
                  <a:cubicBezTo>
                    <a:pt x="45279" y="17957"/>
                    <a:pt x="48517" y="23165"/>
                    <a:pt x="55241" y="23165"/>
                  </a:cubicBezTo>
                  <a:cubicBezTo>
                    <a:pt x="62464" y="23165"/>
                    <a:pt x="69189" y="16221"/>
                    <a:pt x="69189" y="9526"/>
                  </a:cubicBezTo>
                  <a:close/>
                  <a:moveTo>
                    <a:pt x="18379" y="135504"/>
                  </a:moveTo>
                  <a:cubicBezTo>
                    <a:pt x="17383" y="138728"/>
                    <a:pt x="16138" y="141704"/>
                    <a:pt x="16138" y="145920"/>
                  </a:cubicBezTo>
                  <a:cubicBezTo>
                    <a:pt x="16138" y="157576"/>
                    <a:pt x="26101" y="166999"/>
                    <a:pt x="39799" y="166999"/>
                  </a:cubicBezTo>
                  <a:cubicBezTo>
                    <a:pt x="64706" y="166999"/>
                    <a:pt x="75665" y="132777"/>
                    <a:pt x="75665" y="129057"/>
                  </a:cubicBezTo>
                  <a:cubicBezTo>
                    <a:pt x="75665" y="125833"/>
                    <a:pt x="72427" y="125833"/>
                    <a:pt x="71680" y="125833"/>
                  </a:cubicBezTo>
                  <a:cubicBezTo>
                    <a:pt x="68193" y="125833"/>
                    <a:pt x="67944" y="127321"/>
                    <a:pt x="66948" y="130049"/>
                  </a:cubicBezTo>
                  <a:cubicBezTo>
                    <a:pt x="61219" y="149888"/>
                    <a:pt x="50260" y="160056"/>
                    <a:pt x="40546" y="160056"/>
                  </a:cubicBezTo>
                  <a:cubicBezTo>
                    <a:pt x="35565" y="160056"/>
                    <a:pt x="34320" y="156832"/>
                    <a:pt x="34320" y="151376"/>
                  </a:cubicBezTo>
                  <a:cubicBezTo>
                    <a:pt x="34320" y="145672"/>
                    <a:pt x="36063" y="140960"/>
                    <a:pt x="38305" y="135504"/>
                  </a:cubicBezTo>
                  <a:cubicBezTo>
                    <a:pt x="40796" y="128809"/>
                    <a:pt x="43535" y="122113"/>
                    <a:pt x="46275" y="115665"/>
                  </a:cubicBezTo>
                  <a:cubicBezTo>
                    <a:pt x="48517" y="109714"/>
                    <a:pt x="57483" y="87146"/>
                    <a:pt x="58479" y="84171"/>
                  </a:cubicBezTo>
                  <a:cubicBezTo>
                    <a:pt x="59227" y="81691"/>
                    <a:pt x="59974" y="78715"/>
                    <a:pt x="59974" y="76235"/>
                  </a:cubicBezTo>
                  <a:cubicBezTo>
                    <a:pt x="59974" y="64579"/>
                    <a:pt x="50011" y="55156"/>
                    <a:pt x="36312" y="55156"/>
                  </a:cubicBezTo>
                  <a:cubicBezTo>
                    <a:pt x="11655" y="55156"/>
                    <a:pt x="197" y="88882"/>
                    <a:pt x="197" y="93098"/>
                  </a:cubicBezTo>
                  <a:cubicBezTo>
                    <a:pt x="197" y="96322"/>
                    <a:pt x="3684" y="96322"/>
                    <a:pt x="4432" y="96322"/>
                  </a:cubicBezTo>
                  <a:cubicBezTo>
                    <a:pt x="7919" y="96322"/>
                    <a:pt x="8168" y="95082"/>
                    <a:pt x="8915" y="92354"/>
                  </a:cubicBezTo>
                  <a:cubicBezTo>
                    <a:pt x="15391" y="71027"/>
                    <a:pt x="26350" y="62099"/>
                    <a:pt x="35565" y="62099"/>
                  </a:cubicBezTo>
                  <a:cubicBezTo>
                    <a:pt x="39550" y="62099"/>
                    <a:pt x="41792" y="64083"/>
                    <a:pt x="41792" y="70779"/>
                  </a:cubicBezTo>
                  <a:cubicBezTo>
                    <a:pt x="41792" y="76483"/>
                    <a:pt x="40297" y="80203"/>
                    <a:pt x="34071" y="95578"/>
                  </a:cubicBezTo>
                  <a:lnTo>
                    <a:pt x="18379" y="135504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3C32865-401B-7326-B421-37E39EF850AD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9708478" y="6069166"/>
              <a:ext cx="183314" cy="66709"/>
            </a:xfrm>
            <a:custGeom>
              <a:avLst/>
              <a:gdLst>
                <a:gd name="connsiteX0" fmla="*/ 174050 w 183314"/>
                <a:gd name="connsiteY0" fmla="*/ 12253 h 66709"/>
                <a:gd name="connsiteX1" fmla="*/ 183515 w 183314"/>
                <a:gd name="connsiteY1" fmla="*/ 6054 h 66709"/>
                <a:gd name="connsiteX2" fmla="*/ 174299 w 183314"/>
                <a:gd name="connsiteY2" fmla="*/ 102 h 66709"/>
                <a:gd name="connsiteX3" fmla="*/ 9416 w 183314"/>
                <a:gd name="connsiteY3" fmla="*/ 102 h 66709"/>
                <a:gd name="connsiteX4" fmla="*/ 200 w 183314"/>
                <a:gd name="connsiteY4" fmla="*/ 6054 h 66709"/>
                <a:gd name="connsiteX5" fmla="*/ 9665 w 183314"/>
                <a:gd name="connsiteY5" fmla="*/ 12253 h 66709"/>
                <a:gd name="connsiteX6" fmla="*/ 174050 w 183314"/>
                <a:gd name="connsiteY6" fmla="*/ 12253 h 66709"/>
                <a:gd name="connsiteX7" fmla="*/ 174299 w 183314"/>
                <a:gd name="connsiteY7" fmla="*/ 66811 h 66709"/>
                <a:gd name="connsiteX8" fmla="*/ 183515 w 183314"/>
                <a:gd name="connsiteY8" fmla="*/ 60859 h 66709"/>
                <a:gd name="connsiteX9" fmla="*/ 174050 w 183314"/>
                <a:gd name="connsiteY9" fmla="*/ 54660 h 66709"/>
                <a:gd name="connsiteX10" fmla="*/ 9665 w 183314"/>
                <a:gd name="connsiteY10" fmla="*/ 54660 h 66709"/>
                <a:gd name="connsiteX11" fmla="*/ 200 w 183314"/>
                <a:gd name="connsiteY11" fmla="*/ 60859 h 66709"/>
                <a:gd name="connsiteX12" fmla="*/ 9416 w 183314"/>
                <a:gd name="connsiteY12" fmla="*/ 66811 h 66709"/>
                <a:gd name="connsiteX13" fmla="*/ 174299 w 183314"/>
                <a:gd name="connsiteY13" fmla="*/ 66811 h 66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3314" h="66709">
                  <a:moveTo>
                    <a:pt x="174050" y="12253"/>
                  </a:moveTo>
                  <a:cubicBezTo>
                    <a:pt x="177786" y="12253"/>
                    <a:pt x="183515" y="12253"/>
                    <a:pt x="183515" y="6054"/>
                  </a:cubicBezTo>
                  <a:cubicBezTo>
                    <a:pt x="183515" y="102"/>
                    <a:pt x="177537" y="102"/>
                    <a:pt x="174299" y="102"/>
                  </a:cubicBezTo>
                  <a:lnTo>
                    <a:pt x="9416" y="102"/>
                  </a:lnTo>
                  <a:cubicBezTo>
                    <a:pt x="6178" y="102"/>
                    <a:pt x="200" y="102"/>
                    <a:pt x="200" y="6054"/>
                  </a:cubicBezTo>
                  <a:cubicBezTo>
                    <a:pt x="200" y="12253"/>
                    <a:pt x="5929" y="12253"/>
                    <a:pt x="9665" y="12253"/>
                  </a:cubicBezTo>
                  <a:lnTo>
                    <a:pt x="174050" y="12253"/>
                  </a:lnTo>
                  <a:close/>
                  <a:moveTo>
                    <a:pt x="174299" y="66811"/>
                  </a:moveTo>
                  <a:cubicBezTo>
                    <a:pt x="177537" y="66811"/>
                    <a:pt x="183515" y="66811"/>
                    <a:pt x="183515" y="60859"/>
                  </a:cubicBezTo>
                  <a:cubicBezTo>
                    <a:pt x="183515" y="54660"/>
                    <a:pt x="177786" y="54660"/>
                    <a:pt x="174050" y="54660"/>
                  </a:cubicBezTo>
                  <a:lnTo>
                    <a:pt x="9665" y="54660"/>
                  </a:lnTo>
                  <a:cubicBezTo>
                    <a:pt x="5929" y="54660"/>
                    <a:pt x="200" y="54660"/>
                    <a:pt x="200" y="60859"/>
                  </a:cubicBezTo>
                  <a:cubicBezTo>
                    <a:pt x="200" y="66811"/>
                    <a:pt x="6178" y="66811"/>
                    <a:pt x="9416" y="66811"/>
                  </a:cubicBezTo>
                  <a:lnTo>
                    <a:pt x="174299" y="6681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2A1C6F-49DD-1671-2B29-63C173581AD9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9936622" y="5999977"/>
              <a:ext cx="90660" cy="164665"/>
            </a:xfrm>
            <a:custGeom>
              <a:avLst/>
              <a:gdLst>
                <a:gd name="connsiteX0" fmla="*/ 56496 w 90660"/>
                <a:gd name="connsiteY0" fmla="*/ 7046 h 164665"/>
                <a:gd name="connsiteX1" fmla="*/ 49024 w 90660"/>
                <a:gd name="connsiteY1" fmla="*/ 102 h 164665"/>
                <a:gd name="connsiteX2" fmla="*/ 206 w 90660"/>
                <a:gd name="connsiteY2" fmla="*/ 15973 h 164665"/>
                <a:gd name="connsiteX3" fmla="*/ 206 w 90660"/>
                <a:gd name="connsiteY3" fmla="*/ 24901 h 164665"/>
                <a:gd name="connsiteX4" fmla="*/ 36321 w 90660"/>
                <a:gd name="connsiteY4" fmla="*/ 17957 h 164665"/>
                <a:gd name="connsiteX5" fmla="*/ 36321 w 90660"/>
                <a:gd name="connsiteY5" fmla="*/ 144432 h 164665"/>
                <a:gd name="connsiteX6" fmla="*/ 11414 w 90660"/>
                <a:gd name="connsiteY6" fmla="*/ 155840 h 164665"/>
                <a:gd name="connsiteX7" fmla="*/ 1950 w 90660"/>
                <a:gd name="connsiteY7" fmla="*/ 155840 h 164665"/>
                <a:gd name="connsiteX8" fmla="*/ 1950 w 90660"/>
                <a:gd name="connsiteY8" fmla="*/ 164767 h 164665"/>
                <a:gd name="connsiteX9" fmla="*/ 46284 w 90660"/>
                <a:gd name="connsiteY9" fmla="*/ 163775 h 164665"/>
                <a:gd name="connsiteX10" fmla="*/ 90867 w 90660"/>
                <a:gd name="connsiteY10" fmla="*/ 164767 h 164665"/>
                <a:gd name="connsiteX11" fmla="*/ 90867 w 90660"/>
                <a:gd name="connsiteY11" fmla="*/ 155840 h 164665"/>
                <a:gd name="connsiteX12" fmla="*/ 81403 w 90660"/>
                <a:gd name="connsiteY12" fmla="*/ 155840 h 164665"/>
                <a:gd name="connsiteX13" fmla="*/ 56496 w 90660"/>
                <a:gd name="connsiteY13" fmla="*/ 144432 h 164665"/>
                <a:gd name="connsiteX14" fmla="*/ 56496 w 90660"/>
                <a:gd name="connsiteY14" fmla="*/ 7046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660" h="164665">
                  <a:moveTo>
                    <a:pt x="56496" y="7046"/>
                  </a:moveTo>
                  <a:cubicBezTo>
                    <a:pt x="56496" y="350"/>
                    <a:pt x="55998" y="102"/>
                    <a:pt x="49024" y="102"/>
                  </a:cubicBezTo>
                  <a:cubicBezTo>
                    <a:pt x="33083" y="15725"/>
                    <a:pt x="10418" y="15973"/>
                    <a:pt x="206" y="15973"/>
                  </a:cubicBezTo>
                  <a:lnTo>
                    <a:pt x="206" y="24901"/>
                  </a:lnTo>
                  <a:cubicBezTo>
                    <a:pt x="6184" y="24901"/>
                    <a:pt x="22623" y="24901"/>
                    <a:pt x="36321" y="17957"/>
                  </a:cubicBezTo>
                  <a:lnTo>
                    <a:pt x="36321" y="144432"/>
                  </a:lnTo>
                  <a:cubicBezTo>
                    <a:pt x="36321" y="152616"/>
                    <a:pt x="36321" y="155840"/>
                    <a:pt x="11414" y="155840"/>
                  </a:cubicBezTo>
                  <a:lnTo>
                    <a:pt x="1950" y="155840"/>
                  </a:lnTo>
                  <a:lnTo>
                    <a:pt x="1950" y="164767"/>
                  </a:lnTo>
                  <a:cubicBezTo>
                    <a:pt x="6433" y="164519"/>
                    <a:pt x="37068" y="163775"/>
                    <a:pt x="46284" y="163775"/>
                  </a:cubicBezTo>
                  <a:cubicBezTo>
                    <a:pt x="54005" y="163775"/>
                    <a:pt x="85388" y="164519"/>
                    <a:pt x="90867" y="164767"/>
                  </a:cubicBezTo>
                  <a:lnTo>
                    <a:pt x="90867" y="155840"/>
                  </a:lnTo>
                  <a:lnTo>
                    <a:pt x="81403" y="155840"/>
                  </a:lnTo>
                  <a:cubicBezTo>
                    <a:pt x="56496" y="155840"/>
                    <a:pt x="56496" y="152616"/>
                    <a:pt x="56496" y="144432"/>
                  </a:cubicBezTo>
                  <a:lnTo>
                    <a:pt x="56496" y="7046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C34B40F-8B85-E8F0-B706-0B17192AD53F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0179101" y="5480946"/>
              <a:ext cx="48746" cy="354271"/>
            </a:xfrm>
            <a:custGeom>
              <a:avLst/>
              <a:gdLst>
                <a:gd name="connsiteX0" fmla="*/ 48959 w 48746"/>
                <a:gd name="connsiteY0" fmla="*/ 354362 h 354271"/>
                <a:gd name="connsiteX1" fmla="*/ 48959 w 48746"/>
                <a:gd name="connsiteY1" fmla="*/ 340191 h 354271"/>
                <a:gd name="connsiteX2" fmla="*/ 14445 w 48746"/>
                <a:gd name="connsiteY2" fmla="*/ 340191 h 354271"/>
                <a:gd name="connsiteX3" fmla="*/ 14445 w 48746"/>
                <a:gd name="connsiteY3" fmla="*/ 14261 h 354271"/>
                <a:gd name="connsiteX4" fmla="*/ 48959 w 48746"/>
                <a:gd name="connsiteY4" fmla="*/ 14261 h 354271"/>
                <a:gd name="connsiteX5" fmla="*/ 48959 w 48746"/>
                <a:gd name="connsiteY5" fmla="*/ 90 h 354271"/>
                <a:gd name="connsiteX6" fmla="*/ 213 w 48746"/>
                <a:gd name="connsiteY6" fmla="*/ 90 h 354271"/>
                <a:gd name="connsiteX7" fmla="*/ 213 w 48746"/>
                <a:gd name="connsiteY7" fmla="*/ 354362 h 354271"/>
                <a:gd name="connsiteX8" fmla="*/ 48959 w 48746"/>
                <a:gd name="connsiteY8" fmla="*/ 354362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746" h="354271">
                  <a:moveTo>
                    <a:pt x="48959" y="354362"/>
                  </a:moveTo>
                  <a:lnTo>
                    <a:pt x="48959" y="340191"/>
                  </a:lnTo>
                  <a:lnTo>
                    <a:pt x="14445" y="340191"/>
                  </a:lnTo>
                  <a:lnTo>
                    <a:pt x="14445" y="14261"/>
                  </a:lnTo>
                  <a:lnTo>
                    <a:pt x="48959" y="14261"/>
                  </a:lnTo>
                  <a:lnTo>
                    <a:pt x="48959" y="90"/>
                  </a:lnTo>
                  <a:lnTo>
                    <a:pt x="213" y="90"/>
                  </a:lnTo>
                  <a:lnTo>
                    <a:pt x="213" y="354362"/>
                  </a:lnTo>
                  <a:lnTo>
                    <a:pt x="48959" y="354362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82565F3-449E-DEC3-6080-CCC23B914357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0246271" y="5590062"/>
              <a:ext cx="164029" cy="229213"/>
            </a:xfrm>
            <a:custGeom>
              <a:avLst/>
              <a:gdLst>
                <a:gd name="connsiteX0" fmla="*/ 162821 w 164029"/>
                <a:gd name="connsiteY0" fmla="*/ 21701 h 229213"/>
                <a:gd name="connsiteX1" fmla="*/ 164245 w 164029"/>
                <a:gd name="connsiteY1" fmla="*/ 13552 h 229213"/>
                <a:gd name="connsiteX2" fmla="*/ 153926 w 164029"/>
                <a:gd name="connsiteY2" fmla="*/ 3987 h 229213"/>
                <a:gd name="connsiteX3" fmla="*/ 141473 w 164029"/>
                <a:gd name="connsiteY3" fmla="*/ 11427 h 229213"/>
                <a:gd name="connsiteX4" fmla="*/ 136491 w 164029"/>
                <a:gd name="connsiteY4" fmla="*/ 30558 h 229213"/>
                <a:gd name="connsiteX5" fmla="*/ 129375 w 164029"/>
                <a:gd name="connsiteY5" fmla="*/ 58899 h 229213"/>
                <a:gd name="connsiteX6" fmla="*/ 113364 w 164029"/>
                <a:gd name="connsiteY6" fmla="*/ 122668 h 229213"/>
                <a:gd name="connsiteX7" fmla="*/ 73157 w 164029"/>
                <a:gd name="connsiteY7" fmla="*/ 152781 h 229213"/>
                <a:gd name="connsiteX8" fmla="*/ 51097 w 164029"/>
                <a:gd name="connsiteY8" fmla="*/ 124085 h 229213"/>
                <a:gd name="connsiteX9" fmla="*/ 69243 w 164029"/>
                <a:gd name="connsiteY9" fmla="*/ 54648 h 229213"/>
                <a:gd name="connsiteX10" fmla="*/ 76359 w 164029"/>
                <a:gd name="connsiteY10" fmla="*/ 29140 h 229213"/>
                <a:gd name="connsiteX11" fmla="*/ 47183 w 164029"/>
                <a:gd name="connsiteY11" fmla="*/ 90 h 229213"/>
                <a:gd name="connsiteX12" fmla="*/ 215 w 164029"/>
                <a:gd name="connsiteY12" fmla="*/ 54648 h 229213"/>
                <a:gd name="connsiteX13" fmla="*/ 4485 w 164029"/>
                <a:gd name="connsiteY13" fmla="*/ 58191 h 229213"/>
                <a:gd name="connsiteX14" fmla="*/ 10178 w 164029"/>
                <a:gd name="connsiteY14" fmla="*/ 51814 h 229213"/>
                <a:gd name="connsiteX15" fmla="*/ 46115 w 164029"/>
                <a:gd name="connsiteY15" fmla="*/ 7884 h 229213"/>
                <a:gd name="connsiteX16" fmla="*/ 55010 w 164029"/>
                <a:gd name="connsiteY16" fmla="*/ 19221 h 229213"/>
                <a:gd name="connsiteX17" fmla="*/ 48962 w 164029"/>
                <a:gd name="connsiteY17" fmla="*/ 44020 h 229213"/>
                <a:gd name="connsiteX18" fmla="*/ 28325 w 164029"/>
                <a:gd name="connsiteY18" fmla="*/ 118417 h 229213"/>
                <a:gd name="connsiteX19" fmla="*/ 71734 w 164029"/>
                <a:gd name="connsiteY19" fmla="*/ 160575 h 229213"/>
                <a:gd name="connsiteX20" fmla="*/ 107671 w 164029"/>
                <a:gd name="connsiteY20" fmla="*/ 144633 h 229213"/>
                <a:gd name="connsiteX21" fmla="*/ 84543 w 164029"/>
                <a:gd name="connsiteY21" fmla="*/ 199191 h 229213"/>
                <a:gd name="connsiteX22" fmla="*/ 45404 w 164029"/>
                <a:gd name="connsiteY22" fmla="*/ 221510 h 229213"/>
                <a:gd name="connsiteX23" fmla="*/ 18362 w 164029"/>
                <a:gd name="connsiteY23" fmla="*/ 206630 h 229213"/>
                <a:gd name="connsiteX24" fmla="*/ 33662 w 164029"/>
                <a:gd name="connsiteY24" fmla="*/ 202379 h 229213"/>
                <a:gd name="connsiteX25" fmla="*/ 40778 w 164029"/>
                <a:gd name="connsiteY25" fmla="*/ 187854 h 229213"/>
                <a:gd name="connsiteX26" fmla="*/ 27613 w 164029"/>
                <a:gd name="connsiteY26" fmla="*/ 175455 h 229213"/>
                <a:gd name="connsiteX27" fmla="*/ 7688 w 164029"/>
                <a:gd name="connsiteY27" fmla="*/ 198482 h 229213"/>
                <a:gd name="connsiteX28" fmla="*/ 45404 w 164029"/>
                <a:gd name="connsiteY28" fmla="*/ 229304 h 229213"/>
                <a:gd name="connsiteX29" fmla="*/ 128664 w 164029"/>
                <a:gd name="connsiteY29" fmla="*/ 157032 h 229213"/>
                <a:gd name="connsiteX30" fmla="*/ 162821 w 164029"/>
                <a:gd name="connsiteY30" fmla="*/ 21701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4029" h="229213">
                  <a:moveTo>
                    <a:pt x="162821" y="21701"/>
                  </a:moveTo>
                  <a:cubicBezTo>
                    <a:pt x="164245" y="16741"/>
                    <a:pt x="164245" y="16032"/>
                    <a:pt x="164245" y="13552"/>
                  </a:cubicBezTo>
                  <a:cubicBezTo>
                    <a:pt x="164245" y="7176"/>
                    <a:pt x="159263" y="3987"/>
                    <a:pt x="153926" y="3987"/>
                  </a:cubicBezTo>
                  <a:cubicBezTo>
                    <a:pt x="150368" y="3987"/>
                    <a:pt x="144675" y="6113"/>
                    <a:pt x="141473" y="11427"/>
                  </a:cubicBezTo>
                  <a:cubicBezTo>
                    <a:pt x="140761" y="13198"/>
                    <a:pt x="137915" y="24181"/>
                    <a:pt x="136491" y="30558"/>
                  </a:cubicBezTo>
                  <a:cubicBezTo>
                    <a:pt x="134001" y="39769"/>
                    <a:pt x="131510" y="49334"/>
                    <a:pt x="129375" y="58899"/>
                  </a:cubicBezTo>
                  <a:lnTo>
                    <a:pt x="113364" y="122668"/>
                  </a:lnTo>
                  <a:cubicBezTo>
                    <a:pt x="111940" y="127982"/>
                    <a:pt x="96640" y="152781"/>
                    <a:pt x="73157" y="152781"/>
                  </a:cubicBezTo>
                  <a:cubicBezTo>
                    <a:pt x="55010" y="152781"/>
                    <a:pt x="51097" y="137193"/>
                    <a:pt x="51097" y="124085"/>
                  </a:cubicBezTo>
                  <a:cubicBezTo>
                    <a:pt x="51097" y="107789"/>
                    <a:pt x="57145" y="85824"/>
                    <a:pt x="69243" y="54648"/>
                  </a:cubicBezTo>
                  <a:cubicBezTo>
                    <a:pt x="74936" y="40123"/>
                    <a:pt x="76359" y="36226"/>
                    <a:pt x="76359" y="29140"/>
                  </a:cubicBezTo>
                  <a:cubicBezTo>
                    <a:pt x="76359" y="13198"/>
                    <a:pt x="64973" y="90"/>
                    <a:pt x="47183" y="90"/>
                  </a:cubicBezTo>
                  <a:cubicBezTo>
                    <a:pt x="13380" y="90"/>
                    <a:pt x="215" y="51460"/>
                    <a:pt x="215" y="54648"/>
                  </a:cubicBezTo>
                  <a:cubicBezTo>
                    <a:pt x="215" y="58191"/>
                    <a:pt x="3774" y="58191"/>
                    <a:pt x="4485" y="58191"/>
                  </a:cubicBezTo>
                  <a:cubicBezTo>
                    <a:pt x="8043" y="58191"/>
                    <a:pt x="8399" y="57482"/>
                    <a:pt x="10178" y="51814"/>
                  </a:cubicBezTo>
                  <a:cubicBezTo>
                    <a:pt x="19785" y="18512"/>
                    <a:pt x="34018" y="7884"/>
                    <a:pt x="46115" y="7884"/>
                  </a:cubicBezTo>
                  <a:cubicBezTo>
                    <a:pt x="48962" y="7884"/>
                    <a:pt x="55010" y="7884"/>
                    <a:pt x="55010" y="19221"/>
                  </a:cubicBezTo>
                  <a:cubicBezTo>
                    <a:pt x="55010" y="28078"/>
                    <a:pt x="51452" y="37289"/>
                    <a:pt x="48962" y="44020"/>
                  </a:cubicBezTo>
                  <a:cubicBezTo>
                    <a:pt x="34729" y="81573"/>
                    <a:pt x="28325" y="101766"/>
                    <a:pt x="28325" y="118417"/>
                  </a:cubicBezTo>
                  <a:cubicBezTo>
                    <a:pt x="28325" y="149947"/>
                    <a:pt x="50741" y="160575"/>
                    <a:pt x="71734" y="160575"/>
                  </a:cubicBezTo>
                  <a:cubicBezTo>
                    <a:pt x="85610" y="160575"/>
                    <a:pt x="97708" y="154553"/>
                    <a:pt x="107671" y="144633"/>
                  </a:cubicBezTo>
                  <a:cubicBezTo>
                    <a:pt x="103045" y="163055"/>
                    <a:pt x="98775" y="180414"/>
                    <a:pt x="84543" y="199191"/>
                  </a:cubicBezTo>
                  <a:cubicBezTo>
                    <a:pt x="75292" y="211236"/>
                    <a:pt x="61771" y="221510"/>
                    <a:pt x="45404" y="221510"/>
                  </a:cubicBezTo>
                  <a:cubicBezTo>
                    <a:pt x="40422" y="221510"/>
                    <a:pt x="24411" y="220447"/>
                    <a:pt x="18362" y="206630"/>
                  </a:cubicBezTo>
                  <a:cubicBezTo>
                    <a:pt x="24055" y="206630"/>
                    <a:pt x="28680" y="206630"/>
                    <a:pt x="33662" y="202379"/>
                  </a:cubicBezTo>
                  <a:cubicBezTo>
                    <a:pt x="37220" y="199191"/>
                    <a:pt x="40778" y="194585"/>
                    <a:pt x="40778" y="187854"/>
                  </a:cubicBezTo>
                  <a:cubicBezTo>
                    <a:pt x="40778" y="176872"/>
                    <a:pt x="31171" y="175455"/>
                    <a:pt x="27613" y="175455"/>
                  </a:cubicBezTo>
                  <a:cubicBezTo>
                    <a:pt x="19429" y="175455"/>
                    <a:pt x="7688" y="181123"/>
                    <a:pt x="7688" y="198482"/>
                  </a:cubicBezTo>
                  <a:cubicBezTo>
                    <a:pt x="7688" y="216196"/>
                    <a:pt x="23343" y="229304"/>
                    <a:pt x="45404" y="229304"/>
                  </a:cubicBezTo>
                  <a:cubicBezTo>
                    <a:pt x="82052" y="229304"/>
                    <a:pt x="118701" y="197065"/>
                    <a:pt x="128664" y="157032"/>
                  </a:cubicBezTo>
                  <a:lnTo>
                    <a:pt x="162821" y="2170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E4ED34F-3317-7A09-32FA-50F168F5AF08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0422106" y="5635373"/>
              <a:ext cx="75467" cy="166897"/>
            </a:xfrm>
            <a:custGeom>
              <a:avLst/>
              <a:gdLst>
                <a:gd name="connsiteX0" fmla="*/ 69212 w 75467"/>
                <a:gd name="connsiteY0" fmla="*/ 9515 h 166897"/>
                <a:gd name="connsiteX1" fmla="*/ 59250 w 75467"/>
                <a:gd name="connsiteY1" fmla="*/ 92 h 166897"/>
                <a:gd name="connsiteX2" fmla="*/ 45302 w 75467"/>
                <a:gd name="connsiteY2" fmla="*/ 13731 h 166897"/>
                <a:gd name="connsiteX3" fmla="*/ 55264 w 75467"/>
                <a:gd name="connsiteY3" fmla="*/ 23155 h 166897"/>
                <a:gd name="connsiteX4" fmla="*/ 69212 w 75467"/>
                <a:gd name="connsiteY4" fmla="*/ 9515 h 166897"/>
                <a:gd name="connsiteX5" fmla="*/ 18402 w 75467"/>
                <a:gd name="connsiteY5" fmla="*/ 135494 h 166897"/>
                <a:gd name="connsiteX6" fmla="*/ 16161 w 75467"/>
                <a:gd name="connsiteY6" fmla="*/ 145910 h 166897"/>
                <a:gd name="connsiteX7" fmla="*/ 39822 w 75467"/>
                <a:gd name="connsiteY7" fmla="*/ 166989 h 166897"/>
                <a:gd name="connsiteX8" fmla="*/ 75688 w 75467"/>
                <a:gd name="connsiteY8" fmla="*/ 129046 h 166897"/>
                <a:gd name="connsiteX9" fmla="*/ 71703 w 75467"/>
                <a:gd name="connsiteY9" fmla="*/ 125823 h 166897"/>
                <a:gd name="connsiteX10" fmla="*/ 66971 w 75467"/>
                <a:gd name="connsiteY10" fmla="*/ 130038 h 166897"/>
                <a:gd name="connsiteX11" fmla="*/ 40569 w 75467"/>
                <a:gd name="connsiteY11" fmla="*/ 160045 h 166897"/>
                <a:gd name="connsiteX12" fmla="*/ 34343 w 75467"/>
                <a:gd name="connsiteY12" fmla="*/ 151366 h 166897"/>
                <a:gd name="connsiteX13" fmla="*/ 38328 w 75467"/>
                <a:gd name="connsiteY13" fmla="*/ 135494 h 166897"/>
                <a:gd name="connsiteX14" fmla="*/ 46298 w 75467"/>
                <a:gd name="connsiteY14" fmla="*/ 115655 h 166897"/>
                <a:gd name="connsiteX15" fmla="*/ 58502 w 75467"/>
                <a:gd name="connsiteY15" fmla="*/ 84160 h 166897"/>
                <a:gd name="connsiteX16" fmla="*/ 59997 w 75467"/>
                <a:gd name="connsiteY16" fmla="*/ 76225 h 166897"/>
                <a:gd name="connsiteX17" fmla="*/ 36335 w 75467"/>
                <a:gd name="connsiteY17" fmla="*/ 55145 h 166897"/>
                <a:gd name="connsiteX18" fmla="*/ 220 w 75467"/>
                <a:gd name="connsiteY18" fmla="*/ 93088 h 166897"/>
                <a:gd name="connsiteX19" fmla="*/ 4455 w 75467"/>
                <a:gd name="connsiteY19" fmla="*/ 96312 h 166897"/>
                <a:gd name="connsiteX20" fmla="*/ 8938 w 75467"/>
                <a:gd name="connsiteY20" fmla="*/ 92344 h 166897"/>
                <a:gd name="connsiteX21" fmla="*/ 35588 w 75467"/>
                <a:gd name="connsiteY21" fmla="*/ 62089 h 166897"/>
                <a:gd name="connsiteX22" fmla="*/ 41815 w 75467"/>
                <a:gd name="connsiteY22" fmla="*/ 70769 h 166897"/>
                <a:gd name="connsiteX23" fmla="*/ 34094 w 75467"/>
                <a:gd name="connsiteY23" fmla="*/ 95568 h 166897"/>
                <a:gd name="connsiteX24" fmla="*/ 18402 w 75467"/>
                <a:gd name="connsiteY24" fmla="*/ 135494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467" h="166897">
                  <a:moveTo>
                    <a:pt x="69212" y="9515"/>
                  </a:moveTo>
                  <a:cubicBezTo>
                    <a:pt x="69212" y="5547"/>
                    <a:pt x="66223" y="92"/>
                    <a:pt x="59250" y="92"/>
                  </a:cubicBezTo>
                  <a:cubicBezTo>
                    <a:pt x="52525" y="92"/>
                    <a:pt x="45302" y="6539"/>
                    <a:pt x="45302" y="13731"/>
                  </a:cubicBezTo>
                  <a:cubicBezTo>
                    <a:pt x="45302" y="17947"/>
                    <a:pt x="48540" y="23155"/>
                    <a:pt x="55264" y="23155"/>
                  </a:cubicBezTo>
                  <a:cubicBezTo>
                    <a:pt x="62487" y="23155"/>
                    <a:pt x="69212" y="16211"/>
                    <a:pt x="69212" y="9515"/>
                  </a:cubicBezTo>
                  <a:close/>
                  <a:moveTo>
                    <a:pt x="18402" y="135494"/>
                  </a:moveTo>
                  <a:cubicBezTo>
                    <a:pt x="17406" y="138718"/>
                    <a:pt x="16161" y="141694"/>
                    <a:pt x="16161" y="145910"/>
                  </a:cubicBezTo>
                  <a:cubicBezTo>
                    <a:pt x="16161" y="157565"/>
                    <a:pt x="26123" y="166989"/>
                    <a:pt x="39822" y="166989"/>
                  </a:cubicBezTo>
                  <a:cubicBezTo>
                    <a:pt x="64729" y="166989"/>
                    <a:pt x="75688" y="132766"/>
                    <a:pt x="75688" y="129046"/>
                  </a:cubicBezTo>
                  <a:cubicBezTo>
                    <a:pt x="75688" y="125823"/>
                    <a:pt x="72450" y="125823"/>
                    <a:pt x="71703" y="125823"/>
                  </a:cubicBezTo>
                  <a:cubicBezTo>
                    <a:pt x="68216" y="125823"/>
                    <a:pt x="67967" y="127311"/>
                    <a:pt x="66971" y="130038"/>
                  </a:cubicBezTo>
                  <a:cubicBezTo>
                    <a:pt x="61242" y="149878"/>
                    <a:pt x="50283" y="160045"/>
                    <a:pt x="40569" y="160045"/>
                  </a:cubicBezTo>
                  <a:cubicBezTo>
                    <a:pt x="35588" y="160045"/>
                    <a:pt x="34343" y="156821"/>
                    <a:pt x="34343" y="151366"/>
                  </a:cubicBezTo>
                  <a:cubicBezTo>
                    <a:pt x="34343" y="145662"/>
                    <a:pt x="36086" y="140950"/>
                    <a:pt x="38328" y="135494"/>
                  </a:cubicBezTo>
                  <a:cubicBezTo>
                    <a:pt x="40818" y="128799"/>
                    <a:pt x="43558" y="122103"/>
                    <a:pt x="46298" y="115655"/>
                  </a:cubicBezTo>
                  <a:cubicBezTo>
                    <a:pt x="48540" y="109703"/>
                    <a:pt x="57506" y="87136"/>
                    <a:pt x="58502" y="84160"/>
                  </a:cubicBezTo>
                  <a:cubicBezTo>
                    <a:pt x="59250" y="81680"/>
                    <a:pt x="59997" y="78705"/>
                    <a:pt x="59997" y="76225"/>
                  </a:cubicBezTo>
                  <a:cubicBezTo>
                    <a:pt x="59997" y="64569"/>
                    <a:pt x="50034" y="55145"/>
                    <a:pt x="36335" y="55145"/>
                  </a:cubicBezTo>
                  <a:cubicBezTo>
                    <a:pt x="11678" y="55145"/>
                    <a:pt x="220" y="88872"/>
                    <a:pt x="220" y="93088"/>
                  </a:cubicBezTo>
                  <a:cubicBezTo>
                    <a:pt x="220" y="96312"/>
                    <a:pt x="3707" y="96312"/>
                    <a:pt x="4455" y="96312"/>
                  </a:cubicBezTo>
                  <a:cubicBezTo>
                    <a:pt x="7941" y="96312"/>
                    <a:pt x="8191" y="95072"/>
                    <a:pt x="8938" y="92344"/>
                  </a:cubicBezTo>
                  <a:cubicBezTo>
                    <a:pt x="15414" y="71017"/>
                    <a:pt x="26373" y="62089"/>
                    <a:pt x="35588" y="62089"/>
                  </a:cubicBezTo>
                  <a:cubicBezTo>
                    <a:pt x="39573" y="62089"/>
                    <a:pt x="41815" y="64073"/>
                    <a:pt x="41815" y="70769"/>
                  </a:cubicBezTo>
                  <a:cubicBezTo>
                    <a:pt x="41815" y="76473"/>
                    <a:pt x="40320" y="80192"/>
                    <a:pt x="34094" y="95568"/>
                  </a:cubicBezTo>
                  <a:lnTo>
                    <a:pt x="18402" y="135494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A7D786-723E-5EA0-8B1B-6E17FE04F8C5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0637460" y="5650997"/>
              <a:ext cx="217401" cy="14170"/>
            </a:xfrm>
            <a:custGeom>
              <a:avLst/>
              <a:gdLst>
                <a:gd name="connsiteX0" fmla="*/ 205174 w 217401"/>
                <a:gd name="connsiteY0" fmla="*/ 14261 h 14170"/>
                <a:gd name="connsiteX1" fmla="*/ 217627 w 217401"/>
                <a:gd name="connsiteY1" fmla="*/ 7176 h 14170"/>
                <a:gd name="connsiteX2" fmla="*/ 205174 w 217401"/>
                <a:gd name="connsiteY2" fmla="*/ 90 h 14170"/>
                <a:gd name="connsiteX3" fmla="*/ 12679 w 217401"/>
                <a:gd name="connsiteY3" fmla="*/ 90 h 14170"/>
                <a:gd name="connsiteX4" fmla="*/ 226 w 217401"/>
                <a:gd name="connsiteY4" fmla="*/ 7176 h 14170"/>
                <a:gd name="connsiteX5" fmla="*/ 12679 w 217401"/>
                <a:gd name="connsiteY5" fmla="*/ 14261 h 14170"/>
                <a:gd name="connsiteX6" fmla="*/ 205174 w 217401"/>
                <a:gd name="connsiteY6" fmla="*/ 14261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401" h="14170">
                  <a:moveTo>
                    <a:pt x="205174" y="14261"/>
                  </a:moveTo>
                  <a:cubicBezTo>
                    <a:pt x="211222" y="14261"/>
                    <a:pt x="217627" y="14261"/>
                    <a:pt x="217627" y="7176"/>
                  </a:cubicBezTo>
                  <a:cubicBezTo>
                    <a:pt x="217627" y="90"/>
                    <a:pt x="211222" y="90"/>
                    <a:pt x="205174" y="90"/>
                  </a:cubicBezTo>
                  <a:lnTo>
                    <a:pt x="12679" y="90"/>
                  </a:lnTo>
                  <a:cubicBezTo>
                    <a:pt x="6631" y="90"/>
                    <a:pt x="226" y="90"/>
                    <a:pt x="226" y="7176"/>
                  </a:cubicBezTo>
                  <a:cubicBezTo>
                    <a:pt x="226" y="14261"/>
                    <a:pt x="6631" y="14261"/>
                    <a:pt x="12679" y="14261"/>
                  </a:cubicBezTo>
                  <a:lnTo>
                    <a:pt x="205174" y="1426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EBED2E-972A-E751-BC38-5A037A5C8E9F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0998964" y="5480946"/>
              <a:ext cx="82548" cy="354271"/>
            </a:xfrm>
            <a:custGeom>
              <a:avLst/>
              <a:gdLst>
                <a:gd name="connsiteX0" fmla="*/ 82784 w 82548"/>
                <a:gd name="connsiteY0" fmla="*/ 350819 h 354271"/>
                <a:gd name="connsiteX1" fmla="*/ 76735 w 82548"/>
                <a:gd name="connsiteY1" fmla="*/ 343025 h 354271"/>
                <a:gd name="connsiteX2" fmla="*/ 20873 w 82548"/>
                <a:gd name="connsiteY2" fmla="*/ 177226 h 354271"/>
                <a:gd name="connsiteX3" fmla="*/ 78159 w 82548"/>
                <a:gd name="connsiteY3" fmla="*/ 9655 h 354271"/>
                <a:gd name="connsiteX4" fmla="*/ 82784 w 82548"/>
                <a:gd name="connsiteY4" fmla="*/ 3633 h 354271"/>
                <a:gd name="connsiteX5" fmla="*/ 79226 w 82548"/>
                <a:gd name="connsiteY5" fmla="*/ 90 h 354271"/>
                <a:gd name="connsiteX6" fmla="*/ 22652 w 82548"/>
                <a:gd name="connsiteY6" fmla="*/ 69173 h 354271"/>
                <a:gd name="connsiteX7" fmla="*/ 236 w 82548"/>
                <a:gd name="connsiteY7" fmla="*/ 177226 h 354271"/>
                <a:gd name="connsiteX8" fmla="*/ 23719 w 82548"/>
                <a:gd name="connsiteY8" fmla="*/ 287759 h 354271"/>
                <a:gd name="connsiteX9" fmla="*/ 79226 w 82548"/>
                <a:gd name="connsiteY9" fmla="*/ 354362 h 354271"/>
                <a:gd name="connsiteX10" fmla="*/ 82784 w 82548"/>
                <a:gd name="connsiteY10" fmla="*/ 350819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548" h="354271">
                  <a:moveTo>
                    <a:pt x="82784" y="350819"/>
                  </a:moveTo>
                  <a:cubicBezTo>
                    <a:pt x="82784" y="349756"/>
                    <a:pt x="82784" y="349048"/>
                    <a:pt x="76735" y="343025"/>
                  </a:cubicBezTo>
                  <a:cubicBezTo>
                    <a:pt x="32259" y="298387"/>
                    <a:pt x="20873" y="231429"/>
                    <a:pt x="20873" y="177226"/>
                  </a:cubicBezTo>
                  <a:cubicBezTo>
                    <a:pt x="20873" y="115583"/>
                    <a:pt x="34394" y="53939"/>
                    <a:pt x="78159" y="9655"/>
                  </a:cubicBezTo>
                  <a:cubicBezTo>
                    <a:pt x="82784" y="5404"/>
                    <a:pt x="82784" y="4696"/>
                    <a:pt x="82784" y="3633"/>
                  </a:cubicBezTo>
                  <a:cubicBezTo>
                    <a:pt x="82784" y="1153"/>
                    <a:pt x="81361" y="90"/>
                    <a:pt x="79226" y="90"/>
                  </a:cubicBezTo>
                  <a:cubicBezTo>
                    <a:pt x="75668" y="90"/>
                    <a:pt x="43645" y="24181"/>
                    <a:pt x="22652" y="69173"/>
                  </a:cubicBezTo>
                  <a:cubicBezTo>
                    <a:pt x="4506" y="108143"/>
                    <a:pt x="236" y="147467"/>
                    <a:pt x="236" y="177226"/>
                  </a:cubicBezTo>
                  <a:cubicBezTo>
                    <a:pt x="236" y="204859"/>
                    <a:pt x="4150" y="247726"/>
                    <a:pt x="23719" y="287759"/>
                  </a:cubicBezTo>
                  <a:cubicBezTo>
                    <a:pt x="45068" y="331334"/>
                    <a:pt x="75668" y="354362"/>
                    <a:pt x="79226" y="354362"/>
                  </a:cubicBezTo>
                  <a:cubicBezTo>
                    <a:pt x="81361" y="354362"/>
                    <a:pt x="82784" y="353299"/>
                    <a:pt x="82784" y="350819"/>
                  </a:cubicBez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CD25BDA-5A02-DF15-C832-F8D8ADEEA459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1116343" y="5590062"/>
              <a:ext cx="162961" cy="160484"/>
            </a:xfrm>
            <a:custGeom>
              <a:avLst/>
              <a:gdLst>
                <a:gd name="connsiteX0" fmla="*/ 118725 w 162961"/>
                <a:gd name="connsiteY0" fmla="*/ 22764 h 160484"/>
                <a:gd name="connsiteX1" fmla="*/ 85990 w 162961"/>
                <a:gd name="connsiteY1" fmla="*/ 90 h 160484"/>
                <a:gd name="connsiteX2" fmla="*/ 240 w 162961"/>
                <a:gd name="connsiteY2" fmla="*/ 103892 h 160484"/>
                <a:gd name="connsiteX3" fmla="*/ 47563 w 162961"/>
                <a:gd name="connsiteY3" fmla="*/ 160575 h 160484"/>
                <a:gd name="connsiteX4" fmla="*/ 93818 w 162961"/>
                <a:gd name="connsiteY4" fmla="*/ 134005 h 160484"/>
                <a:gd name="connsiteX5" fmla="*/ 126197 w 162961"/>
                <a:gd name="connsiteY5" fmla="*/ 160575 h 160484"/>
                <a:gd name="connsiteX6" fmla="*/ 152527 w 162961"/>
                <a:gd name="connsiteY6" fmla="*/ 141090 h 160484"/>
                <a:gd name="connsiteX7" fmla="*/ 163202 w 162961"/>
                <a:gd name="connsiteY7" fmla="*/ 106017 h 160484"/>
                <a:gd name="connsiteX8" fmla="*/ 158932 w 162961"/>
                <a:gd name="connsiteY8" fmla="*/ 102475 h 160484"/>
                <a:gd name="connsiteX9" fmla="*/ 153950 w 162961"/>
                <a:gd name="connsiteY9" fmla="*/ 108852 h 160484"/>
                <a:gd name="connsiteX10" fmla="*/ 126909 w 162961"/>
                <a:gd name="connsiteY10" fmla="*/ 152781 h 160484"/>
                <a:gd name="connsiteX11" fmla="*/ 116234 w 162961"/>
                <a:gd name="connsiteY11" fmla="*/ 136485 h 160484"/>
                <a:gd name="connsiteX12" fmla="*/ 120860 w 162961"/>
                <a:gd name="connsiteY12" fmla="*/ 110269 h 160484"/>
                <a:gd name="connsiteX13" fmla="*/ 128688 w 162961"/>
                <a:gd name="connsiteY13" fmla="*/ 78384 h 160484"/>
                <a:gd name="connsiteX14" fmla="*/ 141497 w 162961"/>
                <a:gd name="connsiteY14" fmla="*/ 28786 h 160484"/>
                <a:gd name="connsiteX15" fmla="*/ 143988 w 162961"/>
                <a:gd name="connsiteY15" fmla="*/ 16741 h 160484"/>
                <a:gd name="connsiteX16" fmla="*/ 133669 w 162961"/>
                <a:gd name="connsiteY16" fmla="*/ 7176 h 160484"/>
                <a:gd name="connsiteX17" fmla="*/ 118725 w 162961"/>
                <a:gd name="connsiteY17" fmla="*/ 22764 h 160484"/>
                <a:gd name="connsiteX18" fmla="*/ 95597 w 162961"/>
                <a:gd name="connsiteY18" fmla="*/ 114520 h 160484"/>
                <a:gd name="connsiteX19" fmla="*/ 88481 w 162961"/>
                <a:gd name="connsiteY19" fmla="*/ 127628 h 160484"/>
                <a:gd name="connsiteX20" fmla="*/ 48274 w 162961"/>
                <a:gd name="connsiteY20" fmla="*/ 152781 h 160484"/>
                <a:gd name="connsiteX21" fmla="*/ 25502 w 162961"/>
                <a:gd name="connsiteY21" fmla="*/ 119480 h 160484"/>
                <a:gd name="connsiteX22" fmla="*/ 45072 w 162961"/>
                <a:gd name="connsiteY22" fmla="*/ 41894 h 160484"/>
                <a:gd name="connsiteX23" fmla="*/ 86346 w 162961"/>
                <a:gd name="connsiteY23" fmla="*/ 7884 h 160484"/>
                <a:gd name="connsiteX24" fmla="*/ 114455 w 162961"/>
                <a:gd name="connsiteY24" fmla="*/ 39060 h 160484"/>
                <a:gd name="connsiteX25" fmla="*/ 113388 w 162961"/>
                <a:gd name="connsiteY25" fmla="*/ 45083 h 160484"/>
                <a:gd name="connsiteX26" fmla="*/ 95597 w 162961"/>
                <a:gd name="connsiteY26" fmla="*/ 114520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961" h="160484">
                  <a:moveTo>
                    <a:pt x="118725" y="22764"/>
                  </a:moveTo>
                  <a:cubicBezTo>
                    <a:pt x="112320" y="9655"/>
                    <a:pt x="102002" y="90"/>
                    <a:pt x="85990" y="90"/>
                  </a:cubicBezTo>
                  <a:cubicBezTo>
                    <a:pt x="44360" y="90"/>
                    <a:pt x="240" y="52168"/>
                    <a:pt x="240" y="103892"/>
                  </a:cubicBezTo>
                  <a:cubicBezTo>
                    <a:pt x="240" y="137193"/>
                    <a:pt x="19809" y="160575"/>
                    <a:pt x="47563" y="160575"/>
                  </a:cubicBezTo>
                  <a:cubicBezTo>
                    <a:pt x="54679" y="160575"/>
                    <a:pt x="72470" y="159158"/>
                    <a:pt x="93818" y="134005"/>
                  </a:cubicBezTo>
                  <a:cubicBezTo>
                    <a:pt x="96665" y="148884"/>
                    <a:pt x="109118" y="160575"/>
                    <a:pt x="126197" y="160575"/>
                  </a:cubicBezTo>
                  <a:cubicBezTo>
                    <a:pt x="138651" y="160575"/>
                    <a:pt x="146834" y="152427"/>
                    <a:pt x="152527" y="141090"/>
                  </a:cubicBezTo>
                  <a:cubicBezTo>
                    <a:pt x="158576" y="128336"/>
                    <a:pt x="163202" y="106726"/>
                    <a:pt x="163202" y="106017"/>
                  </a:cubicBezTo>
                  <a:cubicBezTo>
                    <a:pt x="163202" y="102475"/>
                    <a:pt x="159999" y="102475"/>
                    <a:pt x="158932" y="102475"/>
                  </a:cubicBezTo>
                  <a:cubicBezTo>
                    <a:pt x="155374" y="102475"/>
                    <a:pt x="155018" y="103892"/>
                    <a:pt x="153950" y="108852"/>
                  </a:cubicBezTo>
                  <a:cubicBezTo>
                    <a:pt x="147902" y="131879"/>
                    <a:pt x="141497" y="152781"/>
                    <a:pt x="126909" y="152781"/>
                  </a:cubicBezTo>
                  <a:cubicBezTo>
                    <a:pt x="117302" y="152781"/>
                    <a:pt x="116234" y="143570"/>
                    <a:pt x="116234" y="136485"/>
                  </a:cubicBezTo>
                  <a:cubicBezTo>
                    <a:pt x="116234" y="128691"/>
                    <a:pt x="116946" y="125857"/>
                    <a:pt x="120860" y="110269"/>
                  </a:cubicBezTo>
                  <a:cubicBezTo>
                    <a:pt x="124774" y="95389"/>
                    <a:pt x="125485" y="91847"/>
                    <a:pt x="128688" y="78384"/>
                  </a:cubicBezTo>
                  <a:lnTo>
                    <a:pt x="141497" y="28786"/>
                  </a:lnTo>
                  <a:cubicBezTo>
                    <a:pt x="143988" y="18867"/>
                    <a:pt x="143988" y="18158"/>
                    <a:pt x="143988" y="16741"/>
                  </a:cubicBezTo>
                  <a:cubicBezTo>
                    <a:pt x="143988" y="10718"/>
                    <a:pt x="139718" y="7176"/>
                    <a:pt x="133669" y="7176"/>
                  </a:cubicBezTo>
                  <a:cubicBezTo>
                    <a:pt x="125130" y="7176"/>
                    <a:pt x="119793" y="14970"/>
                    <a:pt x="118725" y="22764"/>
                  </a:cubicBezTo>
                  <a:close/>
                  <a:moveTo>
                    <a:pt x="95597" y="114520"/>
                  </a:moveTo>
                  <a:cubicBezTo>
                    <a:pt x="93818" y="120897"/>
                    <a:pt x="93818" y="121605"/>
                    <a:pt x="88481" y="127628"/>
                  </a:cubicBezTo>
                  <a:cubicBezTo>
                    <a:pt x="72825" y="147113"/>
                    <a:pt x="58237" y="152781"/>
                    <a:pt x="48274" y="152781"/>
                  </a:cubicBezTo>
                  <a:cubicBezTo>
                    <a:pt x="30484" y="152781"/>
                    <a:pt x="25502" y="133296"/>
                    <a:pt x="25502" y="119480"/>
                  </a:cubicBezTo>
                  <a:cubicBezTo>
                    <a:pt x="25502" y="101766"/>
                    <a:pt x="36888" y="58191"/>
                    <a:pt x="45072" y="41894"/>
                  </a:cubicBezTo>
                  <a:cubicBezTo>
                    <a:pt x="56102" y="20992"/>
                    <a:pt x="72114" y="7884"/>
                    <a:pt x="86346" y="7884"/>
                  </a:cubicBezTo>
                  <a:cubicBezTo>
                    <a:pt x="109474" y="7884"/>
                    <a:pt x="114455" y="36934"/>
                    <a:pt x="114455" y="39060"/>
                  </a:cubicBezTo>
                  <a:cubicBezTo>
                    <a:pt x="114455" y="41186"/>
                    <a:pt x="113744" y="43311"/>
                    <a:pt x="113388" y="45083"/>
                  </a:cubicBezTo>
                  <a:lnTo>
                    <a:pt x="95597" y="114520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AACEC2-F0AA-8B18-C43C-03CFCE10B9A3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1303140" y="5635125"/>
              <a:ext cx="115567" cy="169625"/>
            </a:xfrm>
            <a:custGeom>
              <a:avLst/>
              <a:gdLst>
                <a:gd name="connsiteX0" fmla="*/ 115813 w 115567"/>
                <a:gd name="connsiteY0" fmla="*/ 85648 h 169625"/>
                <a:gd name="connsiteX1" fmla="*/ 101118 w 115567"/>
                <a:gd name="connsiteY1" fmla="*/ 21419 h 169625"/>
                <a:gd name="connsiteX2" fmla="*/ 58029 w 115567"/>
                <a:gd name="connsiteY2" fmla="*/ 92 h 169625"/>
                <a:gd name="connsiteX3" fmla="*/ 245 w 115567"/>
                <a:gd name="connsiteY3" fmla="*/ 85648 h 169625"/>
                <a:gd name="connsiteX4" fmla="*/ 58029 w 115567"/>
                <a:gd name="connsiteY4" fmla="*/ 169717 h 169625"/>
                <a:gd name="connsiteX5" fmla="*/ 115813 w 115567"/>
                <a:gd name="connsiteY5" fmla="*/ 85648 h 169625"/>
                <a:gd name="connsiteX6" fmla="*/ 58029 w 115567"/>
                <a:gd name="connsiteY6" fmla="*/ 162773 h 169625"/>
                <a:gd name="connsiteX7" fmla="*/ 26397 w 115567"/>
                <a:gd name="connsiteY7" fmla="*/ 135742 h 169625"/>
                <a:gd name="connsiteX8" fmla="*/ 22910 w 115567"/>
                <a:gd name="connsiteY8" fmla="*/ 82424 h 169625"/>
                <a:gd name="connsiteX9" fmla="*/ 26646 w 115567"/>
                <a:gd name="connsiteY9" fmla="*/ 31834 h 169625"/>
                <a:gd name="connsiteX10" fmla="*/ 58029 w 115567"/>
                <a:gd name="connsiteY10" fmla="*/ 7035 h 169625"/>
                <a:gd name="connsiteX11" fmla="*/ 88913 w 115567"/>
                <a:gd name="connsiteY11" fmla="*/ 29602 h 169625"/>
                <a:gd name="connsiteX12" fmla="*/ 93147 w 115567"/>
                <a:gd name="connsiteY12" fmla="*/ 82424 h 169625"/>
                <a:gd name="connsiteX13" fmla="*/ 89910 w 115567"/>
                <a:gd name="connsiteY13" fmla="*/ 134750 h 169625"/>
                <a:gd name="connsiteX14" fmla="*/ 58029 w 115567"/>
                <a:gd name="connsiteY14" fmla="*/ 162773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67" h="169625">
                  <a:moveTo>
                    <a:pt x="115813" y="85648"/>
                  </a:moveTo>
                  <a:cubicBezTo>
                    <a:pt x="115813" y="58369"/>
                    <a:pt x="112575" y="38778"/>
                    <a:pt x="101118" y="21419"/>
                  </a:cubicBezTo>
                  <a:cubicBezTo>
                    <a:pt x="93397" y="10011"/>
                    <a:pt x="77954" y="92"/>
                    <a:pt x="58029" y="92"/>
                  </a:cubicBezTo>
                  <a:cubicBezTo>
                    <a:pt x="245" y="92"/>
                    <a:pt x="245" y="67793"/>
                    <a:pt x="245" y="85648"/>
                  </a:cubicBezTo>
                  <a:cubicBezTo>
                    <a:pt x="245" y="103503"/>
                    <a:pt x="245" y="169717"/>
                    <a:pt x="58029" y="169717"/>
                  </a:cubicBezTo>
                  <a:cubicBezTo>
                    <a:pt x="115813" y="169717"/>
                    <a:pt x="115813" y="103504"/>
                    <a:pt x="115813" y="85648"/>
                  </a:cubicBezTo>
                  <a:close/>
                  <a:moveTo>
                    <a:pt x="58029" y="162773"/>
                  </a:moveTo>
                  <a:cubicBezTo>
                    <a:pt x="46572" y="162773"/>
                    <a:pt x="31379" y="156077"/>
                    <a:pt x="26397" y="135742"/>
                  </a:cubicBezTo>
                  <a:cubicBezTo>
                    <a:pt x="22910" y="121111"/>
                    <a:pt x="22910" y="100776"/>
                    <a:pt x="22910" y="82424"/>
                  </a:cubicBezTo>
                  <a:cubicBezTo>
                    <a:pt x="22910" y="64321"/>
                    <a:pt x="22910" y="45474"/>
                    <a:pt x="26646" y="31834"/>
                  </a:cubicBezTo>
                  <a:cubicBezTo>
                    <a:pt x="31877" y="12243"/>
                    <a:pt x="47817" y="7035"/>
                    <a:pt x="58029" y="7035"/>
                  </a:cubicBezTo>
                  <a:cubicBezTo>
                    <a:pt x="71479" y="7035"/>
                    <a:pt x="84430" y="15219"/>
                    <a:pt x="88913" y="29602"/>
                  </a:cubicBezTo>
                  <a:cubicBezTo>
                    <a:pt x="92898" y="42994"/>
                    <a:pt x="93147" y="60849"/>
                    <a:pt x="93147" y="82424"/>
                  </a:cubicBezTo>
                  <a:cubicBezTo>
                    <a:pt x="93147" y="100776"/>
                    <a:pt x="93147" y="119127"/>
                    <a:pt x="89910" y="134750"/>
                  </a:cubicBezTo>
                  <a:cubicBezTo>
                    <a:pt x="84928" y="157317"/>
                    <a:pt x="67992" y="162773"/>
                    <a:pt x="58029" y="162773"/>
                  </a:cubicBez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DED813D-7A50-4967-F544-31E3FD4C636D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11548803" y="5540110"/>
              <a:ext cx="236614" cy="235944"/>
            </a:xfrm>
            <a:custGeom>
              <a:avLst/>
              <a:gdLst>
                <a:gd name="connsiteX0" fmla="*/ 125853 w 236614"/>
                <a:gd name="connsiteY0" fmla="*/ 125148 h 235944"/>
                <a:gd name="connsiteX1" fmla="*/ 225125 w 236614"/>
                <a:gd name="connsiteY1" fmla="*/ 125148 h 235944"/>
                <a:gd name="connsiteX2" fmla="*/ 236867 w 236614"/>
                <a:gd name="connsiteY2" fmla="*/ 118063 h 235944"/>
                <a:gd name="connsiteX3" fmla="*/ 225125 w 236614"/>
                <a:gd name="connsiteY3" fmla="*/ 110977 h 235944"/>
                <a:gd name="connsiteX4" fmla="*/ 125853 w 236614"/>
                <a:gd name="connsiteY4" fmla="*/ 110977 h 235944"/>
                <a:gd name="connsiteX5" fmla="*/ 125853 w 236614"/>
                <a:gd name="connsiteY5" fmla="*/ 11781 h 235944"/>
                <a:gd name="connsiteX6" fmla="*/ 118737 w 236614"/>
                <a:gd name="connsiteY6" fmla="*/ 90 h 235944"/>
                <a:gd name="connsiteX7" fmla="*/ 111621 w 236614"/>
                <a:gd name="connsiteY7" fmla="*/ 11781 h 235944"/>
                <a:gd name="connsiteX8" fmla="*/ 111621 w 236614"/>
                <a:gd name="connsiteY8" fmla="*/ 110977 h 235944"/>
                <a:gd name="connsiteX9" fmla="*/ 11993 w 236614"/>
                <a:gd name="connsiteY9" fmla="*/ 110977 h 235944"/>
                <a:gd name="connsiteX10" fmla="*/ 252 w 236614"/>
                <a:gd name="connsiteY10" fmla="*/ 118063 h 235944"/>
                <a:gd name="connsiteX11" fmla="*/ 11993 w 236614"/>
                <a:gd name="connsiteY11" fmla="*/ 125148 h 235944"/>
                <a:gd name="connsiteX12" fmla="*/ 111621 w 236614"/>
                <a:gd name="connsiteY12" fmla="*/ 125148 h 235944"/>
                <a:gd name="connsiteX13" fmla="*/ 111621 w 236614"/>
                <a:gd name="connsiteY13" fmla="*/ 224344 h 235944"/>
                <a:gd name="connsiteX14" fmla="*/ 118737 w 236614"/>
                <a:gd name="connsiteY14" fmla="*/ 236035 h 235944"/>
                <a:gd name="connsiteX15" fmla="*/ 125853 w 236614"/>
                <a:gd name="connsiteY15" fmla="*/ 224344 h 235944"/>
                <a:gd name="connsiteX16" fmla="*/ 125853 w 236614"/>
                <a:gd name="connsiteY16" fmla="*/ 125148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6614" h="235944">
                  <a:moveTo>
                    <a:pt x="125853" y="125148"/>
                  </a:moveTo>
                  <a:lnTo>
                    <a:pt x="225125" y="125148"/>
                  </a:lnTo>
                  <a:cubicBezTo>
                    <a:pt x="230106" y="125148"/>
                    <a:pt x="236867" y="125148"/>
                    <a:pt x="236867" y="118063"/>
                  </a:cubicBezTo>
                  <a:cubicBezTo>
                    <a:pt x="236867" y="110977"/>
                    <a:pt x="230106" y="110977"/>
                    <a:pt x="225125" y="110977"/>
                  </a:cubicBezTo>
                  <a:lnTo>
                    <a:pt x="125853" y="110977"/>
                  </a:lnTo>
                  <a:lnTo>
                    <a:pt x="125853" y="11781"/>
                  </a:lnTo>
                  <a:cubicBezTo>
                    <a:pt x="125853" y="6821"/>
                    <a:pt x="125853" y="90"/>
                    <a:pt x="118737" y="90"/>
                  </a:cubicBezTo>
                  <a:cubicBezTo>
                    <a:pt x="111621" y="90"/>
                    <a:pt x="111621" y="6821"/>
                    <a:pt x="111621" y="11781"/>
                  </a:cubicBezTo>
                  <a:lnTo>
                    <a:pt x="111621" y="110977"/>
                  </a:lnTo>
                  <a:lnTo>
                    <a:pt x="11993" y="110977"/>
                  </a:lnTo>
                  <a:cubicBezTo>
                    <a:pt x="7012" y="110977"/>
                    <a:pt x="252" y="110977"/>
                    <a:pt x="252" y="118063"/>
                  </a:cubicBezTo>
                  <a:cubicBezTo>
                    <a:pt x="252" y="125148"/>
                    <a:pt x="7012" y="125148"/>
                    <a:pt x="11993" y="125148"/>
                  </a:cubicBezTo>
                  <a:lnTo>
                    <a:pt x="111621" y="125148"/>
                  </a:lnTo>
                  <a:lnTo>
                    <a:pt x="111621" y="224344"/>
                  </a:lnTo>
                  <a:cubicBezTo>
                    <a:pt x="111621" y="229304"/>
                    <a:pt x="111621" y="236035"/>
                    <a:pt x="118737" y="236035"/>
                  </a:cubicBezTo>
                  <a:cubicBezTo>
                    <a:pt x="125853" y="236035"/>
                    <a:pt x="125853" y="229304"/>
                    <a:pt x="125853" y="224344"/>
                  </a:cubicBezTo>
                  <a:lnTo>
                    <a:pt x="125853" y="125148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0E80E2E-FF78-3DD8-8C02-17DED9A5B79B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1898921" y="5590062"/>
              <a:ext cx="162961" cy="160484"/>
            </a:xfrm>
            <a:custGeom>
              <a:avLst/>
              <a:gdLst>
                <a:gd name="connsiteX0" fmla="*/ 118747 w 162961"/>
                <a:gd name="connsiteY0" fmla="*/ 22764 h 160484"/>
                <a:gd name="connsiteX1" fmla="*/ 86012 w 162961"/>
                <a:gd name="connsiteY1" fmla="*/ 90 h 160484"/>
                <a:gd name="connsiteX2" fmla="*/ 262 w 162961"/>
                <a:gd name="connsiteY2" fmla="*/ 103892 h 160484"/>
                <a:gd name="connsiteX3" fmla="*/ 47585 w 162961"/>
                <a:gd name="connsiteY3" fmla="*/ 160575 h 160484"/>
                <a:gd name="connsiteX4" fmla="*/ 93840 w 162961"/>
                <a:gd name="connsiteY4" fmla="*/ 134005 h 160484"/>
                <a:gd name="connsiteX5" fmla="*/ 126219 w 162961"/>
                <a:gd name="connsiteY5" fmla="*/ 160575 h 160484"/>
                <a:gd name="connsiteX6" fmla="*/ 152549 w 162961"/>
                <a:gd name="connsiteY6" fmla="*/ 141090 h 160484"/>
                <a:gd name="connsiteX7" fmla="*/ 163223 w 162961"/>
                <a:gd name="connsiteY7" fmla="*/ 106017 h 160484"/>
                <a:gd name="connsiteX8" fmla="*/ 158954 w 162961"/>
                <a:gd name="connsiteY8" fmla="*/ 102475 h 160484"/>
                <a:gd name="connsiteX9" fmla="*/ 153972 w 162961"/>
                <a:gd name="connsiteY9" fmla="*/ 108852 h 160484"/>
                <a:gd name="connsiteX10" fmla="*/ 126931 w 162961"/>
                <a:gd name="connsiteY10" fmla="*/ 152781 h 160484"/>
                <a:gd name="connsiteX11" fmla="*/ 116256 w 162961"/>
                <a:gd name="connsiteY11" fmla="*/ 136485 h 160484"/>
                <a:gd name="connsiteX12" fmla="*/ 120882 w 162961"/>
                <a:gd name="connsiteY12" fmla="*/ 110269 h 160484"/>
                <a:gd name="connsiteX13" fmla="*/ 128710 w 162961"/>
                <a:gd name="connsiteY13" fmla="*/ 78384 h 160484"/>
                <a:gd name="connsiteX14" fmla="*/ 141519 w 162961"/>
                <a:gd name="connsiteY14" fmla="*/ 28786 h 160484"/>
                <a:gd name="connsiteX15" fmla="*/ 144010 w 162961"/>
                <a:gd name="connsiteY15" fmla="*/ 16741 h 160484"/>
                <a:gd name="connsiteX16" fmla="*/ 133691 w 162961"/>
                <a:gd name="connsiteY16" fmla="*/ 7176 h 160484"/>
                <a:gd name="connsiteX17" fmla="*/ 118747 w 162961"/>
                <a:gd name="connsiteY17" fmla="*/ 22764 h 160484"/>
                <a:gd name="connsiteX18" fmla="*/ 95619 w 162961"/>
                <a:gd name="connsiteY18" fmla="*/ 114520 h 160484"/>
                <a:gd name="connsiteX19" fmla="*/ 88503 w 162961"/>
                <a:gd name="connsiteY19" fmla="*/ 127628 h 160484"/>
                <a:gd name="connsiteX20" fmla="*/ 48296 w 162961"/>
                <a:gd name="connsiteY20" fmla="*/ 152781 h 160484"/>
                <a:gd name="connsiteX21" fmla="*/ 25524 w 162961"/>
                <a:gd name="connsiteY21" fmla="*/ 119480 h 160484"/>
                <a:gd name="connsiteX22" fmla="*/ 45094 w 162961"/>
                <a:gd name="connsiteY22" fmla="*/ 41894 h 160484"/>
                <a:gd name="connsiteX23" fmla="*/ 86368 w 162961"/>
                <a:gd name="connsiteY23" fmla="*/ 7884 h 160484"/>
                <a:gd name="connsiteX24" fmla="*/ 114477 w 162961"/>
                <a:gd name="connsiteY24" fmla="*/ 39060 h 160484"/>
                <a:gd name="connsiteX25" fmla="*/ 113410 w 162961"/>
                <a:gd name="connsiteY25" fmla="*/ 45083 h 160484"/>
                <a:gd name="connsiteX26" fmla="*/ 95619 w 162961"/>
                <a:gd name="connsiteY26" fmla="*/ 114520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961" h="160484">
                  <a:moveTo>
                    <a:pt x="118747" y="22764"/>
                  </a:moveTo>
                  <a:cubicBezTo>
                    <a:pt x="112342" y="9655"/>
                    <a:pt x="102024" y="90"/>
                    <a:pt x="86012" y="90"/>
                  </a:cubicBezTo>
                  <a:cubicBezTo>
                    <a:pt x="44382" y="90"/>
                    <a:pt x="262" y="52168"/>
                    <a:pt x="262" y="103892"/>
                  </a:cubicBezTo>
                  <a:cubicBezTo>
                    <a:pt x="262" y="137193"/>
                    <a:pt x="19831" y="160575"/>
                    <a:pt x="47585" y="160575"/>
                  </a:cubicBezTo>
                  <a:cubicBezTo>
                    <a:pt x="54701" y="160575"/>
                    <a:pt x="72491" y="159158"/>
                    <a:pt x="93840" y="134005"/>
                  </a:cubicBezTo>
                  <a:cubicBezTo>
                    <a:pt x="96687" y="148884"/>
                    <a:pt x="109140" y="160575"/>
                    <a:pt x="126219" y="160575"/>
                  </a:cubicBezTo>
                  <a:cubicBezTo>
                    <a:pt x="138672" y="160575"/>
                    <a:pt x="146856" y="152427"/>
                    <a:pt x="152549" y="141090"/>
                  </a:cubicBezTo>
                  <a:cubicBezTo>
                    <a:pt x="158598" y="128336"/>
                    <a:pt x="163223" y="106726"/>
                    <a:pt x="163223" y="106017"/>
                  </a:cubicBezTo>
                  <a:cubicBezTo>
                    <a:pt x="163223" y="102475"/>
                    <a:pt x="160021" y="102475"/>
                    <a:pt x="158954" y="102475"/>
                  </a:cubicBezTo>
                  <a:cubicBezTo>
                    <a:pt x="155396" y="102475"/>
                    <a:pt x="155040" y="103892"/>
                    <a:pt x="153972" y="108852"/>
                  </a:cubicBezTo>
                  <a:cubicBezTo>
                    <a:pt x="147924" y="131879"/>
                    <a:pt x="141519" y="152781"/>
                    <a:pt x="126931" y="152781"/>
                  </a:cubicBezTo>
                  <a:cubicBezTo>
                    <a:pt x="117324" y="152781"/>
                    <a:pt x="116256" y="143570"/>
                    <a:pt x="116256" y="136485"/>
                  </a:cubicBezTo>
                  <a:cubicBezTo>
                    <a:pt x="116256" y="128691"/>
                    <a:pt x="116968" y="125857"/>
                    <a:pt x="120882" y="110269"/>
                  </a:cubicBezTo>
                  <a:cubicBezTo>
                    <a:pt x="124796" y="95389"/>
                    <a:pt x="125507" y="91847"/>
                    <a:pt x="128710" y="78384"/>
                  </a:cubicBezTo>
                  <a:lnTo>
                    <a:pt x="141519" y="28786"/>
                  </a:lnTo>
                  <a:cubicBezTo>
                    <a:pt x="144010" y="18867"/>
                    <a:pt x="144010" y="18158"/>
                    <a:pt x="144010" y="16741"/>
                  </a:cubicBezTo>
                  <a:cubicBezTo>
                    <a:pt x="144010" y="10718"/>
                    <a:pt x="139740" y="7176"/>
                    <a:pt x="133691" y="7176"/>
                  </a:cubicBezTo>
                  <a:cubicBezTo>
                    <a:pt x="125152" y="7176"/>
                    <a:pt x="119814" y="14970"/>
                    <a:pt x="118747" y="22764"/>
                  </a:cubicBezTo>
                  <a:close/>
                  <a:moveTo>
                    <a:pt x="95619" y="114520"/>
                  </a:moveTo>
                  <a:cubicBezTo>
                    <a:pt x="93840" y="120897"/>
                    <a:pt x="93840" y="121605"/>
                    <a:pt x="88503" y="127628"/>
                  </a:cubicBezTo>
                  <a:cubicBezTo>
                    <a:pt x="72847" y="147113"/>
                    <a:pt x="58259" y="152781"/>
                    <a:pt x="48296" y="152781"/>
                  </a:cubicBezTo>
                  <a:cubicBezTo>
                    <a:pt x="30506" y="152781"/>
                    <a:pt x="25524" y="133296"/>
                    <a:pt x="25524" y="119480"/>
                  </a:cubicBezTo>
                  <a:cubicBezTo>
                    <a:pt x="25524" y="101766"/>
                    <a:pt x="36910" y="58191"/>
                    <a:pt x="45094" y="41894"/>
                  </a:cubicBezTo>
                  <a:cubicBezTo>
                    <a:pt x="56124" y="20992"/>
                    <a:pt x="72136" y="7884"/>
                    <a:pt x="86368" y="7884"/>
                  </a:cubicBezTo>
                  <a:cubicBezTo>
                    <a:pt x="109496" y="7884"/>
                    <a:pt x="114477" y="36934"/>
                    <a:pt x="114477" y="39060"/>
                  </a:cubicBezTo>
                  <a:cubicBezTo>
                    <a:pt x="114477" y="41186"/>
                    <a:pt x="113766" y="43311"/>
                    <a:pt x="113410" y="45083"/>
                  </a:cubicBezTo>
                  <a:lnTo>
                    <a:pt x="95619" y="114520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A72EEE-AD32-58A3-D3C5-6E395A90C15B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12099916" y="5635125"/>
              <a:ext cx="90660" cy="164665"/>
            </a:xfrm>
            <a:custGeom>
              <a:avLst/>
              <a:gdLst>
                <a:gd name="connsiteX0" fmla="*/ 56556 w 90660"/>
                <a:gd name="connsiteY0" fmla="*/ 7035 h 164665"/>
                <a:gd name="connsiteX1" fmla="*/ 49084 w 90660"/>
                <a:gd name="connsiteY1" fmla="*/ 92 h 164665"/>
                <a:gd name="connsiteX2" fmla="*/ 267 w 90660"/>
                <a:gd name="connsiteY2" fmla="*/ 15963 h 164665"/>
                <a:gd name="connsiteX3" fmla="*/ 267 w 90660"/>
                <a:gd name="connsiteY3" fmla="*/ 24891 h 164665"/>
                <a:gd name="connsiteX4" fmla="*/ 36382 w 90660"/>
                <a:gd name="connsiteY4" fmla="*/ 17947 h 164665"/>
                <a:gd name="connsiteX5" fmla="*/ 36382 w 90660"/>
                <a:gd name="connsiteY5" fmla="*/ 144422 h 164665"/>
                <a:gd name="connsiteX6" fmla="*/ 11475 w 90660"/>
                <a:gd name="connsiteY6" fmla="*/ 155829 h 164665"/>
                <a:gd name="connsiteX7" fmla="*/ 2010 w 90660"/>
                <a:gd name="connsiteY7" fmla="*/ 155829 h 164665"/>
                <a:gd name="connsiteX8" fmla="*/ 2010 w 90660"/>
                <a:gd name="connsiteY8" fmla="*/ 164757 h 164665"/>
                <a:gd name="connsiteX9" fmla="*/ 46345 w 90660"/>
                <a:gd name="connsiteY9" fmla="*/ 163765 h 164665"/>
                <a:gd name="connsiteX10" fmla="*/ 90928 w 90660"/>
                <a:gd name="connsiteY10" fmla="*/ 164757 h 164665"/>
                <a:gd name="connsiteX11" fmla="*/ 90928 w 90660"/>
                <a:gd name="connsiteY11" fmla="*/ 155829 h 164665"/>
                <a:gd name="connsiteX12" fmla="*/ 81463 w 90660"/>
                <a:gd name="connsiteY12" fmla="*/ 155829 h 164665"/>
                <a:gd name="connsiteX13" fmla="*/ 56556 w 90660"/>
                <a:gd name="connsiteY13" fmla="*/ 144422 h 164665"/>
                <a:gd name="connsiteX14" fmla="*/ 56556 w 90660"/>
                <a:gd name="connsiteY14" fmla="*/ 7035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660" h="164665">
                  <a:moveTo>
                    <a:pt x="56556" y="7035"/>
                  </a:moveTo>
                  <a:cubicBezTo>
                    <a:pt x="56556" y="340"/>
                    <a:pt x="56058" y="92"/>
                    <a:pt x="49084" y="92"/>
                  </a:cubicBezTo>
                  <a:cubicBezTo>
                    <a:pt x="33144" y="15715"/>
                    <a:pt x="10479" y="15963"/>
                    <a:pt x="267" y="15963"/>
                  </a:cubicBezTo>
                  <a:lnTo>
                    <a:pt x="267" y="24891"/>
                  </a:lnTo>
                  <a:cubicBezTo>
                    <a:pt x="6245" y="24891"/>
                    <a:pt x="22683" y="24891"/>
                    <a:pt x="36382" y="17947"/>
                  </a:cubicBezTo>
                  <a:lnTo>
                    <a:pt x="36382" y="144422"/>
                  </a:lnTo>
                  <a:cubicBezTo>
                    <a:pt x="36382" y="152606"/>
                    <a:pt x="36382" y="155829"/>
                    <a:pt x="11475" y="155829"/>
                  </a:cubicBezTo>
                  <a:lnTo>
                    <a:pt x="2010" y="155829"/>
                  </a:lnTo>
                  <a:lnTo>
                    <a:pt x="2010" y="164757"/>
                  </a:lnTo>
                  <a:cubicBezTo>
                    <a:pt x="6494" y="164509"/>
                    <a:pt x="37129" y="163765"/>
                    <a:pt x="46345" y="163765"/>
                  </a:cubicBezTo>
                  <a:cubicBezTo>
                    <a:pt x="54066" y="163765"/>
                    <a:pt x="85448" y="164509"/>
                    <a:pt x="90928" y="164757"/>
                  </a:cubicBezTo>
                  <a:lnTo>
                    <a:pt x="90928" y="155829"/>
                  </a:lnTo>
                  <a:lnTo>
                    <a:pt x="81463" y="155829"/>
                  </a:lnTo>
                  <a:cubicBezTo>
                    <a:pt x="56556" y="155829"/>
                    <a:pt x="56556" y="152606"/>
                    <a:pt x="56556" y="144422"/>
                  </a:cubicBezTo>
                  <a:lnTo>
                    <a:pt x="56556" y="7035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00F31FF-E026-1B72-9674-3493BB4B2631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12242708" y="5590062"/>
              <a:ext cx="177194" cy="160484"/>
            </a:xfrm>
            <a:custGeom>
              <a:avLst/>
              <a:gdLst>
                <a:gd name="connsiteX0" fmla="*/ 108794 w 177194"/>
                <a:gd name="connsiteY0" fmla="*/ 49688 h 160484"/>
                <a:gd name="connsiteX1" fmla="*/ 144019 w 177194"/>
                <a:gd name="connsiteY1" fmla="*/ 7884 h 160484"/>
                <a:gd name="connsiteX2" fmla="*/ 161810 w 177194"/>
                <a:gd name="connsiteY2" fmla="*/ 12490 h 160484"/>
                <a:gd name="connsiteX3" fmla="*/ 144731 w 177194"/>
                <a:gd name="connsiteY3" fmla="*/ 31620 h 160484"/>
                <a:gd name="connsiteX4" fmla="*/ 158252 w 177194"/>
                <a:gd name="connsiteY4" fmla="*/ 44020 h 160484"/>
                <a:gd name="connsiteX5" fmla="*/ 177466 w 177194"/>
                <a:gd name="connsiteY5" fmla="*/ 23472 h 160484"/>
                <a:gd name="connsiteX6" fmla="*/ 144375 w 177194"/>
                <a:gd name="connsiteY6" fmla="*/ 90 h 160484"/>
                <a:gd name="connsiteX7" fmla="*/ 107015 w 177194"/>
                <a:gd name="connsiteY7" fmla="*/ 27015 h 160484"/>
                <a:gd name="connsiteX8" fmla="*/ 68587 w 177194"/>
                <a:gd name="connsiteY8" fmla="*/ 90 h 160484"/>
                <a:gd name="connsiteX9" fmla="*/ 11302 w 177194"/>
                <a:gd name="connsiteY9" fmla="*/ 54648 h 160484"/>
                <a:gd name="connsiteX10" fmla="*/ 15571 w 177194"/>
                <a:gd name="connsiteY10" fmla="*/ 58191 h 160484"/>
                <a:gd name="connsiteX11" fmla="*/ 20197 w 177194"/>
                <a:gd name="connsiteY11" fmla="*/ 54294 h 160484"/>
                <a:gd name="connsiteX12" fmla="*/ 67876 w 177194"/>
                <a:gd name="connsiteY12" fmla="*/ 7884 h 160484"/>
                <a:gd name="connsiteX13" fmla="*/ 87089 w 177194"/>
                <a:gd name="connsiteY13" fmla="*/ 31620 h 160484"/>
                <a:gd name="connsiteX14" fmla="*/ 67876 w 177194"/>
                <a:gd name="connsiteY14" fmla="*/ 115937 h 160484"/>
                <a:gd name="connsiteX15" fmla="*/ 34073 w 177194"/>
                <a:gd name="connsiteY15" fmla="*/ 152781 h 160484"/>
                <a:gd name="connsiteX16" fmla="*/ 16283 w 177194"/>
                <a:gd name="connsiteY16" fmla="*/ 148176 h 160484"/>
                <a:gd name="connsiteX17" fmla="*/ 33006 w 177194"/>
                <a:gd name="connsiteY17" fmla="*/ 129045 h 160484"/>
                <a:gd name="connsiteX18" fmla="*/ 19841 w 177194"/>
                <a:gd name="connsiteY18" fmla="*/ 116646 h 160484"/>
                <a:gd name="connsiteX19" fmla="*/ 271 w 177194"/>
                <a:gd name="connsiteY19" fmla="*/ 137193 h 160484"/>
                <a:gd name="connsiteX20" fmla="*/ 33718 w 177194"/>
                <a:gd name="connsiteY20" fmla="*/ 160575 h 160484"/>
                <a:gd name="connsiteX21" fmla="*/ 71078 w 177194"/>
                <a:gd name="connsiteY21" fmla="*/ 133651 h 160484"/>
                <a:gd name="connsiteX22" fmla="*/ 109506 w 177194"/>
                <a:gd name="connsiteY22" fmla="*/ 160575 h 160484"/>
                <a:gd name="connsiteX23" fmla="*/ 166435 w 177194"/>
                <a:gd name="connsiteY23" fmla="*/ 106017 h 160484"/>
                <a:gd name="connsiteX24" fmla="*/ 162166 w 177194"/>
                <a:gd name="connsiteY24" fmla="*/ 102475 h 160484"/>
                <a:gd name="connsiteX25" fmla="*/ 157540 w 177194"/>
                <a:gd name="connsiteY25" fmla="*/ 106372 h 160484"/>
                <a:gd name="connsiteX26" fmla="*/ 110217 w 177194"/>
                <a:gd name="connsiteY26" fmla="*/ 152781 h 160484"/>
                <a:gd name="connsiteX27" fmla="*/ 90648 w 177194"/>
                <a:gd name="connsiteY27" fmla="*/ 129399 h 160484"/>
                <a:gd name="connsiteX28" fmla="*/ 96696 w 177194"/>
                <a:gd name="connsiteY28" fmla="*/ 98223 h 160484"/>
                <a:gd name="connsiteX29" fmla="*/ 108794 w 177194"/>
                <a:gd name="connsiteY29" fmla="*/ 49688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194" h="160484">
                  <a:moveTo>
                    <a:pt x="108794" y="49688"/>
                  </a:moveTo>
                  <a:cubicBezTo>
                    <a:pt x="110929" y="40477"/>
                    <a:pt x="119112" y="7884"/>
                    <a:pt x="144019" y="7884"/>
                  </a:cubicBezTo>
                  <a:cubicBezTo>
                    <a:pt x="145798" y="7884"/>
                    <a:pt x="154338" y="7884"/>
                    <a:pt x="161810" y="12490"/>
                  </a:cubicBezTo>
                  <a:cubicBezTo>
                    <a:pt x="151847" y="14261"/>
                    <a:pt x="144731" y="23118"/>
                    <a:pt x="144731" y="31620"/>
                  </a:cubicBezTo>
                  <a:cubicBezTo>
                    <a:pt x="144731" y="37289"/>
                    <a:pt x="148645" y="44020"/>
                    <a:pt x="158252" y="44020"/>
                  </a:cubicBezTo>
                  <a:cubicBezTo>
                    <a:pt x="166080" y="44020"/>
                    <a:pt x="177466" y="37643"/>
                    <a:pt x="177466" y="23472"/>
                  </a:cubicBezTo>
                  <a:cubicBezTo>
                    <a:pt x="177466" y="5050"/>
                    <a:pt x="156473" y="90"/>
                    <a:pt x="144375" y="90"/>
                  </a:cubicBezTo>
                  <a:cubicBezTo>
                    <a:pt x="123738" y="90"/>
                    <a:pt x="111285" y="18867"/>
                    <a:pt x="107015" y="27015"/>
                  </a:cubicBezTo>
                  <a:cubicBezTo>
                    <a:pt x="98120" y="3633"/>
                    <a:pt x="78906" y="90"/>
                    <a:pt x="68587" y="90"/>
                  </a:cubicBezTo>
                  <a:cubicBezTo>
                    <a:pt x="31583" y="90"/>
                    <a:pt x="11302" y="45791"/>
                    <a:pt x="11302" y="54648"/>
                  </a:cubicBezTo>
                  <a:cubicBezTo>
                    <a:pt x="11302" y="58191"/>
                    <a:pt x="14860" y="58191"/>
                    <a:pt x="15571" y="58191"/>
                  </a:cubicBezTo>
                  <a:cubicBezTo>
                    <a:pt x="18418" y="58191"/>
                    <a:pt x="19485" y="57482"/>
                    <a:pt x="20197" y="54294"/>
                  </a:cubicBezTo>
                  <a:cubicBezTo>
                    <a:pt x="32294" y="16741"/>
                    <a:pt x="55778" y="7884"/>
                    <a:pt x="67876" y="7884"/>
                  </a:cubicBezTo>
                  <a:cubicBezTo>
                    <a:pt x="74636" y="7884"/>
                    <a:pt x="87089" y="11073"/>
                    <a:pt x="87089" y="31620"/>
                  </a:cubicBezTo>
                  <a:cubicBezTo>
                    <a:pt x="87089" y="42603"/>
                    <a:pt x="81041" y="66339"/>
                    <a:pt x="67876" y="115937"/>
                  </a:cubicBezTo>
                  <a:cubicBezTo>
                    <a:pt x="62183" y="137902"/>
                    <a:pt x="49729" y="152781"/>
                    <a:pt x="34073" y="152781"/>
                  </a:cubicBezTo>
                  <a:cubicBezTo>
                    <a:pt x="31939" y="152781"/>
                    <a:pt x="23755" y="152781"/>
                    <a:pt x="16283" y="148176"/>
                  </a:cubicBezTo>
                  <a:cubicBezTo>
                    <a:pt x="25178" y="146404"/>
                    <a:pt x="33006" y="138965"/>
                    <a:pt x="33006" y="129045"/>
                  </a:cubicBezTo>
                  <a:cubicBezTo>
                    <a:pt x="33006" y="119480"/>
                    <a:pt x="25178" y="116646"/>
                    <a:pt x="19841" y="116646"/>
                  </a:cubicBezTo>
                  <a:cubicBezTo>
                    <a:pt x="9167" y="116646"/>
                    <a:pt x="271" y="125857"/>
                    <a:pt x="271" y="137193"/>
                  </a:cubicBezTo>
                  <a:cubicBezTo>
                    <a:pt x="271" y="153490"/>
                    <a:pt x="18062" y="160575"/>
                    <a:pt x="33718" y="160575"/>
                  </a:cubicBezTo>
                  <a:cubicBezTo>
                    <a:pt x="57201" y="160575"/>
                    <a:pt x="70010" y="135776"/>
                    <a:pt x="71078" y="133651"/>
                  </a:cubicBezTo>
                  <a:cubicBezTo>
                    <a:pt x="75348" y="146759"/>
                    <a:pt x="88157" y="160575"/>
                    <a:pt x="109506" y="160575"/>
                  </a:cubicBezTo>
                  <a:cubicBezTo>
                    <a:pt x="146154" y="160575"/>
                    <a:pt x="166435" y="114874"/>
                    <a:pt x="166435" y="106017"/>
                  </a:cubicBezTo>
                  <a:cubicBezTo>
                    <a:pt x="166435" y="102475"/>
                    <a:pt x="163233" y="102475"/>
                    <a:pt x="162166" y="102475"/>
                  </a:cubicBezTo>
                  <a:cubicBezTo>
                    <a:pt x="158963" y="102475"/>
                    <a:pt x="158252" y="103892"/>
                    <a:pt x="157540" y="106372"/>
                  </a:cubicBezTo>
                  <a:cubicBezTo>
                    <a:pt x="145798" y="144279"/>
                    <a:pt x="121603" y="152781"/>
                    <a:pt x="110217" y="152781"/>
                  </a:cubicBezTo>
                  <a:cubicBezTo>
                    <a:pt x="96341" y="152781"/>
                    <a:pt x="90648" y="141444"/>
                    <a:pt x="90648" y="129399"/>
                  </a:cubicBezTo>
                  <a:cubicBezTo>
                    <a:pt x="90648" y="121605"/>
                    <a:pt x="92782" y="113811"/>
                    <a:pt x="96696" y="98223"/>
                  </a:cubicBezTo>
                  <a:lnTo>
                    <a:pt x="108794" y="49688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6F1338-5955-9630-1980-4E7BDAC788BC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12447452" y="5635373"/>
              <a:ext cx="75467" cy="166897"/>
            </a:xfrm>
            <a:custGeom>
              <a:avLst/>
              <a:gdLst>
                <a:gd name="connsiteX0" fmla="*/ 69269 w 75467"/>
                <a:gd name="connsiteY0" fmla="*/ 9515 h 166897"/>
                <a:gd name="connsiteX1" fmla="*/ 59306 w 75467"/>
                <a:gd name="connsiteY1" fmla="*/ 92 h 166897"/>
                <a:gd name="connsiteX2" fmla="*/ 45358 w 75467"/>
                <a:gd name="connsiteY2" fmla="*/ 13731 h 166897"/>
                <a:gd name="connsiteX3" fmla="*/ 55321 w 75467"/>
                <a:gd name="connsiteY3" fmla="*/ 23155 h 166897"/>
                <a:gd name="connsiteX4" fmla="*/ 69269 w 75467"/>
                <a:gd name="connsiteY4" fmla="*/ 9515 h 166897"/>
                <a:gd name="connsiteX5" fmla="*/ 18459 w 75467"/>
                <a:gd name="connsiteY5" fmla="*/ 135494 h 166897"/>
                <a:gd name="connsiteX6" fmla="*/ 16217 w 75467"/>
                <a:gd name="connsiteY6" fmla="*/ 145910 h 166897"/>
                <a:gd name="connsiteX7" fmla="*/ 39879 w 75467"/>
                <a:gd name="connsiteY7" fmla="*/ 166989 h 166897"/>
                <a:gd name="connsiteX8" fmla="*/ 75745 w 75467"/>
                <a:gd name="connsiteY8" fmla="*/ 129046 h 166897"/>
                <a:gd name="connsiteX9" fmla="*/ 71760 w 75467"/>
                <a:gd name="connsiteY9" fmla="*/ 125823 h 166897"/>
                <a:gd name="connsiteX10" fmla="*/ 67027 w 75467"/>
                <a:gd name="connsiteY10" fmla="*/ 130038 h 166897"/>
                <a:gd name="connsiteX11" fmla="*/ 40626 w 75467"/>
                <a:gd name="connsiteY11" fmla="*/ 160045 h 166897"/>
                <a:gd name="connsiteX12" fmla="*/ 34399 w 75467"/>
                <a:gd name="connsiteY12" fmla="*/ 151366 h 166897"/>
                <a:gd name="connsiteX13" fmla="*/ 38385 w 75467"/>
                <a:gd name="connsiteY13" fmla="*/ 135494 h 166897"/>
                <a:gd name="connsiteX14" fmla="*/ 46355 w 75467"/>
                <a:gd name="connsiteY14" fmla="*/ 115655 h 166897"/>
                <a:gd name="connsiteX15" fmla="*/ 58559 w 75467"/>
                <a:gd name="connsiteY15" fmla="*/ 84160 h 166897"/>
                <a:gd name="connsiteX16" fmla="*/ 60053 w 75467"/>
                <a:gd name="connsiteY16" fmla="*/ 76225 h 166897"/>
                <a:gd name="connsiteX17" fmla="*/ 36392 w 75467"/>
                <a:gd name="connsiteY17" fmla="*/ 55145 h 166897"/>
                <a:gd name="connsiteX18" fmla="*/ 277 w 75467"/>
                <a:gd name="connsiteY18" fmla="*/ 93088 h 166897"/>
                <a:gd name="connsiteX19" fmla="*/ 4511 w 75467"/>
                <a:gd name="connsiteY19" fmla="*/ 96312 h 166897"/>
                <a:gd name="connsiteX20" fmla="*/ 8994 w 75467"/>
                <a:gd name="connsiteY20" fmla="*/ 92344 h 166897"/>
                <a:gd name="connsiteX21" fmla="*/ 35645 w 75467"/>
                <a:gd name="connsiteY21" fmla="*/ 62089 h 166897"/>
                <a:gd name="connsiteX22" fmla="*/ 41871 w 75467"/>
                <a:gd name="connsiteY22" fmla="*/ 70769 h 166897"/>
                <a:gd name="connsiteX23" fmla="*/ 34150 w 75467"/>
                <a:gd name="connsiteY23" fmla="*/ 95568 h 166897"/>
                <a:gd name="connsiteX24" fmla="*/ 18459 w 75467"/>
                <a:gd name="connsiteY24" fmla="*/ 135494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467" h="166897">
                  <a:moveTo>
                    <a:pt x="69269" y="9515"/>
                  </a:moveTo>
                  <a:cubicBezTo>
                    <a:pt x="69269" y="5547"/>
                    <a:pt x="66280" y="92"/>
                    <a:pt x="59306" y="92"/>
                  </a:cubicBezTo>
                  <a:cubicBezTo>
                    <a:pt x="52581" y="92"/>
                    <a:pt x="45358" y="6539"/>
                    <a:pt x="45358" y="13731"/>
                  </a:cubicBezTo>
                  <a:cubicBezTo>
                    <a:pt x="45358" y="17947"/>
                    <a:pt x="48596" y="23155"/>
                    <a:pt x="55321" y="23155"/>
                  </a:cubicBezTo>
                  <a:cubicBezTo>
                    <a:pt x="62544" y="23155"/>
                    <a:pt x="69269" y="16211"/>
                    <a:pt x="69269" y="9515"/>
                  </a:cubicBezTo>
                  <a:close/>
                  <a:moveTo>
                    <a:pt x="18459" y="135494"/>
                  </a:moveTo>
                  <a:cubicBezTo>
                    <a:pt x="17463" y="138718"/>
                    <a:pt x="16217" y="141694"/>
                    <a:pt x="16217" y="145910"/>
                  </a:cubicBezTo>
                  <a:cubicBezTo>
                    <a:pt x="16217" y="157565"/>
                    <a:pt x="26180" y="166989"/>
                    <a:pt x="39879" y="166989"/>
                  </a:cubicBezTo>
                  <a:cubicBezTo>
                    <a:pt x="64786" y="166989"/>
                    <a:pt x="75745" y="132766"/>
                    <a:pt x="75745" y="129046"/>
                  </a:cubicBezTo>
                  <a:cubicBezTo>
                    <a:pt x="75745" y="125823"/>
                    <a:pt x="72507" y="125823"/>
                    <a:pt x="71760" y="125823"/>
                  </a:cubicBezTo>
                  <a:cubicBezTo>
                    <a:pt x="68273" y="125823"/>
                    <a:pt x="68024" y="127311"/>
                    <a:pt x="67027" y="130038"/>
                  </a:cubicBezTo>
                  <a:cubicBezTo>
                    <a:pt x="61299" y="149878"/>
                    <a:pt x="50340" y="160045"/>
                    <a:pt x="40626" y="160045"/>
                  </a:cubicBezTo>
                  <a:cubicBezTo>
                    <a:pt x="35645" y="160045"/>
                    <a:pt x="34399" y="156821"/>
                    <a:pt x="34399" y="151366"/>
                  </a:cubicBezTo>
                  <a:cubicBezTo>
                    <a:pt x="34399" y="145662"/>
                    <a:pt x="36143" y="140950"/>
                    <a:pt x="38385" y="135494"/>
                  </a:cubicBezTo>
                  <a:cubicBezTo>
                    <a:pt x="40875" y="128799"/>
                    <a:pt x="43615" y="122103"/>
                    <a:pt x="46355" y="115655"/>
                  </a:cubicBezTo>
                  <a:cubicBezTo>
                    <a:pt x="48596" y="109703"/>
                    <a:pt x="57563" y="87136"/>
                    <a:pt x="58559" y="84160"/>
                  </a:cubicBezTo>
                  <a:cubicBezTo>
                    <a:pt x="59306" y="81680"/>
                    <a:pt x="60053" y="78705"/>
                    <a:pt x="60053" y="76225"/>
                  </a:cubicBezTo>
                  <a:cubicBezTo>
                    <a:pt x="60053" y="64569"/>
                    <a:pt x="50091" y="55145"/>
                    <a:pt x="36392" y="55145"/>
                  </a:cubicBezTo>
                  <a:cubicBezTo>
                    <a:pt x="11734" y="55145"/>
                    <a:pt x="277" y="88872"/>
                    <a:pt x="277" y="93088"/>
                  </a:cubicBezTo>
                  <a:cubicBezTo>
                    <a:pt x="277" y="96312"/>
                    <a:pt x="3764" y="96312"/>
                    <a:pt x="4511" y="96312"/>
                  </a:cubicBezTo>
                  <a:cubicBezTo>
                    <a:pt x="7998" y="96312"/>
                    <a:pt x="8247" y="95072"/>
                    <a:pt x="8994" y="92344"/>
                  </a:cubicBezTo>
                  <a:cubicBezTo>
                    <a:pt x="15470" y="71017"/>
                    <a:pt x="26429" y="62089"/>
                    <a:pt x="35645" y="62089"/>
                  </a:cubicBezTo>
                  <a:cubicBezTo>
                    <a:pt x="39630" y="62089"/>
                    <a:pt x="41871" y="64073"/>
                    <a:pt x="41871" y="70769"/>
                  </a:cubicBezTo>
                  <a:cubicBezTo>
                    <a:pt x="41871" y="76473"/>
                    <a:pt x="40377" y="80192"/>
                    <a:pt x="34150" y="95568"/>
                  </a:cubicBezTo>
                  <a:lnTo>
                    <a:pt x="18459" y="135494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0045226-1B72-DC8F-19B1-08E6102EC136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12574487" y="5480946"/>
              <a:ext cx="82548" cy="354271"/>
            </a:xfrm>
            <a:custGeom>
              <a:avLst/>
              <a:gdLst>
                <a:gd name="connsiteX0" fmla="*/ 82829 w 82548"/>
                <a:gd name="connsiteY0" fmla="*/ 177226 h 354271"/>
                <a:gd name="connsiteX1" fmla="*/ 59345 w 82548"/>
                <a:gd name="connsiteY1" fmla="*/ 66693 h 354271"/>
                <a:gd name="connsiteX2" fmla="*/ 3839 w 82548"/>
                <a:gd name="connsiteY2" fmla="*/ 90 h 354271"/>
                <a:gd name="connsiteX3" fmla="*/ 280 w 82548"/>
                <a:gd name="connsiteY3" fmla="*/ 3633 h 354271"/>
                <a:gd name="connsiteX4" fmla="*/ 7041 w 82548"/>
                <a:gd name="connsiteY4" fmla="*/ 11781 h 354271"/>
                <a:gd name="connsiteX5" fmla="*/ 62192 w 82548"/>
                <a:gd name="connsiteY5" fmla="*/ 177226 h 354271"/>
                <a:gd name="connsiteX6" fmla="*/ 4906 w 82548"/>
                <a:gd name="connsiteY6" fmla="*/ 344796 h 354271"/>
                <a:gd name="connsiteX7" fmla="*/ 280 w 82548"/>
                <a:gd name="connsiteY7" fmla="*/ 350819 h 354271"/>
                <a:gd name="connsiteX8" fmla="*/ 3839 w 82548"/>
                <a:gd name="connsiteY8" fmla="*/ 354362 h 354271"/>
                <a:gd name="connsiteX9" fmla="*/ 60413 w 82548"/>
                <a:gd name="connsiteY9" fmla="*/ 285279 h 354271"/>
                <a:gd name="connsiteX10" fmla="*/ 82829 w 82548"/>
                <a:gd name="connsiteY10" fmla="*/ 177226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548" h="354271">
                  <a:moveTo>
                    <a:pt x="82829" y="177226"/>
                  </a:moveTo>
                  <a:cubicBezTo>
                    <a:pt x="82829" y="149593"/>
                    <a:pt x="78915" y="106726"/>
                    <a:pt x="59345" y="66693"/>
                  </a:cubicBezTo>
                  <a:cubicBezTo>
                    <a:pt x="37996" y="23118"/>
                    <a:pt x="7397" y="90"/>
                    <a:pt x="3839" y="90"/>
                  </a:cubicBezTo>
                  <a:cubicBezTo>
                    <a:pt x="1704" y="90"/>
                    <a:pt x="280" y="1507"/>
                    <a:pt x="280" y="3633"/>
                  </a:cubicBezTo>
                  <a:cubicBezTo>
                    <a:pt x="280" y="4696"/>
                    <a:pt x="280" y="5404"/>
                    <a:pt x="7041" y="11781"/>
                  </a:cubicBezTo>
                  <a:cubicBezTo>
                    <a:pt x="41910" y="46854"/>
                    <a:pt x="62192" y="103183"/>
                    <a:pt x="62192" y="177226"/>
                  </a:cubicBezTo>
                  <a:cubicBezTo>
                    <a:pt x="62192" y="237806"/>
                    <a:pt x="49027" y="300158"/>
                    <a:pt x="4906" y="344796"/>
                  </a:cubicBezTo>
                  <a:cubicBezTo>
                    <a:pt x="280" y="349048"/>
                    <a:pt x="280" y="349756"/>
                    <a:pt x="280" y="350819"/>
                  </a:cubicBezTo>
                  <a:cubicBezTo>
                    <a:pt x="280" y="352945"/>
                    <a:pt x="1704" y="354362"/>
                    <a:pt x="3839" y="354362"/>
                  </a:cubicBezTo>
                  <a:cubicBezTo>
                    <a:pt x="7397" y="354362"/>
                    <a:pt x="39420" y="330271"/>
                    <a:pt x="60413" y="285279"/>
                  </a:cubicBezTo>
                  <a:cubicBezTo>
                    <a:pt x="78559" y="246309"/>
                    <a:pt x="82829" y="206985"/>
                    <a:pt x="82829" y="177226"/>
                  </a:cubicBez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80EF173-D0C1-2585-7D82-8E60702A8B8A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12700405" y="5480946"/>
              <a:ext cx="48746" cy="354271"/>
            </a:xfrm>
            <a:custGeom>
              <a:avLst/>
              <a:gdLst>
                <a:gd name="connsiteX0" fmla="*/ 49030 w 48746"/>
                <a:gd name="connsiteY0" fmla="*/ 90 h 354271"/>
                <a:gd name="connsiteX1" fmla="*/ 284 w 48746"/>
                <a:gd name="connsiteY1" fmla="*/ 90 h 354271"/>
                <a:gd name="connsiteX2" fmla="*/ 284 w 48746"/>
                <a:gd name="connsiteY2" fmla="*/ 14261 h 354271"/>
                <a:gd name="connsiteX3" fmla="*/ 34798 w 48746"/>
                <a:gd name="connsiteY3" fmla="*/ 14261 h 354271"/>
                <a:gd name="connsiteX4" fmla="*/ 34798 w 48746"/>
                <a:gd name="connsiteY4" fmla="*/ 340191 h 354271"/>
                <a:gd name="connsiteX5" fmla="*/ 284 w 48746"/>
                <a:gd name="connsiteY5" fmla="*/ 340191 h 354271"/>
                <a:gd name="connsiteX6" fmla="*/ 284 w 48746"/>
                <a:gd name="connsiteY6" fmla="*/ 354362 h 354271"/>
                <a:gd name="connsiteX7" fmla="*/ 49030 w 48746"/>
                <a:gd name="connsiteY7" fmla="*/ 354362 h 354271"/>
                <a:gd name="connsiteX8" fmla="*/ 49030 w 48746"/>
                <a:gd name="connsiteY8" fmla="*/ 90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746" h="354271">
                  <a:moveTo>
                    <a:pt x="49030" y="90"/>
                  </a:moveTo>
                  <a:lnTo>
                    <a:pt x="284" y="90"/>
                  </a:lnTo>
                  <a:lnTo>
                    <a:pt x="284" y="14261"/>
                  </a:lnTo>
                  <a:lnTo>
                    <a:pt x="34798" y="14261"/>
                  </a:lnTo>
                  <a:lnTo>
                    <a:pt x="34798" y="340191"/>
                  </a:lnTo>
                  <a:lnTo>
                    <a:pt x="284" y="340191"/>
                  </a:lnTo>
                  <a:lnTo>
                    <a:pt x="284" y="354362"/>
                  </a:lnTo>
                  <a:lnTo>
                    <a:pt x="49030" y="354362"/>
                  </a:lnTo>
                  <a:lnTo>
                    <a:pt x="49030" y="90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C62E0E-50B0-0FAF-BA1B-06E1F859C2DD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12807103" y="5403864"/>
              <a:ext cx="110088" cy="164665"/>
            </a:xfrm>
            <a:custGeom>
              <a:avLst/>
              <a:gdLst>
                <a:gd name="connsiteX0" fmla="*/ 110375 w 110088"/>
                <a:gd name="connsiteY0" fmla="*/ 119616 h 164665"/>
                <a:gd name="connsiteX1" fmla="*/ 101907 w 110088"/>
                <a:gd name="connsiteY1" fmla="*/ 119616 h 164665"/>
                <a:gd name="connsiteX2" fmla="*/ 95431 w 110088"/>
                <a:gd name="connsiteY2" fmla="*/ 142183 h 164665"/>
                <a:gd name="connsiteX3" fmla="*/ 70773 w 110088"/>
                <a:gd name="connsiteY3" fmla="*/ 143671 h 164665"/>
                <a:gd name="connsiteX4" fmla="*/ 24945 w 110088"/>
                <a:gd name="connsiteY4" fmla="*/ 143671 h 164665"/>
                <a:gd name="connsiteX5" fmla="*/ 74758 w 110088"/>
                <a:gd name="connsiteY5" fmla="*/ 102009 h 164665"/>
                <a:gd name="connsiteX6" fmla="*/ 110375 w 110088"/>
                <a:gd name="connsiteY6" fmla="*/ 48443 h 164665"/>
                <a:gd name="connsiteX7" fmla="*/ 52093 w 110088"/>
                <a:gd name="connsiteY7" fmla="*/ 85 h 164665"/>
                <a:gd name="connsiteX8" fmla="*/ 287 w 110088"/>
                <a:gd name="connsiteY8" fmla="*/ 44475 h 164665"/>
                <a:gd name="connsiteX9" fmla="*/ 13488 w 110088"/>
                <a:gd name="connsiteY9" fmla="*/ 58363 h 164665"/>
                <a:gd name="connsiteX10" fmla="*/ 26688 w 110088"/>
                <a:gd name="connsiteY10" fmla="*/ 45219 h 164665"/>
                <a:gd name="connsiteX11" fmla="*/ 11993 w 110088"/>
                <a:gd name="connsiteY11" fmla="*/ 32076 h 164665"/>
                <a:gd name="connsiteX12" fmla="*/ 48357 w 110088"/>
                <a:gd name="connsiteY12" fmla="*/ 9013 h 164665"/>
                <a:gd name="connsiteX13" fmla="*/ 86216 w 110088"/>
                <a:gd name="connsiteY13" fmla="*/ 48443 h 164665"/>
                <a:gd name="connsiteX14" fmla="*/ 62803 w 110088"/>
                <a:gd name="connsiteY14" fmla="*/ 96057 h 164665"/>
                <a:gd name="connsiteX15" fmla="*/ 2778 w 110088"/>
                <a:gd name="connsiteY15" fmla="*/ 155079 h 164665"/>
                <a:gd name="connsiteX16" fmla="*/ 287 w 110088"/>
                <a:gd name="connsiteY16" fmla="*/ 164751 h 164665"/>
                <a:gd name="connsiteX17" fmla="*/ 102903 w 110088"/>
                <a:gd name="connsiteY17" fmla="*/ 164751 h 164665"/>
                <a:gd name="connsiteX18" fmla="*/ 110375 w 110088"/>
                <a:gd name="connsiteY18" fmla="*/ 119616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0088" h="164665">
                  <a:moveTo>
                    <a:pt x="110375" y="119616"/>
                  </a:moveTo>
                  <a:lnTo>
                    <a:pt x="101907" y="119616"/>
                  </a:lnTo>
                  <a:cubicBezTo>
                    <a:pt x="101160" y="125072"/>
                    <a:pt x="98669" y="139704"/>
                    <a:pt x="95431" y="142183"/>
                  </a:cubicBezTo>
                  <a:cubicBezTo>
                    <a:pt x="93439" y="143671"/>
                    <a:pt x="74260" y="143671"/>
                    <a:pt x="70773" y="143671"/>
                  </a:cubicBezTo>
                  <a:lnTo>
                    <a:pt x="24945" y="143671"/>
                  </a:lnTo>
                  <a:cubicBezTo>
                    <a:pt x="51097" y="120608"/>
                    <a:pt x="59814" y="113665"/>
                    <a:pt x="74758" y="102009"/>
                  </a:cubicBezTo>
                  <a:cubicBezTo>
                    <a:pt x="93190" y="87378"/>
                    <a:pt x="110375" y="72002"/>
                    <a:pt x="110375" y="48443"/>
                  </a:cubicBezTo>
                  <a:cubicBezTo>
                    <a:pt x="110375" y="18436"/>
                    <a:pt x="83974" y="85"/>
                    <a:pt x="52093" y="85"/>
                  </a:cubicBezTo>
                  <a:cubicBezTo>
                    <a:pt x="21209" y="85"/>
                    <a:pt x="287" y="21660"/>
                    <a:pt x="287" y="44475"/>
                  </a:cubicBezTo>
                  <a:cubicBezTo>
                    <a:pt x="287" y="57123"/>
                    <a:pt x="10997" y="58363"/>
                    <a:pt x="13488" y="58363"/>
                  </a:cubicBezTo>
                  <a:cubicBezTo>
                    <a:pt x="19465" y="58363"/>
                    <a:pt x="26688" y="54147"/>
                    <a:pt x="26688" y="45219"/>
                  </a:cubicBezTo>
                  <a:cubicBezTo>
                    <a:pt x="26688" y="40756"/>
                    <a:pt x="24945" y="32076"/>
                    <a:pt x="11993" y="32076"/>
                  </a:cubicBezTo>
                  <a:cubicBezTo>
                    <a:pt x="19714" y="14469"/>
                    <a:pt x="36651" y="9013"/>
                    <a:pt x="48357" y="9013"/>
                  </a:cubicBezTo>
                  <a:cubicBezTo>
                    <a:pt x="73264" y="9013"/>
                    <a:pt x="86216" y="28356"/>
                    <a:pt x="86216" y="48443"/>
                  </a:cubicBezTo>
                  <a:cubicBezTo>
                    <a:pt x="86216" y="70018"/>
                    <a:pt x="70773" y="87130"/>
                    <a:pt x="62803" y="96057"/>
                  </a:cubicBezTo>
                  <a:lnTo>
                    <a:pt x="2778" y="155079"/>
                  </a:lnTo>
                  <a:cubicBezTo>
                    <a:pt x="287" y="157311"/>
                    <a:pt x="287" y="157807"/>
                    <a:pt x="287" y="164751"/>
                  </a:cubicBezTo>
                  <a:lnTo>
                    <a:pt x="102903" y="164751"/>
                  </a:lnTo>
                  <a:lnTo>
                    <a:pt x="110375" y="119616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C59C414-F4CB-CBDE-55E3-62A431CC6348}"/>
              </a:ext>
            </a:extLst>
          </p:cNvPr>
          <p:cNvGrpSpPr/>
          <p:nvPr/>
        </p:nvGrpSpPr>
        <p:grpSpPr>
          <a:xfrm>
            <a:off x="1499016" y="1615146"/>
            <a:ext cx="10279593" cy="1178347"/>
            <a:chOff x="1499016" y="1615146"/>
            <a:chExt cx="10279593" cy="1178347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2A5E808-7E54-3CC8-3E44-08B3A496746D}"/>
                </a:ext>
              </a:extLst>
            </p:cNvPr>
            <p:cNvGrpSpPr>
              <a:grpSpLocks noChangeAspect="1"/>
            </p:cNvGrpSpPr>
            <p:nvPr>
              <p:custDataLst>
                <p:tags r:id="rId131"/>
              </p:custDataLst>
            </p:nvPr>
          </p:nvGrpSpPr>
          <p:grpSpPr>
            <a:xfrm>
              <a:off x="1499016" y="1615146"/>
              <a:ext cx="4752055" cy="972677"/>
              <a:chOff x="8471855" y="5194445"/>
              <a:chExt cx="4752055" cy="972677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DA575D6-BE7C-3072-4996-1A8E8C0D6B44}"/>
                  </a:ext>
                </a:extLst>
              </p:cNvPr>
              <p:cNvSpPr/>
              <p:nvPr>
                <p:custDataLst>
                  <p:tags r:id="rId144"/>
                </p:custDataLst>
              </p:nvPr>
            </p:nvSpPr>
            <p:spPr>
              <a:xfrm>
                <a:off x="8523258" y="5253324"/>
                <a:ext cx="186346" cy="261452"/>
              </a:xfrm>
              <a:custGeom>
                <a:avLst/>
                <a:gdLst>
                  <a:gd name="connsiteX0" fmla="*/ 150025 w 186346"/>
                  <a:gd name="connsiteY0" fmla="*/ 133644 h 261452"/>
                  <a:gd name="connsiteX1" fmla="*/ 104324 w 186346"/>
                  <a:gd name="connsiteY1" fmla="*/ 91840 h 261452"/>
                  <a:gd name="connsiteX2" fmla="*/ 32052 w 186346"/>
                  <a:gd name="connsiteY2" fmla="*/ 125141 h 261452"/>
                  <a:gd name="connsiteX3" fmla="*/ 168 w 186346"/>
                  <a:gd name="connsiteY3" fmla="*/ 198475 h 261452"/>
                  <a:gd name="connsiteX4" fmla="*/ 65354 w 186346"/>
                  <a:gd name="connsiteY4" fmla="*/ 261536 h 261452"/>
                  <a:gd name="connsiteX5" fmla="*/ 186515 w 186346"/>
                  <a:gd name="connsiteY5" fmla="*/ 91840 h 261452"/>
                  <a:gd name="connsiteX6" fmla="*/ 109992 w 186346"/>
                  <a:gd name="connsiteY6" fmla="*/ 83 h 261452"/>
                  <a:gd name="connsiteX7" fmla="*/ 42326 w 186346"/>
                  <a:gd name="connsiteY7" fmla="*/ 56058 h 261452"/>
                  <a:gd name="connsiteX8" fmla="*/ 55788 w 186346"/>
                  <a:gd name="connsiteY8" fmla="*/ 68458 h 261452"/>
                  <a:gd name="connsiteX9" fmla="*/ 74919 w 186346"/>
                  <a:gd name="connsiteY9" fmla="*/ 49681 h 261452"/>
                  <a:gd name="connsiteX10" fmla="*/ 58268 w 186346"/>
                  <a:gd name="connsiteY10" fmla="*/ 37282 h 261452"/>
                  <a:gd name="connsiteX11" fmla="*/ 109283 w 186346"/>
                  <a:gd name="connsiteY11" fmla="*/ 8940 h 261452"/>
                  <a:gd name="connsiteX12" fmla="*/ 159944 w 186346"/>
                  <a:gd name="connsiteY12" fmla="*/ 73063 h 261452"/>
                  <a:gd name="connsiteX13" fmla="*/ 150379 w 186346"/>
                  <a:gd name="connsiteY13" fmla="*/ 133644 h 261452"/>
                  <a:gd name="connsiteX14" fmla="*/ 150025 w 186346"/>
                  <a:gd name="connsiteY14" fmla="*/ 133644 h 261452"/>
                  <a:gd name="connsiteX15" fmla="*/ 66417 w 186346"/>
                  <a:gd name="connsiteY15" fmla="*/ 251616 h 261452"/>
                  <a:gd name="connsiteX16" fmla="*/ 27447 w 186346"/>
                  <a:gd name="connsiteY16" fmla="*/ 211584 h 261452"/>
                  <a:gd name="connsiteX17" fmla="*/ 50829 w 186346"/>
                  <a:gd name="connsiteY17" fmla="*/ 131164 h 261452"/>
                  <a:gd name="connsiteX18" fmla="*/ 104324 w 186346"/>
                  <a:gd name="connsiteY18" fmla="*/ 99634 h 261452"/>
                  <a:gd name="connsiteX19" fmla="*/ 143648 w 186346"/>
                  <a:gd name="connsiteY19" fmla="*/ 146398 h 261452"/>
                  <a:gd name="connsiteX20" fmla="*/ 66417 w 186346"/>
                  <a:gd name="connsiteY20" fmla="*/ 251616 h 26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6346" h="261452">
                    <a:moveTo>
                      <a:pt x="150025" y="133644"/>
                    </a:moveTo>
                    <a:cubicBezTo>
                      <a:pt x="146482" y="111679"/>
                      <a:pt x="131957" y="91840"/>
                      <a:pt x="104324" y="91840"/>
                    </a:cubicBezTo>
                    <a:cubicBezTo>
                      <a:pt x="82713" y="91840"/>
                      <a:pt x="59685" y="97508"/>
                      <a:pt x="32052" y="125141"/>
                    </a:cubicBezTo>
                    <a:cubicBezTo>
                      <a:pt x="2648" y="154546"/>
                      <a:pt x="168" y="187493"/>
                      <a:pt x="168" y="198475"/>
                    </a:cubicBezTo>
                    <a:cubicBezTo>
                      <a:pt x="168" y="220440"/>
                      <a:pt x="15756" y="261536"/>
                      <a:pt x="65354" y="261536"/>
                    </a:cubicBezTo>
                    <a:cubicBezTo>
                      <a:pt x="149670" y="261536"/>
                      <a:pt x="186515" y="142501"/>
                      <a:pt x="186515" y="91840"/>
                    </a:cubicBezTo>
                    <a:cubicBezTo>
                      <a:pt x="186515" y="35511"/>
                      <a:pt x="153567" y="83"/>
                      <a:pt x="109992" y="83"/>
                    </a:cubicBezTo>
                    <a:cubicBezTo>
                      <a:pt x="58623" y="83"/>
                      <a:pt x="42326" y="46139"/>
                      <a:pt x="42326" y="56058"/>
                    </a:cubicBezTo>
                    <a:cubicBezTo>
                      <a:pt x="42326" y="61018"/>
                      <a:pt x="45160" y="68458"/>
                      <a:pt x="55788" y="68458"/>
                    </a:cubicBezTo>
                    <a:cubicBezTo>
                      <a:pt x="67479" y="68458"/>
                      <a:pt x="74919" y="57830"/>
                      <a:pt x="74919" y="49681"/>
                    </a:cubicBezTo>
                    <a:cubicBezTo>
                      <a:pt x="74919" y="37282"/>
                      <a:pt x="63937" y="37282"/>
                      <a:pt x="58268" y="37282"/>
                    </a:cubicBezTo>
                    <a:cubicBezTo>
                      <a:pt x="73856" y="11066"/>
                      <a:pt x="99010" y="8940"/>
                      <a:pt x="109283" y="8940"/>
                    </a:cubicBezTo>
                    <a:cubicBezTo>
                      <a:pt x="135145" y="8940"/>
                      <a:pt x="159944" y="27362"/>
                      <a:pt x="159944" y="73063"/>
                    </a:cubicBezTo>
                    <a:cubicBezTo>
                      <a:pt x="159944" y="86880"/>
                      <a:pt x="157819" y="104948"/>
                      <a:pt x="150379" y="133644"/>
                    </a:cubicBezTo>
                    <a:lnTo>
                      <a:pt x="150025" y="133644"/>
                    </a:lnTo>
                    <a:close/>
                    <a:moveTo>
                      <a:pt x="66417" y="251616"/>
                    </a:moveTo>
                    <a:cubicBezTo>
                      <a:pt x="27447" y="251616"/>
                      <a:pt x="27447" y="215126"/>
                      <a:pt x="27447" y="211584"/>
                    </a:cubicBezTo>
                    <a:cubicBezTo>
                      <a:pt x="27447" y="202018"/>
                      <a:pt x="36304" y="152420"/>
                      <a:pt x="50829" y="131164"/>
                    </a:cubicBezTo>
                    <a:cubicBezTo>
                      <a:pt x="65000" y="110970"/>
                      <a:pt x="82359" y="99634"/>
                      <a:pt x="104324" y="99634"/>
                    </a:cubicBezTo>
                    <a:cubicBezTo>
                      <a:pt x="142939" y="99634"/>
                      <a:pt x="143648" y="139312"/>
                      <a:pt x="143648" y="146398"/>
                    </a:cubicBezTo>
                    <a:cubicBezTo>
                      <a:pt x="143648" y="171905"/>
                      <a:pt x="120974" y="251616"/>
                      <a:pt x="66417" y="2516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5C1A84B-0B5D-8EA1-969C-3B322416F280}"/>
                  </a:ext>
                </a:extLst>
              </p:cNvPr>
              <p:cNvSpPr/>
              <p:nvPr>
                <p:custDataLst>
                  <p:tags r:id="rId145"/>
                </p:custDataLst>
              </p:nvPr>
            </p:nvSpPr>
            <p:spPr>
              <a:xfrm>
                <a:off x="8731377" y="5265015"/>
                <a:ext cx="252949" cy="249761"/>
              </a:xfrm>
              <a:custGeom>
                <a:avLst/>
                <a:gdLst>
                  <a:gd name="connsiteX0" fmla="*/ 118500 w 252949"/>
                  <a:gd name="connsiteY0" fmla="*/ 24528 h 249761"/>
                  <a:gd name="connsiteX1" fmla="*/ 128420 w 252949"/>
                  <a:gd name="connsiteY1" fmla="*/ 11420 h 249761"/>
                  <a:gd name="connsiteX2" fmla="*/ 150031 w 252949"/>
                  <a:gd name="connsiteY2" fmla="*/ 11066 h 249761"/>
                  <a:gd name="connsiteX3" fmla="*/ 214508 w 252949"/>
                  <a:gd name="connsiteY3" fmla="*/ 46139 h 249761"/>
                  <a:gd name="connsiteX4" fmla="*/ 195023 w 252949"/>
                  <a:gd name="connsiteY4" fmla="*/ 96445 h 249761"/>
                  <a:gd name="connsiteX5" fmla="*/ 135151 w 252949"/>
                  <a:gd name="connsiteY5" fmla="*/ 116993 h 249761"/>
                  <a:gd name="connsiteX6" fmla="*/ 95473 w 252949"/>
                  <a:gd name="connsiteY6" fmla="*/ 116993 h 249761"/>
                  <a:gd name="connsiteX7" fmla="*/ 118500 w 252949"/>
                  <a:gd name="connsiteY7" fmla="*/ 24528 h 249761"/>
                  <a:gd name="connsiteX8" fmla="*/ 169515 w 252949"/>
                  <a:gd name="connsiteY8" fmla="*/ 121599 h 249761"/>
                  <a:gd name="connsiteX9" fmla="*/ 247455 w 252949"/>
                  <a:gd name="connsiteY9" fmla="*/ 53224 h 249761"/>
                  <a:gd name="connsiteX10" fmla="*/ 169161 w 252949"/>
                  <a:gd name="connsiteY10" fmla="*/ 83 h 249761"/>
                  <a:gd name="connsiteX11" fmla="*/ 68194 w 252949"/>
                  <a:gd name="connsiteY11" fmla="*/ 83 h 249761"/>
                  <a:gd name="connsiteX12" fmla="*/ 57920 w 252949"/>
                  <a:gd name="connsiteY12" fmla="*/ 7169 h 249761"/>
                  <a:gd name="connsiteX13" fmla="*/ 67840 w 252949"/>
                  <a:gd name="connsiteY13" fmla="*/ 11066 h 249761"/>
                  <a:gd name="connsiteX14" fmla="*/ 81302 w 252949"/>
                  <a:gd name="connsiteY14" fmla="*/ 11774 h 249761"/>
                  <a:gd name="connsiteX15" fmla="*/ 90867 w 252949"/>
                  <a:gd name="connsiteY15" fmla="*/ 17443 h 249761"/>
                  <a:gd name="connsiteX16" fmla="*/ 89450 w 252949"/>
                  <a:gd name="connsiteY16" fmla="*/ 24174 h 249761"/>
                  <a:gd name="connsiteX17" fmla="*/ 41978 w 252949"/>
                  <a:gd name="connsiteY17" fmla="*/ 214418 h 249761"/>
                  <a:gd name="connsiteX18" fmla="*/ 9739 w 252949"/>
                  <a:gd name="connsiteY18" fmla="*/ 231068 h 249761"/>
                  <a:gd name="connsiteX19" fmla="*/ 174 w 252949"/>
                  <a:gd name="connsiteY19" fmla="*/ 238154 h 249761"/>
                  <a:gd name="connsiteX20" fmla="*/ 5134 w 252949"/>
                  <a:gd name="connsiteY20" fmla="*/ 242051 h 249761"/>
                  <a:gd name="connsiteX21" fmla="*/ 49772 w 252949"/>
                  <a:gd name="connsiteY21" fmla="*/ 240988 h 249761"/>
                  <a:gd name="connsiteX22" fmla="*/ 94764 w 252949"/>
                  <a:gd name="connsiteY22" fmla="*/ 242051 h 249761"/>
                  <a:gd name="connsiteX23" fmla="*/ 101850 w 252949"/>
                  <a:gd name="connsiteY23" fmla="*/ 234965 h 249761"/>
                  <a:gd name="connsiteX24" fmla="*/ 91930 w 252949"/>
                  <a:gd name="connsiteY24" fmla="*/ 231068 h 249761"/>
                  <a:gd name="connsiteX25" fmla="*/ 68902 w 252949"/>
                  <a:gd name="connsiteY25" fmla="*/ 224692 h 249761"/>
                  <a:gd name="connsiteX26" fmla="*/ 69965 w 252949"/>
                  <a:gd name="connsiteY26" fmla="*/ 218669 h 249761"/>
                  <a:gd name="connsiteX27" fmla="*/ 93347 w 252949"/>
                  <a:gd name="connsiteY27" fmla="*/ 124787 h 249761"/>
                  <a:gd name="connsiteX28" fmla="*/ 135505 w 252949"/>
                  <a:gd name="connsiteY28" fmla="*/ 124787 h 249761"/>
                  <a:gd name="connsiteX29" fmla="*/ 174121 w 252949"/>
                  <a:gd name="connsiteY29" fmla="*/ 157026 h 249761"/>
                  <a:gd name="connsiteX30" fmla="*/ 169161 w 252949"/>
                  <a:gd name="connsiteY30" fmla="*/ 181470 h 249761"/>
                  <a:gd name="connsiteX31" fmla="*/ 163493 w 252949"/>
                  <a:gd name="connsiteY31" fmla="*/ 211584 h 249761"/>
                  <a:gd name="connsiteX32" fmla="*/ 210611 w 252949"/>
                  <a:gd name="connsiteY32" fmla="*/ 249845 h 249761"/>
                  <a:gd name="connsiteX33" fmla="*/ 253124 w 252949"/>
                  <a:gd name="connsiteY33" fmla="*/ 209104 h 249761"/>
                  <a:gd name="connsiteX34" fmla="*/ 248872 w 252949"/>
                  <a:gd name="connsiteY34" fmla="*/ 204852 h 249761"/>
                  <a:gd name="connsiteX35" fmla="*/ 244267 w 252949"/>
                  <a:gd name="connsiteY35" fmla="*/ 209812 h 249761"/>
                  <a:gd name="connsiteX36" fmla="*/ 212028 w 252949"/>
                  <a:gd name="connsiteY36" fmla="*/ 242051 h 249761"/>
                  <a:gd name="connsiteX37" fmla="*/ 197857 w 252949"/>
                  <a:gd name="connsiteY37" fmla="*/ 220440 h 249761"/>
                  <a:gd name="connsiteX38" fmla="*/ 201400 w 252949"/>
                  <a:gd name="connsiteY38" fmla="*/ 180053 h 249761"/>
                  <a:gd name="connsiteX39" fmla="*/ 202817 w 252949"/>
                  <a:gd name="connsiteY39" fmla="*/ 163403 h 249761"/>
                  <a:gd name="connsiteX40" fmla="*/ 169515 w 252949"/>
                  <a:gd name="connsiteY40" fmla="*/ 121599 h 249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52949" h="249761">
                    <a:moveTo>
                      <a:pt x="118500" y="24528"/>
                    </a:moveTo>
                    <a:cubicBezTo>
                      <a:pt x="120626" y="16026"/>
                      <a:pt x="121689" y="12483"/>
                      <a:pt x="128420" y="11420"/>
                    </a:cubicBezTo>
                    <a:cubicBezTo>
                      <a:pt x="131608" y="11066"/>
                      <a:pt x="142945" y="11066"/>
                      <a:pt x="150031" y="11066"/>
                    </a:cubicBezTo>
                    <a:cubicBezTo>
                      <a:pt x="175184" y="11066"/>
                      <a:pt x="214508" y="11066"/>
                      <a:pt x="214508" y="46139"/>
                    </a:cubicBezTo>
                    <a:cubicBezTo>
                      <a:pt x="214508" y="58184"/>
                      <a:pt x="208840" y="82629"/>
                      <a:pt x="195023" y="96445"/>
                    </a:cubicBezTo>
                    <a:cubicBezTo>
                      <a:pt x="185812" y="105656"/>
                      <a:pt x="167036" y="116993"/>
                      <a:pt x="135151" y="116993"/>
                    </a:cubicBezTo>
                    <a:lnTo>
                      <a:pt x="95473" y="116993"/>
                    </a:lnTo>
                    <a:lnTo>
                      <a:pt x="118500" y="24528"/>
                    </a:lnTo>
                    <a:close/>
                    <a:moveTo>
                      <a:pt x="169515" y="121599"/>
                    </a:moveTo>
                    <a:cubicBezTo>
                      <a:pt x="205297" y="113805"/>
                      <a:pt x="247455" y="89006"/>
                      <a:pt x="247455" y="53224"/>
                    </a:cubicBezTo>
                    <a:cubicBezTo>
                      <a:pt x="247455" y="22757"/>
                      <a:pt x="215571" y="83"/>
                      <a:pt x="169161" y="83"/>
                    </a:cubicBezTo>
                    <a:lnTo>
                      <a:pt x="68194" y="83"/>
                    </a:lnTo>
                    <a:cubicBezTo>
                      <a:pt x="61108" y="83"/>
                      <a:pt x="57920" y="83"/>
                      <a:pt x="57920" y="7169"/>
                    </a:cubicBezTo>
                    <a:cubicBezTo>
                      <a:pt x="57920" y="11066"/>
                      <a:pt x="61108" y="11066"/>
                      <a:pt x="67840" y="11066"/>
                    </a:cubicBezTo>
                    <a:cubicBezTo>
                      <a:pt x="68548" y="11066"/>
                      <a:pt x="75279" y="11066"/>
                      <a:pt x="81302" y="11774"/>
                    </a:cubicBezTo>
                    <a:cubicBezTo>
                      <a:pt x="87679" y="12483"/>
                      <a:pt x="90867" y="12837"/>
                      <a:pt x="90867" y="17443"/>
                    </a:cubicBezTo>
                    <a:cubicBezTo>
                      <a:pt x="90867" y="18860"/>
                      <a:pt x="90513" y="19923"/>
                      <a:pt x="89450" y="24174"/>
                    </a:cubicBezTo>
                    <a:lnTo>
                      <a:pt x="41978" y="214418"/>
                    </a:lnTo>
                    <a:cubicBezTo>
                      <a:pt x="38435" y="228234"/>
                      <a:pt x="37726" y="231068"/>
                      <a:pt x="9739" y="231068"/>
                    </a:cubicBezTo>
                    <a:cubicBezTo>
                      <a:pt x="3362" y="231068"/>
                      <a:pt x="174" y="231068"/>
                      <a:pt x="174" y="238154"/>
                    </a:cubicBezTo>
                    <a:cubicBezTo>
                      <a:pt x="174" y="242051"/>
                      <a:pt x="4425" y="242051"/>
                      <a:pt x="5134" y="242051"/>
                    </a:cubicBezTo>
                    <a:cubicBezTo>
                      <a:pt x="15053" y="242051"/>
                      <a:pt x="39852" y="240988"/>
                      <a:pt x="49772" y="240988"/>
                    </a:cubicBezTo>
                    <a:cubicBezTo>
                      <a:pt x="59691" y="240988"/>
                      <a:pt x="84845" y="242051"/>
                      <a:pt x="94764" y="242051"/>
                    </a:cubicBezTo>
                    <a:cubicBezTo>
                      <a:pt x="97598" y="242051"/>
                      <a:pt x="101850" y="242051"/>
                      <a:pt x="101850" y="234965"/>
                    </a:cubicBezTo>
                    <a:cubicBezTo>
                      <a:pt x="101850" y="231068"/>
                      <a:pt x="98661" y="231068"/>
                      <a:pt x="91930" y="231068"/>
                    </a:cubicBezTo>
                    <a:cubicBezTo>
                      <a:pt x="78822" y="231068"/>
                      <a:pt x="68902" y="231068"/>
                      <a:pt x="68902" y="224692"/>
                    </a:cubicBezTo>
                    <a:cubicBezTo>
                      <a:pt x="68902" y="222566"/>
                      <a:pt x="69611" y="220795"/>
                      <a:pt x="69965" y="218669"/>
                    </a:cubicBezTo>
                    <a:lnTo>
                      <a:pt x="93347" y="124787"/>
                    </a:lnTo>
                    <a:lnTo>
                      <a:pt x="135505" y="124787"/>
                    </a:lnTo>
                    <a:cubicBezTo>
                      <a:pt x="167744" y="124787"/>
                      <a:pt x="174121" y="144626"/>
                      <a:pt x="174121" y="157026"/>
                    </a:cubicBezTo>
                    <a:cubicBezTo>
                      <a:pt x="174121" y="162340"/>
                      <a:pt x="171287" y="173322"/>
                      <a:pt x="169161" y="181470"/>
                    </a:cubicBezTo>
                    <a:cubicBezTo>
                      <a:pt x="166681" y="191390"/>
                      <a:pt x="163493" y="204498"/>
                      <a:pt x="163493" y="211584"/>
                    </a:cubicBezTo>
                    <a:cubicBezTo>
                      <a:pt x="163493" y="249845"/>
                      <a:pt x="206005" y="249845"/>
                      <a:pt x="210611" y="249845"/>
                    </a:cubicBezTo>
                    <a:cubicBezTo>
                      <a:pt x="240724" y="249845"/>
                      <a:pt x="253124" y="214063"/>
                      <a:pt x="253124" y="209104"/>
                    </a:cubicBezTo>
                    <a:cubicBezTo>
                      <a:pt x="253124" y="204852"/>
                      <a:pt x="249227" y="204852"/>
                      <a:pt x="248872" y="204852"/>
                    </a:cubicBezTo>
                    <a:cubicBezTo>
                      <a:pt x="245684" y="204852"/>
                      <a:pt x="244975" y="207332"/>
                      <a:pt x="244267" y="209812"/>
                    </a:cubicBezTo>
                    <a:cubicBezTo>
                      <a:pt x="235410" y="236028"/>
                      <a:pt x="220176" y="242051"/>
                      <a:pt x="212028" y="242051"/>
                    </a:cubicBezTo>
                    <a:cubicBezTo>
                      <a:pt x="200337" y="242051"/>
                      <a:pt x="197857" y="234257"/>
                      <a:pt x="197857" y="220440"/>
                    </a:cubicBezTo>
                    <a:cubicBezTo>
                      <a:pt x="197857" y="209458"/>
                      <a:pt x="199983" y="191390"/>
                      <a:pt x="201400" y="180053"/>
                    </a:cubicBezTo>
                    <a:cubicBezTo>
                      <a:pt x="202108" y="175094"/>
                      <a:pt x="202817" y="168362"/>
                      <a:pt x="202817" y="163403"/>
                    </a:cubicBezTo>
                    <a:cubicBezTo>
                      <a:pt x="202817" y="136124"/>
                      <a:pt x="179081" y="125141"/>
                      <a:pt x="169515" y="1215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DCF0B7F-358D-F69A-10A4-450CD5F5E438}"/>
                  </a:ext>
                </a:extLst>
              </p:cNvPr>
              <p:cNvSpPr/>
              <p:nvPr>
                <p:custDataLst>
                  <p:tags r:id="rId146"/>
                </p:custDataLst>
              </p:nvPr>
            </p:nvSpPr>
            <p:spPr>
              <a:xfrm>
                <a:off x="8471855" y="5650997"/>
                <a:ext cx="553960" cy="14170"/>
              </a:xfrm>
              <a:custGeom>
                <a:avLst/>
                <a:gdLst>
                  <a:gd name="connsiteX0" fmla="*/ 0 w 553960"/>
                  <a:gd name="connsiteY0" fmla="*/ 0 h 14170"/>
                  <a:gd name="connsiteX1" fmla="*/ 553960 w 553960"/>
                  <a:gd name="connsiteY1" fmla="*/ 0 h 14170"/>
                  <a:gd name="connsiteX2" fmla="*/ 553960 w 553960"/>
                  <a:gd name="connsiteY2" fmla="*/ 14170 h 14170"/>
                  <a:gd name="connsiteX3" fmla="*/ 0 w 553960"/>
                  <a:gd name="connsiteY3" fmla="*/ 14170 h 1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3960" h="14170">
                    <a:moveTo>
                      <a:pt x="0" y="0"/>
                    </a:moveTo>
                    <a:lnTo>
                      <a:pt x="553960" y="0"/>
                    </a:lnTo>
                    <a:lnTo>
                      <a:pt x="553960" y="14170"/>
                    </a:lnTo>
                    <a:lnTo>
                      <a:pt x="0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B167D6B-8991-E2F5-4CE8-9453DDEC7954}"/>
                  </a:ext>
                </a:extLst>
              </p:cNvPr>
              <p:cNvSpPr/>
              <p:nvPr>
                <p:custDataLst>
                  <p:tags r:id="rId147"/>
                </p:custDataLst>
              </p:nvPr>
            </p:nvSpPr>
            <p:spPr>
              <a:xfrm>
                <a:off x="8486026" y="5736004"/>
                <a:ext cx="186346" cy="261452"/>
              </a:xfrm>
              <a:custGeom>
                <a:avLst/>
                <a:gdLst>
                  <a:gd name="connsiteX0" fmla="*/ 150024 w 186346"/>
                  <a:gd name="connsiteY0" fmla="*/ 133657 h 261452"/>
                  <a:gd name="connsiteX1" fmla="*/ 104323 w 186346"/>
                  <a:gd name="connsiteY1" fmla="*/ 91853 h 261452"/>
                  <a:gd name="connsiteX2" fmla="*/ 32051 w 186346"/>
                  <a:gd name="connsiteY2" fmla="*/ 125155 h 261452"/>
                  <a:gd name="connsiteX3" fmla="*/ 167 w 186346"/>
                  <a:gd name="connsiteY3" fmla="*/ 198489 h 261452"/>
                  <a:gd name="connsiteX4" fmla="*/ 65353 w 186346"/>
                  <a:gd name="connsiteY4" fmla="*/ 261549 h 261452"/>
                  <a:gd name="connsiteX5" fmla="*/ 186514 w 186346"/>
                  <a:gd name="connsiteY5" fmla="*/ 91853 h 261452"/>
                  <a:gd name="connsiteX6" fmla="*/ 109991 w 186346"/>
                  <a:gd name="connsiteY6" fmla="*/ 97 h 261452"/>
                  <a:gd name="connsiteX7" fmla="*/ 42325 w 186346"/>
                  <a:gd name="connsiteY7" fmla="*/ 56072 h 261452"/>
                  <a:gd name="connsiteX8" fmla="*/ 55787 w 186346"/>
                  <a:gd name="connsiteY8" fmla="*/ 68471 h 261452"/>
                  <a:gd name="connsiteX9" fmla="*/ 74918 w 186346"/>
                  <a:gd name="connsiteY9" fmla="*/ 49695 h 261452"/>
                  <a:gd name="connsiteX10" fmla="*/ 58267 w 186346"/>
                  <a:gd name="connsiteY10" fmla="*/ 37296 h 261452"/>
                  <a:gd name="connsiteX11" fmla="*/ 109282 w 186346"/>
                  <a:gd name="connsiteY11" fmla="*/ 8954 h 261452"/>
                  <a:gd name="connsiteX12" fmla="*/ 159943 w 186346"/>
                  <a:gd name="connsiteY12" fmla="*/ 73077 h 261452"/>
                  <a:gd name="connsiteX13" fmla="*/ 150378 w 186346"/>
                  <a:gd name="connsiteY13" fmla="*/ 133657 h 261452"/>
                  <a:gd name="connsiteX14" fmla="*/ 150024 w 186346"/>
                  <a:gd name="connsiteY14" fmla="*/ 133657 h 261452"/>
                  <a:gd name="connsiteX15" fmla="*/ 66416 w 186346"/>
                  <a:gd name="connsiteY15" fmla="*/ 251630 h 261452"/>
                  <a:gd name="connsiteX16" fmla="*/ 27446 w 186346"/>
                  <a:gd name="connsiteY16" fmla="*/ 211597 h 261452"/>
                  <a:gd name="connsiteX17" fmla="*/ 50828 w 186346"/>
                  <a:gd name="connsiteY17" fmla="*/ 131177 h 261452"/>
                  <a:gd name="connsiteX18" fmla="*/ 104323 w 186346"/>
                  <a:gd name="connsiteY18" fmla="*/ 99647 h 261452"/>
                  <a:gd name="connsiteX19" fmla="*/ 143647 w 186346"/>
                  <a:gd name="connsiteY19" fmla="*/ 146411 h 261452"/>
                  <a:gd name="connsiteX20" fmla="*/ 66416 w 186346"/>
                  <a:gd name="connsiteY20" fmla="*/ 251630 h 26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6346" h="261452">
                    <a:moveTo>
                      <a:pt x="150024" y="133657"/>
                    </a:moveTo>
                    <a:cubicBezTo>
                      <a:pt x="146481" y="111693"/>
                      <a:pt x="131956" y="91853"/>
                      <a:pt x="104323" y="91853"/>
                    </a:cubicBezTo>
                    <a:cubicBezTo>
                      <a:pt x="82712" y="91853"/>
                      <a:pt x="59684" y="97522"/>
                      <a:pt x="32051" y="125155"/>
                    </a:cubicBezTo>
                    <a:cubicBezTo>
                      <a:pt x="2647" y="154559"/>
                      <a:pt x="167" y="187507"/>
                      <a:pt x="167" y="198489"/>
                    </a:cubicBezTo>
                    <a:cubicBezTo>
                      <a:pt x="167" y="220454"/>
                      <a:pt x="15755" y="261549"/>
                      <a:pt x="65353" y="261549"/>
                    </a:cubicBezTo>
                    <a:cubicBezTo>
                      <a:pt x="149669" y="261549"/>
                      <a:pt x="186514" y="142514"/>
                      <a:pt x="186514" y="91853"/>
                    </a:cubicBezTo>
                    <a:cubicBezTo>
                      <a:pt x="186514" y="35524"/>
                      <a:pt x="153566" y="97"/>
                      <a:pt x="109991" y="97"/>
                    </a:cubicBezTo>
                    <a:cubicBezTo>
                      <a:pt x="58622" y="97"/>
                      <a:pt x="42325" y="46152"/>
                      <a:pt x="42325" y="56072"/>
                    </a:cubicBezTo>
                    <a:cubicBezTo>
                      <a:pt x="42325" y="61032"/>
                      <a:pt x="45159" y="68471"/>
                      <a:pt x="55787" y="68471"/>
                    </a:cubicBezTo>
                    <a:cubicBezTo>
                      <a:pt x="67478" y="68471"/>
                      <a:pt x="74918" y="57843"/>
                      <a:pt x="74918" y="49695"/>
                    </a:cubicBezTo>
                    <a:cubicBezTo>
                      <a:pt x="74918" y="37296"/>
                      <a:pt x="63936" y="37296"/>
                      <a:pt x="58267" y="37296"/>
                    </a:cubicBezTo>
                    <a:cubicBezTo>
                      <a:pt x="73855" y="11079"/>
                      <a:pt x="99009" y="8954"/>
                      <a:pt x="109282" y="8954"/>
                    </a:cubicBezTo>
                    <a:cubicBezTo>
                      <a:pt x="135144" y="8954"/>
                      <a:pt x="159943" y="27376"/>
                      <a:pt x="159943" y="73077"/>
                    </a:cubicBezTo>
                    <a:cubicBezTo>
                      <a:pt x="159943" y="86894"/>
                      <a:pt x="157818" y="104961"/>
                      <a:pt x="150378" y="133657"/>
                    </a:cubicBezTo>
                    <a:lnTo>
                      <a:pt x="150024" y="133657"/>
                    </a:lnTo>
                    <a:close/>
                    <a:moveTo>
                      <a:pt x="66416" y="251630"/>
                    </a:moveTo>
                    <a:cubicBezTo>
                      <a:pt x="27446" y="251630"/>
                      <a:pt x="27446" y="215140"/>
                      <a:pt x="27446" y="211597"/>
                    </a:cubicBezTo>
                    <a:cubicBezTo>
                      <a:pt x="27446" y="202032"/>
                      <a:pt x="36302" y="152434"/>
                      <a:pt x="50828" y="131177"/>
                    </a:cubicBezTo>
                    <a:cubicBezTo>
                      <a:pt x="64998" y="110984"/>
                      <a:pt x="82358" y="99647"/>
                      <a:pt x="104323" y="99647"/>
                    </a:cubicBezTo>
                    <a:cubicBezTo>
                      <a:pt x="142938" y="99647"/>
                      <a:pt x="143647" y="139326"/>
                      <a:pt x="143647" y="146411"/>
                    </a:cubicBezTo>
                    <a:cubicBezTo>
                      <a:pt x="143647" y="171919"/>
                      <a:pt x="120973" y="251630"/>
                      <a:pt x="66416" y="2516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983E74A-046E-EA72-8685-8B476A153C7A}"/>
                  </a:ext>
                </a:extLst>
              </p:cNvPr>
              <p:cNvSpPr/>
              <p:nvPr>
                <p:custDataLst>
                  <p:tags r:id="rId148"/>
                </p:custDataLst>
              </p:nvPr>
            </p:nvSpPr>
            <p:spPr>
              <a:xfrm>
                <a:off x="8693792" y="5833074"/>
                <a:ext cx="162256" cy="160484"/>
              </a:xfrm>
              <a:custGeom>
                <a:avLst/>
                <a:gdLst>
                  <a:gd name="connsiteX0" fmla="*/ 118145 w 162256"/>
                  <a:gd name="connsiteY0" fmla="*/ 22770 h 160484"/>
                  <a:gd name="connsiteX1" fmla="*/ 85552 w 162256"/>
                  <a:gd name="connsiteY1" fmla="*/ 97 h 160484"/>
                  <a:gd name="connsiteX2" fmla="*/ 173 w 162256"/>
                  <a:gd name="connsiteY2" fmla="*/ 103899 h 160484"/>
                  <a:gd name="connsiteX3" fmla="*/ 47291 w 162256"/>
                  <a:gd name="connsiteY3" fmla="*/ 160582 h 160484"/>
                  <a:gd name="connsiteX4" fmla="*/ 93346 w 162256"/>
                  <a:gd name="connsiteY4" fmla="*/ 134012 h 160484"/>
                  <a:gd name="connsiteX5" fmla="*/ 125585 w 162256"/>
                  <a:gd name="connsiteY5" fmla="*/ 160582 h 160484"/>
                  <a:gd name="connsiteX6" fmla="*/ 151801 w 162256"/>
                  <a:gd name="connsiteY6" fmla="*/ 141097 h 160484"/>
                  <a:gd name="connsiteX7" fmla="*/ 162429 w 162256"/>
                  <a:gd name="connsiteY7" fmla="*/ 106024 h 160484"/>
                  <a:gd name="connsiteX8" fmla="*/ 158178 w 162256"/>
                  <a:gd name="connsiteY8" fmla="*/ 102481 h 160484"/>
                  <a:gd name="connsiteX9" fmla="*/ 153218 w 162256"/>
                  <a:gd name="connsiteY9" fmla="*/ 108858 h 160484"/>
                  <a:gd name="connsiteX10" fmla="*/ 126293 w 162256"/>
                  <a:gd name="connsiteY10" fmla="*/ 152788 h 160484"/>
                  <a:gd name="connsiteX11" fmla="*/ 115665 w 162256"/>
                  <a:gd name="connsiteY11" fmla="*/ 136492 h 160484"/>
                  <a:gd name="connsiteX12" fmla="*/ 120271 w 162256"/>
                  <a:gd name="connsiteY12" fmla="*/ 110275 h 160484"/>
                  <a:gd name="connsiteX13" fmla="*/ 128065 w 162256"/>
                  <a:gd name="connsiteY13" fmla="*/ 78391 h 160484"/>
                  <a:gd name="connsiteX14" fmla="*/ 140818 w 162256"/>
                  <a:gd name="connsiteY14" fmla="*/ 28793 h 160484"/>
                  <a:gd name="connsiteX15" fmla="*/ 143298 w 162256"/>
                  <a:gd name="connsiteY15" fmla="*/ 16748 h 160484"/>
                  <a:gd name="connsiteX16" fmla="*/ 133024 w 162256"/>
                  <a:gd name="connsiteY16" fmla="*/ 7182 h 160484"/>
                  <a:gd name="connsiteX17" fmla="*/ 118145 w 162256"/>
                  <a:gd name="connsiteY17" fmla="*/ 22770 h 160484"/>
                  <a:gd name="connsiteX18" fmla="*/ 95117 w 162256"/>
                  <a:gd name="connsiteY18" fmla="*/ 114527 h 160484"/>
                  <a:gd name="connsiteX19" fmla="*/ 88032 w 162256"/>
                  <a:gd name="connsiteY19" fmla="*/ 127635 h 160484"/>
                  <a:gd name="connsiteX20" fmla="*/ 47999 w 162256"/>
                  <a:gd name="connsiteY20" fmla="*/ 152788 h 160484"/>
                  <a:gd name="connsiteX21" fmla="*/ 25326 w 162256"/>
                  <a:gd name="connsiteY21" fmla="*/ 119487 h 160484"/>
                  <a:gd name="connsiteX22" fmla="*/ 44811 w 162256"/>
                  <a:gd name="connsiteY22" fmla="*/ 41901 h 160484"/>
                  <a:gd name="connsiteX23" fmla="*/ 85906 w 162256"/>
                  <a:gd name="connsiteY23" fmla="*/ 7891 h 160484"/>
                  <a:gd name="connsiteX24" fmla="*/ 113894 w 162256"/>
                  <a:gd name="connsiteY24" fmla="*/ 39067 h 160484"/>
                  <a:gd name="connsiteX25" fmla="*/ 112831 w 162256"/>
                  <a:gd name="connsiteY25" fmla="*/ 45089 h 160484"/>
                  <a:gd name="connsiteX26" fmla="*/ 95117 w 162256"/>
                  <a:gd name="connsiteY26" fmla="*/ 114527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256" h="160484">
                    <a:moveTo>
                      <a:pt x="118145" y="22770"/>
                    </a:moveTo>
                    <a:cubicBezTo>
                      <a:pt x="111768" y="9662"/>
                      <a:pt x="101494" y="97"/>
                      <a:pt x="85552" y="97"/>
                    </a:cubicBezTo>
                    <a:cubicBezTo>
                      <a:pt x="44102" y="97"/>
                      <a:pt x="173" y="52175"/>
                      <a:pt x="173" y="103899"/>
                    </a:cubicBezTo>
                    <a:cubicBezTo>
                      <a:pt x="173" y="137200"/>
                      <a:pt x="19658" y="160582"/>
                      <a:pt x="47291" y="160582"/>
                    </a:cubicBezTo>
                    <a:cubicBezTo>
                      <a:pt x="54376" y="160582"/>
                      <a:pt x="72090" y="159165"/>
                      <a:pt x="93346" y="134012"/>
                    </a:cubicBezTo>
                    <a:cubicBezTo>
                      <a:pt x="96180" y="148891"/>
                      <a:pt x="108580" y="160582"/>
                      <a:pt x="125585" y="160582"/>
                    </a:cubicBezTo>
                    <a:cubicBezTo>
                      <a:pt x="137984" y="160582"/>
                      <a:pt x="146132" y="152434"/>
                      <a:pt x="151801" y="141097"/>
                    </a:cubicBezTo>
                    <a:cubicBezTo>
                      <a:pt x="157823" y="128343"/>
                      <a:pt x="162429" y="106733"/>
                      <a:pt x="162429" y="106024"/>
                    </a:cubicBezTo>
                    <a:cubicBezTo>
                      <a:pt x="162429" y="102481"/>
                      <a:pt x="159241" y="102481"/>
                      <a:pt x="158178" y="102481"/>
                    </a:cubicBezTo>
                    <a:cubicBezTo>
                      <a:pt x="154635" y="102481"/>
                      <a:pt x="154281" y="103899"/>
                      <a:pt x="153218" y="108858"/>
                    </a:cubicBezTo>
                    <a:cubicBezTo>
                      <a:pt x="147195" y="131886"/>
                      <a:pt x="140818" y="152788"/>
                      <a:pt x="126293" y="152788"/>
                    </a:cubicBezTo>
                    <a:cubicBezTo>
                      <a:pt x="116728" y="152788"/>
                      <a:pt x="115665" y="143577"/>
                      <a:pt x="115665" y="136492"/>
                    </a:cubicBezTo>
                    <a:cubicBezTo>
                      <a:pt x="115665" y="128698"/>
                      <a:pt x="116374" y="125863"/>
                      <a:pt x="120271" y="110275"/>
                    </a:cubicBezTo>
                    <a:cubicBezTo>
                      <a:pt x="124168" y="95396"/>
                      <a:pt x="124876" y="91853"/>
                      <a:pt x="128065" y="78391"/>
                    </a:cubicBezTo>
                    <a:lnTo>
                      <a:pt x="140818" y="28793"/>
                    </a:lnTo>
                    <a:cubicBezTo>
                      <a:pt x="143298" y="18873"/>
                      <a:pt x="143298" y="18165"/>
                      <a:pt x="143298" y="16748"/>
                    </a:cubicBezTo>
                    <a:cubicBezTo>
                      <a:pt x="143298" y="10725"/>
                      <a:pt x="139047" y="7182"/>
                      <a:pt x="133024" y="7182"/>
                    </a:cubicBezTo>
                    <a:cubicBezTo>
                      <a:pt x="124522" y="7182"/>
                      <a:pt x="119208" y="14976"/>
                      <a:pt x="118145" y="22770"/>
                    </a:cubicBezTo>
                    <a:close/>
                    <a:moveTo>
                      <a:pt x="95117" y="114527"/>
                    </a:moveTo>
                    <a:cubicBezTo>
                      <a:pt x="93346" y="120904"/>
                      <a:pt x="93346" y="121612"/>
                      <a:pt x="88032" y="127635"/>
                    </a:cubicBezTo>
                    <a:cubicBezTo>
                      <a:pt x="72444" y="147120"/>
                      <a:pt x="57919" y="152788"/>
                      <a:pt x="47999" y="152788"/>
                    </a:cubicBezTo>
                    <a:cubicBezTo>
                      <a:pt x="30286" y="152788"/>
                      <a:pt x="25326" y="133303"/>
                      <a:pt x="25326" y="119487"/>
                    </a:cubicBezTo>
                    <a:cubicBezTo>
                      <a:pt x="25326" y="101773"/>
                      <a:pt x="36663" y="58198"/>
                      <a:pt x="44811" y="41901"/>
                    </a:cubicBezTo>
                    <a:cubicBezTo>
                      <a:pt x="55793" y="20999"/>
                      <a:pt x="71735" y="7891"/>
                      <a:pt x="85906" y="7891"/>
                    </a:cubicBezTo>
                    <a:cubicBezTo>
                      <a:pt x="108934" y="7891"/>
                      <a:pt x="113894" y="36941"/>
                      <a:pt x="113894" y="39067"/>
                    </a:cubicBezTo>
                    <a:cubicBezTo>
                      <a:pt x="113894" y="41192"/>
                      <a:pt x="113185" y="43318"/>
                      <a:pt x="112831" y="45089"/>
                    </a:cubicBezTo>
                    <a:lnTo>
                      <a:pt x="95117" y="114527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6FCDB86-D63C-CFC0-7221-0C07A6DC837D}"/>
                  </a:ext>
                </a:extLst>
              </p:cNvPr>
              <p:cNvSpPr/>
              <p:nvPr>
                <p:custDataLst>
                  <p:tags r:id="rId149"/>
                </p:custDataLst>
              </p:nvPr>
            </p:nvSpPr>
            <p:spPr>
              <a:xfrm>
                <a:off x="8879781" y="5878137"/>
                <a:ext cx="115067" cy="169625"/>
              </a:xfrm>
              <a:custGeom>
                <a:avLst/>
                <a:gdLst>
                  <a:gd name="connsiteX0" fmla="*/ 115245 w 115067"/>
                  <a:gd name="connsiteY0" fmla="*/ 85655 h 169625"/>
                  <a:gd name="connsiteX1" fmla="*/ 100614 w 115067"/>
                  <a:gd name="connsiteY1" fmla="*/ 21426 h 169625"/>
                  <a:gd name="connsiteX2" fmla="*/ 57712 w 115067"/>
                  <a:gd name="connsiteY2" fmla="*/ 99 h 169625"/>
                  <a:gd name="connsiteX3" fmla="*/ 178 w 115067"/>
                  <a:gd name="connsiteY3" fmla="*/ 85655 h 169625"/>
                  <a:gd name="connsiteX4" fmla="*/ 57712 w 115067"/>
                  <a:gd name="connsiteY4" fmla="*/ 169724 h 169625"/>
                  <a:gd name="connsiteX5" fmla="*/ 115245 w 115067"/>
                  <a:gd name="connsiteY5" fmla="*/ 85655 h 169625"/>
                  <a:gd name="connsiteX6" fmla="*/ 57712 w 115067"/>
                  <a:gd name="connsiteY6" fmla="*/ 162780 h 169625"/>
                  <a:gd name="connsiteX7" fmla="*/ 26217 w 115067"/>
                  <a:gd name="connsiteY7" fmla="*/ 135749 h 169625"/>
                  <a:gd name="connsiteX8" fmla="*/ 22745 w 115067"/>
                  <a:gd name="connsiteY8" fmla="*/ 82431 h 169625"/>
                  <a:gd name="connsiteX9" fmla="*/ 26465 w 115067"/>
                  <a:gd name="connsiteY9" fmla="*/ 31841 h 169625"/>
                  <a:gd name="connsiteX10" fmla="*/ 57712 w 115067"/>
                  <a:gd name="connsiteY10" fmla="*/ 7042 h 169625"/>
                  <a:gd name="connsiteX11" fmla="*/ 88462 w 115067"/>
                  <a:gd name="connsiteY11" fmla="*/ 29609 h 169625"/>
                  <a:gd name="connsiteX12" fmla="*/ 92678 w 115067"/>
                  <a:gd name="connsiteY12" fmla="*/ 82431 h 169625"/>
                  <a:gd name="connsiteX13" fmla="*/ 89454 w 115067"/>
                  <a:gd name="connsiteY13" fmla="*/ 134757 h 169625"/>
                  <a:gd name="connsiteX14" fmla="*/ 57712 w 115067"/>
                  <a:gd name="connsiteY14" fmla="*/ 162780 h 16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5067" h="169625">
                    <a:moveTo>
                      <a:pt x="115245" y="85655"/>
                    </a:moveTo>
                    <a:cubicBezTo>
                      <a:pt x="115245" y="58376"/>
                      <a:pt x="112021" y="38785"/>
                      <a:pt x="100614" y="21426"/>
                    </a:cubicBezTo>
                    <a:cubicBezTo>
                      <a:pt x="92926" y="10018"/>
                      <a:pt x="77551" y="99"/>
                      <a:pt x="57712" y="99"/>
                    </a:cubicBezTo>
                    <a:cubicBezTo>
                      <a:pt x="178" y="99"/>
                      <a:pt x="178" y="67800"/>
                      <a:pt x="178" y="85655"/>
                    </a:cubicBezTo>
                    <a:cubicBezTo>
                      <a:pt x="178" y="103510"/>
                      <a:pt x="178" y="169724"/>
                      <a:pt x="57712" y="169724"/>
                    </a:cubicBezTo>
                    <a:cubicBezTo>
                      <a:pt x="115245" y="169724"/>
                      <a:pt x="115245" y="103510"/>
                      <a:pt x="115245" y="85655"/>
                    </a:cubicBezTo>
                    <a:close/>
                    <a:moveTo>
                      <a:pt x="57712" y="162780"/>
                    </a:moveTo>
                    <a:cubicBezTo>
                      <a:pt x="46304" y="162780"/>
                      <a:pt x="31177" y="156084"/>
                      <a:pt x="26217" y="135749"/>
                    </a:cubicBezTo>
                    <a:cubicBezTo>
                      <a:pt x="22745" y="121118"/>
                      <a:pt x="22745" y="100782"/>
                      <a:pt x="22745" y="82431"/>
                    </a:cubicBezTo>
                    <a:cubicBezTo>
                      <a:pt x="22745" y="64328"/>
                      <a:pt x="22745" y="45481"/>
                      <a:pt x="26465" y="31841"/>
                    </a:cubicBezTo>
                    <a:cubicBezTo>
                      <a:pt x="31673" y="12250"/>
                      <a:pt x="47544" y="7042"/>
                      <a:pt x="57712" y="7042"/>
                    </a:cubicBezTo>
                    <a:cubicBezTo>
                      <a:pt x="71103" y="7042"/>
                      <a:pt x="83999" y="15226"/>
                      <a:pt x="88462" y="29609"/>
                    </a:cubicBezTo>
                    <a:cubicBezTo>
                      <a:pt x="92430" y="43001"/>
                      <a:pt x="92678" y="60856"/>
                      <a:pt x="92678" y="82431"/>
                    </a:cubicBezTo>
                    <a:cubicBezTo>
                      <a:pt x="92678" y="100782"/>
                      <a:pt x="92678" y="119134"/>
                      <a:pt x="89454" y="134757"/>
                    </a:cubicBezTo>
                    <a:cubicBezTo>
                      <a:pt x="84495" y="157324"/>
                      <a:pt x="67631" y="162780"/>
                      <a:pt x="57712" y="1627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2FEBB89-A203-0BE6-2FCA-BB8B01A7B4BA}"/>
                  </a:ext>
                </a:extLst>
              </p:cNvPr>
              <p:cNvSpPr/>
              <p:nvPr>
                <p:custDataLst>
                  <p:tags r:id="rId150"/>
                </p:custDataLst>
              </p:nvPr>
            </p:nvSpPr>
            <p:spPr>
              <a:xfrm>
                <a:off x="9186573" y="5616632"/>
                <a:ext cx="235590" cy="82899"/>
              </a:xfrm>
              <a:custGeom>
                <a:avLst/>
                <a:gdLst>
                  <a:gd name="connsiteX0" fmla="*/ 223732 w 235590"/>
                  <a:gd name="connsiteY0" fmla="*/ 14261 h 82899"/>
                  <a:gd name="connsiteX1" fmla="*/ 235777 w 235590"/>
                  <a:gd name="connsiteY1" fmla="*/ 7176 h 82899"/>
                  <a:gd name="connsiteX2" fmla="*/ 224086 w 235590"/>
                  <a:gd name="connsiteY2" fmla="*/ 90 h 82899"/>
                  <a:gd name="connsiteX3" fmla="*/ 11877 w 235590"/>
                  <a:gd name="connsiteY3" fmla="*/ 90 h 82899"/>
                  <a:gd name="connsiteX4" fmla="*/ 186 w 235590"/>
                  <a:gd name="connsiteY4" fmla="*/ 7176 h 82899"/>
                  <a:gd name="connsiteX5" fmla="*/ 12232 w 235590"/>
                  <a:gd name="connsiteY5" fmla="*/ 14261 h 82899"/>
                  <a:gd name="connsiteX6" fmla="*/ 223732 w 235590"/>
                  <a:gd name="connsiteY6" fmla="*/ 14261 h 82899"/>
                  <a:gd name="connsiteX7" fmla="*/ 224086 w 235590"/>
                  <a:gd name="connsiteY7" fmla="*/ 82990 h 82899"/>
                  <a:gd name="connsiteX8" fmla="*/ 235777 w 235590"/>
                  <a:gd name="connsiteY8" fmla="*/ 75904 h 82899"/>
                  <a:gd name="connsiteX9" fmla="*/ 223732 w 235590"/>
                  <a:gd name="connsiteY9" fmla="*/ 68819 h 82899"/>
                  <a:gd name="connsiteX10" fmla="*/ 12232 w 235590"/>
                  <a:gd name="connsiteY10" fmla="*/ 68819 h 82899"/>
                  <a:gd name="connsiteX11" fmla="*/ 186 w 235590"/>
                  <a:gd name="connsiteY11" fmla="*/ 75904 h 82899"/>
                  <a:gd name="connsiteX12" fmla="*/ 11877 w 235590"/>
                  <a:gd name="connsiteY12" fmla="*/ 82990 h 82899"/>
                  <a:gd name="connsiteX13" fmla="*/ 224086 w 235590"/>
                  <a:gd name="connsiteY13" fmla="*/ 82990 h 82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5590" h="82899">
                    <a:moveTo>
                      <a:pt x="223732" y="14261"/>
                    </a:moveTo>
                    <a:cubicBezTo>
                      <a:pt x="229046" y="14261"/>
                      <a:pt x="235777" y="14261"/>
                      <a:pt x="235777" y="7176"/>
                    </a:cubicBezTo>
                    <a:cubicBezTo>
                      <a:pt x="235777" y="90"/>
                      <a:pt x="229046" y="90"/>
                      <a:pt x="224086" y="90"/>
                    </a:cubicBezTo>
                    <a:lnTo>
                      <a:pt x="11877" y="90"/>
                    </a:lnTo>
                    <a:cubicBezTo>
                      <a:pt x="6918" y="90"/>
                      <a:pt x="186" y="90"/>
                      <a:pt x="186" y="7176"/>
                    </a:cubicBezTo>
                    <a:cubicBezTo>
                      <a:pt x="186" y="14261"/>
                      <a:pt x="6918" y="14261"/>
                      <a:pt x="12232" y="14261"/>
                    </a:cubicBezTo>
                    <a:lnTo>
                      <a:pt x="223732" y="14261"/>
                    </a:lnTo>
                    <a:close/>
                    <a:moveTo>
                      <a:pt x="224086" y="82990"/>
                    </a:moveTo>
                    <a:cubicBezTo>
                      <a:pt x="229046" y="82990"/>
                      <a:pt x="235777" y="82990"/>
                      <a:pt x="235777" y="75904"/>
                    </a:cubicBezTo>
                    <a:cubicBezTo>
                      <a:pt x="235777" y="68819"/>
                      <a:pt x="229046" y="68819"/>
                      <a:pt x="223732" y="68819"/>
                    </a:cubicBezTo>
                    <a:lnTo>
                      <a:pt x="12232" y="68819"/>
                    </a:lnTo>
                    <a:cubicBezTo>
                      <a:pt x="6918" y="68819"/>
                      <a:pt x="186" y="68819"/>
                      <a:pt x="186" y="75904"/>
                    </a:cubicBezTo>
                    <a:cubicBezTo>
                      <a:pt x="186" y="82990"/>
                      <a:pt x="6918" y="82990"/>
                      <a:pt x="11877" y="82990"/>
                    </a:cubicBezTo>
                    <a:lnTo>
                      <a:pt x="224086" y="8299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B92CCD0-91CF-69E8-4FEA-CA20251C4B7D}"/>
                  </a:ext>
                </a:extLst>
              </p:cNvPr>
              <p:cNvSpPr/>
              <p:nvPr>
                <p:custDataLst>
                  <p:tags r:id="rId151"/>
                </p:custDataLst>
              </p:nvPr>
            </p:nvSpPr>
            <p:spPr>
              <a:xfrm>
                <a:off x="9570090" y="5650997"/>
                <a:ext cx="216459" cy="14170"/>
              </a:xfrm>
              <a:custGeom>
                <a:avLst/>
                <a:gdLst>
                  <a:gd name="connsiteX0" fmla="*/ 204257 w 216459"/>
                  <a:gd name="connsiteY0" fmla="*/ 14261 h 14170"/>
                  <a:gd name="connsiteX1" fmla="*/ 216657 w 216459"/>
                  <a:gd name="connsiteY1" fmla="*/ 7176 h 14170"/>
                  <a:gd name="connsiteX2" fmla="*/ 204257 w 216459"/>
                  <a:gd name="connsiteY2" fmla="*/ 90 h 14170"/>
                  <a:gd name="connsiteX3" fmla="*/ 12596 w 216459"/>
                  <a:gd name="connsiteY3" fmla="*/ 90 h 14170"/>
                  <a:gd name="connsiteX4" fmla="*/ 197 w 216459"/>
                  <a:gd name="connsiteY4" fmla="*/ 7176 h 14170"/>
                  <a:gd name="connsiteX5" fmla="*/ 12596 w 216459"/>
                  <a:gd name="connsiteY5" fmla="*/ 14261 h 14170"/>
                  <a:gd name="connsiteX6" fmla="*/ 204257 w 216459"/>
                  <a:gd name="connsiteY6" fmla="*/ 14261 h 1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6459" h="14170">
                    <a:moveTo>
                      <a:pt x="204257" y="14261"/>
                    </a:moveTo>
                    <a:cubicBezTo>
                      <a:pt x="210280" y="14261"/>
                      <a:pt x="216657" y="14261"/>
                      <a:pt x="216657" y="7176"/>
                    </a:cubicBezTo>
                    <a:cubicBezTo>
                      <a:pt x="216657" y="90"/>
                      <a:pt x="210280" y="90"/>
                      <a:pt x="204257" y="90"/>
                    </a:cubicBezTo>
                    <a:lnTo>
                      <a:pt x="12596" y="90"/>
                    </a:lnTo>
                    <a:cubicBezTo>
                      <a:pt x="6574" y="90"/>
                      <a:pt x="197" y="90"/>
                      <a:pt x="197" y="7176"/>
                    </a:cubicBezTo>
                    <a:cubicBezTo>
                      <a:pt x="197" y="14261"/>
                      <a:pt x="6574" y="14261"/>
                      <a:pt x="12596" y="14261"/>
                    </a:cubicBezTo>
                    <a:lnTo>
                      <a:pt x="204257" y="1426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5D4591E-4F25-30C6-DA5F-E3BCCEA385FD}"/>
                  </a:ext>
                </a:extLst>
              </p:cNvPr>
              <p:cNvSpPr/>
              <p:nvPr>
                <p:custDataLst>
                  <p:tags r:id="rId152"/>
                </p:custDataLst>
              </p:nvPr>
            </p:nvSpPr>
            <p:spPr>
              <a:xfrm>
                <a:off x="9833945" y="5510705"/>
                <a:ext cx="141354" cy="235944"/>
              </a:xfrm>
              <a:custGeom>
                <a:avLst/>
                <a:gdLst>
                  <a:gd name="connsiteX0" fmla="*/ 27484 w 141354"/>
                  <a:gd name="connsiteY0" fmla="*/ 208756 h 235944"/>
                  <a:gd name="connsiteX1" fmla="*/ 65036 w 141354"/>
                  <a:gd name="connsiteY1" fmla="*/ 172266 h 235944"/>
                  <a:gd name="connsiteX2" fmla="*/ 141559 w 141354"/>
                  <a:gd name="connsiteY2" fmla="*/ 68819 h 235944"/>
                  <a:gd name="connsiteX3" fmla="*/ 66453 w 141354"/>
                  <a:gd name="connsiteY3" fmla="*/ 90 h 235944"/>
                  <a:gd name="connsiteX4" fmla="*/ 205 w 141354"/>
                  <a:gd name="connsiteY4" fmla="*/ 64213 h 235944"/>
                  <a:gd name="connsiteX5" fmla="*/ 18981 w 141354"/>
                  <a:gd name="connsiteY5" fmla="*/ 84052 h 235944"/>
                  <a:gd name="connsiteX6" fmla="*/ 37403 w 141354"/>
                  <a:gd name="connsiteY6" fmla="*/ 65276 h 235944"/>
                  <a:gd name="connsiteX7" fmla="*/ 18627 w 141354"/>
                  <a:gd name="connsiteY7" fmla="*/ 46854 h 235944"/>
                  <a:gd name="connsiteX8" fmla="*/ 14021 w 141354"/>
                  <a:gd name="connsiteY8" fmla="*/ 47208 h 235944"/>
                  <a:gd name="connsiteX9" fmla="*/ 61848 w 141354"/>
                  <a:gd name="connsiteY9" fmla="*/ 11073 h 235944"/>
                  <a:gd name="connsiteX10" fmla="*/ 109320 w 141354"/>
                  <a:gd name="connsiteY10" fmla="*/ 68819 h 235944"/>
                  <a:gd name="connsiteX11" fmla="*/ 72122 w 141354"/>
                  <a:gd name="connsiteY11" fmla="*/ 147113 h 235944"/>
                  <a:gd name="connsiteX12" fmla="*/ 4102 w 141354"/>
                  <a:gd name="connsiteY12" fmla="*/ 222927 h 235944"/>
                  <a:gd name="connsiteX13" fmla="*/ 205 w 141354"/>
                  <a:gd name="connsiteY13" fmla="*/ 236035 h 235944"/>
                  <a:gd name="connsiteX14" fmla="*/ 131639 w 141354"/>
                  <a:gd name="connsiteY14" fmla="*/ 236035 h 235944"/>
                  <a:gd name="connsiteX15" fmla="*/ 141559 w 141354"/>
                  <a:gd name="connsiteY15" fmla="*/ 174392 h 235944"/>
                  <a:gd name="connsiteX16" fmla="*/ 132702 w 141354"/>
                  <a:gd name="connsiteY16" fmla="*/ 174392 h 235944"/>
                  <a:gd name="connsiteX17" fmla="*/ 124908 w 141354"/>
                  <a:gd name="connsiteY17" fmla="*/ 205922 h 235944"/>
                  <a:gd name="connsiteX18" fmla="*/ 91252 w 141354"/>
                  <a:gd name="connsiteY18" fmla="*/ 208756 h 235944"/>
                  <a:gd name="connsiteX19" fmla="*/ 27484 w 141354"/>
                  <a:gd name="connsiteY19" fmla="*/ 208756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1354" h="235944">
                    <a:moveTo>
                      <a:pt x="27484" y="208756"/>
                    </a:moveTo>
                    <a:lnTo>
                      <a:pt x="65036" y="172266"/>
                    </a:lnTo>
                    <a:cubicBezTo>
                      <a:pt x="120303" y="123377"/>
                      <a:pt x="141559" y="104246"/>
                      <a:pt x="141559" y="68819"/>
                    </a:cubicBezTo>
                    <a:cubicBezTo>
                      <a:pt x="141559" y="28432"/>
                      <a:pt x="109675" y="90"/>
                      <a:pt x="66453" y="90"/>
                    </a:cubicBezTo>
                    <a:cubicBezTo>
                      <a:pt x="26421" y="90"/>
                      <a:pt x="205" y="32683"/>
                      <a:pt x="205" y="64213"/>
                    </a:cubicBezTo>
                    <a:cubicBezTo>
                      <a:pt x="205" y="84052"/>
                      <a:pt x="17918" y="84052"/>
                      <a:pt x="18981" y="84052"/>
                    </a:cubicBezTo>
                    <a:cubicBezTo>
                      <a:pt x="25004" y="84052"/>
                      <a:pt x="37403" y="79801"/>
                      <a:pt x="37403" y="65276"/>
                    </a:cubicBezTo>
                    <a:cubicBezTo>
                      <a:pt x="37403" y="56065"/>
                      <a:pt x="31026" y="46854"/>
                      <a:pt x="18627" y="46854"/>
                    </a:cubicBezTo>
                    <a:cubicBezTo>
                      <a:pt x="15793" y="46854"/>
                      <a:pt x="15084" y="46854"/>
                      <a:pt x="14021" y="47208"/>
                    </a:cubicBezTo>
                    <a:cubicBezTo>
                      <a:pt x="22169" y="24181"/>
                      <a:pt x="41300" y="11073"/>
                      <a:pt x="61848" y="11073"/>
                    </a:cubicBezTo>
                    <a:cubicBezTo>
                      <a:pt x="94087" y="11073"/>
                      <a:pt x="109320" y="39769"/>
                      <a:pt x="109320" y="68819"/>
                    </a:cubicBezTo>
                    <a:cubicBezTo>
                      <a:pt x="109320" y="97161"/>
                      <a:pt x="91607" y="125148"/>
                      <a:pt x="72122" y="147113"/>
                    </a:cubicBezTo>
                    <a:lnTo>
                      <a:pt x="4102" y="222927"/>
                    </a:lnTo>
                    <a:cubicBezTo>
                      <a:pt x="205" y="226824"/>
                      <a:pt x="205" y="227532"/>
                      <a:pt x="205" y="236035"/>
                    </a:cubicBezTo>
                    <a:lnTo>
                      <a:pt x="131639" y="236035"/>
                    </a:lnTo>
                    <a:lnTo>
                      <a:pt x="141559" y="174392"/>
                    </a:lnTo>
                    <a:lnTo>
                      <a:pt x="132702" y="174392"/>
                    </a:lnTo>
                    <a:cubicBezTo>
                      <a:pt x="130931" y="185020"/>
                      <a:pt x="128451" y="200608"/>
                      <a:pt x="124908" y="205922"/>
                    </a:cubicBezTo>
                    <a:cubicBezTo>
                      <a:pt x="122428" y="208756"/>
                      <a:pt x="99046" y="208756"/>
                      <a:pt x="91252" y="208756"/>
                    </a:cubicBezTo>
                    <a:lnTo>
                      <a:pt x="27484" y="208756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99CC4A7-35A9-7C8C-64D5-4D8BCB64B4DF}"/>
                  </a:ext>
                </a:extLst>
              </p:cNvPr>
              <p:cNvSpPr/>
              <p:nvPr>
                <p:custDataLst>
                  <p:tags r:id="rId153"/>
                </p:custDataLst>
              </p:nvPr>
            </p:nvSpPr>
            <p:spPr>
              <a:xfrm>
                <a:off x="10232367" y="5194445"/>
                <a:ext cx="151521" cy="111843"/>
              </a:xfrm>
              <a:custGeom>
                <a:avLst/>
                <a:gdLst>
                  <a:gd name="connsiteX0" fmla="*/ 18815 w 151521"/>
                  <a:gd name="connsiteY0" fmla="*/ 93818 h 111843"/>
                  <a:gd name="connsiteX1" fmla="*/ 16335 w 151521"/>
                  <a:gd name="connsiteY1" fmla="*/ 103986 h 111843"/>
                  <a:gd name="connsiteX2" fmla="*/ 24767 w 151521"/>
                  <a:gd name="connsiteY2" fmla="*/ 111921 h 111843"/>
                  <a:gd name="connsiteX3" fmla="*/ 34439 w 151521"/>
                  <a:gd name="connsiteY3" fmla="*/ 106465 h 111843"/>
                  <a:gd name="connsiteX4" fmla="*/ 38902 w 151521"/>
                  <a:gd name="connsiteY4" fmla="*/ 91090 h 111843"/>
                  <a:gd name="connsiteX5" fmla="*/ 44358 w 151521"/>
                  <a:gd name="connsiteY5" fmla="*/ 68771 h 111843"/>
                  <a:gd name="connsiteX6" fmla="*/ 48574 w 151521"/>
                  <a:gd name="connsiteY6" fmla="*/ 52156 h 111843"/>
                  <a:gd name="connsiteX7" fmla="*/ 58990 w 151521"/>
                  <a:gd name="connsiteY7" fmla="*/ 29837 h 111843"/>
                  <a:gd name="connsiteX8" fmla="*/ 96188 w 151521"/>
                  <a:gd name="connsiteY8" fmla="*/ 7021 h 111843"/>
                  <a:gd name="connsiteX9" fmla="*/ 110820 w 151521"/>
                  <a:gd name="connsiteY9" fmla="*/ 24381 h 111843"/>
                  <a:gd name="connsiteX10" fmla="*/ 96188 w 151521"/>
                  <a:gd name="connsiteY10" fmla="*/ 77203 h 111843"/>
                  <a:gd name="connsiteX11" fmla="*/ 92468 w 151521"/>
                  <a:gd name="connsiteY11" fmla="*/ 90594 h 111843"/>
                  <a:gd name="connsiteX12" fmla="*/ 116027 w 151521"/>
                  <a:gd name="connsiteY12" fmla="*/ 111921 h 111843"/>
                  <a:gd name="connsiteX13" fmla="*/ 151738 w 151521"/>
                  <a:gd name="connsiteY13" fmla="*/ 73979 h 111843"/>
                  <a:gd name="connsiteX14" fmla="*/ 147770 w 151521"/>
                  <a:gd name="connsiteY14" fmla="*/ 70755 h 111843"/>
                  <a:gd name="connsiteX15" fmla="*/ 143058 w 151521"/>
                  <a:gd name="connsiteY15" fmla="*/ 74971 h 111843"/>
                  <a:gd name="connsiteX16" fmla="*/ 116771 w 151521"/>
                  <a:gd name="connsiteY16" fmla="*/ 104978 h 111843"/>
                  <a:gd name="connsiteX17" fmla="*/ 110572 w 151521"/>
                  <a:gd name="connsiteY17" fmla="*/ 96298 h 111843"/>
                  <a:gd name="connsiteX18" fmla="*/ 116275 w 151521"/>
                  <a:gd name="connsiteY18" fmla="*/ 76211 h 111843"/>
                  <a:gd name="connsiteX19" fmla="*/ 129419 w 151521"/>
                  <a:gd name="connsiteY19" fmla="*/ 28349 h 111843"/>
                  <a:gd name="connsiteX20" fmla="*/ 97180 w 151521"/>
                  <a:gd name="connsiteY20" fmla="*/ 78 h 111843"/>
                  <a:gd name="connsiteX21" fmla="*/ 55270 w 151521"/>
                  <a:gd name="connsiteY21" fmla="*/ 22645 h 111843"/>
                  <a:gd name="connsiteX22" fmla="*/ 28735 w 151521"/>
                  <a:gd name="connsiteY22" fmla="*/ 78 h 111843"/>
                  <a:gd name="connsiteX23" fmla="*/ 9144 w 151521"/>
                  <a:gd name="connsiteY23" fmla="*/ 13469 h 111843"/>
                  <a:gd name="connsiteX24" fmla="*/ 216 w 151521"/>
                  <a:gd name="connsiteY24" fmla="*/ 38020 h 111843"/>
                  <a:gd name="connsiteX25" fmla="*/ 4432 w 151521"/>
                  <a:gd name="connsiteY25" fmla="*/ 41244 h 111843"/>
                  <a:gd name="connsiteX26" fmla="*/ 9888 w 151521"/>
                  <a:gd name="connsiteY26" fmla="*/ 33804 h 111843"/>
                  <a:gd name="connsiteX27" fmla="*/ 27991 w 151521"/>
                  <a:gd name="connsiteY27" fmla="*/ 7021 h 111843"/>
                  <a:gd name="connsiteX28" fmla="*/ 36175 w 151521"/>
                  <a:gd name="connsiteY28" fmla="*/ 19173 h 111843"/>
                  <a:gd name="connsiteX29" fmla="*/ 32207 w 151521"/>
                  <a:gd name="connsiteY29" fmla="*/ 39756 h 111843"/>
                  <a:gd name="connsiteX30" fmla="*/ 26751 w 151521"/>
                  <a:gd name="connsiteY30" fmla="*/ 62075 h 111843"/>
                  <a:gd name="connsiteX31" fmla="*/ 18815 w 151521"/>
                  <a:gd name="connsiteY31" fmla="*/ 93818 h 111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1521" h="111843">
                    <a:moveTo>
                      <a:pt x="18815" y="93818"/>
                    </a:moveTo>
                    <a:cubicBezTo>
                      <a:pt x="17823" y="97042"/>
                      <a:pt x="16335" y="103242"/>
                      <a:pt x="16335" y="103986"/>
                    </a:cubicBezTo>
                    <a:cubicBezTo>
                      <a:pt x="16335" y="109441"/>
                      <a:pt x="20799" y="111921"/>
                      <a:pt x="24767" y="111921"/>
                    </a:cubicBezTo>
                    <a:cubicBezTo>
                      <a:pt x="29231" y="111921"/>
                      <a:pt x="33199" y="108697"/>
                      <a:pt x="34439" y="106465"/>
                    </a:cubicBezTo>
                    <a:cubicBezTo>
                      <a:pt x="35679" y="104234"/>
                      <a:pt x="37662" y="96298"/>
                      <a:pt x="38902" y="91090"/>
                    </a:cubicBezTo>
                    <a:cubicBezTo>
                      <a:pt x="40142" y="86378"/>
                      <a:pt x="42870" y="74971"/>
                      <a:pt x="44358" y="68771"/>
                    </a:cubicBezTo>
                    <a:cubicBezTo>
                      <a:pt x="45846" y="63315"/>
                      <a:pt x="47334" y="57859"/>
                      <a:pt x="48574" y="52156"/>
                    </a:cubicBezTo>
                    <a:cubicBezTo>
                      <a:pt x="51302" y="41988"/>
                      <a:pt x="51798" y="40004"/>
                      <a:pt x="58990" y="29837"/>
                    </a:cubicBezTo>
                    <a:cubicBezTo>
                      <a:pt x="65933" y="19917"/>
                      <a:pt x="77589" y="7021"/>
                      <a:pt x="96188" y="7021"/>
                    </a:cubicBezTo>
                    <a:cubicBezTo>
                      <a:pt x="110572" y="7021"/>
                      <a:pt x="110820" y="19669"/>
                      <a:pt x="110820" y="24381"/>
                    </a:cubicBezTo>
                    <a:cubicBezTo>
                      <a:pt x="110820" y="39260"/>
                      <a:pt x="100156" y="66787"/>
                      <a:pt x="96188" y="77203"/>
                    </a:cubicBezTo>
                    <a:cubicBezTo>
                      <a:pt x="93460" y="84146"/>
                      <a:pt x="92468" y="86378"/>
                      <a:pt x="92468" y="90594"/>
                    </a:cubicBezTo>
                    <a:cubicBezTo>
                      <a:pt x="92468" y="103738"/>
                      <a:pt x="103380" y="111921"/>
                      <a:pt x="116027" y="111921"/>
                    </a:cubicBezTo>
                    <a:cubicBezTo>
                      <a:pt x="140826" y="111921"/>
                      <a:pt x="151738" y="77699"/>
                      <a:pt x="151738" y="73979"/>
                    </a:cubicBezTo>
                    <a:cubicBezTo>
                      <a:pt x="151738" y="70755"/>
                      <a:pt x="148514" y="70755"/>
                      <a:pt x="147770" y="70755"/>
                    </a:cubicBezTo>
                    <a:cubicBezTo>
                      <a:pt x="144298" y="70755"/>
                      <a:pt x="144050" y="72243"/>
                      <a:pt x="143058" y="74971"/>
                    </a:cubicBezTo>
                    <a:cubicBezTo>
                      <a:pt x="137354" y="94810"/>
                      <a:pt x="126691" y="104978"/>
                      <a:pt x="116771" y="104978"/>
                    </a:cubicBezTo>
                    <a:cubicBezTo>
                      <a:pt x="111564" y="104978"/>
                      <a:pt x="110572" y="101506"/>
                      <a:pt x="110572" y="96298"/>
                    </a:cubicBezTo>
                    <a:cubicBezTo>
                      <a:pt x="110572" y="90594"/>
                      <a:pt x="111811" y="87370"/>
                      <a:pt x="116275" y="76211"/>
                    </a:cubicBezTo>
                    <a:cubicBezTo>
                      <a:pt x="119251" y="68523"/>
                      <a:pt x="129419" y="42236"/>
                      <a:pt x="129419" y="28349"/>
                    </a:cubicBezTo>
                    <a:cubicBezTo>
                      <a:pt x="129419" y="4294"/>
                      <a:pt x="110324" y="78"/>
                      <a:pt x="97180" y="78"/>
                    </a:cubicBezTo>
                    <a:cubicBezTo>
                      <a:pt x="76597" y="78"/>
                      <a:pt x="62709" y="12725"/>
                      <a:pt x="55270" y="22645"/>
                    </a:cubicBezTo>
                    <a:cubicBezTo>
                      <a:pt x="53534" y="5534"/>
                      <a:pt x="38902" y="78"/>
                      <a:pt x="28735" y="78"/>
                    </a:cubicBezTo>
                    <a:cubicBezTo>
                      <a:pt x="18071" y="78"/>
                      <a:pt x="12367" y="7765"/>
                      <a:pt x="9144" y="13469"/>
                    </a:cubicBezTo>
                    <a:cubicBezTo>
                      <a:pt x="3688" y="22645"/>
                      <a:pt x="216" y="36780"/>
                      <a:pt x="216" y="38020"/>
                    </a:cubicBezTo>
                    <a:cubicBezTo>
                      <a:pt x="216" y="41244"/>
                      <a:pt x="3688" y="41244"/>
                      <a:pt x="4432" y="41244"/>
                    </a:cubicBezTo>
                    <a:cubicBezTo>
                      <a:pt x="7904" y="41244"/>
                      <a:pt x="8152" y="40500"/>
                      <a:pt x="9888" y="33804"/>
                    </a:cubicBezTo>
                    <a:cubicBezTo>
                      <a:pt x="13607" y="19173"/>
                      <a:pt x="18319" y="7021"/>
                      <a:pt x="27991" y="7021"/>
                    </a:cubicBezTo>
                    <a:cubicBezTo>
                      <a:pt x="34439" y="7021"/>
                      <a:pt x="36175" y="12477"/>
                      <a:pt x="36175" y="19173"/>
                    </a:cubicBezTo>
                    <a:cubicBezTo>
                      <a:pt x="36175" y="23885"/>
                      <a:pt x="33943" y="33060"/>
                      <a:pt x="32207" y="39756"/>
                    </a:cubicBezTo>
                    <a:cubicBezTo>
                      <a:pt x="30471" y="46452"/>
                      <a:pt x="27991" y="56619"/>
                      <a:pt x="26751" y="62075"/>
                    </a:cubicBezTo>
                    <a:lnTo>
                      <a:pt x="18815" y="93818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79ADF21-ADE4-0EB2-775E-891CD017C610}"/>
                  </a:ext>
                </a:extLst>
              </p:cNvPr>
              <p:cNvSpPr/>
              <p:nvPr>
                <p:custDataLst>
                  <p:tags r:id="rId154"/>
                </p:custDataLst>
              </p:nvPr>
            </p:nvSpPr>
            <p:spPr>
              <a:xfrm>
                <a:off x="10072251" y="5410090"/>
                <a:ext cx="471535" cy="495980"/>
              </a:xfrm>
              <a:custGeom>
                <a:avLst/>
                <a:gdLst>
                  <a:gd name="connsiteX0" fmla="*/ 428880 w 471535"/>
                  <a:gd name="connsiteY0" fmla="*/ 496061 h 495980"/>
                  <a:gd name="connsiteX1" fmla="*/ 471747 w 471535"/>
                  <a:gd name="connsiteY1" fmla="*/ 382694 h 495980"/>
                  <a:gd name="connsiteX2" fmla="*/ 462890 w 471535"/>
                  <a:gd name="connsiteY2" fmla="*/ 382694 h 495980"/>
                  <a:gd name="connsiteX3" fmla="*/ 370779 w 471535"/>
                  <a:gd name="connsiteY3" fmla="*/ 454257 h 495980"/>
                  <a:gd name="connsiteX4" fmla="*/ 260601 w 471535"/>
                  <a:gd name="connsiteY4" fmla="*/ 465239 h 495980"/>
                  <a:gd name="connsiteX5" fmla="*/ 46975 w 471535"/>
                  <a:gd name="connsiteY5" fmla="*/ 465239 h 495980"/>
                  <a:gd name="connsiteX6" fmla="*/ 227299 w 471535"/>
                  <a:gd name="connsiteY6" fmla="*/ 253739 h 495980"/>
                  <a:gd name="connsiteX7" fmla="*/ 230488 w 471535"/>
                  <a:gd name="connsiteY7" fmla="*/ 248071 h 495980"/>
                  <a:gd name="connsiteX8" fmla="*/ 228008 w 471535"/>
                  <a:gd name="connsiteY8" fmla="*/ 242757 h 495980"/>
                  <a:gd name="connsiteX9" fmla="*/ 62917 w 471535"/>
                  <a:gd name="connsiteY9" fmla="*/ 17086 h 495980"/>
                  <a:gd name="connsiteX10" fmla="*/ 257058 w 471535"/>
                  <a:gd name="connsiteY10" fmla="*/ 17086 h 495980"/>
                  <a:gd name="connsiteX11" fmla="*/ 339958 w 471535"/>
                  <a:gd name="connsiteY11" fmla="*/ 22754 h 495980"/>
                  <a:gd name="connsiteX12" fmla="*/ 417897 w 471535"/>
                  <a:gd name="connsiteY12" fmla="*/ 49324 h 495980"/>
                  <a:gd name="connsiteX13" fmla="*/ 462890 w 471535"/>
                  <a:gd name="connsiteY13" fmla="*/ 99631 h 495980"/>
                  <a:gd name="connsiteX14" fmla="*/ 471747 w 471535"/>
                  <a:gd name="connsiteY14" fmla="*/ 99631 h 495980"/>
                  <a:gd name="connsiteX15" fmla="*/ 428880 w 471535"/>
                  <a:gd name="connsiteY15" fmla="*/ 81 h 495980"/>
                  <a:gd name="connsiteX16" fmla="*/ 10131 w 471535"/>
                  <a:gd name="connsiteY16" fmla="*/ 81 h 495980"/>
                  <a:gd name="connsiteX17" fmla="*/ 566 w 471535"/>
                  <a:gd name="connsiteY17" fmla="*/ 2561 h 495980"/>
                  <a:gd name="connsiteX18" fmla="*/ 211 w 471535"/>
                  <a:gd name="connsiteY18" fmla="*/ 14252 h 495980"/>
                  <a:gd name="connsiteX19" fmla="*/ 187621 w 471535"/>
                  <a:gd name="connsiteY19" fmla="*/ 270744 h 495980"/>
                  <a:gd name="connsiteX20" fmla="*/ 4108 w 471535"/>
                  <a:gd name="connsiteY20" fmla="*/ 485787 h 495980"/>
                  <a:gd name="connsiteX21" fmla="*/ 566 w 471535"/>
                  <a:gd name="connsiteY21" fmla="*/ 492164 h 495980"/>
                  <a:gd name="connsiteX22" fmla="*/ 10131 w 471535"/>
                  <a:gd name="connsiteY22" fmla="*/ 496061 h 495980"/>
                  <a:gd name="connsiteX23" fmla="*/ 428880 w 471535"/>
                  <a:gd name="connsiteY23" fmla="*/ 496061 h 495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1535" h="495980">
                    <a:moveTo>
                      <a:pt x="428880" y="496061"/>
                    </a:moveTo>
                    <a:lnTo>
                      <a:pt x="471747" y="382694"/>
                    </a:lnTo>
                    <a:lnTo>
                      <a:pt x="462890" y="382694"/>
                    </a:lnTo>
                    <a:cubicBezTo>
                      <a:pt x="449073" y="419538"/>
                      <a:pt x="411520" y="443629"/>
                      <a:pt x="370779" y="454257"/>
                    </a:cubicBezTo>
                    <a:cubicBezTo>
                      <a:pt x="363340" y="456028"/>
                      <a:pt x="328621" y="465239"/>
                      <a:pt x="260601" y="465239"/>
                    </a:cubicBezTo>
                    <a:lnTo>
                      <a:pt x="46975" y="465239"/>
                    </a:lnTo>
                    <a:lnTo>
                      <a:pt x="227299" y="253739"/>
                    </a:lnTo>
                    <a:cubicBezTo>
                      <a:pt x="229779" y="250905"/>
                      <a:pt x="230488" y="249842"/>
                      <a:pt x="230488" y="248071"/>
                    </a:cubicBezTo>
                    <a:cubicBezTo>
                      <a:pt x="230488" y="247362"/>
                      <a:pt x="230488" y="246299"/>
                      <a:pt x="228008" y="242757"/>
                    </a:cubicBezTo>
                    <a:lnTo>
                      <a:pt x="62917" y="17086"/>
                    </a:lnTo>
                    <a:lnTo>
                      <a:pt x="257058" y="17086"/>
                    </a:lnTo>
                    <a:cubicBezTo>
                      <a:pt x="304530" y="17086"/>
                      <a:pt x="336769" y="22046"/>
                      <a:pt x="339958" y="22754"/>
                    </a:cubicBezTo>
                    <a:cubicBezTo>
                      <a:pt x="359088" y="25588"/>
                      <a:pt x="389910" y="31611"/>
                      <a:pt x="417897" y="49324"/>
                    </a:cubicBezTo>
                    <a:cubicBezTo>
                      <a:pt x="426754" y="54993"/>
                      <a:pt x="450845" y="70935"/>
                      <a:pt x="462890" y="99631"/>
                    </a:cubicBezTo>
                    <a:lnTo>
                      <a:pt x="471747" y="99631"/>
                    </a:lnTo>
                    <a:lnTo>
                      <a:pt x="428880" y="81"/>
                    </a:lnTo>
                    <a:lnTo>
                      <a:pt x="10131" y="81"/>
                    </a:lnTo>
                    <a:cubicBezTo>
                      <a:pt x="1983" y="81"/>
                      <a:pt x="1628" y="435"/>
                      <a:pt x="566" y="2561"/>
                    </a:cubicBezTo>
                    <a:cubicBezTo>
                      <a:pt x="211" y="3623"/>
                      <a:pt x="211" y="10355"/>
                      <a:pt x="211" y="14252"/>
                    </a:cubicBezTo>
                    <a:lnTo>
                      <a:pt x="187621" y="270744"/>
                    </a:lnTo>
                    <a:lnTo>
                      <a:pt x="4108" y="485787"/>
                    </a:lnTo>
                    <a:cubicBezTo>
                      <a:pt x="566" y="490038"/>
                      <a:pt x="566" y="491810"/>
                      <a:pt x="566" y="492164"/>
                    </a:cubicBezTo>
                    <a:cubicBezTo>
                      <a:pt x="566" y="496061"/>
                      <a:pt x="3754" y="496061"/>
                      <a:pt x="10131" y="496061"/>
                    </a:cubicBezTo>
                    <a:lnTo>
                      <a:pt x="428880" y="49606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43343DB-C3BD-DB96-603A-8BC234856E6F}"/>
                  </a:ext>
                </a:extLst>
              </p:cNvPr>
              <p:cNvSpPr/>
              <p:nvPr>
                <p:custDataLst>
                  <p:tags r:id="rId155"/>
                </p:custDataLst>
              </p:nvPr>
            </p:nvSpPr>
            <p:spPr>
              <a:xfrm>
                <a:off x="10090463" y="6000225"/>
                <a:ext cx="75140" cy="166897"/>
              </a:xfrm>
              <a:custGeom>
                <a:avLst/>
                <a:gdLst>
                  <a:gd name="connsiteX0" fmla="*/ 68905 w 75140"/>
                  <a:gd name="connsiteY0" fmla="*/ 9526 h 166897"/>
                  <a:gd name="connsiteX1" fmla="*/ 58986 w 75140"/>
                  <a:gd name="connsiteY1" fmla="*/ 102 h 166897"/>
                  <a:gd name="connsiteX2" fmla="*/ 45098 w 75140"/>
                  <a:gd name="connsiteY2" fmla="*/ 13741 h 166897"/>
                  <a:gd name="connsiteX3" fmla="*/ 55018 w 75140"/>
                  <a:gd name="connsiteY3" fmla="*/ 23165 h 166897"/>
                  <a:gd name="connsiteX4" fmla="*/ 68905 w 75140"/>
                  <a:gd name="connsiteY4" fmla="*/ 9526 h 166897"/>
                  <a:gd name="connsiteX5" fmla="*/ 18315 w 75140"/>
                  <a:gd name="connsiteY5" fmla="*/ 135504 h 166897"/>
                  <a:gd name="connsiteX6" fmla="*/ 16083 w 75140"/>
                  <a:gd name="connsiteY6" fmla="*/ 145920 h 166897"/>
                  <a:gd name="connsiteX7" fmla="*/ 39642 w 75140"/>
                  <a:gd name="connsiteY7" fmla="*/ 166999 h 166897"/>
                  <a:gd name="connsiteX8" fmla="*/ 75353 w 75140"/>
                  <a:gd name="connsiteY8" fmla="*/ 129057 h 166897"/>
                  <a:gd name="connsiteX9" fmla="*/ 71385 w 75140"/>
                  <a:gd name="connsiteY9" fmla="*/ 125833 h 166897"/>
                  <a:gd name="connsiteX10" fmla="*/ 66673 w 75140"/>
                  <a:gd name="connsiteY10" fmla="*/ 130049 h 166897"/>
                  <a:gd name="connsiteX11" fmla="*/ 40386 w 75140"/>
                  <a:gd name="connsiteY11" fmla="*/ 160056 h 166897"/>
                  <a:gd name="connsiteX12" fmla="*/ 34187 w 75140"/>
                  <a:gd name="connsiteY12" fmla="*/ 151376 h 166897"/>
                  <a:gd name="connsiteX13" fmla="*/ 38154 w 75140"/>
                  <a:gd name="connsiteY13" fmla="*/ 135504 h 166897"/>
                  <a:gd name="connsiteX14" fmla="*/ 46090 w 75140"/>
                  <a:gd name="connsiteY14" fmla="*/ 115665 h 166897"/>
                  <a:gd name="connsiteX15" fmla="*/ 58242 w 75140"/>
                  <a:gd name="connsiteY15" fmla="*/ 84171 h 166897"/>
                  <a:gd name="connsiteX16" fmla="*/ 59730 w 75140"/>
                  <a:gd name="connsiteY16" fmla="*/ 76235 h 166897"/>
                  <a:gd name="connsiteX17" fmla="*/ 36171 w 75140"/>
                  <a:gd name="connsiteY17" fmla="*/ 55156 h 166897"/>
                  <a:gd name="connsiteX18" fmla="*/ 212 w 75140"/>
                  <a:gd name="connsiteY18" fmla="*/ 93098 h 166897"/>
                  <a:gd name="connsiteX19" fmla="*/ 4428 w 75140"/>
                  <a:gd name="connsiteY19" fmla="*/ 96322 h 166897"/>
                  <a:gd name="connsiteX20" fmla="*/ 8892 w 75140"/>
                  <a:gd name="connsiteY20" fmla="*/ 92354 h 166897"/>
                  <a:gd name="connsiteX21" fmla="*/ 35427 w 75140"/>
                  <a:gd name="connsiteY21" fmla="*/ 62099 h 166897"/>
                  <a:gd name="connsiteX22" fmla="*/ 41626 w 75140"/>
                  <a:gd name="connsiteY22" fmla="*/ 70779 h 166897"/>
                  <a:gd name="connsiteX23" fmla="*/ 33939 w 75140"/>
                  <a:gd name="connsiteY23" fmla="*/ 95578 h 166897"/>
                  <a:gd name="connsiteX24" fmla="*/ 18315 w 75140"/>
                  <a:gd name="connsiteY24" fmla="*/ 135504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140" h="166897">
                    <a:moveTo>
                      <a:pt x="68905" y="9526"/>
                    </a:moveTo>
                    <a:cubicBezTo>
                      <a:pt x="68905" y="5558"/>
                      <a:pt x="65929" y="102"/>
                      <a:pt x="58986" y="102"/>
                    </a:cubicBezTo>
                    <a:cubicBezTo>
                      <a:pt x="52290" y="102"/>
                      <a:pt x="45098" y="6550"/>
                      <a:pt x="45098" y="13741"/>
                    </a:cubicBezTo>
                    <a:cubicBezTo>
                      <a:pt x="45098" y="17957"/>
                      <a:pt x="48322" y="23165"/>
                      <a:pt x="55018" y="23165"/>
                    </a:cubicBezTo>
                    <a:cubicBezTo>
                      <a:pt x="62210" y="23165"/>
                      <a:pt x="68905" y="16221"/>
                      <a:pt x="68905" y="9526"/>
                    </a:cubicBezTo>
                    <a:close/>
                    <a:moveTo>
                      <a:pt x="18315" y="135504"/>
                    </a:moveTo>
                    <a:cubicBezTo>
                      <a:pt x="17323" y="138728"/>
                      <a:pt x="16083" y="141704"/>
                      <a:pt x="16083" y="145920"/>
                    </a:cubicBezTo>
                    <a:cubicBezTo>
                      <a:pt x="16083" y="157576"/>
                      <a:pt x="26003" y="166999"/>
                      <a:pt x="39642" y="166999"/>
                    </a:cubicBezTo>
                    <a:cubicBezTo>
                      <a:pt x="64441" y="166999"/>
                      <a:pt x="75353" y="132777"/>
                      <a:pt x="75353" y="129057"/>
                    </a:cubicBezTo>
                    <a:cubicBezTo>
                      <a:pt x="75353" y="125833"/>
                      <a:pt x="72129" y="125833"/>
                      <a:pt x="71385" y="125833"/>
                    </a:cubicBezTo>
                    <a:cubicBezTo>
                      <a:pt x="67913" y="125833"/>
                      <a:pt x="67665" y="127321"/>
                      <a:pt x="66673" y="130049"/>
                    </a:cubicBezTo>
                    <a:cubicBezTo>
                      <a:pt x="60970" y="149888"/>
                      <a:pt x="50058" y="160056"/>
                      <a:pt x="40386" y="160056"/>
                    </a:cubicBezTo>
                    <a:cubicBezTo>
                      <a:pt x="35427" y="160056"/>
                      <a:pt x="34187" y="156832"/>
                      <a:pt x="34187" y="151376"/>
                    </a:cubicBezTo>
                    <a:cubicBezTo>
                      <a:pt x="34187" y="145672"/>
                      <a:pt x="35923" y="140960"/>
                      <a:pt x="38154" y="135504"/>
                    </a:cubicBezTo>
                    <a:cubicBezTo>
                      <a:pt x="40634" y="128809"/>
                      <a:pt x="43362" y="122113"/>
                      <a:pt x="46090" y="115665"/>
                    </a:cubicBezTo>
                    <a:cubicBezTo>
                      <a:pt x="48322" y="109714"/>
                      <a:pt x="57250" y="87146"/>
                      <a:pt x="58242" y="84171"/>
                    </a:cubicBezTo>
                    <a:cubicBezTo>
                      <a:pt x="58986" y="81691"/>
                      <a:pt x="59730" y="78715"/>
                      <a:pt x="59730" y="76235"/>
                    </a:cubicBezTo>
                    <a:cubicBezTo>
                      <a:pt x="59730" y="64579"/>
                      <a:pt x="49810" y="55156"/>
                      <a:pt x="36171" y="55156"/>
                    </a:cubicBezTo>
                    <a:cubicBezTo>
                      <a:pt x="11620" y="55156"/>
                      <a:pt x="212" y="88882"/>
                      <a:pt x="212" y="93098"/>
                    </a:cubicBezTo>
                    <a:cubicBezTo>
                      <a:pt x="212" y="96322"/>
                      <a:pt x="3684" y="96322"/>
                      <a:pt x="4428" y="96322"/>
                    </a:cubicBezTo>
                    <a:cubicBezTo>
                      <a:pt x="7900" y="96322"/>
                      <a:pt x="8148" y="95082"/>
                      <a:pt x="8892" y="92354"/>
                    </a:cubicBezTo>
                    <a:cubicBezTo>
                      <a:pt x="15339" y="71027"/>
                      <a:pt x="26251" y="62099"/>
                      <a:pt x="35427" y="62099"/>
                    </a:cubicBezTo>
                    <a:cubicBezTo>
                      <a:pt x="39394" y="62099"/>
                      <a:pt x="41626" y="64083"/>
                      <a:pt x="41626" y="70779"/>
                    </a:cubicBezTo>
                    <a:cubicBezTo>
                      <a:pt x="41626" y="76483"/>
                      <a:pt x="40138" y="80203"/>
                      <a:pt x="33939" y="95578"/>
                    </a:cubicBezTo>
                    <a:lnTo>
                      <a:pt x="18315" y="135504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567A259-E26D-9462-338E-73B6346FB0E2}"/>
                  </a:ext>
                </a:extLst>
              </p:cNvPr>
              <p:cNvSpPr/>
              <p:nvPr>
                <p:custDataLst>
                  <p:tags r:id="rId156"/>
                </p:custDataLst>
              </p:nvPr>
            </p:nvSpPr>
            <p:spPr>
              <a:xfrm>
                <a:off x="10196401" y="6069166"/>
                <a:ext cx="182520" cy="66709"/>
              </a:xfrm>
              <a:custGeom>
                <a:avLst/>
                <a:gdLst>
                  <a:gd name="connsiteX0" fmla="*/ 173312 w 182520"/>
                  <a:gd name="connsiteY0" fmla="*/ 12253 h 66709"/>
                  <a:gd name="connsiteX1" fmla="*/ 182736 w 182520"/>
                  <a:gd name="connsiteY1" fmla="*/ 6054 h 66709"/>
                  <a:gd name="connsiteX2" fmla="*/ 173560 w 182520"/>
                  <a:gd name="connsiteY2" fmla="*/ 102 h 66709"/>
                  <a:gd name="connsiteX3" fmla="*/ 9390 w 182520"/>
                  <a:gd name="connsiteY3" fmla="*/ 102 h 66709"/>
                  <a:gd name="connsiteX4" fmla="*/ 215 w 182520"/>
                  <a:gd name="connsiteY4" fmla="*/ 6054 h 66709"/>
                  <a:gd name="connsiteX5" fmla="*/ 9638 w 182520"/>
                  <a:gd name="connsiteY5" fmla="*/ 12253 h 66709"/>
                  <a:gd name="connsiteX6" fmla="*/ 173312 w 182520"/>
                  <a:gd name="connsiteY6" fmla="*/ 12253 h 66709"/>
                  <a:gd name="connsiteX7" fmla="*/ 173560 w 182520"/>
                  <a:gd name="connsiteY7" fmla="*/ 66811 h 66709"/>
                  <a:gd name="connsiteX8" fmla="*/ 182736 w 182520"/>
                  <a:gd name="connsiteY8" fmla="*/ 60859 h 66709"/>
                  <a:gd name="connsiteX9" fmla="*/ 173312 w 182520"/>
                  <a:gd name="connsiteY9" fmla="*/ 54660 h 66709"/>
                  <a:gd name="connsiteX10" fmla="*/ 9638 w 182520"/>
                  <a:gd name="connsiteY10" fmla="*/ 54660 h 66709"/>
                  <a:gd name="connsiteX11" fmla="*/ 215 w 182520"/>
                  <a:gd name="connsiteY11" fmla="*/ 60859 h 66709"/>
                  <a:gd name="connsiteX12" fmla="*/ 9390 w 182520"/>
                  <a:gd name="connsiteY12" fmla="*/ 66811 h 66709"/>
                  <a:gd name="connsiteX13" fmla="*/ 173560 w 182520"/>
                  <a:gd name="connsiteY13" fmla="*/ 66811 h 6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2520" h="66709">
                    <a:moveTo>
                      <a:pt x="173312" y="12253"/>
                    </a:moveTo>
                    <a:cubicBezTo>
                      <a:pt x="177032" y="12253"/>
                      <a:pt x="182736" y="12253"/>
                      <a:pt x="182736" y="6054"/>
                    </a:cubicBezTo>
                    <a:cubicBezTo>
                      <a:pt x="182736" y="102"/>
                      <a:pt x="176784" y="102"/>
                      <a:pt x="173560" y="102"/>
                    </a:cubicBezTo>
                    <a:lnTo>
                      <a:pt x="9390" y="102"/>
                    </a:lnTo>
                    <a:cubicBezTo>
                      <a:pt x="6167" y="102"/>
                      <a:pt x="215" y="102"/>
                      <a:pt x="215" y="6054"/>
                    </a:cubicBezTo>
                    <a:cubicBezTo>
                      <a:pt x="215" y="12253"/>
                      <a:pt x="5919" y="12253"/>
                      <a:pt x="9638" y="12253"/>
                    </a:cubicBezTo>
                    <a:lnTo>
                      <a:pt x="173312" y="12253"/>
                    </a:lnTo>
                    <a:close/>
                    <a:moveTo>
                      <a:pt x="173560" y="66811"/>
                    </a:moveTo>
                    <a:cubicBezTo>
                      <a:pt x="176784" y="66811"/>
                      <a:pt x="182736" y="66811"/>
                      <a:pt x="182736" y="60859"/>
                    </a:cubicBezTo>
                    <a:cubicBezTo>
                      <a:pt x="182736" y="54660"/>
                      <a:pt x="177032" y="54660"/>
                      <a:pt x="173312" y="54660"/>
                    </a:cubicBezTo>
                    <a:lnTo>
                      <a:pt x="9638" y="54660"/>
                    </a:lnTo>
                    <a:cubicBezTo>
                      <a:pt x="5919" y="54660"/>
                      <a:pt x="215" y="54660"/>
                      <a:pt x="215" y="60859"/>
                    </a:cubicBezTo>
                    <a:cubicBezTo>
                      <a:pt x="215" y="66811"/>
                      <a:pt x="6167" y="66811"/>
                      <a:pt x="9390" y="66811"/>
                    </a:cubicBezTo>
                    <a:lnTo>
                      <a:pt x="173560" y="6681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1897480-401A-5BBA-DB41-EBF7FD930E23}"/>
                  </a:ext>
                </a:extLst>
              </p:cNvPr>
              <p:cNvSpPr/>
              <p:nvPr>
                <p:custDataLst>
                  <p:tags r:id="rId157"/>
                </p:custDataLst>
              </p:nvPr>
            </p:nvSpPr>
            <p:spPr>
              <a:xfrm>
                <a:off x="10423557" y="5999977"/>
                <a:ext cx="90268" cy="164665"/>
              </a:xfrm>
              <a:custGeom>
                <a:avLst/>
                <a:gdLst>
                  <a:gd name="connsiteX0" fmla="*/ 56267 w 90268"/>
                  <a:gd name="connsiteY0" fmla="*/ 7046 h 164665"/>
                  <a:gd name="connsiteX1" fmla="*/ 48827 w 90268"/>
                  <a:gd name="connsiteY1" fmla="*/ 102 h 164665"/>
                  <a:gd name="connsiteX2" fmla="*/ 221 w 90268"/>
                  <a:gd name="connsiteY2" fmla="*/ 15973 h 164665"/>
                  <a:gd name="connsiteX3" fmla="*/ 221 w 90268"/>
                  <a:gd name="connsiteY3" fmla="*/ 24901 h 164665"/>
                  <a:gd name="connsiteX4" fmla="*/ 36179 w 90268"/>
                  <a:gd name="connsiteY4" fmla="*/ 17957 h 164665"/>
                  <a:gd name="connsiteX5" fmla="*/ 36179 w 90268"/>
                  <a:gd name="connsiteY5" fmla="*/ 144432 h 164665"/>
                  <a:gd name="connsiteX6" fmla="*/ 11381 w 90268"/>
                  <a:gd name="connsiteY6" fmla="*/ 155840 h 164665"/>
                  <a:gd name="connsiteX7" fmla="*/ 1957 w 90268"/>
                  <a:gd name="connsiteY7" fmla="*/ 155840 h 164665"/>
                  <a:gd name="connsiteX8" fmla="*/ 1957 w 90268"/>
                  <a:gd name="connsiteY8" fmla="*/ 164767 h 164665"/>
                  <a:gd name="connsiteX9" fmla="*/ 46099 w 90268"/>
                  <a:gd name="connsiteY9" fmla="*/ 163775 h 164665"/>
                  <a:gd name="connsiteX10" fmla="*/ 90489 w 90268"/>
                  <a:gd name="connsiteY10" fmla="*/ 164767 h 164665"/>
                  <a:gd name="connsiteX11" fmla="*/ 90489 w 90268"/>
                  <a:gd name="connsiteY11" fmla="*/ 155840 h 164665"/>
                  <a:gd name="connsiteX12" fmla="*/ 81066 w 90268"/>
                  <a:gd name="connsiteY12" fmla="*/ 155840 h 164665"/>
                  <a:gd name="connsiteX13" fmla="*/ 56267 w 90268"/>
                  <a:gd name="connsiteY13" fmla="*/ 144432 h 164665"/>
                  <a:gd name="connsiteX14" fmla="*/ 56267 w 90268"/>
                  <a:gd name="connsiteY14" fmla="*/ 7046 h 16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268" h="164665">
                    <a:moveTo>
                      <a:pt x="56267" y="7046"/>
                    </a:moveTo>
                    <a:cubicBezTo>
                      <a:pt x="56267" y="350"/>
                      <a:pt x="55771" y="102"/>
                      <a:pt x="48827" y="102"/>
                    </a:cubicBezTo>
                    <a:cubicBezTo>
                      <a:pt x="32956" y="15725"/>
                      <a:pt x="10389" y="15973"/>
                      <a:pt x="221" y="15973"/>
                    </a:cubicBezTo>
                    <a:lnTo>
                      <a:pt x="221" y="24901"/>
                    </a:lnTo>
                    <a:cubicBezTo>
                      <a:pt x="6173" y="24901"/>
                      <a:pt x="22540" y="24901"/>
                      <a:pt x="36179" y="17957"/>
                    </a:cubicBezTo>
                    <a:lnTo>
                      <a:pt x="36179" y="144432"/>
                    </a:lnTo>
                    <a:cubicBezTo>
                      <a:pt x="36179" y="152616"/>
                      <a:pt x="36179" y="155840"/>
                      <a:pt x="11381" y="155840"/>
                    </a:cubicBezTo>
                    <a:lnTo>
                      <a:pt x="1957" y="155840"/>
                    </a:lnTo>
                    <a:lnTo>
                      <a:pt x="1957" y="164767"/>
                    </a:lnTo>
                    <a:cubicBezTo>
                      <a:pt x="6421" y="164519"/>
                      <a:pt x="36923" y="163775"/>
                      <a:pt x="46099" y="163775"/>
                    </a:cubicBezTo>
                    <a:cubicBezTo>
                      <a:pt x="53787" y="163775"/>
                      <a:pt x="85034" y="164519"/>
                      <a:pt x="90489" y="164767"/>
                    </a:cubicBezTo>
                    <a:lnTo>
                      <a:pt x="90489" y="155840"/>
                    </a:lnTo>
                    <a:lnTo>
                      <a:pt x="81066" y="155840"/>
                    </a:lnTo>
                    <a:cubicBezTo>
                      <a:pt x="56267" y="155840"/>
                      <a:pt x="56267" y="152616"/>
                      <a:pt x="56267" y="144432"/>
                    </a:cubicBezTo>
                    <a:lnTo>
                      <a:pt x="56267" y="7046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C030EC03-75DE-58C7-6EB0-CDFA4D8FF347}"/>
                  </a:ext>
                </a:extLst>
              </p:cNvPr>
              <p:cNvSpPr/>
              <p:nvPr>
                <p:custDataLst>
                  <p:tags r:id="rId158"/>
                </p:custDataLst>
              </p:nvPr>
            </p:nvSpPr>
            <p:spPr>
              <a:xfrm>
                <a:off x="10664986" y="5480946"/>
                <a:ext cx="48535" cy="354271"/>
              </a:xfrm>
              <a:custGeom>
                <a:avLst/>
                <a:gdLst>
                  <a:gd name="connsiteX0" fmla="*/ 48762 w 48535"/>
                  <a:gd name="connsiteY0" fmla="*/ 354362 h 354271"/>
                  <a:gd name="connsiteX1" fmla="*/ 48762 w 48535"/>
                  <a:gd name="connsiteY1" fmla="*/ 340191 h 354271"/>
                  <a:gd name="connsiteX2" fmla="*/ 14398 w 48535"/>
                  <a:gd name="connsiteY2" fmla="*/ 340191 h 354271"/>
                  <a:gd name="connsiteX3" fmla="*/ 14398 w 48535"/>
                  <a:gd name="connsiteY3" fmla="*/ 14261 h 354271"/>
                  <a:gd name="connsiteX4" fmla="*/ 48762 w 48535"/>
                  <a:gd name="connsiteY4" fmla="*/ 14261 h 354271"/>
                  <a:gd name="connsiteX5" fmla="*/ 48762 w 48535"/>
                  <a:gd name="connsiteY5" fmla="*/ 90 h 354271"/>
                  <a:gd name="connsiteX6" fmla="*/ 227 w 48535"/>
                  <a:gd name="connsiteY6" fmla="*/ 90 h 354271"/>
                  <a:gd name="connsiteX7" fmla="*/ 227 w 48535"/>
                  <a:gd name="connsiteY7" fmla="*/ 354362 h 354271"/>
                  <a:gd name="connsiteX8" fmla="*/ 48762 w 48535"/>
                  <a:gd name="connsiteY8" fmla="*/ 354362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535" h="354271">
                    <a:moveTo>
                      <a:pt x="48762" y="354362"/>
                    </a:moveTo>
                    <a:lnTo>
                      <a:pt x="48762" y="340191"/>
                    </a:lnTo>
                    <a:lnTo>
                      <a:pt x="14398" y="340191"/>
                    </a:lnTo>
                    <a:lnTo>
                      <a:pt x="14398" y="14261"/>
                    </a:lnTo>
                    <a:lnTo>
                      <a:pt x="48762" y="14261"/>
                    </a:lnTo>
                    <a:lnTo>
                      <a:pt x="48762" y="90"/>
                    </a:lnTo>
                    <a:lnTo>
                      <a:pt x="227" y="90"/>
                    </a:lnTo>
                    <a:lnTo>
                      <a:pt x="227" y="354362"/>
                    </a:lnTo>
                    <a:lnTo>
                      <a:pt x="48762" y="354362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094E7F6-7529-45AA-AB24-67C30D0B4D3B}"/>
                  </a:ext>
                </a:extLst>
              </p:cNvPr>
              <p:cNvSpPr/>
              <p:nvPr>
                <p:custDataLst>
                  <p:tags r:id="rId159"/>
                </p:custDataLst>
              </p:nvPr>
            </p:nvSpPr>
            <p:spPr>
              <a:xfrm>
                <a:off x="10731865" y="5590062"/>
                <a:ext cx="163319" cy="229213"/>
              </a:xfrm>
              <a:custGeom>
                <a:avLst/>
                <a:gdLst>
                  <a:gd name="connsiteX0" fmla="*/ 162132 w 163319"/>
                  <a:gd name="connsiteY0" fmla="*/ 21701 h 229213"/>
                  <a:gd name="connsiteX1" fmla="*/ 163549 w 163319"/>
                  <a:gd name="connsiteY1" fmla="*/ 13552 h 229213"/>
                  <a:gd name="connsiteX2" fmla="*/ 153275 w 163319"/>
                  <a:gd name="connsiteY2" fmla="*/ 3987 h 229213"/>
                  <a:gd name="connsiteX3" fmla="*/ 140876 w 163319"/>
                  <a:gd name="connsiteY3" fmla="*/ 11427 h 229213"/>
                  <a:gd name="connsiteX4" fmla="*/ 135916 w 163319"/>
                  <a:gd name="connsiteY4" fmla="*/ 30558 h 229213"/>
                  <a:gd name="connsiteX5" fmla="*/ 128831 w 163319"/>
                  <a:gd name="connsiteY5" fmla="*/ 58899 h 229213"/>
                  <a:gd name="connsiteX6" fmla="*/ 112888 w 163319"/>
                  <a:gd name="connsiteY6" fmla="*/ 122668 h 229213"/>
                  <a:gd name="connsiteX7" fmla="*/ 72856 w 163319"/>
                  <a:gd name="connsiteY7" fmla="*/ 152781 h 229213"/>
                  <a:gd name="connsiteX8" fmla="*/ 50891 w 163319"/>
                  <a:gd name="connsiteY8" fmla="*/ 124085 h 229213"/>
                  <a:gd name="connsiteX9" fmla="*/ 68959 w 163319"/>
                  <a:gd name="connsiteY9" fmla="*/ 54648 h 229213"/>
                  <a:gd name="connsiteX10" fmla="*/ 76044 w 163319"/>
                  <a:gd name="connsiteY10" fmla="*/ 29140 h 229213"/>
                  <a:gd name="connsiteX11" fmla="*/ 46994 w 163319"/>
                  <a:gd name="connsiteY11" fmla="*/ 90 h 229213"/>
                  <a:gd name="connsiteX12" fmla="*/ 230 w 163319"/>
                  <a:gd name="connsiteY12" fmla="*/ 54648 h 229213"/>
                  <a:gd name="connsiteX13" fmla="*/ 4481 w 163319"/>
                  <a:gd name="connsiteY13" fmla="*/ 58191 h 229213"/>
                  <a:gd name="connsiteX14" fmla="*/ 10150 w 163319"/>
                  <a:gd name="connsiteY14" fmla="*/ 51814 h 229213"/>
                  <a:gd name="connsiteX15" fmla="*/ 45931 w 163319"/>
                  <a:gd name="connsiteY15" fmla="*/ 7884 h 229213"/>
                  <a:gd name="connsiteX16" fmla="*/ 54788 w 163319"/>
                  <a:gd name="connsiteY16" fmla="*/ 19221 h 229213"/>
                  <a:gd name="connsiteX17" fmla="*/ 48765 w 163319"/>
                  <a:gd name="connsiteY17" fmla="*/ 44020 h 229213"/>
                  <a:gd name="connsiteX18" fmla="*/ 28218 w 163319"/>
                  <a:gd name="connsiteY18" fmla="*/ 118417 h 229213"/>
                  <a:gd name="connsiteX19" fmla="*/ 71439 w 163319"/>
                  <a:gd name="connsiteY19" fmla="*/ 160575 h 229213"/>
                  <a:gd name="connsiteX20" fmla="*/ 107220 w 163319"/>
                  <a:gd name="connsiteY20" fmla="*/ 144633 h 229213"/>
                  <a:gd name="connsiteX21" fmla="*/ 84192 w 163319"/>
                  <a:gd name="connsiteY21" fmla="*/ 199191 h 229213"/>
                  <a:gd name="connsiteX22" fmla="*/ 45223 w 163319"/>
                  <a:gd name="connsiteY22" fmla="*/ 221510 h 229213"/>
                  <a:gd name="connsiteX23" fmla="*/ 18298 w 163319"/>
                  <a:gd name="connsiteY23" fmla="*/ 206630 h 229213"/>
                  <a:gd name="connsiteX24" fmla="*/ 33532 w 163319"/>
                  <a:gd name="connsiteY24" fmla="*/ 202379 h 229213"/>
                  <a:gd name="connsiteX25" fmla="*/ 40617 w 163319"/>
                  <a:gd name="connsiteY25" fmla="*/ 187854 h 229213"/>
                  <a:gd name="connsiteX26" fmla="*/ 27509 w 163319"/>
                  <a:gd name="connsiteY26" fmla="*/ 175455 h 229213"/>
                  <a:gd name="connsiteX27" fmla="*/ 7670 w 163319"/>
                  <a:gd name="connsiteY27" fmla="*/ 198482 h 229213"/>
                  <a:gd name="connsiteX28" fmla="*/ 45223 w 163319"/>
                  <a:gd name="connsiteY28" fmla="*/ 229304 h 229213"/>
                  <a:gd name="connsiteX29" fmla="*/ 128122 w 163319"/>
                  <a:gd name="connsiteY29" fmla="*/ 157032 h 229213"/>
                  <a:gd name="connsiteX30" fmla="*/ 162132 w 163319"/>
                  <a:gd name="connsiteY30" fmla="*/ 21701 h 229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319" h="229213">
                    <a:moveTo>
                      <a:pt x="162132" y="21701"/>
                    </a:moveTo>
                    <a:cubicBezTo>
                      <a:pt x="163549" y="16741"/>
                      <a:pt x="163549" y="16032"/>
                      <a:pt x="163549" y="13552"/>
                    </a:cubicBezTo>
                    <a:cubicBezTo>
                      <a:pt x="163549" y="7176"/>
                      <a:pt x="158589" y="3987"/>
                      <a:pt x="153275" y="3987"/>
                    </a:cubicBezTo>
                    <a:cubicBezTo>
                      <a:pt x="149733" y="3987"/>
                      <a:pt x="144064" y="6113"/>
                      <a:pt x="140876" y="11427"/>
                    </a:cubicBezTo>
                    <a:cubicBezTo>
                      <a:pt x="140167" y="13198"/>
                      <a:pt x="137333" y="24181"/>
                      <a:pt x="135916" y="30558"/>
                    </a:cubicBezTo>
                    <a:cubicBezTo>
                      <a:pt x="133436" y="39769"/>
                      <a:pt x="130956" y="49334"/>
                      <a:pt x="128831" y="58899"/>
                    </a:cubicBezTo>
                    <a:lnTo>
                      <a:pt x="112888" y="122668"/>
                    </a:lnTo>
                    <a:cubicBezTo>
                      <a:pt x="111471" y="127982"/>
                      <a:pt x="96238" y="152781"/>
                      <a:pt x="72856" y="152781"/>
                    </a:cubicBezTo>
                    <a:cubicBezTo>
                      <a:pt x="54788" y="152781"/>
                      <a:pt x="50891" y="137193"/>
                      <a:pt x="50891" y="124085"/>
                    </a:cubicBezTo>
                    <a:cubicBezTo>
                      <a:pt x="50891" y="107789"/>
                      <a:pt x="56914" y="85824"/>
                      <a:pt x="68959" y="54648"/>
                    </a:cubicBezTo>
                    <a:cubicBezTo>
                      <a:pt x="74627" y="40123"/>
                      <a:pt x="76044" y="36226"/>
                      <a:pt x="76044" y="29140"/>
                    </a:cubicBezTo>
                    <a:cubicBezTo>
                      <a:pt x="76044" y="13198"/>
                      <a:pt x="64707" y="90"/>
                      <a:pt x="46994" y="90"/>
                    </a:cubicBezTo>
                    <a:cubicBezTo>
                      <a:pt x="13338" y="90"/>
                      <a:pt x="230" y="51460"/>
                      <a:pt x="230" y="54648"/>
                    </a:cubicBezTo>
                    <a:cubicBezTo>
                      <a:pt x="230" y="58191"/>
                      <a:pt x="3773" y="58191"/>
                      <a:pt x="4481" y="58191"/>
                    </a:cubicBezTo>
                    <a:cubicBezTo>
                      <a:pt x="8024" y="58191"/>
                      <a:pt x="8378" y="57482"/>
                      <a:pt x="10150" y="51814"/>
                    </a:cubicBezTo>
                    <a:cubicBezTo>
                      <a:pt x="19715" y="18512"/>
                      <a:pt x="33886" y="7884"/>
                      <a:pt x="45931" y="7884"/>
                    </a:cubicBezTo>
                    <a:cubicBezTo>
                      <a:pt x="48765" y="7884"/>
                      <a:pt x="54788" y="7884"/>
                      <a:pt x="54788" y="19221"/>
                    </a:cubicBezTo>
                    <a:cubicBezTo>
                      <a:pt x="54788" y="28078"/>
                      <a:pt x="51245" y="37289"/>
                      <a:pt x="48765" y="44020"/>
                    </a:cubicBezTo>
                    <a:cubicBezTo>
                      <a:pt x="34594" y="81573"/>
                      <a:pt x="28218" y="101766"/>
                      <a:pt x="28218" y="118417"/>
                    </a:cubicBezTo>
                    <a:cubicBezTo>
                      <a:pt x="28218" y="149947"/>
                      <a:pt x="50537" y="160575"/>
                      <a:pt x="71439" y="160575"/>
                    </a:cubicBezTo>
                    <a:cubicBezTo>
                      <a:pt x="85255" y="160575"/>
                      <a:pt x="97300" y="154553"/>
                      <a:pt x="107220" y="144633"/>
                    </a:cubicBezTo>
                    <a:cubicBezTo>
                      <a:pt x="102615" y="163055"/>
                      <a:pt x="98363" y="180414"/>
                      <a:pt x="84192" y="199191"/>
                    </a:cubicBezTo>
                    <a:cubicBezTo>
                      <a:pt x="74981" y="211236"/>
                      <a:pt x="61519" y="221510"/>
                      <a:pt x="45223" y="221510"/>
                    </a:cubicBezTo>
                    <a:cubicBezTo>
                      <a:pt x="40263" y="221510"/>
                      <a:pt x="24321" y="220447"/>
                      <a:pt x="18298" y="206630"/>
                    </a:cubicBezTo>
                    <a:cubicBezTo>
                      <a:pt x="23966" y="206630"/>
                      <a:pt x="28572" y="206630"/>
                      <a:pt x="33532" y="202379"/>
                    </a:cubicBezTo>
                    <a:cubicBezTo>
                      <a:pt x="37074" y="199191"/>
                      <a:pt x="40617" y="194585"/>
                      <a:pt x="40617" y="187854"/>
                    </a:cubicBezTo>
                    <a:cubicBezTo>
                      <a:pt x="40617" y="176872"/>
                      <a:pt x="31052" y="175455"/>
                      <a:pt x="27509" y="175455"/>
                    </a:cubicBezTo>
                    <a:cubicBezTo>
                      <a:pt x="19361" y="175455"/>
                      <a:pt x="7670" y="181123"/>
                      <a:pt x="7670" y="198482"/>
                    </a:cubicBezTo>
                    <a:cubicBezTo>
                      <a:pt x="7670" y="216196"/>
                      <a:pt x="23258" y="229304"/>
                      <a:pt x="45223" y="229304"/>
                    </a:cubicBezTo>
                    <a:cubicBezTo>
                      <a:pt x="81713" y="229304"/>
                      <a:pt x="118202" y="197065"/>
                      <a:pt x="128122" y="157032"/>
                    </a:cubicBezTo>
                    <a:lnTo>
                      <a:pt x="162132" y="2170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17B813B-1D7F-1BD4-1E78-A6A3F732E30F}"/>
                  </a:ext>
                </a:extLst>
              </p:cNvPr>
              <p:cNvSpPr/>
              <p:nvPr>
                <p:custDataLst>
                  <p:tags r:id="rId160"/>
                </p:custDataLst>
              </p:nvPr>
            </p:nvSpPr>
            <p:spPr>
              <a:xfrm>
                <a:off x="10906939" y="5635373"/>
                <a:ext cx="75140" cy="166897"/>
              </a:xfrm>
              <a:custGeom>
                <a:avLst/>
                <a:gdLst>
                  <a:gd name="connsiteX0" fmla="*/ 68928 w 75140"/>
                  <a:gd name="connsiteY0" fmla="*/ 9515 h 166897"/>
                  <a:gd name="connsiteX1" fmla="*/ 59009 w 75140"/>
                  <a:gd name="connsiteY1" fmla="*/ 92 h 166897"/>
                  <a:gd name="connsiteX2" fmla="*/ 45121 w 75140"/>
                  <a:gd name="connsiteY2" fmla="*/ 13731 h 166897"/>
                  <a:gd name="connsiteX3" fmla="*/ 55041 w 75140"/>
                  <a:gd name="connsiteY3" fmla="*/ 23155 h 166897"/>
                  <a:gd name="connsiteX4" fmla="*/ 68928 w 75140"/>
                  <a:gd name="connsiteY4" fmla="*/ 9515 h 166897"/>
                  <a:gd name="connsiteX5" fmla="*/ 18338 w 75140"/>
                  <a:gd name="connsiteY5" fmla="*/ 135494 h 166897"/>
                  <a:gd name="connsiteX6" fmla="*/ 16106 w 75140"/>
                  <a:gd name="connsiteY6" fmla="*/ 145910 h 166897"/>
                  <a:gd name="connsiteX7" fmla="*/ 39665 w 75140"/>
                  <a:gd name="connsiteY7" fmla="*/ 166989 h 166897"/>
                  <a:gd name="connsiteX8" fmla="*/ 75376 w 75140"/>
                  <a:gd name="connsiteY8" fmla="*/ 129046 h 166897"/>
                  <a:gd name="connsiteX9" fmla="*/ 71408 w 75140"/>
                  <a:gd name="connsiteY9" fmla="*/ 125823 h 166897"/>
                  <a:gd name="connsiteX10" fmla="*/ 66696 w 75140"/>
                  <a:gd name="connsiteY10" fmla="*/ 130038 h 166897"/>
                  <a:gd name="connsiteX11" fmla="*/ 40409 w 75140"/>
                  <a:gd name="connsiteY11" fmla="*/ 160045 h 166897"/>
                  <a:gd name="connsiteX12" fmla="*/ 34210 w 75140"/>
                  <a:gd name="connsiteY12" fmla="*/ 151366 h 166897"/>
                  <a:gd name="connsiteX13" fmla="*/ 38177 w 75140"/>
                  <a:gd name="connsiteY13" fmla="*/ 135494 h 166897"/>
                  <a:gd name="connsiteX14" fmla="*/ 46113 w 75140"/>
                  <a:gd name="connsiteY14" fmla="*/ 115655 h 166897"/>
                  <a:gd name="connsiteX15" fmla="*/ 58265 w 75140"/>
                  <a:gd name="connsiteY15" fmla="*/ 84160 h 166897"/>
                  <a:gd name="connsiteX16" fmla="*/ 59753 w 75140"/>
                  <a:gd name="connsiteY16" fmla="*/ 76225 h 166897"/>
                  <a:gd name="connsiteX17" fmla="*/ 36194 w 75140"/>
                  <a:gd name="connsiteY17" fmla="*/ 55145 h 166897"/>
                  <a:gd name="connsiteX18" fmla="*/ 235 w 75140"/>
                  <a:gd name="connsiteY18" fmla="*/ 93088 h 166897"/>
                  <a:gd name="connsiteX19" fmla="*/ 4451 w 75140"/>
                  <a:gd name="connsiteY19" fmla="*/ 96312 h 166897"/>
                  <a:gd name="connsiteX20" fmla="*/ 8915 w 75140"/>
                  <a:gd name="connsiteY20" fmla="*/ 92344 h 166897"/>
                  <a:gd name="connsiteX21" fmla="*/ 35450 w 75140"/>
                  <a:gd name="connsiteY21" fmla="*/ 62089 h 166897"/>
                  <a:gd name="connsiteX22" fmla="*/ 41649 w 75140"/>
                  <a:gd name="connsiteY22" fmla="*/ 70769 h 166897"/>
                  <a:gd name="connsiteX23" fmla="*/ 33962 w 75140"/>
                  <a:gd name="connsiteY23" fmla="*/ 95568 h 166897"/>
                  <a:gd name="connsiteX24" fmla="*/ 18338 w 75140"/>
                  <a:gd name="connsiteY24" fmla="*/ 135494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140" h="166897">
                    <a:moveTo>
                      <a:pt x="68928" y="9515"/>
                    </a:moveTo>
                    <a:cubicBezTo>
                      <a:pt x="68928" y="5547"/>
                      <a:pt x="65952" y="92"/>
                      <a:pt x="59009" y="92"/>
                    </a:cubicBezTo>
                    <a:cubicBezTo>
                      <a:pt x="52313" y="92"/>
                      <a:pt x="45121" y="6539"/>
                      <a:pt x="45121" y="13731"/>
                    </a:cubicBezTo>
                    <a:cubicBezTo>
                      <a:pt x="45121" y="17947"/>
                      <a:pt x="48345" y="23155"/>
                      <a:pt x="55041" y="23155"/>
                    </a:cubicBezTo>
                    <a:cubicBezTo>
                      <a:pt x="62232" y="23155"/>
                      <a:pt x="68928" y="16211"/>
                      <a:pt x="68928" y="9515"/>
                    </a:cubicBezTo>
                    <a:close/>
                    <a:moveTo>
                      <a:pt x="18338" y="135494"/>
                    </a:moveTo>
                    <a:cubicBezTo>
                      <a:pt x="17346" y="138718"/>
                      <a:pt x="16106" y="141694"/>
                      <a:pt x="16106" y="145910"/>
                    </a:cubicBezTo>
                    <a:cubicBezTo>
                      <a:pt x="16106" y="157565"/>
                      <a:pt x="26026" y="166989"/>
                      <a:pt x="39665" y="166989"/>
                    </a:cubicBezTo>
                    <a:cubicBezTo>
                      <a:pt x="64464" y="166989"/>
                      <a:pt x="75376" y="132766"/>
                      <a:pt x="75376" y="129046"/>
                    </a:cubicBezTo>
                    <a:cubicBezTo>
                      <a:pt x="75376" y="125823"/>
                      <a:pt x="72152" y="125823"/>
                      <a:pt x="71408" y="125823"/>
                    </a:cubicBezTo>
                    <a:cubicBezTo>
                      <a:pt x="67936" y="125823"/>
                      <a:pt x="67688" y="127311"/>
                      <a:pt x="66696" y="130038"/>
                    </a:cubicBezTo>
                    <a:cubicBezTo>
                      <a:pt x="60993" y="149878"/>
                      <a:pt x="50081" y="160045"/>
                      <a:pt x="40409" y="160045"/>
                    </a:cubicBezTo>
                    <a:cubicBezTo>
                      <a:pt x="35450" y="160045"/>
                      <a:pt x="34210" y="156821"/>
                      <a:pt x="34210" y="151366"/>
                    </a:cubicBezTo>
                    <a:cubicBezTo>
                      <a:pt x="34210" y="145662"/>
                      <a:pt x="35946" y="140950"/>
                      <a:pt x="38177" y="135494"/>
                    </a:cubicBezTo>
                    <a:cubicBezTo>
                      <a:pt x="40657" y="128799"/>
                      <a:pt x="43385" y="122103"/>
                      <a:pt x="46113" y="115655"/>
                    </a:cubicBezTo>
                    <a:cubicBezTo>
                      <a:pt x="48345" y="109703"/>
                      <a:pt x="57273" y="87136"/>
                      <a:pt x="58265" y="84160"/>
                    </a:cubicBezTo>
                    <a:cubicBezTo>
                      <a:pt x="59009" y="81680"/>
                      <a:pt x="59753" y="78705"/>
                      <a:pt x="59753" y="76225"/>
                    </a:cubicBezTo>
                    <a:cubicBezTo>
                      <a:pt x="59753" y="64569"/>
                      <a:pt x="49833" y="55145"/>
                      <a:pt x="36194" y="55145"/>
                    </a:cubicBezTo>
                    <a:cubicBezTo>
                      <a:pt x="11643" y="55145"/>
                      <a:pt x="235" y="88872"/>
                      <a:pt x="235" y="93088"/>
                    </a:cubicBezTo>
                    <a:cubicBezTo>
                      <a:pt x="235" y="96312"/>
                      <a:pt x="3707" y="96312"/>
                      <a:pt x="4451" y="96312"/>
                    </a:cubicBezTo>
                    <a:cubicBezTo>
                      <a:pt x="7923" y="96312"/>
                      <a:pt x="8171" y="95072"/>
                      <a:pt x="8915" y="92344"/>
                    </a:cubicBezTo>
                    <a:cubicBezTo>
                      <a:pt x="15362" y="71017"/>
                      <a:pt x="26274" y="62089"/>
                      <a:pt x="35450" y="62089"/>
                    </a:cubicBezTo>
                    <a:cubicBezTo>
                      <a:pt x="39417" y="62089"/>
                      <a:pt x="41649" y="64073"/>
                      <a:pt x="41649" y="70769"/>
                    </a:cubicBezTo>
                    <a:cubicBezTo>
                      <a:pt x="41649" y="76473"/>
                      <a:pt x="40161" y="80192"/>
                      <a:pt x="33962" y="95568"/>
                    </a:cubicBezTo>
                    <a:lnTo>
                      <a:pt x="18338" y="135494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42B9EC4-39F1-57AF-3F75-833578192D00}"/>
                  </a:ext>
                </a:extLst>
              </p:cNvPr>
              <p:cNvSpPr/>
              <p:nvPr>
                <p:custDataLst>
                  <p:tags r:id="rId161"/>
                </p:custDataLst>
              </p:nvPr>
            </p:nvSpPr>
            <p:spPr>
              <a:xfrm>
                <a:off x="11121361" y="5650997"/>
                <a:ext cx="216459" cy="14170"/>
              </a:xfrm>
              <a:custGeom>
                <a:avLst/>
                <a:gdLst>
                  <a:gd name="connsiteX0" fmla="*/ 204301 w 216459"/>
                  <a:gd name="connsiteY0" fmla="*/ 14261 h 14170"/>
                  <a:gd name="connsiteX1" fmla="*/ 216700 w 216459"/>
                  <a:gd name="connsiteY1" fmla="*/ 7176 h 14170"/>
                  <a:gd name="connsiteX2" fmla="*/ 204301 w 216459"/>
                  <a:gd name="connsiteY2" fmla="*/ 90 h 14170"/>
                  <a:gd name="connsiteX3" fmla="*/ 12640 w 216459"/>
                  <a:gd name="connsiteY3" fmla="*/ 90 h 14170"/>
                  <a:gd name="connsiteX4" fmla="*/ 240 w 216459"/>
                  <a:gd name="connsiteY4" fmla="*/ 7176 h 14170"/>
                  <a:gd name="connsiteX5" fmla="*/ 12640 w 216459"/>
                  <a:gd name="connsiteY5" fmla="*/ 14261 h 14170"/>
                  <a:gd name="connsiteX6" fmla="*/ 204301 w 216459"/>
                  <a:gd name="connsiteY6" fmla="*/ 14261 h 1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6459" h="14170">
                    <a:moveTo>
                      <a:pt x="204301" y="14261"/>
                    </a:moveTo>
                    <a:cubicBezTo>
                      <a:pt x="210324" y="14261"/>
                      <a:pt x="216700" y="14261"/>
                      <a:pt x="216700" y="7176"/>
                    </a:cubicBezTo>
                    <a:cubicBezTo>
                      <a:pt x="216700" y="90"/>
                      <a:pt x="210324" y="90"/>
                      <a:pt x="204301" y="90"/>
                    </a:cubicBezTo>
                    <a:lnTo>
                      <a:pt x="12640" y="90"/>
                    </a:lnTo>
                    <a:cubicBezTo>
                      <a:pt x="6617" y="90"/>
                      <a:pt x="240" y="90"/>
                      <a:pt x="240" y="7176"/>
                    </a:cubicBezTo>
                    <a:cubicBezTo>
                      <a:pt x="240" y="14261"/>
                      <a:pt x="6617" y="14261"/>
                      <a:pt x="12640" y="14261"/>
                    </a:cubicBezTo>
                    <a:lnTo>
                      <a:pt x="204301" y="1426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EF88BF8-7428-1335-030A-08F87D5A2118}"/>
                  </a:ext>
                </a:extLst>
              </p:cNvPr>
              <p:cNvSpPr/>
              <p:nvPr>
                <p:custDataLst>
                  <p:tags r:id="rId162"/>
                </p:custDataLst>
              </p:nvPr>
            </p:nvSpPr>
            <p:spPr>
              <a:xfrm>
                <a:off x="11481299" y="5480946"/>
                <a:ext cx="82190" cy="354271"/>
              </a:xfrm>
              <a:custGeom>
                <a:avLst/>
                <a:gdLst>
                  <a:gd name="connsiteX0" fmla="*/ 82441 w 82190"/>
                  <a:gd name="connsiteY0" fmla="*/ 350819 h 354271"/>
                  <a:gd name="connsiteX1" fmla="*/ 76419 w 82190"/>
                  <a:gd name="connsiteY1" fmla="*/ 343025 h 354271"/>
                  <a:gd name="connsiteX2" fmla="*/ 20798 w 82190"/>
                  <a:gd name="connsiteY2" fmla="*/ 177226 h 354271"/>
                  <a:gd name="connsiteX3" fmla="*/ 77836 w 82190"/>
                  <a:gd name="connsiteY3" fmla="*/ 9655 h 354271"/>
                  <a:gd name="connsiteX4" fmla="*/ 82441 w 82190"/>
                  <a:gd name="connsiteY4" fmla="*/ 3633 h 354271"/>
                  <a:gd name="connsiteX5" fmla="*/ 78899 w 82190"/>
                  <a:gd name="connsiteY5" fmla="*/ 90 h 354271"/>
                  <a:gd name="connsiteX6" fmla="*/ 22570 w 82190"/>
                  <a:gd name="connsiteY6" fmla="*/ 69173 h 354271"/>
                  <a:gd name="connsiteX7" fmla="*/ 250 w 82190"/>
                  <a:gd name="connsiteY7" fmla="*/ 177226 h 354271"/>
                  <a:gd name="connsiteX8" fmla="*/ 23632 w 82190"/>
                  <a:gd name="connsiteY8" fmla="*/ 287759 h 354271"/>
                  <a:gd name="connsiteX9" fmla="*/ 78899 w 82190"/>
                  <a:gd name="connsiteY9" fmla="*/ 354362 h 354271"/>
                  <a:gd name="connsiteX10" fmla="*/ 82441 w 82190"/>
                  <a:gd name="connsiteY10" fmla="*/ 350819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190" h="354271">
                    <a:moveTo>
                      <a:pt x="82441" y="350819"/>
                    </a:moveTo>
                    <a:cubicBezTo>
                      <a:pt x="82441" y="349756"/>
                      <a:pt x="82441" y="349048"/>
                      <a:pt x="76419" y="343025"/>
                    </a:cubicBezTo>
                    <a:cubicBezTo>
                      <a:pt x="32135" y="298387"/>
                      <a:pt x="20798" y="231429"/>
                      <a:pt x="20798" y="177226"/>
                    </a:cubicBezTo>
                    <a:cubicBezTo>
                      <a:pt x="20798" y="115583"/>
                      <a:pt x="34261" y="53939"/>
                      <a:pt x="77836" y="9655"/>
                    </a:cubicBezTo>
                    <a:cubicBezTo>
                      <a:pt x="82441" y="5404"/>
                      <a:pt x="82441" y="4696"/>
                      <a:pt x="82441" y="3633"/>
                    </a:cubicBezTo>
                    <a:cubicBezTo>
                      <a:pt x="82441" y="1153"/>
                      <a:pt x="81024" y="90"/>
                      <a:pt x="78899" y="90"/>
                    </a:cubicBezTo>
                    <a:cubicBezTo>
                      <a:pt x="75356" y="90"/>
                      <a:pt x="43472" y="24181"/>
                      <a:pt x="22570" y="69173"/>
                    </a:cubicBezTo>
                    <a:cubicBezTo>
                      <a:pt x="4502" y="108143"/>
                      <a:pt x="250" y="147467"/>
                      <a:pt x="250" y="177226"/>
                    </a:cubicBezTo>
                    <a:cubicBezTo>
                      <a:pt x="250" y="204859"/>
                      <a:pt x="4147" y="247726"/>
                      <a:pt x="23632" y="287759"/>
                    </a:cubicBezTo>
                    <a:cubicBezTo>
                      <a:pt x="44889" y="331334"/>
                      <a:pt x="75356" y="354362"/>
                      <a:pt x="78899" y="354362"/>
                    </a:cubicBezTo>
                    <a:cubicBezTo>
                      <a:pt x="81024" y="354362"/>
                      <a:pt x="82441" y="353299"/>
                      <a:pt x="82441" y="3508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C026506-428C-82DC-74F2-AF523FD88B04}"/>
                  </a:ext>
                </a:extLst>
              </p:cNvPr>
              <p:cNvSpPr/>
              <p:nvPr>
                <p:custDataLst>
                  <p:tags r:id="rId163"/>
                </p:custDataLst>
              </p:nvPr>
            </p:nvSpPr>
            <p:spPr>
              <a:xfrm>
                <a:off x="11598170" y="5590062"/>
                <a:ext cx="162256" cy="160484"/>
              </a:xfrm>
              <a:custGeom>
                <a:avLst/>
                <a:gdLst>
                  <a:gd name="connsiteX0" fmla="*/ 118227 w 162256"/>
                  <a:gd name="connsiteY0" fmla="*/ 22764 h 160484"/>
                  <a:gd name="connsiteX1" fmla="*/ 85634 w 162256"/>
                  <a:gd name="connsiteY1" fmla="*/ 90 h 160484"/>
                  <a:gd name="connsiteX2" fmla="*/ 254 w 162256"/>
                  <a:gd name="connsiteY2" fmla="*/ 103892 h 160484"/>
                  <a:gd name="connsiteX3" fmla="*/ 47372 w 162256"/>
                  <a:gd name="connsiteY3" fmla="*/ 160575 h 160484"/>
                  <a:gd name="connsiteX4" fmla="*/ 93428 w 162256"/>
                  <a:gd name="connsiteY4" fmla="*/ 134005 h 160484"/>
                  <a:gd name="connsiteX5" fmla="*/ 125666 w 162256"/>
                  <a:gd name="connsiteY5" fmla="*/ 160575 h 160484"/>
                  <a:gd name="connsiteX6" fmla="*/ 151883 w 162256"/>
                  <a:gd name="connsiteY6" fmla="*/ 141090 h 160484"/>
                  <a:gd name="connsiteX7" fmla="*/ 162511 w 162256"/>
                  <a:gd name="connsiteY7" fmla="*/ 106017 h 160484"/>
                  <a:gd name="connsiteX8" fmla="*/ 158259 w 162256"/>
                  <a:gd name="connsiteY8" fmla="*/ 102475 h 160484"/>
                  <a:gd name="connsiteX9" fmla="*/ 153300 w 162256"/>
                  <a:gd name="connsiteY9" fmla="*/ 108852 h 160484"/>
                  <a:gd name="connsiteX10" fmla="*/ 126375 w 162256"/>
                  <a:gd name="connsiteY10" fmla="*/ 152781 h 160484"/>
                  <a:gd name="connsiteX11" fmla="*/ 115747 w 162256"/>
                  <a:gd name="connsiteY11" fmla="*/ 136485 h 160484"/>
                  <a:gd name="connsiteX12" fmla="*/ 120352 w 162256"/>
                  <a:gd name="connsiteY12" fmla="*/ 110269 h 160484"/>
                  <a:gd name="connsiteX13" fmla="*/ 128146 w 162256"/>
                  <a:gd name="connsiteY13" fmla="*/ 78384 h 160484"/>
                  <a:gd name="connsiteX14" fmla="*/ 140900 w 162256"/>
                  <a:gd name="connsiteY14" fmla="*/ 28786 h 160484"/>
                  <a:gd name="connsiteX15" fmla="*/ 143380 w 162256"/>
                  <a:gd name="connsiteY15" fmla="*/ 16741 h 160484"/>
                  <a:gd name="connsiteX16" fmla="*/ 133106 w 162256"/>
                  <a:gd name="connsiteY16" fmla="*/ 7176 h 160484"/>
                  <a:gd name="connsiteX17" fmla="*/ 118227 w 162256"/>
                  <a:gd name="connsiteY17" fmla="*/ 22764 h 160484"/>
                  <a:gd name="connsiteX18" fmla="*/ 95199 w 162256"/>
                  <a:gd name="connsiteY18" fmla="*/ 114520 h 160484"/>
                  <a:gd name="connsiteX19" fmla="*/ 88114 w 162256"/>
                  <a:gd name="connsiteY19" fmla="*/ 127628 h 160484"/>
                  <a:gd name="connsiteX20" fmla="*/ 48081 w 162256"/>
                  <a:gd name="connsiteY20" fmla="*/ 152781 h 160484"/>
                  <a:gd name="connsiteX21" fmla="*/ 25408 w 162256"/>
                  <a:gd name="connsiteY21" fmla="*/ 119480 h 160484"/>
                  <a:gd name="connsiteX22" fmla="*/ 44893 w 162256"/>
                  <a:gd name="connsiteY22" fmla="*/ 41894 h 160484"/>
                  <a:gd name="connsiteX23" fmla="*/ 85988 w 162256"/>
                  <a:gd name="connsiteY23" fmla="*/ 7884 h 160484"/>
                  <a:gd name="connsiteX24" fmla="*/ 113975 w 162256"/>
                  <a:gd name="connsiteY24" fmla="*/ 39060 h 160484"/>
                  <a:gd name="connsiteX25" fmla="*/ 112913 w 162256"/>
                  <a:gd name="connsiteY25" fmla="*/ 45083 h 160484"/>
                  <a:gd name="connsiteX26" fmla="*/ 95199 w 162256"/>
                  <a:gd name="connsiteY26" fmla="*/ 114520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256" h="160484">
                    <a:moveTo>
                      <a:pt x="118227" y="22764"/>
                    </a:moveTo>
                    <a:cubicBezTo>
                      <a:pt x="111850" y="9655"/>
                      <a:pt x="101576" y="90"/>
                      <a:pt x="85634" y="90"/>
                    </a:cubicBezTo>
                    <a:cubicBezTo>
                      <a:pt x="44184" y="90"/>
                      <a:pt x="254" y="52168"/>
                      <a:pt x="254" y="103892"/>
                    </a:cubicBezTo>
                    <a:cubicBezTo>
                      <a:pt x="254" y="137193"/>
                      <a:pt x="19739" y="160575"/>
                      <a:pt x="47372" y="160575"/>
                    </a:cubicBezTo>
                    <a:cubicBezTo>
                      <a:pt x="54458" y="160575"/>
                      <a:pt x="72171" y="159158"/>
                      <a:pt x="93428" y="134005"/>
                    </a:cubicBezTo>
                    <a:cubicBezTo>
                      <a:pt x="96262" y="148884"/>
                      <a:pt x="108661" y="160575"/>
                      <a:pt x="125666" y="160575"/>
                    </a:cubicBezTo>
                    <a:cubicBezTo>
                      <a:pt x="138066" y="160575"/>
                      <a:pt x="146214" y="152427"/>
                      <a:pt x="151883" y="141090"/>
                    </a:cubicBezTo>
                    <a:cubicBezTo>
                      <a:pt x="157905" y="128336"/>
                      <a:pt x="162511" y="106726"/>
                      <a:pt x="162511" y="106017"/>
                    </a:cubicBezTo>
                    <a:cubicBezTo>
                      <a:pt x="162511" y="102475"/>
                      <a:pt x="159322" y="102475"/>
                      <a:pt x="158259" y="102475"/>
                    </a:cubicBezTo>
                    <a:cubicBezTo>
                      <a:pt x="154717" y="102475"/>
                      <a:pt x="154362" y="103892"/>
                      <a:pt x="153300" y="108852"/>
                    </a:cubicBezTo>
                    <a:cubicBezTo>
                      <a:pt x="147277" y="131879"/>
                      <a:pt x="140900" y="152781"/>
                      <a:pt x="126375" y="152781"/>
                    </a:cubicBezTo>
                    <a:cubicBezTo>
                      <a:pt x="116810" y="152781"/>
                      <a:pt x="115747" y="143570"/>
                      <a:pt x="115747" y="136485"/>
                    </a:cubicBezTo>
                    <a:cubicBezTo>
                      <a:pt x="115747" y="128691"/>
                      <a:pt x="116455" y="125857"/>
                      <a:pt x="120352" y="110269"/>
                    </a:cubicBezTo>
                    <a:cubicBezTo>
                      <a:pt x="124249" y="95389"/>
                      <a:pt x="124958" y="91847"/>
                      <a:pt x="128146" y="78384"/>
                    </a:cubicBezTo>
                    <a:lnTo>
                      <a:pt x="140900" y="28786"/>
                    </a:lnTo>
                    <a:cubicBezTo>
                      <a:pt x="143380" y="18867"/>
                      <a:pt x="143380" y="18158"/>
                      <a:pt x="143380" y="16741"/>
                    </a:cubicBezTo>
                    <a:cubicBezTo>
                      <a:pt x="143380" y="10718"/>
                      <a:pt x="139129" y="7176"/>
                      <a:pt x="133106" y="7176"/>
                    </a:cubicBezTo>
                    <a:cubicBezTo>
                      <a:pt x="124604" y="7176"/>
                      <a:pt x="119290" y="14970"/>
                      <a:pt x="118227" y="22764"/>
                    </a:cubicBezTo>
                    <a:close/>
                    <a:moveTo>
                      <a:pt x="95199" y="114520"/>
                    </a:moveTo>
                    <a:cubicBezTo>
                      <a:pt x="93428" y="120897"/>
                      <a:pt x="93428" y="121605"/>
                      <a:pt x="88114" y="127628"/>
                    </a:cubicBezTo>
                    <a:cubicBezTo>
                      <a:pt x="72526" y="147113"/>
                      <a:pt x="58001" y="152781"/>
                      <a:pt x="48081" y="152781"/>
                    </a:cubicBezTo>
                    <a:cubicBezTo>
                      <a:pt x="30367" y="152781"/>
                      <a:pt x="25408" y="133296"/>
                      <a:pt x="25408" y="119480"/>
                    </a:cubicBezTo>
                    <a:cubicBezTo>
                      <a:pt x="25408" y="101766"/>
                      <a:pt x="36744" y="58191"/>
                      <a:pt x="44893" y="41894"/>
                    </a:cubicBezTo>
                    <a:cubicBezTo>
                      <a:pt x="55875" y="20992"/>
                      <a:pt x="71817" y="7884"/>
                      <a:pt x="85988" y="7884"/>
                    </a:cubicBezTo>
                    <a:cubicBezTo>
                      <a:pt x="109016" y="7884"/>
                      <a:pt x="113975" y="36934"/>
                      <a:pt x="113975" y="39060"/>
                    </a:cubicBezTo>
                    <a:cubicBezTo>
                      <a:pt x="113975" y="41186"/>
                      <a:pt x="113267" y="43311"/>
                      <a:pt x="112913" y="45083"/>
                    </a:cubicBezTo>
                    <a:lnTo>
                      <a:pt x="95199" y="11452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96EA71A-6BD4-46DD-3D6E-6971E4ED1B8C}"/>
                  </a:ext>
                </a:extLst>
              </p:cNvPr>
              <p:cNvSpPr/>
              <p:nvPr>
                <p:custDataLst>
                  <p:tags r:id="rId164"/>
                </p:custDataLst>
              </p:nvPr>
            </p:nvSpPr>
            <p:spPr>
              <a:xfrm>
                <a:off x="11784159" y="5635125"/>
                <a:ext cx="115067" cy="169625"/>
              </a:xfrm>
              <a:custGeom>
                <a:avLst/>
                <a:gdLst>
                  <a:gd name="connsiteX0" fmla="*/ 115327 w 115067"/>
                  <a:gd name="connsiteY0" fmla="*/ 85648 h 169625"/>
                  <a:gd name="connsiteX1" fmla="*/ 100696 w 115067"/>
                  <a:gd name="connsiteY1" fmla="*/ 21419 h 169625"/>
                  <a:gd name="connsiteX2" fmla="*/ 57793 w 115067"/>
                  <a:gd name="connsiteY2" fmla="*/ 92 h 169625"/>
                  <a:gd name="connsiteX3" fmla="*/ 260 w 115067"/>
                  <a:gd name="connsiteY3" fmla="*/ 85648 h 169625"/>
                  <a:gd name="connsiteX4" fmla="*/ 57793 w 115067"/>
                  <a:gd name="connsiteY4" fmla="*/ 169717 h 169625"/>
                  <a:gd name="connsiteX5" fmla="*/ 115327 w 115067"/>
                  <a:gd name="connsiteY5" fmla="*/ 85648 h 169625"/>
                  <a:gd name="connsiteX6" fmla="*/ 57793 w 115067"/>
                  <a:gd name="connsiteY6" fmla="*/ 162773 h 169625"/>
                  <a:gd name="connsiteX7" fmla="*/ 26299 w 115067"/>
                  <a:gd name="connsiteY7" fmla="*/ 135742 h 169625"/>
                  <a:gd name="connsiteX8" fmla="*/ 22827 w 115067"/>
                  <a:gd name="connsiteY8" fmla="*/ 82424 h 169625"/>
                  <a:gd name="connsiteX9" fmla="*/ 26547 w 115067"/>
                  <a:gd name="connsiteY9" fmla="*/ 31834 h 169625"/>
                  <a:gd name="connsiteX10" fmla="*/ 57793 w 115067"/>
                  <a:gd name="connsiteY10" fmla="*/ 7035 h 169625"/>
                  <a:gd name="connsiteX11" fmla="*/ 88544 w 115067"/>
                  <a:gd name="connsiteY11" fmla="*/ 29602 h 169625"/>
                  <a:gd name="connsiteX12" fmla="*/ 92760 w 115067"/>
                  <a:gd name="connsiteY12" fmla="*/ 82424 h 169625"/>
                  <a:gd name="connsiteX13" fmla="*/ 89536 w 115067"/>
                  <a:gd name="connsiteY13" fmla="*/ 134750 h 169625"/>
                  <a:gd name="connsiteX14" fmla="*/ 57793 w 115067"/>
                  <a:gd name="connsiteY14" fmla="*/ 162773 h 16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5067" h="169625">
                    <a:moveTo>
                      <a:pt x="115327" y="85648"/>
                    </a:moveTo>
                    <a:cubicBezTo>
                      <a:pt x="115327" y="58369"/>
                      <a:pt x="112103" y="38778"/>
                      <a:pt x="100696" y="21419"/>
                    </a:cubicBezTo>
                    <a:cubicBezTo>
                      <a:pt x="93008" y="10011"/>
                      <a:pt x="77633" y="92"/>
                      <a:pt x="57793" y="92"/>
                    </a:cubicBezTo>
                    <a:cubicBezTo>
                      <a:pt x="260" y="92"/>
                      <a:pt x="260" y="67793"/>
                      <a:pt x="260" y="85648"/>
                    </a:cubicBezTo>
                    <a:cubicBezTo>
                      <a:pt x="260" y="103503"/>
                      <a:pt x="260" y="169717"/>
                      <a:pt x="57793" y="169717"/>
                    </a:cubicBezTo>
                    <a:cubicBezTo>
                      <a:pt x="115327" y="169717"/>
                      <a:pt x="115327" y="103504"/>
                      <a:pt x="115327" y="85648"/>
                    </a:cubicBezTo>
                    <a:close/>
                    <a:moveTo>
                      <a:pt x="57793" y="162773"/>
                    </a:moveTo>
                    <a:cubicBezTo>
                      <a:pt x="46386" y="162773"/>
                      <a:pt x="31258" y="156077"/>
                      <a:pt x="26299" y="135742"/>
                    </a:cubicBezTo>
                    <a:cubicBezTo>
                      <a:pt x="22827" y="121111"/>
                      <a:pt x="22827" y="100776"/>
                      <a:pt x="22827" y="82424"/>
                    </a:cubicBezTo>
                    <a:cubicBezTo>
                      <a:pt x="22827" y="64321"/>
                      <a:pt x="22827" y="45474"/>
                      <a:pt x="26547" y="31834"/>
                    </a:cubicBezTo>
                    <a:cubicBezTo>
                      <a:pt x="31754" y="12243"/>
                      <a:pt x="47626" y="7035"/>
                      <a:pt x="57793" y="7035"/>
                    </a:cubicBezTo>
                    <a:cubicBezTo>
                      <a:pt x="71185" y="7035"/>
                      <a:pt x="84080" y="15219"/>
                      <a:pt x="88544" y="29602"/>
                    </a:cubicBezTo>
                    <a:cubicBezTo>
                      <a:pt x="92512" y="42994"/>
                      <a:pt x="92760" y="60849"/>
                      <a:pt x="92760" y="82424"/>
                    </a:cubicBezTo>
                    <a:cubicBezTo>
                      <a:pt x="92760" y="100776"/>
                      <a:pt x="92760" y="119127"/>
                      <a:pt x="89536" y="134750"/>
                    </a:cubicBezTo>
                    <a:cubicBezTo>
                      <a:pt x="84576" y="157317"/>
                      <a:pt x="67713" y="162773"/>
                      <a:pt x="57793" y="162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6B28C8C-51F7-BAB5-56D6-4B55EB3EDDC1}"/>
                  </a:ext>
                </a:extLst>
              </p:cNvPr>
              <p:cNvSpPr/>
              <p:nvPr>
                <p:custDataLst>
                  <p:tags r:id="rId165"/>
                </p:custDataLst>
              </p:nvPr>
            </p:nvSpPr>
            <p:spPr>
              <a:xfrm>
                <a:off x="12028759" y="5540110"/>
                <a:ext cx="235590" cy="235944"/>
              </a:xfrm>
              <a:custGeom>
                <a:avLst/>
                <a:gdLst>
                  <a:gd name="connsiteX0" fmla="*/ 125324 w 235590"/>
                  <a:gd name="connsiteY0" fmla="*/ 125148 h 235944"/>
                  <a:gd name="connsiteX1" fmla="*/ 224166 w 235590"/>
                  <a:gd name="connsiteY1" fmla="*/ 125148 h 235944"/>
                  <a:gd name="connsiteX2" fmla="*/ 235857 w 235590"/>
                  <a:gd name="connsiteY2" fmla="*/ 118063 h 235944"/>
                  <a:gd name="connsiteX3" fmla="*/ 224166 w 235590"/>
                  <a:gd name="connsiteY3" fmla="*/ 110977 h 235944"/>
                  <a:gd name="connsiteX4" fmla="*/ 125324 w 235590"/>
                  <a:gd name="connsiteY4" fmla="*/ 110977 h 235944"/>
                  <a:gd name="connsiteX5" fmla="*/ 125324 w 235590"/>
                  <a:gd name="connsiteY5" fmla="*/ 11781 h 235944"/>
                  <a:gd name="connsiteX6" fmla="*/ 118239 w 235590"/>
                  <a:gd name="connsiteY6" fmla="*/ 90 h 235944"/>
                  <a:gd name="connsiteX7" fmla="*/ 111153 w 235590"/>
                  <a:gd name="connsiteY7" fmla="*/ 11781 h 235944"/>
                  <a:gd name="connsiteX8" fmla="*/ 111153 w 235590"/>
                  <a:gd name="connsiteY8" fmla="*/ 110977 h 235944"/>
                  <a:gd name="connsiteX9" fmla="*/ 11957 w 235590"/>
                  <a:gd name="connsiteY9" fmla="*/ 110977 h 235944"/>
                  <a:gd name="connsiteX10" fmla="*/ 266 w 235590"/>
                  <a:gd name="connsiteY10" fmla="*/ 118063 h 235944"/>
                  <a:gd name="connsiteX11" fmla="*/ 11957 w 235590"/>
                  <a:gd name="connsiteY11" fmla="*/ 125148 h 235944"/>
                  <a:gd name="connsiteX12" fmla="*/ 111153 w 235590"/>
                  <a:gd name="connsiteY12" fmla="*/ 125148 h 235944"/>
                  <a:gd name="connsiteX13" fmla="*/ 111153 w 235590"/>
                  <a:gd name="connsiteY13" fmla="*/ 224344 h 235944"/>
                  <a:gd name="connsiteX14" fmla="*/ 118239 w 235590"/>
                  <a:gd name="connsiteY14" fmla="*/ 236035 h 235944"/>
                  <a:gd name="connsiteX15" fmla="*/ 125324 w 235590"/>
                  <a:gd name="connsiteY15" fmla="*/ 224344 h 235944"/>
                  <a:gd name="connsiteX16" fmla="*/ 125324 w 235590"/>
                  <a:gd name="connsiteY16" fmla="*/ 125148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5590" h="235944">
                    <a:moveTo>
                      <a:pt x="125324" y="125148"/>
                    </a:moveTo>
                    <a:lnTo>
                      <a:pt x="224166" y="125148"/>
                    </a:lnTo>
                    <a:cubicBezTo>
                      <a:pt x="229126" y="125148"/>
                      <a:pt x="235857" y="125148"/>
                      <a:pt x="235857" y="118063"/>
                    </a:cubicBezTo>
                    <a:cubicBezTo>
                      <a:pt x="235857" y="110977"/>
                      <a:pt x="229126" y="110977"/>
                      <a:pt x="224166" y="110977"/>
                    </a:cubicBezTo>
                    <a:lnTo>
                      <a:pt x="125324" y="110977"/>
                    </a:lnTo>
                    <a:lnTo>
                      <a:pt x="125324" y="11781"/>
                    </a:lnTo>
                    <a:cubicBezTo>
                      <a:pt x="125324" y="6821"/>
                      <a:pt x="125324" y="90"/>
                      <a:pt x="118239" y="90"/>
                    </a:cubicBezTo>
                    <a:cubicBezTo>
                      <a:pt x="111153" y="90"/>
                      <a:pt x="111153" y="6821"/>
                      <a:pt x="111153" y="11781"/>
                    </a:cubicBezTo>
                    <a:lnTo>
                      <a:pt x="111153" y="110977"/>
                    </a:lnTo>
                    <a:lnTo>
                      <a:pt x="11957" y="110977"/>
                    </a:lnTo>
                    <a:cubicBezTo>
                      <a:pt x="6997" y="110977"/>
                      <a:pt x="266" y="110977"/>
                      <a:pt x="266" y="118063"/>
                    </a:cubicBezTo>
                    <a:cubicBezTo>
                      <a:pt x="266" y="125148"/>
                      <a:pt x="6997" y="125148"/>
                      <a:pt x="11957" y="125148"/>
                    </a:cubicBezTo>
                    <a:lnTo>
                      <a:pt x="111153" y="125148"/>
                    </a:lnTo>
                    <a:lnTo>
                      <a:pt x="111153" y="224344"/>
                    </a:lnTo>
                    <a:cubicBezTo>
                      <a:pt x="111153" y="229304"/>
                      <a:pt x="111153" y="236035"/>
                      <a:pt x="118239" y="236035"/>
                    </a:cubicBezTo>
                    <a:cubicBezTo>
                      <a:pt x="125324" y="236035"/>
                      <a:pt x="125324" y="229304"/>
                      <a:pt x="125324" y="224344"/>
                    </a:cubicBezTo>
                    <a:lnTo>
                      <a:pt x="125324" y="125148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50232AA-48AF-D9AD-8727-072A1C1F491A}"/>
                  </a:ext>
                </a:extLst>
              </p:cNvPr>
              <p:cNvSpPr/>
              <p:nvPr>
                <p:custDataLst>
                  <p:tags r:id="rId166"/>
                </p:custDataLst>
              </p:nvPr>
            </p:nvSpPr>
            <p:spPr>
              <a:xfrm>
                <a:off x="12377361" y="5590062"/>
                <a:ext cx="162256" cy="160484"/>
              </a:xfrm>
              <a:custGeom>
                <a:avLst/>
                <a:gdLst>
                  <a:gd name="connsiteX0" fmla="*/ 118249 w 162256"/>
                  <a:gd name="connsiteY0" fmla="*/ 22764 h 160484"/>
                  <a:gd name="connsiteX1" fmla="*/ 85656 w 162256"/>
                  <a:gd name="connsiteY1" fmla="*/ 90 h 160484"/>
                  <a:gd name="connsiteX2" fmla="*/ 276 w 162256"/>
                  <a:gd name="connsiteY2" fmla="*/ 103892 h 160484"/>
                  <a:gd name="connsiteX3" fmla="*/ 47394 w 162256"/>
                  <a:gd name="connsiteY3" fmla="*/ 160575 h 160484"/>
                  <a:gd name="connsiteX4" fmla="*/ 93450 w 162256"/>
                  <a:gd name="connsiteY4" fmla="*/ 134005 h 160484"/>
                  <a:gd name="connsiteX5" fmla="*/ 125688 w 162256"/>
                  <a:gd name="connsiteY5" fmla="*/ 160575 h 160484"/>
                  <a:gd name="connsiteX6" fmla="*/ 151904 w 162256"/>
                  <a:gd name="connsiteY6" fmla="*/ 141090 h 160484"/>
                  <a:gd name="connsiteX7" fmla="*/ 162533 w 162256"/>
                  <a:gd name="connsiteY7" fmla="*/ 106017 h 160484"/>
                  <a:gd name="connsiteX8" fmla="*/ 158281 w 162256"/>
                  <a:gd name="connsiteY8" fmla="*/ 102475 h 160484"/>
                  <a:gd name="connsiteX9" fmla="*/ 153322 w 162256"/>
                  <a:gd name="connsiteY9" fmla="*/ 108852 h 160484"/>
                  <a:gd name="connsiteX10" fmla="*/ 126397 w 162256"/>
                  <a:gd name="connsiteY10" fmla="*/ 152781 h 160484"/>
                  <a:gd name="connsiteX11" fmla="*/ 115769 w 162256"/>
                  <a:gd name="connsiteY11" fmla="*/ 136485 h 160484"/>
                  <a:gd name="connsiteX12" fmla="*/ 120374 w 162256"/>
                  <a:gd name="connsiteY12" fmla="*/ 110269 h 160484"/>
                  <a:gd name="connsiteX13" fmla="*/ 128168 w 162256"/>
                  <a:gd name="connsiteY13" fmla="*/ 78384 h 160484"/>
                  <a:gd name="connsiteX14" fmla="*/ 140922 w 162256"/>
                  <a:gd name="connsiteY14" fmla="*/ 28786 h 160484"/>
                  <a:gd name="connsiteX15" fmla="*/ 143402 w 162256"/>
                  <a:gd name="connsiteY15" fmla="*/ 16741 h 160484"/>
                  <a:gd name="connsiteX16" fmla="*/ 133128 w 162256"/>
                  <a:gd name="connsiteY16" fmla="*/ 7176 h 160484"/>
                  <a:gd name="connsiteX17" fmla="*/ 118249 w 162256"/>
                  <a:gd name="connsiteY17" fmla="*/ 22764 h 160484"/>
                  <a:gd name="connsiteX18" fmla="*/ 95221 w 162256"/>
                  <a:gd name="connsiteY18" fmla="*/ 114520 h 160484"/>
                  <a:gd name="connsiteX19" fmla="*/ 88136 w 162256"/>
                  <a:gd name="connsiteY19" fmla="*/ 127628 h 160484"/>
                  <a:gd name="connsiteX20" fmla="*/ 48103 w 162256"/>
                  <a:gd name="connsiteY20" fmla="*/ 152781 h 160484"/>
                  <a:gd name="connsiteX21" fmla="*/ 25430 w 162256"/>
                  <a:gd name="connsiteY21" fmla="*/ 119480 h 160484"/>
                  <a:gd name="connsiteX22" fmla="*/ 44914 w 162256"/>
                  <a:gd name="connsiteY22" fmla="*/ 41894 h 160484"/>
                  <a:gd name="connsiteX23" fmla="*/ 86010 w 162256"/>
                  <a:gd name="connsiteY23" fmla="*/ 7884 h 160484"/>
                  <a:gd name="connsiteX24" fmla="*/ 113997 w 162256"/>
                  <a:gd name="connsiteY24" fmla="*/ 39060 h 160484"/>
                  <a:gd name="connsiteX25" fmla="*/ 112935 w 162256"/>
                  <a:gd name="connsiteY25" fmla="*/ 45083 h 160484"/>
                  <a:gd name="connsiteX26" fmla="*/ 95221 w 162256"/>
                  <a:gd name="connsiteY26" fmla="*/ 114520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256" h="160484">
                    <a:moveTo>
                      <a:pt x="118249" y="22764"/>
                    </a:moveTo>
                    <a:cubicBezTo>
                      <a:pt x="111872" y="9655"/>
                      <a:pt x="101598" y="90"/>
                      <a:pt x="85656" y="90"/>
                    </a:cubicBezTo>
                    <a:cubicBezTo>
                      <a:pt x="44206" y="90"/>
                      <a:pt x="276" y="52168"/>
                      <a:pt x="276" y="103892"/>
                    </a:cubicBezTo>
                    <a:cubicBezTo>
                      <a:pt x="276" y="137193"/>
                      <a:pt x="19761" y="160575"/>
                      <a:pt x="47394" y="160575"/>
                    </a:cubicBezTo>
                    <a:cubicBezTo>
                      <a:pt x="54480" y="160575"/>
                      <a:pt x="72193" y="159158"/>
                      <a:pt x="93450" y="134005"/>
                    </a:cubicBezTo>
                    <a:cubicBezTo>
                      <a:pt x="96284" y="148884"/>
                      <a:pt x="108683" y="160575"/>
                      <a:pt x="125688" y="160575"/>
                    </a:cubicBezTo>
                    <a:cubicBezTo>
                      <a:pt x="138088" y="160575"/>
                      <a:pt x="146236" y="152427"/>
                      <a:pt x="151904" y="141090"/>
                    </a:cubicBezTo>
                    <a:cubicBezTo>
                      <a:pt x="157927" y="128336"/>
                      <a:pt x="162533" y="106726"/>
                      <a:pt x="162533" y="106017"/>
                    </a:cubicBezTo>
                    <a:cubicBezTo>
                      <a:pt x="162533" y="102475"/>
                      <a:pt x="159344" y="102475"/>
                      <a:pt x="158281" y="102475"/>
                    </a:cubicBezTo>
                    <a:cubicBezTo>
                      <a:pt x="154739" y="102475"/>
                      <a:pt x="154384" y="103892"/>
                      <a:pt x="153322" y="108852"/>
                    </a:cubicBezTo>
                    <a:cubicBezTo>
                      <a:pt x="147299" y="131879"/>
                      <a:pt x="140922" y="152781"/>
                      <a:pt x="126397" y="152781"/>
                    </a:cubicBezTo>
                    <a:cubicBezTo>
                      <a:pt x="116832" y="152781"/>
                      <a:pt x="115769" y="143570"/>
                      <a:pt x="115769" y="136485"/>
                    </a:cubicBezTo>
                    <a:cubicBezTo>
                      <a:pt x="115769" y="128691"/>
                      <a:pt x="116477" y="125857"/>
                      <a:pt x="120374" y="110269"/>
                    </a:cubicBezTo>
                    <a:cubicBezTo>
                      <a:pt x="124271" y="95389"/>
                      <a:pt x="124980" y="91847"/>
                      <a:pt x="128168" y="78384"/>
                    </a:cubicBezTo>
                    <a:lnTo>
                      <a:pt x="140922" y="28786"/>
                    </a:lnTo>
                    <a:cubicBezTo>
                      <a:pt x="143402" y="18867"/>
                      <a:pt x="143402" y="18158"/>
                      <a:pt x="143402" y="16741"/>
                    </a:cubicBezTo>
                    <a:cubicBezTo>
                      <a:pt x="143402" y="10718"/>
                      <a:pt x="139151" y="7176"/>
                      <a:pt x="133128" y="7176"/>
                    </a:cubicBezTo>
                    <a:cubicBezTo>
                      <a:pt x="124626" y="7176"/>
                      <a:pt x="119311" y="14970"/>
                      <a:pt x="118249" y="22764"/>
                    </a:cubicBezTo>
                    <a:close/>
                    <a:moveTo>
                      <a:pt x="95221" y="114520"/>
                    </a:moveTo>
                    <a:cubicBezTo>
                      <a:pt x="93450" y="120897"/>
                      <a:pt x="93450" y="121605"/>
                      <a:pt x="88136" y="127628"/>
                    </a:cubicBezTo>
                    <a:cubicBezTo>
                      <a:pt x="72548" y="147113"/>
                      <a:pt x="58022" y="152781"/>
                      <a:pt x="48103" y="152781"/>
                    </a:cubicBezTo>
                    <a:cubicBezTo>
                      <a:pt x="30389" y="152781"/>
                      <a:pt x="25430" y="133296"/>
                      <a:pt x="25430" y="119480"/>
                    </a:cubicBezTo>
                    <a:cubicBezTo>
                      <a:pt x="25430" y="101766"/>
                      <a:pt x="36766" y="58191"/>
                      <a:pt x="44914" y="41894"/>
                    </a:cubicBezTo>
                    <a:cubicBezTo>
                      <a:pt x="55897" y="20992"/>
                      <a:pt x="71839" y="7884"/>
                      <a:pt x="86010" y="7884"/>
                    </a:cubicBezTo>
                    <a:cubicBezTo>
                      <a:pt x="109038" y="7884"/>
                      <a:pt x="113997" y="36934"/>
                      <a:pt x="113997" y="39060"/>
                    </a:cubicBezTo>
                    <a:cubicBezTo>
                      <a:pt x="113997" y="41186"/>
                      <a:pt x="113289" y="43311"/>
                      <a:pt x="112935" y="45083"/>
                    </a:cubicBezTo>
                    <a:lnTo>
                      <a:pt x="95221" y="11452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71E39A2-851B-0EA5-E769-537DB3BF4870}"/>
                  </a:ext>
                </a:extLst>
              </p:cNvPr>
              <p:cNvSpPr/>
              <p:nvPr>
                <p:custDataLst>
                  <p:tags r:id="rId167"/>
                </p:custDataLst>
              </p:nvPr>
            </p:nvSpPr>
            <p:spPr>
              <a:xfrm>
                <a:off x="12577486" y="5635125"/>
                <a:ext cx="90268" cy="164665"/>
              </a:xfrm>
              <a:custGeom>
                <a:avLst/>
                <a:gdLst>
                  <a:gd name="connsiteX0" fmla="*/ 56327 w 90268"/>
                  <a:gd name="connsiteY0" fmla="*/ 7035 h 164665"/>
                  <a:gd name="connsiteX1" fmla="*/ 48888 w 90268"/>
                  <a:gd name="connsiteY1" fmla="*/ 92 h 164665"/>
                  <a:gd name="connsiteX2" fmla="*/ 282 w 90268"/>
                  <a:gd name="connsiteY2" fmla="*/ 15963 h 164665"/>
                  <a:gd name="connsiteX3" fmla="*/ 282 w 90268"/>
                  <a:gd name="connsiteY3" fmla="*/ 24891 h 164665"/>
                  <a:gd name="connsiteX4" fmla="*/ 36240 w 90268"/>
                  <a:gd name="connsiteY4" fmla="*/ 17947 h 164665"/>
                  <a:gd name="connsiteX5" fmla="*/ 36240 w 90268"/>
                  <a:gd name="connsiteY5" fmla="*/ 144422 h 164665"/>
                  <a:gd name="connsiteX6" fmla="*/ 11441 w 90268"/>
                  <a:gd name="connsiteY6" fmla="*/ 155829 h 164665"/>
                  <a:gd name="connsiteX7" fmla="*/ 2017 w 90268"/>
                  <a:gd name="connsiteY7" fmla="*/ 155829 h 164665"/>
                  <a:gd name="connsiteX8" fmla="*/ 2017 w 90268"/>
                  <a:gd name="connsiteY8" fmla="*/ 164757 h 164665"/>
                  <a:gd name="connsiteX9" fmla="*/ 46160 w 90268"/>
                  <a:gd name="connsiteY9" fmla="*/ 163765 h 164665"/>
                  <a:gd name="connsiteX10" fmla="*/ 90550 w 90268"/>
                  <a:gd name="connsiteY10" fmla="*/ 164757 h 164665"/>
                  <a:gd name="connsiteX11" fmla="*/ 90550 w 90268"/>
                  <a:gd name="connsiteY11" fmla="*/ 155829 h 164665"/>
                  <a:gd name="connsiteX12" fmla="*/ 81126 w 90268"/>
                  <a:gd name="connsiteY12" fmla="*/ 155829 h 164665"/>
                  <a:gd name="connsiteX13" fmla="*/ 56327 w 90268"/>
                  <a:gd name="connsiteY13" fmla="*/ 144422 h 164665"/>
                  <a:gd name="connsiteX14" fmla="*/ 56327 w 90268"/>
                  <a:gd name="connsiteY14" fmla="*/ 7035 h 16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268" h="164665">
                    <a:moveTo>
                      <a:pt x="56327" y="7035"/>
                    </a:moveTo>
                    <a:cubicBezTo>
                      <a:pt x="56327" y="340"/>
                      <a:pt x="55831" y="92"/>
                      <a:pt x="48888" y="92"/>
                    </a:cubicBezTo>
                    <a:cubicBezTo>
                      <a:pt x="33016" y="15715"/>
                      <a:pt x="10449" y="15963"/>
                      <a:pt x="282" y="15963"/>
                    </a:cubicBezTo>
                    <a:lnTo>
                      <a:pt x="282" y="24891"/>
                    </a:lnTo>
                    <a:cubicBezTo>
                      <a:pt x="6233" y="24891"/>
                      <a:pt x="22601" y="24891"/>
                      <a:pt x="36240" y="17947"/>
                    </a:cubicBezTo>
                    <a:lnTo>
                      <a:pt x="36240" y="144422"/>
                    </a:lnTo>
                    <a:cubicBezTo>
                      <a:pt x="36240" y="152606"/>
                      <a:pt x="36240" y="155829"/>
                      <a:pt x="11441" y="155829"/>
                    </a:cubicBezTo>
                    <a:lnTo>
                      <a:pt x="2017" y="155829"/>
                    </a:lnTo>
                    <a:lnTo>
                      <a:pt x="2017" y="164757"/>
                    </a:lnTo>
                    <a:cubicBezTo>
                      <a:pt x="6481" y="164509"/>
                      <a:pt x="36984" y="163765"/>
                      <a:pt x="46160" y="163765"/>
                    </a:cubicBezTo>
                    <a:cubicBezTo>
                      <a:pt x="53847" y="163765"/>
                      <a:pt x="85094" y="164509"/>
                      <a:pt x="90550" y="164757"/>
                    </a:cubicBezTo>
                    <a:lnTo>
                      <a:pt x="90550" y="155829"/>
                    </a:lnTo>
                    <a:lnTo>
                      <a:pt x="81126" y="155829"/>
                    </a:lnTo>
                    <a:cubicBezTo>
                      <a:pt x="56327" y="155829"/>
                      <a:pt x="56327" y="152606"/>
                      <a:pt x="56327" y="144422"/>
                    </a:cubicBezTo>
                    <a:lnTo>
                      <a:pt x="56327" y="7035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CBD1904-280E-59AB-816C-0617A2D69BD2}"/>
                  </a:ext>
                </a:extLst>
              </p:cNvPr>
              <p:cNvSpPr/>
              <p:nvPr>
                <p:custDataLst>
                  <p:tags r:id="rId168"/>
                </p:custDataLst>
              </p:nvPr>
            </p:nvSpPr>
            <p:spPr>
              <a:xfrm>
                <a:off x="12719659" y="5590062"/>
                <a:ext cx="176427" cy="160484"/>
              </a:xfrm>
              <a:custGeom>
                <a:avLst/>
                <a:gdLst>
                  <a:gd name="connsiteX0" fmla="*/ 108339 w 176427"/>
                  <a:gd name="connsiteY0" fmla="*/ 49688 h 160484"/>
                  <a:gd name="connsiteX1" fmla="*/ 143412 w 176427"/>
                  <a:gd name="connsiteY1" fmla="*/ 7884 h 160484"/>
                  <a:gd name="connsiteX2" fmla="*/ 161125 w 176427"/>
                  <a:gd name="connsiteY2" fmla="*/ 12490 h 160484"/>
                  <a:gd name="connsiteX3" fmla="*/ 144120 w 176427"/>
                  <a:gd name="connsiteY3" fmla="*/ 31620 h 160484"/>
                  <a:gd name="connsiteX4" fmla="*/ 157583 w 176427"/>
                  <a:gd name="connsiteY4" fmla="*/ 44020 h 160484"/>
                  <a:gd name="connsiteX5" fmla="*/ 176713 w 176427"/>
                  <a:gd name="connsiteY5" fmla="*/ 23472 h 160484"/>
                  <a:gd name="connsiteX6" fmla="*/ 143766 w 176427"/>
                  <a:gd name="connsiteY6" fmla="*/ 90 h 160484"/>
                  <a:gd name="connsiteX7" fmla="*/ 106567 w 176427"/>
                  <a:gd name="connsiteY7" fmla="*/ 27015 h 160484"/>
                  <a:gd name="connsiteX8" fmla="*/ 68306 w 176427"/>
                  <a:gd name="connsiteY8" fmla="*/ 90 h 160484"/>
                  <a:gd name="connsiteX9" fmla="*/ 11268 w 176427"/>
                  <a:gd name="connsiteY9" fmla="*/ 54648 h 160484"/>
                  <a:gd name="connsiteX10" fmla="*/ 15520 w 176427"/>
                  <a:gd name="connsiteY10" fmla="*/ 58191 h 160484"/>
                  <a:gd name="connsiteX11" fmla="*/ 20125 w 176427"/>
                  <a:gd name="connsiteY11" fmla="*/ 54294 h 160484"/>
                  <a:gd name="connsiteX12" fmla="*/ 67598 w 176427"/>
                  <a:gd name="connsiteY12" fmla="*/ 7884 h 160484"/>
                  <a:gd name="connsiteX13" fmla="*/ 86728 w 176427"/>
                  <a:gd name="connsiteY13" fmla="*/ 31620 h 160484"/>
                  <a:gd name="connsiteX14" fmla="*/ 67598 w 176427"/>
                  <a:gd name="connsiteY14" fmla="*/ 115937 h 160484"/>
                  <a:gd name="connsiteX15" fmla="*/ 33942 w 176427"/>
                  <a:gd name="connsiteY15" fmla="*/ 152781 h 160484"/>
                  <a:gd name="connsiteX16" fmla="*/ 16228 w 176427"/>
                  <a:gd name="connsiteY16" fmla="*/ 148176 h 160484"/>
                  <a:gd name="connsiteX17" fmla="*/ 32879 w 176427"/>
                  <a:gd name="connsiteY17" fmla="*/ 129045 h 160484"/>
                  <a:gd name="connsiteX18" fmla="*/ 19771 w 176427"/>
                  <a:gd name="connsiteY18" fmla="*/ 116646 h 160484"/>
                  <a:gd name="connsiteX19" fmla="*/ 286 w 176427"/>
                  <a:gd name="connsiteY19" fmla="*/ 137193 h 160484"/>
                  <a:gd name="connsiteX20" fmla="*/ 33587 w 176427"/>
                  <a:gd name="connsiteY20" fmla="*/ 160575 h 160484"/>
                  <a:gd name="connsiteX21" fmla="*/ 70786 w 176427"/>
                  <a:gd name="connsiteY21" fmla="*/ 133651 h 160484"/>
                  <a:gd name="connsiteX22" fmla="*/ 109047 w 176427"/>
                  <a:gd name="connsiteY22" fmla="*/ 160575 h 160484"/>
                  <a:gd name="connsiteX23" fmla="*/ 165731 w 176427"/>
                  <a:gd name="connsiteY23" fmla="*/ 106017 h 160484"/>
                  <a:gd name="connsiteX24" fmla="*/ 161480 w 176427"/>
                  <a:gd name="connsiteY24" fmla="*/ 102475 h 160484"/>
                  <a:gd name="connsiteX25" fmla="*/ 156874 w 176427"/>
                  <a:gd name="connsiteY25" fmla="*/ 106372 h 160484"/>
                  <a:gd name="connsiteX26" fmla="*/ 109756 w 176427"/>
                  <a:gd name="connsiteY26" fmla="*/ 152781 h 160484"/>
                  <a:gd name="connsiteX27" fmla="*/ 90271 w 176427"/>
                  <a:gd name="connsiteY27" fmla="*/ 129399 h 160484"/>
                  <a:gd name="connsiteX28" fmla="*/ 96294 w 176427"/>
                  <a:gd name="connsiteY28" fmla="*/ 98223 h 160484"/>
                  <a:gd name="connsiteX29" fmla="*/ 108339 w 176427"/>
                  <a:gd name="connsiteY29" fmla="*/ 49688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427" h="160484">
                    <a:moveTo>
                      <a:pt x="108339" y="49688"/>
                    </a:moveTo>
                    <a:cubicBezTo>
                      <a:pt x="110464" y="40477"/>
                      <a:pt x="118613" y="7884"/>
                      <a:pt x="143412" y="7884"/>
                    </a:cubicBezTo>
                    <a:cubicBezTo>
                      <a:pt x="145183" y="7884"/>
                      <a:pt x="153686" y="7884"/>
                      <a:pt x="161125" y="12490"/>
                    </a:cubicBezTo>
                    <a:cubicBezTo>
                      <a:pt x="151206" y="14261"/>
                      <a:pt x="144120" y="23118"/>
                      <a:pt x="144120" y="31620"/>
                    </a:cubicBezTo>
                    <a:cubicBezTo>
                      <a:pt x="144120" y="37289"/>
                      <a:pt x="148017" y="44020"/>
                      <a:pt x="157583" y="44020"/>
                    </a:cubicBezTo>
                    <a:cubicBezTo>
                      <a:pt x="165376" y="44020"/>
                      <a:pt x="176713" y="37643"/>
                      <a:pt x="176713" y="23472"/>
                    </a:cubicBezTo>
                    <a:cubicBezTo>
                      <a:pt x="176713" y="5050"/>
                      <a:pt x="155811" y="90"/>
                      <a:pt x="143766" y="90"/>
                    </a:cubicBezTo>
                    <a:cubicBezTo>
                      <a:pt x="123218" y="90"/>
                      <a:pt x="110819" y="18867"/>
                      <a:pt x="106567" y="27015"/>
                    </a:cubicBezTo>
                    <a:cubicBezTo>
                      <a:pt x="97711" y="3633"/>
                      <a:pt x="78580" y="90"/>
                      <a:pt x="68306" y="90"/>
                    </a:cubicBezTo>
                    <a:cubicBezTo>
                      <a:pt x="31462" y="90"/>
                      <a:pt x="11268" y="45791"/>
                      <a:pt x="11268" y="54648"/>
                    </a:cubicBezTo>
                    <a:cubicBezTo>
                      <a:pt x="11268" y="58191"/>
                      <a:pt x="14811" y="58191"/>
                      <a:pt x="15520" y="58191"/>
                    </a:cubicBezTo>
                    <a:cubicBezTo>
                      <a:pt x="18354" y="58191"/>
                      <a:pt x="19417" y="57482"/>
                      <a:pt x="20125" y="54294"/>
                    </a:cubicBezTo>
                    <a:cubicBezTo>
                      <a:pt x="32170" y="16741"/>
                      <a:pt x="55552" y="7884"/>
                      <a:pt x="67598" y="7884"/>
                    </a:cubicBezTo>
                    <a:cubicBezTo>
                      <a:pt x="74329" y="7884"/>
                      <a:pt x="86728" y="11073"/>
                      <a:pt x="86728" y="31620"/>
                    </a:cubicBezTo>
                    <a:cubicBezTo>
                      <a:pt x="86728" y="42603"/>
                      <a:pt x="80706" y="66339"/>
                      <a:pt x="67598" y="115937"/>
                    </a:cubicBezTo>
                    <a:cubicBezTo>
                      <a:pt x="61929" y="137902"/>
                      <a:pt x="49530" y="152781"/>
                      <a:pt x="33942" y="152781"/>
                    </a:cubicBezTo>
                    <a:cubicBezTo>
                      <a:pt x="31816" y="152781"/>
                      <a:pt x="23668" y="152781"/>
                      <a:pt x="16228" y="148176"/>
                    </a:cubicBezTo>
                    <a:cubicBezTo>
                      <a:pt x="25085" y="146404"/>
                      <a:pt x="32879" y="138965"/>
                      <a:pt x="32879" y="129045"/>
                    </a:cubicBezTo>
                    <a:cubicBezTo>
                      <a:pt x="32879" y="119480"/>
                      <a:pt x="25085" y="116646"/>
                      <a:pt x="19771" y="116646"/>
                    </a:cubicBezTo>
                    <a:cubicBezTo>
                      <a:pt x="9143" y="116646"/>
                      <a:pt x="286" y="125857"/>
                      <a:pt x="286" y="137193"/>
                    </a:cubicBezTo>
                    <a:cubicBezTo>
                      <a:pt x="286" y="153490"/>
                      <a:pt x="18000" y="160575"/>
                      <a:pt x="33587" y="160575"/>
                    </a:cubicBezTo>
                    <a:cubicBezTo>
                      <a:pt x="56969" y="160575"/>
                      <a:pt x="69723" y="135776"/>
                      <a:pt x="70786" y="133651"/>
                    </a:cubicBezTo>
                    <a:cubicBezTo>
                      <a:pt x="75037" y="146759"/>
                      <a:pt x="87791" y="160575"/>
                      <a:pt x="109047" y="160575"/>
                    </a:cubicBezTo>
                    <a:cubicBezTo>
                      <a:pt x="145537" y="160575"/>
                      <a:pt x="165731" y="114874"/>
                      <a:pt x="165731" y="106017"/>
                    </a:cubicBezTo>
                    <a:cubicBezTo>
                      <a:pt x="165731" y="102475"/>
                      <a:pt x="162542" y="102475"/>
                      <a:pt x="161480" y="102475"/>
                    </a:cubicBezTo>
                    <a:cubicBezTo>
                      <a:pt x="158291" y="102475"/>
                      <a:pt x="157583" y="103892"/>
                      <a:pt x="156874" y="106372"/>
                    </a:cubicBezTo>
                    <a:cubicBezTo>
                      <a:pt x="145183" y="144279"/>
                      <a:pt x="121093" y="152781"/>
                      <a:pt x="109756" y="152781"/>
                    </a:cubicBezTo>
                    <a:cubicBezTo>
                      <a:pt x="95939" y="152781"/>
                      <a:pt x="90271" y="141444"/>
                      <a:pt x="90271" y="129399"/>
                    </a:cubicBezTo>
                    <a:cubicBezTo>
                      <a:pt x="90271" y="121605"/>
                      <a:pt x="92397" y="113811"/>
                      <a:pt x="96294" y="98223"/>
                    </a:cubicBezTo>
                    <a:lnTo>
                      <a:pt x="108339" y="49688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00AA814-4CB5-BA10-A11A-E86445E113BC}"/>
                  </a:ext>
                </a:extLst>
              </p:cNvPr>
              <p:cNvSpPr/>
              <p:nvPr>
                <p:custDataLst>
                  <p:tags r:id="rId169"/>
                </p:custDataLst>
              </p:nvPr>
            </p:nvSpPr>
            <p:spPr>
              <a:xfrm>
                <a:off x="12923517" y="5635373"/>
                <a:ext cx="75140" cy="166897"/>
              </a:xfrm>
              <a:custGeom>
                <a:avLst/>
                <a:gdLst>
                  <a:gd name="connsiteX0" fmla="*/ 68985 w 75140"/>
                  <a:gd name="connsiteY0" fmla="*/ 9515 h 166897"/>
                  <a:gd name="connsiteX1" fmla="*/ 59065 w 75140"/>
                  <a:gd name="connsiteY1" fmla="*/ 92 h 166897"/>
                  <a:gd name="connsiteX2" fmla="*/ 45178 w 75140"/>
                  <a:gd name="connsiteY2" fmla="*/ 13731 h 166897"/>
                  <a:gd name="connsiteX3" fmla="*/ 55097 w 75140"/>
                  <a:gd name="connsiteY3" fmla="*/ 23155 h 166897"/>
                  <a:gd name="connsiteX4" fmla="*/ 68985 w 75140"/>
                  <a:gd name="connsiteY4" fmla="*/ 9515 h 166897"/>
                  <a:gd name="connsiteX5" fmla="*/ 18395 w 75140"/>
                  <a:gd name="connsiteY5" fmla="*/ 135494 h 166897"/>
                  <a:gd name="connsiteX6" fmla="*/ 16163 w 75140"/>
                  <a:gd name="connsiteY6" fmla="*/ 145910 h 166897"/>
                  <a:gd name="connsiteX7" fmla="*/ 39722 w 75140"/>
                  <a:gd name="connsiteY7" fmla="*/ 166989 h 166897"/>
                  <a:gd name="connsiteX8" fmla="*/ 75433 w 75140"/>
                  <a:gd name="connsiteY8" fmla="*/ 129046 h 166897"/>
                  <a:gd name="connsiteX9" fmla="*/ 71465 w 75140"/>
                  <a:gd name="connsiteY9" fmla="*/ 125823 h 166897"/>
                  <a:gd name="connsiteX10" fmla="*/ 66753 w 75140"/>
                  <a:gd name="connsiteY10" fmla="*/ 130038 h 166897"/>
                  <a:gd name="connsiteX11" fmla="*/ 40466 w 75140"/>
                  <a:gd name="connsiteY11" fmla="*/ 160045 h 166897"/>
                  <a:gd name="connsiteX12" fmla="*/ 34266 w 75140"/>
                  <a:gd name="connsiteY12" fmla="*/ 151366 h 166897"/>
                  <a:gd name="connsiteX13" fmla="*/ 38234 w 75140"/>
                  <a:gd name="connsiteY13" fmla="*/ 135494 h 166897"/>
                  <a:gd name="connsiteX14" fmla="*/ 46170 w 75140"/>
                  <a:gd name="connsiteY14" fmla="*/ 115655 h 166897"/>
                  <a:gd name="connsiteX15" fmla="*/ 58321 w 75140"/>
                  <a:gd name="connsiteY15" fmla="*/ 84160 h 166897"/>
                  <a:gd name="connsiteX16" fmla="*/ 59809 w 75140"/>
                  <a:gd name="connsiteY16" fmla="*/ 76225 h 166897"/>
                  <a:gd name="connsiteX17" fmla="*/ 36250 w 75140"/>
                  <a:gd name="connsiteY17" fmla="*/ 55145 h 166897"/>
                  <a:gd name="connsiteX18" fmla="*/ 292 w 75140"/>
                  <a:gd name="connsiteY18" fmla="*/ 93088 h 166897"/>
                  <a:gd name="connsiteX19" fmla="*/ 4507 w 75140"/>
                  <a:gd name="connsiteY19" fmla="*/ 96312 h 166897"/>
                  <a:gd name="connsiteX20" fmla="*/ 8971 w 75140"/>
                  <a:gd name="connsiteY20" fmla="*/ 92344 h 166897"/>
                  <a:gd name="connsiteX21" fmla="*/ 35506 w 75140"/>
                  <a:gd name="connsiteY21" fmla="*/ 62089 h 166897"/>
                  <a:gd name="connsiteX22" fmla="*/ 41706 w 75140"/>
                  <a:gd name="connsiteY22" fmla="*/ 70769 h 166897"/>
                  <a:gd name="connsiteX23" fmla="*/ 34018 w 75140"/>
                  <a:gd name="connsiteY23" fmla="*/ 95568 h 166897"/>
                  <a:gd name="connsiteX24" fmla="*/ 18395 w 75140"/>
                  <a:gd name="connsiteY24" fmla="*/ 135494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140" h="166897">
                    <a:moveTo>
                      <a:pt x="68985" y="9515"/>
                    </a:moveTo>
                    <a:cubicBezTo>
                      <a:pt x="68985" y="5547"/>
                      <a:pt x="66009" y="92"/>
                      <a:pt x="59065" y="92"/>
                    </a:cubicBezTo>
                    <a:cubicBezTo>
                      <a:pt x="52370" y="92"/>
                      <a:pt x="45178" y="6539"/>
                      <a:pt x="45178" y="13731"/>
                    </a:cubicBezTo>
                    <a:cubicBezTo>
                      <a:pt x="45178" y="17947"/>
                      <a:pt x="48402" y="23155"/>
                      <a:pt x="55097" y="23155"/>
                    </a:cubicBezTo>
                    <a:cubicBezTo>
                      <a:pt x="62289" y="23155"/>
                      <a:pt x="68985" y="16211"/>
                      <a:pt x="68985" y="9515"/>
                    </a:cubicBezTo>
                    <a:close/>
                    <a:moveTo>
                      <a:pt x="18395" y="135494"/>
                    </a:moveTo>
                    <a:cubicBezTo>
                      <a:pt x="17403" y="138718"/>
                      <a:pt x="16163" y="141694"/>
                      <a:pt x="16163" y="145910"/>
                    </a:cubicBezTo>
                    <a:cubicBezTo>
                      <a:pt x="16163" y="157565"/>
                      <a:pt x="26083" y="166989"/>
                      <a:pt x="39722" y="166989"/>
                    </a:cubicBezTo>
                    <a:cubicBezTo>
                      <a:pt x="64521" y="166989"/>
                      <a:pt x="75433" y="132766"/>
                      <a:pt x="75433" y="129046"/>
                    </a:cubicBezTo>
                    <a:cubicBezTo>
                      <a:pt x="75433" y="125823"/>
                      <a:pt x="72209" y="125823"/>
                      <a:pt x="71465" y="125823"/>
                    </a:cubicBezTo>
                    <a:cubicBezTo>
                      <a:pt x="67993" y="125823"/>
                      <a:pt x="67745" y="127311"/>
                      <a:pt x="66753" y="130038"/>
                    </a:cubicBezTo>
                    <a:cubicBezTo>
                      <a:pt x="61049" y="149878"/>
                      <a:pt x="50138" y="160045"/>
                      <a:pt x="40466" y="160045"/>
                    </a:cubicBezTo>
                    <a:cubicBezTo>
                      <a:pt x="35506" y="160045"/>
                      <a:pt x="34266" y="156821"/>
                      <a:pt x="34266" y="151366"/>
                    </a:cubicBezTo>
                    <a:cubicBezTo>
                      <a:pt x="34266" y="145662"/>
                      <a:pt x="36002" y="140950"/>
                      <a:pt x="38234" y="135494"/>
                    </a:cubicBezTo>
                    <a:cubicBezTo>
                      <a:pt x="40714" y="128799"/>
                      <a:pt x="43442" y="122103"/>
                      <a:pt x="46170" y="115655"/>
                    </a:cubicBezTo>
                    <a:cubicBezTo>
                      <a:pt x="48402" y="109703"/>
                      <a:pt x="57329" y="87136"/>
                      <a:pt x="58321" y="84160"/>
                    </a:cubicBezTo>
                    <a:cubicBezTo>
                      <a:pt x="59065" y="81680"/>
                      <a:pt x="59809" y="78705"/>
                      <a:pt x="59809" y="76225"/>
                    </a:cubicBezTo>
                    <a:cubicBezTo>
                      <a:pt x="59809" y="64569"/>
                      <a:pt x="49890" y="55145"/>
                      <a:pt x="36250" y="55145"/>
                    </a:cubicBezTo>
                    <a:cubicBezTo>
                      <a:pt x="11699" y="55145"/>
                      <a:pt x="292" y="88872"/>
                      <a:pt x="292" y="93088"/>
                    </a:cubicBezTo>
                    <a:cubicBezTo>
                      <a:pt x="292" y="96312"/>
                      <a:pt x="3764" y="96312"/>
                      <a:pt x="4507" y="96312"/>
                    </a:cubicBezTo>
                    <a:cubicBezTo>
                      <a:pt x="7979" y="96312"/>
                      <a:pt x="8227" y="95072"/>
                      <a:pt x="8971" y="92344"/>
                    </a:cubicBezTo>
                    <a:cubicBezTo>
                      <a:pt x="15419" y="71017"/>
                      <a:pt x="26331" y="62089"/>
                      <a:pt x="35506" y="62089"/>
                    </a:cubicBezTo>
                    <a:cubicBezTo>
                      <a:pt x="39474" y="62089"/>
                      <a:pt x="41706" y="64073"/>
                      <a:pt x="41706" y="70769"/>
                    </a:cubicBezTo>
                    <a:cubicBezTo>
                      <a:pt x="41706" y="76473"/>
                      <a:pt x="40218" y="80192"/>
                      <a:pt x="34018" y="95568"/>
                    </a:cubicBezTo>
                    <a:lnTo>
                      <a:pt x="18395" y="135494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144D04F-724E-4F99-861F-F4687CFBAA28}"/>
                  </a:ext>
                </a:extLst>
              </p:cNvPr>
              <p:cNvSpPr/>
              <p:nvPr>
                <p:custDataLst>
                  <p:tags r:id="rId170"/>
                </p:custDataLst>
              </p:nvPr>
            </p:nvSpPr>
            <p:spPr>
              <a:xfrm>
                <a:off x="13050002" y="5480946"/>
                <a:ext cx="82191" cy="354271"/>
              </a:xfrm>
              <a:custGeom>
                <a:avLst/>
                <a:gdLst>
                  <a:gd name="connsiteX0" fmla="*/ 82486 w 82191"/>
                  <a:gd name="connsiteY0" fmla="*/ 177226 h 354271"/>
                  <a:gd name="connsiteX1" fmla="*/ 59104 w 82191"/>
                  <a:gd name="connsiteY1" fmla="*/ 66693 h 354271"/>
                  <a:gd name="connsiteX2" fmla="*/ 3838 w 82191"/>
                  <a:gd name="connsiteY2" fmla="*/ 90 h 354271"/>
                  <a:gd name="connsiteX3" fmla="*/ 295 w 82191"/>
                  <a:gd name="connsiteY3" fmla="*/ 3633 h 354271"/>
                  <a:gd name="connsiteX4" fmla="*/ 7026 w 82191"/>
                  <a:gd name="connsiteY4" fmla="*/ 11781 h 354271"/>
                  <a:gd name="connsiteX5" fmla="*/ 61938 w 82191"/>
                  <a:gd name="connsiteY5" fmla="*/ 177226 h 354271"/>
                  <a:gd name="connsiteX6" fmla="*/ 4901 w 82191"/>
                  <a:gd name="connsiteY6" fmla="*/ 344796 h 354271"/>
                  <a:gd name="connsiteX7" fmla="*/ 295 w 82191"/>
                  <a:gd name="connsiteY7" fmla="*/ 350819 h 354271"/>
                  <a:gd name="connsiteX8" fmla="*/ 3838 w 82191"/>
                  <a:gd name="connsiteY8" fmla="*/ 354362 h 354271"/>
                  <a:gd name="connsiteX9" fmla="*/ 60167 w 82191"/>
                  <a:gd name="connsiteY9" fmla="*/ 285279 h 354271"/>
                  <a:gd name="connsiteX10" fmla="*/ 82486 w 82191"/>
                  <a:gd name="connsiteY10" fmla="*/ 177226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191" h="354271">
                    <a:moveTo>
                      <a:pt x="82486" y="177226"/>
                    </a:moveTo>
                    <a:cubicBezTo>
                      <a:pt x="82486" y="149593"/>
                      <a:pt x="78589" y="106726"/>
                      <a:pt x="59104" y="66693"/>
                    </a:cubicBezTo>
                    <a:cubicBezTo>
                      <a:pt x="37848" y="23118"/>
                      <a:pt x="7380" y="90"/>
                      <a:pt x="3838" y="90"/>
                    </a:cubicBezTo>
                    <a:cubicBezTo>
                      <a:pt x="1712" y="90"/>
                      <a:pt x="295" y="1507"/>
                      <a:pt x="295" y="3633"/>
                    </a:cubicBezTo>
                    <a:cubicBezTo>
                      <a:pt x="295" y="4696"/>
                      <a:pt x="295" y="5404"/>
                      <a:pt x="7026" y="11781"/>
                    </a:cubicBezTo>
                    <a:cubicBezTo>
                      <a:pt x="41745" y="46854"/>
                      <a:pt x="61938" y="103183"/>
                      <a:pt x="61938" y="177226"/>
                    </a:cubicBezTo>
                    <a:cubicBezTo>
                      <a:pt x="61938" y="237806"/>
                      <a:pt x="48830" y="300158"/>
                      <a:pt x="4901" y="344796"/>
                    </a:cubicBezTo>
                    <a:cubicBezTo>
                      <a:pt x="295" y="349048"/>
                      <a:pt x="295" y="349756"/>
                      <a:pt x="295" y="350819"/>
                    </a:cubicBezTo>
                    <a:cubicBezTo>
                      <a:pt x="295" y="352945"/>
                      <a:pt x="1712" y="354362"/>
                      <a:pt x="3838" y="354362"/>
                    </a:cubicBezTo>
                    <a:cubicBezTo>
                      <a:pt x="7380" y="354362"/>
                      <a:pt x="39265" y="330271"/>
                      <a:pt x="60167" y="285279"/>
                    </a:cubicBezTo>
                    <a:cubicBezTo>
                      <a:pt x="78235" y="246309"/>
                      <a:pt x="82486" y="206985"/>
                      <a:pt x="82486" y="1772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E6D1A46-A902-82B1-7127-60A133EECB4B}"/>
                  </a:ext>
                </a:extLst>
              </p:cNvPr>
              <p:cNvSpPr/>
              <p:nvPr>
                <p:custDataLst>
                  <p:tags r:id="rId171"/>
                </p:custDataLst>
              </p:nvPr>
            </p:nvSpPr>
            <p:spPr>
              <a:xfrm>
                <a:off x="13175375" y="5480946"/>
                <a:ext cx="48535" cy="354271"/>
              </a:xfrm>
              <a:custGeom>
                <a:avLst/>
                <a:gdLst>
                  <a:gd name="connsiteX0" fmla="*/ 48834 w 48535"/>
                  <a:gd name="connsiteY0" fmla="*/ 90 h 354271"/>
                  <a:gd name="connsiteX1" fmla="*/ 299 w 48535"/>
                  <a:gd name="connsiteY1" fmla="*/ 90 h 354271"/>
                  <a:gd name="connsiteX2" fmla="*/ 299 w 48535"/>
                  <a:gd name="connsiteY2" fmla="*/ 14261 h 354271"/>
                  <a:gd name="connsiteX3" fmla="*/ 34663 w 48535"/>
                  <a:gd name="connsiteY3" fmla="*/ 14261 h 354271"/>
                  <a:gd name="connsiteX4" fmla="*/ 34663 w 48535"/>
                  <a:gd name="connsiteY4" fmla="*/ 340191 h 354271"/>
                  <a:gd name="connsiteX5" fmla="*/ 299 w 48535"/>
                  <a:gd name="connsiteY5" fmla="*/ 340191 h 354271"/>
                  <a:gd name="connsiteX6" fmla="*/ 299 w 48535"/>
                  <a:gd name="connsiteY6" fmla="*/ 354362 h 354271"/>
                  <a:gd name="connsiteX7" fmla="*/ 48834 w 48535"/>
                  <a:gd name="connsiteY7" fmla="*/ 354362 h 354271"/>
                  <a:gd name="connsiteX8" fmla="*/ 48834 w 48535"/>
                  <a:gd name="connsiteY8" fmla="*/ 90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535" h="354271">
                    <a:moveTo>
                      <a:pt x="48834" y="90"/>
                    </a:moveTo>
                    <a:lnTo>
                      <a:pt x="299" y="90"/>
                    </a:lnTo>
                    <a:lnTo>
                      <a:pt x="299" y="14261"/>
                    </a:lnTo>
                    <a:lnTo>
                      <a:pt x="34663" y="14261"/>
                    </a:lnTo>
                    <a:lnTo>
                      <a:pt x="34663" y="340191"/>
                    </a:lnTo>
                    <a:lnTo>
                      <a:pt x="299" y="340191"/>
                    </a:lnTo>
                    <a:lnTo>
                      <a:pt x="299" y="354362"/>
                    </a:lnTo>
                    <a:lnTo>
                      <a:pt x="48834" y="354362"/>
                    </a:lnTo>
                    <a:lnTo>
                      <a:pt x="48834" y="9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E0187A7A-7881-517D-4BD0-6BCC02D73335}"/>
                </a:ext>
              </a:extLst>
            </p:cNvPr>
            <p:cNvGrpSpPr>
              <a:grpSpLocks noChangeAspect="1"/>
            </p:cNvGrpSpPr>
            <p:nvPr>
              <p:custDataLst>
                <p:tags r:id="rId132"/>
              </p:custDataLst>
            </p:nvPr>
          </p:nvGrpSpPr>
          <p:grpSpPr>
            <a:xfrm>
              <a:off x="8428220" y="1857369"/>
              <a:ext cx="3350389" cy="488230"/>
              <a:chOff x="9106309" y="5172953"/>
              <a:chExt cx="3350389" cy="488230"/>
            </a:xfrm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C8C5C3DD-0176-DCED-830C-53B50E807737}"/>
                  </a:ext>
                </a:extLst>
              </p:cNvPr>
              <p:cNvSpPr/>
              <p:nvPr>
                <p:custDataLst>
                  <p:tags r:id="rId133"/>
                </p:custDataLst>
              </p:nvPr>
            </p:nvSpPr>
            <p:spPr>
              <a:xfrm>
                <a:off x="9106309" y="5350113"/>
                <a:ext cx="190514" cy="157977"/>
              </a:xfrm>
              <a:custGeom>
                <a:avLst/>
                <a:gdLst>
                  <a:gd name="connsiteX0" fmla="*/ 20925 w 190514"/>
                  <a:gd name="connsiteY0" fmla="*/ 133651 h 157977"/>
                  <a:gd name="connsiteX1" fmla="*/ 17761 w 190514"/>
                  <a:gd name="connsiteY1" fmla="*/ 148646 h 157977"/>
                  <a:gd name="connsiteX2" fmla="*/ 27955 w 190514"/>
                  <a:gd name="connsiteY2" fmla="*/ 158062 h 157977"/>
                  <a:gd name="connsiteX3" fmla="*/ 40960 w 190514"/>
                  <a:gd name="connsiteY3" fmla="*/ 148297 h 157977"/>
                  <a:gd name="connsiteX4" fmla="*/ 47639 w 190514"/>
                  <a:gd name="connsiteY4" fmla="*/ 122491 h 157977"/>
                  <a:gd name="connsiteX5" fmla="*/ 55372 w 190514"/>
                  <a:gd name="connsiteY5" fmla="*/ 91105 h 157977"/>
                  <a:gd name="connsiteX6" fmla="*/ 61347 w 190514"/>
                  <a:gd name="connsiteY6" fmla="*/ 67739 h 157977"/>
                  <a:gd name="connsiteX7" fmla="*/ 65917 w 190514"/>
                  <a:gd name="connsiteY7" fmla="*/ 50303 h 157977"/>
                  <a:gd name="connsiteX8" fmla="*/ 123212 w 190514"/>
                  <a:gd name="connsiteY8" fmla="*/ 7757 h 157977"/>
                  <a:gd name="connsiteX9" fmla="*/ 142193 w 190514"/>
                  <a:gd name="connsiteY9" fmla="*/ 32168 h 157977"/>
                  <a:gd name="connsiteX10" fmla="*/ 119346 w 190514"/>
                  <a:gd name="connsiteY10" fmla="*/ 113424 h 157977"/>
                  <a:gd name="connsiteX11" fmla="*/ 115831 w 190514"/>
                  <a:gd name="connsiteY11" fmla="*/ 129466 h 157977"/>
                  <a:gd name="connsiteX12" fmla="*/ 144654 w 190514"/>
                  <a:gd name="connsiteY12" fmla="*/ 158062 h 157977"/>
                  <a:gd name="connsiteX13" fmla="*/ 190701 w 190514"/>
                  <a:gd name="connsiteY13" fmla="*/ 104357 h 157977"/>
                  <a:gd name="connsiteX14" fmla="*/ 186483 w 190514"/>
                  <a:gd name="connsiteY14" fmla="*/ 100869 h 157977"/>
                  <a:gd name="connsiteX15" fmla="*/ 181210 w 190514"/>
                  <a:gd name="connsiteY15" fmla="*/ 107147 h 157977"/>
                  <a:gd name="connsiteX16" fmla="*/ 145357 w 190514"/>
                  <a:gd name="connsiteY16" fmla="*/ 150390 h 157977"/>
                  <a:gd name="connsiteX17" fmla="*/ 136921 w 190514"/>
                  <a:gd name="connsiteY17" fmla="*/ 138882 h 157977"/>
                  <a:gd name="connsiteX18" fmla="*/ 143248 w 190514"/>
                  <a:gd name="connsiteY18" fmla="*/ 114121 h 157977"/>
                  <a:gd name="connsiteX19" fmla="*/ 164690 w 190514"/>
                  <a:gd name="connsiteY19" fmla="*/ 37399 h 157977"/>
                  <a:gd name="connsiteX20" fmla="*/ 124267 w 190514"/>
                  <a:gd name="connsiteY20" fmla="*/ 85 h 157977"/>
                  <a:gd name="connsiteX21" fmla="*/ 69432 w 190514"/>
                  <a:gd name="connsiteY21" fmla="*/ 30425 h 157977"/>
                  <a:gd name="connsiteX22" fmla="*/ 37094 w 190514"/>
                  <a:gd name="connsiteY22" fmla="*/ 85 h 157977"/>
                  <a:gd name="connsiteX23" fmla="*/ 10731 w 190514"/>
                  <a:gd name="connsiteY23" fmla="*/ 19963 h 157977"/>
                  <a:gd name="connsiteX24" fmla="*/ 186 w 190514"/>
                  <a:gd name="connsiteY24" fmla="*/ 53790 h 157977"/>
                  <a:gd name="connsiteX25" fmla="*/ 4404 w 190514"/>
                  <a:gd name="connsiteY25" fmla="*/ 57277 h 157977"/>
                  <a:gd name="connsiteX26" fmla="*/ 10379 w 190514"/>
                  <a:gd name="connsiteY26" fmla="*/ 49256 h 157977"/>
                  <a:gd name="connsiteX27" fmla="*/ 36039 w 190514"/>
                  <a:gd name="connsiteY27" fmla="*/ 7757 h 157977"/>
                  <a:gd name="connsiteX28" fmla="*/ 46936 w 190514"/>
                  <a:gd name="connsiteY28" fmla="*/ 23799 h 157977"/>
                  <a:gd name="connsiteX29" fmla="*/ 41312 w 190514"/>
                  <a:gd name="connsiteY29" fmla="*/ 53093 h 157977"/>
                  <a:gd name="connsiteX30" fmla="*/ 20925 w 190514"/>
                  <a:gd name="connsiteY30" fmla="*/ 133651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90514" h="157977">
                    <a:moveTo>
                      <a:pt x="20925" y="133651"/>
                    </a:moveTo>
                    <a:cubicBezTo>
                      <a:pt x="19870" y="138882"/>
                      <a:pt x="17761" y="146903"/>
                      <a:pt x="17761" y="148646"/>
                    </a:cubicBezTo>
                    <a:cubicBezTo>
                      <a:pt x="17761" y="154923"/>
                      <a:pt x="22682" y="158062"/>
                      <a:pt x="27955" y="158062"/>
                    </a:cubicBezTo>
                    <a:cubicBezTo>
                      <a:pt x="32173" y="158062"/>
                      <a:pt x="38500" y="155272"/>
                      <a:pt x="40960" y="148297"/>
                    </a:cubicBezTo>
                    <a:cubicBezTo>
                      <a:pt x="41312" y="147600"/>
                      <a:pt x="45530" y="131209"/>
                      <a:pt x="47639" y="122491"/>
                    </a:cubicBezTo>
                    <a:lnTo>
                      <a:pt x="55372" y="91105"/>
                    </a:lnTo>
                    <a:cubicBezTo>
                      <a:pt x="57481" y="83433"/>
                      <a:pt x="59590" y="75760"/>
                      <a:pt x="61347" y="67739"/>
                    </a:cubicBezTo>
                    <a:cubicBezTo>
                      <a:pt x="62753" y="61811"/>
                      <a:pt x="65566" y="51698"/>
                      <a:pt x="65917" y="50303"/>
                    </a:cubicBezTo>
                    <a:cubicBezTo>
                      <a:pt x="71190" y="39492"/>
                      <a:pt x="89819" y="7757"/>
                      <a:pt x="123212" y="7757"/>
                    </a:cubicBezTo>
                    <a:cubicBezTo>
                      <a:pt x="139030" y="7757"/>
                      <a:pt x="142193" y="20660"/>
                      <a:pt x="142193" y="32168"/>
                    </a:cubicBezTo>
                    <a:cubicBezTo>
                      <a:pt x="142193" y="53790"/>
                      <a:pt x="124970" y="98428"/>
                      <a:pt x="119346" y="113424"/>
                    </a:cubicBezTo>
                    <a:cubicBezTo>
                      <a:pt x="116182" y="121445"/>
                      <a:pt x="115831" y="125630"/>
                      <a:pt x="115831" y="129466"/>
                    </a:cubicBezTo>
                    <a:cubicBezTo>
                      <a:pt x="115831" y="145856"/>
                      <a:pt x="128133" y="158062"/>
                      <a:pt x="144654" y="158062"/>
                    </a:cubicBezTo>
                    <a:cubicBezTo>
                      <a:pt x="177695" y="158062"/>
                      <a:pt x="190701" y="107147"/>
                      <a:pt x="190701" y="104357"/>
                    </a:cubicBezTo>
                    <a:cubicBezTo>
                      <a:pt x="190701" y="100869"/>
                      <a:pt x="187537" y="100869"/>
                      <a:pt x="186483" y="100869"/>
                    </a:cubicBezTo>
                    <a:cubicBezTo>
                      <a:pt x="182968" y="100869"/>
                      <a:pt x="182968" y="101916"/>
                      <a:pt x="181210" y="107147"/>
                    </a:cubicBezTo>
                    <a:cubicBezTo>
                      <a:pt x="174180" y="130861"/>
                      <a:pt x="162581" y="150390"/>
                      <a:pt x="145357" y="150390"/>
                    </a:cubicBezTo>
                    <a:cubicBezTo>
                      <a:pt x="139381" y="150390"/>
                      <a:pt x="136921" y="146903"/>
                      <a:pt x="136921" y="138882"/>
                    </a:cubicBezTo>
                    <a:cubicBezTo>
                      <a:pt x="136921" y="130163"/>
                      <a:pt x="140084" y="121794"/>
                      <a:pt x="143248" y="114121"/>
                    </a:cubicBezTo>
                    <a:cubicBezTo>
                      <a:pt x="149926" y="95638"/>
                      <a:pt x="164690" y="57277"/>
                      <a:pt x="164690" y="37399"/>
                    </a:cubicBezTo>
                    <a:cubicBezTo>
                      <a:pt x="164690" y="14034"/>
                      <a:pt x="149575" y="85"/>
                      <a:pt x="124267" y="85"/>
                    </a:cubicBezTo>
                    <a:cubicBezTo>
                      <a:pt x="92631" y="85"/>
                      <a:pt x="75408" y="22404"/>
                      <a:pt x="69432" y="30425"/>
                    </a:cubicBezTo>
                    <a:cubicBezTo>
                      <a:pt x="67675" y="10896"/>
                      <a:pt x="53263" y="85"/>
                      <a:pt x="37094" y="85"/>
                    </a:cubicBezTo>
                    <a:cubicBezTo>
                      <a:pt x="20925" y="85"/>
                      <a:pt x="14246" y="13685"/>
                      <a:pt x="10731" y="19963"/>
                    </a:cubicBezTo>
                    <a:cubicBezTo>
                      <a:pt x="5107" y="31820"/>
                      <a:pt x="186" y="52395"/>
                      <a:pt x="186" y="53790"/>
                    </a:cubicBezTo>
                    <a:cubicBezTo>
                      <a:pt x="186" y="57277"/>
                      <a:pt x="3701" y="57277"/>
                      <a:pt x="4404" y="57277"/>
                    </a:cubicBezTo>
                    <a:cubicBezTo>
                      <a:pt x="7919" y="57277"/>
                      <a:pt x="8270" y="56929"/>
                      <a:pt x="10379" y="49256"/>
                    </a:cubicBezTo>
                    <a:cubicBezTo>
                      <a:pt x="16355" y="24496"/>
                      <a:pt x="23385" y="7757"/>
                      <a:pt x="36039" y="7757"/>
                    </a:cubicBezTo>
                    <a:cubicBezTo>
                      <a:pt x="43069" y="7757"/>
                      <a:pt x="46936" y="12290"/>
                      <a:pt x="46936" y="23799"/>
                    </a:cubicBezTo>
                    <a:cubicBezTo>
                      <a:pt x="46936" y="31122"/>
                      <a:pt x="45881" y="34958"/>
                      <a:pt x="41312" y="53093"/>
                    </a:cubicBezTo>
                    <a:lnTo>
                      <a:pt x="20925" y="133651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1F53D345-F87F-BE3A-2928-D13BBD87814D}"/>
                  </a:ext>
                </a:extLst>
              </p:cNvPr>
              <p:cNvSpPr/>
              <p:nvPr>
                <p:custDataLst>
                  <p:tags r:id="rId134"/>
                </p:custDataLst>
              </p:nvPr>
            </p:nvSpPr>
            <p:spPr>
              <a:xfrm>
                <a:off x="9321160" y="5350113"/>
                <a:ext cx="160988" cy="157977"/>
              </a:xfrm>
              <a:custGeom>
                <a:avLst/>
                <a:gdLst>
                  <a:gd name="connsiteX0" fmla="*/ 117243 w 160988"/>
                  <a:gd name="connsiteY0" fmla="*/ 22404 h 157977"/>
                  <a:gd name="connsiteX1" fmla="*/ 84904 w 160988"/>
                  <a:gd name="connsiteY1" fmla="*/ 85 h 157977"/>
                  <a:gd name="connsiteX2" fmla="*/ 192 w 160988"/>
                  <a:gd name="connsiteY2" fmla="*/ 102264 h 157977"/>
                  <a:gd name="connsiteX3" fmla="*/ 46942 w 160988"/>
                  <a:gd name="connsiteY3" fmla="*/ 158062 h 157977"/>
                  <a:gd name="connsiteX4" fmla="*/ 92637 w 160988"/>
                  <a:gd name="connsiteY4" fmla="*/ 131907 h 157977"/>
                  <a:gd name="connsiteX5" fmla="*/ 124624 w 160988"/>
                  <a:gd name="connsiteY5" fmla="*/ 158062 h 157977"/>
                  <a:gd name="connsiteX6" fmla="*/ 150635 w 160988"/>
                  <a:gd name="connsiteY6" fmla="*/ 138882 h 157977"/>
                  <a:gd name="connsiteX7" fmla="*/ 161181 w 160988"/>
                  <a:gd name="connsiteY7" fmla="*/ 104357 h 157977"/>
                  <a:gd name="connsiteX8" fmla="*/ 156962 w 160988"/>
                  <a:gd name="connsiteY8" fmla="*/ 100869 h 157977"/>
                  <a:gd name="connsiteX9" fmla="*/ 152041 w 160988"/>
                  <a:gd name="connsiteY9" fmla="*/ 107147 h 157977"/>
                  <a:gd name="connsiteX10" fmla="*/ 125327 w 160988"/>
                  <a:gd name="connsiteY10" fmla="*/ 150390 h 157977"/>
                  <a:gd name="connsiteX11" fmla="*/ 114782 w 160988"/>
                  <a:gd name="connsiteY11" fmla="*/ 134348 h 157977"/>
                  <a:gd name="connsiteX12" fmla="*/ 119352 w 160988"/>
                  <a:gd name="connsiteY12" fmla="*/ 108542 h 157977"/>
                  <a:gd name="connsiteX13" fmla="*/ 127085 w 160988"/>
                  <a:gd name="connsiteY13" fmla="*/ 77155 h 157977"/>
                  <a:gd name="connsiteX14" fmla="*/ 139739 w 160988"/>
                  <a:gd name="connsiteY14" fmla="*/ 28332 h 157977"/>
                  <a:gd name="connsiteX15" fmla="*/ 142199 w 160988"/>
                  <a:gd name="connsiteY15" fmla="*/ 16475 h 157977"/>
                  <a:gd name="connsiteX16" fmla="*/ 132006 w 160988"/>
                  <a:gd name="connsiteY16" fmla="*/ 7059 h 157977"/>
                  <a:gd name="connsiteX17" fmla="*/ 117243 w 160988"/>
                  <a:gd name="connsiteY17" fmla="*/ 22404 h 157977"/>
                  <a:gd name="connsiteX18" fmla="*/ 94395 w 160988"/>
                  <a:gd name="connsiteY18" fmla="*/ 112726 h 157977"/>
                  <a:gd name="connsiteX19" fmla="*/ 87365 w 160988"/>
                  <a:gd name="connsiteY19" fmla="*/ 125630 h 157977"/>
                  <a:gd name="connsiteX20" fmla="*/ 47645 w 160988"/>
                  <a:gd name="connsiteY20" fmla="*/ 150390 h 157977"/>
                  <a:gd name="connsiteX21" fmla="*/ 25149 w 160988"/>
                  <a:gd name="connsiteY21" fmla="*/ 117609 h 157977"/>
                  <a:gd name="connsiteX22" fmla="*/ 44481 w 160988"/>
                  <a:gd name="connsiteY22" fmla="*/ 41236 h 157977"/>
                  <a:gd name="connsiteX23" fmla="*/ 85256 w 160988"/>
                  <a:gd name="connsiteY23" fmla="*/ 7757 h 157977"/>
                  <a:gd name="connsiteX24" fmla="*/ 113024 w 160988"/>
                  <a:gd name="connsiteY24" fmla="*/ 38446 h 157977"/>
                  <a:gd name="connsiteX25" fmla="*/ 111970 w 160988"/>
                  <a:gd name="connsiteY25" fmla="*/ 44374 h 157977"/>
                  <a:gd name="connsiteX26" fmla="*/ 94395 w 160988"/>
                  <a:gd name="connsiteY26" fmla="*/ 112726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0988" h="157977">
                    <a:moveTo>
                      <a:pt x="117243" y="22404"/>
                    </a:moveTo>
                    <a:cubicBezTo>
                      <a:pt x="110915" y="9501"/>
                      <a:pt x="100722" y="85"/>
                      <a:pt x="84904" y="85"/>
                    </a:cubicBezTo>
                    <a:cubicBezTo>
                      <a:pt x="43778" y="85"/>
                      <a:pt x="192" y="51349"/>
                      <a:pt x="192" y="102264"/>
                    </a:cubicBezTo>
                    <a:cubicBezTo>
                      <a:pt x="192" y="135046"/>
                      <a:pt x="19524" y="158062"/>
                      <a:pt x="46942" y="158062"/>
                    </a:cubicBezTo>
                    <a:cubicBezTo>
                      <a:pt x="53972" y="158062"/>
                      <a:pt x="71547" y="156667"/>
                      <a:pt x="92637" y="131907"/>
                    </a:cubicBezTo>
                    <a:cubicBezTo>
                      <a:pt x="95449" y="146554"/>
                      <a:pt x="107752" y="158062"/>
                      <a:pt x="124624" y="158062"/>
                    </a:cubicBezTo>
                    <a:cubicBezTo>
                      <a:pt x="136927" y="158062"/>
                      <a:pt x="145011" y="150041"/>
                      <a:pt x="150635" y="138882"/>
                    </a:cubicBezTo>
                    <a:cubicBezTo>
                      <a:pt x="156611" y="126327"/>
                      <a:pt x="161181" y="105054"/>
                      <a:pt x="161181" y="104357"/>
                    </a:cubicBezTo>
                    <a:cubicBezTo>
                      <a:pt x="161181" y="100869"/>
                      <a:pt x="158017" y="100869"/>
                      <a:pt x="156962" y="100869"/>
                    </a:cubicBezTo>
                    <a:cubicBezTo>
                      <a:pt x="153447" y="100869"/>
                      <a:pt x="153096" y="102264"/>
                      <a:pt x="152041" y="107147"/>
                    </a:cubicBezTo>
                    <a:cubicBezTo>
                      <a:pt x="146066" y="129814"/>
                      <a:pt x="139739" y="150390"/>
                      <a:pt x="125327" y="150390"/>
                    </a:cubicBezTo>
                    <a:cubicBezTo>
                      <a:pt x="115837" y="150390"/>
                      <a:pt x="114782" y="141323"/>
                      <a:pt x="114782" y="134348"/>
                    </a:cubicBezTo>
                    <a:cubicBezTo>
                      <a:pt x="114782" y="126676"/>
                      <a:pt x="115485" y="123886"/>
                      <a:pt x="119352" y="108542"/>
                    </a:cubicBezTo>
                    <a:cubicBezTo>
                      <a:pt x="123218" y="93895"/>
                      <a:pt x="123921" y="90407"/>
                      <a:pt x="127085" y="77155"/>
                    </a:cubicBezTo>
                    <a:lnTo>
                      <a:pt x="139739" y="28332"/>
                    </a:lnTo>
                    <a:cubicBezTo>
                      <a:pt x="142199" y="18568"/>
                      <a:pt x="142199" y="17870"/>
                      <a:pt x="142199" y="16475"/>
                    </a:cubicBezTo>
                    <a:cubicBezTo>
                      <a:pt x="142199" y="10547"/>
                      <a:pt x="137981" y="7059"/>
                      <a:pt x="132006" y="7059"/>
                    </a:cubicBezTo>
                    <a:cubicBezTo>
                      <a:pt x="123570" y="7059"/>
                      <a:pt x="118297" y="14732"/>
                      <a:pt x="117243" y="22404"/>
                    </a:cubicBezTo>
                    <a:close/>
                    <a:moveTo>
                      <a:pt x="94395" y="112726"/>
                    </a:moveTo>
                    <a:cubicBezTo>
                      <a:pt x="92637" y="119004"/>
                      <a:pt x="92637" y="119701"/>
                      <a:pt x="87365" y="125630"/>
                    </a:cubicBezTo>
                    <a:cubicBezTo>
                      <a:pt x="71899" y="144810"/>
                      <a:pt x="57487" y="150390"/>
                      <a:pt x="47645" y="150390"/>
                    </a:cubicBezTo>
                    <a:cubicBezTo>
                      <a:pt x="30070" y="150390"/>
                      <a:pt x="25149" y="131209"/>
                      <a:pt x="25149" y="117609"/>
                    </a:cubicBezTo>
                    <a:cubicBezTo>
                      <a:pt x="25149" y="100172"/>
                      <a:pt x="36397" y="57277"/>
                      <a:pt x="44481" y="41236"/>
                    </a:cubicBezTo>
                    <a:cubicBezTo>
                      <a:pt x="55378" y="20660"/>
                      <a:pt x="71196" y="7757"/>
                      <a:pt x="85256" y="7757"/>
                    </a:cubicBezTo>
                    <a:cubicBezTo>
                      <a:pt x="108103" y="7757"/>
                      <a:pt x="113024" y="36353"/>
                      <a:pt x="113024" y="38446"/>
                    </a:cubicBezTo>
                    <a:cubicBezTo>
                      <a:pt x="113024" y="40538"/>
                      <a:pt x="112321" y="42630"/>
                      <a:pt x="111970" y="44374"/>
                    </a:cubicBezTo>
                    <a:lnTo>
                      <a:pt x="94395" y="112726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DADEF8F7-E5EB-2F90-1FA2-F32B2A2D9331}"/>
                  </a:ext>
                </a:extLst>
              </p:cNvPr>
              <p:cNvSpPr/>
              <p:nvPr>
                <p:custDataLst>
                  <p:tags r:id="rId135"/>
                </p:custDataLst>
              </p:nvPr>
            </p:nvSpPr>
            <p:spPr>
              <a:xfrm>
                <a:off x="9505696" y="5394472"/>
                <a:ext cx="114168" cy="166974"/>
              </a:xfrm>
              <a:custGeom>
                <a:avLst/>
                <a:gdLst>
                  <a:gd name="connsiteX0" fmla="*/ 114365 w 114168"/>
                  <a:gd name="connsiteY0" fmla="*/ 84306 h 166974"/>
                  <a:gd name="connsiteX1" fmla="*/ 99848 w 114168"/>
                  <a:gd name="connsiteY1" fmla="*/ 21080 h 166974"/>
                  <a:gd name="connsiteX2" fmla="*/ 57281 w 114168"/>
                  <a:gd name="connsiteY2" fmla="*/ 86 h 166974"/>
                  <a:gd name="connsiteX3" fmla="*/ 197 w 114168"/>
                  <a:gd name="connsiteY3" fmla="*/ 84306 h 166974"/>
                  <a:gd name="connsiteX4" fmla="*/ 57281 w 114168"/>
                  <a:gd name="connsiteY4" fmla="*/ 167061 h 166974"/>
                  <a:gd name="connsiteX5" fmla="*/ 114365 w 114168"/>
                  <a:gd name="connsiteY5" fmla="*/ 84306 h 166974"/>
                  <a:gd name="connsiteX6" fmla="*/ 57281 w 114168"/>
                  <a:gd name="connsiteY6" fmla="*/ 160226 h 166974"/>
                  <a:gd name="connsiteX7" fmla="*/ 26033 w 114168"/>
                  <a:gd name="connsiteY7" fmla="*/ 133617 h 166974"/>
                  <a:gd name="connsiteX8" fmla="*/ 22588 w 114168"/>
                  <a:gd name="connsiteY8" fmla="*/ 81132 h 166974"/>
                  <a:gd name="connsiteX9" fmla="*/ 26279 w 114168"/>
                  <a:gd name="connsiteY9" fmla="*/ 31333 h 166974"/>
                  <a:gd name="connsiteX10" fmla="*/ 57281 w 114168"/>
                  <a:gd name="connsiteY10" fmla="*/ 6921 h 166974"/>
                  <a:gd name="connsiteX11" fmla="*/ 87792 w 114168"/>
                  <a:gd name="connsiteY11" fmla="*/ 29136 h 166974"/>
                  <a:gd name="connsiteX12" fmla="*/ 91975 w 114168"/>
                  <a:gd name="connsiteY12" fmla="*/ 81132 h 166974"/>
                  <a:gd name="connsiteX13" fmla="*/ 88776 w 114168"/>
                  <a:gd name="connsiteY13" fmla="*/ 132641 h 166974"/>
                  <a:gd name="connsiteX14" fmla="*/ 57281 w 114168"/>
                  <a:gd name="connsiteY14" fmla="*/ 160226 h 166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4168" h="166974">
                    <a:moveTo>
                      <a:pt x="114365" y="84306"/>
                    </a:moveTo>
                    <a:cubicBezTo>
                      <a:pt x="114365" y="57453"/>
                      <a:pt x="111167" y="38168"/>
                      <a:pt x="99848" y="21080"/>
                    </a:cubicBezTo>
                    <a:cubicBezTo>
                      <a:pt x="92221" y="9851"/>
                      <a:pt x="76965" y="86"/>
                      <a:pt x="57281" y="86"/>
                    </a:cubicBezTo>
                    <a:cubicBezTo>
                      <a:pt x="197" y="86"/>
                      <a:pt x="197" y="66730"/>
                      <a:pt x="197" y="84306"/>
                    </a:cubicBezTo>
                    <a:cubicBezTo>
                      <a:pt x="197" y="101882"/>
                      <a:pt x="197" y="167061"/>
                      <a:pt x="57281" y="167061"/>
                    </a:cubicBezTo>
                    <a:cubicBezTo>
                      <a:pt x="114365" y="167061"/>
                      <a:pt x="114365" y="101882"/>
                      <a:pt x="114365" y="84306"/>
                    </a:cubicBezTo>
                    <a:close/>
                    <a:moveTo>
                      <a:pt x="57281" y="160226"/>
                    </a:moveTo>
                    <a:cubicBezTo>
                      <a:pt x="45963" y="160226"/>
                      <a:pt x="30954" y="153635"/>
                      <a:pt x="26033" y="133617"/>
                    </a:cubicBezTo>
                    <a:cubicBezTo>
                      <a:pt x="22588" y="119214"/>
                      <a:pt x="22588" y="99197"/>
                      <a:pt x="22588" y="81132"/>
                    </a:cubicBezTo>
                    <a:cubicBezTo>
                      <a:pt x="22588" y="63312"/>
                      <a:pt x="22588" y="44759"/>
                      <a:pt x="26279" y="31333"/>
                    </a:cubicBezTo>
                    <a:cubicBezTo>
                      <a:pt x="31446" y="12048"/>
                      <a:pt x="47193" y="6921"/>
                      <a:pt x="57281" y="6921"/>
                    </a:cubicBezTo>
                    <a:cubicBezTo>
                      <a:pt x="70568" y="6921"/>
                      <a:pt x="83363" y="14977"/>
                      <a:pt x="87792" y="29136"/>
                    </a:cubicBezTo>
                    <a:cubicBezTo>
                      <a:pt x="91729" y="42318"/>
                      <a:pt x="91975" y="59894"/>
                      <a:pt x="91975" y="81132"/>
                    </a:cubicBezTo>
                    <a:cubicBezTo>
                      <a:pt x="91975" y="99197"/>
                      <a:pt x="91975" y="117261"/>
                      <a:pt x="88776" y="132641"/>
                    </a:cubicBezTo>
                    <a:cubicBezTo>
                      <a:pt x="83855" y="154855"/>
                      <a:pt x="67123" y="160226"/>
                      <a:pt x="57281" y="1602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BA2CE999-0182-1B8F-10B2-513D77D51E06}"/>
                  </a:ext>
                </a:extLst>
              </p:cNvPr>
              <p:cNvSpPr/>
              <p:nvPr>
                <p:custDataLst>
                  <p:tags r:id="rId136"/>
                </p:custDataLst>
              </p:nvPr>
            </p:nvSpPr>
            <p:spPr>
              <a:xfrm>
                <a:off x="9748385" y="5300941"/>
                <a:ext cx="233749" cy="232258"/>
              </a:xfrm>
              <a:custGeom>
                <a:avLst/>
                <a:gdLst>
                  <a:gd name="connsiteX0" fmla="*/ 124285 w 233749"/>
                  <a:gd name="connsiteY0" fmla="*/ 123188 h 232258"/>
                  <a:gd name="connsiteX1" fmla="*/ 222354 w 233749"/>
                  <a:gd name="connsiteY1" fmla="*/ 123188 h 232258"/>
                  <a:gd name="connsiteX2" fmla="*/ 233954 w 233749"/>
                  <a:gd name="connsiteY2" fmla="*/ 116214 h 232258"/>
                  <a:gd name="connsiteX3" fmla="*/ 222354 w 233749"/>
                  <a:gd name="connsiteY3" fmla="*/ 109239 h 232258"/>
                  <a:gd name="connsiteX4" fmla="*/ 124285 w 233749"/>
                  <a:gd name="connsiteY4" fmla="*/ 109239 h 232258"/>
                  <a:gd name="connsiteX5" fmla="*/ 124285 w 233749"/>
                  <a:gd name="connsiteY5" fmla="*/ 11593 h 232258"/>
                  <a:gd name="connsiteX6" fmla="*/ 117254 w 233749"/>
                  <a:gd name="connsiteY6" fmla="*/ 85 h 232258"/>
                  <a:gd name="connsiteX7" fmla="*/ 110224 w 233749"/>
                  <a:gd name="connsiteY7" fmla="*/ 11593 h 232258"/>
                  <a:gd name="connsiteX8" fmla="*/ 110224 w 233749"/>
                  <a:gd name="connsiteY8" fmla="*/ 109239 h 232258"/>
                  <a:gd name="connsiteX9" fmla="*/ 11803 w 233749"/>
                  <a:gd name="connsiteY9" fmla="*/ 109239 h 232258"/>
                  <a:gd name="connsiteX10" fmla="*/ 204 w 233749"/>
                  <a:gd name="connsiteY10" fmla="*/ 116214 h 232258"/>
                  <a:gd name="connsiteX11" fmla="*/ 11803 w 233749"/>
                  <a:gd name="connsiteY11" fmla="*/ 123188 h 232258"/>
                  <a:gd name="connsiteX12" fmla="*/ 110224 w 233749"/>
                  <a:gd name="connsiteY12" fmla="*/ 123188 h 232258"/>
                  <a:gd name="connsiteX13" fmla="*/ 110224 w 233749"/>
                  <a:gd name="connsiteY13" fmla="*/ 220835 h 232258"/>
                  <a:gd name="connsiteX14" fmla="*/ 117254 w 233749"/>
                  <a:gd name="connsiteY14" fmla="*/ 232343 h 232258"/>
                  <a:gd name="connsiteX15" fmla="*/ 124285 w 233749"/>
                  <a:gd name="connsiteY15" fmla="*/ 220835 h 232258"/>
                  <a:gd name="connsiteX16" fmla="*/ 124285 w 233749"/>
                  <a:gd name="connsiteY16" fmla="*/ 123188 h 232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749" h="232258">
                    <a:moveTo>
                      <a:pt x="124285" y="123188"/>
                    </a:moveTo>
                    <a:lnTo>
                      <a:pt x="222354" y="123188"/>
                    </a:lnTo>
                    <a:cubicBezTo>
                      <a:pt x="227275" y="123188"/>
                      <a:pt x="233954" y="123188"/>
                      <a:pt x="233954" y="116214"/>
                    </a:cubicBezTo>
                    <a:cubicBezTo>
                      <a:pt x="233954" y="109239"/>
                      <a:pt x="227275" y="109239"/>
                      <a:pt x="222354" y="109239"/>
                    </a:cubicBezTo>
                    <a:lnTo>
                      <a:pt x="124285" y="109239"/>
                    </a:lnTo>
                    <a:lnTo>
                      <a:pt x="124285" y="11593"/>
                    </a:lnTo>
                    <a:cubicBezTo>
                      <a:pt x="124285" y="6711"/>
                      <a:pt x="124285" y="85"/>
                      <a:pt x="117254" y="85"/>
                    </a:cubicBezTo>
                    <a:cubicBezTo>
                      <a:pt x="110224" y="85"/>
                      <a:pt x="110224" y="6711"/>
                      <a:pt x="110224" y="11593"/>
                    </a:cubicBezTo>
                    <a:lnTo>
                      <a:pt x="110224" y="109239"/>
                    </a:lnTo>
                    <a:lnTo>
                      <a:pt x="11803" y="109239"/>
                    </a:lnTo>
                    <a:cubicBezTo>
                      <a:pt x="6882" y="109239"/>
                      <a:pt x="204" y="109239"/>
                      <a:pt x="204" y="116214"/>
                    </a:cubicBezTo>
                    <a:cubicBezTo>
                      <a:pt x="204" y="123188"/>
                      <a:pt x="6882" y="123188"/>
                      <a:pt x="11803" y="123188"/>
                    </a:cubicBezTo>
                    <a:lnTo>
                      <a:pt x="110224" y="123188"/>
                    </a:lnTo>
                    <a:lnTo>
                      <a:pt x="110224" y="220835"/>
                    </a:lnTo>
                    <a:cubicBezTo>
                      <a:pt x="110224" y="225717"/>
                      <a:pt x="110224" y="232343"/>
                      <a:pt x="117254" y="232343"/>
                    </a:cubicBezTo>
                    <a:cubicBezTo>
                      <a:pt x="124285" y="232343"/>
                      <a:pt x="124285" y="225717"/>
                      <a:pt x="124285" y="220835"/>
                    </a:cubicBezTo>
                    <a:lnTo>
                      <a:pt x="124285" y="123188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A96BDC64-D948-9304-595F-B77D39E3D6AC}"/>
                  </a:ext>
                </a:extLst>
              </p:cNvPr>
              <p:cNvSpPr/>
              <p:nvPr>
                <p:custDataLst>
                  <p:tags r:id="rId137"/>
                </p:custDataLst>
              </p:nvPr>
            </p:nvSpPr>
            <p:spPr>
              <a:xfrm>
                <a:off x="10094264" y="5350113"/>
                <a:ext cx="160988" cy="157977"/>
              </a:xfrm>
              <a:custGeom>
                <a:avLst/>
                <a:gdLst>
                  <a:gd name="connsiteX0" fmla="*/ 117264 w 160988"/>
                  <a:gd name="connsiteY0" fmla="*/ 22404 h 157977"/>
                  <a:gd name="connsiteX1" fmla="*/ 84926 w 160988"/>
                  <a:gd name="connsiteY1" fmla="*/ 85 h 157977"/>
                  <a:gd name="connsiteX2" fmla="*/ 214 w 160988"/>
                  <a:gd name="connsiteY2" fmla="*/ 102264 h 157977"/>
                  <a:gd name="connsiteX3" fmla="*/ 46964 w 160988"/>
                  <a:gd name="connsiteY3" fmla="*/ 158062 h 157977"/>
                  <a:gd name="connsiteX4" fmla="*/ 92659 w 160988"/>
                  <a:gd name="connsiteY4" fmla="*/ 131907 h 157977"/>
                  <a:gd name="connsiteX5" fmla="*/ 124646 w 160988"/>
                  <a:gd name="connsiteY5" fmla="*/ 158062 h 157977"/>
                  <a:gd name="connsiteX6" fmla="*/ 150657 w 160988"/>
                  <a:gd name="connsiteY6" fmla="*/ 138882 h 157977"/>
                  <a:gd name="connsiteX7" fmla="*/ 161202 w 160988"/>
                  <a:gd name="connsiteY7" fmla="*/ 104357 h 157977"/>
                  <a:gd name="connsiteX8" fmla="*/ 156984 w 160988"/>
                  <a:gd name="connsiteY8" fmla="*/ 100869 h 157977"/>
                  <a:gd name="connsiteX9" fmla="*/ 152063 w 160988"/>
                  <a:gd name="connsiteY9" fmla="*/ 107147 h 157977"/>
                  <a:gd name="connsiteX10" fmla="*/ 125349 w 160988"/>
                  <a:gd name="connsiteY10" fmla="*/ 150390 h 157977"/>
                  <a:gd name="connsiteX11" fmla="*/ 114804 w 160988"/>
                  <a:gd name="connsiteY11" fmla="*/ 134348 h 157977"/>
                  <a:gd name="connsiteX12" fmla="*/ 119373 w 160988"/>
                  <a:gd name="connsiteY12" fmla="*/ 108542 h 157977"/>
                  <a:gd name="connsiteX13" fmla="*/ 127107 w 160988"/>
                  <a:gd name="connsiteY13" fmla="*/ 77155 h 157977"/>
                  <a:gd name="connsiteX14" fmla="*/ 139761 w 160988"/>
                  <a:gd name="connsiteY14" fmla="*/ 28332 h 157977"/>
                  <a:gd name="connsiteX15" fmla="*/ 142221 w 160988"/>
                  <a:gd name="connsiteY15" fmla="*/ 16475 h 157977"/>
                  <a:gd name="connsiteX16" fmla="*/ 132028 w 160988"/>
                  <a:gd name="connsiteY16" fmla="*/ 7059 h 157977"/>
                  <a:gd name="connsiteX17" fmla="*/ 117264 w 160988"/>
                  <a:gd name="connsiteY17" fmla="*/ 22404 h 157977"/>
                  <a:gd name="connsiteX18" fmla="*/ 94417 w 160988"/>
                  <a:gd name="connsiteY18" fmla="*/ 112726 h 157977"/>
                  <a:gd name="connsiteX19" fmla="*/ 87387 w 160988"/>
                  <a:gd name="connsiteY19" fmla="*/ 125630 h 157977"/>
                  <a:gd name="connsiteX20" fmla="*/ 47667 w 160988"/>
                  <a:gd name="connsiteY20" fmla="*/ 150390 h 157977"/>
                  <a:gd name="connsiteX21" fmla="*/ 25170 w 160988"/>
                  <a:gd name="connsiteY21" fmla="*/ 117609 h 157977"/>
                  <a:gd name="connsiteX22" fmla="*/ 44503 w 160988"/>
                  <a:gd name="connsiteY22" fmla="*/ 41236 h 157977"/>
                  <a:gd name="connsiteX23" fmla="*/ 85278 w 160988"/>
                  <a:gd name="connsiteY23" fmla="*/ 7757 h 157977"/>
                  <a:gd name="connsiteX24" fmla="*/ 113046 w 160988"/>
                  <a:gd name="connsiteY24" fmla="*/ 38446 h 157977"/>
                  <a:gd name="connsiteX25" fmla="*/ 111992 w 160988"/>
                  <a:gd name="connsiteY25" fmla="*/ 44374 h 157977"/>
                  <a:gd name="connsiteX26" fmla="*/ 94417 w 160988"/>
                  <a:gd name="connsiteY26" fmla="*/ 112726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0988" h="157977">
                    <a:moveTo>
                      <a:pt x="117264" y="22404"/>
                    </a:moveTo>
                    <a:cubicBezTo>
                      <a:pt x="110937" y="9501"/>
                      <a:pt x="100744" y="85"/>
                      <a:pt x="84926" y="85"/>
                    </a:cubicBezTo>
                    <a:cubicBezTo>
                      <a:pt x="43800" y="85"/>
                      <a:pt x="214" y="51349"/>
                      <a:pt x="214" y="102264"/>
                    </a:cubicBezTo>
                    <a:cubicBezTo>
                      <a:pt x="214" y="135046"/>
                      <a:pt x="19546" y="158062"/>
                      <a:pt x="46964" y="158062"/>
                    </a:cubicBezTo>
                    <a:cubicBezTo>
                      <a:pt x="53994" y="158062"/>
                      <a:pt x="71569" y="156667"/>
                      <a:pt x="92659" y="131907"/>
                    </a:cubicBezTo>
                    <a:cubicBezTo>
                      <a:pt x="95471" y="146554"/>
                      <a:pt x="107774" y="158062"/>
                      <a:pt x="124646" y="158062"/>
                    </a:cubicBezTo>
                    <a:cubicBezTo>
                      <a:pt x="136949" y="158062"/>
                      <a:pt x="145033" y="150041"/>
                      <a:pt x="150657" y="138882"/>
                    </a:cubicBezTo>
                    <a:cubicBezTo>
                      <a:pt x="156633" y="126327"/>
                      <a:pt x="161202" y="105054"/>
                      <a:pt x="161202" y="104357"/>
                    </a:cubicBezTo>
                    <a:cubicBezTo>
                      <a:pt x="161202" y="100869"/>
                      <a:pt x="158039" y="100869"/>
                      <a:pt x="156984" y="100869"/>
                    </a:cubicBezTo>
                    <a:cubicBezTo>
                      <a:pt x="153469" y="100869"/>
                      <a:pt x="153118" y="102264"/>
                      <a:pt x="152063" y="107147"/>
                    </a:cubicBezTo>
                    <a:cubicBezTo>
                      <a:pt x="146088" y="129814"/>
                      <a:pt x="139761" y="150390"/>
                      <a:pt x="125349" y="150390"/>
                    </a:cubicBezTo>
                    <a:cubicBezTo>
                      <a:pt x="115858" y="150390"/>
                      <a:pt x="114804" y="141323"/>
                      <a:pt x="114804" y="134348"/>
                    </a:cubicBezTo>
                    <a:cubicBezTo>
                      <a:pt x="114804" y="126676"/>
                      <a:pt x="115507" y="123886"/>
                      <a:pt x="119373" y="108542"/>
                    </a:cubicBezTo>
                    <a:cubicBezTo>
                      <a:pt x="123240" y="93895"/>
                      <a:pt x="123943" y="90407"/>
                      <a:pt x="127107" y="77155"/>
                    </a:cubicBezTo>
                    <a:lnTo>
                      <a:pt x="139761" y="28332"/>
                    </a:lnTo>
                    <a:cubicBezTo>
                      <a:pt x="142221" y="18568"/>
                      <a:pt x="142221" y="17870"/>
                      <a:pt x="142221" y="16475"/>
                    </a:cubicBezTo>
                    <a:cubicBezTo>
                      <a:pt x="142221" y="10547"/>
                      <a:pt x="138003" y="7059"/>
                      <a:pt x="132028" y="7059"/>
                    </a:cubicBezTo>
                    <a:cubicBezTo>
                      <a:pt x="123592" y="7059"/>
                      <a:pt x="118319" y="14732"/>
                      <a:pt x="117264" y="22404"/>
                    </a:cubicBezTo>
                    <a:close/>
                    <a:moveTo>
                      <a:pt x="94417" y="112726"/>
                    </a:moveTo>
                    <a:cubicBezTo>
                      <a:pt x="92659" y="119004"/>
                      <a:pt x="92659" y="119701"/>
                      <a:pt x="87387" y="125630"/>
                    </a:cubicBezTo>
                    <a:cubicBezTo>
                      <a:pt x="71920" y="144810"/>
                      <a:pt x="57509" y="150390"/>
                      <a:pt x="47667" y="150390"/>
                    </a:cubicBezTo>
                    <a:cubicBezTo>
                      <a:pt x="30092" y="150390"/>
                      <a:pt x="25170" y="131209"/>
                      <a:pt x="25170" y="117609"/>
                    </a:cubicBezTo>
                    <a:cubicBezTo>
                      <a:pt x="25170" y="100172"/>
                      <a:pt x="36419" y="57277"/>
                      <a:pt x="44503" y="41236"/>
                    </a:cubicBezTo>
                    <a:cubicBezTo>
                      <a:pt x="55400" y="20660"/>
                      <a:pt x="71217" y="7757"/>
                      <a:pt x="85278" y="7757"/>
                    </a:cubicBezTo>
                    <a:cubicBezTo>
                      <a:pt x="108125" y="7757"/>
                      <a:pt x="113046" y="36353"/>
                      <a:pt x="113046" y="38446"/>
                    </a:cubicBezTo>
                    <a:cubicBezTo>
                      <a:pt x="113046" y="40538"/>
                      <a:pt x="112343" y="42630"/>
                      <a:pt x="111992" y="44374"/>
                    </a:cubicBezTo>
                    <a:lnTo>
                      <a:pt x="94417" y="112726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16515FD5-87C6-DF54-1CFD-9C658983BDF6}"/>
                  </a:ext>
                </a:extLst>
              </p:cNvPr>
              <p:cNvSpPr/>
              <p:nvPr>
                <p:custDataLst>
                  <p:tags r:id="rId138"/>
                </p:custDataLst>
              </p:nvPr>
            </p:nvSpPr>
            <p:spPr>
              <a:xfrm>
                <a:off x="10292825" y="5394472"/>
                <a:ext cx="89563" cy="162092"/>
              </a:xfrm>
              <a:custGeom>
                <a:avLst/>
                <a:gdLst>
                  <a:gd name="connsiteX0" fmla="*/ 55827 w 89563"/>
                  <a:gd name="connsiteY0" fmla="*/ 6921 h 162092"/>
                  <a:gd name="connsiteX1" fmla="*/ 48445 w 89563"/>
                  <a:gd name="connsiteY1" fmla="*/ 86 h 162092"/>
                  <a:gd name="connsiteX2" fmla="*/ 219 w 89563"/>
                  <a:gd name="connsiteY2" fmla="*/ 15710 h 162092"/>
                  <a:gd name="connsiteX3" fmla="*/ 219 w 89563"/>
                  <a:gd name="connsiteY3" fmla="*/ 24498 h 162092"/>
                  <a:gd name="connsiteX4" fmla="*/ 35897 w 89563"/>
                  <a:gd name="connsiteY4" fmla="*/ 17662 h 162092"/>
                  <a:gd name="connsiteX5" fmla="*/ 35897 w 89563"/>
                  <a:gd name="connsiteY5" fmla="*/ 142161 h 162092"/>
                  <a:gd name="connsiteX6" fmla="*/ 11291 w 89563"/>
                  <a:gd name="connsiteY6" fmla="*/ 153390 h 162092"/>
                  <a:gd name="connsiteX7" fmla="*/ 1941 w 89563"/>
                  <a:gd name="connsiteY7" fmla="*/ 153390 h 162092"/>
                  <a:gd name="connsiteX8" fmla="*/ 1941 w 89563"/>
                  <a:gd name="connsiteY8" fmla="*/ 162179 h 162092"/>
                  <a:gd name="connsiteX9" fmla="*/ 45739 w 89563"/>
                  <a:gd name="connsiteY9" fmla="*/ 161202 h 162092"/>
                  <a:gd name="connsiteX10" fmla="*/ 89782 w 89563"/>
                  <a:gd name="connsiteY10" fmla="*/ 162179 h 162092"/>
                  <a:gd name="connsiteX11" fmla="*/ 89782 w 89563"/>
                  <a:gd name="connsiteY11" fmla="*/ 153390 h 162092"/>
                  <a:gd name="connsiteX12" fmla="*/ 80432 w 89563"/>
                  <a:gd name="connsiteY12" fmla="*/ 153390 h 162092"/>
                  <a:gd name="connsiteX13" fmla="*/ 55827 w 89563"/>
                  <a:gd name="connsiteY13" fmla="*/ 142161 h 162092"/>
                  <a:gd name="connsiteX14" fmla="*/ 55827 w 89563"/>
                  <a:gd name="connsiteY14" fmla="*/ 6921 h 16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9563" h="162092">
                    <a:moveTo>
                      <a:pt x="55827" y="6921"/>
                    </a:moveTo>
                    <a:cubicBezTo>
                      <a:pt x="55827" y="330"/>
                      <a:pt x="55335" y="86"/>
                      <a:pt x="48445" y="86"/>
                    </a:cubicBezTo>
                    <a:cubicBezTo>
                      <a:pt x="32698" y="15465"/>
                      <a:pt x="10307" y="15710"/>
                      <a:pt x="219" y="15710"/>
                    </a:cubicBezTo>
                    <a:lnTo>
                      <a:pt x="219" y="24498"/>
                    </a:lnTo>
                    <a:cubicBezTo>
                      <a:pt x="6124" y="24498"/>
                      <a:pt x="22364" y="24498"/>
                      <a:pt x="35897" y="17662"/>
                    </a:cubicBezTo>
                    <a:lnTo>
                      <a:pt x="35897" y="142161"/>
                    </a:lnTo>
                    <a:cubicBezTo>
                      <a:pt x="35897" y="150217"/>
                      <a:pt x="35897" y="153390"/>
                      <a:pt x="11291" y="153390"/>
                    </a:cubicBezTo>
                    <a:lnTo>
                      <a:pt x="1941" y="153390"/>
                    </a:lnTo>
                    <a:lnTo>
                      <a:pt x="1941" y="162179"/>
                    </a:lnTo>
                    <a:cubicBezTo>
                      <a:pt x="6370" y="161935"/>
                      <a:pt x="36635" y="161202"/>
                      <a:pt x="45739" y="161202"/>
                    </a:cubicBezTo>
                    <a:cubicBezTo>
                      <a:pt x="53366" y="161202"/>
                      <a:pt x="84369" y="161935"/>
                      <a:pt x="89782" y="162179"/>
                    </a:cubicBezTo>
                    <a:lnTo>
                      <a:pt x="89782" y="153390"/>
                    </a:lnTo>
                    <a:lnTo>
                      <a:pt x="80432" y="153390"/>
                    </a:lnTo>
                    <a:cubicBezTo>
                      <a:pt x="55827" y="153390"/>
                      <a:pt x="55827" y="150217"/>
                      <a:pt x="55827" y="142161"/>
                    </a:cubicBezTo>
                    <a:lnTo>
                      <a:pt x="55827" y="6921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DA56AFE5-6111-DB33-50BE-D46E3E4F09EE}"/>
                  </a:ext>
                </a:extLst>
              </p:cNvPr>
              <p:cNvSpPr/>
              <p:nvPr>
                <p:custDataLst>
                  <p:tags r:id="rId139"/>
                </p:custDataLst>
              </p:nvPr>
            </p:nvSpPr>
            <p:spPr>
              <a:xfrm>
                <a:off x="10501961" y="5172953"/>
                <a:ext cx="467851" cy="488230"/>
              </a:xfrm>
              <a:custGeom>
                <a:avLst/>
                <a:gdLst>
                  <a:gd name="connsiteX0" fmla="*/ 425545 w 467851"/>
                  <a:gd name="connsiteY0" fmla="*/ 488306 h 488230"/>
                  <a:gd name="connsiteX1" fmla="*/ 468077 w 467851"/>
                  <a:gd name="connsiteY1" fmla="*/ 376710 h 488230"/>
                  <a:gd name="connsiteX2" fmla="*/ 459289 w 467851"/>
                  <a:gd name="connsiteY2" fmla="*/ 376710 h 488230"/>
                  <a:gd name="connsiteX3" fmla="*/ 367898 w 467851"/>
                  <a:gd name="connsiteY3" fmla="*/ 447155 h 488230"/>
                  <a:gd name="connsiteX4" fmla="*/ 258580 w 467851"/>
                  <a:gd name="connsiteY4" fmla="*/ 457966 h 488230"/>
                  <a:gd name="connsiteX5" fmla="*/ 46624 w 467851"/>
                  <a:gd name="connsiteY5" fmla="*/ 457966 h 488230"/>
                  <a:gd name="connsiteX6" fmla="*/ 225539 w 467851"/>
                  <a:gd name="connsiteY6" fmla="*/ 249770 h 488230"/>
                  <a:gd name="connsiteX7" fmla="*/ 228703 w 467851"/>
                  <a:gd name="connsiteY7" fmla="*/ 244190 h 488230"/>
                  <a:gd name="connsiteX8" fmla="*/ 226242 w 467851"/>
                  <a:gd name="connsiteY8" fmla="*/ 238959 h 488230"/>
                  <a:gd name="connsiteX9" fmla="*/ 62441 w 467851"/>
                  <a:gd name="connsiteY9" fmla="*/ 16815 h 488230"/>
                  <a:gd name="connsiteX10" fmla="*/ 255065 w 467851"/>
                  <a:gd name="connsiteY10" fmla="*/ 16815 h 488230"/>
                  <a:gd name="connsiteX11" fmla="*/ 337317 w 467851"/>
                  <a:gd name="connsiteY11" fmla="*/ 22394 h 488230"/>
                  <a:gd name="connsiteX12" fmla="*/ 414648 w 467851"/>
                  <a:gd name="connsiteY12" fmla="*/ 48550 h 488230"/>
                  <a:gd name="connsiteX13" fmla="*/ 459289 w 467851"/>
                  <a:gd name="connsiteY13" fmla="*/ 98070 h 488230"/>
                  <a:gd name="connsiteX14" fmla="*/ 468077 w 467851"/>
                  <a:gd name="connsiteY14" fmla="*/ 98070 h 488230"/>
                  <a:gd name="connsiteX15" fmla="*/ 425545 w 467851"/>
                  <a:gd name="connsiteY15" fmla="*/ 75 h 488230"/>
                  <a:gd name="connsiteX16" fmla="*/ 10067 w 467851"/>
                  <a:gd name="connsiteY16" fmla="*/ 75 h 488230"/>
                  <a:gd name="connsiteX17" fmla="*/ 577 w 467851"/>
                  <a:gd name="connsiteY17" fmla="*/ 2516 h 488230"/>
                  <a:gd name="connsiteX18" fmla="*/ 225 w 467851"/>
                  <a:gd name="connsiteY18" fmla="*/ 14025 h 488230"/>
                  <a:gd name="connsiteX19" fmla="*/ 186171 w 467851"/>
                  <a:gd name="connsiteY19" fmla="*/ 266510 h 488230"/>
                  <a:gd name="connsiteX20" fmla="*/ 4092 w 467851"/>
                  <a:gd name="connsiteY20" fmla="*/ 478192 h 488230"/>
                  <a:gd name="connsiteX21" fmla="*/ 577 w 467851"/>
                  <a:gd name="connsiteY21" fmla="*/ 484470 h 488230"/>
                  <a:gd name="connsiteX22" fmla="*/ 10067 w 467851"/>
                  <a:gd name="connsiteY22" fmla="*/ 488306 h 488230"/>
                  <a:gd name="connsiteX23" fmla="*/ 425545 w 467851"/>
                  <a:gd name="connsiteY23" fmla="*/ 488306 h 488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7851" h="488230">
                    <a:moveTo>
                      <a:pt x="425545" y="488306"/>
                    </a:moveTo>
                    <a:lnTo>
                      <a:pt x="468077" y="376710"/>
                    </a:lnTo>
                    <a:lnTo>
                      <a:pt x="459289" y="376710"/>
                    </a:lnTo>
                    <a:cubicBezTo>
                      <a:pt x="445580" y="412979"/>
                      <a:pt x="408321" y="436693"/>
                      <a:pt x="367898" y="447155"/>
                    </a:cubicBezTo>
                    <a:cubicBezTo>
                      <a:pt x="360516" y="448898"/>
                      <a:pt x="326069" y="457966"/>
                      <a:pt x="258580" y="457966"/>
                    </a:cubicBezTo>
                    <a:lnTo>
                      <a:pt x="46624" y="457966"/>
                    </a:lnTo>
                    <a:lnTo>
                      <a:pt x="225539" y="249770"/>
                    </a:lnTo>
                    <a:cubicBezTo>
                      <a:pt x="228000" y="246980"/>
                      <a:pt x="228703" y="245934"/>
                      <a:pt x="228703" y="244190"/>
                    </a:cubicBezTo>
                    <a:cubicBezTo>
                      <a:pt x="228703" y="243493"/>
                      <a:pt x="228703" y="242447"/>
                      <a:pt x="226242" y="238959"/>
                    </a:cubicBezTo>
                    <a:lnTo>
                      <a:pt x="62441" y="16815"/>
                    </a:lnTo>
                    <a:lnTo>
                      <a:pt x="255065" y="16815"/>
                    </a:lnTo>
                    <a:cubicBezTo>
                      <a:pt x="302167" y="16815"/>
                      <a:pt x="334154" y="21697"/>
                      <a:pt x="337317" y="22394"/>
                    </a:cubicBezTo>
                    <a:cubicBezTo>
                      <a:pt x="356298" y="25184"/>
                      <a:pt x="386879" y="31113"/>
                      <a:pt x="414648" y="48550"/>
                    </a:cubicBezTo>
                    <a:cubicBezTo>
                      <a:pt x="423436" y="54129"/>
                      <a:pt x="447338" y="69822"/>
                      <a:pt x="459289" y="98070"/>
                    </a:cubicBezTo>
                    <a:lnTo>
                      <a:pt x="468077" y="98070"/>
                    </a:lnTo>
                    <a:lnTo>
                      <a:pt x="425545" y="75"/>
                    </a:lnTo>
                    <a:lnTo>
                      <a:pt x="10067" y="75"/>
                    </a:lnTo>
                    <a:cubicBezTo>
                      <a:pt x="1983" y="75"/>
                      <a:pt x="1631" y="424"/>
                      <a:pt x="577" y="2516"/>
                    </a:cubicBezTo>
                    <a:cubicBezTo>
                      <a:pt x="225" y="3563"/>
                      <a:pt x="225" y="10189"/>
                      <a:pt x="225" y="14025"/>
                    </a:cubicBezTo>
                    <a:lnTo>
                      <a:pt x="186171" y="266510"/>
                    </a:lnTo>
                    <a:lnTo>
                      <a:pt x="4092" y="478192"/>
                    </a:lnTo>
                    <a:cubicBezTo>
                      <a:pt x="577" y="482377"/>
                      <a:pt x="577" y="484121"/>
                      <a:pt x="577" y="484470"/>
                    </a:cubicBezTo>
                    <a:cubicBezTo>
                      <a:pt x="577" y="488306"/>
                      <a:pt x="3740" y="488306"/>
                      <a:pt x="10067" y="488306"/>
                    </a:cubicBezTo>
                    <a:lnTo>
                      <a:pt x="425545" y="488306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F36A5445-3DA4-BDDB-A339-D49881AC28AB}"/>
                  </a:ext>
                </a:extLst>
              </p:cNvPr>
              <p:cNvSpPr/>
              <p:nvPr>
                <p:custDataLst>
                  <p:tags r:id="rId140"/>
                </p:custDataLst>
              </p:nvPr>
            </p:nvSpPr>
            <p:spPr>
              <a:xfrm>
                <a:off x="11058782" y="5350113"/>
                <a:ext cx="175048" cy="157977"/>
              </a:xfrm>
              <a:custGeom>
                <a:avLst/>
                <a:gdLst>
                  <a:gd name="connsiteX0" fmla="*/ 107450 w 175048"/>
                  <a:gd name="connsiteY0" fmla="*/ 48908 h 157977"/>
                  <a:gd name="connsiteX1" fmla="*/ 142249 w 175048"/>
                  <a:gd name="connsiteY1" fmla="*/ 7757 h 157977"/>
                  <a:gd name="connsiteX2" fmla="*/ 159824 w 175048"/>
                  <a:gd name="connsiteY2" fmla="*/ 12290 h 157977"/>
                  <a:gd name="connsiteX3" fmla="*/ 142952 w 175048"/>
                  <a:gd name="connsiteY3" fmla="*/ 31122 h 157977"/>
                  <a:gd name="connsiteX4" fmla="*/ 156309 w 175048"/>
                  <a:gd name="connsiteY4" fmla="*/ 43328 h 157977"/>
                  <a:gd name="connsiteX5" fmla="*/ 175290 w 175048"/>
                  <a:gd name="connsiteY5" fmla="*/ 23101 h 157977"/>
                  <a:gd name="connsiteX6" fmla="*/ 142600 w 175048"/>
                  <a:gd name="connsiteY6" fmla="*/ 85 h 157977"/>
                  <a:gd name="connsiteX7" fmla="*/ 105692 w 175048"/>
                  <a:gd name="connsiteY7" fmla="*/ 26589 h 157977"/>
                  <a:gd name="connsiteX8" fmla="*/ 67730 w 175048"/>
                  <a:gd name="connsiteY8" fmla="*/ 85 h 157977"/>
                  <a:gd name="connsiteX9" fmla="*/ 11138 w 175048"/>
                  <a:gd name="connsiteY9" fmla="*/ 53790 h 157977"/>
                  <a:gd name="connsiteX10" fmla="*/ 15356 w 175048"/>
                  <a:gd name="connsiteY10" fmla="*/ 57277 h 157977"/>
                  <a:gd name="connsiteX11" fmla="*/ 19925 w 175048"/>
                  <a:gd name="connsiteY11" fmla="*/ 53441 h 157977"/>
                  <a:gd name="connsiteX12" fmla="*/ 67027 w 175048"/>
                  <a:gd name="connsiteY12" fmla="*/ 7757 h 157977"/>
                  <a:gd name="connsiteX13" fmla="*/ 86008 w 175048"/>
                  <a:gd name="connsiteY13" fmla="*/ 31122 h 157977"/>
                  <a:gd name="connsiteX14" fmla="*/ 67027 w 175048"/>
                  <a:gd name="connsiteY14" fmla="*/ 114121 h 157977"/>
                  <a:gd name="connsiteX15" fmla="*/ 33634 w 175048"/>
                  <a:gd name="connsiteY15" fmla="*/ 150390 h 157977"/>
                  <a:gd name="connsiteX16" fmla="*/ 16059 w 175048"/>
                  <a:gd name="connsiteY16" fmla="*/ 145856 h 157977"/>
                  <a:gd name="connsiteX17" fmla="*/ 32579 w 175048"/>
                  <a:gd name="connsiteY17" fmla="*/ 127025 h 157977"/>
                  <a:gd name="connsiteX18" fmla="*/ 19574 w 175048"/>
                  <a:gd name="connsiteY18" fmla="*/ 114819 h 157977"/>
                  <a:gd name="connsiteX19" fmla="*/ 241 w 175048"/>
                  <a:gd name="connsiteY19" fmla="*/ 135046 h 157977"/>
                  <a:gd name="connsiteX20" fmla="*/ 33283 w 175048"/>
                  <a:gd name="connsiteY20" fmla="*/ 158062 h 157977"/>
                  <a:gd name="connsiteX21" fmla="*/ 70190 w 175048"/>
                  <a:gd name="connsiteY21" fmla="*/ 131558 h 157977"/>
                  <a:gd name="connsiteX22" fmla="*/ 108153 w 175048"/>
                  <a:gd name="connsiteY22" fmla="*/ 158062 h 157977"/>
                  <a:gd name="connsiteX23" fmla="*/ 164393 w 175048"/>
                  <a:gd name="connsiteY23" fmla="*/ 104357 h 157977"/>
                  <a:gd name="connsiteX24" fmla="*/ 160175 w 175048"/>
                  <a:gd name="connsiteY24" fmla="*/ 100869 h 157977"/>
                  <a:gd name="connsiteX25" fmla="*/ 155606 w 175048"/>
                  <a:gd name="connsiteY25" fmla="*/ 104705 h 157977"/>
                  <a:gd name="connsiteX26" fmla="*/ 108856 w 175048"/>
                  <a:gd name="connsiteY26" fmla="*/ 150390 h 157977"/>
                  <a:gd name="connsiteX27" fmla="*/ 89523 w 175048"/>
                  <a:gd name="connsiteY27" fmla="*/ 127373 h 157977"/>
                  <a:gd name="connsiteX28" fmla="*/ 95499 w 175048"/>
                  <a:gd name="connsiteY28" fmla="*/ 96685 h 157977"/>
                  <a:gd name="connsiteX29" fmla="*/ 107450 w 175048"/>
                  <a:gd name="connsiteY29" fmla="*/ 48908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5048" h="157977">
                    <a:moveTo>
                      <a:pt x="107450" y="48908"/>
                    </a:moveTo>
                    <a:cubicBezTo>
                      <a:pt x="109559" y="39841"/>
                      <a:pt x="117643" y="7757"/>
                      <a:pt x="142249" y="7757"/>
                    </a:cubicBezTo>
                    <a:cubicBezTo>
                      <a:pt x="144006" y="7757"/>
                      <a:pt x="152442" y="7757"/>
                      <a:pt x="159824" y="12290"/>
                    </a:cubicBezTo>
                    <a:cubicBezTo>
                      <a:pt x="149982" y="14034"/>
                      <a:pt x="142952" y="22753"/>
                      <a:pt x="142952" y="31122"/>
                    </a:cubicBezTo>
                    <a:cubicBezTo>
                      <a:pt x="142952" y="36702"/>
                      <a:pt x="146818" y="43328"/>
                      <a:pt x="156309" y="43328"/>
                    </a:cubicBezTo>
                    <a:cubicBezTo>
                      <a:pt x="164042" y="43328"/>
                      <a:pt x="175290" y="37051"/>
                      <a:pt x="175290" y="23101"/>
                    </a:cubicBezTo>
                    <a:cubicBezTo>
                      <a:pt x="175290" y="4967"/>
                      <a:pt x="154551" y="85"/>
                      <a:pt x="142600" y="85"/>
                    </a:cubicBezTo>
                    <a:cubicBezTo>
                      <a:pt x="122213" y="85"/>
                      <a:pt x="109910" y="18568"/>
                      <a:pt x="105692" y="26589"/>
                    </a:cubicBezTo>
                    <a:cubicBezTo>
                      <a:pt x="96905" y="3572"/>
                      <a:pt x="77923" y="85"/>
                      <a:pt x="67730" y="85"/>
                    </a:cubicBezTo>
                    <a:cubicBezTo>
                      <a:pt x="31173" y="85"/>
                      <a:pt x="11138" y="45072"/>
                      <a:pt x="11138" y="53790"/>
                    </a:cubicBezTo>
                    <a:cubicBezTo>
                      <a:pt x="11138" y="57277"/>
                      <a:pt x="14653" y="57277"/>
                      <a:pt x="15356" y="57277"/>
                    </a:cubicBezTo>
                    <a:cubicBezTo>
                      <a:pt x="18168" y="57277"/>
                      <a:pt x="19222" y="56580"/>
                      <a:pt x="19925" y="53441"/>
                    </a:cubicBezTo>
                    <a:cubicBezTo>
                      <a:pt x="31876" y="16475"/>
                      <a:pt x="55076" y="7757"/>
                      <a:pt x="67027" y="7757"/>
                    </a:cubicBezTo>
                    <a:cubicBezTo>
                      <a:pt x="73705" y="7757"/>
                      <a:pt x="86008" y="10896"/>
                      <a:pt x="86008" y="31122"/>
                    </a:cubicBezTo>
                    <a:cubicBezTo>
                      <a:pt x="86008" y="41933"/>
                      <a:pt x="80033" y="65298"/>
                      <a:pt x="67027" y="114121"/>
                    </a:cubicBezTo>
                    <a:cubicBezTo>
                      <a:pt x="61403" y="135743"/>
                      <a:pt x="49100" y="150390"/>
                      <a:pt x="33634" y="150390"/>
                    </a:cubicBezTo>
                    <a:cubicBezTo>
                      <a:pt x="31525" y="150390"/>
                      <a:pt x="23440" y="150390"/>
                      <a:pt x="16059" y="145856"/>
                    </a:cubicBezTo>
                    <a:cubicBezTo>
                      <a:pt x="24846" y="144113"/>
                      <a:pt x="32579" y="136789"/>
                      <a:pt x="32579" y="127025"/>
                    </a:cubicBezTo>
                    <a:cubicBezTo>
                      <a:pt x="32579" y="117609"/>
                      <a:pt x="24846" y="114819"/>
                      <a:pt x="19574" y="114819"/>
                    </a:cubicBezTo>
                    <a:cubicBezTo>
                      <a:pt x="9029" y="114819"/>
                      <a:pt x="241" y="123886"/>
                      <a:pt x="241" y="135046"/>
                    </a:cubicBezTo>
                    <a:cubicBezTo>
                      <a:pt x="241" y="151087"/>
                      <a:pt x="17816" y="158062"/>
                      <a:pt x="33283" y="158062"/>
                    </a:cubicBezTo>
                    <a:cubicBezTo>
                      <a:pt x="56482" y="158062"/>
                      <a:pt x="69136" y="133651"/>
                      <a:pt x="70190" y="131558"/>
                    </a:cubicBezTo>
                    <a:cubicBezTo>
                      <a:pt x="74408" y="144461"/>
                      <a:pt x="87063" y="158062"/>
                      <a:pt x="108153" y="158062"/>
                    </a:cubicBezTo>
                    <a:cubicBezTo>
                      <a:pt x="144358" y="158062"/>
                      <a:pt x="164393" y="113075"/>
                      <a:pt x="164393" y="104357"/>
                    </a:cubicBezTo>
                    <a:cubicBezTo>
                      <a:pt x="164393" y="100869"/>
                      <a:pt x="161230" y="100869"/>
                      <a:pt x="160175" y="100869"/>
                    </a:cubicBezTo>
                    <a:cubicBezTo>
                      <a:pt x="157012" y="100869"/>
                      <a:pt x="156309" y="102264"/>
                      <a:pt x="155606" y="104705"/>
                    </a:cubicBezTo>
                    <a:cubicBezTo>
                      <a:pt x="144006" y="142020"/>
                      <a:pt x="120104" y="150390"/>
                      <a:pt x="108856" y="150390"/>
                    </a:cubicBezTo>
                    <a:cubicBezTo>
                      <a:pt x="95147" y="150390"/>
                      <a:pt x="89523" y="139230"/>
                      <a:pt x="89523" y="127373"/>
                    </a:cubicBezTo>
                    <a:cubicBezTo>
                      <a:pt x="89523" y="119701"/>
                      <a:pt x="91632" y="112029"/>
                      <a:pt x="95499" y="96685"/>
                    </a:cubicBezTo>
                    <a:lnTo>
                      <a:pt x="107450" y="48908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47FB3138-DF16-4691-8F1B-77E40912EDE2}"/>
                  </a:ext>
                </a:extLst>
              </p:cNvPr>
              <p:cNvSpPr/>
              <p:nvPr>
                <p:custDataLst>
                  <p:tags r:id="rId141"/>
                </p:custDataLst>
              </p:nvPr>
            </p:nvSpPr>
            <p:spPr>
              <a:xfrm>
                <a:off x="11366804" y="5376268"/>
                <a:ext cx="233749" cy="81604"/>
              </a:xfrm>
              <a:custGeom>
                <a:avLst/>
                <a:gdLst>
                  <a:gd name="connsiteX0" fmla="*/ 222048 w 233749"/>
                  <a:gd name="connsiteY0" fmla="*/ 14034 h 81604"/>
                  <a:gd name="connsiteX1" fmla="*/ 234000 w 233749"/>
                  <a:gd name="connsiteY1" fmla="*/ 7059 h 81604"/>
                  <a:gd name="connsiteX2" fmla="*/ 222400 w 233749"/>
                  <a:gd name="connsiteY2" fmla="*/ 85 h 81604"/>
                  <a:gd name="connsiteX3" fmla="*/ 11849 w 233749"/>
                  <a:gd name="connsiteY3" fmla="*/ 85 h 81604"/>
                  <a:gd name="connsiteX4" fmla="*/ 250 w 233749"/>
                  <a:gd name="connsiteY4" fmla="*/ 7059 h 81604"/>
                  <a:gd name="connsiteX5" fmla="*/ 12201 w 233749"/>
                  <a:gd name="connsiteY5" fmla="*/ 14034 h 81604"/>
                  <a:gd name="connsiteX6" fmla="*/ 222048 w 233749"/>
                  <a:gd name="connsiteY6" fmla="*/ 14034 h 81604"/>
                  <a:gd name="connsiteX7" fmla="*/ 222400 w 233749"/>
                  <a:gd name="connsiteY7" fmla="*/ 81689 h 81604"/>
                  <a:gd name="connsiteX8" fmla="*/ 234000 w 233749"/>
                  <a:gd name="connsiteY8" fmla="*/ 74714 h 81604"/>
                  <a:gd name="connsiteX9" fmla="*/ 222048 w 233749"/>
                  <a:gd name="connsiteY9" fmla="*/ 67739 h 81604"/>
                  <a:gd name="connsiteX10" fmla="*/ 12201 w 233749"/>
                  <a:gd name="connsiteY10" fmla="*/ 67739 h 81604"/>
                  <a:gd name="connsiteX11" fmla="*/ 250 w 233749"/>
                  <a:gd name="connsiteY11" fmla="*/ 74714 h 81604"/>
                  <a:gd name="connsiteX12" fmla="*/ 11849 w 233749"/>
                  <a:gd name="connsiteY12" fmla="*/ 81689 h 81604"/>
                  <a:gd name="connsiteX13" fmla="*/ 222400 w 233749"/>
                  <a:gd name="connsiteY13" fmla="*/ 81689 h 8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3749" h="81604">
                    <a:moveTo>
                      <a:pt x="222048" y="14034"/>
                    </a:moveTo>
                    <a:cubicBezTo>
                      <a:pt x="227321" y="14034"/>
                      <a:pt x="234000" y="14034"/>
                      <a:pt x="234000" y="7059"/>
                    </a:cubicBezTo>
                    <a:cubicBezTo>
                      <a:pt x="234000" y="85"/>
                      <a:pt x="227321" y="85"/>
                      <a:pt x="222400" y="85"/>
                    </a:cubicBezTo>
                    <a:lnTo>
                      <a:pt x="11849" y="85"/>
                    </a:lnTo>
                    <a:cubicBezTo>
                      <a:pt x="6928" y="85"/>
                      <a:pt x="250" y="85"/>
                      <a:pt x="250" y="7059"/>
                    </a:cubicBezTo>
                    <a:cubicBezTo>
                      <a:pt x="250" y="14034"/>
                      <a:pt x="6928" y="14034"/>
                      <a:pt x="12201" y="14034"/>
                    </a:cubicBezTo>
                    <a:lnTo>
                      <a:pt x="222048" y="14034"/>
                    </a:lnTo>
                    <a:close/>
                    <a:moveTo>
                      <a:pt x="222400" y="81689"/>
                    </a:moveTo>
                    <a:cubicBezTo>
                      <a:pt x="227321" y="81689"/>
                      <a:pt x="234000" y="81689"/>
                      <a:pt x="234000" y="74714"/>
                    </a:cubicBezTo>
                    <a:cubicBezTo>
                      <a:pt x="234000" y="67739"/>
                      <a:pt x="227321" y="67739"/>
                      <a:pt x="222048" y="67739"/>
                    </a:cubicBezTo>
                    <a:lnTo>
                      <a:pt x="12201" y="67739"/>
                    </a:lnTo>
                    <a:cubicBezTo>
                      <a:pt x="6928" y="67739"/>
                      <a:pt x="250" y="67739"/>
                      <a:pt x="250" y="74714"/>
                    </a:cubicBezTo>
                    <a:cubicBezTo>
                      <a:pt x="250" y="81689"/>
                      <a:pt x="6928" y="81689"/>
                      <a:pt x="11849" y="81689"/>
                    </a:cubicBezTo>
                    <a:lnTo>
                      <a:pt x="222400" y="81689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1406636E-49CC-C40F-65CE-34773DA79A4F}"/>
                  </a:ext>
                </a:extLst>
              </p:cNvPr>
              <p:cNvSpPr/>
              <p:nvPr>
                <p:custDataLst>
                  <p:tags r:id="rId142"/>
                </p:custDataLst>
              </p:nvPr>
            </p:nvSpPr>
            <p:spPr>
              <a:xfrm>
                <a:off x="11737834" y="5172953"/>
                <a:ext cx="467851" cy="488230"/>
              </a:xfrm>
              <a:custGeom>
                <a:avLst/>
                <a:gdLst>
                  <a:gd name="connsiteX0" fmla="*/ 425580 w 467851"/>
                  <a:gd name="connsiteY0" fmla="*/ 488306 h 488230"/>
                  <a:gd name="connsiteX1" fmla="*/ 468112 w 467851"/>
                  <a:gd name="connsiteY1" fmla="*/ 376710 h 488230"/>
                  <a:gd name="connsiteX2" fmla="*/ 459324 w 467851"/>
                  <a:gd name="connsiteY2" fmla="*/ 376710 h 488230"/>
                  <a:gd name="connsiteX3" fmla="*/ 367933 w 467851"/>
                  <a:gd name="connsiteY3" fmla="*/ 447155 h 488230"/>
                  <a:gd name="connsiteX4" fmla="*/ 258615 w 467851"/>
                  <a:gd name="connsiteY4" fmla="*/ 457966 h 488230"/>
                  <a:gd name="connsiteX5" fmla="*/ 46659 w 467851"/>
                  <a:gd name="connsiteY5" fmla="*/ 457966 h 488230"/>
                  <a:gd name="connsiteX6" fmla="*/ 225574 w 467851"/>
                  <a:gd name="connsiteY6" fmla="*/ 249770 h 488230"/>
                  <a:gd name="connsiteX7" fmla="*/ 228738 w 467851"/>
                  <a:gd name="connsiteY7" fmla="*/ 244190 h 488230"/>
                  <a:gd name="connsiteX8" fmla="*/ 226277 w 467851"/>
                  <a:gd name="connsiteY8" fmla="*/ 238959 h 488230"/>
                  <a:gd name="connsiteX9" fmla="*/ 62476 w 467851"/>
                  <a:gd name="connsiteY9" fmla="*/ 16815 h 488230"/>
                  <a:gd name="connsiteX10" fmla="*/ 255100 w 467851"/>
                  <a:gd name="connsiteY10" fmla="*/ 16815 h 488230"/>
                  <a:gd name="connsiteX11" fmla="*/ 337352 w 467851"/>
                  <a:gd name="connsiteY11" fmla="*/ 22394 h 488230"/>
                  <a:gd name="connsiteX12" fmla="*/ 414683 w 467851"/>
                  <a:gd name="connsiteY12" fmla="*/ 48550 h 488230"/>
                  <a:gd name="connsiteX13" fmla="*/ 459324 w 467851"/>
                  <a:gd name="connsiteY13" fmla="*/ 98070 h 488230"/>
                  <a:gd name="connsiteX14" fmla="*/ 468112 w 467851"/>
                  <a:gd name="connsiteY14" fmla="*/ 98070 h 488230"/>
                  <a:gd name="connsiteX15" fmla="*/ 425580 w 467851"/>
                  <a:gd name="connsiteY15" fmla="*/ 75 h 488230"/>
                  <a:gd name="connsiteX16" fmla="*/ 10102 w 467851"/>
                  <a:gd name="connsiteY16" fmla="*/ 75 h 488230"/>
                  <a:gd name="connsiteX17" fmla="*/ 612 w 467851"/>
                  <a:gd name="connsiteY17" fmla="*/ 2516 h 488230"/>
                  <a:gd name="connsiteX18" fmla="*/ 260 w 467851"/>
                  <a:gd name="connsiteY18" fmla="*/ 14025 h 488230"/>
                  <a:gd name="connsiteX19" fmla="*/ 186206 w 467851"/>
                  <a:gd name="connsiteY19" fmla="*/ 266510 h 488230"/>
                  <a:gd name="connsiteX20" fmla="*/ 4127 w 467851"/>
                  <a:gd name="connsiteY20" fmla="*/ 478192 h 488230"/>
                  <a:gd name="connsiteX21" fmla="*/ 612 w 467851"/>
                  <a:gd name="connsiteY21" fmla="*/ 484470 h 488230"/>
                  <a:gd name="connsiteX22" fmla="*/ 10102 w 467851"/>
                  <a:gd name="connsiteY22" fmla="*/ 488306 h 488230"/>
                  <a:gd name="connsiteX23" fmla="*/ 425580 w 467851"/>
                  <a:gd name="connsiteY23" fmla="*/ 488306 h 488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7851" h="488230">
                    <a:moveTo>
                      <a:pt x="425580" y="488306"/>
                    </a:moveTo>
                    <a:lnTo>
                      <a:pt x="468112" y="376710"/>
                    </a:lnTo>
                    <a:lnTo>
                      <a:pt x="459324" y="376710"/>
                    </a:lnTo>
                    <a:cubicBezTo>
                      <a:pt x="445615" y="412979"/>
                      <a:pt x="408356" y="436693"/>
                      <a:pt x="367933" y="447155"/>
                    </a:cubicBezTo>
                    <a:cubicBezTo>
                      <a:pt x="360551" y="448898"/>
                      <a:pt x="326104" y="457966"/>
                      <a:pt x="258615" y="457966"/>
                    </a:cubicBezTo>
                    <a:lnTo>
                      <a:pt x="46659" y="457966"/>
                    </a:lnTo>
                    <a:lnTo>
                      <a:pt x="225574" y="249770"/>
                    </a:lnTo>
                    <a:cubicBezTo>
                      <a:pt x="228035" y="246980"/>
                      <a:pt x="228738" y="245934"/>
                      <a:pt x="228738" y="244190"/>
                    </a:cubicBezTo>
                    <a:cubicBezTo>
                      <a:pt x="228738" y="243493"/>
                      <a:pt x="228738" y="242447"/>
                      <a:pt x="226277" y="238959"/>
                    </a:cubicBezTo>
                    <a:lnTo>
                      <a:pt x="62476" y="16815"/>
                    </a:lnTo>
                    <a:lnTo>
                      <a:pt x="255100" y="16815"/>
                    </a:lnTo>
                    <a:cubicBezTo>
                      <a:pt x="302202" y="16815"/>
                      <a:pt x="334189" y="21697"/>
                      <a:pt x="337352" y="22394"/>
                    </a:cubicBezTo>
                    <a:cubicBezTo>
                      <a:pt x="356333" y="25184"/>
                      <a:pt x="386914" y="31113"/>
                      <a:pt x="414683" y="48550"/>
                    </a:cubicBezTo>
                    <a:cubicBezTo>
                      <a:pt x="423471" y="54129"/>
                      <a:pt x="447373" y="69822"/>
                      <a:pt x="459324" y="98070"/>
                    </a:cubicBezTo>
                    <a:lnTo>
                      <a:pt x="468112" y="98070"/>
                    </a:lnTo>
                    <a:lnTo>
                      <a:pt x="425580" y="75"/>
                    </a:lnTo>
                    <a:lnTo>
                      <a:pt x="10102" y="75"/>
                    </a:lnTo>
                    <a:cubicBezTo>
                      <a:pt x="2018" y="75"/>
                      <a:pt x="1666" y="424"/>
                      <a:pt x="612" y="2516"/>
                    </a:cubicBezTo>
                    <a:cubicBezTo>
                      <a:pt x="260" y="3563"/>
                      <a:pt x="260" y="10189"/>
                      <a:pt x="260" y="14025"/>
                    </a:cubicBezTo>
                    <a:lnTo>
                      <a:pt x="186206" y="266510"/>
                    </a:lnTo>
                    <a:lnTo>
                      <a:pt x="4127" y="478192"/>
                    </a:lnTo>
                    <a:cubicBezTo>
                      <a:pt x="612" y="482377"/>
                      <a:pt x="612" y="484121"/>
                      <a:pt x="612" y="484470"/>
                    </a:cubicBezTo>
                    <a:cubicBezTo>
                      <a:pt x="612" y="488306"/>
                      <a:pt x="3775" y="488306"/>
                      <a:pt x="10102" y="488306"/>
                    </a:cubicBezTo>
                    <a:lnTo>
                      <a:pt x="425580" y="488306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14C26E64-C299-F6A7-1EFA-1C279A9F2600}"/>
                  </a:ext>
                </a:extLst>
              </p:cNvPr>
              <p:cNvSpPr/>
              <p:nvPr>
                <p:custDataLst>
                  <p:tags r:id="rId143"/>
                </p:custDataLst>
              </p:nvPr>
            </p:nvSpPr>
            <p:spPr>
              <a:xfrm>
                <a:off x="12294655" y="5350113"/>
                <a:ext cx="162043" cy="225632"/>
              </a:xfrm>
              <a:custGeom>
                <a:avLst/>
                <a:gdLst>
                  <a:gd name="connsiteX0" fmla="*/ 160913 w 162043"/>
                  <a:gd name="connsiteY0" fmla="*/ 21358 h 225632"/>
                  <a:gd name="connsiteX1" fmla="*/ 162319 w 162043"/>
                  <a:gd name="connsiteY1" fmla="*/ 13337 h 225632"/>
                  <a:gd name="connsiteX2" fmla="*/ 152126 w 162043"/>
                  <a:gd name="connsiteY2" fmla="*/ 3921 h 225632"/>
                  <a:gd name="connsiteX3" fmla="*/ 139823 w 162043"/>
                  <a:gd name="connsiteY3" fmla="*/ 11244 h 225632"/>
                  <a:gd name="connsiteX4" fmla="*/ 134902 w 162043"/>
                  <a:gd name="connsiteY4" fmla="*/ 30076 h 225632"/>
                  <a:gd name="connsiteX5" fmla="*/ 127872 w 162043"/>
                  <a:gd name="connsiteY5" fmla="*/ 57975 h 225632"/>
                  <a:gd name="connsiteX6" fmla="*/ 112054 w 162043"/>
                  <a:gd name="connsiteY6" fmla="*/ 120747 h 225632"/>
                  <a:gd name="connsiteX7" fmla="*/ 72334 w 162043"/>
                  <a:gd name="connsiteY7" fmla="*/ 150390 h 225632"/>
                  <a:gd name="connsiteX8" fmla="*/ 50541 w 162043"/>
                  <a:gd name="connsiteY8" fmla="*/ 122142 h 225632"/>
                  <a:gd name="connsiteX9" fmla="*/ 68468 w 162043"/>
                  <a:gd name="connsiteY9" fmla="*/ 53790 h 225632"/>
                  <a:gd name="connsiteX10" fmla="*/ 75498 w 162043"/>
                  <a:gd name="connsiteY10" fmla="*/ 28681 h 225632"/>
                  <a:gd name="connsiteX11" fmla="*/ 46675 w 162043"/>
                  <a:gd name="connsiteY11" fmla="*/ 85 h 225632"/>
                  <a:gd name="connsiteX12" fmla="*/ 276 w 162043"/>
                  <a:gd name="connsiteY12" fmla="*/ 53790 h 225632"/>
                  <a:gd name="connsiteX13" fmla="*/ 4494 w 162043"/>
                  <a:gd name="connsiteY13" fmla="*/ 57277 h 225632"/>
                  <a:gd name="connsiteX14" fmla="*/ 10118 w 162043"/>
                  <a:gd name="connsiteY14" fmla="*/ 51000 h 225632"/>
                  <a:gd name="connsiteX15" fmla="*/ 45620 w 162043"/>
                  <a:gd name="connsiteY15" fmla="*/ 7757 h 225632"/>
                  <a:gd name="connsiteX16" fmla="*/ 54408 w 162043"/>
                  <a:gd name="connsiteY16" fmla="*/ 18916 h 225632"/>
                  <a:gd name="connsiteX17" fmla="*/ 48432 w 162043"/>
                  <a:gd name="connsiteY17" fmla="*/ 43328 h 225632"/>
                  <a:gd name="connsiteX18" fmla="*/ 28045 w 162043"/>
                  <a:gd name="connsiteY18" fmla="*/ 116563 h 225632"/>
                  <a:gd name="connsiteX19" fmla="*/ 70928 w 162043"/>
                  <a:gd name="connsiteY19" fmla="*/ 158062 h 225632"/>
                  <a:gd name="connsiteX20" fmla="*/ 106430 w 162043"/>
                  <a:gd name="connsiteY20" fmla="*/ 142369 h 225632"/>
                  <a:gd name="connsiteX21" fmla="*/ 83583 w 162043"/>
                  <a:gd name="connsiteY21" fmla="*/ 196074 h 225632"/>
                  <a:gd name="connsiteX22" fmla="*/ 44917 w 162043"/>
                  <a:gd name="connsiteY22" fmla="*/ 218045 h 225632"/>
                  <a:gd name="connsiteX23" fmla="*/ 18203 w 162043"/>
                  <a:gd name="connsiteY23" fmla="*/ 203398 h 225632"/>
                  <a:gd name="connsiteX24" fmla="*/ 33318 w 162043"/>
                  <a:gd name="connsiteY24" fmla="*/ 199213 h 225632"/>
                  <a:gd name="connsiteX25" fmla="*/ 40348 w 162043"/>
                  <a:gd name="connsiteY25" fmla="*/ 184915 h 225632"/>
                  <a:gd name="connsiteX26" fmla="*/ 27342 w 162043"/>
                  <a:gd name="connsiteY26" fmla="*/ 172709 h 225632"/>
                  <a:gd name="connsiteX27" fmla="*/ 7658 w 162043"/>
                  <a:gd name="connsiteY27" fmla="*/ 195377 h 225632"/>
                  <a:gd name="connsiteX28" fmla="*/ 44917 w 162043"/>
                  <a:gd name="connsiteY28" fmla="*/ 225717 h 225632"/>
                  <a:gd name="connsiteX29" fmla="*/ 127169 w 162043"/>
                  <a:gd name="connsiteY29" fmla="*/ 154575 h 225632"/>
                  <a:gd name="connsiteX30" fmla="*/ 160913 w 162043"/>
                  <a:gd name="connsiteY30" fmla="*/ 21358 h 225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2043" h="225632">
                    <a:moveTo>
                      <a:pt x="160913" y="21358"/>
                    </a:moveTo>
                    <a:cubicBezTo>
                      <a:pt x="162319" y="16475"/>
                      <a:pt x="162319" y="15778"/>
                      <a:pt x="162319" y="13337"/>
                    </a:cubicBezTo>
                    <a:cubicBezTo>
                      <a:pt x="162319" y="7059"/>
                      <a:pt x="157398" y="3921"/>
                      <a:pt x="152126" y="3921"/>
                    </a:cubicBezTo>
                    <a:cubicBezTo>
                      <a:pt x="148611" y="3921"/>
                      <a:pt x="142987" y="6013"/>
                      <a:pt x="139823" y="11244"/>
                    </a:cubicBezTo>
                    <a:cubicBezTo>
                      <a:pt x="139120" y="12988"/>
                      <a:pt x="136308" y="23799"/>
                      <a:pt x="134902" y="30076"/>
                    </a:cubicBezTo>
                    <a:cubicBezTo>
                      <a:pt x="132442" y="39143"/>
                      <a:pt x="129981" y="48559"/>
                      <a:pt x="127872" y="57975"/>
                    </a:cubicBezTo>
                    <a:lnTo>
                      <a:pt x="112054" y="120747"/>
                    </a:lnTo>
                    <a:cubicBezTo>
                      <a:pt x="110648" y="125978"/>
                      <a:pt x="95534" y="150390"/>
                      <a:pt x="72334" y="150390"/>
                    </a:cubicBezTo>
                    <a:cubicBezTo>
                      <a:pt x="54408" y="150390"/>
                      <a:pt x="50541" y="135046"/>
                      <a:pt x="50541" y="122142"/>
                    </a:cubicBezTo>
                    <a:cubicBezTo>
                      <a:pt x="50541" y="106100"/>
                      <a:pt x="56517" y="84479"/>
                      <a:pt x="68468" y="53790"/>
                    </a:cubicBezTo>
                    <a:cubicBezTo>
                      <a:pt x="74092" y="39492"/>
                      <a:pt x="75498" y="35656"/>
                      <a:pt x="75498" y="28681"/>
                    </a:cubicBezTo>
                    <a:cubicBezTo>
                      <a:pt x="75498" y="12988"/>
                      <a:pt x="64250" y="85"/>
                      <a:pt x="46675" y="85"/>
                    </a:cubicBezTo>
                    <a:cubicBezTo>
                      <a:pt x="13282" y="85"/>
                      <a:pt x="276" y="50651"/>
                      <a:pt x="276" y="53790"/>
                    </a:cubicBezTo>
                    <a:cubicBezTo>
                      <a:pt x="276" y="57277"/>
                      <a:pt x="3791" y="57277"/>
                      <a:pt x="4494" y="57277"/>
                    </a:cubicBezTo>
                    <a:cubicBezTo>
                      <a:pt x="8009" y="57277"/>
                      <a:pt x="8361" y="56580"/>
                      <a:pt x="10118" y="51000"/>
                    </a:cubicBezTo>
                    <a:cubicBezTo>
                      <a:pt x="19609" y="18219"/>
                      <a:pt x="33669" y="7757"/>
                      <a:pt x="45620" y="7757"/>
                    </a:cubicBezTo>
                    <a:cubicBezTo>
                      <a:pt x="48432" y="7757"/>
                      <a:pt x="54408" y="7757"/>
                      <a:pt x="54408" y="18916"/>
                    </a:cubicBezTo>
                    <a:cubicBezTo>
                      <a:pt x="54408" y="27635"/>
                      <a:pt x="50893" y="36702"/>
                      <a:pt x="48432" y="43328"/>
                    </a:cubicBezTo>
                    <a:cubicBezTo>
                      <a:pt x="34372" y="80294"/>
                      <a:pt x="28045" y="100172"/>
                      <a:pt x="28045" y="116563"/>
                    </a:cubicBezTo>
                    <a:cubicBezTo>
                      <a:pt x="28045" y="147600"/>
                      <a:pt x="50190" y="158062"/>
                      <a:pt x="70928" y="158062"/>
                    </a:cubicBezTo>
                    <a:cubicBezTo>
                      <a:pt x="84637" y="158062"/>
                      <a:pt x="96588" y="152134"/>
                      <a:pt x="106430" y="142369"/>
                    </a:cubicBezTo>
                    <a:cubicBezTo>
                      <a:pt x="101861" y="160503"/>
                      <a:pt x="97643" y="177591"/>
                      <a:pt x="83583" y="196074"/>
                    </a:cubicBezTo>
                    <a:cubicBezTo>
                      <a:pt x="74443" y="207931"/>
                      <a:pt x="61086" y="218045"/>
                      <a:pt x="44917" y="218045"/>
                    </a:cubicBezTo>
                    <a:cubicBezTo>
                      <a:pt x="39996" y="218045"/>
                      <a:pt x="24178" y="216998"/>
                      <a:pt x="18203" y="203398"/>
                    </a:cubicBezTo>
                    <a:cubicBezTo>
                      <a:pt x="23827" y="203398"/>
                      <a:pt x="28396" y="203398"/>
                      <a:pt x="33318" y="199213"/>
                    </a:cubicBezTo>
                    <a:cubicBezTo>
                      <a:pt x="36833" y="196074"/>
                      <a:pt x="40348" y="191541"/>
                      <a:pt x="40348" y="184915"/>
                    </a:cubicBezTo>
                    <a:cubicBezTo>
                      <a:pt x="40348" y="174104"/>
                      <a:pt x="30857" y="172709"/>
                      <a:pt x="27342" y="172709"/>
                    </a:cubicBezTo>
                    <a:cubicBezTo>
                      <a:pt x="19257" y="172709"/>
                      <a:pt x="7658" y="178289"/>
                      <a:pt x="7658" y="195377"/>
                    </a:cubicBezTo>
                    <a:cubicBezTo>
                      <a:pt x="7658" y="212814"/>
                      <a:pt x="23124" y="225717"/>
                      <a:pt x="44917" y="225717"/>
                    </a:cubicBezTo>
                    <a:cubicBezTo>
                      <a:pt x="81122" y="225717"/>
                      <a:pt x="117327" y="193982"/>
                      <a:pt x="127169" y="154575"/>
                    </a:cubicBezTo>
                    <a:lnTo>
                      <a:pt x="160913" y="21358"/>
                    </a:lnTo>
                    <a:close/>
                  </a:path>
                </a:pathLst>
              </a:custGeom>
              <a:solidFill>
                <a:srgbClr val="FFFFFF"/>
              </a:solidFill>
              <a:ln w="35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  <p:sp>
          <p:nvSpPr>
            <p:cNvPr id="193" name="Arrow: Right 192">
              <a:extLst>
                <a:ext uri="{FF2B5EF4-FFF2-40B4-BE49-F238E27FC236}">
                  <a16:creationId xmlns:a16="http://schemas.microsoft.com/office/drawing/2014/main" id="{9399C771-DAAE-033D-2C33-5620733ED96F}"/>
                </a:ext>
              </a:extLst>
            </p:cNvPr>
            <p:cNvSpPr/>
            <p:nvPr/>
          </p:nvSpPr>
          <p:spPr>
            <a:xfrm>
              <a:off x="7207864" y="2374746"/>
              <a:ext cx="497535" cy="418747"/>
            </a:xfrm>
            <a:prstGeom prst="rightArrow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C15508AB-6BCE-3A90-5CA4-8F4C296046F3}"/>
              </a:ext>
            </a:extLst>
          </p:cNvPr>
          <p:cNvGrpSpPr/>
          <p:nvPr/>
        </p:nvGrpSpPr>
        <p:grpSpPr>
          <a:xfrm>
            <a:off x="1499016" y="2648917"/>
            <a:ext cx="10398747" cy="972677"/>
            <a:chOff x="1499016" y="2590297"/>
            <a:chExt cx="10398747" cy="972677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9A06A9DD-3573-3360-A0EB-65D08A47514F}"/>
                </a:ext>
              </a:extLst>
            </p:cNvPr>
            <p:cNvGrpSpPr>
              <a:grpSpLocks noChangeAspect="1"/>
            </p:cNvGrpSpPr>
            <p:nvPr>
              <p:custDataLst>
                <p:tags r:id="rId85"/>
              </p:custDataLst>
            </p:nvPr>
          </p:nvGrpSpPr>
          <p:grpSpPr>
            <a:xfrm>
              <a:off x="1499016" y="2590297"/>
              <a:ext cx="5201496" cy="972677"/>
              <a:chOff x="7496812" y="5716874"/>
              <a:chExt cx="5201496" cy="972677"/>
            </a:xfrm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FCC2F48D-BD04-D555-C04A-E69E8C9FE58E}"/>
                  </a:ext>
                </a:extLst>
              </p:cNvPr>
              <p:cNvSpPr/>
              <p:nvPr>
                <p:custDataLst>
                  <p:tags r:id="rId101"/>
                </p:custDataLst>
              </p:nvPr>
            </p:nvSpPr>
            <p:spPr>
              <a:xfrm>
                <a:off x="7548215" y="5775753"/>
                <a:ext cx="186346" cy="261452"/>
              </a:xfrm>
              <a:custGeom>
                <a:avLst/>
                <a:gdLst>
                  <a:gd name="connsiteX0" fmla="*/ 150019 w 186346"/>
                  <a:gd name="connsiteY0" fmla="*/ 133644 h 261452"/>
                  <a:gd name="connsiteX1" fmla="*/ 104318 w 186346"/>
                  <a:gd name="connsiteY1" fmla="*/ 91840 h 261452"/>
                  <a:gd name="connsiteX2" fmla="*/ 32046 w 186346"/>
                  <a:gd name="connsiteY2" fmla="*/ 125141 h 261452"/>
                  <a:gd name="connsiteX3" fmla="*/ 162 w 186346"/>
                  <a:gd name="connsiteY3" fmla="*/ 198475 h 261452"/>
                  <a:gd name="connsiteX4" fmla="*/ 65348 w 186346"/>
                  <a:gd name="connsiteY4" fmla="*/ 261536 h 261452"/>
                  <a:gd name="connsiteX5" fmla="*/ 186509 w 186346"/>
                  <a:gd name="connsiteY5" fmla="*/ 91840 h 261452"/>
                  <a:gd name="connsiteX6" fmla="*/ 109986 w 186346"/>
                  <a:gd name="connsiteY6" fmla="*/ 83 h 261452"/>
                  <a:gd name="connsiteX7" fmla="*/ 42320 w 186346"/>
                  <a:gd name="connsiteY7" fmla="*/ 56058 h 261452"/>
                  <a:gd name="connsiteX8" fmla="*/ 55782 w 186346"/>
                  <a:gd name="connsiteY8" fmla="*/ 68458 h 261452"/>
                  <a:gd name="connsiteX9" fmla="*/ 74913 w 186346"/>
                  <a:gd name="connsiteY9" fmla="*/ 49681 h 261452"/>
                  <a:gd name="connsiteX10" fmla="*/ 58262 w 186346"/>
                  <a:gd name="connsiteY10" fmla="*/ 37282 h 261452"/>
                  <a:gd name="connsiteX11" fmla="*/ 109277 w 186346"/>
                  <a:gd name="connsiteY11" fmla="*/ 8940 h 261452"/>
                  <a:gd name="connsiteX12" fmla="*/ 159938 w 186346"/>
                  <a:gd name="connsiteY12" fmla="*/ 73063 h 261452"/>
                  <a:gd name="connsiteX13" fmla="*/ 150373 w 186346"/>
                  <a:gd name="connsiteY13" fmla="*/ 133644 h 261452"/>
                  <a:gd name="connsiteX14" fmla="*/ 150019 w 186346"/>
                  <a:gd name="connsiteY14" fmla="*/ 133644 h 261452"/>
                  <a:gd name="connsiteX15" fmla="*/ 66410 w 186346"/>
                  <a:gd name="connsiteY15" fmla="*/ 251616 h 261452"/>
                  <a:gd name="connsiteX16" fmla="*/ 27441 w 186346"/>
                  <a:gd name="connsiteY16" fmla="*/ 211584 h 261452"/>
                  <a:gd name="connsiteX17" fmla="*/ 50823 w 186346"/>
                  <a:gd name="connsiteY17" fmla="*/ 131164 h 261452"/>
                  <a:gd name="connsiteX18" fmla="*/ 104318 w 186346"/>
                  <a:gd name="connsiteY18" fmla="*/ 99634 h 261452"/>
                  <a:gd name="connsiteX19" fmla="*/ 143642 w 186346"/>
                  <a:gd name="connsiteY19" fmla="*/ 146398 h 261452"/>
                  <a:gd name="connsiteX20" fmla="*/ 66410 w 186346"/>
                  <a:gd name="connsiteY20" fmla="*/ 251616 h 26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6346" h="261452">
                    <a:moveTo>
                      <a:pt x="150019" y="133644"/>
                    </a:moveTo>
                    <a:cubicBezTo>
                      <a:pt x="146476" y="111679"/>
                      <a:pt x="131951" y="91840"/>
                      <a:pt x="104318" y="91840"/>
                    </a:cubicBezTo>
                    <a:cubicBezTo>
                      <a:pt x="82707" y="91840"/>
                      <a:pt x="59679" y="97508"/>
                      <a:pt x="32046" y="125141"/>
                    </a:cubicBezTo>
                    <a:cubicBezTo>
                      <a:pt x="2642" y="154546"/>
                      <a:pt x="162" y="187493"/>
                      <a:pt x="162" y="198475"/>
                    </a:cubicBezTo>
                    <a:cubicBezTo>
                      <a:pt x="162" y="220440"/>
                      <a:pt x="15750" y="261536"/>
                      <a:pt x="65348" y="261536"/>
                    </a:cubicBezTo>
                    <a:cubicBezTo>
                      <a:pt x="149664" y="261536"/>
                      <a:pt x="186509" y="142501"/>
                      <a:pt x="186509" y="91840"/>
                    </a:cubicBezTo>
                    <a:cubicBezTo>
                      <a:pt x="186509" y="35511"/>
                      <a:pt x="153561" y="83"/>
                      <a:pt x="109986" y="83"/>
                    </a:cubicBezTo>
                    <a:cubicBezTo>
                      <a:pt x="58616" y="83"/>
                      <a:pt x="42320" y="46139"/>
                      <a:pt x="42320" y="56058"/>
                    </a:cubicBezTo>
                    <a:cubicBezTo>
                      <a:pt x="42320" y="61018"/>
                      <a:pt x="45154" y="68458"/>
                      <a:pt x="55782" y="68458"/>
                    </a:cubicBezTo>
                    <a:cubicBezTo>
                      <a:pt x="67473" y="68458"/>
                      <a:pt x="74913" y="57830"/>
                      <a:pt x="74913" y="49681"/>
                    </a:cubicBezTo>
                    <a:cubicBezTo>
                      <a:pt x="74913" y="37282"/>
                      <a:pt x="63931" y="37282"/>
                      <a:pt x="58262" y="37282"/>
                    </a:cubicBezTo>
                    <a:cubicBezTo>
                      <a:pt x="73850" y="11066"/>
                      <a:pt x="99003" y="8940"/>
                      <a:pt x="109277" y="8940"/>
                    </a:cubicBezTo>
                    <a:cubicBezTo>
                      <a:pt x="135139" y="8940"/>
                      <a:pt x="159938" y="27362"/>
                      <a:pt x="159938" y="73063"/>
                    </a:cubicBezTo>
                    <a:cubicBezTo>
                      <a:pt x="159938" y="86880"/>
                      <a:pt x="157813" y="104948"/>
                      <a:pt x="150373" y="133644"/>
                    </a:cubicBezTo>
                    <a:lnTo>
                      <a:pt x="150019" y="133644"/>
                    </a:lnTo>
                    <a:close/>
                    <a:moveTo>
                      <a:pt x="66410" y="251616"/>
                    </a:moveTo>
                    <a:cubicBezTo>
                      <a:pt x="27441" y="251616"/>
                      <a:pt x="27441" y="215126"/>
                      <a:pt x="27441" y="211584"/>
                    </a:cubicBezTo>
                    <a:cubicBezTo>
                      <a:pt x="27441" y="202018"/>
                      <a:pt x="36297" y="152420"/>
                      <a:pt x="50823" y="131164"/>
                    </a:cubicBezTo>
                    <a:cubicBezTo>
                      <a:pt x="64993" y="110970"/>
                      <a:pt x="82353" y="99634"/>
                      <a:pt x="104318" y="99634"/>
                    </a:cubicBezTo>
                    <a:cubicBezTo>
                      <a:pt x="142933" y="99634"/>
                      <a:pt x="143642" y="139312"/>
                      <a:pt x="143642" y="146398"/>
                    </a:cubicBezTo>
                    <a:cubicBezTo>
                      <a:pt x="143642" y="171905"/>
                      <a:pt x="120968" y="251616"/>
                      <a:pt x="66410" y="2516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85081A9A-0899-50D0-5C26-AE0E635883D9}"/>
                  </a:ext>
                </a:extLst>
              </p:cNvPr>
              <p:cNvSpPr/>
              <p:nvPr>
                <p:custDataLst>
                  <p:tags r:id="rId102"/>
                </p:custDataLst>
              </p:nvPr>
            </p:nvSpPr>
            <p:spPr>
              <a:xfrm>
                <a:off x="7756334" y="5787444"/>
                <a:ext cx="252949" cy="249761"/>
              </a:xfrm>
              <a:custGeom>
                <a:avLst/>
                <a:gdLst>
                  <a:gd name="connsiteX0" fmla="*/ 118494 w 252949"/>
                  <a:gd name="connsiteY0" fmla="*/ 24528 h 249761"/>
                  <a:gd name="connsiteX1" fmla="*/ 128414 w 252949"/>
                  <a:gd name="connsiteY1" fmla="*/ 11420 h 249761"/>
                  <a:gd name="connsiteX2" fmla="*/ 150024 w 252949"/>
                  <a:gd name="connsiteY2" fmla="*/ 11066 h 249761"/>
                  <a:gd name="connsiteX3" fmla="*/ 214502 w 252949"/>
                  <a:gd name="connsiteY3" fmla="*/ 46139 h 249761"/>
                  <a:gd name="connsiteX4" fmla="*/ 195017 w 252949"/>
                  <a:gd name="connsiteY4" fmla="*/ 96445 h 249761"/>
                  <a:gd name="connsiteX5" fmla="*/ 135145 w 252949"/>
                  <a:gd name="connsiteY5" fmla="*/ 116993 h 249761"/>
                  <a:gd name="connsiteX6" fmla="*/ 95467 w 252949"/>
                  <a:gd name="connsiteY6" fmla="*/ 116993 h 249761"/>
                  <a:gd name="connsiteX7" fmla="*/ 118494 w 252949"/>
                  <a:gd name="connsiteY7" fmla="*/ 24528 h 249761"/>
                  <a:gd name="connsiteX8" fmla="*/ 169509 w 252949"/>
                  <a:gd name="connsiteY8" fmla="*/ 121599 h 249761"/>
                  <a:gd name="connsiteX9" fmla="*/ 247449 w 252949"/>
                  <a:gd name="connsiteY9" fmla="*/ 53224 h 249761"/>
                  <a:gd name="connsiteX10" fmla="*/ 169155 w 252949"/>
                  <a:gd name="connsiteY10" fmla="*/ 83 h 249761"/>
                  <a:gd name="connsiteX11" fmla="*/ 68188 w 252949"/>
                  <a:gd name="connsiteY11" fmla="*/ 83 h 249761"/>
                  <a:gd name="connsiteX12" fmla="*/ 57914 w 252949"/>
                  <a:gd name="connsiteY12" fmla="*/ 7169 h 249761"/>
                  <a:gd name="connsiteX13" fmla="*/ 67833 w 252949"/>
                  <a:gd name="connsiteY13" fmla="*/ 11066 h 249761"/>
                  <a:gd name="connsiteX14" fmla="*/ 81296 w 252949"/>
                  <a:gd name="connsiteY14" fmla="*/ 11774 h 249761"/>
                  <a:gd name="connsiteX15" fmla="*/ 90861 w 252949"/>
                  <a:gd name="connsiteY15" fmla="*/ 17443 h 249761"/>
                  <a:gd name="connsiteX16" fmla="*/ 89444 w 252949"/>
                  <a:gd name="connsiteY16" fmla="*/ 24174 h 249761"/>
                  <a:gd name="connsiteX17" fmla="*/ 41972 w 252949"/>
                  <a:gd name="connsiteY17" fmla="*/ 214418 h 249761"/>
                  <a:gd name="connsiteX18" fmla="*/ 9733 w 252949"/>
                  <a:gd name="connsiteY18" fmla="*/ 231068 h 249761"/>
                  <a:gd name="connsiteX19" fmla="*/ 168 w 252949"/>
                  <a:gd name="connsiteY19" fmla="*/ 238154 h 249761"/>
                  <a:gd name="connsiteX20" fmla="*/ 5127 w 252949"/>
                  <a:gd name="connsiteY20" fmla="*/ 242051 h 249761"/>
                  <a:gd name="connsiteX21" fmla="*/ 49766 w 252949"/>
                  <a:gd name="connsiteY21" fmla="*/ 240988 h 249761"/>
                  <a:gd name="connsiteX22" fmla="*/ 94758 w 252949"/>
                  <a:gd name="connsiteY22" fmla="*/ 242051 h 249761"/>
                  <a:gd name="connsiteX23" fmla="*/ 101844 w 252949"/>
                  <a:gd name="connsiteY23" fmla="*/ 234965 h 249761"/>
                  <a:gd name="connsiteX24" fmla="*/ 91924 w 252949"/>
                  <a:gd name="connsiteY24" fmla="*/ 231068 h 249761"/>
                  <a:gd name="connsiteX25" fmla="*/ 68896 w 252949"/>
                  <a:gd name="connsiteY25" fmla="*/ 224692 h 249761"/>
                  <a:gd name="connsiteX26" fmla="*/ 69959 w 252949"/>
                  <a:gd name="connsiteY26" fmla="*/ 218669 h 249761"/>
                  <a:gd name="connsiteX27" fmla="*/ 93341 w 252949"/>
                  <a:gd name="connsiteY27" fmla="*/ 124787 h 249761"/>
                  <a:gd name="connsiteX28" fmla="*/ 135499 w 252949"/>
                  <a:gd name="connsiteY28" fmla="*/ 124787 h 249761"/>
                  <a:gd name="connsiteX29" fmla="*/ 174115 w 252949"/>
                  <a:gd name="connsiteY29" fmla="*/ 157026 h 249761"/>
                  <a:gd name="connsiteX30" fmla="*/ 169155 w 252949"/>
                  <a:gd name="connsiteY30" fmla="*/ 181470 h 249761"/>
                  <a:gd name="connsiteX31" fmla="*/ 163487 w 252949"/>
                  <a:gd name="connsiteY31" fmla="*/ 211584 h 249761"/>
                  <a:gd name="connsiteX32" fmla="*/ 210605 w 252949"/>
                  <a:gd name="connsiteY32" fmla="*/ 249845 h 249761"/>
                  <a:gd name="connsiteX33" fmla="*/ 253117 w 252949"/>
                  <a:gd name="connsiteY33" fmla="*/ 209104 h 249761"/>
                  <a:gd name="connsiteX34" fmla="*/ 248866 w 252949"/>
                  <a:gd name="connsiteY34" fmla="*/ 204852 h 249761"/>
                  <a:gd name="connsiteX35" fmla="*/ 244261 w 252949"/>
                  <a:gd name="connsiteY35" fmla="*/ 209812 h 249761"/>
                  <a:gd name="connsiteX36" fmla="*/ 212022 w 252949"/>
                  <a:gd name="connsiteY36" fmla="*/ 242051 h 249761"/>
                  <a:gd name="connsiteX37" fmla="*/ 197851 w 252949"/>
                  <a:gd name="connsiteY37" fmla="*/ 220440 h 249761"/>
                  <a:gd name="connsiteX38" fmla="*/ 201394 w 252949"/>
                  <a:gd name="connsiteY38" fmla="*/ 180053 h 249761"/>
                  <a:gd name="connsiteX39" fmla="*/ 202811 w 252949"/>
                  <a:gd name="connsiteY39" fmla="*/ 163403 h 249761"/>
                  <a:gd name="connsiteX40" fmla="*/ 169509 w 252949"/>
                  <a:gd name="connsiteY40" fmla="*/ 121599 h 249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52949" h="249761">
                    <a:moveTo>
                      <a:pt x="118494" y="24528"/>
                    </a:moveTo>
                    <a:cubicBezTo>
                      <a:pt x="120620" y="16026"/>
                      <a:pt x="121683" y="12483"/>
                      <a:pt x="128414" y="11420"/>
                    </a:cubicBezTo>
                    <a:cubicBezTo>
                      <a:pt x="131602" y="11066"/>
                      <a:pt x="142939" y="11066"/>
                      <a:pt x="150024" y="11066"/>
                    </a:cubicBezTo>
                    <a:cubicBezTo>
                      <a:pt x="175178" y="11066"/>
                      <a:pt x="214502" y="11066"/>
                      <a:pt x="214502" y="46139"/>
                    </a:cubicBezTo>
                    <a:cubicBezTo>
                      <a:pt x="214502" y="58184"/>
                      <a:pt x="208834" y="82629"/>
                      <a:pt x="195017" y="96445"/>
                    </a:cubicBezTo>
                    <a:cubicBezTo>
                      <a:pt x="185806" y="105656"/>
                      <a:pt x="167029" y="116993"/>
                      <a:pt x="135145" y="116993"/>
                    </a:cubicBezTo>
                    <a:lnTo>
                      <a:pt x="95467" y="116993"/>
                    </a:lnTo>
                    <a:lnTo>
                      <a:pt x="118494" y="24528"/>
                    </a:lnTo>
                    <a:close/>
                    <a:moveTo>
                      <a:pt x="169509" y="121599"/>
                    </a:moveTo>
                    <a:cubicBezTo>
                      <a:pt x="205291" y="113805"/>
                      <a:pt x="247449" y="89006"/>
                      <a:pt x="247449" y="53224"/>
                    </a:cubicBezTo>
                    <a:cubicBezTo>
                      <a:pt x="247449" y="22757"/>
                      <a:pt x="215565" y="83"/>
                      <a:pt x="169155" y="83"/>
                    </a:cubicBezTo>
                    <a:lnTo>
                      <a:pt x="68188" y="83"/>
                    </a:lnTo>
                    <a:cubicBezTo>
                      <a:pt x="61102" y="83"/>
                      <a:pt x="57914" y="83"/>
                      <a:pt x="57914" y="7169"/>
                    </a:cubicBezTo>
                    <a:cubicBezTo>
                      <a:pt x="57914" y="11066"/>
                      <a:pt x="61102" y="11066"/>
                      <a:pt x="67833" y="11066"/>
                    </a:cubicBezTo>
                    <a:cubicBezTo>
                      <a:pt x="68542" y="11066"/>
                      <a:pt x="75273" y="11066"/>
                      <a:pt x="81296" y="11774"/>
                    </a:cubicBezTo>
                    <a:cubicBezTo>
                      <a:pt x="87673" y="12483"/>
                      <a:pt x="90861" y="12837"/>
                      <a:pt x="90861" y="17443"/>
                    </a:cubicBezTo>
                    <a:cubicBezTo>
                      <a:pt x="90861" y="18860"/>
                      <a:pt x="90507" y="19923"/>
                      <a:pt x="89444" y="24174"/>
                    </a:cubicBezTo>
                    <a:lnTo>
                      <a:pt x="41972" y="214418"/>
                    </a:lnTo>
                    <a:cubicBezTo>
                      <a:pt x="38429" y="228234"/>
                      <a:pt x="37720" y="231068"/>
                      <a:pt x="9733" y="231068"/>
                    </a:cubicBezTo>
                    <a:cubicBezTo>
                      <a:pt x="3356" y="231068"/>
                      <a:pt x="168" y="231068"/>
                      <a:pt x="168" y="238154"/>
                    </a:cubicBezTo>
                    <a:cubicBezTo>
                      <a:pt x="168" y="242051"/>
                      <a:pt x="4419" y="242051"/>
                      <a:pt x="5127" y="242051"/>
                    </a:cubicBezTo>
                    <a:cubicBezTo>
                      <a:pt x="15047" y="242051"/>
                      <a:pt x="39846" y="240988"/>
                      <a:pt x="49766" y="240988"/>
                    </a:cubicBezTo>
                    <a:cubicBezTo>
                      <a:pt x="59685" y="240988"/>
                      <a:pt x="84838" y="242051"/>
                      <a:pt x="94758" y="242051"/>
                    </a:cubicBezTo>
                    <a:cubicBezTo>
                      <a:pt x="97592" y="242051"/>
                      <a:pt x="101844" y="242051"/>
                      <a:pt x="101844" y="234965"/>
                    </a:cubicBezTo>
                    <a:cubicBezTo>
                      <a:pt x="101844" y="231068"/>
                      <a:pt x="98655" y="231068"/>
                      <a:pt x="91924" y="231068"/>
                    </a:cubicBezTo>
                    <a:cubicBezTo>
                      <a:pt x="78816" y="231068"/>
                      <a:pt x="68896" y="231068"/>
                      <a:pt x="68896" y="224692"/>
                    </a:cubicBezTo>
                    <a:cubicBezTo>
                      <a:pt x="68896" y="222566"/>
                      <a:pt x="69605" y="220795"/>
                      <a:pt x="69959" y="218669"/>
                    </a:cubicBezTo>
                    <a:lnTo>
                      <a:pt x="93341" y="124787"/>
                    </a:lnTo>
                    <a:lnTo>
                      <a:pt x="135499" y="124787"/>
                    </a:lnTo>
                    <a:cubicBezTo>
                      <a:pt x="167738" y="124787"/>
                      <a:pt x="174115" y="144626"/>
                      <a:pt x="174115" y="157026"/>
                    </a:cubicBezTo>
                    <a:cubicBezTo>
                      <a:pt x="174115" y="162340"/>
                      <a:pt x="171281" y="173322"/>
                      <a:pt x="169155" y="181470"/>
                    </a:cubicBezTo>
                    <a:cubicBezTo>
                      <a:pt x="166675" y="191390"/>
                      <a:pt x="163487" y="204498"/>
                      <a:pt x="163487" y="211584"/>
                    </a:cubicBezTo>
                    <a:cubicBezTo>
                      <a:pt x="163487" y="249845"/>
                      <a:pt x="205999" y="249845"/>
                      <a:pt x="210605" y="249845"/>
                    </a:cubicBezTo>
                    <a:cubicBezTo>
                      <a:pt x="240718" y="249845"/>
                      <a:pt x="253117" y="214063"/>
                      <a:pt x="253117" y="209104"/>
                    </a:cubicBezTo>
                    <a:cubicBezTo>
                      <a:pt x="253117" y="204852"/>
                      <a:pt x="249220" y="204852"/>
                      <a:pt x="248866" y="204852"/>
                    </a:cubicBezTo>
                    <a:cubicBezTo>
                      <a:pt x="245678" y="204852"/>
                      <a:pt x="244969" y="207332"/>
                      <a:pt x="244261" y="209812"/>
                    </a:cubicBezTo>
                    <a:cubicBezTo>
                      <a:pt x="235404" y="236028"/>
                      <a:pt x="220170" y="242051"/>
                      <a:pt x="212022" y="242051"/>
                    </a:cubicBezTo>
                    <a:cubicBezTo>
                      <a:pt x="200331" y="242051"/>
                      <a:pt x="197851" y="234257"/>
                      <a:pt x="197851" y="220440"/>
                    </a:cubicBezTo>
                    <a:cubicBezTo>
                      <a:pt x="197851" y="209458"/>
                      <a:pt x="199977" y="191390"/>
                      <a:pt x="201394" y="180053"/>
                    </a:cubicBezTo>
                    <a:cubicBezTo>
                      <a:pt x="202102" y="175094"/>
                      <a:pt x="202811" y="168362"/>
                      <a:pt x="202811" y="163403"/>
                    </a:cubicBezTo>
                    <a:cubicBezTo>
                      <a:pt x="202811" y="136124"/>
                      <a:pt x="179075" y="125141"/>
                      <a:pt x="169509" y="1215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72C4171E-CF14-F939-5502-50845800A9F1}"/>
                  </a:ext>
                </a:extLst>
              </p:cNvPr>
              <p:cNvSpPr/>
              <p:nvPr>
                <p:custDataLst>
                  <p:tags r:id="rId103"/>
                </p:custDataLst>
              </p:nvPr>
            </p:nvSpPr>
            <p:spPr>
              <a:xfrm>
                <a:off x="7496812" y="6173426"/>
                <a:ext cx="553960" cy="14170"/>
              </a:xfrm>
              <a:custGeom>
                <a:avLst/>
                <a:gdLst>
                  <a:gd name="connsiteX0" fmla="*/ 0 w 553960"/>
                  <a:gd name="connsiteY0" fmla="*/ 0 h 14170"/>
                  <a:gd name="connsiteX1" fmla="*/ 553960 w 553960"/>
                  <a:gd name="connsiteY1" fmla="*/ 0 h 14170"/>
                  <a:gd name="connsiteX2" fmla="*/ 553960 w 553960"/>
                  <a:gd name="connsiteY2" fmla="*/ 14170 h 14170"/>
                  <a:gd name="connsiteX3" fmla="*/ 0 w 553960"/>
                  <a:gd name="connsiteY3" fmla="*/ 14170 h 1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3960" h="14170">
                    <a:moveTo>
                      <a:pt x="0" y="0"/>
                    </a:moveTo>
                    <a:lnTo>
                      <a:pt x="553960" y="0"/>
                    </a:lnTo>
                    <a:lnTo>
                      <a:pt x="553960" y="14170"/>
                    </a:lnTo>
                    <a:lnTo>
                      <a:pt x="0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4364000-237E-7586-773D-9B7285B34A60}"/>
                  </a:ext>
                </a:extLst>
              </p:cNvPr>
              <p:cNvSpPr/>
              <p:nvPr>
                <p:custDataLst>
                  <p:tags r:id="rId104"/>
                </p:custDataLst>
              </p:nvPr>
            </p:nvSpPr>
            <p:spPr>
              <a:xfrm>
                <a:off x="7510983" y="6258433"/>
                <a:ext cx="186346" cy="261452"/>
              </a:xfrm>
              <a:custGeom>
                <a:avLst/>
                <a:gdLst>
                  <a:gd name="connsiteX0" fmla="*/ 150018 w 186346"/>
                  <a:gd name="connsiteY0" fmla="*/ 133657 h 261452"/>
                  <a:gd name="connsiteX1" fmla="*/ 104317 w 186346"/>
                  <a:gd name="connsiteY1" fmla="*/ 91853 h 261452"/>
                  <a:gd name="connsiteX2" fmla="*/ 32045 w 186346"/>
                  <a:gd name="connsiteY2" fmla="*/ 125155 h 261452"/>
                  <a:gd name="connsiteX3" fmla="*/ 161 w 186346"/>
                  <a:gd name="connsiteY3" fmla="*/ 198489 h 261452"/>
                  <a:gd name="connsiteX4" fmla="*/ 65347 w 186346"/>
                  <a:gd name="connsiteY4" fmla="*/ 261549 h 261452"/>
                  <a:gd name="connsiteX5" fmla="*/ 186508 w 186346"/>
                  <a:gd name="connsiteY5" fmla="*/ 91853 h 261452"/>
                  <a:gd name="connsiteX6" fmla="*/ 109985 w 186346"/>
                  <a:gd name="connsiteY6" fmla="*/ 97 h 261452"/>
                  <a:gd name="connsiteX7" fmla="*/ 42319 w 186346"/>
                  <a:gd name="connsiteY7" fmla="*/ 56072 h 261452"/>
                  <a:gd name="connsiteX8" fmla="*/ 55781 w 186346"/>
                  <a:gd name="connsiteY8" fmla="*/ 68471 h 261452"/>
                  <a:gd name="connsiteX9" fmla="*/ 74912 w 186346"/>
                  <a:gd name="connsiteY9" fmla="*/ 49695 h 261452"/>
                  <a:gd name="connsiteX10" fmla="*/ 58261 w 186346"/>
                  <a:gd name="connsiteY10" fmla="*/ 37296 h 261452"/>
                  <a:gd name="connsiteX11" fmla="*/ 109276 w 186346"/>
                  <a:gd name="connsiteY11" fmla="*/ 8954 h 261452"/>
                  <a:gd name="connsiteX12" fmla="*/ 159937 w 186346"/>
                  <a:gd name="connsiteY12" fmla="*/ 73077 h 261452"/>
                  <a:gd name="connsiteX13" fmla="*/ 150372 w 186346"/>
                  <a:gd name="connsiteY13" fmla="*/ 133657 h 261452"/>
                  <a:gd name="connsiteX14" fmla="*/ 150018 w 186346"/>
                  <a:gd name="connsiteY14" fmla="*/ 133657 h 261452"/>
                  <a:gd name="connsiteX15" fmla="*/ 66409 w 186346"/>
                  <a:gd name="connsiteY15" fmla="*/ 251630 h 261452"/>
                  <a:gd name="connsiteX16" fmla="*/ 27440 w 186346"/>
                  <a:gd name="connsiteY16" fmla="*/ 211597 h 261452"/>
                  <a:gd name="connsiteX17" fmla="*/ 50821 w 186346"/>
                  <a:gd name="connsiteY17" fmla="*/ 131177 h 261452"/>
                  <a:gd name="connsiteX18" fmla="*/ 104317 w 186346"/>
                  <a:gd name="connsiteY18" fmla="*/ 99647 h 261452"/>
                  <a:gd name="connsiteX19" fmla="*/ 143641 w 186346"/>
                  <a:gd name="connsiteY19" fmla="*/ 146411 h 261452"/>
                  <a:gd name="connsiteX20" fmla="*/ 66409 w 186346"/>
                  <a:gd name="connsiteY20" fmla="*/ 251630 h 26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6346" h="261452">
                    <a:moveTo>
                      <a:pt x="150018" y="133657"/>
                    </a:moveTo>
                    <a:cubicBezTo>
                      <a:pt x="146475" y="111693"/>
                      <a:pt x="131950" y="91853"/>
                      <a:pt x="104317" y="91853"/>
                    </a:cubicBezTo>
                    <a:cubicBezTo>
                      <a:pt x="82706" y="91853"/>
                      <a:pt x="59678" y="97522"/>
                      <a:pt x="32045" y="125155"/>
                    </a:cubicBezTo>
                    <a:cubicBezTo>
                      <a:pt x="2641" y="154559"/>
                      <a:pt x="161" y="187507"/>
                      <a:pt x="161" y="198489"/>
                    </a:cubicBezTo>
                    <a:cubicBezTo>
                      <a:pt x="161" y="220454"/>
                      <a:pt x="15749" y="261549"/>
                      <a:pt x="65347" y="261549"/>
                    </a:cubicBezTo>
                    <a:cubicBezTo>
                      <a:pt x="149663" y="261549"/>
                      <a:pt x="186508" y="142514"/>
                      <a:pt x="186508" y="91853"/>
                    </a:cubicBezTo>
                    <a:cubicBezTo>
                      <a:pt x="186508" y="35524"/>
                      <a:pt x="153560" y="97"/>
                      <a:pt x="109985" y="97"/>
                    </a:cubicBezTo>
                    <a:cubicBezTo>
                      <a:pt x="58615" y="97"/>
                      <a:pt x="42319" y="46152"/>
                      <a:pt x="42319" y="56072"/>
                    </a:cubicBezTo>
                    <a:cubicBezTo>
                      <a:pt x="42319" y="61032"/>
                      <a:pt x="45153" y="68471"/>
                      <a:pt x="55781" y="68471"/>
                    </a:cubicBezTo>
                    <a:cubicBezTo>
                      <a:pt x="67472" y="68471"/>
                      <a:pt x="74912" y="57843"/>
                      <a:pt x="74912" y="49695"/>
                    </a:cubicBezTo>
                    <a:cubicBezTo>
                      <a:pt x="74912" y="37296"/>
                      <a:pt x="63930" y="37296"/>
                      <a:pt x="58261" y="37296"/>
                    </a:cubicBezTo>
                    <a:cubicBezTo>
                      <a:pt x="73849" y="11079"/>
                      <a:pt x="99002" y="8954"/>
                      <a:pt x="109276" y="8954"/>
                    </a:cubicBezTo>
                    <a:cubicBezTo>
                      <a:pt x="135138" y="8954"/>
                      <a:pt x="159937" y="27376"/>
                      <a:pt x="159937" y="73077"/>
                    </a:cubicBezTo>
                    <a:cubicBezTo>
                      <a:pt x="159937" y="86894"/>
                      <a:pt x="157811" y="104961"/>
                      <a:pt x="150372" y="133657"/>
                    </a:cubicBezTo>
                    <a:lnTo>
                      <a:pt x="150018" y="133657"/>
                    </a:lnTo>
                    <a:close/>
                    <a:moveTo>
                      <a:pt x="66409" y="251630"/>
                    </a:moveTo>
                    <a:cubicBezTo>
                      <a:pt x="27440" y="251630"/>
                      <a:pt x="27440" y="215140"/>
                      <a:pt x="27440" y="211597"/>
                    </a:cubicBezTo>
                    <a:cubicBezTo>
                      <a:pt x="27440" y="202032"/>
                      <a:pt x="36296" y="152434"/>
                      <a:pt x="50821" y="131177"/>
                    </a:cubicBezTo>
                    <a:cubicBezTo>
                      <a:pt x="64992" y="110984"/>
                      <a:pt x="82352" y="99647"/>
                      <a:pt x="104317" y="99647"/>
                    </a:cubicBezTo>
                    <a:cubicBezTo>
                      <a:pt x="142932" y="99647"/>
                      <a:pt x="143641" y="139326"/>
                      <a:pt x="143641" y="146411"/>
                    </a:cubicBezTo>
                    <a:cubicBezTo>
                      <a:pt x="143641" y="171919"/>
                      <a:pt x="120967" y="251630"/>
                      <a:pt x="66409" y="2516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26C5A71D-CA5F-5AC8-0DE9-32FACB05537A}"/>
                  </a:ext>
                </a:extLst>
              </p:cNvPr>
              <p:cNvSpPr/>
              <p:nvPr>
                <p:custDataLst>
                  <p:tags r:id="rId105"/>
                </p:custDataLst>
              </p:nvPr>
            </p:nvSpPr>
            <p:spPr>
              <a:xfrm>
                <a:off x="7718749" y="6355503"/>
                <a:ext cx="162256" cy="160484"/>
              </a:xfrm>
              <a:custGeom>
                <a:avLst/>
                <a:gdLst>
                  <a:gd name="connsiteX0" fmla="*/ 118139 w 162256"/>
                  <a:gd name="connsiteY0" fmla="*/ 22770 h 160484"/>
                  <a:gd name="connsiteX1" fmla="*/ 85546 w 162256"/>
                  <a:gd name="connsiteY1" fmla="*/ 97 h 160484"/>
                  <a:gd name="connsiteX2" fmla="*/ 166 w 162256"/>
                  <a:gd name="connsiteY2" fmla="*/ 103899 h 160484"/>
                  <a:gd name="connsiteX3" fmla="*/ 47285 w 162256"/>
                  <a:gd name="connsiteY3" fmla="*/ 160582 h 160484"/>
                  <a:gd name="connsiteX4" fmla="*/ 93340 w 162256"/>
                  <a:gd name="connsiteY4" fmla="*/ 134012 h 160484"/>
                  <a:gd name="connsiteX5" fmla="*/ 125579 w 162256"/>
                  <a:gd name="connsiteY5" fmla="*/ 160582 h 160484"/>
                  <a:gd name="connsiteX6" fmla="*/ 151795 w 162256"/>
                  <a:gd name="connsiteY6" fmla="*/ 141097 h 160484"/>
                  <a:gd name="connsiteX7" fmla="*/ 162423 w 162256"/>
                  <a:gd name="connsiteY7" fmla="*/ 106024 h 160484"/>
                  <a:gd name="connsiteX8" fmla="*/ 158172 w 162256"/>
                  <a:gd name="connsiteY8" fmla="*/ 102481 h 160484"/>
                  <a:gd name="connsiteX9" fmla="*/ 153212 w 162256"/>
                  <a:gd name="connsiteY9" fmla="*/ 108858 h 160484"/>
                  <a:gd name="connsiteX10" fmla="*/ 126287 w 162256"/>
                  <a:gd name="connsiteY10" fmla="*/ 152788 h 160484"/>
                  <a:gd name="connsiteX11" fmla="*/ 115659 w 162256"/>
                  <a:gd name="connsiteY11" fmla="*/ 136492 h 160484"/>
                  <a:gd name="connsiteX12" fmla="*/ 120265 w 162256"/>
                  <a:gd name="connsiteY12" fmla="*/ 110275 h 160484"/>
                  <a:gd name="connsiteX13" fmla="*/ 128059 w 162256"/>
                  <a:gd name="connsiteY13" fmla="*/ 78391 h 160484"/>
                  <a:gd name="connsiteX14" fmla="*/ 140812 w 162256"/>
                  <a:gd name="connsiteY14" fmla="*/ 28793 h 160484"/>
                  <a:gd name="connsiteX15" fmla="*/ 143292 w 162256"/>
                  <a:gd name="connsiteY15" fmla="*/ 16748 h 160484"/>
                  <a:gd name="connsiteX16" fmla="*/ 133018 w 162256"/>
                  <a:gd name="connsiteY16" fmla="*/ 7182 h 160484"/>
                  <a:gd name="connsiteX17" fmla="*/ 118139 w 162256"/>
                  <a:gd name="connsiteY17" fmla="*/ 22770 h 160484"/>
                  <a:gd name="connsiteX18" fmla="*/ 95111 w 162256"/>
                  <a:gd name="connsiteY18" fmla="*/ 114527 h 160484"/>
                  <a:gd name="connsiteX19" fmla="*/ 88026 w 162256"/>
                  <a:gd name="connsiteY19" fmla="*/ 127635 h 160484"/>
                  <a:gd name="connsiteX20" fmla="*/ 47993 w 162256"/>
                  <a:gd name="connsiteY20" fmla="*/ 152788 h 160484"/>
                  <a:gd name="connsiteX21" fmla="*/ 25320 w 162256"/>
                  <a:gd name="connsiteY21" fmla="*/ 119487 h 160484"/>
                  <a:gd name="connsiteX22" fmla="*/ 44805 w 162256"/>
                  <a:gd name="connsiteY22" fmla="*/ 41901 h 160484"/>
                  <a:gd name="connsiteX23" fmla="*/ 85900 w 162256"/>
                  <a:gd name="connsiteY23" fmla="*/ 7891 h 160484"/>
                  <a:gd name="connsiteX24" fmla="*/ 113888 w 162256"/>
                  <a:gd name="connsiteY24" fmla="*/ 39067 h 160484"/>
                  <a:gd name="connsiteX25" fmla="*/ 112825 w 162256"/>
                  <a:gd name="connsiteY25" fmla="*/ 45089 h 160484"/>
                  <a:gd name="connsiteX26" fmla="*/ 95111 w 162256"/>
                  <a:gd name="connsiteY26" fmla="*/ 114527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256" h="160484">
                    <a:moveTo>
                      <a:pt x="118139" y="22770"/>
                    </a:moveTo>
                    <a:cubicBezTo>
                      <a:pt x="111762" y="9662"/>
                      <a:pt x="101488" y="97"/>
                      <a:pt x="85546" y="97"/>
                    </a:cubicBezTo>
                    <a:cubicBezTo>
                      <a:pt x="44096" y="97"/>
                      <a:pt x="166" y="52175"/>
                      <a:pt x="166" y="103899"/>
                    </a:cubicBezTo>
                    <a:cubicBezTo>
                      <a:pt x="166" y="137200"/>
                      <a:pt x="19651" y="160582"/>
                      <a:pt x="47285" y="160582"/>
                    </a:cubicBezTo>
                    <a:cubicBezTo>
                      <a:pt x="54370" y="160582"/>
                      <a:pt x="72084" y="159165"/>
                      <a:pt x="93340" y="134012"/>
                    </a:cubicBezTo>
                    <a:cubicBezTo>
                      <a:pt x="96174" y="148891"/>
                      <a:pt x="108574" y="160582"/>
                      <a:pt x="125579" y="160582"/>
                    </a:cubicBezTo>
                    <a:cubicBezTo>
                      <a:pt x="137978" y="160582"/>
                      <a:pt x="146126" y="152434"/>
                      <a:pt x="151795" y="141097"/>
                    </a:cubicBezTo>
                    <a:cubicBezTo>
                      <a:pt x="157817" y="128343"/>
                      <a:pt x="162423" y="106733"/>
                      <a:pt x="162423" y="106024"/>
                    </a:cubicBezTo>
                    <a:cubicBezTo>
                      <a:pt x="162423" y="102481"/>
                      <a:pt x="159234" y="102481"/>
                      <a:pt x="158172" y="102481"/>
                    </a:cubicBezTo>
                    <a:cubicBezTo>
                      <a:pt x="154629" y="102481"/>
                      <a:pt x="154275" y="103899"/>
                      <a:pt x="153212" y="108858"/>
                    </a:cubicBezTo>
                    <a:cubicBezTo>
                      <a:pt x="147189" y="131886"/>
                      <a:pt x="140812" y="152788"/>
                      <a:pt x="126287" y="152788"/>
                    </a:cubicBezTo>
                    <a:cubicBezTo>
                      <a:pt x="116722" y="152788"/>
                      <a:pt x="115659" y="143577"/>
                      <a:pt x="115659" y="136492"/>
                    </a:cubicBezTo>
                    <a:cubicBezTo>
                      <a:pt x="115659" y="128698"/>
                      <a:pt x="116368" y="125863"/>
                      <a:pt x="120265" y="110275"/>
                    </a:cubicBezTo>
                    <a:cubicBezTo>
                      <a:pt x="124162" y="95396"/>
                      <a:pt x="124870" y="91853"/>
                      <a:pt x="128059" y="78391"/>
                    </a:cubicBezTo>
                    <a:lnTo>
                      <a:pt x="140812" y="28793"/>
                    </a:lnTo>
                    <a:cubicBezTo>
                      <a:pt x="143292" y="18873"/>
                      <a:pt x="143292" y="18165"/>
                      <a:pt x="143292" y="16748"/>
                    </a:cubicBezTo>
                    <a:cubicBezTo>
                      <a:pt x="143292" y="10725"/>
                      <a:pt x="139041" y="7182"/>
                      <a:pt x="133018" y="7182"/>
                    </a:cubicBezTo>
                    <a:cubicBezTo>
                      <a:pt x="124516" y="7182"/>
                      <a:pt x="119202" y="14976"/>
                      <a:pt x="118139" y="22770"/>
                    </a:cubicBezTo>
                    <a:close/>
                    <a:moveTo>
                      <a:pt x="95111" y="114527"/>
                    </a:moveTo>
                    <a:cubicBezTo>
                      <a:pt x="93340" y="120904"/>
                      <a:pt x="93340" y="121612"/>
                      <a:pt x="88026" y="127635"/>
                    </a:cubicBezTo>
                    <a:cubicBezTo>
                      <a:pt x="72438" y="147120"/>
                      <a:pt x="57913" y="152788"/>
                      <a:pt x="47993" y="152788"/>
                    </a:cubicBezTo>
                    <a:cubicBezTo>
                      <a:pt x="30280" y="152788"/>
                      <a:pt x="25320" y="133303"/>
                      <a:pt x="25320" y="119487"/>
                    </a:cubicBezTo>
                    <a:cubicBezTo>
                      <a:pt x="25320" y="101773"/>
                      <a:pt x="36656" y="58198"/>
                      <a:pt x="44805" y="41901"/>
                    </a:cubicBezTo>
                    <a:cubicBezTo>
                      <a:pt x="55787" y="20999"/>
                      <a:pt x="71729" y="7891"/>
                      <a:pt x="85900" y="7891"/>
                    </a:cubicBezTo>
                    <a:cubicBezTo>
                      <a:pt x="108928" y="7891"/>
                      <a:pt x="113888" y="36941"/>
                      <a:pt x="113888" y="39067"/>
                    </a:cubicBezTo>
                    <a:cubicBezTo>
                      <a:pt x="113888" y="41192"/>
                      <a:pt x="113179" y="43318"/>
                      <a:pt x="112825" y="45089"/>
                    </a:cubicBezTo>
                    <a:lnTo>
                      <a:pt x="95111" y="114527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5DD40BED-FA65-A884-7902-0A8E4C03E979}"/>
                  </a:ext>
                </a:extLst>
              </p:cNvPr>
              <p:cNvSpPr/>
              <p:nvPr>
                <p:custDataLst>
                  <p:tags r:id="rId106"/>
                </p:custDataLst>
              </p:nvPr>
            </p:nvSpPr>
            <p:spPr>
              <a:xfrm>
                <a:off x="7918873" y="6400566"/>
                <a:ext cx="90268" cy="164665"/>
              </a:xfrm>
              <a:custGeom>
                <a:avLst/>
                <a:gdLst>
                  <a:gd name="connsiteX0" fmla="*/ 56218 w 90268"/>
                  <a:gd name="connsiteY0" fmla="*/ 7042 h 164665"/>
                  <a:gd name="connsiteX1" fmla="*/ 48778 w 90268"/>
                  <a:gd name="connsiteY1" fmla="*/ 99 h 164665"/>
                  <a:gd name="connsiteX2" fmla="*/ 172 w 90268"/>
                  <a:gd name="connsiteY2" fmla="*/ 15970 h 164665"/>
                  <a:gd name="connsiteX3" fmla="*/ 172 w 90268"/>
                  <a:gd name="connsiteY3" fmla="*/ 24898 h 164665"/>
                  <a:gd name="connsiteX4" fmla="*/ 36130 w 90268"/>
                  <a:gd name="connsiteY4" fmla="*/ 17954 h 164665"/>
                  <a:gd name="connsiteX5" fmla="*/ 36130 w 90268"/>
                  <a:gd name="connsiteY5" fmla="*/ 144429 h 164665"/>
                  <a:gd name="connsiteX6" fmla="*/ 11331 w 90268"/>
                  <a:gd name="connsiteY6" fmla="*/ 155836 h 164665"/>
                  <a:gd name="connsiteX7" fmla="*/ 1908 w 90268"/>
                  <a:gd name="connsiteY7" fmla="*/ 155836 h 164665"/>
                  <a:gd name="connsiteX8" fmla="*/ 1908 w 90268"/>
                  <a:gd name="connsiteY8" fmla="*/ 164764 h 164665"/>
                  <a:gd name="connsiteX9" fmla="*/ 46050 w 90268"/>
                  <a:gd name="connsiteY9" fmla="*/ 163772 h 164665"/>
                  <a:gd name="connsiteX10" fmla="*/ 90440 w 90268"/>
                  <a:gd name="connsiteY10" fmla="*/ 164764 h 164665"/>
                  <a:gd name="connsiteX11" fmla="*/ 90440 w 90268"/>
                  <a:gd name="connsiteY11" fmla="*/ 155836 h 164665"/>
                  <a:gd name="connsiteX12" fmla="*/ 81017 w 90268"/>
                  <a:gd name="connsiteY12" fmla="*/ 155836 h 164665"/>
                  <a:gd name="connsiteX13" fmla="*/ 56218 w 90268"/>
                  <a:gd name="connsiteY13" fmla="*/ 144429 h 164665"/>
                  <a:gd name="connsiteX14" fmla="*/ 56218 w 90268"/>
                  <a:gd name="connsiteY14" fmla="*/ 7042 h 16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268" h="164665">
                    <a:moveTo>
                      <a:pt x="56218" y="7042"/>
                    </a:moveTo>
                    <a:cubicBezTo>
                      <a:pt x="56218" y="346"/>
                      <a:pt x="55722" y="99"/>
                      <a:pt x="48778" y="99"/>
                    </a:cubicBezTo>
                    <a:cubicBezTo>
                      <a:pt x="32906" y="15722"/>
                      <a:pt x="10339" y="15970"/>
                      <a:pt x="172" y="15970"/>
                    </a:cubicBezTo>
                    <a:lnTo>
                      <a:pt x="172" y="24898"/>
                    </a:lnTo>
                    <a:cubicBezTo>
                      <a:pt x="6124" y="24898"/>
                      <a:pt x="22491" y="24898"/>
                      <a:pt x="36130" y="17954"/>
                    </a:cubicBezTo>
                    <a:lnTo>
                      <a:pt x="36130" y="144429"/>
                    </a:lnTo>
                    <a:cubicBezTo>
                      <a:pt x="36130" y="152612"/>
                      <a:pt x="36130" y="155836"/>
                      <a:pt x="11331" y="155836"/>
                    </a:cubicBezTo>
                    <a:lnTo>
                      <a:pt x="1908" y="155836"/>
                    </a:lnTo>
                    <a:lnTo>
                      <a:pt x="1908" y="164764"/>
                    </a:lnTo>
                    <a:cubicBezTo>
                      <a:pt x="6372" y="164516"/>
                      <a:pt x="36874" y="163772"/>
                      <a:pt x="46050" y="163772"/>
                    </a:cubicBezTo>
                    <a:cubicBezTo>
                      <a:pt x="53738" y="163772"/>
                      <a:pt x="84984" y="164516"/>
                      <a:pt x="90440" y="164764"/>
                    </a:cubicBezTo>
                    <a:lnTo>
                      <a:pt x="90440" y="155836"/>
                    </a:lnTo>
                    <a:lnTo>
                      <a:pt x="81017" y="155836"/>
                    </a:lnTo>
                    <a:cubicBezTo>
                      <a:pt x="56218" y="155836"/>
                      <a:pt x="56218" y="152612"/>
                      <a:pt x="56218" y="144429"/>
                    </a:cubicBezTo>
                    <a:lnTo>
                      <a:pt x="56218" y="7042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9DD38752-2055-76BD-B779-DBD0DD62B30C}"/>
                  </a:ext>
                </a:extLst>
              </p:cNvPr>
              <p:cNvSpPr/>
              <p:nvPr>
                <p:custDataLst>
                  <p:tags r:id="rId107"/>
                </p:custDataLst>
              </p:nvPr>
            </p:nvSpPr>
            <p:spPr>
              <a:xfrm>
                <a:off x="8211531" y="6139061"/>
                <a:ext cx="235590" cy="82899"/>
              </a:xfrm>
              <a:custGeom>
                <a:avLst/>
                <a:gdLst>
                  <a:gd name="connsiteX0" fmla="*/ 223726 w 235590"/>
                  <a:gd name="connsiteY0" fmla="*/ 14261 h 82899"/>
                  <a:gd name="connsiteX1" fmla="*/ 235771 w 235590"/>
                  <a:gd name="connsiteY1" fmla="*/ 7176 h 82899"/>
                  <a:gd name="connsiteX2" fmla="*/ 224080 w 235590"/>
                  <a:gd name="connsiteY2" fmla="*/ 90 h 82899"/>
                  <a:gd name="connsiteX3" fmla="*/ 11871 w 235590"/>
                  <a:gd name="connsiteY3" fmla="*/ 90 h 82899"/>
                  <a:gd name="connsiteX4" fmla="*/ 180 w 235590"/>
                  <a:gd name="connsiteY4" fmla="*/ 7176 h 82899"/>
                  <a:gd name="connsiteX5" fmla="*/ 12225 w 235590"/>
                  <a:gd name="connsiteY5" fmla="*/ 14261 h 82899"/>
                  <a:gd name="connsiteX6" fmla="*/ 223726 w 235590"/>
                  <a:gd name="connsiteY6" fmla="*/ 14261 h 82899"/>
                  <a:gd name="connsiteX7" fmla="*/ 224080 w 235590"/>
                  <a:gd name="connsiteY7" fmla="*/ 82990 h 82899"/>
                  <a:gd name="connsiteX8" fmla="*/ 235771 w 235590"/>
                  <a:gd name="connsiteY8" fmla="*/ 75904 h 82899"/>
                  <a:gd name="connsiteX9" fmla="*/ 223726 w 235590"/>
                  <a:gd name="connsiteY9" fmla="*/ 68819 h 82899"/>
                  <a:gd name="connsiteX10" fmla="*/ 12225 w 235590"/>
                  <a:gd name="connsiteY10" fmla="*/ 68819 h 82899"/>
                  <a:gd name="connsiteX11" fmla="*/ 180 w 235590"/>
                  <a:gd name="connsiteY11" fmla="*/ 75904 h 82899"/>
                  <a:gd name="connsiteX12" fmla="*/ 11871 w 235590"/>
                  <a:gd name="connsiteY12" fmla="*/ 82990 h 82899"/>
                  <a:gd name="connsiteX13" fmla="*/ 224080 w 235590"/>
                  <a:gd name="connsiteY13" fmla="*/ 82990 h 82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5590" h="82899">
                    <a:moveTo>
                      <a:pt x="223726" y="14261"/>
                    </a:moveTo>
                    <a:cubicBezTo>
                      <a:pt x="229040" y="14261"/>
                      <a:pt x="235771" y="14261"/>
                      <a:pt x="235771" y="7176"/>
                    </a:cubicBezTo>
                    <a:cubicBezTo>
                      <a:pt x="235771" y="90"/>
                      <a:pt x="229040" y="90"/>
                      <a:pt x="224080" y="90"/>
                    </a:cubicBezTo>
                    <a:lnTo>
                      <a:pt x="11871" y="90"/>
                    </a:lnTo>
                    <a:cubicBezTo>
                      <a:pt x="6911" y="90"/>
                      <a:pt x="180" y="90"/>
                      <a:pt x="180" y="7176"/>
                    </a:cubicBezTo>
                    <a:cubicBezTo>
                      <a:pt x="180" y="14261"/>
                      <a:pt x="6911" y="14261"/>
                      <a:pt x="12225" y="14261"/>
                    </a:cubicBezTo>
                    <a:lnTo>
                      <a:pt x="223726" y="14261"/>
                    </a:lnTo>
                    <a:close/>
                    <a:moveTo>
                      <a:pt x="224080" y="82990"/>
                    </a:moveTo>
                    <a:cubicBezTo>
                      <a:pt x="229040" y="82990"/>
                      <a:pt x="235771" y="82990"/>
                      <a:pt x="235771" y="75904"/>
                    </a:cubicBezTo>
                    <a:cubicBezTo>
                      <a:pt x="235771" y="68819"/>
                      <a:pt x="229040" y="68819"/>
                      <a:pt x="223726" y="68819"/>
                    </a:cubicBezTo>
                    <a:lnTo>
                      <a:pt x="12225" y="68819"/>
                    </a:lnTo>
                    <a:cubicBezTo>
                      <a:pt x="6911" y="68819"/>
                      <a:pt x="180" y="68819"/>
                      <a:pt x="180" y="75904"/>
                    </a:cubicBezTo>
                    <a:cubicBezTo>
                      <a:pt x="180" y="82990"/>
                      <a:pt x="6911" y="82990"/>
                      <a:pt x="11871" y="82990"/>
                    </a:cubicBezTo>
                    <a:lnTo>
                      <a:pt x="224080" y="8299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CA7AF351-10E4-E563-5876-989177566C87}"/>
                  </a:ext>
                </a:extLst>
              </p:cNvPr>
              <p:cNvSpPr/>
              <p:nvPr>
                <p:custDataLst>
                  <p:tags r:id="rId108"/>
                </p:custDataLst>
              </p:nvPr>
            </p:nvSpPr>
            <p:spPr>
              <a:xfrm>
                <a:off x="8595048" y="6173426"/>
                <a:ext cx="216459" cy="14170"/>
              </a:xfrm>
              <a:custGeom>
                <a:avLst/>
                <a:gdLst>
                  <a:gd name="connsiteX0" fmla="*/ 204251 w 216459"/>
                  <a:gd name="connsiteY0" fmla="*/ 14261 h 14170"/>
                  <a:gd name="connsiteX1" fmla="*/ 216651 w 216459"/>
                  <a:gd name="connsiteY1" fmla="*/ 7176 h 14170"/>
                  <a:gd name="connsiteX2" fmla="*/ 204251 w 216459"/>
                  <a:gd name="connsiteY2" fmla="*/ 90 h 14170"/>
                  <a:gd name="connsiteX3" fmla="*/ 12590 w 216459"/>
                  <a:gd name="connsiteY3" fmla="*/ 90 h 14170"/>
                  <a:gd name="connsiteX4" fmla="*/ 191 w 216459"/>
                  <a:gd name="connsiteY4" fmla="*/ 7176 h 14170"/>
                  <a:gd name="connsiteX5" fmla="*/ 12590 w 216459"/>
                  <a:gd name="connsiteY5" fmla="*/ 14261 h 14170"/>
                  <a:gd name="connsiteX6" fmla="*/ 204251 w 216459"/>
                  <a:gd name="connsiteY6" fmla="*/ 14261 h 1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6459" h="14170">
                    <a:moveTo>
                      <a:pt x="204251" y="14261"/>
                    </a:moveTo>
                    <a:cubicBezTo>
                      <a:pt x="210274" y="14261"/>
                      <a:pt x="216651" y="14261"/>
                      <a:pt x="216651" y="7176"/>
                    </a:cubicBezTo>
                    <a:cubicBezTo>
                      <a:pt x="216651" y="90"/>
                      <a:pt x="210274" y="90"/>
                      <a:pt x="204251" y="90"/>
                    </a:cubicBezTo>
                    <a:lnTo>
                      <a:pt x="12590" y="90"/>
                    </a:lnTo>
                    <a:cubicBezTo>
                      <a:pt x="6568" y="90"/>
                      <a:pt x="191" y="90"/>
                      <a:pt x="191" y="7176"/>
                    </a:cubicBezTo>
                    <a:cubicBezTo>
                      <a:pt x="191" y="14261"/>
                      <a:pt x="6568" y="14261"/>
                      <a:pt x="12590" y="14261"/>
                    </a:cubicBezTo>
                    <a:lnTo>
                      <a:pt x="204251" y="1426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CFB2A558-0829-6327-924E-E6103ECD2D8F}"/>
                  </a:ext>
                </a:extLst>
              </p:cNvPr>
              <p:cNvSpPr/>
              <p:nvPr>
                <p:custDataLst>
                  <p:tags r:id="rId109"/>
                </p:custDataLst>
              </p:nvPr>
            </p:nvSpPr>
            <p:spPr>
              <a:xfrm>
                <a:off x="8858903" y="6033134"/>
                <a:ext cx="141354" cy="235944"/>
              </a:xfrm>
              <a:custGeom>
                <a:avLst/>
                <a:gdLst>
                  <a:gd name="connsiteX0" fmla="*/ 27477 w 141354"/>
                  <a:gd name="connsiteY0" fmla="*/ 208756 h 235944"/>
                  <a:gd name="connsiteX1" fmla="*/ 65030 w 141354"/>
                  <a:gd name="connsiteY1" fmla="*/ 172266 h 235944"/>
                  <a:gd name="connsiteX2" fmla="*/ 141553 w 141354"/>
                  <a:gd name="connsiteY2" fmla="*/ 68819 h 235944"/>
                  <a:gd name="connsiteX3" fmla="*/ 66447 w 141354"/>
                  <a:gd name="connsiteY3" fmla="*/ 90 h 235944"/>
                  <a:gd name="connsiteX4" fmla="*/ 198 w 141354"/>
                  <a:gd name="connsiteY4" fmla="*/ 64213 h 235944"/>
                  <a:gd name="connsiteX5" fmla="*/ 18975 w 141354"/>
                  <a:gd name="connsiteY5" fmla="*/ 84052 h 235944"/>
                  <a:gd name="connsiteX6" fmla="*/ 37397 w 141354"/>
                  <a:gd name="connsiteY6" fmla="*/ 65276 h 235944"/>
                  <a:gd name="connsiteX7" fmla="*/ 18621 w 141354"/>
                  <a:gd name="connsiteY7" fmla="*/ 46854 h 235944"/>
                  <a:gd name="connsiteX8" fmla="*/ 14015 w 141354"/>
                  <a:gd name="connsiteY8" fmla="*/ 47208 h 235944"/>
                  <a:gd name="connsiteX9" fmla="*/ 61842 w 141354"/>
                  <a:gd name="connsiteY9" fmla="*/ 11073 h 235944"/>
                  <a:gd name="connsiteX10" fmla="*/ 109314 w 141354"/>
                  <a:gd name="connsiteY10" fmla="*/ 68819 h 235944"/>
                  <a:gd name="connsiteX11" fmla="*/ 72116 w 141354"/>
                  <a:gd name="connsiteY11" fmla="*/ 147113 h 235944"/>
                  <a:gd name="connsiteX12" fmla="*/ 4095 w 141354"/>
                  <a:gd name="connsiteY12" fmla="*/ 222927 h 235944"/>
                  <a:gd name="connsiteX13" fmla="*/ 198 w 141354"/>
                  <a:gd name="connsiteY13" fmla="*/ 236035 h 235944"/>
                  <a:gd name="connsiteX14" fmla="*/ 131633 w 141354"/>
                  <a:gd name="connsiteY14" fmla="*/ 236035 h 235944"/>
                  <a:gd name="connsiteX15" fmla="*/ 141553 w 141354"/>
                  <a:gd name="connsiteY15" fmla="*/ 174392 h 235944"/>
                  <a:gd name="connsiteX16" fmla="*/ 132696 w 141354"/>
                  <a:gd name="connsiteY16" fmla="*/ 174392 h 235944"/>
                  <a:gd name="connsiteX17" fmla="*/ 124902 w 141354"/>
                  <a:gd name="connsiteY17" fmla="*/ 205922 h 235944"/>
                  <a:gd name="connsiteX18" fmla="*/ 91246 w 141354"/>
                  <a:gd name="connsiteY18" fmla="*/ 208756 h 235944"/>
                  <a:gd name="connsiteX19" fmla="*/ 27477 w 141354"/>
                  <a:gd name="connsiteY19" fmla="*/ 208756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1354" h="235944">
                    <a:moveTo>
                      <a:pt x="27477" y="208756"/>
                    </a:moveTo>
                    <a:lnTo>
                      <a:pt x="65030" y="172266"/>
                    </a:lnTo>
                    <a:cubicBezTo>
                      <a:pt x="120297" y="123377"/>
                      <a:pt x="141553" y="104246"/>
                      <a:pt x="141553" y="68819"/>
                    </a:cubicBezTo>
                    <a:cubicBezTo>
                      <a:pt x="141553" y="28432"/>
                      <a:pt x="109668" y="90"/>
                      <a:pt x="66447" y="90"/>
                    </a:cubicBezTo>
                    <a:cubicBezTo>
                      <a:pt x="26415" y="90"/>
                      <a:pt x="198" y="32683"/>
                      <a:pt x="198" y="64213"/>
                    </a:cubicBezTo>
                    <a:cubicBezTo>
                      <a:pt x="198" y="84052"/>
                      <a:pt x="17912" y="84052"/>
                      <a:pt x="18975" y="84052"/>
                    </a:cubicBezTo>
                    <a:cubicBezTo>
                      <a:pt x="24997" y="84052"/>
                      <a:pt x="37397" y="79801"/>
                      <a:pt x="37397" y="65276"/>
                    </a:cubicBezTo>
                    <a:cubicBezTo>
                      <a:pt x="37397" y="56065"/>
                      <a:pt x="31020" y="46854"/>
                      <a:pt x="18621" y="46854"/>
                    </a:cubicBezTo>
                    <a:cubicBezTo>
                      <a:pt x="15786" y="46854"/>
                      <a:pt x="15078" y="46854"/>
                      <a:pt x="14015" y="47208"/>
                    </a:cubicBezTo>
                    <a:cubicBezTo>
                      <a:pt x="22163" y="24181"/>
                      <a:pt x="41294" y="11073"/>
                      <a:pt x="61842" y="11073"/>
                    </a:cubicBezTo>
                    <a:cubicBezTo>
                      <a:pt x="94080" y="11073"/>
                      <a:pt x="109314" y="39769"/>
                      <a:pt x="109314" y="68819"/>
                    </a:cubicBezTo>
                    <a:cubicBezTo>
                      <a:pt x="109314" y="97161"/>
                      <a:pt x="91601" y="125148"/>
                      <a:pt x="72116" y="147113"/>
                    </a:cubicBezTo>
                    <a:lnTo>
                      <a:pt x="4095" y="222927"/>
                    </a:lnTo>
                    <a:cubicBezTo>
                      <a:pt x="198" y="226824"/>
                      <a:pt x="198" y="227532"/>
                      <a:pt x="198" y="236035"/>
                    </a:cubicBezTo>
                    <a:lnTo>
                      <a:pt x="131633" y="236035"/>
                    </a:lnTo>
                    <a:lnTo>
                      <a:pt x="141553" y="174392"/>
                    </a:lnTo>
                    <a:lnTo>
                      <a:pt x="132696" y="174392"/>
                    </a:lnTo>
                    <a:cubicBezTo>
                      <a:pt x="130925" y="185020"/>
                      <a:pt x="128445" y="200608"/>
                      <a:pt x="124902" y="205922"/>
                    </a:cubicBezTo>
                    <a:cubicBezTo>
                      <a:pt x="122422" y="208756"/>
                      <a:pt x="99040" y="208756"/>
                      <a:pt x="91246" y="208756"/>
                    </a:cubicBezTo>
                    <a:lnTo>
                      <a:pt x="27477" y="208756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ADCF214-70A2-D2FF-ECFB-C16D5398887F}"/>
                  </a:ext>
                </a:extLst>
              </p:cNvPr>
              <p:cNvSpPr/>
              <p:nvPr>
                <p:custDataLst>
                  <p:tags r:id="rId110"/>
                </p:custDataLst>
              </p:nvPr>
            </p:nvSpPr>
            <p:spPr>
              <a:xfrm>
                <a:off x="9257324" y="5716874"/>
                <a:ext cx="151521" cy="111843"/>
              </a:xfrm>
              <a:custGeom>
                <a:avLst/>
                <a:gdLst>
                  <a:gd name="connsiteX0" fmla="*/ 18809 w 151521"/>
                  <a:gd name="connsiteY0" fmla="*/ 93818 h 111843"/>
                  <a:gd name="connsiteX1" fmla="*/ 16329 w 151521"/>
                  <a:gd name="connsiteY1" fmla="*/ 103986 h 111843"/>
                  <a:gd name="connsiteX2" fmla="*/ 24761 w 151521"/>
                  <a:gd name="connsiteY2" fmla="*/ 111921 h 111843"/>
                  <a:gd name="connsiteX3" fmla="*/ 34432 w 151521"/>
                  <a:gd name="connsiteY3" fmla="*/ 106465 h 111843"/>
                  <a:gd name="connsiteX4" fmla="*/ 38896 w 151521"/>
                  <a:gd name="connsiteY4" fmla="*/ 91090 h 111843"/>
                  <a:gd name="connsiteX5" fmla="*/ 44352 w 151521"/>
                  <a:gd name="connsiteY5" fmla="*/ 68771 h 111843"/>
                  <a:gd name="connsiteX6" fmla="*/ 48568 w 151521"/>
                  <a:gd name="connsiteY6" fmla="*/ 52156 h 111843"/>
                  <a:gd name="connsiteX7" fmla="*/ 58983 w 151521"/>
                  <a:gd name="connsiteY7" fmla="*/ 29837 h 111843"/>
                  <a:gd name="connsiteX8" fmla="*/ 96182 w 151521"/>
                  <a:gd name="connsiteY8" fmla="*/ 7021 h 111843"/>
                  <a:gd name="connsiteX9" fmla="*/ 110813 w 151521"/>
                  <a:gd name="connsiteY9" fmla="*/ 24381 h 111843"/>
                  <a:gd name="connsiteX10" fmla="*/ 96182 w 151521"/>
                  <a:gd name="connsiteY10" fmla="*/ 77203 h 111843"/>
                  <a:gd name="connsiteX11" fmla="*/ 92462 w 151521"/>
                  <a:gd name="connsiteY11" fmla="*/ 90594 h 111843"/>
                  <a:gd name="connsiteX12" fmla="*/ 116021 w 151521"/>
                  <a:gd name="connsiteY12" fmla="*/ 111921 h 111843"/>
                  <a:gd name="connsiteX13" fmla="*/ 151732 w 151521"/>
                  <a:gd name="connsiteY13" fmla="*/ 73979 h 111843"/>
                  <a:gd name="connsiteX14" fmla="*/ 147764 w 151521"/>
                  <a:gd name="connsiteY14" fmla="*/ 70755 h 111843"/>
                  <a:gd name="connsiteX15" fmla="*/ 143052 w 151521"/>
                  <a:gd name="connsiteY15" fmla="*/ 74971 h 111843"/>
                  <a:gd name="connsiteX16" fmla="*/ 116765 w 151521"/>
                  <a:gd name="connsiteY16" fmla="*/ 104978 h 111843"/>
                  <a:gd name="connsiteX17" fmla="*/ 110565 w 151521"/>
                  <a:gd name="connsiteY17" fmla="*/ 96298 h 111843"/>
                  <a:gd name="connsiteX18" fmla="*/ 116269 w 151521"/>
                  <a:gd name="connsiteY18" fmla="*/ 76211 h 111843"/>
                  <a:gd name="connsiteX19" fmla="*/ 129413 w 151521"/>
                  <a:gd name="connsiteY19" fmla="*/ 28349 h 111843"/>
                  <a:gd name="connsiteX20" fmla="*/ 97174 w 151521"/>
                  <a:gd name="connsiteY20" fmla="*/ 78 h 111843"/>
                  <a:gd name="connsiteX21" fmla="*/ 55264 w 151521"/>
                  <a:gd name="connsiteY21" fmla="*/ 22645 h 111843"/>
                  <a:gd name="connsiteX22" fmla="*/ 28729 w 151521"/>
                  <a:gd name="connsiteY22" fmla="*/ 78 h 111843"/>
                  <a:gd name="connsiteX23" fmla="*/ 9137 w 151521"/>
                  <a:gd name="connsiteY23" fmla="*/ 13469 h 111843"/>
                  <a:gd name="connsiteX24" fmla="*/ 210 w 151521"/>
                  <a:gd name="connsiteY24" fmla="*/ 38020 h 111843"/>
                  <a:gd name="connsiteX25" fmla="*/ 4426 w 151521"/>
                  <a:gd name="connsiteY25" fmla="*/ 41244 h 111843"/>
                  <a:gd name="connsiteX26" fmla="*/ 9881 w 151521"/>
                  <a:gd name="connsiteY26" fmla="*/ 33804 h 111843"/>
                  <a:gd name="connsiteX27" fmla="*/ 27985 w 151521"/>
                  <a:gd name="connsiteY27" fmla="*/ 7021 h 111843"/>
                  <a:gd name="connsiteX28" fmla="*/ 36168 w 151521"/>
                  <a:gd name="connsiteY28" fmla="*/ 19173 h 111843"/>
                  <a:gd name="connsiteX29" fmla="*/ 32201 w 151521"/>
                  <a:gd name="connsiteY29" fmla="*/ 39756 h 111843"/>
                  <a:gd name="connsiteX30" fmla="*/ 26745 w 151521"/>
                  <a:gd name="connsiteY30" fmla="*/ 62075 h 111843"/>
                  <a:gd name="connsiteX31" fmla="*/ 18809 w 151521"/>
                  <a:gd name="connsiteY31" fmla="*/ 93818 h 111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1521" h="111843">
                    <a:moveTo>
                      <a:pt x="18809" y="93818"/>
                    </a:moveTo>
                    <a:cubicBezTo>
                      <a:pt x="17817" y="97042"/>
                      <a:pt x="16329" y="103242"/>
                      <a:pt x="16329" y="103986"/>
                    </a:cubicBezTo>
                    <a:cubicBezTo>
                      <a:pt x="16329" y="109441"/>
                      <a:pt x="20793" y="111921"/>
                      <a:pt x="24761" y="111921"/>
                    </a:cubicBezTo>
                    <a:cubicBezTo>
                      <a:pt x="29225" y="111921"/>
                      <a:pt x="33193" y="108697"/>
                      <a:pt x="34432" y="106465"/>
                    </a:cubicBezTo>
                    <a:cubicBezTo>
                      <a:pt x="35672" y="104234"/>
                      <a:pt x="37656" y="96298"/>
                      <a:pt x="38896" y="91090"/>
                    </a:cubicBezTo>
                    <a:cubicBezTo>
                      <a:pt x="40136" y="86378"/>
                      <a:pt x="42864" y="74971"/>
                      <a:pt x="44352" y="68771"/>
                    </a:cubicBezTo>
                    <a:cubicBezTo>
                      <a:pt x="45840" y="63315"/>
                      <a:pt x="47328" y="57859"/>
                      <a:pt x="48568" y="52156"/>
                    </a:cubicBezTo>
                    <a:cubicBezTo>
                      <a:pt x="51296" y="41988"/>
                      <a:pt x="51792" y="40004"/>
                      <a:pt x="58983" y="29837"/>
                    </a:cubicBezTo>
                    <a:cubicBezTo>
                      <a:pt x="65927" y="19917"/>
                      <a:pt x="77583" y="7021"/>
                      <a:pt x="96182" y="7021"/>
                    </a:cubicBezTo>
                    <a:cubicBezTo>
                      <a:pt x="110565" y="7021"/>
                      <a:pt x="110813" y="19669"/>
                      <a:pt x="110813" y="24381"/>
                    </a:cubicBezTo>
                    <a:cubicBezTo>
                      <a:pt x="110813" y="39260"/>
                      <a:pt x="100150" y="66787"/>
                      <a:pt x="96182" y="77203"/>
                    </a:cubicBezTo>
                    <a:cubicBezTo>
                      <a:pt x="93454" y="84146"/>
                      <a:pt x="92462" y="86378"/>
                      <a:pt x="92462" y="90594"/>
                    </a:cubicBezTo>
                    <a:cubicBezTo>
                      <a:pt x="92462" y="103738"/>
                      <a:pt x="103374" y="111921"/>
                      <a:pt x="116021" y="111921"/>
                    </a:cubicBezTo>
                    <a:cubicBezTo>
                      <a:pt x="140820" y="111921"/>
                      <a:pt x="151732" y="77699"/>
                      <a:pt x="151732" y="73979"/>
                    </a:cubicBezTo>
                    <a:cubicBezTo>
                      <a:pt x="151732" y="70755"/>
                      <a:pt x="148508" y="70755"/>
                      <a:pt x="147764" y="70755"/>
                    </a:cubicBezTo>
                    <a:cubicBezTo>
                      <a:pt x="144292" y="70755"/>
                      <a:pt x="144044" y="72243"/>
                      <a:pt x="143052" y="74971"/>
                    </a:cubicBezTo>
                    <a:cubicBezTo>
                      <a:pt x="137348" y="94810"/>
                      <a:pt x="126685" y="104978"/>
                      <a:pt x="116765" y="104978"/>
                    </a:cubicBezTo>
                    <a:cubicBezTo>
                      <a:pt x="111557" y="104978"/>
                      <a:pt x="110565" y="101506"/>
                      <a:pt x="110565" y="96298"/>
                    </a:cubicBezTo>
                    <a:cubicBezTo>
                      <a:pt x="110565" y="90594"/>
                      <a:pt x="111805" y="87370"/>
                      <a:pt x="116269" y="76211"/>
                    </a:cubicBezTo>
                    <a:cubicBezTo>
                      <a:pt x="119245" y="68523"/>
                      <a:pt x="129413" y="42236"/>
                      <a:pt x="129413" y="28349"/>
                    </a:cubicBezTo>
                    <a:cubicBezTo>
                      <a:pt x="129413" y="4294"/>
                      <a:pt x="110317" y="78"/>
                      <a:pt x="97174" y="78"/>
                    </a:cubicBezTo>
                    <a:cubicBezTo>
                      <a:pt x="76591" y="78"/>
                      <a:pt x="62703" y="12725"/>
                      <a:pt x="55264" y="22645"/>
                    </a:cubicBezTo>
                    <a:cubicBezTo>
                      <a:pt x="53528" y="5534"/>
                      <a:pt x="38896" y="78"/>
                      <a:pt x="28729" y="78"/>
                    </a:cubicBezTo>
                    <a:cubicBezTo>
                      <a:pt x="18065" y="78"/>
                      <a:pt x="12361" y="7765"/>
                      <a:pt x="9137" y="13469"/>
                    </a:cubicBezTo>
                    <a:cubicBezTo>
                      <a:pt x="3682" y="22645"/>
                      <a:pt x="210" y="36780"/>
                      <a:pt x="210" y="38020"/>
                    </a:cubicBezTo>
                    <a:cubicBezTo>
                      <a:pt x="210" y="41244"/>
                      <a:pt x="3682" y="41244"/>
                      <a:pt x="4426" y="41244"/>
                    </a:cubicBezTo>
                    <a:cubicBezTo>
                      <a:pt x="7898" y="41244"/>
                      <a:pt x="8146" y="40500"/>
                      <a:pt x="9881" y="33804"/>
                    </a:cubicBezTo>
                    <a:cubicBezTo>
                      <a:pt x="13601" y="19173"/>
                      <a:pt x="18313" y="7021"/>
                      <a:pt x="27985" y="7021"/>
                    </a:cubicBezTo>
                    <a:cubicBezTo>
                      <a:pt x="34432" y="7021"/>
                      <a:pt x="36168" y="12477"/>
                      <a:pt x="36168" y="19173"/>
                    </a:cubicBezTo>
                    <a:cubicBezTo>
                      <a:pt x="36168" y="23885"/>
                      <a:pt x="33936" y="33060"/>
                      <a:pt x="32201" y="39756"/>
                    </a:cubicBezTo>
                    <a:cubicBezTo>
                      <a:pt x="30465" y="46452"/>
                      <a:pt x="27985" y="56619"/>
                      <a:pt x="26745" y="62075"/>
                    </a:cubicBezTo>
                    <a:lnTo>
                      <a:pt x="18809" y="93818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5C26E232-4300-7C99-A7EB-5C2AFD22DE59}"/>
                  </a:ext>
                </a:extLst>
              </p:cNvPr>
              <p:cNvSpPr/>
              <p:nvPr>
                <p:custDataLst>
                  <p:tags r:id="rId111"/>
                </p:custDataLst>
              </p:nvPr>
            </p:nvSpPr>
            <p:spPr>
              <a:xfrm>
                <a:off x="9097208" y="5932519"/>
                <a:ext cx="471535" cy="495980"/>
              </a:xfrm>
              <a:custGeom>
                <a:avLst/>
                <a:gdLst>
                  <a:gd name="connsiteX0" fmla="*/ 428874 w 471535"/>
                  <a:gd name="connsiteY0" fmla="*/ 496061 h 495980"/>
                  <a:gd name="connsiteX1" fmla="*/ 471741 w 471535"/>
                  <a:gd name="connsiteY1" fmla="*/ 382694 h 495980"/>
                  <a:gd name="connsiteX2" fmla="*/ 462884 w 471535"/>
                  <a:gd name="connsiteY2" fmla="*/ 382694 h 495980"/>
                  <a:gd name="connsiteX3" fmla="*/ 370773 w 471535"/>
                  <a:gd name="connsiteY3" fmla="*/ 454257 h 495980"/>
                  <a:gd name="connsiteX4" fmla="*/ 260595 w 471535"/>
                  <a:gd name="connsiteY4" fmla="*/ 465239 h 495980"/>
                  <a:gd name="connsiteX5" fmla="*/ 46969 w 471535"/>
                  <a:gd name="connsiteY5" fmla="*/ 465239 h 495980"/>
                  <a:gd name="connsiteX6" fmla="*/ 227293 w 471535"/>
                  <a:gd name="connsiteY6" fmla="*/ 253739 h 495980"/>
                  <a:gd name="connsiteX7" fmla="*/ 230482 w 471535"/>
                  <a:gd name="connsiteY7" fmla="*/ 248071 h 495980"/>
                  <a:gd name="connsiteX8" fmla="*/ 228002 w 471535"/>
                  <a:gd name="connsiteY8" fmla="*/ 242757 h 495980"/>
                  <a:gd name="connsiteX9" fmla="*/ 62911 w 471535"/>
                  <a:gd name="connsiteY9" fmla="*/ 17086 h 495980"/>
                  <a:gd name="connsiteX10" fmla="*/ 257052 w 471535"/>
                  <a:gd name="connsiteY10" fmla="*/ 17086 h 495980"/>
                  <a:gd name="connsiteX11" fmla="*/ 339952 w 471535"/>
                  <a:gd name="connsiteY11" fmla="*/ 22754 h 495980"/>
                  <a:gd name="connsiteX12" fmla="*/ 417891 w 471535"/>
                  <a:gd name="connsiteY12" fmla="*/ 49324 h 495980"/>
                  <a:gd name="connsiteX13" fmla="*/ 462884 w 471535"/>
                  <a:gd name="connsiteY13" fmla="*/ 99631 h 495980"/>
                  <a:gd name="connsiteX14" fmla="*/ 471741 w 471535"/>
                  <a:gd name="connsiteY14" fmla="*/ 99631 h 495980"/>
                  <a:gd name="connsiteX15" fmla="*/ 428874 w 471535"/>
                  <a:gd name="connsiteY15" fmla="*/ 81 h 495980"/>
                  <a:gd name="connsiteX16" fmla="*/ 10125 w 471535"/>
                  <a:gd name="connsiteY16" fmla="*/ 81 h 495980"/>
                  <a:gd name="connsiteX17" fmla="*/ 559 w 471535"/>
                  <a:gd name="connsiteY17" fmla="*/ 2561 h 495980"/>
                  <a:gd name="connsiteX18" fmla="*/ 205 w 471535"/>
                  <a:gd name="connsiteY18" fmla="*/ 14252 h 495980"/>
                  <a:gd name="connsiteX19" fmla="*/ 187615 w 471535"/>
                  <a:gd name="connsiteY19" fmla="*/ 270744 h 495980"/>
                  <a:gd name="connsiteX20" fmla="*/ 4102 w 471535"/>
                  <a:gd name="connsiteY20" fmla="*/ 485787 h 495980"/>
                  <a:gd name="connsiteX21" fmla="*/ 559 w 471535"/>
                  <a:gd name="connsiteY21" fmla="*/ 492164 h 495980"/>
                  <a:gd name="connsiteX22" fmla="*/ 10125 w 471535"/>
                  <a:gd name="connsiteY22" fmla="*/ 496061 h 495980"/>
                  <a:gd name="connsiteX23" fmla="*/ 428874 w 471535"/>
                  <a:gd name="connsiteY23" fmla="*/ 496061 h 495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1535" h="495980">
                    <a:moveTo>
                      <a:pt x="428874" y="496061"/>
                    </a:moveTo>
                    <a:lnTo>
                      <a:pt x="471741" y="382694"/>
                    </a:lnTo>
                    <a:lnTo>
                      <a:pt x="462884" y="382694"/>
                    </a:lnTo>
                    <a:cubicBezTo>
                      <a:pt x="449067" y="419538"/>
                      <a:pt x="411514" y="443629"/>
                      <a:pt x="370773" y="454257"/>
                    </a:cubicBezTo>
                    <a:cubicBezTo>
                      <a:pt x="363334" y="456028"/>
                      <a:pt x="328615" y="465239"/>
                      <a:pt x="260595" y="465239"/>
                    </a:cubicBezTo>
                    <a:lnTo>
                      <a:pt x="46969" y="465239"/>
                    </a:lnTo>
                    <a:lnTo>
                      <a:pt x="227293" y="253739"/>
                    </a:lnTo>
                    <a:cubicBezTo>
                      <a:pt x="229773" y="250905"/>
                      <a:pt x="230482" y="249842"/>
                      <a:pt x="230482" y="248071"/>
                    </a:cubicBezTo>
                    <a:cubicBezTo>
                      <a:pt x="230482" y="247362"/>
                      <a:pt x="230482" y="246299"/>
                      <a:pt x="228002" y="242757"/>
                    </a:cubicBezTo>
                    <a:lnTo>
                      <a:pt x="62911" y="17086"/>
                    </a:lnTo>
                    <a:lnTo>
                      <a:pt x="257052" y="17086"/>
                    </a:lnTo>
                    <a:cubicBezTo>
                      <a:pt x="304524" y="17086"/>
                      <a:pt x="336763" y="22046"/>
                      <a:pt x="339952" y="22754"/>
                    </a:cubicBezTo>
                    <a:cubicBezTo>
                      <a:pt x="359082" y="25588"/>
                      <a:pt x="389904" y="31611"/>
                      <a:pt x="417891" y="49324"/>
                    </a:cubicBezTo>
                    <a:cubicBezTo>
                      <a:pt x="426748" y="54993"/>
                      <a:pt x="450839" y="70935"/>
                      <a:pt x="462884" y="99631"/>
                    </a:cubicBezTo>
                    <a:lnTo>
                      <a:pt x="471741" y="99631"/>
                    </a:lnTo>
                    <a:lnTo>
                      <a:pt x="428874" y="81"/>
                    </a:lnTo>
                    <a:lnTo>
                      <a:pt x="10125" y="81"/>
                    </a:lnTo>
                    <a:cubicBezTo>
                      <a:pt x="1976" y="81"/>
                      <a:pt x="1622" y="435"/>
                      <a:pt x="559" y="2561"/>
                    </a:cubicBezTo>
                    <a:cubicBezTo>
                      <a:pt x="205" y="3623"/>
                      <a:pt x="205" y="10355"/>
                      <a:pt x="205" y="14252"/>
                    </a:cubicBezTo>
                    <a:lnTo>
                      <a:pt x="187615" y="270744"/>
                    </a:lnTo>
                    <a:lnTo>
                      <a:pt x="4102" y="485787"/>
                    </a:lnTo>
                    <a:cubicBezTo>
                      <a:pt x="559" y="490038"/>
                      <a:pt x="559" y="491810"/>
                      <a:pt x="559" y="492164"/>
                    </a:cubicBezTo>
                    <a:cubicBezTo>
                      <a:pt x="559" y="496061"/>
                      <a:pt x="3748" y="496061"/>
                      <a:pt x="10125" y="496061"/>
                    </a:cubicBezTo>
                    <a:lnTo>
                      <a:pt x="428874" y="49606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9A9061F3-1158-97BE-98B7-B199E4BC7485}"/>
                  </a:ext>
                </a:extLst>
              </p:cNvPr>
              <p:cNvSpPr/>
              <p:nvPr>
                <p:custDataLst>
                  <p:tags r:id="rId112"/>
                </p:custDataLst>
              </p:nvPr>
            </p:nvSpPr>
            <p:spPr>
              <a:xfrm>
                <a:off x="9115421" y="6522654"/>
                <a:ext cx="75141" cy="166897"/>
              </a:xfrm>
              <a:custGeom>
                <a:avLst/>
                <a:gdLst>
                  <a:gd name="connsiteX0" fmla="*/ 68899 w 75141"/>
                  <a:gd name="connsiteY0" fmla="*/ 9526 h 166897"/>
                  <a:gd name="connsiteX1" fmla="*/ 58980 w 75141"/>
                  <a:gd name="connsiteY1" fmla="*/ 102 h 166897"/>
                  <a:gd name="connsiteX2" fmla="*/ 45092 w 75141"/>
                  <a:gd name="connsiteY2" fmla="*/ 13741 h 166897"/>
                  <a:gd name="connsiteX3" fmla="*/ 55012 w 75141"/>
                  <a:gd name="connsiteY3" fmla="*/ 23165 h 166897"/>
                  <a:gd name="connsiteX4" fmla="*/ 68899 w 75141"/>
                  <a:gd name="connsiteY4" fmla="*/ 9526 h 166897"/>
                  <a:gd name="connsiteX5" fmla="*/ 18309 w 75141"/>
                  <a:gd name="connsiteY5" fmla="*/ 135504 h 166897"/>
                  <a:gd name="connsiteX6" fmla="*/ 16077 w 75141"/>
                  <a:gd name="connsiteY6" fmla="*/ 145920 h 166897"/>
                  <a:gd name="connsiteX7" fmla="*/ 39636 w 75141"/>
                  <a:gd name="connsiteY7" fmla="*/ 166999 h 166897"/>
                  <a:gd name="connsiteX8" fmla="*/ 75347 w 75141"/>
                  <a:gd name="connsiteY8" fmla="*/ 129057 h 166897"/>
                  <a:gd name="connsiteX9" fmla="*/ 71379 w 75141"/>
                  <a:gd name="connsiteY9" fmla="*/ 125833 h 166897"/>
                  <a:gd name="connsiteX10" fmla="*/ 66667 w 75141"/>
                  <a:gd name="connsiteY10" fmla="*/ 130049 h 166897"/>
                  <a:gd name="connsiteX11" fmla="*/ 40380 w 75141"/>
                  <a:gd name="connsiteY11" fmla="*/ 160056 h 166897"/>
                  <a:gd name="connsiteX12" fmla="*/ 34180 w 75141"/>
                  <a:gd name="connsiteY12" fmla="*/ 151376 h 166897"/>
                  <a:gd name="connsiteX13" fmla="*/ 38148 w 75141"/>
                  <a:gd name="connsiteY13" fmla="*/ 135504 h 166897"/>
                  <a:gd name="connsiteX14" fmla="*/ 46084 w 75141"/>
                  <a:gd name="connsiteY14" fmla="*/ 115665 h 166897"/>
                  <a:gd name="connsiteX15" fmla="*/ 58236 w 75141"/>
                  <a:gd name="connsiteY15" fmla="*/ 84171 h 166897"/>
                  <a:gd name="connsiteX16" fmla="*/ 59723 w 75141"/>
                  <a:gd name="connsiteY16" fmla="*/ 76235 h 166897"/>
                  <a:gd name="connsiteX17" fmla="*/ 36164 w 75141"/>
                  <a:gd name="connsiteY17" fmla="*/ 55156 h 166897"/>
                  <a:gd name="connsiteX18" fmla="*/ 206 w 75141"/>
                  <a:gd name="connsiteY18" fmla="*/ 93098 h 166897"/>
                  <a:gd name="connsiteX19" fmla="*/ 4422 w 75141"/>
                  <a:gd name="connsiteY19" fmla="*/ 96322 h 166897"/>
                  <a:gd name="connsiteX20" fmla="*/ 8886 w 75141"/>
                  <a:gd name="connsiteY20" fmla="*/ 92354 h 166897"/>
                  <a:gd name="connsiteX21" fmla="*/ 35420 w 75141"/>
                  <a:gd name="connsiteY21" fmla="*/ 62099 h 166897"/>
                  <a:gd name="connsiteX22" fmla="*/ 41620 w 75141"/>
                  <a:gd name="connsiteY22" fmla="*/ 70779 h 166897"/>
                  <a:gd name="connsiteX23" fmla="*/ 33932 w 75141"/>
                  <a:gd name="connsiteY23" fmla="*/ 95578 h 166897"/>
                  <a:gd name="connsiteX24" fmla="*/ 18309 w 75141"/>
                  <a:gd name="connsiteY24" fmla="*/ 135504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141" h="166897">
                    <a:moveTo>
                      <a:pt x="68899" y="9526"/>
                    </a:moveTo>
                    <a:cubicBezTo>
                      <a:pt x="68899" y="5558"/>
                      <a:pt x="65923" y="102"/>
                      <a:pt x="58980" y="102"/>
                    </a:cubicBezTo>
                    <a:cubicBezTo>
                      <a:pt x="52284" y="102"/>
                      <a:pt x="45092" y="6550"/>
                      <a:pt x="45092" y="13741"/>
                    </a:cubicBezTo>
                    <a:cubicBezTo>
                      <a:pt x="45092" y="17957"/>
                      <a:pt x="48316" y="23165"/>
                      <a:pt x="55012" y="23165"/>
                    </a:cubicBezTo>
                    <a:cubicBezTo>
                      <a:pt x="62203" y="23165"/>
                      <a:pt x="68899" y="16221"/>
                      <a:pt x="68899" y="9526"/>
                    </a:cubicBezTo>
                    <a:close/>
                    <a:moveTo>
                      <a:pt x="18309" y="135504"/>
                    </a:moveTo>
                    <a:cubicBezTo>
                      <a:pt x="17317" y="138728"/>
                      <a:pt x="16077" y="141704"/>
                      <a:pt x="16077" y="145920"/>
                    </a:cubicBezTo>
                    <a:cubicBezTo>
                      <a:pt x="16077" y="157576"/>
                      <a:pt x="25997" y="166999"/>
                      <a:pt x="39636" y="166999"/>
                    </a:cubicBezTo>
                    <a:cubicBezTo>
                      <a:pt x="64435" y="166999"/>
                      <a:pt x="75347" y="132777"/>
                      <a:pt x="75347" y="129057"/>
                    </a:cubicBezTo>
                    <a:cubicBezTo>
                      <a:pt x="75347" y="125833"/>
                      <a:pt x="72123" y="125833"/>
                      <a:pt x="71379" y="125833"/>
                    </a:cubicBezTo>
                    <a:cubicBezTo>
                      <a:pt x="67907" y="125833"/>
                      <a:pt x="67659" y="127321"/>
                      <a:pt x="66667" y="130049"/>
                    </a:cubicBezTo>
                    <a:cubicBezTo>
                      <a:pt x="60963" y="149888"/>
                      <a:pt x="50052" y="160056"/>
                      <a:pt x="40380" y="160056"/>
                    </a:cubicBezTo>
                    <a:cubicBezTo>
                      <a:pt x="35420" y="160056"/>
                      <a:pt x="34180" y="156832"/>
                      <a:pt x="34180" y="151376"/>
                    </a:cubicBezTo>
                    <a:cubicBezTo>
                      <a:pt x="34180" y="145672"/>
                      <a:pt x="35916" y="140960"/>
                      <a:pt x="38148" y="135504"/>
                    </a:cubicBezTo>
                    <a:cubicBezTo>
                      <a:pt x="40628" y="128809"/>
                      <a:pt x="43356" y="122113"/>
                      <a:pt x="46084" y="115665"/>
                    </a:cubicBezTo>
                    <a:cubicBezTo>
                      <a:pt x="48316" y="109714"/>
                      <a:pt x="57244" y="87146"/>
                      <a:pt x="58236" y="84171"/>
                    </a:cubicBezTo>
                    <a:cubicBezTo>
                      <a:pt x="58980" y="81691"/>
                      <a:pt x="59723" y="78715"/>
                      <a:pt x="59723" y="76235"/>
                    </a:cubicBezTo>
                    <a:cubicBezTo>
                      <a:pt x="59723" y="64579"/>
                      <a:pt x="49804" y="55156"/>
                      <a:pt x="36164" y="55156"/>
                    </a:cubicBezTo>
                    <a:cubicBezTo>
                      <a:pt x="11613" y="55156"/>
                      <a:pt x="206" y="88882"/>
                      <a:pt x="206" y="93098"/>
                    </a:cubicBezTo>
                    <a:cubicBezTo>
                      <a:pt x="206" y="96322"/>
                      <a:pt x="3678" y="96322"/>
                      <a:pt x="4422" y="96322"/>
                    </a:cubicBezTo>
                    <a:cubicBezTo>
                      <a:pt x="7894" y="96322"/>
                      <a:pt x="8142" y="95082"/>
                      <a:pt x="8886" y="92354"/>
                    </a:cubicBezTo>
                    <a:cubicBezTo>
                      <a:pt x="15333" y="71027"/>
                      <a:pt x="26245" y="62099"/>
                      <a:pt x="35420" y="62099"/>
                    </a:cubicBezTo>
                    <a:cubicBezTo>
                      <a:pt x="39388" y="62099"/>
                      <a:pt x="41620" y="64083"/>
                      <a:pt x="41620" y="70779"/>
                    </a:cubicBezTo>
                    <a:cubicBezTo>
                      <a:pt x="41620" y="76483"/>
                      <a:pt x="40132" y="80203"/>
                      <a:pt x="33932" y="95578"/>
                    </a:cubicBezTo>
                    <a:lnTo>
                      <a:pt x="18309" y="135504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C6C06DE3-5C2B-3A22-D641-87D99C5C4063}"/>
                  </a:ext>
                </a:extLst>
              </p:cNvPr>
              <p:cNvSpPr/>
              <p:nvPr>
                <p:custDataLst>
                  <p:tags r:id="rId113"/>
                </p:custDataLst>
              </p:nvPr>
            </p:nvSpPr>
            <p:spPr>
              <a:xfrm>
                <a:off x="9221358" y="6591595"/>
                <a:ext cx="182520" cy="66709"/>
              </a:xfrm>
              <a:custGeom>
                <a:avLst/>
                <a:gdLst>
                  <a:gd name="connsiteX0" fmla="*/ 173306 w 182520"/>
                  <a:gd name="connsiteY0" fmla="*/ 12253 h 66709"/>
                  <a:gd name="connsiteX1" fmla="*/ 182729 w 182520"/>
                  <a:gd name="connsiteY1" fmla="*/ 6054 h 66709"/>
                  <a:gd name="connsiteX2" fmla="*/ 173554 w 182520"/>
                  <a:gd name="connsiteY2" fmla="*/ 102 h 66709"/>
                  <a:gd name="connsiteX3" fmla="*/ 9384 w 182520"/>
                  <a:gd name="connsiteY3" fmla="*/ 102 h 66709"/>
                  <a:gd name="connsiteX4" fmla="*/ 209 w 182520"/>
                  <a:gd name="connsiteY4" fmla="*/ 6054 h 66709"/>
                  <a:gd name="connsiteX5" fmla="*/ 9632 w 182520"/>
                  <a:gd name="connsiteY5" fmla="*/ 12253 h 66709"/>
                  <a:gd name="connsiteX6" fmla="*/ 173306 w 182520"/>
                  <a:gd name="connsiteY6" fmla="*/ 12253 h 66709"/>
                  <a:gd name="connsiteX7" fmla="*/ 173554 w 182520"/>
                  <a:gd name="connsiteY7" fmla="*/ 66811 h 66709"/>
                  <a:gd name="connsiteX8" fmla="*/ 182729 w 182520"/>
                  <a:gd name="connsiteY8" fmla="*/ 60859 h 66709"/>
                  <a:gd name="connsiteX9" fmla="*/ 173306 w 182520"/>
                  <a:gd name="connsiteY9" fmla="*/ 54660 h 66709"/>
                  <a:gd name="connsiteX10" fmla="*/ 9632 w 182520"/>
                  <a:gd name="connsiteY10" fmla="*/ 54660 h 66709"/>
                  <a:gd name="connsiteX11" fmla="*/ 209 w 182520"/>
                  <a:gd name="connsiteY11" fmla="*/ 60859 h 66709"/>
                  <a:gd name="connsiteX12" fmla="*/ 9384 w 182520"/>
                  <a:gd name="connsiteY12" fmla="*/ 66811 h 66709"/>
                  <a:gd name="connsiteX13" fmla="*/ 173554 w 182520"/>
                  <a:gd name="connsiteY13" fmla="*/ 66811 h 6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2520" h="66709">
                    <a:moveTo>
                      <a:pt x="173306" y="12253"/>
                    </a:moveTo>
                    <a:cubicBezTo>
                      <a:pt x="177026" y="12253"/>
                      <a:pt x="182729" y="12253"/>
                      <a:pt x="182729" y="6054"/>
                    </a:cubicBezTo>
                    <a:cubicBezTo>
                      <a:pt x="182729" y="102"/>
                      <a:pt x="176778" y="102"/>
                      <a:pt x="173554" y="102"/>
                    </a:cubicBezTo>
                    <a:lnTo>
                      <a:pt x="9384" y="102"/>
                    </a:lnTo>
                    <a:cubicBezTo>
                      <a:pt x="6160" y="102"/>
                      <a:pt x="209" y="102"/>
                      <a:pt x="209" y="6054"/>
                    </a:cubicBezTo>
                    <a:cubicBezTo>
                      <a:pt x="209" y="12253"/>
                      <a:pt x="5912" y="12253"/>
                      <a:pt x="9632" y="12253"/>
                    </a:cubicBezTo>
                    <a:lnTo>
                      <a:pt x="173306" y="12253"/>
                    </a:lnTo>
                    <a:close/>
                    <a:moveTo>
                      <a:pt x="173554" y="66811"/>
                    </a:moveTo>
                    <a:cubicBezTo>
                      <a:pt x="176778" y="66811"/>
                      <a:pt x="182729" y="66811"/>
                      <a:pt x="182729" y="60859"/>
                    </a:cubicBezTo>
                    <a:cubicBezTo>
                      <a:pt x="182729" y="54660"/>
                      <a:pt x="177026" y="54660"/>
                      <a:pt x="173306" y="54660"/>
                    </a:cubicBezTo>
                    <a:lnTo>
                      <a:pt x="9632" y="54660"/>
                    </a:lnTo>
                    <a:cubicBezTo>
                      <a:pt x="5912" y="54660"/>
                      <a:pt x="209" y="54660"/>
                      <a:pt x="209" y="60859"/>
                    </a:cubicBezTo>
                    <a:cubicBezTo>
                      <a:pt x="209" y="66811"/>
                      <a:pt x="6160" y="66811"/>
                      <a:pt x="9384" y="66811"/>
                    </a:cubicBezTo>
                    <a:lnTo>
                      <a:pt x="173554" y="6681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A3B93041-24D3-40B8-ED59-F8084E765E21}"/>
                  </a:ext>
                </a:extLst>
              </p:cNvPr>
              <p:cNvSpPr/>
              <p:nvPr>
                <p:custDataLst>
                  <p:tags r:id="rId114"/>
                </p:custDataLst>
              </p:nvPr>
            </p:nvSpPr>
            <p:spPr>
              <a:xfrm>
                <a:off x="9448514" y="6522406"/>
                <a:ext cx="90268" cy="164665"/>
              </a:xfrm>
              <a:custGeom>
                <a:avLst/>
                <a:gdLst>
                  <a:gd name="connsiteX0" fmla="*/ 56261 w 90268"/>
                  <a:gd name="connsiteY0" fmla="*/ 7046 h 164665"/>
                  <a:gd name="connsiteX1" fmla="*/ 48821 w 90268"/>
                  <a:gd name="connsiteY1" fmla="*/ 102 h 164665"/>
                  <a:gd name="connsiteX2" fmla="*/ 215 w 90268"/>
                  <a:gd name="connsiteY2" fmla="*/ 15973 h 164665"/>
                  <a:gd name="connsiteX3" fmla="*/ 215 w 90268"/>
                  <a:gd name="connsiteY3" fmla="*/ 24901 h 164665"/>
                  <a:gd name="connsiteX4" fmla="*/ 36173 w 90268"/>
                  <a:gd name="connsiteY4" fmla="*/ 17957 h 164665"/>
                  <a:gd name="connsiteX5" fmla="*/ 36173 w 90268"/>
                  <a:gd name="connsiteY5" fmla="*/ 144432 h 164665"/>
                  <a:gd name="connsiteX6" fmla="*/ 11374 w 90268"/>
                  <a:gd name="connsiteY6" fmla="*/ 155840 h 164665"/>
                  <a:gd name="connsiteX7" fmla="*/ 1951 w 90268"/>
                  <a:gd name="connsiteY7" fmla="*/ 155840 h 164665"/>
                  <a:gd name="connsiteX8" fmla="*/ 1951 w 90268"/>
                  <a:gd name="connsiteY8" fmla="*/ 164767 h 164665"/>
                  <a:gd name="connsiteX9" fmla="*/ 46093 w 90268"/>
                  <a:gd name="connsiteY9" fmla="*/ 163775 h 164665"/>
                  <a:gd name="connsiteX10" fmla="*/ 90483 w 90268"/>
                  <a:gd name="connsiteY10" fmla="*/ 164767 h 164665"/>
                  <a:gd name="connsiteX11" fmla="*/ 90483 w 90268"/>
                  <a:gd name="connsiteY11" fmla="*/ 155840 h 164665"/>
                  <a:gd name="connsiteX12" fmla="*/ 81060 w 90268"/>
                  <a:gd name="connsiteY12" fmla="*/ 155840 h 164665"/>
                  <a:gd name="connsiteX13" fmla="*/ 56261 w 90268"/>
                  <a:gd name="connsiteY13" fmla="*/ 144432 h 164665"/>
                  <a:gd name="connsiteX14" fmla="*/ 56261 w 90268"/>
                  <a:gd name="connsiteY14" fmla="*/ 7046 h 16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268" h="164665">
                    <a:moveTo>
                      <a:pt x="56261" y="7046"/>
                    </a:moveTo>
                    <a:cubicBezTo>
                      <a:pt x="56261" y="350"/>
                      <a:pt x="55765" y="102"/>
                      <a:pt x="48821" y="102"/>
                    </a:cubicBezTo>
                    <a:cubicBezTo>
                      <a:pt x="32949" y="15725"/>
                      <a:pt x="10382" y="15973"/>
                      <a:pt x="215" y="15973"/>
                    </a:cubicBezTo>
                    <a:lnTo>
                      <a:pt x="215" y="24901"/>
                    </a:lnTo>
                    <a:cubicBezTo>
                      <a:pt x="6167" y="24901"/>
                      <a:pt x="22534" y="24901"/>
                      <a:pt x="36173" y="17957"/>
                    </a:cubicBezTo>
                    <a:lnTo>
                      <a:pt x="36173" y="144432"/>
                    </a:lnTo>
                    <a:cubicBezTo>
                      <a:pt x="36173" y="152616"/>
                      <a:pt x="36173" y="155840"/>
                      <a:pt x="11374" y="155840"/>
                    </a:cubicBezTo>
                    <a:lnTo>
                      <a:pt x="1951" y="155840"/>
                    </a:lnTo>
                    <a:lnTo>
                      <a:pt x="1951" y="164767"/>
                    </a:lnTo>
                    <a:cubicBezTo>
                      <a:pt x="6415" y="164519"/>
                      <a:pt x="36917" y="163775"/>
                      <a:pt x="46093" y="163775"/>
                    </a:cubicBezTo>
                    <a:cubicBezTo>
                      <a:pt x="53781" y="163775"/>
                      <a:pt x="85027" y="164519"/>
                      <a:pt x="90483" y="164767"/>
                    </a:cubicBezTo>
                    <a:lnTo>
                      <a:pt x="90483" y="155840"/>
                    </a:lnTo>
                    <a:lnTo>
                      <a:pt x="81060" y="155840"/>
                    </a:lnTo>
                    <a:cubicBezTo>
                      <a:pt x="56261" y="155840"/>
                      <a:pt x="56261" y="152616"/>
                      <a:pt x="56261" y="144432"/>
                    </a:cubicBezTo>
                    <a:lnTo>
                      <a:pt x="56261" y="7046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A4F27784-D732-DA3A-7662-DA260FB6EBBE}"/>
                  </a:ext>
                </a:extLst>
              </p:cNvPr>
              <p:cNvSpPr/>
              <p:nvPr>
                <p:custDataLst>
                  <p:tags r:id="rId115"/>
                </p:custDataLst>
              </p:nvPr>
            </p:nvSpPr>
            <p:spPr>
              <a:xfrm>
                <a:off x="9689944" y="6003375"/>
                <a:ext cx="48535" cy="354271"/>
              </a:xfrm>
              <a:custGeom>
                <a:avLst/>
                <a:gdLst>
                  <a:gd name="connsiteX0" fmla="*/ 48756 w 48535"/>
                  <a:gd name="connsiteY0" fmla="*/ 354362 h 354271"/>
                  <a:gd name="connsiteX1" fmla="*/ 48756 w 48535"/>
                  <a:gd name="connsiteY1" fmla="*/ 340191 h 354271"/>
                  <a:gd name="connsiteX2" fmla="*/ 14392 w 48535"/>
                  <a:gd name="connsiteY2" fmla="*/ 340191 h 354271"/>
                  <a:gd name="connsiteX3" fmla="*/ 14392 w 48535"/>
                  <a:gd name="connsiteY3" fmla="*/ 14261 h 354271"/>
                  <a:gd name="connsiteX4" fmla="*/ 48756 w 48535"/>
                  <a:gd name="connsiteY4" fmla="*/ 14261 h 354271"/>
                  <a:gd name="connsiteX5" fmla="*/ 48756 w 48535"/>
                  <a:gd name="connsiteY5" fmla="*/ 90 h 354271"/>
                  <a:gd name="connsiteX6" fmla="*/ 221 w 48535"/>
                  <a:gd name="connsiteY6" fmla="*/ 90 h 354271"/>
                  <a:gd name="connsiteX7" fmla="*/ 221 w 48535"/>
                  <a:gd name="connsiteY7" fmla="*/ 354362 h 354271"/>
                  <a:gd name="connsiteX8" fmla="*/ 48756 w 48535"/>
                  <a:gd name="connsiteY8" fmla="*/ 354362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535" h="354271">
                    <a:moveTo>
                      <a:pt x="48756" y="354362"/>
                    </a:moveTo>
                    <a:lnTo>
                      <a:pt x="48756" y="340191"/>
                    </a:lnTo>
                    <a:lnTo>
                      <a:pt x="14392" y="340191"/>
                    </a:lnTo>
                    <a:lnTo>
                      <a:pt x="14392" y="14261"/>
                    </a:lnTo>
                    <a:lnTo>
                      <a:pt x="48756" y="14261"/>
                    </a:lnTo>
                    <a:lnTo>
                      <a:pt x="48756" y="90"/>
                    </a:lnTo>
                    <a:lnTo>
                      <a:pt x="221" y="90"/>
                    </a:lnTo>
                    <a:lnTo>
                      <a:pt x="221" y="354362"/>
                    </a:lnTo>
                    <a:lnTo>
                      <a:pt x="48756" y="354362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B0A87264-DE15-8EE7-3519-A6AD3193CCB7}"/>
                  </a:ext>
                </a:extLst>
              </p:cNvPr>
              <p:cNvSpPr/>
              <p:nvPr>
                <p:custDataLst>
                  <p:tags r:id="rId116"/>
                </p:custDataLst>
              </p:nvPr>
            </p:nvSpPr>
            <p:spPr>
              <a:xfrm>
                <a:off x="9756823" y="6112491"/>
                <a:ext cx="163319" cy="229213"/>
              </a:xfrm>
              <a:custGeom>
                <a:avLst/>
                <a:gdLst>
                  <a:gd name="connsiteX0" fmla="*/ 162126 w 163319"/>
                  <a:gd name="connsiteY0" fmla="*/ 21701 h 229213"/>
                  <a:gd name="connsiteX1" fmla="*/ 163543 w 163319"/>
                  <a:gd name="connsiteY1" fmla="*/ 13552 h 229213"/>
                  <a:gd name="connsiteX2" fmla="*/ 153269 w 163319"/>
                  <a:gd name="connsiteY2" fmla="*/ 3987 h 229213"/>
                  <a:gd name="connsiteX3" fmla="*/ 140870 w 163319"/>
                  <a:gd name="connsiteY3" fmla="*/ 11427 h 229213"/>
                  <a:gd name="connsiteX4" fmla="*/ 135910 w 163319"/>
                  <a:gd name="connsiteY4" fmla="*/ 30558 h 229213"/>
                  <a:gd name="connsiteX5" fmla="*/ 128825 w 163319"/>
                  <a:gd name="connsiteY5" fmla="*/ 58899 h 229213"/>
                  <a:gd name="connsiteX6" fmla="*/ 112882 w 163319"/>
                  <a:gd name="connsiteY6" fmla="*/ 122668 h 229213"/>
                  <a:gd name="connsiteX7" fmla="*/ 72850 w 163319"/>
                  <a:gd name="connsiteY7" fmla="*/ 152781 h 229213"/>
                  <a:gd name="connsiteX8" fmla="*/ 50885 w 163319"/>
                  <a:gd name="connsiteY8" fmla="*/ 124085 h 229213"/>
                  <a:gd name="connsiteX9" fmla="*/ 68953 w 163319"/>
                  <a:gd name="connsiteY9" fmla="*/ 54648 h 229213"/>
                  <a:gd name="connsiteX10" fmla="*/ 76038 w 163319"/>
                  <a:gd name="connsiteY10" fmla="*/ 29140 h 229213"/>
                  <a:gd name="connsiteX11" fmla="*/ 46988 w 163319"/>
                  <a:gd name="connsiteY11" fmla="*/ 90 h 229213"/>
                  <a:gd name="connsiteX12" fmla="*/ 224 w 163319"/>
                  <a:gd name="connsiteY12" fmla="*/ 54648 h 229213"/>
                  <a:gd name="connsiteX13" fmla="*/ 4475 w 163319"/>
                  <a:gd name="connsiteY13" fmla="*/ 58191 h 229213"/>
                  <a:gd name="connsiteX14" fmla="*/ 10143 w 163319"/>
                  <a:gd name="connsiteY14" fmla="*/ 51814 h 229213"/>
                  <a:gd name="connsiteX15" fmla="*/ 45925 w 163319"/>
                  <a:gd name="connsiteY15" fmla="*/ 7884 h 229213"/>
                  <a:gd name="connsiteX16" fmla="*/ 54782 w 163319"/>
                  <a:gd name="connsiteY16" fmla="*/ 19221 h 229213"/>
                  <a:gd name="connsiteX17" fmla="*/ 48759 w 163319"/>
                  <a:gd name="connsiteY17" fmla="*/ 44020 h 229213"/>
                  <a:gd name="connsiteX18" fmla="*/ 28211 w 163319"/>
                  <a:gd name="connsiteY18" fmla="*/ 118417 h 229213"/>
                  <a:gd name="connsiteX19" fmla="*/ 71432 w 163319"/>
                  <a:gd name="connsiteY19" fmla="*/ 160575 h 229213"/>
                  <a:gd name="connsiteX20" fmla="*/ 107214 w 163319"/>
                  <a:gd name="connsiteY20" fmla="*/ 144633 h 229213"/>
                  <a:gd name="connsiteX21" fmla="*/ 84186 w 163319"/>
                  <a:gd name="connsiteY21" fmla="*/ 199191 h 229213"/>
                  <a:gd name="connsiteX22" fmla="*/ 45216 w 163319"/>
                  <a:gd name="connsiteY22" fmla="*/ 221510 h 229213"/>
                  <a:gd name="connsiteX23" fmla="*/ 18292 w 163319"/>
                  <a:gd name="connsiteY23" fmla="*/ 206630 h 229213"/>
                  <a:gd name="connsiteX24" fmla="*/ 33525 w 163319"/>
                  <a:gd name="connsiteY24" fmla="*/ 202379 h 229213"/>
                  <a:gd name="connsiteX25" fmla="*/ 40611 w 163319"/>
                  <a:gd name="connsiteY25" fmla="*/ 187854 h 229213"/>
                  <a:gd name="connsiteX26" fmla="*/ 27503 w 163319"/>
                  <a:gd name="connsiteY26" fmla="*/ 175455 h 229213"/>
                  <a:gd name="connsiteX27" fmla="*/ 7664 w 163319"/>
                  <a:gd name="connsiteY27" fmla="*/ 198482 h 229213"/>
                  <a:gd name="connsiteX28" fmla="*/ 45216 w 163319"/>
                  <a:gd name="connsiteY28" fmla="*/ 229304 h 229213"/>
                  <a:gd name="connsiteX29" fmla="*/ 128116 w 163319"/>
                  <a:gd name="connsiteY29" fmla="*/ 157032 h 229213"/>
                  <a:gd name="connsiteX30" fmla="*/ 162126 w 163319"/>
                  <a:gd name="connsiteY30" fmla="*/ 21701 h 229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319" h="229213">
                    <a:moveTo>
                      <a:pt x="162126" y="21701"/>
                    </a:moveTo>
                    <a:cubicBezTo>
                      <a:pt x="163543" y="16741"/>
                      <a:pt x="163543" y="16032"/>
                      <a:pt x="163543" y="13552"/>
                    </a:cubicBezTo>
                    <a:cubicBezTo>
                      <a:pt x="163543" y="7176"/>
                      <a:pt x="158583" y="3987"/>
                      <a:pt x="153269" y="3987"/>
                    </a:cubicBezTo>
                    <a:cubicBezTo>
                      <a:pt x="149727" y="3987"/>
                      <a:pt x="144058" y="6113"/>
                      <a:pt x="140870" y="11427"/>
                    </a:cubicBezTo>
                    <a:cubicBezTo>
                      <a:pt x="140161" y="13198"/>
                      <a:pt x="137327" y="24181"/>
                      <a:pt x="135910" y="30558"/>
                    </a:cubicBezTo>
                    <a:cubicBezTo>
                      <a:pt x="133430" y="39769"/>
                      <a:pt x="130950" y="49334"/>
                      <a:pt x="128825" y="58899"/>
                    </a:cubicBezTo>
                    <a:lnTo>
                      <a:pt x="112882" y="122668"/>
                    </a:lnTo>
                    <a:cubicBezTo>
                      <a:pt x="111465" y="127982"/>
                      <a:pt x="96232" y="152781"/>
                      <a:pt x="72850" y="152781"/>
                    </a:cubicBezTo>
                    <a:cubicBezTo>
                      <a:pt x="54782" y="152781"/>
                      <a:pt x="50885" y="137193"/>
                      <a:pt x="50885" y="124085"/>
                    </a:cubicBezTo>
                    <a:cubicBezTo>
                      <a:pt x="50885" y="107789"/>
                      <a:pt x="56907" y="85824"/>
                      <a:pt x="68953" y="54648"/>
                    </a:cubicBezTo>
                    <a:cubicBezTo>
                      <a:pt x="74621" y="40123"/>
                      <a:pt x="76038" y="36226"/>
                      <a:pt x="76038" y="29140"/>
                    </a:cubicBezTo>
                    <a:cubicBezTo>
                      <a:pt x="76038" y="13198"/>
                      <a:pt x="64701" y="90"/>
                      <a:pt x="46988" y="90"/>
                    </a:cubicBezTo>
                    <a:cubicBezTo>
                      <a:pt x="13332" y="90"/>
                      <a:pt x="224" y="51460"/>
                      <a:pt x="224" y="54648"/>
                    </a:cubicBezTo>
                    <a:cubicBezTo>
                      <a:pt x="224" y="58191"/>
                      <a:pt x="3767" y="58191"/>
                      <a:pt x="4475" y="58191"/>
                    </a:cubicBezTo>
                    <a:cubicBezTo>
                      <a:pt x="8018" y="58191"/>
                      <a:pt x="8372" y="57482"/>
                      <a:pt x="10143" y="51814"/>
                    </a:cubicBezTo>
                    <a:cubicBezTo>
                      <a:pt x="19709" y="18512"/>
                      <a:pt x="33880" y="7884"/>
                      <a:pt x="45925" y="7884"/>
                    </a:cubicBezTo>
                    <a:cubicBezTo>
                      <a:pt x="48759" y="7884"/>
                      <a:pt x="54782" y="7884"/>
                      <a:pt x="54782" y="19221"/>
                    </a:cubicBezTo>
                    <a:cubicBezTo>
                      <a:pt x="54782" y="28078"/>
                      <a:pt x="51239" y="37289"/>
                      <a:pt x="48759" y="44020"/>
                    </a:cubicBezTo>
                    <a:cubicBezTo>
                      <a:pt x="34588" y="81573"/>
                      <a:pt x="28211" y="101766"/>
                      <a:pt x="28211" y="118417"/>
                    </a:cubicBezTo>
                    <a:cubicBezTo>
                      <a:pt x="28211" y="149947"/>
                      <a:pt x="50530" y="160575"/>
                      <a:pt x="71432" y="160575"/>
                    </a:cubicBezTo>
                    <a:cubicBezTo>
                      <a:pt x="85249" y="160575"/>
                      <a:pt x="97294" y="154553"/>
                      <a:pt x="107214" y="144633"/>
                    </a:cubicBezTo>
                    <a:cubicBezTo>
                      <a:pt x="102608" y="163055"/>
                      <a:pt x="98357" y="180414"/>
                      <a:pt x="84186" y="199191"/>
                    </a:cubicBezTo>
                    <a:cubicBezTo>
                      <a:pt x="74975" y="211236"/>
                      <a:pt x="61513" y="221510"/>
                      <a:pt x="45216" y="221510"/>
                    </a:cubicBezTo>
                    <a:cubicBezTo>
                      <a:pt x="40257" y="221510"/>
                      <a:pt x="24314" y="220447"/>
                      <a:pt x="18292" y="206630"/>
                    </a:cubicBezTo>
                    <a:cubicBezTo>
                      <a:pt x="23960" y="206630"/>
                      <a:pt x="28566" y="206630"/>
                      <a:pt x="33525" y="202379"/>
                    </a:cubicBezTo>
                    <a:cubicBezTo>
                      <a:pt x="37068" y="199191"/>
                      <a:pt x="40611" y="194585"/>
                      <a:pt x="40611" y="187854"/>
                    </a:cubicBezTo>
                    <a:cubicBezTo>
                      <a:pt x="40611" y="176872"/>
                      <a:pt x="31046" y="175455"/>
                      <a:pt x="27503" y="175455"/>
                    </a:cubicBezTo>
                    <a:cubicBezTo>
                      <a:pt x="19355" y="175455"/>
                      <a:pt x="7664" y="181123"/>
                      <a:pt x="7664" y="198482"/>
                    </a:cubicBezTo>
                    <a:cubicBezTo>
                      <a:pt x="7664" y="216196"/>
                      <a:pt x="23252" y="229304"/>
                      <a:pt x="45216" y="229304"/>
                    </a:cubicBezTo>
                    <a:cubicBezTo>
                      <a:pt x="81706" y="229304"/>
                      <a:pt x="118196" y="197065"/>
                      <a:pt x="128116" y="157032"/>
                    </a:cubicBezTo>
                    <a:lnTo>
                      <a:pt x="162126" y="2170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8EA85CC-1A7F-0F62-DF0B-9D9F6183304E}"/>
                  </a:ext>
                </a:extLst>
              </p:cNvPr>
              <p:cNvSpPr/>
              <p:nvPr>
                <p:custDataLst>
                  <p:tags r:id="rId117"/>
                </p:custDataLst>
              </p:nvPr>
            </p:nvSpPr>
            <p:spPr>
              <a:xfrm>
                <a:off x="9931897" y="6157802"/>
                <a:ext cx="75141" cy="166897"/>
              </a:xfrm>
              <a:custGeom>
                <a:avLst/>
                <a:gdLst>
                  <a:gd name="connsiteX0" fmla="*/ 68922 w 75141"/>
                  <a:gd name="connsiteY0" fmla="*/ 9515 h 166897"/>
                  <a:gd name="connsiteX1" fmla="*/ 59002 w 75141"/>
                  <a:gd name="connsiteY1" fmla="*/ 92 h 166897"/>
                  <a:gd name="connsiteX2" fmla="*/ 45115 w 75141"/>
                  <a:gd name="connsiteY2" fmla="*/ 13731 h 166897"/>
                  <a:gd name="connsiteX3" fmla="*/ 55035 w 75141"/>
                  <a:gd name="connsiteY3" fmla="*/ 23155 h 166897"/>
                  <a:gd name="connsiteX4" fmla="*/ 68922 w 75141"/>
                  <a:gd name="connsiteY4" fmla="*/ 9515 h 166897"/>
                  <a:gd name="connsiteX5" fmla="*/ 18332 w 75141"/>
                  <a:gd name="connsiteY5" fmla="*/ 135494 h 166897"/>
                  <a:gd name="connsiteX6" fmla="*/ 16100 w 75141"/>
                  <a:gd name="connsiteY6" fmla="*/ 145910 h 166897"/>
                  <a:gd name="connsiteX7" fmla="*/ 39659 w 75141"/>
                  <a:gd name="connsiteY7" fmla="*/ 166989 h 166897"/>
                  <a:gd name="connsiteX8" fmla="*/ 75370 w 75141"/>
                  <a:gd name="connsiteY8" fmla="*/ 129046 h 166897"/>
                  <a:gd name="connsiteX9" fmla="*/ 71402 w 75141"/>
                  <a:gd name="connsiteY9" fmla="*/ 125823 h 166897"/>
                  <a:gd name="connsiteX10" fmla="*/ 66690 w 75141"/>
                  <a:gd name="connsiteY10" fmla="*/ 130038 h 166897"/>
                  <a:gd name="connsiteX11" fmla="*/ 40403 w 75141"/>
                  <a:gd name="connsiteY11" fmla="*/ 160045 h 166897"/>
                  <a:gd name="connsiteX12" fmla="*/ 34203 w 75141"/>
                  <a:gd name="connsiteY12" fmla="*/ 151366 h 166897"/>
                  <a:gd name="connsiteX13" fmla="*/ 38171 w 75141"/>
                  <a:gd name="connsiteY13" fmla="*/ 135494 h 166897"/>
                  <a:gd name="connsiteX14" fmla="*/ 46107 w 75141"/>
                  <a:gd name="connsiteY14" fmla="*/ 115655 h 166897"/>
                  <a:gd name="connsiteX15" fmla="*/ 58258 w 75141"/>
                  <a:gd name="connsiteY15" fmla="*/ 84160 h 166897"/>
                  <a:gd name="connsiteX16" fmla="*/ 59746 w 75141"/>
                  <a:gd name="connsiteY16" fmla="*/ 76225 h 166897"/>
                  <a:gd name="connsiteX17" fmla="*/ 36187 w 75141"/>
                  <a:gd name="connsiteY17" fmla="*/ 55145 h 166897"/>
                  <a:gd name="connsiteX18" fmla="*/ 229 w 75141"/>
                  <a:gd name="connsiteY18" fmla="*/ 93088 h 166897"/>
                  <a:gd name="connsiteX19" fmla="*/ 4445 w 75141"/>
                  <a:gd name="connsiteY19" fmla="*/ 96312 h 166897"/>
                  <a:gd name="connsiteX20" fmla="*/ 8908 w 75141"/>
                  <a:gd name="connsiteY20" fmla="*/ 92344 h 166897"/>
                  <a:gd name="connsiteX21" fmla="*/ 35443 w 75141"/>
                  <a:gd name="connsiteY21" fmla="*/ 62089 h 166897"/>
                  <a:gd name="connsiteX22" fmla="*/ 41643 w 75141"/>
                  <a:gd name="connsiteY22" fmla="*/ 70769 h 166897"/>
                  <a:gd name="connsiteX23" fmla="*/ 33955 w 75141"/>
                  <a:gd name="connsiteY23" fmla="*/ 95568 h 166897"/>
                  <a:gd name="connsiteX24" fmla="*/ 18332 w 75141"/>
                  <a:gd name="connsiteY24" fmla="*/ 135494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141" h="166897">
                    <a:moveTo>
                      <a:pt x="68922" y="9515"/>
                    </a:moveTo>
                    <a:cubicBezTo>
                      <a:pt x="68922" y="5547"/>
                      <a:pt x="65946" y="92"/>
                      <a:pt x="59002" y="92"/>
                    </a:cubicBezTo>
                    <a:cubicBezTo>
                      <a:pt x="52307" y="92"/>
                      <a:pt x="45115" y="6539"/>
                      <a:pt x="45115" y="13731"/>
                    </a:cubicBezTo>
                    <a:cubicBezTo>
                      <a:pt x="45115" y="17947"/>
                      <a:pt x="48339" y="23155"/>
                      <a:pt x="55035" y="23155"/>
                    </a:cubicBezTo>
                    <a:cubicBezTo>
                      <a:pt x="62226" y="23155"/>
                      <a:pt x="68922" y="16211"/>
                      <a:pt x="68922" y="9515"/>
                    </a:cubicBezTo>
                    <a:close/>
                    <a:moveTo>
                      <a:pt x="18332" y="135494"/>
                    </a:moveTo>
                    <a:cubicBezTo>
                      <a:pt x="17340" y="138718"/>
                      <a:pt x="16100" y="141694"/>
                      <a:pt x="16100" y="145910"/>
                    </a:cubicBezTo>
                    <a:cubicBezTo>
                      <a:pt x="16100" y="157565"/>
                      <a:pt x="26020" y="166989"/>
                      <a:pt x="39659" y="166989"/>
                    </a:cubicBezTo>
                    <a:cubicBezTo>
                      <a:pt x="64458" y="166989"/>
                      <a:pt x="75370" y="132766"/>
                      <a:pt x="75370" y="129046"/>
                    </a:cubicBezTo>
                    <a:cubicBezTo>
                      <a:pt x="75370" y="125823"/>
                      <a:pt x="72146" y="125823"/>
                      <a:pt x="71402" y="125823"/>
                    </a:cubicBezTo>
                    <a:cubicBezTo>
                      <a:pt x="67930" y="125823"/>
                      <a:pt x="67682" y="127311"/>
                      <a:pt x="66690" y="130038"/>
                    </a:cubicBezTo>
                    <a:cubicBezTo>
                      <a:pt x="60986" y="149878"/>
                      <a:pt x="50075" y="160045"/>
                      <a:pt x="40403" y="160045"/>
                    </a:cubicBezTo>
                    <a:cubicBezTo>
                      <a:pt x="35443" y="160045"/>
                      <a:pt x="34203" y="156821"/>
                      <a:pt x="34203" y="151366"/>
                    </a:cubicBezTo>
                    <a:cubicBezTo>
                      <a:pt x="34203" y="145662"/>
                      <a:pt x="35939" y="140950"/>
                      <a:pt x="38171" y="135494"/>
                    </a:cubicBezTo>
                    <a:cubicBezTo>
                      <a:pt x="40651" y="128799"/>
                      <a:pt x="43379" y="122103"/>
                      <a:pt x="46107" y="115655"/>
                    </a:cubicBezTo>
                    <a:cubicBezTo>
                      <a:pt x="48339" y="109703"/>
                      <a:pt x="57267" y="87136"/>
                      <a:pt x="58258" y="84160"/>
                    </a:cubicBezTo>
                    <a:cubicBezTo>
                      <a:pt x="59002" y="81680"/>
                      <a:pt x="59746" y="78705"/>
                      <a:pt x="59746" y="76225"/>
                    </a:cubicBezTo>
                    <a:cubicBezTo>
                      <a:pt x="59746" y="64569"/>
                      <a:pt x="49827" y="55145"/>
                      <a:pt x="36187" y="55145"/>
                    </a:cubicBezTo>
                    <a:cubicBezTo>
                      <a:pt x="11636" y="55145"/>
                      <a:pt x="229" y="88872"/>
                      <a:pt x="229" y="93088"/>
                    </a:cubicBezTo>
                    <a:cubicBezTo>
                      <a:pt x="229" y="96312"/>
                      <a:pt x="3701" y="96312"/>
                      <a:pt x="4445" y="96312"/>
                    </a:cubicBezTo>
                    <a:cubicBezTo>
                      <a:pt x="7916" y="96312"/>
                      <a:pt x="8164" y="95072"/>
                      <a:pt x="8908" y="92344"/>
                    </a:cubicBezTo>
                    <a:cubicBezTo>
                      <a:pt x="15356" y="71017"/>
                      <a:pt x="26268" y="62089"/>
                      <a:pt x="35443" y="62089"/>
                    </a:cubicBezTo>
                    <a:cubicBezTo>
                      <a:pt x="39411" y="62089"/>
                      <a:pt x="41643" y="64073"/>
                      <a:pt x="41643" y="70769"/>
                    </a:cubicBezTo>
                    <a:cubicBezTo>
                      <a:pt x="41643" y="76473"/>
                      <a:pt x="40155" y="80192"/>
                      <a:pt x="33955" y="95568"/>
                    </a:cubicBezTo>
                    <a:lnTo>
                      <a:pt x="18332" y="135494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B1184745-4BC9-5604-ADA3-1DD6CC101C4F}"/>
                  </a:ext>
                </a:extLst>
              </p:cNvPr>
              <p:cNvSpPr/>
              <p:nvPr>
                <p:custDataLst>
                  <p:tags r:id="rId118"/>
                </p:custDataLst>
              </p:nvPr>
            </p:nvSpPr>
            <p:spPr>
              <a:xfrm>
                <a:off x="10146319" y="6173426"/>
                <a:ext cx="216459" cy="14170"/>
              </a:xfrm>
              <a:custGeom>
                <a:avLst/>
                <a:gdLst>
                  <a:gd name="connsiteX0" fmla="*/ 204295 w 216459"/>
                  <a:gd name="connsiteY0" fmla="*/ 14261 h 14170"/>
                  <a:gd name="connsiteX1" fmla="*/ 216694 w 216459"/>
                  <a:gd name="connsiteY1" fmla="*/ 7176 h 14170"/>
                  <a:gd name="connsiteX2" fmla="*/ 204295 w 216459"/>
                  <a:gd name="connsiteY2" fmla="*/ 90 h 14170"/>
                  <a:gd name="connsiteX3" fmla="*/ 12634 w 216459"/>
                  <a:gd name="connsiteY3" fmla="*/ 90 h 14170"/>
                  <a:gd name="connsiteX4" fmla="*/ 234 w 216459"/>
                  <a:gd name="connsiteY4" fmla="*/ 7176 h 14170"/>
                  <a:gd name="connsiteX5" fmla="*/ 12634 w 216459"/>
                  <a:gd name="connsiteY5" fmla="*/ 14261 h 14170"/>
                  <a:gd name="connsiteX6" fmla="*/ 204295 w 216459"/>
                  <a:gd name="connsiteY6" fmla="*/ 14261 h 1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6459" h="14170">
                    <a:moveTo>
                      <a:pt x="204295" y="14261"/>
                    </a:moveTo>
                    <a:cubicBezTo>
                      <a:pt x="210317" y="14261"/>
                      <a:pt x="216694" y="14261"/>
                      <a:pt x="216694" y="7176"/>
                    </a:cubicBezTo>
                    <a:cubicBezTo>
                      <a:pt x="216694" y="90"/>
                      <a:pt x="210317" y="90"/>
                      <a:pt x="204295" y="90"/>
                    </a:cubicBezTo>
                    <a:lnTo>
                      <a:pt x="12634" y="90"/>
                    </a:lnTo>
                    <a:cubicBezTo>
                      <a:pt x="6611" y="90"/>
                      <a:pt x="234" y="90"/>
                      <a:pt x="234" y="7176"/>
                    </a:cubicBezTo>
                    <a:cubicBezTo>
                      <a:pt x="234" y="14261"/>
                      <a:pt x="6611" y="14261"/>
                      <a:pt x="12634" y="14261"/>
                    </a:cubicBezTo>
                    <a:lnTo>
                      <a:pt x="204295" y="14261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D445B979-37D9-E23A-1239-B4BCC15399CA}"/>
                  </a:ext>
                </a:extLst>
              </p:cNvPr>
              <p:cNvSpPr/>
              <p:nvPr>
                <p:custDataLst>
                  <p:tags r:id="rId119"/>
                </p:custDataLst>
              </p:nvPr>
            </p:nvSpPr>
            <p:spPr>
              <a:xfrm>
                <a:off x="10506258" y="6003375"/>
                <a:ext cx="82191" cy="354271"/>
              </a:xfrm>
              <a:custGeom>
                <a:avLst/>
                <a:gdLst>
                  <a:gd name="connsiteX0" fmla="*/ 82435 w 82191"/>
                  <a:gd name="connsiteY0" fmla="*/ 350819 h 354271"/>
                  <a:gd name="connsiteX1" fmla="*/ 76413 w 82191"/>
                  <a:gd name="connsiteY1" fmla="*/ 343025 h 354271"/>
                  <a:gd name="connsiteX2" fmla="*/ 20792 w 82191"/>
                  <a:gd name="connsiteY2" fmla="*/ 177226 h 354271"/>
                  <a:gd name="connsiteX3" fmla="*/ 77830 w 82191"/>
                  <a:gd name="connsiteY3" fmla="*/ 9655 h 354271"/>
                  <a:gd name="connsiteX4" fmla="*/ 82435 w 82191"/>
                  <a:gd name="connsiteY4" fmla="*/ 3633 h 354271"/>
                  <a:gd name="connsiteX5" fmla="*/ 78893 w 82191"/>
                  <a:gd name="connsiteY5" fmla="*/ 90 h 354271"/>
                  <a:gd name="connsiteX6" fmla="*/ 22563 w 82191"/>
                  <a:gd name="connsiteY6" fmla="*/ 69173 h 354271"/>
                  <a:gd name="connsiteX7" fmla="*/ 244 w 82191"/>
                  <a:gd name="connsiteY7" fmla="*/ 177226 h 354271"/>
                  <a:gd name="connsiteX8" fmla="*/ 23626 w 82191"/>
                  <a:gd name="connsiteY8" fmla="*/ 287759 h 354271"/>
                  <a:gd name="connsiteX9" fmla="*/ 78893 w 82191"/>
                  <a:gd name="connsiteY9" fmla="*/ 354362 h 354271"/>
                  <a:gd name="connsiteX10" fmla="*/ 82435 w 82191"/>
                  <a:gd name="connsiteY10" fmla="*/ 350819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191" h="354271">
                    <a:moveTo>
                      <a:pt x="82435" y="350819"/>
                    </a:moveTo>
                    <a:cubicBezTo>
                      <a:pt x="82435" y="349756"/>
                      <a:pt x="82435" y="349048"/>
                      <a:pt x="76413" y="343025"/>
                    </a:cubicBezTo>
                    <a:cubicBezTo>
                      <a:pt x="32129" y="298387"/>
                      <a:pt x="20792" y="231429"/>
                      <a:pt x="20792" y="177226"/>
                    </a:cubicBezTo>
                    <a:cubicBezTo>
                      <a:pt x="20792" y="115583"/>
                      <a:pt x="34254" y="53939"/>
                      <a:pt x="77830" y="9655"/>
                    </a:cubicBezTo>
                    <a:cubicBezTo>
                      <a:pt x="82435" y="5404"/>
                      <a:pt x="82435" y="4696"/>
                      <a:pt x="82435" y="3633"/>
                    </a:cubicBezTo>
                    <a:cubicBezTo>
                      <a:pt x="82435" y="1153"/>
                      <a:pt x="81018" y="90"/>
                      <a:pt x="78893" y="90"/>
                    </a:cubicBezTo>
                    <a:cubicBezTo>
                      <a:pt x="75350" y="90"/>
                      <a:pt x="43465" y="24181"/>
                      <a:pt x="22563" y="69173"/>
                    </a:cubicBezTo>
                    <a:cubicBezTo>
                      <a:pt x="4496" y="108143"/>
                      <a:pt x="244" y="147467"/>
                      <a:pt x="244" y="177226"/>
                    </a:cubicBezTo>
                    <a:cubicBezTo>
                      <a:pt x="244" y="204859"/>
                      <a:pt x="4141" y="247726"/>
                      <a:pt x="23626" y="287759"/>
                    </a:cubicBezTo>
                    <a:cubicBezTo>
                      <a:pt x="44883" y="331334"/>
                      <a:pt x="75350" y="354362"/>
                      <a:pt x="78893" y="354362"/>
                    </a:cubicBezTo>
                    <a:cubicBezTo>
                      <a:pt x="81018" y="354362"/>
                      <a:pt x="82435" y="353299"/>
                      <a:pt x="82435" y="3508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D54A0415-28FB-57BD-6211-B58F292FF9EB}"/>
                  </a:ext>
                </a:extLst>
              </p:cNvPr>
              <p:cNvSpPr/>
              <p:nvPr>
                <p:custDataLst>
                  <p:tags r:id="rId120"/>
                </p:custDataLst>
              </p:nvPr>
            </p:nvSpPr>
            <p:spPr>
              <a:xfrm>
                <a:off x="10623128" y="6112491"/>
                <a:ext cx="162256" cy="160484"/>
              </a:xfrm>
              <a:custGeom>
                <a:avLst/>
                <a:gdLst>
                  <a:gd name="connsiteX0" fmla="*/ 118221 w 162256"/>
                  <a:gd name="connsiteY0" fmla="*/ 22764 h 160484"/>
                  <a:gd name="connsiteX1" fmla="*/ 85628 w 162256"/>
                  <a:gd name="connsiteY1" fmla="*/ 90 h 160484"/>
                  <a:gd name="connsiteX2" fmla="*/ 248 w 162256"/>
                  <a:gd name="connsiteY2" fmla="*/ 103892 h 160484"/>
                  <a:gd name="connsiteX3" fmla="*/ 47366 w 162256"/>
                  <a:gd name="connsiteY3" fmla="*/ 160575 h 160484"/>
                  <a:gd name="connsiteX4" fmla="*/ 93422 w 162256"/>
                  <a:gd name="connsiteY4" fmla="*/ 134005 h 160484"/>
                  <a:gd name="connsiteX5" fmla="*/ 125660 w 162256"/>
                  <a:gd name="connsiteY5" fmla="*/ 160575 h 160484"/>
                  <a:gd name="connsiteX6" fmla="*/ 151876 w 162256"/>
                  <a:gd name="connsiteY6" fmla="*/ 141090 h 160484"/>
                  <a:gd name="connsiteX7" fmla="*/ 162505 w 162256"/>
                  <a:gd name="connsiteY7" fmla="*/ 106017 h 160484"/>
                  <a:gd name="connsiteX8" fmla="*/ 158253 w 162256"/>
                  <a:gd name="connsiteY8" fmla="*/ 102475 h 160484"/>
                  <a:gd name="connsiteX9" fmla="*/ 153293 w 162256"/>
                  <a:gd name="connsiteY9" fmla="*/ 108852 h 160484"/>
                  <a:gd name="connsiteX10" fmla="*/ 126369 w 162256"/>
                  <a:gd name="connsiteY10" fmla="*/ 152781 h 160484"/>
                  <a:gd name="connsiteX11" fmla="*/ 115741 w 162256"/>
                  <a:gd name="connsiteY11" fmla="*/ 136485 h 160484"/>
                  <a:gd name="connsiteX12" fmla="*/ 120346 w 162256"/>
                  <a:gd name="connsiteY12" fmla="*/ 110269 h 160484"/>
                  <a:gd name="connsiteX13" fmla="*/ 128140 w 162256"/>
                  <a:gd name="connsiteY13" fmla="*/ 78384 h 160484"/>
                  <a:gd name="connsiteX14" fmla="*/ 140894 w 162256"/>
                  <a:gd name="connsiteY14" fmla="*/ 28786 h 160484"/>
                  <a:gd name="connsiteX15" fmla="*/ 143374 w 162256"/>
                  <a:gd name="connsiteY15" fmla="*/ 16741 h 160484"/>
                  <a:gd name="connsiteX16" fmla="*/ 133100 w 162256"/>
                  <a:gd name="connsiteY16" fmla="*/ 7176 h 160484"/>
                  <a:gd name="connsiteX17" fmla="*/ 118221 w 162256"/>
                  <a:gd name="connsiteY17" fmla="*/ 22764 h 160484"/>
                  <a:gd name="connsiteX18" fmla="*/ 95193 w 162256"/>
                  <a:gd name="connsiteY18" fmla="*/ 114520 h 160484"/>
                  <a:gd name="connsiteX19" fmla="*/ 88108 w 162256"/>
                  <a:gd name="connsiteY19" fmla="*/ 127628 h 160484"/>
                  <a:gd name="connsiteX20" fmla="*/ 48075 w 162256"/>
                  <a:gd name="connsiteY20" fmla="*/ 152781 h 160484"/>
                  <a:gd name="connsiteX21" fmla="*/ 25401 w 162256"/>
                  <a:gd name="connsiteY21" fmla="*/ 119480 h 160484"/>
                  <a:gd name="connsiteX22" fmla="*/ 44886 w 162256"/>
                  <a:gd name="connsiteY22" fmla="*/ 41894 h 160484"/>
                  <a:gd name="connsiteX23" fmla="*/ 85982 w 162256"/>
                  <a:gd name="connsiteY23" fmla="*/ 7884 h 160484"/>
                  <a:gd name="connsiteX24" fmla="*/ 113969 w 162256"/>
                  <a:gd name="connsiteY24" fmla="*/ 39060 h 160484"/>
                  <a:gd name="connsiteX25" fmla="*/ 112907 w 162256"/>
                  <a:gd name="connsiteY25" fmla="*/ 45083 h 160484"/>
                  <a:gd name="connsiteX26" fmla="*/ 95193 w 162256"/>
                  <a:gd name="connsiteY26" fmla="*/ 114520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256" h="160484">
                    <a:moveTo>
                      <a:pt x="118221" y="22764"/>
                    </a:moveTo>
                    <a:cubicBezTo>
                      <a:pt x="111844" y="9655"/>
                      <a:pt x="101570" y="90"/>
                      <a:pt x="85628" y="90"/>
                    </a:cubicBezTo>
                    <a:cubicBezTo>
                      <a:pt x="44178" y="90"/>
                      <a:pt x="248" y="52168"/>
                      <a:pt x="248" y="103892"/>
                    </a:cubicBezTo>
                    <a:cubicBezTo>
                      <a:pt x="248" y="137193"/>
                      <a:pt x="19733" y="160575"/>
                      <a:pt x="47366" y="160575"/>
                    </a:cubicBezTo>
                    <a:cubicBezTo>
                      <a:pt x="54452" y="160575"/>
                      <a:pt x="72165" y="159158"/>
                      <a:pt x="93422" y="134005"/>
                    </a:cubicBezTo>
                    <a:cubicBezTo>
                      <a:pt x="96256" y="148884"/>
                      <a:pt x="108655" y="160575"/>
                      <a:pt x="125660" y="160575"/>
                    </a:cubicBezTo>
                    <a:cubicBezTo>
                      <a:pt x="138060" y="160575"/>
                      <a:pt x="146208" y="152427"/>
                      <a:pt x="151876" y="141090"/>
                    </a:cubicBezTo>
                    <a:cubicBezTo>
                      <a:pt x="157899" y="128336"/>
                      <a:pt x="162505" y="106726"/>
                      <a:pt x="162505" y="106017"/>
                    </a:cubicBezTo>
                    <a:cubicBezTo>
                      <a:pt x="162505" y="102475"/>
                      <a:pt x="159316" y="102475"/>
                      <a:pt x="158253" y="102475"/>
                    </a:cubicBezTo>
                    <a:cubicBezTo>
                      <a:pt x="154711" y="102475"/>
                      <a:pt x="154356" y="103892"/>
                      <a:pt x="153293" y="108852"/>
                    </a:cubicBezTo>
                    <a:cubicBezTo>
                      <a:pt x="147271" y="131879"/>
                      <a:pt x="140894" y="152781"/>
                      <a:pt x="126369" y="152781"/>
                    </a:cubicBezTo>
                    <a:cubicBezTo>
                      <a:pt x="116804" y="152781"/>
                      <a:pt x="115741" y="143570"/>
                      <a:pt x="115741" y="136485"/>
                    </a:cubicBezTo>
                    <a:cubicBezTo>
                      <a:pt x="115741" y="128691"/>
                      <a:pt x="116449" y="125857"/>
                      <a:pt x="120346" y="110269"/>
                    </a:cubicBezTo>
                    <a:cubicBezTo>
                      <a:pt x="124243" y="95389"/>
                      <a:pt x="124952" y="91847"/>
                      <a:pt x="128140" y="78384"/>
                    </a:cubicBezTo>
                    <a:lnTo>
                      <a:pt x="140894" y="28786"/>
                    </a:lnTo>
                    <a:cubicBezTo>
                      <a:pt x="143374" y="18867"/>
                      <a:pt x="143374" y="18158"/>
                      <a:pt x="143374" y="16741"/>
                    </a:cubicBezTo>
                    <a:cubicBezTo>
                      <a:pt x="143374" y="10718"/>
                      <a:pt x="139123" y="7176"/>
                      <a:pt x="133100" y="7176"/>
                    </a:cubicBezTo>
                    <a:cubicBezTo>
                      <a:pt x="124597" y="7176"/>
                      <a:pt x="119283" y="14970"/>
                      <a:pt x="118221" y="22764"/>
                    </a:cubicBezTo>
                    <a:close/>
                    <a:moveTo>
                      <a:pt x="95193" y="114520"/>
                    </a:moveTo>
                    <a:cubicBezTo>
                      <a:pt x="93422" y="120897"/>
                      <a:pt x="93422" y="121605"/>
                      <a:pt x="88108" y="127628"/>
                    </a:cubicBezTo>
                    <a:cubicBezTo>
                      <a:pt x="72520" y="147113"/>
                      <a:pt x="57994" y="152781"/>
                      <a:pt x="48075" y="152781"/>
                    </a:cubicBezTo>
                    <a:cubicBezTo>
                      <a:pt x="30361" y="152781"/>
                      <a:pt x="25401" y="133296"/>
                      <a:pt x="25401" y="119480"/>
                    </a:cubicBezTo>
                    <a:cubicBezTo>
                      <a:pt x="25401" y="101766"/>
                      <a:pt x="36738" y="58191"/>
                      <a:pt x="44886" y="41894"/>
                    </a:cubicBezTo>
                    <a:cubicBezTo>
                      <a:pt x="55869" y="20992"/>
                      <a:pt x="71811" y="7884"/>
                      <a:pt x="85982" y="7884"/>
                    </a:cubicBezTo>
                    <a:cubicBezTo>
                      <a:pt x="109010" y="7884"/>
                      <a:pt x="113969" y="36934"/>
                      <a:pt x="113969" y="39060"/>
                    </a:cubicBezTo>
                    <a:cubicBezTo>
                      <a:pt x="113969" y="41186"/>
                      <a:pt x="113261" y="43311"/>
                      <a:pt x="112907" y="45083"/>
                    </a:cubicBezTo>
                    <a:lnTo>
                      <a:pt x="95193" y="11452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0377655C-AB5E-3331-F9CF-6C7EBF1EC16A}"/>
                  </a:ext>
                </a:extLst>
              </p:cNvPr>
              <p:cNvSpPr/>
              <p:nvPr>
                <p:custDataLst>
                  <p:tags r:id="rId121"/>
                </p:custDataLst>
              </p:nvPr>
            </p:nvSpPr>
            <p:spPr>
              <a:xfrm>
                <a:off x="10809117" y="6157554"/>
                <a:ext cx="115067" cy="169625"/>
              </a:xfrm>
              <a:custGeom>
                <a:avLst/>
                <a:gdLst>
                  <a:gd name="connsiteX0" fmla="*/ 115321 w 115067"/>
                  <a:gd name="connsiteY0" fmla="*/ 85648 h 169625"/>
                  <a:gd name="connsiteX1" fmla="*/ 100689 w 115067"/>
                  <a:gd name="connsiteY1" fmla="*/ 21419 h 169625"/>
                  <a:gd name="connsiteX2" fmla="*/ 57787 w 115067"/>
                  <a:gd name="connsiteY2" fmla="*/ 92 h 169625"/>
                  <a:gd name="connsiteX3" fmla="*/ 253 w 115067"/>
                  <a:gd name="connsiteY3" fmla="*/ 85648 h 169625"/>
                  <a:gd name="connsiteX4" fmla="*/ 57787 w 115067"/>
                  <a:gd name="connsiteY4" fmla="*/ 169717 h 169625"/>
                  <a:gd name="connsiteX5" fmla="*/ 115321 w 115067"/>
                  <a:gd name="connsiteY5" fmla="*/ 85648 h 169625"/>
                  <a:gd name="connsiteX6" fmla="*/ 57787 w 115067"/>
                  <a:gd name="connsiteY6" fmla="*/ 162773 h 169625"/>
                  <a:gd name="connsiteX7" fmla="*/ 26292 w 115067"/>
                  <a:gd name="connsiteY7" fmla="*/ 135742 h 169625"/>
                  <a:gd name="connsiteX8" fmla="*/ 22821 w 115067"/>
                  <a:gd name="connsiteY8" fmla="*/ 82424 h 169625"/>
                  <a:gd name="connsiteX9" fmla="*/ 26540 w 115067"/>
                  <a:gd name="connsiteY9" fmla="*/ 31834 h 169625"/>
                  <a:gd name="connsiteX10" fmla="*/ 57787 w 115067"/>
                  <a:gd name="connsiteY10" fmla="*/ 7035 h 169625"/>
                  <a:gd name="connsiteX11" fmla="*/ 88538 w 115067"/>
                  <a:gd name="connsiteY11" fmla="*/ 29602 h 169625"/>
                  <a:gd name="connsiteX12" fmla="*/ 92754 w 115067"/>
                  <a:gd name="connsiteY12" fmla="*/ 82424 h 169625"/>
                  <a:gd name="connsiteX13" fmla="*/ 89530 w 115067"/>
                  <a:gd name="connsiteY13" fmla="*/ 134750 h 169625"/>
                  <a:gd name="connsiteX14" fmla="*/ 57787 w 115067"/>
                  <a:gd name="connsiteY14" fmla="*/ 162773 h 16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5067" h="169625">
                    <a:moveTo>
                      <a:pt x="115321" y="85648"/>
                    </a:moveTo>
                    <a:cubicBezTo>
                      <a:pt x="115321" y="58369"/>
                      <a:pt x="112097" y="38778"/>
                      <a:pt x="100689" y="21419"/>
                    </a:cubicBezTo>
                    <a:cubicBezTo>
                      <a:pt x="93002" y="10011"/>
                      <a:pt x="77626" y="92"/>
                      <a:pt x="57787" y="92"/>
                    </a:cubicBezTo>
                    <a:cubicBezTo>
                      <a:pt x="253" y="92"/>
                      <a:pt x="253" y="67793"/>
                      <a:pt x="253" y="85648"/>
                    </a:cubicBezTo>
                    <a:cubicBezTo>
                      <a:pt x="253" y="103503"/>
                      <a:pt x="253" y="169717"/>
                      <a:pt x="57787" y="169717"/>
                    </a:cubicBezTo>
                    <a:cubicBezTo>
                      <a:pt x="115321" y="169717"/>
                      <a:pt x="115321" y="103504"/>
                      <a:pt x="115321" y="85648"/>
                    </a:cubicBezTo>
                    <a:close/>
                    <a:moveTo>
                      <a:pt x="57787" y="162773"/>
                    </a:moveTo>
                    <a:cubicBezTo>
                      <a:pt x="46380" y="162773"/>
                      <a:pt x="31252" y="156077"/>
                      <a:pt x="26292" y="135742"/>
                    </a:cubicBezTo>
                    <a:cubicBezTo>
                      <a:pt x="22821" y="121111"/>
                      <a:pt x="22821" y="100776"/>
                      <a:pt x="22821" y="82424"/>
                    </a:cubicBezTo>
                    <a:cubicBezTo>
                      <a:pt x="22821" y="64321"/>
                      <a:pt x="22821" y="45474"/>
                      <a:pt x="26540" y="31834"/>
                    </a:cubicBezTo>
                    <a:cubicBezTo>
                      <a:pt x="31748" y="12243"/>
                      <a:pt x="47620" y="7035"/>
                      <a:pt x="57787" y="7035"/>
                    </a:cubicBezTo>
                    <a:cubicBezTo>
                      <a:pt x="71179" y="7035"/>
                      <a:pt x="84074" y="15219"/>
                      <a:pt x="88538" y="29602"/>
                    </a:cubicBezTo>
                    <a:cubicBezTo>
                      <a:pt x="92506" y="42994"/>
                      <a:pt x="92754" y="60849"/>
                      <a:pt x="92754" y="82424"/>
                    </a:cubicBezTo>
                    <a:cubicBezTo>
                      <a:pt x="92754" y="100776"/>
                      <a:pt x="92754" y="119127"/>
                      <a:pt x="89530" y="134750"/>
                    </a:cubicBezTo>
                    <a:cubicBezTo>
                      <a:pt x="84570" y="157317"/>
                      <a:pt x="67707" y="162773"/>
                      <a:pt x="57787" y="162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B485D955-F109-2D3B-9F85-1B15735D6651}"/>
                  </a:ext>
                </a:extLst>
              </p:cNvPr>
              <p:cNvSpPr/>
              <p:nvPr>
                <p:custDataLst>
                  <p:tags r:id="rId122"/>
                </p:custDataLst>
              </p:nvPr>
            </p:nvSpPr>
            <p:spPr>
              <a:xfrm>
                <a:off x="11053717" y="6062539"/>
                <a:ext cx="235590" cy="235944"/>
              </a:xfrm>
              <a:custGeom>
                <a:avLst/>
                <a:gdLst>
                  <a:gd name="connsiteX0" fmla="*/ 125318 w 235590"/>
                  <a:gd name="connsiteY0" fmla="*/ 125148 h 235944"/>
                  <a:gd name="connsiteX1" fmla="*/ 224160 w 235590"/>
                  <a:gd name="connsiteY1" fmla="*/ 125148 h 235944"/>
                  <a:gd name="connsiteX2" fmla="*/ 235851 w 235590"/>
                  <a:gd name="connsiteY2" fmla="*/ 118063 h 235944"/>
                  <a:gd name="connsiteX3" fmla="*/ 224160 w 235590"/>
                  <a:gd name="connsiteY3" fmla="*/ 110977 h 235944"/>
                  <a:gd name="connsiteX4" fmla="*/ 125318 w 235590"/>
                  <a:gd name="connsiteY4" fmla="*/ 110977 h 235944"/>
                  <a:gd name="connsiteX5" fmla="*/ 125318 w 235590"/>
                  <a:gd name="connsiteY5" fmla="*/ 11781 h 235944"/>
                  <a:gd name="connsiteX6" fmla="*/ 118233 w 235590"/>
                  <a:gd name="connsiteY6" fmla="*/ 90 h 235944"/>
                  <a:gd name="connsiteX7" fmla="*/ 111147 w 235590"/>
                  <a:gd name="connsiteY7" fmla="*/ 11781 h 235944"/>
                  <a:gd name="connsiteX8" fmla="*/ 111147 w 235590"/>
                  <a:gd name="connsiteY8" fmla="*/ 110977 h 235944"/>
                  <a:gd name="connsiteX9" fmla="*/ 11951 w 235590"/>
                  <a:gd name="connsiteY9" fmla="*/ 110977 h 235944"/>
                  <a:gd name="connsiteX10" fmla="*/ 260 w 235590"/>
                  <a:gd name="connsiteY10" fmla="*/ 118063 h 235944"/>
                  <a:gd name="connsiteX11" fmla="*/ 11951 w 235590"/>
                  <a:gd name="connsiteY11" fmla="*/ 125148 h 235944"/>
                  <a:gd name="connsiteX12" fmla="*/ 111147 w 235590"/>
                  <a:gd name="connsiteY12" fmla="*/ 125148 h 235944"/>
                  <a:gd name="connsiteX13" fmla="*/ 111147 w 235590"/>
                  <a:gd name="connsiteY13" fmla="*/ 224344 h 235944"/>
                  <a:gd name="connsiteX14" fmla="*/ 118233 w 235590"/>
                  <a:gd name="connsiteY14" fmla="*/ 236035 h 235944"/>
                  <a:gd name="connsiteX15" fmla="*/ 125318 w 235590"/>
                  <a:gd name="connsiteY15" fmla="*/ 224344 h 235944"/>
                  <a:gd name="connsiteX16" fmla="*/ 125318 w 235590"/>
                  <a:gd name="connsiteY16" fmla="*/ 125148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5590" h="235944">
                    <a:moveTo>
                      <a:pt x="125318" y="125148"/>
                    </a:moveTo>
                    <a:lnTo>
                      <a:pt x="224160" y="125148"/>
                    </a:lnTo>
                    <a:cubicBezTo>
                      <a:pt x="229120" y="125148"/>
                      <a:pt x="235851" y="125148"/>
                      <a:pt x="235851" y="118063"/>
                    </a:cubicBezTo>
                    <a:cubicBezTo>
                      <a:pt x="235851" y="110977"/>
                      <a:pt x="229120" y="110977"/>
                      <a:pt x="224160" y="110977"/>
                    </a:cubicBezTo>
                    <a:lnTo>
                      <a:pt x="125318" y="110977"/>
                    </a:lnTo>
                    <a:lnTo>
                      <a:pt x="125318" y="11781"/>
                    </a:lnTo>
                    <a:cubicBezTo>
                      <a:pt x="125318" y="6821"/>
                      <a:pt x="125318" y="90"/>
                      <a:pt x="118233" y="90"/>
                    </a:cubicBezTo>
                    <a:cubicBezTo>
                      <a:pt x="111147" y="90"/>
                      <a:pt x="111147" y="6821"/>
                      <a:pt x="111147" y="11781"/>
                    </a:cubicBezTo>
                    <a:lnTo>
                      <a:pt x="111147" y="110977"/>
                    </a:lnTo>
                    <a:lnTo>
                      <a:pt x="11951" y="110977"/>
                    </a:lnTo>
                    <a:cubicBezTo>
                      <a:pt x="6991" y="110977"/>
                      <a:pt x="260" y="110977"/>
                      <a:pt x="260" y="118063"/>
                    </a:cubicBezTo>
                    <a:cubicBezTo>
                      <a:pt x="260" y="125148"/>
                      <a:pt x="6991" y="125148"/>
                      <a:pt x="11951" y="125148"/>
                    </a:cubicBezTo>
                    <a:lnTo>
                      <a:pt x="111147" y="125148"/>
                    </a:lnTo>
                    <a:lnTo>
                      <a:pt x="111147" y="224344"/>
                    </a:lnTo>
                    <a:cubicBezTo>
                      <a:pt x="111147" y="229304"/>
                      <a:pt x="111147" y="236035"/>
                      <a:pt x="118233" y="236035"/>
                    </a:cubicBezTo>
                    <a:cubicBezTo>
                      <a:pt x="125318" y="236035"/>
                      <a:pt x="125318" y="229304"/>
                      <a:pt x="125318" y="224344"/>
                    </a:cubicBezTo>
                    <a:lnTo>
                      <a:pt x="125318" y="125148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9B6C54B2-65DD-CF24-101A-9E091570637D}"/>
                  </a:ext>
                </a:extLst>
              </p:cNvPr>
              <p:cNvSpPr/>
              <p:nvPr>
                <p:custDataLst>
                  <p:tags r:id="rId123"/>
                </p:custDataLst>
              </p:nvPr>
            </p:nvSpPr>
            <p:spPr>
              <a:xfrm>
                <a:off x="11402320" y="6112491"/>
                <a:ext cx="162256" cy="160484"/>
              </a:xfrm>
              <a:custGeom>
                <a:avLst/>
                <a:gdLst>
                  <a:gd name="connsiteX0" fmla="*/ 118243 w 162256"/>
                  <a:gd name="connsiteY0" fmla="*/ 22764 h 160484"/>
                  <a:gd name="connsiteX1" fmla="*/ 85650 w 162256"/>
                  <a:gd name="connsiteY1" fmla="*/ 90 h 160484"/>
                  <a:gd name="connsiteX2" fmla="*/ 270 w 162256"/>
                  <a:gd name="connsiteY2" fmla="*/ 103892 h 160484"/>
                  <a:gd name="connsiteX3" fmla="*/ 47388 w 162256"/>
                  <a:gd name="connsiteY3" fmla="*/ 160575 h 160484"/>
                  <a:gd name="connsiteX4" fmla="*/ 93444 w 162256"/>
                  <a:gd name="connsiteY4" fmla="*/ 134005 h 160484"/>
                  <a:gd name="connsiteX5" fmla="*/ 125682 w 162256"/>
                  <a:gd name="connsiteY5" fmla="*/ 160575 h 160484"/>
                  <a:gd name="connsiteX6" fmla="*/ 151898 w 162256"/>
                  <a:gd name="connsiteY6" fmla="*/ 141090 h 160484"/>
                  <a:gd name="connsiteX7" fmla="*/ 162526 w 162256"/>
                  <a:gd name="connsiteY7" fmla="*/ 106017 h 160484"/>
                  <a:gd name="connsiteX8" fmla="*/ 158275 w 162256"/>
                  <a:gd name="connsiteY8" fmla="*/ 102475 h 160484"/>
                  <a:gd name="connsiteX9" fmla="*/ 153315 w 162256"/>
                  <a:gd name="connsiteY9" fmla="*/ 108852 h 160484"/>
                  <a:gd name="connsiteX10" fmla="*/ 126391 w 162256"/>
                  <a:gd name="connsiteY10" fmla="*/ 152781 h 160484"/>
                  <a:gd name="connsiteX11" fmla="*/ 115763 w 162256"/>
                  <a:gd name="connsiteY11" fmla="*/ 136485 h 160484"/>
                  <a:gd name="connsiteX12" fmla="*/ 120368 w 162256"/>
                  <a:gd name="connsiteY12" fmla="*/ 110269 h 160484"/>
                  <a:gd name="connsiteX13" fmla="*/ 128162 w 162256"/>
                  <a:gd name="connsiteY13" fmla="*/ 78384 h 160484"/>
                  <a:gd name="connsiteX14" fmla="*/ 140916 w 162256"/>
                  <a:gd name="connsiteY14" fmla="*/ 28786 h 160484"/>
                  <a:gd name="connsiteX15" fmla="*/ 143396 w 162256"/>
                  <a:gd name="connsiteY15" fmla="*/ 16741 h 160484"/>
                  <a:gd name="connsiteX16" fmla="*/ 133122 w 162256"/>
                  <a:gd name="connsiteY16" fmla="*/ 7176 h 160484"/>
                  <a:gd name="connsiteX17" fmla="*/ 118243 w 162256"/>
                  <a:gd name="connsiteY17" fmla="*/ 22764 h 160484"/>
                  <a:gd name="connsiteX18" fmla="*/ 95215 w 162256"/>
                  <a:gd name="connsiteY18" fmla="*/ 114520 h 160484"/>
                  <a:gd name="connsiteX19" fmla="*/ 88129 w 162256"/>
                  <a:gd name="connsiteY19" fmla="*/ 127628 h 160484"/>
                  <a:gd name="connsiteX20" fmla="*/ 48097 w 162256"/>
                  <a:gd name="connsiteY20" fmla="*/ 152781 h 160484"/>
                  <a:gd name="connsiteX21" fmla="*/ 25423 w 162256"/>
                  <a:gd name="connsiteY21" fmla="*/ 119480 h 160484"/>
                  <a:gd name="connsiteX22" fmla="*/ 44908 w 162256"/>
                  <a:gd name="connsiteY22" fmla="*/ 41894 h 160484"/>
                  <a:gd name="connsiteX23" fmla="*/ 86004 w 162256"/>
                  <a:gd name="connsiteY23" fmla="*/ 7884 h 160484"/>
                  <a:gd name="connsiteX24" fmla="*/ 113991 w 162256"/>
                  <a:gd name="connsiteY24" fmla="*/ 39060 h 160484"/>
                  <a:gd name="connsiteX25" fmla="*/ 112928 w 162256"/>
                  <a:gd name="connsiteY25" fmla="*/ 45083 h 160484"/>
                  <a:gd name="connsiteX26" fmla="*/ 95215 w 162256"/>
                  <a:gd name="connsiteY26" fmla="*/ 114520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256" h="160484">
                    <a:moveTo>
                      <a:pt x="118243" y="22764"/>
                    </a:moveTo>
                    <a:cubicBezTo>
                      <a:pt x="111866" y="9655"/>
                      <a:pt x="101592" y="90"/>
                      <a:pt x="85650" y="90"/>
                    </a:cubicBezTo>
                    <a:cubicBezTo>
                      <a:pt x="44200" y="90"/>
                      <a:pt x="270" y="52168"/>
                      <a:pt x="270" y="103892"/>
                    </a:cubicBezTo>
                    <a:cubicBezTo>
                      <a:pt x="270" y="137193"/>
                      <a:pt x="19755" y="160575"/>
                      <a:pt x="47388" y="160575"/>
                    </a:cubicBezTo>
                    <a:cubicBezTo>
                      <a:pt x="54474" y="160575"/>
                      <a:pt x="72187" y="159158"/>
                      <a:pt x="93444" y="134005"/>
                    </a:cubicBezTo>
                    <a:cubicBezTo>
                      <a:pt x="96278" y="148884"/>
                      <a:pt x="108677" y="160575"/>
                      <a:pt x="125682" y="160575"/>
                    </a:cubicBezTo>
                    <a:cubicBezTo>
                      <a:pt x="138082" y="160575"/>
                      <a:pt x="146230" y="152427"/>
                      <a:pt x="151898" y="141090"/>
                    </a:cubicBezTo>
                    <a:cubicBezTo>
                      <a:pt x="157921" y="128336"/>
                      <a:pt x="162526" y="106726"/>
                      <a:pt x="162526" y="106017"/>
                    </a:cubicBezTo>
                    <a:cubicBezTo>
                      <a:pt x="162526" y="102475"/>
                      <a:pt x="159338" y="102475"/>
                      <a:pt x="158275" y="102475"/>
                    </a:cubicBezTo>
                    <a:cubicBezTo>
                      <a:pt x="154733" y="102475"/>
                      <a:pt x="154378" y="103892"/>
                      <a:pt x="153315" y="108852"/>
                    </a:cubicBezTo>
                    <a:cubicBezTo>
                      <a:pt x="147293" y="131879"/>
                      <a:pt x="140916" y="152781"/>
                      <a:pt x="126391" y="152781"/>
                    </a:cubicBezTo>
                    <a:cubicBezTo>
                      <a:pt x="116825" y="152781"/>
                      <a:pt x="115763" y="143570"/>
                      <a:pt x="115763" y="136485"/>
                    </a:cubicBezTo>
                    <a:cubicBezTo>
                      <a:pt x="115763" y="128691"/>
                      <a:pt x="116471" y="125857"/>
                      <a:pt x="120368" y="110269"/>
                    </a:cubicBezTo>
                    <a:cubicBezTo>
                      <a:pt x="124265" y="95389"/>
                      <a:pt x="124974" y="91847"/>
                      <a:pt x="128162" y="78384"/>
                    </a:cubicBezTo>
                    <a:lnTo>
                      <a:pt x="140916" y="28786"/>
                    </a:lnTo>
                    <a:cubicBezTo>
                      <a:pt x="143396" y="18867"/>
                      <a:pt x="143396" y="18158"/>
                      <a:pt x="143396" y="16741"/>
                    </a:cubicBezTo>
                    <a:cubicBezTo>
                      <a:pt x="143396" y="10718"/>
                      <a:pt x="139145" y="7176"/>
                      <a:pt x="133122" y="7176"/>
                    </a:cubicBezTo>
                    <a:cubicBezTo>
                      <a:pt x="124619" y="7176"/>
                      <a:pt x="119305" y="14970"/>
                      <a:pt x="118243" y="22764"/>
                    </a:cubicBezTo>
                    <a:close/>
                    <a:moveTo>
                      <a:pt x="95215" y="114520"/>
                    </a:moveTo>
                    <a:cubicBezTo>
                      <a:pt x="93444" y="120897"/>
                      <a:pt x="93444" y="121605"/>
                      <a:pt x="88129" y="127628"/>
                    </a:cubicBezTo>
                    <a:cubicBezTo>
                      <a:pt x="72541" y="147113"/>
                      <a:pt x="58016" y="152781"/>
                      <a:pt x="48097" y="152781"/>
                    </a:cubicBezTo>
                    <a:cubicBezTo>
                      <a:pt x="30383" y="152781"/>
                      <a:pt x="25423" y="133296"/>
                      <a:pt x="25423" y="119480"/>
                    </a:cubicBezTo>
                    <a:cubicBezTo>
                      <a:pt x="25423" y="101766"/>
                      <a:pt x="36760" y="58191"/>
                      <a:pt x="44908" y="41894"/>
                    </a:cubicBezTo>
                    <a:cubicBezTo>
                      <a:pt x="55891" y="20992"/>
                      <a:pt x="71833" y="7884"/>
                      <a:pt x="86004" y="7884"/>
                    </a:cubicBezTo>
                    <a:cubicBezTo>
                      <a:pt x="109031" y="7884"/>
                      <a:pt x="113991" y="36934"/>
                      <a:pt x="113991" y="39060"/>
                    </a:cubicBezTo>
                    <a:cubicBezTo>
                      <a:pt x="113991" y="41186"/>
                      <a:pt x="113283" y="43311"/>
                      <a:pt x="112928" y="45083"/>
                    </a:cubicBezTo>
                    <a:lnTo>
                      <a:pt x="95215" y="11452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FA54B71-D81E-EF26-D355-0D62B3FBA11A}"/>
                  </a:ext>
                </a:extLst>
              </p:cNvPr>
              <p:cNvSpPr/>
              <p:nvPr>
                <p:custDataLst>
                  <p:tags r:id="rId124"/>
                </p:custDataLst>
              </p:nvPr>
            </p:nvSpPr>
            <p:spPr>
              <a:xfrm>
                <a:off x="11602444" y="6157554"/>
                <a:ext cx="90268" cy="164665"/>
              </a:xfrm>
              <a:custGeom>
                <a:avLst/>
                <a:gdLst>
                  <a:gd name="connsiteX0" fmla="*/ 56321 w 90268"/>
                  <a:gd name="connsiteY0" fmla="*/ 7035 h 164665"/>
                  <a:gd name="connsiteX1" fmla="*/ 48881 w 90268"/>
                  <a:gd name="connsiteY1" fmla="*/ 92 h 164665"/>
                  <a:gd name="connsiteX2" fmla="*/ 275 w 90268"/>
                  <a:gd name="connsiteY2" fmla="*/ 15963 h 164665"/>
                  <a:gd name="connsiteX3" fmla="*/ 275 w 90268"/>
                  <a:gd name="connsiteY3" fmla="*/ 24891 h 164665"/>
                  <a:gd name="connsiteX4" fmla="*/ 36234 w 90268"/>
                  <a:gd name="connsiteY4" fmla="*/ 17947 h 164665"/>
                  <a:gd name="connsiteX5" fmla="*/ 36234 w 90268"/>
                  <a:gd name="connsiteY5" fmla="*/ 144422 h 164665"/>
                  <a:gd name="connsiteX6" fmla="*/ 11435 w 90268"/>
                  <a:gd name="connsiteY6" fmla="*/ 155829 h 164665"/>
                  <a:gd name="connsiteX7" fmla="*/ 2011 w 90268"/>
                  <a:gd name="connsiteY7" fmla="*/ 155829 h 164665"/>
                  <a:gd name="connsiteX8" fmla="*/ 2011 w 90268"/>
                  <a:gd name="connsiteY8" fmla="*/ 164757 h 164665"/>
                  <a:gd name="connsiteX9" fmla="*/ 46154 w 90268"/>
                  <a:gd name="connsiteY9" fmla="*/ 163765 h 164665"/>
                  <a:gd name="connsiteX10" fmla="*/ 90544 w 90268"/>
                  <a:gd name="connsiteY10" fmla="*/ 164757 h 164665"/>
                  <a:gd name="connsiteX11" fmla="*/ 90544 w 90268"/>
                  <a:gd name="connsiteY11" fmla="*/ 155829 h 164665"/>
                  <a:gd name="connsiteX12" fmla="*/ 81120 w 90268"/>
                  <a:gd name="connsiteY12" fmla="*/ 155829 h 164665"/>
                  <a:gd name="connsiteX13" fmla="*/ 56321 w 90268"/>
                  <a:gd name="connsiteY13" fmla="*/ 144422 h 164665"/>
                  <a:gd name="connsiteX14" fmla="*/ 56321 w 90268"/>
                  <a:gd name="connsiteY14" fmla="*/ 7035 h 16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268" h="164665">
                    <a:moveTo>
                      <a:pt x="56321" y="7035"/>
                    </a:moveTo>
                    <a:cubicBezTo>
                      <a:pt x="56321" y="340"/>
                      <a:pt x="55825" y="92"/>
                      <a:pt x="48881" y="92"/>
                    </a:cubicBezTo>
                    <a:cubicBezTo>
                      <a:pt x="33010" y="15715"/>
                      <a:pt x="10443" y="15963"/>
                      <a:pt x="275" y="15963"/>
                    </a:cubicBezTo>
                    <a:lnTo>
                      <a:pt x="275" y="24891"/>
                    </a:lnTo>
                    <a:cubicBezTo>
                      <a:pt x="6227" y="24891"/>
                      <a:pt x="22594" y="24891"/>
                      <a:pt x="36234" y="17947"/>
                    </a:cubicBezTo>
                    <a:lnTo>
                      <a:pt x="36234" y="144422"/>
                    </a:lnTo>
                    <a:cubicBezTo>
                      <a:pt x="36234" y="152606"/>
                      <a:pt x="36234" y="155829"/>
                      <a:pt x="11435" y="155829"/>
                    </a:cubicBezTo>
                    <a:lnTo>
                      <a:pt x="2011" y="155829"/>
                    </a:lnTo>
                    <a:lnTo>
                      <a:pt x="2011" y="164757"/>
                    </a:lnTo>
                    <a:cubicBezTo>
                      <a:pt x="6475" y="164509"/>
                      <a:pt x="36978" y="163765"/>
                      <a:pt x="46154" y="163765"/>
                    </a:cubicBezTo>
                    <a:cubicBezTo>
                      <a:pt x="53841" y="163765"/>
                      <a:pt x="85088" y="164509"/>
                      <a:pt x="90544" y="164757"/>
                    </a:cubicBezTo>
                    <a:lnTo>
                      <a:pt x="90544" y="155829"/>
                    </a:lnTo>
                    <a:lnTo>
                      <a:pt x="81120" y="155829"/>
                    </a:lnTo>
                    <a:cubicBezTo>
                      <a:pt x="56321" y="155829"/>
                      <a:pt x="56321" y="152606"/>
                      <a:pt x="56321" y="144422"/>
                    </a:cubicBezTo>
                    <a:lnTo>
                      <a:pt x="56321" y="7035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7A214851-758F-6EBA-9EC4-C0EDCC954A96}"/>
                  </a:ext>
                </a:extLst>
              </p:cNvPr>
              <p:cNvSpPr/>
              <p:nvPr>
                <p:custDataLst>
                  <p:tags r:id="rId125"/>
                </p:custDataLst>
              </p:nvPr>
            </p:nvSpPr>
            <p:spPr>
              <a:xfrm>
                <a:off x="11744618" y="6112491"/>
                <a:ext cx="176427" cy="160484"/>
              </a:xfrm>
              <a:custGeom>
                <a:avLst/>
                <a:gdLst>
                  <a:gd name="connsiteX0" fmla="*/ 108333 w 176427"/>
                  <a:gd name="connsiteY0" fmla="*/ 49688 h 160484"/>
                  <a:gd name="connsiteX1" fmla="*/ 143406 w 176427"/>
                  <a:gd name="connsiteY1" fmla="*/ 7884 h 160484"/>
                  <a:gd name="connsiteX2" fmla="*/ 161119 w 176427"/>
                  <a:gd name="connsiteY2" fmla="*/ 12490 h 160484"/>
                  <a:gd name="connsiteX3" fmla="*/ 144114 w 176427"/>
                  <a:gd name="connsiteY3" fmla="*/ 31620 h 160484"/>
                  <a:gd name="connsiteX4" fmla="*/ 157576 w 176427"/>
                  <a:gd name="connsiteY4" fmla="*/ 44020 h 160484"/>
                  <a:gd name="connsiteX5" fmla="*/ 176707 w 176427"/>
                  <a:gd name="connsiteY5" fmla="*/ 23472 h 160484"/>
                  <a:gd name="connsiteX6" fmla="*/ 143760 w 176427"/>
                  <a:gd name="connsiteY6" fmla="*/ 90 h 160484"/>
                  <a:gd name="connsiteX7" fmla="*/ 106561 w 176427"/>
                  <a:gd name="connsiteY7" fmla="*/ 27015 h 160484"/>
                  <a:gd name="connsiteX8" fmla="*/ 68300 w 176427"/>
                  <a:gd name="connsiteY8" fmla="*/ 90 h 160484"/>
                  <a:gd name="connsiteX9" fmla="*/ 11262 w 176427"/>
                  <a:gd name="connsiteY9" fmla="*/ 54648 h 160484"/>
                  <a:gd name="connsiteX10" fmla="*/ 15513 w 176427"/>
                  <a:gd name="connsiteY10" fmla="*/ 58191 h 160484"/>
                  <a:gd name="connsiteX11" fmla="*/ 20119 w 176427"/>
                  <a:gd name="connsiteY11" fmla="*/ 54294 h 160484"/>
                  <a:gd name="connsiteX12" fmla="*/ 67591 w 176427"/>
                  <a:gd name="connsiteY12" fmla="*/ 7884 h 160484"/>
                  <a:gd name="connsiteX13" fmla="*/ 86722 w 176427"/>
                  <a:gd name="connsiteY13" fmla="*/ 31620 h 160484"/>
                  <a:gd name="connsiteX14" fmla="*/ 67591 w 176427"/>
                  <a:gd name="connsiteY14" fmla="*/ 115937 h 160484"/>
                  <a:gd name="connsiteX15" fmla="*/ 33936 w 176427"/>
                  <a:gd name="connsiteY15" fmla="*/ 152781 h 160484"/>
                  <a:gd name="connsiteX16" fmla="*/ 16222 w 176427"/>
                  <a:gd name="connsiteY16" fmla="*/ 148176 h 160484"/>
                  <a:gd name="connsiteX17" fmla="*/ 32873 w 176427"/>
                  <a:gd name="connsiteY17" fmla="*/ 129045 h 160484"/>
                  <a:gd name="connsiteX18" fmla="*/ 19765 w 176427"/>
                  <a:gd name="connsiteY18" fmla="*/ 116646 h 160484"/>
                  <a:gd name="connsiteX19" fmla="*/ 280 w 176427"/>
                  <a:gd name="connsiteY19" fmla="*/ 137193 h 160484"/>
                  <a:gd name="connsiteX20" fmla="*/ 33581 w 176427"/>
                  <a:gd name="connsiteY20" fmla="*/ 160575 h 160484"/>
                  <a:gd name="connsiteX21" fmla="*/ 70780 w 176427"/>
                  <a:gd name="connsiteY21" fmla="*/ 133651 h 160484"/>
                  <a:gd name="connsiteX22" fmla="*/ 109041 w 176427"/>
                  <a:gd name="connsiteY22" fmla="*/ 160575 h 160484"/>
                  <a:gd name="connsiteX23" fmla="*/ 165725 w 176427"/>
                  <a:gd name="connsiteY23" fmla="*/ 106017 h 160484"/>
                  <a:gd name="connsiteX24" fmla="*/ 161473 w 176427"/>
                  <a:gd name="connsiteY24" fmla="*/ 102475 h 160484"/>
                  <a:gd name="connsiteX25" fmla="*/ 156868 w 176427"/>
                  <a:gd name="connsiteY25" fmla="*/ 106372 h 160484"/>
                  <a:gd name="connsiteX26" fmla="*/ 109750 w 176427"/>
                  <a:gd name="connsiteY26" fmla="*/ 152781 h 160484"/>
                  <a:gd name="connsiteX27" fmla="*/ 90265 w 176427"/>
                  <a:gd name="connsiteY27" fmla="*/ 129399 h 160484"/>
                  <a:gd name="connsiteX28" fmla="*/ 96287 w 176427"/>
                  <a:gd name="connsiteY28" fmla="*/ 98223 h 160484"/>
                  <a:gd name="connsiteX29" fmla="*/ 108333 w 176427"/>
                  <a:gd name="connsiteY29" fmla="*/ 49688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427" h="160484">
                    <a:moveTo>
                      <a:pt x="108333" y="49688"/>
                    </a:moveTo>
                    <a:cubicBezTo>
                      <a:pt x="110458" y="40477"/>
                      <a:pt x="118607" y="7884"/>
                      <a:pt x="143406" y="7884"/>
                    </a:cubicBezTo>
                    <a:cubicBezTo>
                      <a:pt x="145177" y="7884"/>
                      <a:pt x="153679" y="7884"/>
                      <a:pt x="161119" y="12490"/>
                    </a:cubicBezTo>
                    <a:cubicBezTo>
                      <a:pt x="151200" y="14261"/>
                      <a:pt x="144114" y="23118"/>
                      <a:pt x="144114" y="31620"/>
                    </a:cubicBezTo>
                    <a:cubicBezTo>
                      <a:pt x="144114" y="37289"/>
                      <a:pt x="148011" y="44020"/>
                      <a:pt x="157576" y="44020"/>
                    </a:cubicBezTo>
                    <a:cubicBezTo>
                      <a:pt x="165370" y="44020"/>
                      <a:pt x="176707" y="37643"/>
                      <a:pt x="176707" y="23472"/>
                    </a:cubicBezTo>
                    <a:cubicBezTo>
                      <a:pt x="176707" y="5050"/>
                      <a:pt x="155805" y="90"/>
                      <a:pt x="143760" y="90"/>
                    </a:cubicBezTo>
                    <a:cubicBezTo>
                      <a:pt x="123212" y="90"/>
                      <a:pt x="110813" y="18867"/>
                      <a:pt x="106561" y="27015"/>
                    </a:cubicBezTo>
                    <a:cubicBezTo>
                      <a:pt x="97705" y="3633"/>
                      <a:pt x="78574" y="90"/>
                      <a:pt x="68300" y="90"/>
                    </a:cubicBezTo>
                    <a:cubicBezTo>
                      <a:pt x="31456" y="90"/>
                      <a:pt x="11262" y="45791"/>
                      <a:pt x="11262" y="54648"/>
                    </a:cubicBezTo>
                    <a:cubicBezTo>
                      <a:pt x="11262" y="58191"/>
                      <a:pt x="14805" y="58191"/>
                      <a:pt x="15513" y="58191"/>
                    </a:cubicBezTo>
                    <a:cubicBezTo>
                      <a:pt x="18348" y="58191"/>
                      <a:pt x="19410" y="57482"/>
                      <a:pt x="20119" y="54294"/>
                    </a:cubicBezTo>
                    <a:cubicBezTo>
                      <a:pt x="32164" y="16741"/>
                      <a:pt x="55546" y="7884"/>
                      <a:pt x="67591" y="7884"/>
                    </a:cubicBezTo>
                    <a:cubicBezTo>
                      <a:pt x="74323" y="7884"/>
                      <a:pt x="86722" y="11073"/>
                      <a:pt x="86722" y="31620"/>
                    </a:cubicBezTo>
                    <a:cubicBezTo>
                      <a:pt x="86722" y="42603"/>
                      <a:pt x="80699" y="66339"/>
                      <a:pt x="67591" y="115937"/>
                    </a:cubicBezTo>
                    <a:cubicBezTo>
                      <a:pt x="61923" y="137902"/>
                      <a:pt x="49524" y="152781"/>
                      <a:pt x="33936" y="152781"/>
                    </a:cubicBezTo>
                    <a:cubicBezTo>
                      <a:pt x="31810" y="152781"/>
                      <a:pt x="23662" y="152781"/>
                      <a:pt x="16222" y="148176"/>
                    </a:cubicBezTo>
                    <a:cubicBezTo>
                      <a:pt x="25079" y="146404"/>
                      <a:pt x="32873" y="138965"/>
                      <a:pt x="32873" y="129045"/>
                    </a:cubicBezTo>
                    <a:cubicBezTo>
                      <a:pt x="32873" y="119480"/>
                      <a:pt x="25079" y="116646"/>
                      <a:pt x="19765" y="116646"/>
                    </a:cubicBezTo>
                    <a:cubicBezTo>
                      <a:pt x="9137" y="116646"/>
                      <a:pt x="280" y="125857"/>
                      <a:pt x="280" y="137193"/>
                    </a:cubicBezTo>
                    <a:cubicBezTo>
                      <a:pt x="280" y="153490"/>
                      <a:pt x="17993" y="160575"/>
                      <a:pt x="33581" y="160575"/>
                    </a:cubicBezTo>
                    <a:cubicBezTo>
                      <a:pt x="56963" y="160575"/>
                      <a:pt x="69717" y="135776"/>
                      <a:pt x="70780" y="133651"/>
                    </a:cubicBezTo>
                    <a:cubicBezTo>
                      <a:pt x="75031" y="146759"/>
                      <a:pt x="87785" y="160575"/>
                      <a:pt x="109041" y="160575"/>
                    </a:cubicBezTo>
                    <a:cubicBezTo>
                      <a:pt x="145531" y="160575"/>
                      <a:pt x="165725" y="114874"/>
                      <a:pt x="165725" y="106017"/>
                    </a:cubicBezTo>
                    <a:cubicBezTo>
                      <a:pt x="165725" y="102475"/>
                      <a:pt x="162536" y="102475"/>
                      <a:pt x="161473" y="102475"/>
                    </a:cubicBezTo>
                    <a:cubicBezTo>
                      <a:pt x="158285" y="102475"/>
                      <a:pt x="157576" y="103892"/>
                      <a:pt x="156868" y="106372"/>
                    </a:cubicBezTo>
                    <a:cubicBezTo>
                      <a:pt x="145177" y="144279"/>
                      <a:pt x="121086" y="152781"/>
                      <a:pt x="109750" y="152781"/>
                    </a:cubicBezTo>
                    <a:cubicBezTo>
                      <a:pt x="95933" y="152781"/>
                      <a:pt x="90265" y="141444"/>
                      <a:pt x="90265" y="129399"/>
                    </a:cubicBezTo>
                    <a:cubicBezTo>
                      <a:pt x="90265" y="121605"/>
                      <a:pt x="92390" y="113811"/>
                      <a:pt x="96287" y="98223"/>
                    </a:cubicBezTo>
                    <a:lnTo>
                      <a:pt x="108333" y="49688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40FF5539-50BD-8D25-D870-B1407196C01F}"/>
                  </a:ext>
                </a:extLst>
              </p:cNvPr>
              <p:cNvSpPr/>
              <p:nvPr>
                <p:custDataLst>
                  <p:tags r:id="rId126"/>
                </p:custDataLst>
              </p:nvPr>
            </p:nvSpPr>
            <p:spPr>
              <a:xfrm>
                <a:off x="11948476" y="6157802"/>
                <a:ext cx="75141" cy="166897"/>
              </a:xfrm>
              <a:custGeom>
                <a:avLst/>
                <a:gdLst>
                  <a:gd name="connsiteX0" fmla="*/ 68979 w 75141"/>
                  <a:gd name="connsiteY0" fmla="*/ 9515 h 166897"/>
                  <a:gd name="connsiteX1" fmla="*/ 59059 w 75141"/>
                  <a:gd name="connsiteY1" fmla="*/ 92 h 166897"/>
                  <a:gd name="connsiteX2" fmla="*/ 45172 w 75141"/>
                  <a:gd name="connsiteY2" fmla="*/ 13731 h 166897"/>
                  <a:gd name="connsiteX3" fmla="*/ 55091 w 75141"/>
                  <a:gd name="connsiteY3" fmla="*/ 23155 h 166897"/>
                  <a:gd name="connsiteX4" fmla="*/ 68979 w 75141"/>
                  <a:gd name="connsiteY4" fmla="*/ 9515 h 166897"/>
                  <a:gd name="connsiteX5" fmla="*/ 18389 w 75141"/>
                  <a:gd name="connsiteY5" fmla="*/ 135494 h 166897"/>
                  <a:gd name="connsiteX6" fmla="*/ 16157 w 75141"/>
                  <a:gd name="connsiteY6" fmla="*/ 145910 h 166897"/>
                  <a:gd name="connsiteX7" fmla="*/ 39716 w 75141"/>
                  <a:gd name="connsiteY7" fmla="*/ 166989 h 166897"/>
                  <a:gd name="connsiteX8" fmla="*/ 75427 w 75141"/>
                  <a:gd name="connsiteY8" fmla="*/ 129046 h 166897"/>
                  <a:gd name="connsiteX9" fmla="*/ 71459 w 75141"/>
                  <a:gd name="connsiteY9" fmla="*/ 125823 h 166897"/>
                  <a:gd name="connsiteX10" fmla="*/ 66747 w 75141"/>
                  <a:gd name="connsiteY10" fmla="*/ 130038 h 166897"/>
                  <a:gd name="connsiteX11" fmla="*/ 40460 w 75141"/>
                  <a:gd name="connsiteY11" fmla="*/ 160045 h 166897"/>
                  <a:gd name="connsiteX12" fmla="*/ 34260 w 75141"/>
                  <a:gd name="connsiteY12" fmla="*/ 151366 h 166897"/>
                  <a:gd name="connsiteX13" fmla="*/ 38228 w 75141"/>
                  <a:gd name="connsiteY13" fmla="*/ 135494 h 166897"/>
                  <a:gd name="connsiteX14" fmla="*/ 46164 w 75141"/>
                  <a:gd name="connsiteY14" fmla="*/ 115655 h 166897"/>
                  <a:gd name="connsiteX15" fmla="*/ 58315 w 75141"/>
                  <a:gd name="connsiteY15" fmla="*/ 84160 h 166897"/>
                  <a:gd name="connsiteX16" fmla="*/ 59803 w 75141"/>
                  <a:gd name="connsiteY16" fmla="*/ 76225 h 166897"/>
                  <a:gd name="connsiteX17" fmla="*/ 36244 w 75141"/>
                  <a:gd name="connsiteY17" fmla="*/ 55145 h 166897"/>
                  <a:gd name="connsiteX18" fmla="*/ 286 w 75141"/>
                  <a:gd name="connsiteY18" fmla="*/ 93088 h 166897"/>
                  <a:gd name="connsiteX19" fmla="*/ 4501 w 75141"/>
                  <a:gd name="connsiteY19" fmla="*/ 96312 h 166897"/>
                  <a:gd name="connsiteX20" fmla="*/ 8965 w 75141"/>
                  <a:gd name="connsiteY20" fmla="*/ 92344 h 166897"/>
                  <a:gd name="connsiteX21" fmla="*/ 35500 w 75141"/>
                  <a:gd name="connsiteY21" fmla="*/ 62089 h 166897"/>
                  <a:gd name="connsiteX22" fmla="*/ 41700 w 75141"/>
                  <a:gd name="connsiteY22" fmla="*/ 70769 h 166897"/>
                  <a:gd name="connsiteX23" fmla="*/ 34012 w 75141"/>
                  <a:gd name="connsiteY23" fmla="*/ 95568 h 166897"/>
                  <a:gd name="connsiteX24" fmla="*/ 18389 w 75141"/>
                  <a:gd name="connsiteY24" fmla="*/ 135494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141" h="166897">
                    <a:moveTo>
                      <a:pt x="68979" y="9515"/>
                    </a:moveTo>
                    <a:cubicBezTo>
                      <a:pt x="68979" y="5547"/>
                      <a:pt x="66003" y="92"/>
                      <a:pt x="59059" y="92"/>
                    </a:cubicBezTo>
                    <a:cubicBezTo>
                      <a:pt x="52363" y="92"/>
                      <a:pt x="45172" y="6539"/>
                      <a:pt x="45172" y="13731"/>
                    </a:cubicBezTo>
                    <a:cubicBezTo>
                      <a:pt x="45172" y="17947"/>
                      <a:pt x="48396" y="23155"/>
                      <a:pt x="55091" y="23155"/>
                    </a:cubicBezTo>
                    <a:cubicBezTo>
                      <a:pt x="62283" y="23155"/>
                      <a:pt x="68979" y="16211"/>
                      <a:pt x="68979" y="9515"/>
                    </a:cubicBezTo>
                    <a:close/>
                    <a:moveTo>
                      <a:pt x="18389" y="135494"/>
                    </a:moveTo>
                    <a:cubicBezTo>
                      <a:pt x="17397" y="138718"/>
                      <a:pt x="16157" y="141694"/>
                      <a:pt x="16157" y="145910"/>
                    </a:cubicBezTo>
                    <a:cubicBezTo>
                      <a:pt x="16157" y="157565"/>
                      <a:pt x="26076" y="166989"/>
                      <a:pt x="39716" y="166989"/>
                    </a:cubicBezTo>
                    <a:cubicBezTo>
                      <a:pt x="64515" y="166989"/>
                      <a:pt x="75427" y="132766"/>
                      <a:pt x="75427" y="129046"/>
                    </a:cubicBezTo>
                    <a:cubicBezTo>
                      <a:pt x="75427" y="125823"/>
                      <a:pt x="72203" y="125823"/>
                      <a:pt x="71459" y="125823"/>
                    </a:cubicBezTo>
                    <a:cubicBezTo>
                      <a:pt x="67987" y="125823"/>
                      <a:pt x="67739" y="127311"/>
                      <a:pt x="66747" y="130038"/>
                    </a:cubicBezTo>
                    <a:cubicBezTo>
                      <a:pt x="61043" y="149878"/>
                      <a:pt x="50132" y="160045"/>
                      <a:pt x="40460" y="160045"/>
                    </a:cubicBezTo>
                    <a:cubicBezTo>
                      <a:pt x="35500" y="160045"/>
                      <a:pt x="34260" y="156821"/>
                      <a:pt x="34260" y="151366"/>
                    </a:cubicBezTo>
                    <a:cubicBezTo>
                      <a:pt x="34260" y="145662"/>
                      <a:pt x="35996" y="140950"/>
                      <a:pt x="38228" y="135494"/>
                    </a:cubicBezTo>
                    <a:cubicBezTo>
                      <a:pt x="40708" y="128799"/>
                      <a:pt x="43436" y="122103"/>
                      <a:pt x="46164" y="115655"/>
                    </a:cubicBezTo>
                    <a:cubicBezTo>
                      <a:pt x="48396" y="109703"/>
                      <a:pt x="57323" y="87136"/>
                      <a:pt x="58315" y="84160"/>
                    </a:cubicBezTo>
                    <a:cubicBezTo>
                      <a:pt x="59059" y="81680"/>
                      <a:pt x="59803" y="78705"/>
                      <a:pt x="59803" y="76225"/>
                    </a:cubicBezTo>
                    <a:cubicBezTo>
                      <a:pt x="59803" y="64569"/>
                      <a:pt x="49884" y="55145"/>
                      <a:pt x="36244" y="55145"/>
                    </a:cubicBezTo>
                    <a:cubicBezTo>
                      <a:pt x="11693" y="55145"/>
                      <a:pt x="286" y="88872"/>
                      <a:pt x="286" y="93088"/>
                    </a:cubicBezTo>
                    <a:cubicBezTo>
                      <a:pt x="286" y="96312"/>
                      <a:pt x="3757" y="96312"/>
                      <a:pt x="4501" y="96312"/>
                    </a:cubicBezTo>
                    <a:cubicBezTo>
                      <a:pt x="7973" y="96312"/>
                      <a:pt x="8221" y="95072"/>
                      <a:pt x="8965" y="92344"/>
                    </a:cubicBezTo>
                    <a:cubicBezTo>
                      <a:pt x="15413" y="71017"/>
                      <a:pt x="26324" y="62089"/>
                      <a:pt x="35500" y="62089"/>
                    </a:cubicBezTo>
                    <a:cubicBezTo>
                      <a:pt x="39468" y="62089"/>
                      <a:pt x="41700" y="64073"/>
                      <a:pt x="41700" y="70769"/>
                    </a:cubicBezTo>
                    <a:cubicBezTo>
                      <a:pt x="41700" y="76473"/>
                      <a:pt x="40212" y="80192"/>
                      <a:pt x="34012" y="95568"/>
                    </a:cubicBezTo>
                    <a:lnTo>
                      <a:pt x="18389" y="135494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50BAF21C-37ED-5206-3914-A9101AE05DDE}"/>
                  </a:ext>
                </a:extLst>
              </p:cNvPr>
              <p:cNvSpPr/>
              <p:nvPr>
                <p:custDataLst>
                  <p:tags r:id="rId127"/>
                </p:custDataLst>
              </p:nvPr>
            </p:nvSpPr>
            <p:spPr>
              <a:xfrm>
                <a:off x="12074961" y="6003375"/>
                <a:ext cx="82191" cy="354271"/>
              </a:xfrm>
              <a:custGeom>
                <a:avLst/>
                <a:gdLst>
                  <a:gd name="connsiteX0" fmla="*/ 82480 w 82191"/>
                  <a:gd name="connsiteY0" fmla="*/ 177226 h 354271"/>
                  <a:gd name="connsiteX1" fmla="*/ 59098 w 82191"/>
                  <a:gd name="connsiteY1" fmla="*/ 66693 h 354271"/>
                  <a:gd name="connsiteX2" fmla="*/ 3832 w 82191"/>
                  <a:gd name="connsiteY2" fmla="*/ 90 h 354271"/>
                  <a:gd name="connsiteX3" fmla="*/ 289 w 82191"/>
                  <a:gd name="connsiteY3" fmla="*/ 3633 h 354271"/>
                  <a:gd name="connsiteX4" fmla="*/ 7020 w 82191"/>
                  <a:gd name="connsiteY4" fmla="*/ 11781 h 354271"/>
                  <a:gd name="connsiteX5" fmla="*/ 61932 w 82191"/>
                  <a:gd name="connsiteY5" fmla="*/ 177226 h 354271"/>
                  <a:gd name="connsiteX6" fmla="*/ 4894 w 82191"/>
                  <a:gd name="connsiteY6" fmla="*/ 344796 h 354271"/>
                  <a:gd name="connsiteX7" fmla="*/ 289 w 82191"/>
                  <a:gd name="connsiteY7" fmla="*/ 350819 h 354271"/>
                  <a:gd name="connsiteX8" fmla="*/ 3832 w 82191"/>
                  <a:gd name="connsiteY8" fmla="*/ 354362 h 354271"/>
                  <a:gd name="connsiteX9" fmla="*/ 60161 w 82191"/>
                  <a:gd name="connsiteY9" fmla="*/ 285279 h 354271"/>
                  <a:gd name="connsiteX10" fmla="*/ 82480 w 82191"/>
                  <a:gd name="connsiteY10" fmla="*/ 177226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191" h="354271">
                    <a:moveTo>
                      <a:pt x="82480" y="177226"/>
                    </a:moveTo>
                    <a:cubicBezTo>
                      <a:pt x="82480" y="149593"/>
                      <a:pt x="78583" y="106726"/>
                      <a:pt x="59098" y="66693"/>
                    </a:cubicBezTo>
                    <a:cubicBezTo>
                      <a:pt x="37842" y="23118"/>
                      <a:pt x="7374" y="90"/>
                      <a:pt x="3832" y="90"/>
                    </a:cubicBezTo>
                    <a:cubicBezTo>
                      <a:pt x="1706" y="90"/>
                      <a:pt x="289" y="1507"/>
                      <a:pt x="289" y="3633"/>
                    </a:cubicBezTo>
                    <a:cubicBezTo>
                      <a:pt x="289" y="4696"/>
                      <a:pt x="289" y="5404"/>
                      <a:pt x="7020" y="11781"/>
                    </a:cubicBezTo>
                    <a:cubicBezTo>
                      <a:pt x="41739" y="46854"/>
                      <a:pt x="61932" y="103183"/>
                      <a:pt x="61932" y="177226"/>
                    </a:cubicBezTo>
                    <a:cubicBezTo>
                      <a:pt x="61932" y="237806"/>
                      <a:pt x="48824" y="300158"/>
                      <a:pt x="4894" y="344796"/>
                    </a:cubicBezTo>
                    <a:cubicBezTo>
                      <a:pt x="289" y="349048"/>
                      <a:pt x="289" y="349756"/>
                      <a:pt x="289" y="350819"/>
                    </a:cubicBezTo>
                    <a:cubicBezTo>
                      <a:pt x="289" y="352945"/>
                      <a:pt x="1706" y="354362"/>
                      <a:pt x="3832" y="354362"/>
                    </a:cubicBezTo>
                    <a:cubicBezTo>
                      <a:pt x="7374" y="354362"/>
                      <a:pt x="39259" y="330271"/>
                      <a:pt x="60161" y="285279"/>
                    </a:cubicBezTo>
                    <a:cubicBezTo>
                      <a:pt x="78229" y="246309"/>
                      <a:pt x="82480" y="206985"/>
                      <a:pt x="82480" y="1772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7544CB8D-70DB-A879-75F5-217AE79B0D71}"/>
                  </a:ext>
                </a:extLst>
              </p:cNvPr>
              <p:cNvSpPr/>
              <p:nvPr>
                <p:custDataLst>
                  <p:tags r:id="rId128"/>
                </p:custDataLst>
              </p:nvPr>
            </p:nvSpPr>
            <p:spPr>
              <a:xfrm>
                <a:off x="12200334" y="6003375"/>
                <a:ext cx="48535" cy="354271"/>
              </a:xfrm>
              <a:custGeom>
                <a:avLst/>
                <a:gdLst>
                  <a:gd name="connsiteX0" fmla="*/ 48828 w 48535"/>
                  <a:gd name="connsiteY0" fmla="*/ 90 h 354271"/>
                  <a:gd name="connsiteX1" fmla="*/ 293 w 48535"/>
                  <a:gd name="connsiteY1" fmla="*/ 90 h 354271"/>
                  <a:gd name="connsiteX2" fmla="*/ 293 w 48535"/>
                  <a:gd name="connsiteY2" fmla="*/ 14261 h 354271"/>
                  <a:gd name="connsiteX3" fmla="*/ 34657 w 48535"/>
                  <a:gd name="connsiteY3" fmla="*/ 14261 h 354271"/>
                  <a:gd name="connsiteX4" fmla="*/ 34657 w 48535"/>
                  <a:gd name="connsiteY4" fmla="*/ 340191 h 354271"/>
                  <a:gd name="connsiteX5" fmla="*/ 293 w 48535"/>
                  <a:gd name="connsiteY5" fmla="*/ 340191 h 354271"/>
                  <a:gd name="connsiteX6" fmla="*/ 293 w 48535"/>
                  <a:gd name="connsiteY6" fmla="*/ 354362 h 354271"/>
                  <a:gd name="connsiteX7" fmla="*/ 48828 w 48535"/>
                  <a:gd name="connsiteY7" fmla="*/ 354362 h 354271"/>
                  <a:gd name="connsiteX8" fmla="*/ 48828 w 48535"/>
                  <a:gd name="connsiteY8" fmla="*/ 90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535" h="354271">
                    <a:moveTo>
                      <a:pt x="48828" y="90"/>
                    </a:moveTo>
                    <a:lnTo>
                      <a:pt x="293" y="90"/>
                    </a:lnTo>
                    <a:lnTo>
                      <a:pt x="293" y="14261"/>
                    </a:lnTo>
                    <a:lnTo>
                      <a:pt x="34657" y="14261"/>
                    </a:lnTo>
                    <a:lnTo>
                      <a:pt x="34657" y="340191"/>
                    </a:lnTo>
                    <a:lnTo>
                      <a:pt x="293" y="340191"/>
                    </a:lnTo>
                    <a:lnTo>
                      <a:pt x="293" y="354362"/>
                    </a:lnTo>
                    <a:lnTo>
                      <a:pt x="48828" y="354362"/>
                    </a:lnTo>
                    <a:lnTo>
                      <a:pt x="48828" y="90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A2F27FD1-EFBE-BB9C-A70C-5ACECB9A0D6C}"/>
                  </a:ext>
                </a:extLst>
              </p:cNvPr>
              <p:cNvSpPr/>
              <p:nvPr>
                <p:custDataLst>
                  <p:tags r:id="rId129"/>
                </p:custDataLst>
              </p:nvPr>
            </p:nvSpPr>
            <p:spPr>
              <a:xfrm>
                <a:off x="12419309" y="6112491"/>
                <a:ext cx="176427" cy="160484"/>
              </a:xfrm>
              <a:custGeom>
                <a:avLst/>
                <a:gdLst>
                  <a:gd name="connsiteX0" fmla="*/ 108352 w 176427"/>
                  <a:gd name="connsiteY0" fmla="*/ 49688 h 160484"/>
                  <a:gd name="connsiteX1" fmla="*/ 143425 w 176427"/>
                  <a:gd name="connsiteY1" fmla="*/ 7884 h 160484"/>
                  <a:gd name="connsiteX2" fmla="*/ 161138 w 176427"/>
                  <a:gd name="connsiteY2" fmla="*/ 12490 h 160484"/>
                  <a:gd name="connsiteX3" fmla="*/ 144133 w 176427"/>
                  <a:gd name="connsiteY3" fmla="*/ 31620 h 160484"/>
                  <a:gd name="connsiteX4" fmla="*/ 157595 w 176427"/>
                  <a:gd name="connsiteY4" fmla="*/ 44020 h 160484"/>
                  <a:gd name="connsiteX5" fmla="*/ 176726 w 176427"/>
                  <a:gd name="connsiteY5" fmla="*/ 23472 h 160484"/>
                  <a:gd name="connsiteX6" fmla="*/ 143779 w 176427"/>
                  <a:gd name="connsiteY6" fmla="*/ 90 h 160484"/>
                  <a:gd name="connsiteX7" fmla="*/ 106580 w 176427"/>
                  <a:gd name="connsiteY7" fmla="*/ 27015 h 160484"/>
                  <a:gd name="connsiteX8" fmla="*/ 68319 w 176427"/>
                  <a:gd name="connsiteY8" fmla="*/ 90 h 160484"/>
                  <a:gd name="connsiteX9" fmla="*/ 11281 w 176427"/>
                  <a:gd name="connsiteY9" fmla="*/ 54648 h 160484"/>
                  <a:gd name="connsiteX10" fmla="*/ 15532 w 176427"/>
                  <a:gd name="connsiteY10" fmla="*/ 58191 h 160484"/>
                  <a:gd name="connsiteX11" fmla="*/ 20138 w 176427"/>
                  <a:gd name="connsiteY11" fmla="*/ 54294 h 160484"/>
                  <a:gd name="connsiteX12" fmla="*/ 67610 w 176427"/>
                  <a:gd name="connsiteY12" fmla="*/ 7884 h 160484"/>
                  <a:gd name="connsiteX13" fmla="*/ 86741 w 176427"/>
                  <a:gd name="connsiteY13" fmla="*/ 31620 h 160484"/>
                  <a:gd name="connsiteX14" fmla="*/ 67610 w 176427"/>
                  <a:gd name="connsiteY14" fmla="*/ 115937 h 160484"/>
                  <a:gd name="connsiteX15" fmla="*/ 33955 w 176427"/>
                  <a:gd name="connsiteY15" fmla="*/ 152781 h 160484"/>
                  <a:gd name="connsiteX16" fmla="*/ 16241 w 176427"/>
                  <a:gd name="connsiteY16" fmla="*/ 148176 h 160484"/>
                  <a:gd name="connsiteX17" fmla="*/ 32892 w 176427"/>
                  <a:gd name="connsiteY17" fmla="*/ 129045 h 160484"/>
                  <a:gd name="connsiteX18" fmla="*/ 19784 w 176427"/>
                  <a:gd name="connsiteY18" fmla="*/ 116646 h 160484"/>
                  <a:gd name="connsiteX19" fmla="*/ 299 w 176427"/>
                  <a:gd name="connsiteY19" fmla="*/ 137193 h 160484"/>
                  <a:gd name="connsiteX20" fmla="*/ 33600 w 176427"/>
                  <a:gd name="connsiteY20" fmla="*/ 160575 h 160484"/>
                  <a:gd name="connsiteX21" fmla="*/ 70799 w 176427"/>
                  <a:gd name="connsiteY21" fmla="*/ 133651 h 160484"/>
                  <a:gd name="connsiteX22" fmla="*/ 109060 w 176427"/>
                  <a:gd name="connsiteY22" fmla="*/ 160575 h 160484"/>
                  <a:gd name="connsiteX23" fmla="*/ 165744 w 176427"/>
                  <a:gd name="connsiteY23" fmla="*/ 106017 h 160484"/>
                  <a:gd name="connsiteX24" fmla="*/ 161492 w 176427"/>
                  <a:gd name="connsiteY24" fmla="*/ 102475 h 160484"/>
                  <a:gd name="connsiteX25" fmla="*/ 156887 w 176427"/>
                  <a:gd name="connsiteY25" fmla="*/ 106372 h 160484"/>
                  <a:gd name="connsiteX26" fmla="*/ 109769 w 176427"/>
                  <a:gd name="connsiteY26" fmla="*/ 152781 h 160484"/>
                  <a:gd name="connsiteX27" fmla="*/ 90284 w 176427"/>
                  <a:gd name="connsiteY27" fmla="*/ 129399 h 160484"/>
                  <a:gd name="connsiteX28" fmla="*/ 96306 w 176427"/>
                  <a:gd name="connsiteY28" fmla="*/ 98223 h 160484"/>
                  <a:gd name="connsiteX29" fmla="*/ 108352 w 176427"/>
                  <a:gd name="connsiteY29" fmla="*/ 49688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427" h="160484">
                    <a:moveTo>
                      <a:pt x="108352" y="49688"/>
                    </a:moveTo>
                    <a:cubicBezTo>
                      <a:pt x="110477" y="40477"/>
                      <a:pt x="118625" y="7884"/>
                      <a:pt x="143425" y="7884"/>
                    </a:cubicBezTo>
                    <a:cubicBezTo>
                      <a:pt x="145196" y="7884"/>
                      <a:pt x="153698" y="7884"/>
                      <a:pt x="161138" y="12490"/>
                    </a:cubicBezTo>
                    <a:cubicBezTo>
                      <a:pt x="151218" y="14261"/>
                      <a:pt x="144133" y="23118"/>
                      <a:pt x="144133" y="31620"/>
                    </a:cubicBezTo>
                    <a:cubicBezTo>
                      <a:pt x="144133" y="37289"/>
                      <a:pt x="148030" y="44020"/>
                      <a:pt x="157595" y="44020"/>
                    </a:cubicBezTo>
                    <a:cubicBezTo>
                      <a:pt x="165389" y="44020"/>
                      <a:pt x="176726" y="37643"/>
                      <a:pt x="176726" y="23472"/>
                    </a:cubicBezTo>
                    <a:cubicBezTo>
                      <a:pt x="176726" y="5050"/>
                      <a:pt x="155824" y="90"/>
                      <a:pt x="143779" y="90"/>
                    </a:cubicBezTo>
                    <a:cubicBezTo>
                      <a:pt x="123231" y="90"/>
                      <a:pt x="110832" y="18867"/>
                      <a:pt x="106580" y="27015"/>
                    </a:cubicBezTo>
                    <a:cubicBezTo>
                      <a:pt x="97723" y="3633"/>
                      <a:pt x="78593" y="90"/>
                      <a:pt x="68319" y="90"/>
                    </a:cubicBezTo>
                    <a:cubicBezTo>
                      <a:pt x="31475" y="90"/>
                      <a:pt x="11281" y="45791"/>
                      <a:pt x="11281" y="54648"/>
                    </a:cubicBezTo>
                    <a:cubicBezTo>
                      <a:pt x="11281" y="58191"/>
                      <a:pt x="14824" y="58191"/>
                      <a:pt x="15532" y="58191"/>
                    </a:cubicBezTo>
                    <a:cubicBezTo>
                      <a:pt x="18367" y="58191"/>
                      <a:pt x="19429" y="57482"/>
                      <a:pt x="20138" y="54294"/>
                    </a:cubicBezTo>
                    <a:cubicBezTo>
                      <a:pt x="32183" y="16741"/>
                      <a:pt x="55565" y="7884"/>
                      <a:pt x="67610" y="7884"/>
                    </a:cubicBezTo>
                    <a:cubicBezTo>
                      <a:pt x="74342" y="7884"/>
                      <a:pt x="86741" y="11073"/>
                      <a:pt x="86741" y="31620"/>
                    </a:cubicBezTo>
                    <a:cubicBezTo>
                      <a:pt x="86741" y="42603"/>
                      <a:pt x="80718" y="66339"/>
                      <a:pt x="67610" y="115937"/>
                    </a:cubicBezTo>
                    <a:cubicBezTo>
                      <a:pt x="61942" y="137902"/>
                      <a:pt x="49543" y="152781"/>
                      <a:pt x="33955" y="152781"/>
                    </a:cubicBezTo>
                    <a:cubicBezTo>
                      <a:pt x="31829" y="152781"/>
                      <a:pt x="23681" y="152781"/>
                      <a:pt x="16241" y="148176"/>
                    </a:cubicBezTo>
                    <a:cubicBezTo>
                      <a:pt x="25098" y="146404"/>
                      <a:pt x="32892" y="138965"/>
                      <a:pt x="32892" y="129045"/>
                    </a:cubicBezTo>
                    <a:cubicBezTo>
                      <a:pt x="32892" y="119480"/>
                      <a:pt x="25098" y="116646"/>
                      <a:pt x="19784" y="116646"/>
                    </a:cubicBezTo>
                    <a:cubicBezTo>
                      <a:pt x="9156" y="116646"/>
                      <a:pt x="299" y="125857"/>
                      <a:pt x="299" y="137193"/>
                    </a:cubicBezTo>
                    <a:cubicBezTo>
                      <a:pt x="299" y="153490"/>
                      <a:pt x="18012" y="160575"/>
                      <a:pt x="33600" y="160575"/>
                    </a:cubicBezTo>
                    <a:cubicBezTo>
                      <a:pt x="56982" y="160575"/>
                      <a:pt x="69736" y="135776"/>
                      <a:pt x="70799" y="133651"/>
                    </a:cubicBezTo>
                    <a:cubicBezTo>
                      <a:pt x="75050" y="146759"/>
                      <a:pt x="87804" y="160575"/>
                      <a:pt x="109060" y="160575"/>
                    </a:cubicBezTo>
                    <a:cubicBezTo>
                      <a:pt x="145550" y="160575"/>
                      <a:pt x="165744" y="114874"/>
                      <a:pt x="165744" y="106017"/>
                    </a:cubicBezTo>
                    <a:cubicBezTo>
                      <a:pt x="165744" y="102475"/>
                      <a:pt x="162555" y="102475"/>
                      <a:pt x="161492" y="102475"/>
                    </a:cubicBezTo>
                    <a:cubicBezTo>
                      <a:pt x="158304" y="102475"/>
                      <a:pt x="157595" y="103892"/>
                      <a:pt x="156887" y="106372"/>
                    </a:cubicBezTo>
                    <a:cubicBezTo>
                      <a:pt x="145196" y="144279"/>
                      <a:pt x="121105" y="152781"/>
                      <a:pt x="109769" y="152781"/>
                    </a:cubicBezTo>
                    <a:cubicBezTo>
                      <a:pt x="95952" y="152781"/>
                      <a:pt x="90284" y="141444"/>
                      <a:pt x="90284" y="129399"/>
                    </a:cubicBezTo>
                    <a:cubicBezTo>
                      <a:pt x="90284" y="121605"/>
                      <a:pt x="92409" y="113811"/>
                      <a:pt x="96306" y="98223"/>
                    </a:cubicBezTo>
                    <a:lnTo>
                      <a:pt x="108352" y="49688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FA6F41C2-6F0B-99E2-5441-819D85159EFD}"/>
                  </a:ext>
                </a:extLst>
              </p:cNvPr>
              <p:cNvSpPr/>
              <p:nvPr>
                <p:custDataLst>
                  <p:tags r:id="rId130"/>
                </p:custDataLst>
              </p:nvPr>
            </p:nvSpPr>
            <p:spPr>
              <a:xfrm>
                <a:off x="12623167" y="6157802"/>
                <a:ext cx="75141" cy="166897"/>
              </a:xfrm>
              <a:custGeom>
                <a:avLst/>
                <a:gdLst>
                  <a:gd name="connsiteX0" fmla="*/ 68998 w 75141"/>
                  <a:gd name="connsiteY0" fmla="*/ 9515 h 166897"/>
                  <a:gd name="connsiteX1" fmla="*/ 59078 w 75141"/>
                  <a:gd name="connsiteY1" fmla="*/ 92 h 166897"/>
                  <a:gd name="connsiteX2" fmla="*/ 45191 w 75141"/>
                  <a:gd name="connsiteY2" fmla="*/ 13731 h 166897"/>
                  <a:gd name="connsiteX3" fmla="*/ 55110 w 75141"/>
                  <a:gd name="connsiteY3" fmla="*/ 23155 h 166897"/>
                  <a:gd name="connsiteX4" fmla="*/ 68998 w 75141"/>
                  <a:gd name="connsiteY4" fmla="*/ 9515 h 166897"/>
                  <a:gd name="connsiteX5" fmla="*/ 18408 w 75141"/>
                  <a:gd name="connsiteY5" fmla="*/ 135494 h 166897"/>
                  <a:gd name="connsiteX6" fmla="*/ 16176 w 75141"/>
                  <a:gd name="connsiteY6" fmla="*/ 145910 h 166897"/>
                  <a:gd name="connsiteX7" fmla="*/ 39735 w 75141"/>
                  <a:gd name="connsiteY7" fmla="*/ 166989 h 166897"/>
                  <a:gd name="connsiteX8" fmla="*/ 75445 w 75141"/>
                  <a:gd name="connsiteY8" fmla="*/ 129046 h 166897"/>
                  <a:gd name="connsiteX9" fmla="*/ 71478 w 75141"/>
                  <a:gd name="connsiteY9" fmla="*/ 125823 h 166897"/>
                  <a:gd name="connsiteX10" fmla="*/ 66766 w 75141"/>
                  <a:gd name="connsiteY10" fmla="*/ 130038 h 166897"/>
                  <a:gd name="connsiteX11" fmla="*/ 40479 w 75141"/>
                  <a:gd name="connsiteY11" fmla="*/ 160045 h 166897"/>
                  <a:gd name="connsiteX12" fmla="*/ 34279 w 75141"/>
                  <a:gd name="connsiteY12" fmla="*/ 151366 h 166897"/>
                  <a:gd name="connsiteX13" fmla="*/ 38247 w 75141"/>
                  <a:gd name="connsiteY13" fmla="*/ 135494 h 166897"/>
                  <a:gd name="connsiteX14" fmla="*/ 46183 w 75141"/>
                  <a:gd name="connsiteY14" fmla="*/ 115655 h 166897"/>
                  <a:gd name="connsiteX15" fmla="*/ 58334 w 75141"/>
                  <a:gd name="connsiteY15" fmla="*/ 84160 h 166897"/>
                  <a:gd name="connsiteX16" fmla="*/ 59822 w 75141"/>
                  <a:gd name="connsiteY16" fmla="*/ 76225 h 166897"/>
                  <a:gd name="connsiteX17" fmla="*/ 36263 w 75141"/>
                  <a:gd name="connsiteY17" fmla="*/ 55145 h 166897"/>
                  <a:gd name="connsiteX18" fmla="*/ 304 w 75141"/>
                  <a:gd name="connsiteY18" fmla="*/ 93088 h 166897"/>
                  <a:gd name="connsiteX19" fmla="*/ 4520 w 75141"/>
                  <a:gd name="connsiteY19" fmla="*/ 96312 h 166897"/>
                  <a:gd name="connsiteX20" fmla="*/ 8984 w 75141"/>
                  <a:gd name="connsiteY20" fmla="*/ 92344 h 166897"/>
                  <a:gd name="connsiteX21" fmla="*/ 35519 w 75141"/>
                  <a:gd name="connsiteY21" fmla="*/ 62089 h 166897"/>
                  <a:gd name="connsiteX22" fmla="*/ 41719 w 75141"/>
                  <a:gd name="connsiteY22" fmla="*/ 70769 h 166897"/>
                  <a:gd name="connsiteX23" fmla="*/ 34031 w 75141"/>
                  <a:gd name="connsiteY23" fmla="*/ 95568 h 166897"/>
                  <a:gd name="connsiteX24" fmla="*/ 18408 w 75141"/>
                  <a:gd name="connsiteY24" fmla="*/ 135494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141" h="166897">
                    <a:moveTo>
                      <a:pt x="68998" y="9515"/>
                    </a:moveTo>
                    <a:cubicBezTo>
                      <a:pt x="68998" y="5547"/>
                      <a:pt x="66022" y="92"/>
                      <a:pt x="59078" y="92"/>
                    </a:cubicBezTo>
                    <a:cubicBezTo>
                      <a:pt x="52382" y="92"/>
                      <a:pt x="45191" y="6539"/>
                      <a:pt x="45191" y="13731"/>
                    </a:cubicBezTo>
                    <a:cubicBezTo>
                      <a:pt x="45191" y="17947"/>
                      <a:pt x="48415" y="23155"/>
                      <a:pt x="55110" y="23155"/>
                    </a:cubicBezTo>
                    <a:cubicBezTo>
                      <a:pt x="62302" y="23155"/>
                      <a:pt x="68998" y="16211"/>
                      <a:pt x="68998" y="9515"/>
                    </a:cubicBezTo>
                    <a:close/>
                    <a:moveTo>
                      <a:pt x="18408" y="135494"/>
                    </a:moveTo>
                    <a:cubicBezTo>
                      <a:pt x="17416" y="138718"/>
                      <a:pt x="16176" y="141694"/>
                      <a:pt x="16176" y="145910"/>
                    </a:cubicBezTo>
                    <a:cubicBezTo>
                      <a:pt x="16176" y="157565"/>
                      <a:pt x="26095" y="166989"/>
                      <a:pt x="39735" y="166989"/>
                    </a:cubicBezTo>
                    <a:cubicBezTo>
                      <a:pt x="64534" y="166989"/>
                      <a:pt x="75445" y="132766"/>
                      <a:pt x="75445" y="129046"/>
                    </a:cubicBezTo>
                    <a:cubicBezTo>
                      <a:pt x="75445" y="125823"/>
                      <a:pt x="72222" y="125823"/>
                      <a:pt x="71478" y="125823"/>
                    </a:cubicBezTo>
                    <a:cubicBezTo>
                      <a:pt x="68006" y="125823"/>
                      <a:pt x="67758" y="127311"/>
                      <a:pt x="66766" y="130038"/>
                    </a:cubicBezTo>
                    <a:cubicBezTo>
                      <a:pt x="61062" y="149878"/>
                      <a:pt x="50150" y="160045"/>
                      <a:pt x="40479" y="160045"/>
                    </a:cubicBezTo>
                    <a:cubicBezTo>
                      <a:pt x="35519" y="160045"/>
                      <a:pt x="34279" y="156821"/>
                      <a:pt x="34279" y="151366"/>
                    </a:cubicBezTo>
                    <a:cubicBezTo>
                      <a:pt x="34279" y="145662"/>
                      <a:pt x="36015" y="140950"/>
                      <a:pt x="38247" y="135494"/>
                    </a:cubicBezTo>
                    <a:cubicBezTo>
                      <a:pt x="40727" y="128799"/>
                      <a:pt x="43455" y="122103"/>
                      <a:pt x="46183" y="115655"/>
                    </a:cubicBezTo>
                    <a:cubicBezTo>
                      <a:pt x="48415" y="109703"/>
                      <a:pt x="57342" y="87136"/>
                      <a:pt x="58334" y="84160"/>
                    </a:cubicBezTo>
                    <a:cubicBezTo>
                      <a:pt x="59078" y="81680"/>
                      <a:pt x="59822" y="78705"/>
                      <a:pt x="59822" y="76225"/>
                    </a:cubicBezTo>
                    <a:cubicBezTo>
                      <a:pt x="59822" y="64569"/>
                      <a:pt x="49902" y="55145"/>
                      <a:pt x="36263" y="55145"/>
                    </a:cubicBezTo>
                    <a:cubicBezTo>
                      <a:pt x="11712" y="55145"/>
                      <a:pt x="304" y="88872"/>
                      <a:pt x="304" y="93088"/>
                    </a:cubicBezTo>
                    <a:cubicBezTo>
                      <a:pt x="304" y="96312"/>
                      <a:pt x="3776" y="96312"/>
                      <a:pt x="4520" y="96312"/>
                    </a:cubicBezTo>
                    <a:cubicBezTo>
                      <a:pt x="7992" y="96312"/>
                      <a:pt x="8240" y="95072"/>
                      <a:pt x="8984" y="92344"/>
                    </a:cubicBezTo>
                    <a:cubicBezTo>
                      <a:pt x="15432" y="71017"/>
                      <a:pt x="26343" y="62089"/>
                      <a:pt x="35519" y="62089"/>
                    </a:cubicBezTo>
                    <a:cubicBezTo>
                      <a:pt x="39487" y="62089"/>
                      <a:pt x="41719" y="64073"/>
                      <a:pt x="41719" y="70769"/>
                    </a:cubicBezTo>
                    <a:cubicBezTo>
                      <a:pt x="41719" y="76473"/>
                      <a:pt x="40231" y="80192"/>
                      <a:pt x="34031" y="95568"/>
                    </a:cubicBezTo>
                    <a:lnTo>
                      <a:pt x="18408" y="135494"/>
                    </a:lnTo>
                    <a:close/>
                  </a:path>
                </a:pathLst>
              </a:custGeom>
              <a:solidFill>
                <a:srgbClr val="FFFFFF"/>
              </a:solidFill>
              <a:ln w="355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00E5D78E-EA8D-5405-974A-3C2B7FAC434A}"/>
                </a:ext>
              </a:extLst>
            </p:cNvPr>
            <p:cNvGrpSpPr>
              <a:grpSpLocks noChangeAspect="1"/>
            </p:cNvGrpSpPr>
            <p:nvPr>
              <p:custDataLst>
                <p:tags r:id="rId86"/>
              </p:custDataLst>
            </p:nvPr>
          </p:nvGrpSpPr>
          <p:grpSpPr>
            <a:xfrm>
              <a:off x="7543839" y="2832520"/>
              <a:ext cx="4353924" cy="488230"/>
              <a:chOff x="8671385" y="5172953"/>
              <a:chExt cx="4353924" cy="488230"/>
            </a:xfrm>
          </p:grpSpPr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41EDDC0B-3342-5C2F-B2B6-478F0F9F3D89}"/>
                  </a:ext>
                </a:extLst>
              </p:cNvPr>
              <p:cNvSpPr/>
              <p:nvPr>
                <p:custDataLst>
                  <p:tags r:id="rId87"/>
                </p:custDataLst>
              </p:nvPr>
            </p:nvSpPr>
            <p:spPr>
              <a:xfrm>
                <a:off x="8671385" y="5350113"/>
                <a:ext cx="162256" cy="157977"/>
              </a:xfrm>
              <a:custGeom>
                <a:avLst/>
                <a:gdLst>
                  <a:gd name="connsiteX0" fmla="*/ 118144 w 162256"/>
                  <a:gd name="connsiteY0" fmla="*/ 22404 h 157977"/>
                  <a:gd name="connsiteX1" fmla="*/ 85551 w 162256"/>
                  <a:gd name="connsiteY1" fmla="*/ 85 h 157977"/>
                  <a:gd name="connsiteX2" fmla="*/ 172 w 162256"/>
                  <a:gd name="connsiteY2" fmla="*/ 102264 h 157977"/>
                  <a:gd name="connsiteX3" fmla="*/ 47290 w 162256"/>
                  <a:gd name="connsiteY3" fmla="*/ 158062 h 157977"/>
                  <a:gd name="connsiteX4" fmla="*/ 93345 w 162256"/>
                  <a:gd name="connsiteY4" fmla="*/ 131907 h 157977"/>
                  <a:gd name="connsiteX5" fmla="*/ 125584 w 162256"/>
                  <a:gd name="connsiteY5" fmla="*/ 158062 h 157977"/>
                  <a:gd name="connsiteX6" fmla="*/ 151800 w 162256"/>
                  <a:gd name="connsiteY6" fmla="*/ 138882 h 157977"/>
                  <a:gd name="connsiteX7" fmla="*/ 162428 w 162256"/>
                  <a:gd name="connsiteY7" fmla="*/ 104357 h 157977"/>
                  <a:gd name="connsiteX8" fmla="*/ 158177 w 162256"/>
                  <a:gd name="connsiteY8" fmla="*/ 100869 h 157977"/>
                  <a:gd name="connsiteX9" fmla="*/ 153217 w 162256"/>
                  <a:gd name="connsiteY9" fmla="*/ 107147 h 157977"/>
                  <a:gd name="connsiteX10" fmla="*/ 126293 w 162256"/>
                  <a:gd name="connsiteY10" fmla="*/ 150390 h 157977"/>
                  <a:gd name="connsiteX11" fmla="*/ 115665 w 162256"/>
                  <a:gd name="connsiteY11" fmla="*/ 134348 h 157977"/>
                  <a:gd name="connsiteX12" fmla="*/ 120270 w 162256"/>
                  <a:gd name="connsiteY12" fmla="*/ 108542 h 157977"/>
                  <a:gd name="connsiteX13" fmla="*/ 128064 w 162256"/>
                  <a:gd name="connsiteY13" fmla="*/ 77155 h 157977"/>
                  <a:gd name="connsiteX14" fmla="*/ 140818 w 162256"/>
                  <a:gd name="connsiteY14" fmla="*/ 28332 h 157977"/>
                  <a:gd name="connsiteX15" fmla="*/ 143298 w 162256"/>
                  <a:gd name="connsiteY15" fmla="*/ 16475 h 157977"/>
                  <a:gd name="connsiteX16" fmla="*/ 133024 w 162256"/>
                  <a:gd name="connsiteY16" fmla="*/ 7059 h 157977"/>
                  <a:gd name="connsiteX17" fmla="*/ 118144 w 162256"/>
                  <a:gd name="connsiteY17" fmla="*/ 22404 h 157977"/>
                  <a:gd name="connsiteX18" fmla="*/ 95117 w 162256"/>
                  <a:gd name="connsiteY18" fmla="*/ 112726 h 157977"/>
                  <a:gd name="connsiteX19" fmla="*/ 88031 w 162256"/>
                  <a:gd name="connsiteY19" fmla="*/ 125630 h 157977"/>
                  <a:gd name="connsiteX20" fmla="*/ 47999 w 162256"/>
                  <a:gd name="connsiteY20" fmla="*/ 150390 h 157977"/>
                  <a:gd name="connsiteX21" fmla="*/ 25325 w 162256"/>
                  <a:gd name="connsiteY21" fmla="*/ 117609 h 157977"/>
                  <a:gd name="connsiteX22" fmla="*/ 44810 w 162256"/>
                  <a:gd name="connsiteY22" fmla="*/ 41236 h 157977"/>
                  <a:gd name="connsiteX23" fmla="*/ 85906 w 162256"/>
                  <a:gd name="connsiteY23" fmla="*/ 7757 h 157977"/>
                  <a:gd name="connsiteX24" fmla="*/ 113893 w 162256"/>
                  <a:gd name="connsiteY24" fmla="*/ 38446 h 157977"/>
                  <a:gd name="connsiteX25" fmla="*/ 112830 w 162256"/>
                  <a:gd name="connsiteY25" fmla="*/ 44374 h 157977"/>
                  <a:gd name="connsiteX26" fmla="*/ 95117 w 162256"/>
                  <a:gd name="connsiteY26" fmla="*/ 112726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256" h="157977">
                    <a:moveTo>
                      <a:pt x="118144" y="22404"/>
                    </a:moveTo>
                    <a:cubicBezTo>
                      <a:pt x="111768" y="9501"/>
                      <a:pt x="101494" y="85"/>
                      <a:pt x="85551" y="85"/>
                    </a:cubicBezTo>
                    <a:cubicBezTo>
                      <a:pt x="44102" y="85"/>
                      <a:pt x="172" y="51349"/>
                      <a:pt x="172" y="102264"/>
                    </a:cubicBezTo>
                    <a:cubicBezTo>
                      <a:pt x="172" y="135046"/>
                      <a:pt x="19657" y="158062"/>
                      <a:pt x="47290" y="158062"/>
                    </a:cubicBezTo>
                    <a:cubicBezTo>
                      <a:pt x="54376" y="158062"/>
                      <a:pt x="72089" y="156667"/>
                      <a:pt x="93345" y="131907"/>
                    </a:cubicBezTo>
                    <a:cubicBezTo>
                      <a:pt x="96180" y="146554"/>
                      <a:pt x="108579" y="158062"/>
                      <a:pt x="125584" y="158062"/>
                    </a:cubicBezTo>
                    <a:cubicBezTo>
                      <a:pt x="137984" y="158062"/>
                      <a:pt x="146132" y="150041"/>
                      <a:pt x="151800" y="138882"/>
                    </a:cubicBezTo>
                    <a:cubicBezTo>
                      <a:pt x="157823" y="126327"/>
                      <a:pt x="162428" y="105054"/>
                      <a:pt x="162428" y="104357"/>
                    </a:cubicBezTo>
                    <a:cubicBezTo>
                      <a:pt x="162428" y="100869"/>
                      <a:pt x="159240" y="100869"/>
                      <a:pt x="158177" y="100869"/>
                    </a:cubicBezTo>
                    <a:cubicBezTo>
                      <a:pt x="154634" y="100869"/>
                      <a:pt x="154280" y="102264"/>
                      <a:pt x="153217" y="107147"/>
                    </a:cubicBezTo>
                    <a:cubicBezTo>
                      <a:pt x="147195" y="129814"/>
                      <a:pt x="140818" y="150390"/>
                      <a:pt x="126293" y="150390"/>
                    </a:cubicBezTo>
                    <a:cubicBezTo>
                      <a:pt x="116727" y="150390"/>
                      <a:pt x="115665" y="141323"/>
                      <a:pt x="115665" y="134348"/>
                    </a:cubicBezTo>
                    <a:cubicBezTo>
                      <a:pt x="115665" y="126676"/>
                      <a:pt x="116373" y="123886"/>
                      <a:pt x="120270" y="108542"/>
                    </a:cubicBezTo>
                    <a:cubicBezTo>
                      <a:pt x="124167" y="93895"/>
                      <a:pt x="124876" y="90407"/>
                      <a:pt x="128064" y="77155"/>
                    </a:cubicBezTo>
                    <a:lnTo>
                      <a:pt x="140818" y="28332"/>
                    </a:lnTo>
                    <a:cubicBezTo>
                      <a:pt x="143298" y="18568"/>
                      <a:pt x="143298" y="17870"/>
                      <a:pt x="143298" y="16475"/>
                    </a:cubicBezTo>
                    <a:cubicBezTo>
                      <a:pt x="143298" y="10547"/>
                      <a:pt x="139046" y="7059"/>
                      <a:pt x="133024" y="7059"/>
                    </a:cubicBezTo>
                    <a:cubicBezTo>
                      <a:pt x="124521" y="7059"/>
                      <a:pt x="119207" y="14732"/>
                      <a:pt x="118144" y="22404"/>
                    </a:cubicBezTo>
                    <a:close/>
                    <a:moveTo>
                      <a:pt x="95117" y="112726"/>
                    </a:moveTo>
                    <a:cubicBezTo>
                      <a:pt x="93345" y="119004"/>
                      <a:pt x="93345" y="119701"/>
                      <a:pt x="88031" y="125630"/>
                    </a:cubicBezTo>
                    <a:cubicBezTo>
                      <a:pt x="72443" y="144810"/>
                      <a:pt x="57918" y="150390"/>
                      <a:pt x="47999" y="150390"/>
                    </a:cubicBezTo>
                    <a:cubicBezTo>
                      <a:pt x="30285" y="150390"/>
                      <a:pt x="25325" y="131209"/>
                      <a:pt x="25325" y="117609"/>
                    </a:cubicBezTo>
                    <a:cubicBezTo>
                      <a:pt x="25325" y="100172"/>
                      <a:pt x="36662" y="57277"/>
                      <a:pt x="44810" y="41236"/>
                    </a:cubicBezTo>
                    <a:cubicBezTo>
                      <a:pt x="55793" y="20660"/>
                      <a:pt x="71735" y="7757"/>
                      <a:pt x="85906" y="7757"/>
                    </a:cubicBezTo>
                    <a:cubicBezTo>
                      <a:pt x="108933" y="7757"/>
                      <a:pt x="113893" y="36353"/>
                      <a:pt x="113893" y="38446"/>
                    </a:cubicBezTo>
                    <a:cubicBezTo>
                      <a:pt x="113893" y="40538"/>
                      <a:pt x="113185" y="42630"/>
                      <a:pt x="112830" y="44374"/>
                    </a:cubicBezTo>
                    <a:lnTo>
                      <a:pt x="95117" y="112726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1E1CA96E-2CCA-9495-36DB-211C197C864E}"/>
                  </a:ext>
                </a:extLst>
              </p:cNvPr>
              <p:cNvSpPr/>
              <p:nvPr>
                <p:custDataLst>
                  <p:tags r:id="rId88"/>
                </p:custDataLst>
              </p:nvPr>
            </p:nvSpPr>
            <p:spPr>
              <a:xfrm>
                <a:off x="8857374" y="5394472"/>
                <a:ext cx="115067" cy="166974"/>
              </a:xfrm>
              <a:custGeom>
                <a:avLst/>
                <a:gdLst>
                  <a:gd name="connsiteX0" fmla="*/ 115245 w 115067"/>
                  <a:gd name="connsiteY0" fmla="*/ 84306 h 166974"/>
                  <a:gd name="connsiteX1" fmla="*/ 100613 w 115067"/>
                  <a:gd name="connsiteY1" fmla="*/ 21080 h 166974"/>
                  <a:gd name="connsiteX2" fmla="*/ 57711 w 115067"/>
                  <a:gd name="connsiteY2" fmla="*/ 86 h 166974"/>
                  <a:gd name="connsiteX3" fmla="*/ 177 w 115067"/>
                  <a:gd name="connsiteY3" fmla="*/ 84306 h 166974"/>
                  <a:gd name="connsiteX4" fmla="*/ 57711 w 115067"/>
                  <a:gd name="connsiteY4" fmla="*/ 167061 h 166974"/>
                  <a:gd name="connsiteX5" fmla="*/ 115245 w 115067"/>
                  <a:gd name="connsiteY5" fmla="*/ 84306 h 166974"/>
                  <a:gd name="connsiteX6" fmla="*/ 57711 w 115067"/>
                  <a:gd name="connsiteY6" fmla="*/ 160226 h 166974"/>
                  <a:gd name="connsiteX7" fmla="*/ 26216 w 115067"/>
                  <a:gd name="connsiteY7" fmla="*/ 133617 h 166974"/>
                  <a:gd name="connsiteX8" fmla="*/ 22744 w 115067"/>
                  <a:gd name="connsiteY8" fmla="*/ 81132 h 166974"/>
                  <a:gd name="connsiteX9" fmla="*/ 26464 w 115067"/>
                  <a:gd name="connsiteY9" fmla="*/ 31333 h 166974"/>
                  <a:gd name="connsiteX10" fmla="*/ 57711 w 115067"/>
                  <a:gd name="connsiteY10" fmla="*/ 6921 h 166974"/>
                  <a:gd name="connsiteX11" fmla="*/ 88462 w 115067"/>
                  <a:gd name="connsiteY11" fmla="*/ 29136 h 166974"/>
                  <a:gd name="connsiteX12" fmla="*/ 92678 w 115067"/>
                  <a:gd name="connsiteY12" fmla="*/ 81132 h 166974"/>
                  <a:gd name="connsiteX13" fmla="*/ 89454 w 115067"/>
                  <a:gd name="connsiteY13" fmla="*/ 132641 h 166974"/>
                  <a:gd name="connsiteX14" fmla="*/ 57711 w 115067"/>
                  <a:gd name="connsiteY14" fmla="*/ 160226 h 166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5067" h="166974">
                    <a:moveTo>
                      <a:pt x="115245" y="84306"/>
                    </a:moveTo>
                    <a:cubicBezTo>
                      <a:pt x="115245" y="57453"/>
                      <a:pt x="112021" y="38168"/>
                      <a:pt x="100613" y="21080"/>
                    </a:cubicBezTo>
                    <a:cubicBezTo>
                      <a:pt x="92926" y="9851"/>
                      <a:pt x="77550" y="86"/>
                      <a:pt x="57711" y="86"/>
                    </a:cubicBezTo>
                    <a:cubicBezTo>
                      <a:pt x="177" y="86"/>
                      <a:pt x="177" y="66730"/>
                      <a:pt x="177" y="84306"/>
                    </a:cubicBezTo>
                    <a:cubicBezTo>
                      <a:pt x="177" y="101882"/>
                      <a:pt x="177" y="167061"/>
                      <a:pt x="57711" y="167061"/>
                    </a:cubicBezTo>
                    <a:cubicBezTo>
                      <a:pt x="115245" y="167061"/>
                      <a:pt x="115245" y="101882"/>
                      <a:pt x="115245" y="84306"/>
                    </a:cubicBezTo>
                    <a:close/>
                    <a:moveTo>
                      <a:pt x="57711" y="160226"/>
                    </a:moveTo>
                    <a:cubicBezTo>
                      <a:pt x="46303" y="160226"/>
                      <a:pt x="31176" y="153635"/>
                      <a:pt x="26216" y="133617"/>
                    </a:cubicBezTo>
                    <a:cubicBezTo>
                      <a:pt x="22744" y="119214"/>
                      <a:pt x="22744" y="99197"/>
                      <a:pt x="22744" y="81132"/>
                    </a:cubicBezTo>
                    <a:cubicBezTo>
                      <a:pt x="22744" y="63312"/>
                      <a:pt x="22744" y="44759"/>
                      <a:pt x="26464" y="31333"/>
                    </a:cubicBezTo>
                    <a:cubicBezTo>
                      <a:pt x="31672" y="12048"/>
                      <a:pt x="47543" y="6921"/>
                      <a:pt x="57711" y="6921"/>
                    </a:cubicBezTo>
                    <a:cubicBezTo>
                      <a:pt x="71102" y="6921"/>
                      <a:pt x="83998" y="14977"/>
                      <a:pt x="88462" y="29136"/>
                    </a:cubicBezTo>
                    <a:cubicBezTo>
                      <a:pt x="92430" y="42318"/>
                      <a:pt x="92678" y="59894"/>
                      <a:pt x="92678" y="81132"/>
                    </a:cubicBezTo>
                    <a:cubicBezTo>
                      <a:pt x="92678" y="99197"/>
                      <a:pt x="92678" y="117261"/>
                      <a:pt x="89454" y="132641"/>
                    </a:cubicBezTo>
                    <a:cubicBezTo>
                      <a:pt x="84494" y="154855"/>
                      <a:pt x="67631" y="160226"/>
                      <a:pt x="57711" y="1602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73A452FC-8F70-F309-243C-0952B462D10D}"/>
                  </a:ext>
                </a:extLst>
              </p:cNvPr>
              <p:cNvSpPr/>
              <p:nvPr>
                <p:custDataLst>
                  <p:tags r:id="rId89"/>
                </p:custDataLst>
              </p:nvPr>
            </p:nvSpPr>
            <p:spPr>
              <a:xfrm>
                <a:off x="9082293" y="5172953"/>
                <a:ext cx="471535" cy="488230"/>
              </a:xfrm>
              <a:custGeom>
                <a:avLst/>
                <a:gdLst>
                  <a:gd name="connsiteX0" fmla="*/ 428852 w 471535"/>
                  <a:gd name="connsiteY0" fmla="*/ 488306 h 488230"/>
                  <a:gd name="connsiteX1" fmla="*/ 471719 w 471535"/>
                  <a:gd name="connsiteY1" fmla="*/ 376710 h 488230"/>
                  <a:gd name="connsiteX2" fmla="*/ 462862 w 471535"/>
                  <a:gd name="connsiteY2" fmla="*/ 376710 h 488230"/>
                  <a:gd name="connsiteX3" fmla="*/ 370751 w 471535"/>
                  <a:gd name="connsiteY3" fmla="*/ 447155 h 488230"/>
                  <a:gd name="connsiteX4" fmla="*/ 260573 w 471535"/>
                  <a:gd name="connsiteY4" fmla="*/ 457966 h 488230"/>
                  <a:gd name="connsiteX5" fmla="*/ 46947 w 471535"/>
                  <a:gd name="connsiteY5" fmla="*/ 457966 h 488230"/>
                  <a:gd name="connsiteX6" fmla="*/ 227271 w 471535"/>
                  <a:gd name="connsiteY6" fmla="*/ 249770 h 488230"/>
                  <a:gd name="connsiteX7" fmla="*/ 230460 w 471535"/>
                  <a:gd name="connsiteY7" fmla="*/ 244190 h 488230"/>
                  <a:gd name="connsiteX8" fmla="*/ 227980 w 471535"/>
                  <a:gd name="connsiteY8" fmla="*/ 238959 h 488230"/>
                  <a:gd name="connsiteX9" fmla="*/ 62889 w 471535"/>
                  <a:gd name="connsiteY9" fmla="*/ 16815 h 488230"/>
                  <a:gd name="connsiteX10" fmla="*/ 257030 w 471535"/>
                  <a:gd name="connsiteY10" fmla="*/ 16815 h 488230"/>
                  <a:gd name="connsiteX11" fmla="*/ 339930 w 471535"/>
                  <a:gd name="connsiteY11" fmla="*/ 22394 h 488230"/>
                  <a:gd name="connsiteX12" fmla="*/ 417870 w 471535"/>
                  <a:gd name="connsiteY12" fmla="*/ 48550 h 488230"/>
                  <a:gd name="connsiteX13" fmla="*/ 462862 w 471535"/>
                  <a:gd name="connsiteY13" fmla="*/ 98070 h 488230"/>
                  <a:gd name="connsiteX14" fmla="*/ 471719 w 471535"/>
                  <a:gd name="connsiteY14" fmla="*/ 98070 h 488230"/>
                  <a:gd name="connsiteX15" fmla="*/ 428852 w 471535"/>
                  <a:gd name="connsiteY15" fmla="*/ 75 h 488230"/>
                  <a:gd name="connsiteX16" fmla="*/ 10103 w 471535"/>
                  <a:gd name="connsiteY16" fmla="*/ 75 h 488230"/>
                  <a:gd name="connsiteX17" fmla="*/ 538 w 471535"/>
                  <a:gd name="connsiteY17" fmla="*/ 2516 h 488230"/>
                  <a:gd name="connsiteX18" fmla="*/ 183 w 471535"/>
                  <a:gd name="connsiteY18" fmla="*/ 14025 h 488230"/>
                  <a:gd name="connsiteX19" fmla="*/ 187593 w 471535"/>
                  <a:gd name="connsiteY19" fmla="*/ 266510 h 488230"/>
                  <a:gd name="connsiteX20" fmla="*/ 4080 w 471535"/>
                  <a:gd name="connsiteY20" fmla="*/ 478192 h 488230"/>
                  <a:gd name="connsiteX21" fmla="*/ 538 w 471535"/>
                  <a:gd name="connsiteY21" fmla="*/ 484470 h 488230"/>
                  <a:gd name="connsiteX22" fmla="*/ 10103 w 471535"/>
                  <a:gd name="connsiteY22" fmla="*/ 488306 h 488230"/>
                  <a:gd name="connsiteX23" fmla="*/ 428852 w 471535"/>
                  <a:gd name="connsiteY23" fmla="*/ 488306 h 488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1535" h="488230">
                    <a:moveTo>
                      <a:pt x="428852" y="488306"/>
                    </a:moveTo>
                    <a:lnTo>
                      <a:pt x="471719" y="376710"/>
                    </a:lnTo>
                    <a:lnTo>
                      <a:pt x="462862" y="376710"/>
                    </a:lnTo>
                    <a:cubicBezTo>
                      <a:pt x="449045" y="412979"/>
                      <a:pt x="411493" y="436693"/>
                      <a:pt x="370751" y="447155"/>
                    </a:cubicBezTo>
                    <a:cubicBezTo>
                      <a:pt x="363312" y="448898"/>
                      <a:pt x="328593" y="457966"/>
                      <a:pt x="260573" y="457966"/>
                    </a:cubicBezTo>
                    <a:lnTo>
                      <a:pt x="46947" y="457966"/>
                    </a:lnTo>
                    <a:lnTo>
                      <a:pt x="227271" y="249770"/>
                    </a:lnTo>
                    <a:cubicBezTo>
                      <a:pt x="229751" y="246980"/>
                      <a:pt x="230460" y="245934"/>
                      <a:pt x="230460" y="244190"/>
                    </a:cubicBezTo>
                    <a:cubicBezTo>
                      <a:pt x="230460" y="243493"/>
                      <a:pt x="230460" y="242447"/>
                      <a:pt x="227980" y="238959"/>
                    </a:cubicBezTo>
                    <a:lnTo>
                      <a:pt x="62889" y="16815"/>
                    </a:lnTo>
                    <a:lnTo>
                      <a:pt x="257030" y="16815"/>
                    </a:lnTo>
                    <a:cubicBezTo>
                      <a:pt x="304503" y="16815"/>
                      <a:pt x="336741" y="21697"/>
                      <a:pt x="339930" y="22394"/>
                    </a:cubicBezTo>
                    <a:cubicBezTo>
                      <a:pt x="359060" y="25184"/>
                      <a:pt x="389882" y="31113"/>
                      <a:pt x="417870" y="48550"/>
                    </a:cubicBezTo>
                    <a:cubicBezTo>
                      <a:pt x="426726" y="54129"/>
                      <a:pt x="450817" y="69822"/>
                      <a:pt x="462862" y="98070"/>
                    </a:cubicBezTo>
                    <a:lnTo>
                      <a:pt x="471719" y="98070"/>
                    </a:lnTo>
                    <a:lnTo>
                      <a:pt x="428852" y="75"/>
                    </a:lnTo>
                    <a:lnTo>
                      <a:pt x="10103" y="75"/>
                    </a:lnTo>
                    <a:cubicBezTo>
                      <a:pt x="1955" y="75"/>
                      <a:pt x="1600" y="424"/>
                      <a:pt x="538" y="2516"/>
                    </a:cubicBezTo>
                    <a:cubicBezTo>
                      <a:pt x="183" y="3563"/>
                      <a:pt x="183" y="10189"/>
                      <a:pt x="183" y="14025"/>
                    </a:cubicBezTo>
                    <a:lnTo>
                      <a:pt x="187593" y="266510"/>
                    </a:lnTo>
                    <a:lnTo>
                      <a:pt x="4080" y="478192"/>
                    </a:lnTo>
                    <a:cubicBezTo>
                      <a:pt x="538" y="482377"/>
                      <a:pt x="538" y="484121"/>
                      <a:pt x="538" y="484470"/>
                    </a:cubicBezTo>
                    <a:cubicBezTo>
                      <a:pt x="538" y="488306"/>
                      <a:pt x="3726" y="488306"/>
                      <a:pt x="10103" y="488306"/>
                    </a:cubicBezTo>
                    <a:lnTo>
                      <a:pt x="428852" y="488306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A26E0BFE-120C-C5E8-C38E-7AFF3803BB1B}"/>
                  </a:ext>
                </a:extLst>
              </p:cNvPr>
              <p:cNvSpPr/>
              <p:nvPr>
                <p:custDataLst>
                  <p:tags r:id="rId90"/>
                </p:custDataLst>
              </p:nvPr>
            </p:nvSpPr>
            <p:spPr>
              <a:xfrm>
                <a:off x="9643498" y="5350113"/>
                <a:ext cx="176427" cy="157977"/>
              </a:xfrm>
              <a:custGeom>
                <a:avLst/>
                <a:gdLst>
                  <a:gd name="connsiteX0" fmla="*/ 108252 w 176427"/>
                  <a:gd name="connsiteY0" fmla="*/ 48908 h 157977"/>
                  <a:gd name="connsiteX1" fmla="*/ 143325 w 176427"/>
                  <a:gd name="connsiteY1" fmla="*/ 7757 h 157977"/>
                  <a:gd name="connsiteX2" fmla="*/ 161039 w 176427"/>
                  <a:gd name="connsiteY2" fmla="*/ 12290 h 157977"/>
                  <a:gd name="connsiteX3" fmla="*/ 144034 w 176427"/>
                  <a:gd name="connsiteY3" fmla="*/ 31122 h 157977"/>
                  <a:gd name="connsiteX4" fmla="*/ 157496 w 176427"/>
                  <a:gd name="connsiteY4" fmla="*/ 43328 h 157977"/>
                  <a:gd name="connsiteX5" fmla="*/ 176627 w 176427"/>
                  <a:gd name="connsiteY5" fmla="*/ 23101 h 157977"/>
                  <a:gd name="connsiteX6" fmla="*/ 143679 w 176427"/>
                  <a:gd name="connsiteY6" fmla="*/ 85 h 157977"/>
                  <a:gd name="connsiteX7" fmla="*/ 106481 w 176427"/>
                  <a:gd name="connsiteY7" fmla="*/ 26589 h 157977"/>
                  <a:gd name="connsiteX8" fmla="*/ 68220 w 176427"/>
                  <a:gd name="connsiteY8" fmla="*/ 85 h 157977"/>
                  <a:gd name="connsiteX9" fmla="*/ 11182 w 176427"/>
                  <a:gd name="connsiteY9" fmla="*/ 53790 h 157977"/>
                  <a:gd name="connsiteX10" fmla="*/ 15433 w 176427"/>
                  <a:gd name="connsiteY10" fmla="*/ 57277 h 157977"/>
                  <a:gd name="connsiteX11" fmla="*/ 20039 w 176427"/>
                  <a:gd name="connsiteY11" fmla="*/ 53441 h 157977"/>
                  <a:gd name="connsiteX12" fmla="*/ 67511 w 176427"/>
                  <a:gd name="connsiteY12" fmla="*/ 7757 h 157977"/>
                  <a:gd name="connsiteX13" fmla="*/ 86642 w 176427"/>
                  <a:gd name="connsiteY13" fmla="*/ 31122 h 157977"/>
                  <a:gd name="connsiteX14" fmla="*/ 67511 w 176427"/>
                  <a:gd name="connsiteY14" fmla="*/ 114121 h 157977"/>
                  <a:gd name="connsiteX15" fmla="*/ 33855 w 176427"/>
                  <a:gd name="connsiteY15" fmla="*/ 150390 h 157977"/>
                  <a:gd name="connsiteX16" fmla="*/ 16142 w 176427"/>
                  <a:gd name="connsiteY16" fmla="*/ 145856 h 157977"/>
                  <a:gd name="connsiteX17" fmla="*/ 32792 w 176427"/>
                  <a:gd name="connsiteY17" fmla="*/ 127025 h 157977"/>
                  <a:gd name="connsiteX18" fmla="*/ 19684 w 176427"/>
                  <a:gd name="connsiteY18" fmla="*/ 114819 h 157977"/>
                  <a:gd name="connsiteX19" fmla="*/ 199 w 176427"/>
                  <a:gd name="connsiteY19" fmla="*/ 135046 h 157977"/>
                  <a:gd name="connsiteX20" fmla="*/ 33501 w 176427"/>
                  <a:gd name="connsiteY20" fmla="*/ 158062 h 157977"/>
                  <a:gd name="connsiteX21" fmla="*/ 70699 w 176427"/>
                  <a:gd name="connsiteY21" fmla="*/ 131558 h 157977"/>
                  <a:gd name="connsiteX22" fmla="*/ 108961 w 176427"/>
                  <a:gd name="connsiteY22" fmla="*/ 158062 h 157977"/>
                  <a:gd name="connsiteX23" fmla="*/ 165644 w 176427"/>
                  <a:gd name="connsiteY23" fmla="*/ 104357 h 157977"/>
                  <a:gd name="connsiteX24" fmla="*/ 161393 w 176427"/>
                  <a:gd name="connsiteY24" fmla="*/ 100869 h 157977"/>
                  <a:gd name="connsiteX25" fmla="*/ 156787 w 176427"/>
                  <a:gd name="connsiteY25" fmla="*/ 104705 h 157977"/>
                  <a:gd name="connsiteX26" fmla="*/ 109669 w 176427"/>
                  <a:gd name="connsiteY26" fmla="*/ 150390 h 157977"/>
                  <a:gd name="connsiteX27" fmla="*/ 90184 w 176427"/>
                  <a:gd name="connsiteY27" fmla="*/ 127373 h 157977"/>
                  <a:gd name="connsiteX28" fmla="*/ 96207 w 176427"/>
                  <a:gd name="connsiteY28" fmla="*/ 96685 h 157977"/>
                  <a:gd name="connsiteX29" fmla="*/ 108252 w 176427"/>
                  <a:gd name="connsiteY29" fmla="*/ 48908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427" h="157977">
                    <a:moveTo>
                      <a:pt x="108252" y="48908"/>
                    </a:moveTo>
                    <a:cubicBezTo>
                      <a:pt x="110378" y="39841"/>
                      <a:pt x="118526" y="7757"/>
                      <a:pt x="143325" y="7757"/>
                    </a:cubicBezTo>
                    <a:cubicBezTo>
                      <a:pt x="145096" y="7757"/>
                      <a:pt x="153599" y="7757"/>
                      <a:pt x="161039" y="12290"/>
                    </a:cubicBezTo>
                    <a:cubicBezTo>
                      <a:pt x="151119" y="14034"/>
                      <a:pt x="144034" y="22753"/>
                      <a:pt x="144034" y="31122"/>
                    </a:cubicBezTo>
                    <a:cubicBezTo>
                      <a:pt x="144034" y="36702"/>
                      <a:pt x="147931" y="43328"/>
                      <a:pt x="157496" y="43328"/>
                    </a:cubicBezTo>
                    <a:cubicBezTo>
                      <a:pt x="165290" y="43328"/>
                      <a:pt x="176627" y="37051"/>
                      <a:pt x="176627" y="23101"/>
                    </a:cubicBezTo>
                    <a:cubicBezTo>
                      <a:pt x="176627" y="4967"/>
                      <a:pt x="155725" y="85"/>
                      <a:pt x="143679" y="85"/>
                    </a:cubicBezTo>
                    <a:cubicBezTo>
                      <a:pt x="123132" y="85"/>
                      <a:pt x="110732" y="18568"/>
                      <a:pt x="106481" y="26589"/>
                    </a:cubicBezTo>
                    <a:cubicBezTo>
                      <a:pt x="97624" y="3572"/>
                      <a:pt x="78493" y="85"/>
                      <a:pt x="68220" y="85"/>
                    </a:cubicBezTo>
                    <a:cubicBezTo>
                      <a:pt x="31375" y="85"/>
                      <a:pt x="11182" y="45072"/>
                      <a:pt x="11182" y="53790"/>
                    </a:cubicBezTo>
                    <a:cubicBezTo>
                      <a:pt x="11182" y="57277"/>
                      <a:pt x="14725" y="57277"/>
                      <a:pt x="15433" y="57277"/>
                    </a:cubicBezTo>
                    <a:cubicBezTo>
                      <a:pt x="18267" y="57277"/>
                      <a:pt x="19330" y="56580"/>
                      <a:pt x="20039" y="53441"/>
                    </a:cubicBezTo>
                    <a:cubicBezTo>
                      <a:pt x="32084" y="16475"/>
                      <a:pt x="55466" y="7757"/>
                      <a:pt x="67511" y="7757"/>
                    </a:cubicBezTo>
                    <a:cubicBezTo>
                      <a:pt x="74242" y="7757"/>
                      <a:pt x="86642" y="10896"/>
                      <a:pt x="86642" y="31122"/>
                    </a:cubicBezTo>
                    <a:cubicBezTo>
                      <a:pt x="86642" y="41933"/>
                      <a:pt x="80619" y="65298"/>
                      <a:pt x="67511" y="114121"/>
                    </a:cubicBezTo>
                    <a:cubicBezTo>
                      <a:pt x="61843" y="135743"/>
                      <a:pt x="49443" y="150390"/>
                      <a:pt x="33855" y="150390"/>
                    </a:cubicBezTo>
                    <a:cubicBezTo>
                      <a:pt x="31730" y="150390"/>
                      <a:pt x="23581" y="150390"/>
                      <a:pt x="16142" y="145856"/>
                    </a:cubicBezTo>
                    <a:cubicBezTo>
                      <a:pt x="24998" y="144113"/>
                      <a:pt x="32792" y="136789"/>
                      <a:pt x="32792" y="127025"/>
                    </a:cubicBezTo>
                    <a:cubicBezTo>
                      <a:pt x="32792" y="117609"/>
                      <a:pt x="24998" y="114819"/>
                      <a:pt x="19684" y="114819"/>
                    </a:cubicBezTo>
                    <a:cubicBezTo>
                      <a:pt x="9056" y="114819"/>
                      <a:pt x="199" y="123886"/>
                      <a:pt x="199" y="135046"/>
                    </a:cubicBezTo>
                    <a:cubicBezTo>
                      <a:pt x="199" y="151087"/>
                      <a:pt x="17913" y="158062"/>
                      <a:pt x="33501" y="158062"/>
                    </a:cubicBezTo>
                    <a:cubicBezTo>
                      <a:pt x="56883" y="158062"/>
                      <a:pt x="69637" y="133651"/>
                      <a:pt x="70699" y="131558"/>
                    </a:cubicBezTo>
                    <a:cubicBezTo>
                      <a:pt x="74951" y="144461"/>
                      <a:pt x="87705" y="158062"/>
                      <a:pt x="108961" y="158062"/>
                    </a:cubicBezTo>
                    <a:cubicBezTo>
                      <a:pt x="145451" y="158062"/>
                      <a:pt x="165644" y="113075"/>
                      <a:pt x="165644" y="104357"/>
                    </a:cubicBezTo>
                    <a:cubicBezTo>
                      <a:pt x="165644" y="100869"/>
                      <a:pt x="162456" y="100869"/>
                      <a:pt x="161393" y="100869"/>
                    </a:cubicBezTo>
                    <a:cubicBezTo>
                      <a:pt x="158205" y="100869"/>
                      <a:pt x="157496" y="102264"/>
                      <a:pt x="156787" y="104705"/>
                    </a:cubicBezTo>
                    <a:cubicBezTo>
                      <a:pt x="145096" y="142020"/>
                      <a:pt x="121006" y="150390"/>
                      <a:pt x="109669" y="150390"/>
                    </a:cubicBezTo>
                    <a:cubicBezTo>
                      <a:pt x="95853" y="150390"/>
                      <a:pt x="90184" y="139230"/>
                      <a:pt x="90184" y="127373"/>
                    </a:cubicBezTo>
                    <a:cubicBezTo>
                      <a:pt x="90184" y="119701"/>
                      <a:pt x="92310" y="112029"/>
                      <a:pt x="96207" y="96685"/>
                    </a:cubicBezTo>
                    <a:lnTo>
                      <a:pt x="108252" y="48908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1A1F9169-D839-9A9B-AA4A-1F4C7E1F395D}"/>
                  </a:ext>
                </a:extLst>
              </p:cNvPr>
              <p:cNvSpPr/>
              <p:nvPr>
                <p:custDataLst>
                  <p:tags r:id="rId91"/>
                </p:custDataLst>
              </p:nvPr>
            </p:nvSpPr>
            <p:spPr>
              <a:xfrm>
                <a:off x="9934264" y="5300941"/>
                <a:ext cx="235590" cy="232258"/>
              </a:xfrm>
              <a:custGeom>
                <a:avLst/>
                <a:gdLst>
                  <a:gd name="connsiteX0" fmla="*/ 125265 w 235590"/>
                  <a:gd name="connsiteY0" fmla="*/ 123188 h 232258"/>
                  <a:gd name="connsiteX1" fmla="*/ 224107 w 235590"/>
                  <a:gd name="connsiteY1" fmla="*/ 123188 h 232258"/>
                  <a:gd name="connsiteX2" fmla="*/ 235798 w 235590"/>
                  <a:gd name="connsiteY2" fmla="*/ 116214 h 232258"/>
                  <a:gd name="connsiteX3" fmla="*/ 224107 w 235590"/>
                  <a:gd name="connsiteY3" fmla="*/ 109239 h 232258"/>
                  <a:gd name="connsiteX4" fmla="*/ 125265 w 235590"/>
                  <a:gd name="connsiteY4" fmla="*/ 109239 h 232258"/>
                  <a:gd name="connsiteX5" fmla="*/ 125265 w 235590"/>
                  <a:gd name="connsiteY5" fmla="*/ 11593 h 232258"/>
                  <a:gd name="connsiteX6" fmla="*/ 118180 w 235590"/>
                  <a:gd name="connsiteY6" fmla="*/ 85 h 232258"/>
                  <a:gd name="connsiteX7" fmla="*/ 111094 w 235590"/>
                  <a:gd name="connsiteY7" fmla="*/ 11593 h 232258"/>
                  <a:gd name="connsiteX8" fmla="*/ 111094 w 235590"/>
                  <a:gd name="connsiteY8" fmla="*/ 109239 h 232258"/>
                  <a:gd name="connsiteX9" fmla="*/ 11898 w 235590"/>
                  <a:gd name="connsiteY9" fmla="*/ 109239 h 232258"/>
                  <a:gd name="connsiteX10" fmla="*/ 207 w 235590"/>
                  <a:gd name="connsiteY10" fmla="*/ 116214 h 232258"/>
                  <a:gd name="connsiteX11" fmla="*/ 11898 w 235590"/>
                  <a:gd name="connsiteY11" fmla="*/ 123188 h 232258"/>
                  <a:gd name="connsiteX12" fmla="*/ 111094 w 235590"/>
                  <a:gd name="connsiteY12" fmla="*/ 123188 h 232258"/>
                  <a:gd name="connsiteX13" fmla="*/ 111094 w 235590"/>
                  <a:gd name="connsiteY13" fmla="*/ 220835 h 232258"/>
                  <a:gd name="connsiteX14" fmla="*/ 118180 w 235590"/>
                  <a:gd name="connsiteY14" fmla="*/ 232343 h 232258"/>
                  <a:gd name="connsiteX15" fmla="*/ 125265 w 235590"/>
                  <a:gd name="connsiteY15" fmla="*/ 220835 h 232258"/>
                  <a:gd name="connsiteX16" fmla="*/ 125265 w 235590"/>
                  <a:gd name="connsiteY16" fmla="*/ 123188 h 232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5590" h="232258">
                    <a:moveTo>
                      <a:pt x="125265" y="123188"/>
                    </a:moveTo>
                    <a:lnTo>
                      <a:pt x="224107" y="123188"/>
                    </a:lnTo>
                    <a:cubicBezTo>
                      <a:pt x="229067" y="123188"/>
                      <a:pt x="235798" y="123188"/>
                      <a:pt x="235798" y="116214"/>
                    </a:cubicBezTo>
                    <a:cubicBezTo>
                      <a:pt x="235798" y="109239"/>
                      <a:pt x="229067" y="109239"/>
                      <a:pt x="224107" y="109239"/>
                    </a:cubicBezTo>
                    <a:lnTo>
                      <a:pt x="125265" y="109239"/>
                    </a:lnTo>
                    <a:lnTo>
                      <a:pt x="125265" y="11593"/>
                    </a:lnTo>
                    <a:cubicBezTo>
                      <a:pt x="125265" y="6711"/>
                      <a:pt x="125265" y="85"/>
                      <a:pt x="118180" y="85"/>
                    </a:cubicBezTo>
                    <a:cubicBezTo>
                      <a:pt x="111094" y="85"/>
                      <a:pt x="111094" y="6711"/>
                      <a:pt x="111094" y="11593"/>
                    </a:cubicBezTo>
                    <a:lnTo>
                      <a:pt x="111094" y="109239"/>
                    </a:lnTo>
                    <a:lnTo>
                      <a:pt x="11898" y="109239"/>
                    </a:lnTo>
                    <a:cubicBezTo>
                      <a:pt x="6939" y="109239"/>
                      <a:pt x="207" y="109239"/>
                      <a:pt x="207" y="116214"/>
                    </a:cubicBezTo>
                    <a:cubicBezTo>
                      <a:pt x="207" y="123188"/>
                      <a:pt x="6939" y="123188"/>
                      <a:pt x="11898" y="123188"/>
                    </a:cubicBezTo>
                    <a:lnTo>
                      <a:pt x="111094" y="123188"/>
                    </a:lnTo>
                    <a:lnTo>
                      <a:pt x="111094" y="220835"/>
                    </a:lnTo>
                    <a:cubicBezTo>
                      <a:pt x="111094" y="225717"/>
                      <a:pt x="111094" y="232343"/>
                      <a:pt x="118180" y="232343"/>
                    </a:cubicBezTo>
                    <a:cubicBezTo>
                      <a:pt x="125265" y="232343"/>
                      <a:pt x="125265" y="225717"/>
                      <a:pt x="125265" y="220835"/>
                    </a:cubicBezTo>
                    <a:lnTo>
                      <a:pt x="125265" y="123188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463B1133-022C-B93E-17AE-3579A141FFB6}"/>
                  </a:ext>
                </a:extLst>
              </p:cNvPr>
              <p:cNvSpPr/>
              <p:nvPr>
                <p:custDataLst>
                  <p:tags r:id="rId92"/>
                </p:custDataLst>
              </p:nvPr>
            </p:nvSpPr>
            <p:spPr>
              <a:xfrm>
                <a:off x="10282866" y="5350113"/>
                <a:ext cx="162256" cy="157977"/>
              </a:xfrm>
              <a:custGeom>
                <a:avLst/>
                <a:gdLst>
                  <a:gd name="connsiteX0" fmla="*/ 118190 w 162256"/>
                  <a:gd name="connsiteY0" fmla="*/ 22404 h 157977"/>
                  <a:gd name="connsiteX1" fmla="*/ 85597 w 162256"/>
                  <a:gd name="connsiteY1" fmla="*/ 85 h 157977"/>
                  <a:gd name="connsiteX2" fmla="*/ 217 w 162256"/>
                  <a:gd name="connsiteY2" fmla="*/ 102264 h 157977"/>
                  <a:gd name="connsiteX3" fmla="*/ 47335 w 162256"/>
                  <a:gd name="connsiteY3" fmla="*/ 158062 h 157977"/>
                  <a:gd name="connsiteX4" fmla="*/ 93391 w 162256"/>
                  <a:gd name="connsiteY4" fmla="*/ 131907 h 157977"/>
                  <a:gd name="connsiteX5" fmla="*/ 125629 w 162256"/>
                  <a:gd name="connsiteY5" fmla="*/ 158062 h 157977"/>
                  <a:gd name="connsiteX6" fmla="*/ 151846 w 162256"/>
                  <a:gd name="connsiteY6" fmla="*/ 138882 h 157977"/>
                  <a:gd name="connsiteX7" fmla="*/ 162474 w 162256"/>
                  <a:gd name="connsiteY7" fmla="*/ 104357 h 157977"/>
                  <a:gd name="connsiteX8" fmla="*/ 158222 w 162256"/>
                  <a:gd name="connsiteY8" fmla="*/ 100869 h 157977"/>
                  <a:gd name="connsiteX9" fmla="*/ 153263 w 162256"/>
                  <a:gd name="connsiteY9" fmla="*/ 107147 h 157977"/>
                  <a:gd name="connsiteX10" fmla="*/ 126338 w 162256"/>
                  <a:gd name="connsiteY10" fmla="*/ 150390 h 157977"/>
                  <a:gd name="connsiteX11" fmla="*/ 115710 w 162256"/>
                  <a:gd name="connsiteY11" fmla="*/ 134348 h 157977"/>
                  <a:gd name="connsiteX12" fmla="*/ 120315 w 162256"/>
                  <a:gd name="connsiteY12" fmla="*/ 108542 h 157977"/>
                  <a:gd name="connsiteX13" fmla="*/ 128109 w 162256"/>
                  <a:gd name="connsiteY13" fmla="*/ 77155 h 157977"/>
                  <a:gd name="connsiteX14" fmla="*/ 140863 w 162256"/>
                  <a:gd name="connsiteY14" fmla="*/ 28332 h 157977"/>
                  <a:gd name="connsiteX15" fmla="*/ 143343 w 162256"/>
                  <a:gd name="connsiteY15" fmla="*/ 16475 h 157977"/>
                  <a:gd name="connsiteX16" fmla="*/ 133069 w 162256"/>
                  <a:gd name="connsiteY16" fmla="*/ 7059 h 157977"/>
                  <a:gd name="connsiteX17" fmla="*/ 118190 w 162256"/>
                  <a:gd name="connsiteY17" fmla="*/ 22404 h 157977"/>
                  <a:gd name="connsiteX18" fmla="*/ 95162 w 162256"/>
                  <a:gd name="connsiteY18" fmla="*/ 112726 h 157977"/>
                  <a:gd name="connsiteX19" fmla="*/ 88077 w 162256"/>
                  <a:gd name="connsiteY19" fmla="*/ 125630 h 157977"/>
                  <a:gd name="connsiteX20" fmla="*/ 48044 w 162256"/>
                  <a:gd name="connsiteY20" fmla="*/ 150390 h 157977"/>
                  <a:gd name="connsiteX21" fmla="*/ 25371 w 162256"/>
                  <a:gd name="connsiteY21" fmla="*/ 117609 h 157977"/>
                  <a:gd name="connsiteX22" fmla="*/ 44856 w 162256"/>
                  <a:gd name="connsiteY22" fmla="*/ 41236 h 157977"/>
                  <a:gd name="connsiteX23" fmla="*/ 85951 w 162256"/>
                  <a:gd name="connsiteY23" fmla="*/ 7757 h 157977"/>
                  <a:gd name="connsiteX24" fmla="*/ 113938 w 162256"/>
                  <a:gd name="connsiteY24" fmla="*/ 38446 h 157977"/>
                  <a:gd name="connsiteX25" fmla="*/ 112876 w 162256"/>
                  <a:gd name="connsiteY25" fmla="*/ 44374 h 157977"/>
                  <a:gd name="connsiteX26" fmla="*/ 95162 w 162256"/>
                  <a:gd name="connsiteY26" fmla="*/ 112726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256" h="157977">
                    <a:moveTo>
                      <a:pt x="118190" y="22404"/>
                    </a:moveTo>
                    <a:cubicBezTo>
                      <a:pt x="111813" y="9501"/>
                      <a:pt x="101539" y="85"/>
                      <a:pt x="85597" y="85"/>
                    </a:cubicBezTo>
                    <a:cubicBezTo>
                      <a:pt x="44147" y="85"/>
                      <a:pt x="217" y="51349"/>
                      <a:pt x="217" y="102264"/>
                    </a:cubicBezTo>
                    <a:cubicBezTo>
                      <a:pt x="217" y="135046"/>
                      <a:pt x="19702" y="158062"/>
                      <a:pt x="47335" y="158062"/>
                    </a:cubicBezTo>
                    <a:cubicBezTo>
                      <a:pt x="54421" y="158062"/>
                      <a:pt x="72134" y="156667"/>
                      <a:pt x="93391" y="131907"/>
                    </a:cubicBezTo>
                    <a:cubicBezTo>
                      <a:pt x="96225" y="146554"/>
                      <a:pt x="108624" y="158062"/>
                      <a:pt x="125629" y="158062"/>
                    </a:cubicBezTo>
                    <a:cubicBezTo>
                      <a:pt x="138029" y="158062"/>
                      <a:pt x="146177" y="150041"/>
                      <a:pt x="151846" y="138882"/>
                    </a:cubicBezTo>
                    <a:cubicBezTo>
                      <a:pt x="157868" y="126327"/>
                      <a:pt x="162474" y="105054"/>
                      <a:pt x="162474" y="104357"/>
                    </a:cubicBezTo>
                    <a:cubicBezTo>
                      <a:pt x="162474" y="100869"/>
                      <a:pt x="159285" y="100869"/>
                      <a:pt x="158222" y="100869"/>
                    </a:cubicBezTo>
                    <a:cubicBezTo>
                      <a:pt x="154680" y="100869"/>
                      <a:pt x="154325" y="102264"/>
                      <a:pt x="153263" y="107147"/>
                    </a:cubicBezTo>
                    <a:cubicBezTo>
                      <a:pt x="147240" y="129814"/>
                      <a:pt x="140863" y="150390"/>
                      <a:pt x="126338" y="150390"/>
                    </a:cubicBezTo>
                    <a:cubicBezTo>
                      <a:pt x="116773" y="150390"/>
                      <a:pt x="115710" y="141323"/>
                      <a:pt x="115710" y="134348"/>
                    </a:cubicBezTo>
                    <a:cubicBezTo>
                      <a:pt x="115710" y="126676"/>
                      <a:pt x="116418" y="123886"/>
                      <a:pt x="120315" y="108542"/>
                    </a:cubicBezTo>
                    <a:cubicBezTo>
                      <a:pt x="124212" y="93895"/>
                      <a:pt x="124921" y="90407"/>
                      <a:pt x="128109" y="77155"/>
                    </a:cubicBezTo>
                    <a:lnTo>
                      <a:pt x="140863" y="28332"/>
                    </a:lnTo>
                    <a:cubicBezTo>
                      <a:pt x="143343" y="18568"/>
                      <a:pt x="143343" y="17870"/>
                      <a:pt x="143343" y="16475"/>
                    </a:cubicBezTo>
                    <a:cubicBezTo>
                      <a:pt x="143343" y="10547"/>
                      <a:pt x="139092" y="7059"/>
                      <a:pt x="133069" y="7059"/>
                    </a:cubicBezTo>
                    <a:cubicBezTo>
                      <a:pt x="124567" y="7059"/>
                      <a:pt x="119253" y="14732"/>
                      <a:pt x="118190" y="22404"/>
                    </a:cubicBezTo>
                    <a:close/>
                    <a:moveTo>
                      <a:pt x="95162" y="112726"/>
                    </a:moveTo>
                    <a:cubicBezTo>
                      <a:pt x="93391" y="119004"/>
                      <a:pt x="93391" y="119701"/>
                      <a:pt x="88077" y="125630"/>
                    </a:cubicBezTo>
                    <a:cubicBezTo>
                      <a:pt x="72489" y="144810"/>
                      <a:pt x="57964" y="150390"/>
                      <a:pt x="48044" y="150390"/>
                    </a:cubicBezTo>
                    <a:cubicBezTo>
                      <a:pt x="30330" y="150390"/>
                      <a:pt x="25371" y="131209"/>
                      <a:pt x="25371" y="117609"/>
                    </a:cubicBezTo>
                    <a:cubicBezTo>
                      <a:pt x="25371" y="100172"/>
                      <a:pt x="36707" y="57277"/>
                      <a:pt x="44856" y="41236"/>
                    </a:cubicBezTo>
                    <a:cubicBezTo>
                      <a:pt x="55838" y="20660"/>
                      <a:pt x="71780" y="7757"/>
                      <a:pt x="85951" y="7757"/>
                    </a:cubicBezTo>
                    <a:cubicBezTo>
                      <a:pt x="108979" y="7757"/>
                      <a:pt x="113938" y="36353"/>
                      <a:pt x="113938" y="38446"/>
                    </a:cubicBezTo>
                    <a:cubicBezTo>
                      <a:pt x="113938" y="40538"/>
                      <a:pt x="113230" y="42630"/>
                      <a:pt x="112876" y="44374"/>
                    </a:cubicBezTo>
                    <a:lnTo>
                      <a:pt x="95162" y="112726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401A99C3-A13A-1E3A-1B2B-FCFABCBCF2C9}"/>
                  </a:ext>
                </a:extLst>
              </p:cNvPr>
              <p:cNvSpPr/>
              <p:nvPr>
                <p:custDataLst>
                  <p:tags r:id="rId93"/>
                </p:custDataLst>
              </p:nvPr>
            </p:nvSpPr>
            <p:spPr>
              <a:xfrm>
                <a:off x="10482991" y="5394472"/>
                <a:ext cx="90268" cy="162092"/>
              </a:xfrm>
              <a:custGeom>
                <a:avLst/>
                <a:gdLst>
                  <a:gd name="connsiteX0" fmla="*/ 56268 w 90268"/>
                  <a:gd name="connsiteY0" fmla="*/ 6921 h 162092"/>
                  <a:gd name="connsiteX1" fmla="*/ 48829 w 90268"/>
                  <a:gd name="connsiteY1" fmla="*/ 86 h 162092"/>
                  <a:gd name="connsiteX2" fmla="*/ 223 w 90268"/>
                  <a:gd name="connsiteY2" fmla="*/ 15710 h 162092"/>
                  <a:gd name="connsiteX3" fmla="*/ 223 w 90268"/>
                  <a:gd name="connsiteY3" fmla="*/ 24498 h 162092"/>
                  <a:gd name="connsiteX4" fmla="*/ 36181 w 90268"/>
                  <a:gd name="connsiteY4" fmla="*/ 17662 h 162092"/>
                  <a:gd name="connsiteX5" fmla="*/ 36181 w 90268"/>
                  <a:gd name="connsiteY5" fmla="*/ 142161 h 162092"/>
                  <a:gd name="connsiteX6" fmla="*/ 11382 w 90268"/>
                  <a:gd name="connsiteY6" fmla="*/ 153390 h 162092"/>
                  <a:gd name="connsiteX7" fmla="*/ 1959 w 90268"/>
                  <a:gd name="connsiteY7" fmla="*/ 153390 h 162092"/>
                  <a:gd name="connsiteX8" fmla="*/ 1959 w 90268"/>
                  <a:gd name="connsiteY8" fmla="*/ 162179 h 162092"/>
                  <a:gd name="connsiteX9" fmla="*/ 46101 w 90268"/>
                  <a:gd name="connsiteY9" fmla="*/ 161202 h 162092"/>
                  <a:gd name="connsiteX10" fmla="*/ 90491 w 90268"/>
                  <a:gd name="connsiteY10" fmla="*/ 162179 h 162092"/>
                  <a:gd name="connsiteX11" fmla="*/ 90491 w 90268"/>
                  <a:gd name="connsiteY11" fmla="*/ 153390 h 162092"/>
                  <a:gd name="connsiteX12" fmla="*/ 81067 w 90268"/>
                  <a:gd name="connsiteY12" fmla="*/ 153390 h 162092"/>
                  <a:gd name="connsiteX13" fmla="*/ 56268 w 90268"/>
                  <a:gd name="connsiteY13" fmla="*/ 142161 h 162092"/>
                  <a:gd name="connsiteX14" fmla="*/ 56268 w 90268"/>
                  <a:gd name="connsiteY14" fmla="*/ 6921 h 16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268" h="162092">
                    <a:moveTo>
                      <a:pt x="56268" y="6921"/>
                    </a:moveTo>
                    <a:cubicBezTo>
                      <a:pt x="56268" y="330"/>
                      <a:pt x="55772" y="86"/>
                      <a:pt x="48829" y="86"/>
                    </a:cubicBezTo>
                    <a:cubicBezTo>
                      <a:pt x="32957" y="15465"/>
                      <a:pt x="10390" y="15710"/>
                      <a:pt x="223" y="15710"/>
                    </a:cubicBezTo>
                    <a:lnTo>
                      <a:pt x="223" y="24498"/>
                    </a:lnTo>
                    <a:cubicBezTo>
                      <a:pt x="6174" y="24498"/>
                      <a:pt x="22542" y="24498"/>
                      <a:pt x="36181" y="17662"/>
                    </a:cubicBezTo>
                    <a:lnTo>
                      <a:pt x="36181" y="142161"/>
                    </a:lnTo>
                    <a:cubicBezTo>
                      <a:pt x="36181" y="150217"/>
                      <a:pt x="36181" y="153390"/>
                      <a:pt x="11382" y="153390"/>
                    </a:cubicBezTo>
                    <a:lnTo>
                      <a:pt x="1959" y="153390"/>
                    </a:lnTo>
                    <a:lnTo>
                      <a:pt x="1959" y="162179"/>
                    </a:lnTo>
                    <a:cubicBezTo>
                      <a:pt x="6422" y="161935"/>
                      <a:pt x="36925" y="161202"/>
                      <a:pt x="46101" y="161202"/>
                    </a:cubicBezTo>
                    <a:cubicBezTo>
                      <a:pt x="53788" y="161202"/>
                      <a:pt x="85035" y="161935"/>
                      <a:pt x="90491" y="162179"/>
                    </a:cubicBezTo>
                    <a:lnTo>
                      <a:pt x="90491" y="153390"/>
                    </a:lnTo>
                    <a:lnTo>
                      <a:pt x="81067" y="153390"/>
                    </a:lnTo>
                    <a:cubicBezTo>
                      <a:pt x="56268" y="153390"/>
                      <a:pt x="56268" y="150217"/>
                      <a:pt x="56268" y="142161"/>
                    </a:cubicBezTo>
                    <a:lnTo>
                      <a:pt x="56268" y="6921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37AC6719-54F2-E2E3-37DB-82C8390BF69F}"/>
                  </a:ext>
                </a:extLst>
              </p:cNvPr>
              <p:cNvSpPr/>
              <p:nvPr>
                <p:custDataLst>
                  <p:tags r:id="rId94"/>
                </p:custDataLst>
              </p:nvPr>
            </p:nvSpPr>
            <p:spPr>
              <a:xfrm>
                <a:off x="10693774" y="5172953"/>
                <a:ext cx="471535" cy="488230"/>
              </a:xfrm>
              <a:custGeom>
                <a:avLst/>
                <a:gdLst>
                  <a:gd name="connsiteX0" fmla="*/ 428897 w 471535"/>
                  <a:gd name="connsiteY0" fmla="*/ 488306 h 488230"/>
                  <a:gd name="connsiteX1" fmla="*/ 471764 w 471535"/>
                  <a:gd name="connsiteY1" fmla="*/ 376710 h 488230"/>
                  <a:gd name="connsiteX2" fmla="*/ 462907 w 471535"/>
                  <a:gd name="connsiteY2" fmla="*/ 376710 h 488230"/>
                  <a:gd name="connsiteX3" fmla="*/ 370797 w 471535"/>
                  <a:gd name="connsiteY3" fmla="*/ 447155 h 488230"/>
                  <a:gd name="connsiteX4" fmla="*/ 260618 w 471535"/>
                  <a:gd name="connsiteY4" fmla="*/ 457966 h 488230"/>
                  <a:gd name="connsiteX5" fmla="*/ 46993 w 471535"/>
                  <a:gd name="connsiteY5" fmla="*/ 457966 h 488230"/>
                  <a:gd name="connsiteX6" fmla="*/ 227317 w 471535"/>
                  <a:gd name="connsiteY6" fmla="*/ 249770 h 488230"/>
                  <a:gd name="connsiteX7" fmla="*/ 230505 w 471535"/>
                  <a:gd name="connsiteY7" fmla="*/ 244190 h 488230"/>
                  <a:gd name="connsiteX8" fmla="*/ 228025 w 471535"/>
                  <a:gd name="connsiteY8" fmla="*/ 238959 h 488230"/>
                  <a:gd name="connsiteX9" fmla="*/ 62935 w 471535"/>
                  <a:gd name="connsiteY9" fmla="*/ 16815 h 488230"/>
                  <a:gd name="connsiteX10" fmla="*/ 257076 w 471535"/>
                  <a:gd name="connsiteY10" fmla="*/ 16815 h 488230"/>
                  <a:gd name="connsiteX11" fmla="*/ 339975 w 471535"/>
                  <a:gd name="connsiteY11" fmla="*/ 22394 h 488230"/>
                  <a:gd name="connsiteX12" fmla="*/ 417915 w 471535"/>
                  <a:gd name="connsiteY12" fmla="*/ 48550 h 488230"/>
                  <a:gd name="connsiteX13" fmla="*/ 462907 w 471535"/>
                  <a:gd name="connsiteY13" fmla="*/ 98070 h 488230"/>
                  <a:gd name="connsiteX14" fmla="*/ 471764 w 471535"/>
                  <a:gd name="connsiteY14" fmla="*/ 98070 h 488230"/>
                  <a:gd name="connsiteX15" fmla="*/ 428897 w 471535"/>
                  <a:gd name="connsiteY15" fmla="*/ 75 h 488230"/>
                  <a:gd name="connsiteX16" fmla="*/ 10148 w 471535"/>
                  <a:gd name="connsiteY16" fmla="*/ 75 h 488230"/>
                  <a:gd name="connsiteX17" fmla="*/ 583 w 471535"/>
                  <a:gd name="connsiteY17" fmla="*/ 2516 h 488230"/>
                  <a:gd name="connsiteX18" fmla="*/ 229 w 471535"/>
                  <a:gd name="connsiteY18" fmla="*/ 14025 h 488230"/>
                  <a:gd name="connsiteX19" fmla="*/ 187638 w 471535"/>
                  <a:gd name="connsiteY19" fmla="*/ 266510 h 488230"/>
                  <a:gd name="connsiteX20" fmla="*/ 4126 w 471535"/>
                  <a:gd name="connsiteY20" fmla="*/ 478192 h 488230"/>
                  <a:gd name="connsiteX21" fmla="*/ 583 w 471535"/>
                  <a:gd name="connsiteY21" fmla="*/ 484470 h 488230"/>
                  <a:gd name="connsiteX22" fmla="*/ 10148 w 471535"/>
                  <a:gd name="connsiteY22" fmla="*/ 488306 h 488230"/>
                  <a:gd name="connsiteX23" fmla="*/ 428897 w 471535"/>
                  <a:gd name="connsiteY23" fmla="*/ 488306 h 488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1535" h="488230">
                    <a:moveTo>
                      <a:pt x="428897" y="488306"/>
                    </a:moveTo>
                    <a:lnTo>
                      <a:pt x="471764" y="376710"/>
                    </a:lnTo>
                    <a:lnTo>
                      <a:pt x="462907" y="376710"/>
                    </a:lnTo>
                    <a:cubicBezTo>
                      <a:pt x="449091" y="412979"/>
                      <a:pt x="411538" y="436693"/>
                      <a:pt x="370797" y="447155"/>
                    </a:cubicBezTo>
                    <a:cubicBezTo>
                      <a:pt x="363357" y="448898"/>
                      <a:pt x="328638" y="457966"/>
                      <a:pt x="260618" y="457966"/>
                    </a:cubicBezTo>
                    <a:lnTo>
                      <a:pt x="46993" y="457966"/>
                    </a:lnTo>
                    <a:lnTo>
                      <a:pt x="227317" y="249770"/>
                    </a:lnTo>
                    <a:cubicBezTo>
                      <a:pt x="229797" y="246980"/>
                      <a:pt x="230505" y="245934"/>
                      <a:pt x="230505" y="244190"/>
                    </a:cubicBezTo>
                    <a:cubicBezTo>
                      <a:pt x="230505" y="243493"/>
                      <a:pt x="230505" y="242447"/>
                      <a:pt x="228025" y="238959"/>
                    </a:cubicBezTo>
                    <a:lnTo>
                      <a:pt x="62935" y="16815"/>
                    </a:lnTo>
                    <a:lnTo>
                      <a:pt x="257076" y="16815"/>
                    </a:lnTo>
                    <a:cubicBezTo>
                      <a:pt x="304548" y="16815"/>
                      <a:pt x="336787" y="21697"/>
                      <a:pt x="339975" y="22394"/>
                    </a:cubicBezTo>
                    <a:cubicBezTo>
                      <a:pt x="359106" y="25184"/>
                      <a:pt x="389927" y="31113"/>
                      <a:pt x="417915" y="48550"/>
                    </a:cubicBezTo>
                    <a:cubicBezTo>
                      <a:pt x="426772" y="54129"/>
                      <a:pt x="450862" y="69822"/>
                      <a:pt x="462907" y="98070"/>
                    </a:cubicBezTo>
                    <a:lnTo>
                      <a:pt x="471764" y="98070"/>
                    </a:lnTo>
                    <a:lnTo>
                      <a:pt x="428897" y="75"/>
                    </a:lnTo>
                    <a:lnTo>
                      <a:pt x="10148" y="75"/>
                    </a:lnTo>
                    <a:cubicBezTo>
                      <a:pt x="2000" y="75"/>
                      <a:pt x="1646" y="424"/>
                      <a:pt x="583" y="2516"/>
                    </a:cubicBezTo>
                    <a:cubicBezTo>
                      <a:pt x="229" y="3563"/>
                      <a:pt x="229" y="10189"/>
                      <a:pt x="229" y="14025"/>
                    </a:cubicBezTo>
                    <a:lnTo>
                      <a:pt x="187638" y="266510"/>
                    </a:lnTo>
                    <a:lnTo>
                      <a:pt x="4126" y="478192"/>
                    </a:lnTo>
                    <a:cubicBezTo>
                      <a:pt x="583" y="482377"/>
                      <a:pt x="583" y="484121"/>
                      <a:pt x="583" y="484470"/>
                    </a:cubicBezTo>
                    <a:cubicBezTo>
                      <a:pt x="583" y="488306"/>
                      <a:pt x="3771" y="488306"/>
                      <a:pt x="10148" y="488306"/>
                    </a:cubicBezTo>
                    <a:lnTo>
                      <a:pt x="428897" y="488306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33DA600F-BFCF-A4C9-9F5C-960016548D55}"/>
                  </a:ext>
                </a:extLst>
              </p:cNvPr>
              <p:cNvSpPr/>
              <p:nvPr>
                <p:custDataLst>
                  <p:tags r:id="rId95"/>
                </p:custDataLst>
              </p:nvPr>
            </p:nvSpPr>
            <p:spPr>
              <a:xfrm>
                <a:off x="11254979" y="5350113"/>
                <a:ext cx="176427" cy="157977"/>
              </a:xfrm>
              <a:custGeom>
                <a:avLst/>
                <a:gdLst>
                  <a:gd name="connsiteX0" fmla="*/ 108298 w 176427"/>
                  <a:gd name="connsiteY0" fmla="*/ 48908 h 157977"/>
                  <a:gd name="connsiteX1" fmla="*/ 143370 w 176427"/>
                  <a:gd name="connsiteY1" fmla="*/ 7757 h 157977"/>
                  <a:gd name="connsiteX2" fmla="*/ 161084 w 176427"/>
                  <a:gd name="connsiteY2" fmla="*/ 12290 h 157977"/>
                  <a:gd name="connsiteX3" fmla="*/ 144079 w 176427"/>
                  <a:gd name="connsiteY3" fmla="*/ 31122 h 157977"/>
                  <a:gd name="connsiteX4" fmla="*/ 157541 w 176427"/>
                  <a:gd name="connsiteY4" fmla="*/ 43328 h 157977"/>
                  <a:gd name="connsiteX5" fmla="*/ 176672 w 176427"/>
                  <a:gd name="connsiteY5" fmla="*/ 23101 h 157977"/>
                  <a:gd name="connsiteX6" fmla="*/ 143725 w 176427"/>
                  <a:gd name="connsiteY6" fmla="*/ 85 h 157977"/>
                  <a:gd name="connsiteX7" fmla="*/ 106526 w 176427"/>
                  <a:gd name="connsiteY7" fmla="*/ 26589 h 157977"/>
                  <a:gd name="connsiteX8" fmla="*/ 68265 w 176427"/>
                  <a:gd name="connsiteY8" fmla="*/ 85 h 157977"/>
                  <a:gd name="connsiteX9" fmla="*/ 11227 w 176427"/>
                  <a:gd name="connsiteY9" fmla="*/ 53790 h 157977"/>
                  <a:gd name="connsiteX10" fmla="*/ 15478 w 176427"/>
                  <a:gd name="connsiteY10" fmla="*/ 57277 h 157977"/>
                  <a:gd name="connsiteX11" fmla="*/ 20084 w 176427"/>
                  <a:gd name="connsiteY11" fmla="*/ 53441 h 157977"/>
                  <a:gd name="connsiteX12" fmla="*/ 67556 w 176427"/>
                  <a:gd name="connsiteY12" fmla="*/ 7757 h 157977"/>
                  <a:gd name="connsiteX13" fmla="*/ 86687 w 176427"/>
                  <a:gd name="connsiteY13" fmla="*/ 31122 h 157977"/>
                  <a:gd name="connsiteX14" fmla="*/ 67556 w 176427"/>
                  <a:gd name="connsiteY14" fmla="*/ 114121 h 157977"/>
                  <a:gd name="connsiteX15" fmla="*/ 33901 w 176427"/>
                  <a:gd name="connsiteY15" fmla="*/ 150390 h 157977"/>
                  <a:gd name="connsiteX16" fmla="*/ 16187 w 176427"/>
                  <a:gd name="connsiteY16" fmla="*/ 145856 h 157977"/>
                  <a:gd name="connsiteX17" fmla="*/ 32838 w 176427"/>
                  <a:gd name="connsiteY17" fmla="*/ 127025 h 157977"/>
                  <a:gd name="connsiteX18" fmla="*/ 19730 w 176427"/>
                  <a:gd name="connsiteY18" fmla="*/ 114819 h 157977"/>
                  <a:gd name="connsiteX19" fmla="*/ 245 w 176427"/>
                  <a:gd name="connsiteY19" fmla="*/ 135046 h 157977"/>
                  <a:gd name="connsiteX20" fmla="*/ 33546 w 176427"/>
                  <a:gd name="connsiteY20" fmla="*/ 158062 h 157977"/>
                  <a:gd name="connsiteX21" fmla="*/ 70745 w 176427"/>
                  <a:gd name="connsiteY21" fmla="*/ 131558 h 157977"/>
                  <a:gd name="connsiteX22" fmla="*/ 109006 w 176427"/>
                  <a:gd name="connsiteY22" fmla="*/ 158062 h 157977"/>
                  <a:gd name="connsiteX23" fmla="*/ 165690 w 176427"/>
                  <a:gd name="connsiteY23" fmla="*/ 104357 h 157977"/>
                  <a:gd name="connsiteX24" fmla="*/ 161438 w 176427"/>
                  <a:gd name="connsiteY24" fmla="*/ 100869 h 157977"/>
                  <a:gd name="connsiteX25" fmla="*/ 156833 w 176427"/>
                  <a:gd name="connsiteY25" fmla="*/ 104705 h 157977"/>
                  <a:gd name="connsiteX26" fmla="*/ 109715 w 176427"/>
                  <a:gd name="connsiteY26" fmla="*/ 150390 h 157977"/>
                  <a:gd name="connsiteX27" fmla="*/ 90230 w 176427"/>
                  <a:gd name="connsiteY27" fmla="*/ 127373 h 157977"/>
                  <a:gd name="connsiteX28" fmla="*/ 96252 w 176427"/>
                  <a:gd name="connsiteY28" fmla="*/ 96685 h 157977"/>
                  <a:gd name="connsiteX29" fmla="*/ 108298 w 176427"/>
                  <a:gd name="connsiteY29" fmla="*/ 48908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427" h="157977">
                    <a:moveTo>
                      <a:pt x="108298" y="48908"/>
                    </a:moveTo>
                    <a:cubicBezTo>
                      <a:pt x="110423" y="39841"/>
                      <a:pt x="118571" y="7757"/>
                      <a:pt x="143370" y="7757"/>
                    </a:cubicBezTo>
                    <a:cubicBezTo>
                      <a:pt x="145142" y="7757"/>
                      <a:pt x="153644" y="7757"/>
                      <a:pt x="161084" y="12290"/>
                    </a:cubicBezTo>
                    <a:cubicBezTo>
                      <a:pt x="151164" y="14034"/>
                      <a:pt x="144079" y="22753"/>
                      <a:pt x="144079" y="31122"/>
                    </a:cubicBezTo>
                    <a:cubicBezTo>
                      <a:pt x="144079" y="36702"/>
                      <a:pt x="147976" y="43328"/>
                      <a:pt x="157541" y="43328"/>
                    </a:cubicBezTo>
                    <a:cubicBezTo>
                      <a:pt x="165335" y="43328"/>
                      <a:pt x="176672" y="37051"/>
                      <a:pt x="176672" y="23101"/>
                    </a:cubicBezTo>
                    <a:cubicBezTo>
                      <a:pt x="176672" y="4967"/>
                      <a:pt x="155770" y="85"/>
                      <a:pt x="143725" y="85"/>
                    </a:cubicBezTo>
                    <a:cubicBezTo>
                      <a:pt x="123177" y="85"/>
                      <a:pt x="110777" y="18568"/>
                      <a:pt x="106526" y="26589"/>
                    </a:cubicBezTo>
                    <a:cubicBezTo>
                      <a:pt x="97669" y="3572"/>
                      <a:pt x="78539" y="85"/>
                      <a:pt x="68265" y="85"/>
                    </a:cubicBezTo>
                    <a:cubicBezTo>
                      <a:pt x="31421" y="85"/>
                      <a:pt x="11227" y="45072"/>
                      <a:pt x="11227" y="53790"/>
                    </a:cubicBezTo>
                    <a:cubicBezTo>
                      <a:pt x="11227" y="57277"/>
                      <a:pt x="14770" y="57277"/>
                      <a:pt x="15478" y="57277"/>
                    </a:cubicBezTo>
                    <a:cubicBezTo>
                      <a:pt x="18313" y="57277"/>
                      <a:pt x="19375" y="56580"/>
                      <a:pt x="20084" y="53441"/>
                    </a:cubicBezTo>
                    <a:cubicBezTo>
                      <a:pt x="32129" y="16475"/>
                      <a:pt x="55511" y="7757"/>
                      <a:pt x="67556" y="7757"/>
                    </a:cubicBezTo>
                    <a:cubicBezTo>
                      <a:pt x="74288" y="7757"/>
                      <a:pt x="86687" y="10896"/>
                      <a:pt x="86687" y="31122"/>
                    </a:cubicBezTo>
                    <a:cubicBezTo>
                      <a:pt x="86687" y="41933"/>
                      <a:pt x="80664" y="65298"/>
                      <a:pt x="67556" y="114121"/>
                    </a:cubicBezTo>
                    <a:cubicBezTo>
                      <a:pt x="61888" y="135743"/>
                      <a:pt x="49489" y="150390"/>
                      <a:pt x="33901" y="150390"/>
                    </a:cubicBezTo>
                    <a:cubicBezTo>
                      <a:pt x="31775" y="150390"/>
                      <a:pt x="23627" y="150390"/>
                      <a:pt x="16187" y="145856"/>
                    </a:cubicBezTo>
                    <a:cubicBezTo>
                      <a:pt x="25044" y="144113"/>
                      <a:pt x="32838" y="136789"/>
                      <a:pt x="32838" y="127025"/>
                    </a:cubicBezTo>
                    <a:cubicBezTo>
                      <a:pt x="32838" y="117609"/>
                      <a:pt x="25044" y="114819"/>
                      <a:pt x="19730" y="114819"/>
                    </a:cubicBezTo>
                    <a:cubicBezTo>
                      <a:pt x="9102" y="114819"/>
                      <a:pt x="245" y="123886"/>
                      <a:pt x="245" y="135046"/>
                    </a:cubicBezTo>
                    <a:cubicBezTo>
                      <a:pt x="245" y="151087"/>
                      <a:pt x="17958" y="158062"/>
                      <a:pt x="33546" y="158062"/>
                    </a:cubicBezTo>
                    <a:cubicBezTo>
                      <a:pt x="56928" y="158062"/>
                      <a:pt x="69682" y="133651"/>
                      <a:pt x="70745" y="131558"/>
                    </a:cubicBezTo>
                    <a:cubicBezTo>
                      <a:pt x="74996" y="144461"/>
                      <a:pt x="87750" y="158062"/>
                      <a:pt x="109006" y="158062"/>
                    </a:cubicBezTo>
                    <a:cubicBezTo>
                      <a:pt x="145496" y="158062"/>
                      <a:pt x="165690" y="113075"/>
                      <a:pt x="165690" y="104357"/>
                    </a:cubicBezTo>
                    <a:cubicBezTo>
                      <a:pt x="165690" y="100869"/>
                      <a:pt x="162501" y="100869"/>
                      <a:pt x="161438" y="100869"/>
                    </a:cubicBezTo>
                    <a:cubicBezTo>
                      <a:pt x="158250" y="100869"/>
                      <a:pt x="157541" y="102264"/>
                      <a:pt x="156833" y="104705"/>
                    </a:cubicBezTo>
                    <a:cubicBezTo>
                      <a:pt x="145142" y="142020"/>
                      <a:pt x="121051" y="150390"/>
                      <a:pt x="109715" y="150390"/>
                    </a:cubicBezTo>
                    <a:cubicBezTo>
                      <a:pt x="95898" y="150390"/>
                      <a:pt x="90230" y="139230"/>
                      <a:pt x="90230" y="127373"/>
                    </a:cubicBezTo>
                    <a:cubicBezTo>
                      <a:pt x="90230" y="119701"/>
                      <a:pt x="92355" y="112029"/>
                      <a:pt x="96252" y="96685"/>
                    </a:cubicBezTo>
                    <a:lnTo>
                      <a:pt x="108298" y="48908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8C6658DD-7E8D-B4DB-01E2-9D2502D03DC6}"/>
                  </a:ext>
                </a:extLst>
              </p:cNvPr>
              <p:cNvSpPr/>
              <p:nvPr>
                <p:custDataLst>
                  <p:tags r:id="rId96"/>
                </p:custDataLst>
              </p:nvPr>
            </p:nvSpPr>
            <p:spPr>
              <a:xfrm>
                <a:off x="11462804" y="5198172"/>
                <a:ext cx="109611" cy="162092"/>
              </a:xfrm>
              <a:custGeom>
                <a:avLst/>
                <a:gdLst>
                  <a:gd name="connsiteX0" fmla="*/ 109862 w 109611"/>
                  <a:gd name="connsiteY0" fmla="*/ 117744 h 162092"/>
                  <a:gd name="connsiteX1" fmla="*/ 101430 w 109611"/>
                  <a:gd name="connsiteY1" fmla="*/ 117744 h 162092"/>
                  <a:gd name="connsiteX2" fmla="*/ 94983 w 109611"/>
                  <a:gd name="connsiteY2" fmla="*/ 139959 h 162092"/>
                  <a:gd name="connsiteX3" fmla="*/ 70432 w 109611"/>
                  <a:gd name="connsiteY3" fmla="*/ 141423 h 162092"/>
                  <a:gd name="connsiteX4" fmla="*/ 24801 w 109611"/>
                  <a:gd name="connsiteY4" fmla="*/ 141423 h 162092"/>
                  <a:gd name="connsiteX5" fmla="*/ 74400 w 109611"/>
                  <a:gd name="connsiteY5" fmla="*/ 100412 h 162092"/>
                  <a:gd name="connsiteX6" fmla="*/ 109862 w 109611"/>
                  <a:gd name="connsiteY6" fmla="*/ 47683 h 162092"/>
                  <a:gd name="connsiteX7" fmla="*/ 51832 w 109611"/>
                  <a:gd name="connsiteY7" fmla="*/ 81 h 162092"/>
                  <a:gd name="connsiteX8" fmla="*/ 250 w 109611"/>
                  <a:gd name="connsiteY8" fmla="*/ 43777 h 162092"/>
                  <a:gd name="connsiteX9" fmla="*/ 13394 w 109611"/>
                  <a:gd name="connsiteY9" fmla="*/ 57448 h 162092"/>
                  <a:gd name="connsiteX10" fmla="*/ 26537 w 109611"/>
                  <a:gd name="connsiteY10" fmla="*/ 44510 h 162092"/>
                  <a:gd name="connsiteX11" fmla="*/ 11906 w 109611"/>
                  <a:gd name="connsiteY11" fmla="*/ 31571 h 162092"/>
                  <a:gd name="connsiteX12" fmla="*/ 48113 w 109611"/>
                  <a:gd name="connsiteY12" fmla="*/ 8869 h 162092"/>
                  <a:gd name="connsiteX13" fmla="*/ 85807 w 109611"/>
                  <a:gd name="connsiteY13" fmla="*/ 47683 h 162092"/>
                  <a:gd name="connsiteX14" fmla="*/ 62496 w 109611"/>
                  <a:gd name="connsiteY14" fmla="*/ 94553 h 162092"/>
                  <a:gd name="connsiteX15" fmla="*/ 2730 w 109611"/>
                  <a:gd name="connsiteY15" fmla="*/ 152653 h 162092"/>
                  <a:gd name="connsiteX16" fmla="*/ 250 w 109611"/>
                  <a:gd name="connsiteY16" fmla="*/ 162173 h 162092"/>
                  <a:gd name="connsiteX17" fmla="*/ 102422 w 109611"/>
                  <a:gd name="connsiteY17" fmla="*/ 162173 h 162092"/>
                  <a:gd name="connsiteX18" fmla="*/ 109862 w 109611"/>
                  <a:gd name="connsiteY18" fmla="*/ 117744 h 16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9611" h="162092">
                    <a:moveTo>
                      <a:pt x="109862" y="117744"/>
                    </a:moveTo>
                    <a:lnTo>
                      <a:pt x="101430" y="117744"/>
                    </a:lnTo>
                    <a:cubicBezTo>
                      <a:pt x="100686" y="123115"/>
                      <a:pt x="98207" y="137517"/>
                      <a:pt x="94983" y="139959"/>
                    </a:cubicBezTo>
                    <a:cubicBezTo>
                      <a:pt x="92999" y="141423"/>
                      <a:pt x="73904" y="141423"/>
                      <a:pt x="70432" y="141423"/>
                    </a:cubicBezTo>
                    <a:lnTo>
                      <a:pt x="24801" y="141423"/>
                    </a:lnTo>
                    <a:cubicBezTo>
                      <a:pt x="50840" y="118721"/>
                      <a:pt x="59520" y="111885"/>
                      <a:pt x="74400" y="100412"/>
                    </a:cubicBezTo>
                    <a:cubicBezTo>
                      <a:pt x="92751" y="86009"/>
                      <a:pt x="109862" y="70874"/>
                      <a:pt x="109862" y="47683"/>
                    </a:cubicBezTo>
                    <a:cubicBezTo>
                      <a:pt x="109862" y="18145"/>
                      <a:pt x="83575" y="81"/>
                      <a:pt x="51832" y="81"/>
                    </a:cubicBezTo>
                    <a:cubicBezTo>
                      <a:pt x="21082" y="81"/>
                      <a:pt x="250" y="21319"/>
                      <a:pt x="250" y="43777"/>
                    </a:cubicBezTo>
                    <a:cubicBezTo>
                      <a:pt x="250" y="56227"/>
                      <a:pt x="10914" y="57448"/>
                      <a:pt x="13394" y="57448"/>
                    </a:cubicBezTo>
                    <a:cubicBezTo>
                      <a:pt x="19346" y="57448"/>
                      <a:pt x="26537" y="53298"/>
                      <a:pt x="26537" y="44510"/>
                    </a:cubicBezTo>
                    <a:cubicBezTo>
                      <a:pt x="26537" y="40115"/>
                      <a:pt x="24801" y="31571"/>
                      <a:pt x="11906" y="31571"/>
                    </a:cubicBezTo>
                    <a:cubicBezTo>
                      <a:pt x="19594" y="14239"/>
                      <a:pt x="36457" y="8869"/>
                      <a:pt x="48113" y="8869"/>
                    </a:cubicBezTo>
                    <a:cubicBezTo>
                      <a:pt x="72912" y="8869"/>
                      <a:pt x="85807" y="27910"/>
                      <a:pt x="85807" y="47683"/>
                    </a:cubicBezTo>
                    <a:cubicBezTo>
                      <a:pt x="85807" y="68921"/>
                      <a:pt x="70432" y="85765"/>
                      <a:pt x="62496" y="94553"/>
                    </a:cubicBezTo>
                    <a:lnTo>
                      <a:pt x="2730" y="152653"/>
                    </a:lnTo>
                    <a:cubicBezTo>
                      <a:pt x="250" y="154850"/>
                      <a:pt x="250" y="155338"/>
                      <a:pt x="250" y="162173"/>
                    </a:cubicBezTo>
                    <a:lnTo>
                      <a:pt x="102422" y="162173"/>
                    </a:lnTo>
                    <a:lnTo>
                      <a:pt x="109862" y="117744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8264ED6D-DB61-E794-85DC-7DE37EBB1D5C}"/>
                  </a:ext>
                </a:extLst>
              </p:cNvPr>
              <p:cNvSpPr/>
              <p:nvPr>
                <p:custDataLst>
                  <p:tags r:id="rId97"/>
                </p:custDataLst>
              </p:nvPr>
            </p:nvSpPr>
            <p:spPr>
              <a:xfrm>
                <a:off x="11724357" y="5376268"/>
                <a:ext cx="235590" cy="81604"/>
              </a:xfrm>
              <a:custGeom>
                <a:avLst/>
                <a:gdLst>
                  <a:gd name="connsiteX0" fmla="*/ 223803 w 235590"/>
                  <a:gd name="connsiteY0" fmla="*/ 14034 h 81604"/>
                  <a:gd name="connsiteX1" fmla="*/ 235848 w 235590"/>
                  <a:gd name="connsiteY1" fmla="*/ 7059 h 81604"/>
                  <a:gd name="connsiteX2" fmla="*/ 224157 w 235590"/>
                  <a:gd name="connsiteY2" fmla="*/ 85 h 81604"/>
                  <a:gd name="connsiteX3" fmla="*/ 11949 w 235590"/>
                  <a:gd name="connsiteY3" fmla="*/ 85 h 81604"/>
                  <a:gd name="connsiteX4" fmla="*/ 258 w 235590"/>
                  <a:gd name="connsiteY4" fmla="*/ 7059 h 81604"/>
                  <a:gd name="connsiteX5" fmla="*/ 12303 w 235590"/>
                  <a:gd name="connsiteY5" fmla="*/ 14034 h 81604"/>
                  <a:gd name="connsiteX6" fmla="*/ 223803 w 235590"/>
                  <a:gd name="connsiteY6" fmla="*/ 14034 h 81604"/>
                  <a:gd name="connsiteX7" fmla="*/ 224157 w 235590"/>
                  <a:gd name="connsiteY7" fmla="*/ 81689 h 81604"/>
                  <a:gd name="connsiteX8" fmla="*/ 235848 w 235590"/>
                  <a:gd name="connsiteY8" fmla="*/ 74714 h 81604"/>
                  <a:gd name="connsiteX9" fmla="*/ 223803 w 235590"/>
                  <a:gd name="connsiteY9" fmla="*/ 67739 h 81604"/>
                  <a:gd name="connsiteX10" fmla="*/ 12303 w 235590"/>
                  <a:gd name="connsiteY10" fmla="*/ 67739 h 81604"/>
                  <a:gd name="connsiteX11" fmla="*/ 258 w 235590"/>
                  <a:gd name="connsiteY11" fmla="*/ 74714 h 81604"/>
                  <a:gd name="connsiteX12" fmla="*/ 11949 w 235590"/>
                  <a:gd name="connsiteY12" fmla="*/ 81689 h 81604"/>
                  <a:gd name="connsiteX13" fmla="*/ 224157 w 235590"/>
                  <a:gd name="connsiteY13" fmla="*/ 81689 h 8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5590" h="81604">
                    <a:moveTo>
                      <a:pt x="223803" y="14034"/>
                    </a:moveTo>
                    <a:cubicBezTo>
                      <a:pt x="229117" y="14034"/>
                      <a:pt x="235848" y="14034"/>
                      <a:pt x="235848" y="7059"/>
                    </a:cubicBezTo>
                    <a:cubicBezTo>
                      <a:pt x="235848" y="85"/>
                      <a:pt x="229117" y="85"/>
                      <a:pt x="224157" y="85"/>
                    </a:cubicBezTo>
                    <a:lnTo>
                      <a:pt x="11949" y="85"/>
                    </a:lnTo>
                    <a:cubicBezTo>
                      <a:pt x="6989" y="85"/>
                      <a:pt x="258" y="85"/>
                      <a:pt x="258" y="7059"/>
                    </a:cubicBezTo>
                    <a:cubicBezTo>
                      <a:pt x="258" y="14034"/>
                      <a:pt x="6989" y="14034"/>
                      <a:pt x="12303" y="14034"/>
                    </a:cubicBezTo>
                    <a:lnTo>
                      <a:pt x="223803" y="14034"/>
                    </a:lnTo>
                    <a:close/>
                    <a:moveTo>
                      <a:pt x="224157" y="81689"/>
                    </a:moveTo>
                    <a:cubicBezTo>
                      <a:pt x="229117" y="81689"/>
                      <a:pt x="235848" y="81689"/>
                      <a:pt x="235848" y="74714"/>
                    </a:cubicBezTo>
                    <a:cubicBezTo>
                      <a:pt x="235848" y="67739"/>
                      <a:pt x="229117" y="67739"/>
                      <a:pt x="223803" y="67739"/>
                    </a:cubicBezTo>
                    <a:lnTo>
                      <a:pt x="12303" y="67739"/>
                    </a:lnTo>
                    <a:cubicBezTo>
                      <a:pt x="6989" y="67739"/>
                      <a:pt x="258" y="67739"/>
                      <a:pt x="258" y="74714"/>
                    </a:cubicBezTo>
                    <a:cubicBezTo>
                      <a:pt x="258" y="81689"/>
                      <a:pt x="6989" y="81689"/>
                      <a:pt x="11949" y="81689"/>
                    </a:cubicBezTo>
                    <a:lnTo>
                      <a:pt x="224157" y="81689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AA496653-27FA-A947-3696-2536C84C416C}"/>
                  </a:ext>
                </a:extLst>
              </p:cNvPr>
              <p:cNvSpPr/>
              <p:nvPr>
                <p:custDataLst>
                  <p:tags r:id="rId98"/>
                </p:custDataLst>
              </p:nvPr>
            </p:nvSpPr>
            <p:spPr>
              <a:xfrm>
                <a:off x="12098309" y="5172953"/>
                <a:ext cx="471535" cy="488230"/>
              </a:xfrm>
              <a:custGeom>
                <a:avLst/>
                <a:gdLst>
                  <a:gd name="connsiteX0" fmla="*/ 428937 w 471535"/>
                  <a:gd name="connsiteY0" fmla="*/ 488306 h 488230"/>
                  <a:gd name="connsiteX1" fmla="*/ 471804 w 471535"/>
                  <a:gd name="connsiteY1" fmla="*/ 376710 h 488230"/>
                  <a:gd name="connsiteX2" fmla="*/ 462947 w 471535"/>
                  <a:gd name="connsiteY2" fmla="*/ 376710 h 488230"/>
                  <a:gd name="connsiteX3" fmla="*/ 370836 w 471535"/>
                  <a:gd name="connsiteY3" fmla="*/ 447155 h 488230"/>
                  <a:gd name="connsiteX4" fmla="*/ 260658 w 471535"/>
                  <a:gd name="connsiteY4" fmla="*/ 457966 h 488230"/>
                  <a:gd name="connsiteX5" fmla="*/ 47032 w 471535"/>
                  <a:gd name="connsiteY5" fmla="*/ 457966 h 488230"/>
                  <a:gd name="connsiteX6" fmla="*/ 227356 w 471535"/>
                  <a:gd name="connsiteY6" fmla="*/ 249770 h 488230"/>
                  <a:gd name="connsiteX7" fmla="*/ 230545 w 471535"/>
                  <a:gd name="connsiteY7" fmla="*/ 244190 h 488230"/>
                  <a:gd name="connsiteX8" fmla="*/ 228065 w 471535"/>
                  <a:gd name="connsiteY8" fmla="*/ 238959 h 488230"/>
                  <a:gd name="connsiteX9" fmla="*/ 62974 w 471535"/>
                  <a:gd name="connsiteY9" fmla="*/ 16815 h 488230"/>
                  <a:gd name="connsiteX10" fmla="*/ 257115 w 471535"/>
                  <a:gd name="connsiteY10" fmla="*/ 16815 h 488230"/>
                  <a:gd name="connsiteX11" fmla="*/ 340015 w 471535"/>
                  <a:gd name="connsiteY11" fmla="*/ 22394 h 488230"/>
                  <a:gd name="connsiteX12" fmla="*/ 417954 w 471535"/>
                  <a:gd name="connsiteY12" fmla="*/ 48550 h 488230"/>
                  <a:gd name="connsiteX13" fmla="*/ 462947 w 471535"/>
                  <a:gd name="connsiteY13" fmla="*/ 98070 h 488230"/>
                  <a:gd name="connsiteX14" fmla="*/ 471804 w 471535"/>
                  <a:gd name="connsiteY14" fmla="*/ 98070 h 488230"/>
                  <a:gd name="connsiteX15" fmla="*/ 428937 w 471535"/>
                  <a:gd name="connsiteY15" fmla="*/ 75 h 488230"/>
                  <a:gd name="connsiteX16" fmla="*/ 10188 w 471535"/>
                  <a:gd name="connsiteY16" fmla="*/ 75 h 488230"/>
                  <a:gd name="connsiteX17" fmla="*/ 622 w 471535"/>
                  <a:gd name="connsiteY17" fmla="*/ 2516 h 488230"/>
                  <a:gd name="connsiteX18" fmla="*/ 268 w 471535"/>
                  <a:gd name="connsiteY18" fmla="*/ 14025 h 488230"/>
                  <a:gd name="connsiteX19" fmla="*/ 187678 w 471535"/>
                  <a:gd name="connsiteY19" fmla="*/ 266510 h 488230"/>
                  <a:gd name="connsiteX20" fmla="*/ 4165 w 471535"/>
                  <a:gd name="connsiteY20" fmla="*/ 478192 h 488230"/>
                  <a:gd name="connsiteX21" fmla="*/ 622 w 471535"/>
                  <a:gd name="connsiteY21" fmla="*/ 484470 h 488230"/>
                  <a:gd name="connsiteX22" fmla="*/ 10188 w 471535"/>
                  <a:gd name="connsiteY22" fmla="*/ 488306 h 488230"/>
                  <a:gd name="connsiteX23" fmla="*/ 428937 w 471535"/>
                  <a:gd name="connsiteY23" fmla="*/ 488306 h 488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1535" h="488230">
                    <a:moveTo>
                      <a:pt x="428937" y="488306"/>
                    </a:moveTo>
                    <a:lnTo>
                      <a:pt x="471804" y="376710"/>
                    </a:lnTo>
                    <a:lnTo>
                      <a:pt x="462947" y="376710"/>
                    </a:lnTo>
                    <a:cubicBezTo>
                      <a:pt x="449130" y="412979"/>
                      <a:pt x="411577" y="436693"/>
                      <a:pt x="370836" y="447155"/>
                    </a:cubicBezTo>
                    <a:cubicBezTo>
                      <a:pt x="363397" y="448898"/>
                      <a:pt x="328678" y="457966"/>
                      <a:pt x="260658" y="457966"/>
                    </a:cubicBezTo>
                    <a:lnTo>
                      <a:pt x="47032" y="457966"/>
                    </a:lnTo>
                    <a:lnTo>
                      <a:pt x="227356" y="249770"/>
                    </a:lnTo>
                    <a:cubicBezTo>
                      <a:pt x="229836" y="246980"/>
                      <a:pt x="230545" y="245934"/>
                      <a:pt x="230545" y="244190"/>
                    </a:cubicBezTo>
                    <a:cubicBezTo>
                      <a:pt x="230545" y="243493"/>
                      <a:pt x="230545" y="242447"/>
                      <a:pt x="228065" y="238959"/>
                    </a:cubicBezTo>
                    <a:lnTo>
                      <a:pt x="62974" y="16815"/>
                    </a:lnTo>
                    <a:lnTo>
                      <a:pt x="257115" y="16815"/>
                    </a:lnTo>
                    <a:cubicBezTo>
                      <a:pt x="304587" y="16815"/>
                      <a:pt x="336826" y="21697"/>
                      <a:pt x="340015" y="22394"/>
                    </a:cubicBezTo>
                    <a:cubicBezTo>
                      <a:pt x="359145" y="25184"/>
                      <a:pt x="389967" y="31113"/>
                      <a:pt x="417954" y="48550"/>
                    </a:cubicBezTo>
                    <a:cubicBezTo>
                      <a:pt x="426811" y="54129"/>
                      <a:pt x="450902" y="69822"/>
                      <a:pt x="462947" y="98070"/>
                    </a:cubicBezTo>
                    <a:lnTo>
                      <a:pt x="471804" y="98070"/>
                    </a:lnTo>
                    <a:lnTo>
                      <a:pt x="428937" y="75"/>
                    </a:lnTo>
                    <a:lnTo>
                      <a:pt x="10188" y="75"/>
                    </a:lnTo>
                    <a:cubicBezTo>
                      <a:pt x="2040" y="75"/>
                      <a:pt x="1685" y="424"/>
                      <a:pt x="622" y="2516"/>
                    </a:cubicBezTo>
                    <a:cubicBezTo>
                      <a:pt x="268" y="3563"/>
                      <a:pt x="268" y="10189"/>
                      <a:pt x="268" y="14025"/>
                    </a:cubicBezTo>
                    <a:lnTo>
                      <a:pt x="187678" y="266510"/>
                    </a:lnTo>
                    <a:lnTo>
                      <a:pt x="4165" y="478192"/>
                    </a:lnTo>
                    <a:cubicBezTo>
                      <a:pt x="622" y="482377"/>
                      <a:pt x="622" y="484121"/>
                      <a:pt x="622" y="484470"/>
                    </a:cubicBezTo>
                    <a:cubicBezTo>
                      <a:pt x="622" y="488306"/>
                      <a:pt x="3811" y="488306"/>
                      <a:pt x="10188" y="488306"/>
                    </a:cubicBezTo>
                    <a:lnTo>
                      <a:pt x="428937" y="488306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CACCDED4-E06D-8233-1F8C-A14FFFFE2852}"/>
                  </a:ext>
                </a:extLst>
              </p:cNvPr>
              <p:cNvSpPr/>
              <p:nvPr>
                <p:custDataLst>
                  <p:tags r:id="rId99"/>
                </p:custDataLst>
              </p:nvPr>
            </p:nvSpPr>
            <p:spPr>
              <a:xfrm>
                <a:off x="12659514" y="5350113"/>
                <a:ext cx="176427" cy="157977"/>
              </a:xfrm>
              <a:custGeom>
                <a:avLst/>
                <a:gdLst>
                  <a:gd name="connsiteX0" fmla="*/ 108337 w 176427"/>
                  <a:gd name="connsiteY0" fmla="*/ 48908 h 157977"/>
                  <a:gd name="connsiteX1" fmla="*/ 143410 w 176427"/>
                  <a:gd name="connsiteY1" fmla="*/ 7757 h 157977"/>
                  <a:gd name="connsiteX2" fmla="*/ 161124 w 176427"/>
                  <a:gd name="connsiteY2" fmla="*/ 12290 h 157977"/>
                  <a:gd name="connsiteX3" fmla="*/ 144118 w 176427"/>
                  <a:gd name="connsiteY3" fmla="*/ 31122 h 157977"/>
                  <a:gd name="connsiteX4" fmla="*/ 157581 w 176427"/>
                  <a:gd name="connsiteY4" fmla="*/ 43328 h 157977"/>
                  <a:gd name="connsiteX5" fmla="*/ 176711 w 176427"/>
                  <a:gd name="connsiteY5" fmla="*/ 23101 h 157977"/>
                  <a:gd name="connsiteX6" fmla="*/ 143764 w 176427"/>
                  <a:gd name="connsiteY6" fmla="*/ 85 h 157977"/>
                  <a:gd name="connsiteX7" fmla="*/ 106566 w 176427"/>
                  <a:gd name="connsiteY7" fmla="*/ 26589 h 157977"/>
                  <a:gd name="connsiteX8" fmla="*/ 68304 w 176427"/>
                  <a:gd name="connsiteY8" fmla="*/ 85 h 157977"/>
                  <a:gd name="connsiteX9" fmla="*/ 11267 w 176427"/>
                  <a:gd name="connsiteY9" fmla="*/ 53790 h 157977"/>
                  <a:gd name="connsiteX10" fmla="*/ 15518 w 176427"/>
                  <a:gd name="connsiteY10" fmla="*/ 57277 h 157977"/>
                  <a:gd name="connsiteX11" fmla="*/ 20123 w 176427"/>
                  <a:gd name="connsiteY11" fmla="*/ 53441 h 157977"/>
                  <a:gd name="connsiteX12" fmla="*/ 67596 w 176427"/>
                  <a:gd name="connsiteY12" fmla="*/ 7757 h 157977"/>
                  <a:gd name="connsiteX13" fmla="*/ 86727 w 176427"/>
                  <a:gd name="connsiteY13" fmla="*/ 31122 h 157977"/>
                  <a:gd name="connsiteX14" fmla="*/ 67596 w 176427"/>
                  <a:gd name="connsiteY14" fmla="*/ 114121 h 157977"/>
                  <a:gd name="connsiteX15" fmla="*/ 33940 w 176427"/>
                  <a:gd name="connsiteY15" fmla="*/ 150390 h 157977"/>
                  <a:gd name="connsiteX16" fmla="*/ 16226 w 176427"/>
                  <a:gd name="connsiteY16" fmla="*/ 145856 h 157977"/>
                  <a:gd name="connsiteX17" fmla="*/ 32877 w 176427"/>
                  <a:gd name="connsiteY17" fmla="*/ 127025 h 157977"/>
                  <a:gd name="connsiteX18" fmla="*/ 19769 w 176427"/>
                  <a:gd name="connsiteY18" fmla="*/ 114819 h 157977"/>
                  <a:gd name="connsiteX19" fmla="*/ 284 w 176427"/>
                  <a:gd name="connsiteY19" fmla="*/ 135046 h 157977"/>
                  <a:gd name="connsiteX20" fmla="*/ 33586 w 176427"/>
                  <a:gd name="connsiteY20" fmla="*/ 158062 h 157977"/>
                  <a:gd name="connsiteX21" fmla="*/ 70784 w 176427"/>
                  <a:gd name="connsiteY21" fmla="*/ 131558 h 157977"/>
                  <a:gd name="connsiteX22" fmla="*/ 109046 w 176427"/>
                  <a:gd name="connsiteY22" fmla="*/ 158062 h 157977"/>
                  <a:gd name="connsiteX23" fmla="*/ 165729 w 176427"/>
                  <a:gd name="connsiteY23" fmla="*/ 104357 h 157977"/>
                  <a:gd name="connsiteX24" fmla="*/ 161478 w 176427"/>
                  <a:gd name="connsiteY24" fmla="*/ 100869 h 157977"/>
                  <a:gd name="connsiteX25" fmla="*/ 156872 w 176427"/>
                  <a:gd name="connsiteY25" fmla="*/ 104705 h 157977"/>
                  <a:gd name="connsiteX26" fmla="*/ 109754 w 176427"/>
                  <a:gd name="connsiteY26" fmla="*/ 150390 h 157977"/>
                  <a:gd name="connsiteX27" fmla="*/ 90269 w 176427"/>
                  <a:gd name="connsiteY27" fmla="*/ 127373 h 157977"/>
                  <a:gd name="connsiteX28" fmla="*/ 96292 w 176427"/>
                  <a:gd name="connsiteY28" fmla="*/ 96685 h 157977"/>
                  <a:gd name="connsiteX29" fmla="*/ 108337 w 176427"/>
                  <a:gd name="connsiteY29" fmla="*/ 48908 h 15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427" h="157977">
                    <a:moveTo>
                      <a:pt x="108337" y="48908"/>
                    </a:moveTo>
                    <a:cubicBezTo>
                      <a:pt x="110463" y="39841"/>
                      <a:pt x="118611" y="7757"/>
                      <a:pt x="143410" y="7757"/>
                    </a:cubicBezTo>
                    <a:cubicBezTo>
                      <a:pt x="145181" y="7757"/>
                      <a:pt x="153684" y="7757"/>
                      <a:pt x="161124" y="12290"/>
                    </a:cubicBezTo>
                    <a:cubicBezTo>
                      <a:pt x="151204" y="14034"/>
                      <a:pt x="144118" y="22753"/>
                      <a:pt x="144118" y="31122"/>
                    </a:cubicBezTo>
                    <a:cubicBezTo>
                      <a:pt x="144118" y="36702"/>
                      <a:pt x="148015" y="43328"/>
                      <a:pt x="157581" y="43328"/>
                    </a:cubicBezTo>
                    <a:cubicBezTo>
                      <a:pt x="165375" y="43328"/>
                      <a:pt x="176711" y="37051"/>
                      <a:pt x="176711" y="23101"/>
                    </a:cubicBezTo>
                    <a:cubicBezTo>
                      <a:pt x="176711" y="4967"/>
                      <a:pt x="155809" y="85"/>
                      <a:pt x="143764" y="85"/>
                    </a:cubicBezTo>
                    <a:cubicBezTo>
                      <a:pt x="123216" y="85"/>
                      <a:pt x="110817" y="18568"/>
                      <a:pt x="106566" y="26589"/>
                    </a:cubicBezTo>
                    <a:cubicBezTo>
                      <a:pt x="97709" y="3572"/>
                      <a:pt x="78578" y="85"/>
                      <a:pt x="68304" y="85"/>
                    </a:cubicBezTo>
                    <a:cubicBezTo>
                      <a:pt x="31460" y="85"/>
                      <a:pt x="11267" y="45072"/>
                      <a:pt x="11267" y="53790"/>
                    </a:cubicBezTo>
                    <a:cubicBezTo>
                      <a:pt x="11267" y="57277"/>
                      <a:pt x="14809" y="57277"/>
                      <a:pt x="15518" y="57277"/>
                    </a:cubicBezTo>
                    <a:cubicBezTo>
                      <a:pt x="18352" y="57277"/>
                      <a:pt x="19415" y="56580"/>
                      <a:pt x="20123" y="53441"/>
                    </a:cubicBezTo>
                    <a:cubicBezTo>
                      <a:pt x="32169" y="16475"/>
                      <a:pt x="55551" y="7757"/>
                      <a:pt x="67596" y="7757"/>
                    </a:cubicBezTo>
                    <a:cubicBezTo>
                      <a:pt x="74327" y="7757"/>
                      <a:pt x="86727" y="10896"/>
                      <a:pt x="86727" y="31122"/>
                    </a:cubicBezTo>
                    <a:cubicBezTo>
                      <a:pt x="86727" y="41933"/>
                      <a:pt x="80704" y="65298"/>
                      <a:pt x="67596" y="114121"/>
                    </a:cubicBezTo>
                    <a:cubicBezTo>
                      <a:pt x="61928" y="135743"/>
                      <a:pt x="49528" y="150390"/>
                      <a:pt x="33940" y="150390"/>
                    </a:cubicBezTo>
                    <a:cubicBezTo>
                      <a:pt x="31814" y="150390"/>
                      <a:pt x="23666" y="150390"/>
                      <a:pt x="16226" y="145856"/>
                    </a:cubicBezTo>
                    <a:cubicBezTo>
                      <a:pt x="25083" y="144113"/>
                      <a:pt x="32877" y="136789"/>
                      <a:pt x="32877" y="127025"/>
                    </a:cubicBezTo>
                    <a:cubicBezTo>
                      <a:pt x="32877" y="117609"/>
                      <a:pt x="25083" y="114819"/>
                      <a:pt x="19769" y="114819"/>
                    </a:cubicBezTo>
                    <a:cubicBezTo>
                      <a:pt x="9141" y="114819"/>
                      <a:pt x="284" y="123886"/>
                      <a:pt x="284" y="135046"/>
                    </a:cubicBezTo>
                    <a:cubicBezTo>
                      <a:pt x="284" y="151087"/>
                      <a:pt x="17998" y="158062"/>
                      <a:pt x="33586" y="158062"/>
                    </a:cubicBezTo>
                    <a:cubicBezTo>
                      <a:pt x="56968" y="158062"/>
                      <a:pt x="69721" y="133651"/>
                      <a:pt x="70784" y="131558"/>
                    </a:cubicBezTo>
                    <a:cubicBezTo>
                      <a:pt x="75036" y="144461"/>
                      <a:pt x="87789" y="158062"/>
                      <a:pt x="109046" y="158062"/>
                    </a:cubicBezTo>
                    <a:cubicBezTo>
                      <a:pt x="145536" y="158062"/>
                      <a:pt x="165729" y="113075"/>
                      <a:pt x="165729" y="104357"/>
                    </a:cubicBezTo>
                    <a:cubicBezTo>
                      <a:pt x="165729" y="100869"/>
                      <a:pt x="162541" y="100869"/>
                      <a:pt x="161478" y="100869"/>
                    </a:cubicBezTo>
                    <a:cubicBezTo>
                      <a:pt x="158289" y="100869"/>
                      <a:pt x="157581" y="102264"/>
                      <a:pt x="156872" y="104705"/>
                    </a:cubicBezTo>
                    <a:cubicBezTo>
                      <a:pt x="145181" y="142020"/>
                      <a:pt x="121091" y="150390"/>
                      <a:pt x="109754" y="150390"/>
                    </a:cubicBezTo>
                    <a:cubicBezTo>
                      <a:pt x="95938" y="150390"/>
                      <a:pt x="90269" y="139230"/>
                      <a:pt x="90269" y="127373"/>
                    </a:cubicBezTo>
                    <a:cubicBezTo>
                      <a:pt x="90269" y="119701"/>
                      <a:pt x="92395" y="112029"/>
                      <a:pt x="96292" y="96685"/>
                    </a:cubicBezTo>
                    <a:lnTo>
                      <a:pt x="108337" y="48908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056468A8-D39C-A089-3EA6-7A1273C1917A}"/>
                  </a:ext>
                </a:extLst>
              </p:cNvPr>
              <p:cNvSpPr/>
              <p:nvPr>
                <p:custDataLst>
                  <p:tags r:id="rId100"/>
                </p:custDataLst>
              </p:nvPr>
            </p:nvSpPr>
            <p:spPr>
              <a:xfrm>
                <a:off x="12861990" y="5350113"/>
                <a:ext cx="163319" cy="225632"/>
              </a:xfrm>
              <a:custGeom>
                <a:avLst/>
                <a:gdLst>
                  <a:gd name="connsiteX0" fmla="*/ 162192 w 163319"/>
                  <a:gd name="connsiteY0" fmla="*/ 21358 h 225632"/>
                  <a:gd name="connsiteX1" fmla="*/ 163609 w 163319"/>
                  <a:gd name="connsiteY1" fmla="*/ 13337 h 225632"/>
                  <a:gd name="connsiteX2" fmla="*/ 153335 w 163319"/>
                  <a:gd name="connsiteY2" fmla="*/ 3921 h 225632"/>
                  <a:gd name="connsiteX3" fmla="*/ 140936 w 163319"/>
                  <a:gd name="connsiteY3" fmla="*/ 11244 h 225632"/>
                  <a:gd name="connsiteX4" fmla="*/ 135976 w 163319"/>
                  <a:gd name="connsiteY4" fmla="*/ 30076 h 225632"/>
                  <a:gd name="connsiteX5" fmla="*/ 128891 w 163319"/>
                  <a:gd name="connsiteY5" fmla="*/ 57975 h 225632"/>
                  <a:gd name="connsiteX6" fmla="*/ 112948 w 163319"/>
                  <a:gd name="connsiteY6" fmla="*/ 120747 h 225632"/>
                  <a:gd name="connsiteX7" fmla="*/ 72916 w 163319"/>
                  <a:gd name="connsiteY7" fmla="*/ 150390 h 225632"/>
                  <a:gd name="connsiteX8" fmla="*/ 50951 w 163319"/>
                  <a:gd name="connsiteY8" fmla="*/ 122142 h 225632"/>
                  <a:gd name="connsiteX9" fmla="*/ 69019 w 163319"/>
                  <a:gd name="connsiteY9" fmla="*/ 53790 h 225632"/>
                  <a:gd name="connsiteX10" fmla="*/ 76104 w 163319"/>
                  <a:gd name="connsiteY10" fmla="*/ 28681 h 225632"/>
                  <a:gd name="connsiteX11" fmla="*/ 47054 w 163319"/>
                  <a:gd name="connsiteY11" fmla="*/ 85 h 225632"/>
                  <a:gd name="connsiteX12" fmla="*/ 290 w 163319"/>
                  <a:gd name="connsiteY12" fmla="*/ 53790 h 225632"/>
                  <a:gd name="connsiteX13" fmla="*/ 4541 w 163319"/>
                  <a:gd name="connsiteY13" fmla="*/ 57277 h 225632"/>
                  <a:gd name="connsiteX14" fmla="*/ 10210 w 163319"/>
                  <a:gd name="connsiteY14" fmla="*/ 51000 h 225632"/>
                  <a:gd name="connsiteX15" fmla="*/ 45991 w 163319"/>
                  <a:gd name="connsiteY15" fmla="*/ 7757 h 225632"/>
                  <a:gd name="connsiteX16" fmla="*/ 54848 w 163319"/>
                  <a:gd name="connsiteY16" fmla="*/ 18916 h 225632"/>
                  <a:gd name="connsiteX17" fmla="*/ 48825 w 163319"/>
                  <a:gd name="connsiteY17" fmla="*/ 43328 h 225632"/>
                  <a:gd name="connsiteX18" fmla="*/ 28277 w 163319"/>
                  <a:gd name="connsiteY18" fmla="*/ 116563 h 225632"/>
                  <a:gd name="connsiteX19" fmla="*/ 71499 w 163319"/>
                  <a:gd name="connsiteY19" fmla="*/ 158062 h 225632"/>
                  <a:gd name="connsiteX20" fmla="*/ 107280 w 163319"/>
                  <a:gd name="connsiteY20" fmla="*/ 142369 h 225632"/>
                  <a:gd name="connsiteX21" fmla="*/ 84252 w 163319"/>
                  <a:gd name="connsiteY21" fmla="*/ 196074 h 225632"/>
                  <a:gd name="connsiteX22" fmla="*/ 45282 w 163319"/>
                  <a:gd name="connsiteY22" fmla="*/ 218045 h 225632"/>
                  <a:gd name="connsiteX23" fmla="*/ 18358 w 163319"/>
                  <a:gd name="connsiteY23" fmla="*/ 203398 h 225632"/>
                  <a:gd name="connsiteX24" fmla="*/ 33591 w 163319"/>
                  <a:gd name="connsiteY24" fmla="*/ 199213 h 225632"/>
                  <a:gd name="connsiteX25" fmla="*/ 40677 w 163319"/>
                  <a:gd name="connsiteY25" fmla="*/ 184915 h 225632"/>
                  <a:gd name="connsiteX26" fmla="*/ 27569 w 163319"/>
                  <a:gd name="connsiteY26" fmla="*/ 172709 h 225632"/>
                  <a:gd name="connsiteX27" fmla="*/ 7730 w 163319"/>
                  <a:gd name="connsiteY27" fmla="*/ 195377 h 225632"/>
                  <a:gd name="connsiteX28" fmla="*/ 45282 w 163319"/>
                  <a:gd name="connsiteY28" fmla="*/ 225717 h 225632"/>
                  <a:gd name="connsiteX29" fmla="*/ 128182 w 163319"/>
                  <a:gd name="connsiteY29" fmla="*/ 154575 h 225632"/>
                  <a:gd name="connsiteX30" fmla="*/ 162192 w 163319"/>
                  <a:gd name="connsiteY30" fmla="*/ 21358 h 225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319" h="225632">
                    <a:moveTo>
                      <a:pt x="162192" y="21358"/>
                    </a:moveTo>
                    <a:cubicBezTo>
                      <a:pt x="163609" y="16475"/>
                      <a:pt x="163609" y="15778"/>
                      <a:pt x="163609" y="13337"/>
                    </a:cubicBezTo>
                    <a:cubicBezTo>
                      <a:pt x="163609" y="7059"/>
                      <a:pt x="158649" y="3921"/>
                      <a:pt x="153335" y="3921"/>
                    </a:cubicBezTo>
                    <a:cubicBezTo>
                      <a:pt x="149793" y="3921"/>
                      <a:pt x="144124" y="6013"/>
                      <a:pt x="140936" y="11244"/>
                    </a:cubicBezTo>
                    <a:cubicBezTo>
                      <a:pt x="140227" y="12988"/>
                      <a:pt x="137393" y="23799"/>
                      <a:pt x="135976" y="30076"/>
                    </a:cubicBezTo>
                    <a:cubicBezTo>
                      <a:pt x="133496" y="39143"/>
                      <a:pt x="131016" y="48559"/>
                      <a:pt x="128891" y="57975"/>
                    </a:cubicBezTo>
                    <a:lnTo>
                      <a:pt x="112948" y="120747"/>
                    </a:lnTo>
                    <a:cubicBezTo>
                      <a:pt x="111531" y="125978"/>
                      <a:pt x="96298" y="150390"/>
                      <a:pt x="72916" y="150390"/>
                    </a:cubicBezTo>
                    <a:cubicBezTo>
                      <a:pt x="54848" y="150390"/>
                      <a:pt x="50951" y="135046"/>
                      <a:pt x="50951" y="122142"/>
                    </a:cubicBezTo>
                    <a:cubicBezTo>
                      <a:pt x="50951" y="106100"/>
                      <a:pt x="56973" y="84479"/>
                      <a:pt x="69019" y="53790"/>
                    </a:cubicBezTo>
                    <a:cubicBezTo>
                      <a:pt x="74687" y="39492"/>
                      <a:pt x="76104" y="35656"/>
                      <a:pt x="76104" y="28681"/>
                    </a:cubicBezTo>
                    <a:cubicBezTo>
                      <a:pt x="76104" y="12988"/>
                      <a:pt x="64767" y="85"/>
                      <a:pt x="47054" y="85"/>
                    </a:cubicBezTo>
                    <a:cubicBezTo>
                      <a:pt x="13398" y="85"/>
                      <a:pt x="290" y="50651"/>
                      <a:pt x="290" y="53790"/>
                    </a:cubicBezTo>
                    <a:cubicBezTo>
                      <a:pt x="290" y="57277"/>
                      <a:pt x="3833" y="57277"/>
                      <a:pt x="4541" y="57277"/>
                    </a:cubicBezTo>
                    <a:cubicBezTo>
                      <a:pt x="8084" y="57277"/>
                      <a:pt x="8438" y="56580"/>
                      <a:pt x="10210" y="51000"/>
                    </a:cubicBezTo>
                    <a:cubicBezTo>
                      <a:pt x="19775" y="18219"/>
                      <a:pt x="33946" y="7757"/>
                      <a:pt x="45991" y="7757"/>
                    </a:cubicBezTo>
                    <a:cubicBezTo>
                      <a:pt x="48825" y="7757"/>
                      <a:pt x="54848" y="7757"/>
                      <a:pt x="54848" y="18916"/>
                    </a:cubicBezTo>
                    <a:cubicBezTo>
                      <a:pt x="54848" y="27635"/>
                      <a:pt x="51305" y="36702"/>
                      <a:pt x="48825" y="43328"/>
                    </a:cubicBezTo>
                    <a:cubicBezTo>
                      <a:pt x="34654" y="80294"/>
                      <a:pt x="28277" y="100172"/>
                      <a:pt x="28277" y="116563"/>
                    </a:cubicBezTo>
                    <a:cubicBezTo>
                      <a:pt x="28277" y="147600"/>
                      <a:pt x="50597" y="158062"/>
                      <a:pt x="71499" y="158062"/>
                    </a:cubicBezTo>
                    <a:cubicBezTo>
                      <a:pt x="85315" y="158062"/>
                      <a:pt x="97360" y="152134"/>
                      <a:pt x="107280" y="142369"/>
                    </a:cubicBezTo>
                    <a:cubicBezTo>
                      <a:pt x="102674" y="160503"/>
                      <a:pt x="98423" y="177591"/>
                      <a:pt x="84252" y="196074"/>
                    </a:cubicBezTo>
                    <a:cubicBezTo>
                      <a:pt x="75041" y="207931"/>
                      <a:pt x="61579" y="218045"/>
                      <a:pt x="45282" y="218045"/>
                    </a:cubicBezTo>
                    <a:cubicBezTo>
                      <a:pt x="40323" y="218045"/>
                      <a:pt x="24380" y="216998"/>
                      <a:pt x="18358" y="203398"/>
                    </a:cubicBezTo>
                    <a:cubicBezTo>
                      <a:pt x="24026" y="203398"/>
                      <a:pt x="28632" y="203398"/>
                      <a:pt x="33591" y="199213"/>
                    </a:cubicBezTo>
                    <a:cubicBezTo>
                      <a:pt x="37134" y="196074"/>
                      <a:pt x="40677" y="191541"/>
                      <a:pt x="40677" y="184915"/>
                    </a:cubicBezTo>
                    <a:cubicBezTo>
                      <a:pt x="40677" y="174104"/>
                      <a:pt x="31112" y="172709"/>
                      <a:pt x="27569" y="172709"/>
                    </a:cubicBezTo>
                    <a:cubicBezTo>
                      <a:pt x="19421" y="172709"/>
                      <a:pt x="7730" y="178289"/>
                      <a:pt x="7730" y="195377"/>
                    </a:cubicBezTo>
                    <a:cubicBezTo>
                      <a:pt x="7730" y="212814"/>
                      <a:pt x="23318" y="225717"/>
                      <a:pt x="45282" y="225717"/>
                    </a:cubicBezTo>
                    <a:cubicBezTo>
                      <a:pt x="81772" y="225717"/>
                      <a:pt x="118262" y="193982"/>
                      <a:pt x="128182" y="154575"/>
                    </a:cubicBezTo>
                    <a:lnTo>
                      <a:pt x="162192" y="21358"/>
                    </a:lnTo>
                    <a:close/>
                  </a:path>
                </a:pathLst>
              </a:custGeom>
              <a:solidFill>
                <a:srgbClr val="FFFFFF"/>
              </a:solidFill>
              <a:ln w="35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2FDA29C3-608E-3DCF-5E95-740740F1629C}"/>
              </a:ext>
            </a:extLst>
          </p:cNvPr>
          <p:cNvGrpSpPr/>
          <p:nvPr/>
        </p:nvGrpSpPr>
        <p:grpSpPr>
          <a:xfrm>
            <a:off x="2556070" y="4172541"/>
            <a:ext cx="8435852" cy="1108844"/>
            <a:chOff x="2540000" y="4457700"/>
            <a:chExt cx="8435852" cy="1108844"/>
          </a:xfrm>
        </p:grpSpPr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9911D12D-FABC-0C3A-F884-2DEDCE245255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2540000" y="4457700"/>
              <a:ext cx="4519747" cy="1108844"/>
              <a:chOff x="8571942" y="7177526"/>
              <a:chExt cx="4519747" cy="1108844"/>
            </a:xfrm>
          </p:grpSpPr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94813B07-9884-861C-111A-BFCC95326DB5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8571942" y="7190885"/>
                <a:ext cx="104667" cy="1089021"/>
              </a:xfrm>
              <a:custGeom>
                <a:avLst/>
                <a:gdLst>
                  <a:gd name="connsiteX0" fmla="*/ 167 w 104667"/>
                  <a:gd name="connsiteY0" fmla="*/ 1089097 h 1089021"/>
                  <a:gd name="connsiteX1" fmla="*/ 104834 w 104667"/>
                  <a:gd name="connsiteY1" fmla="*/ 1089097 h 1089021"/>
                  <a:gd name="connsiteX2" fmla="*/ 104834 w 104667"/>
                  <a:gd name="connsiteY2" fmla="*/ 1066583 h 1089021"/>
                  <a:gd name="connsiteX3" fmla="*/ 22091 w 104667"/>
                  <a:gd name="connsiteY3" fmla="*/ 1066583 h 1089021"/>
                  <a:gd name="connsiteX4" fmla="*/ 22091 w 104667"/>
                  <a:gd name="connsiteY4" fmla="*/ 22589 h 1089021"/>
                  <a:gd name="connsiteX5" fmla="*/ 104834 w 104667"/>
                  <a:gd name="connsiteY5" fmla="*/ 22589 h 1089021"/>
                  <a:gd name="connsiteX6" fmla="*/ 104834 w 104667"/>
                  <a:gd name="connsiteY6" fmla="*/ 75 h 1089021"/>
                  <a:gd name="connsiteX7" fmla="*/ 167 w 104667"/>
                  <a:gd name="connsiteY7" fmla="*/ 75 h 1089021"/>
                  <a:gd name="connsiteX8" fmla="*/ 167 w 104667"/>
                  <a:gd name="connsiteY8" fmla="*/ 1089097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167" y="1089097"/>
                    </a:moveTo>
                    <a:lnTo>
                      <a:pt x="104834" y="1089097"/>
                    </a:lnTo>
                    <a:lnTo>
                      <a:pt x="104834" y="1066583"/>
                    </a:lnTo>
                    <a:lnTo>
                      <a:pt x="22091" y="1066583"/>
                    </a:lnTo>
                    <a:lnTo>
                      <a:pt x="22091" y="22589"/>
                    </a:lnTo>
                    <a:lnTo>
                      <a:pt x="104834" y="22589"/>
                    </a:lnTo>
                    <a:lnTo>
                      <a:pt x="104834" y="75"/>
                    </a:lnTo>
                    <a:lnTo>
                      <a:pt x="167" y="75"/>
                    </a:lnTo>
                    <a:lnTo>
                      <a:pt x="167" y="1089097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04D933C2-0B62-43A1-BC02-5A7AA01C9772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8902243" y="7289371"/>
                <a:ext cx="191654" cy="164497"/>
              </a:xfrm>
              <a:custGeom>
                <a:avLst/>
                <a:gdLst>
                  <a:gd name="connsiteX0" fmla="*/ 21042 w 191654"/>
                  <a:gd name="connsiteY0" fmla="*/ 139160 h 164497"/>
                  <a:gd name="connsiteX1" fmla="*/ 17859 w 191654"/>
                  <a:gd name="connsiteY1" fmla="*/ 154775 h 164497"/>
                  <a:gd name="connsiteX2" fmla="*/ 28114 w 191654"/>
                  <a:gd name="connsiteY2" fmla="*/ 164579 h 164497"/>
                  <a:gd name="connsiteX3" fmla="*/ 41197 w 191654"/>
                  <a:gd name="connsiteY3" fmla="*/ 154412 h 164497"/>
                  <a:gd name="connsiteX4" fmla="*/ 47916 w 191654"/>
                  <a:gd name="connsiteY4" fmla="*/ 127540 h 164497"/>
                  <a:gd name="connsiteX5" fmla="*/ 55695 w 191654"/>
                  <a:gd name="connsiteY5" fmla="*/ 94859 h 164497"/>
                  <a:gd name="connsiteX6" fmla="*/ 61706 w 191654"/>
                  <a:gd name="connsiteY6" fmla="*/ 70529 h 164497"/>
                  <a:gd name="connsiteX7" fmla="*/ 66303 w 191654"/>
                  <a:gd name="connsiteY7" fmla="*/ 52373 h 164497"/>
                  <a:gd name="connsiteX8" fmla="*/ 123941 w 191654"/>
                  <a:gd name="connsiteY8" fmla="*/ 8071 h 164497"/>
                  <a:gd name="connsiteX9" fmla="*/ 143036 w 191654"/>
                  <a:gd name="connsiteY9" fmla="*/ 33490 h 164497"/>
                  <a:gd name="connsiteX10" fmla="*/ 120051 w 191654"/>
                  <a:gd name="connsiteY10" fmla="*/ 118099 h 164497"/>
                  <a:gd name="connsiteX11" fmla="*/ 116515 w 191654"/>
                  <a:gd name="connsiteY11" fmla="*/ 134803 h 164497"/>
                  <a:gd name="connsiteX12" fmla="*/ 145511 w 191654"/>
                  <a:gd name="connsiteY12" fmla="*/ 164579 h 164497"/>
                  <a:gd name="connsiteX13" fmla="*/ 191833 w 191654"/>
                  <a:gd name="connsiteY13" fmla="*/ 108657 h 164497"/>
                  <a:gd name="connsiteX14" fmla="*/ 187590 w 191654"/>
                  <a:gd name="connsiteY14" fmla="*/ 105026 h 164497"/>
                  <a:gd name="connsiteX15" fmla="*/ 182286 w 191654"/>
                  <a:gd name="connsiteY15" fmla="*/ 111562 h 164497"/>
                  <a:gd name="connsiteX16" fmla="*/ 146218 w 191654"/>
                  <a:gd name="connsiteY16" fmla="*/ 156590 h 164497"/>
                  <a:gd name="connsiteX17" fmla="*/ 137732 w 191654"/>
                  <a:gd name="connsiteY17" fmla="*/ 144607 h 164497"/>
                  <a:gd name="connsiteX18" fmla="*/ 144096 w 191654"/>
                  <a:gd name="connsiteY18" fmla="*/ 118825 h 164497"/>
                  <a:gd name="connsiteX19" fmla="*/ 165666 w 191654"/>
                  <a:gd name="connsiteY19" fmla="*/ 38937 h 164497"/>
                  <a:gd name="connsiteX20" fmla="*/ 125002 w 191654"/>
                  <a:gd name="connsiteY20" fmla="*/ 82 h 164497"/>
                  <a:gd name="connsiteX21" fmla="*/ 69839 w 191654"/>
                  <a:gd name="connsiteY21" fmla="*/ 31674 h 164497"/>
                  <a:gd name="connsiteX22" fmla="*/ 37308 w 191654"/>
                  <a:gd name="connsiteY22" fmla="*/ 82 h 164497"/>
                  <a:gd name="connsiteX23" fmla="*/ 10787 w 191654"/>
                  <a:gd name="connsiteY23" fmla="*/ 20780 h 164497"/>
                  <a:gd name="connsiteX24" fmla="*/ 179 w 191654"/>
                  <a:gd name="connsiteY24" fmla="*/ 56004 h 164497"/>
                  <a:gd name="connsiteX25" fmla="*/ 4422 w 191654"/>
                  <a:gd name="connsiteY25" fmla="*/ 59635 h 164497"/>
                  <a:gd name="connsiteX26" fmla="*/ 10434 w 191654"/>
                  <a:gd name="connsiteY26" fmla="*/ 51283 h 164497"/>
                  <a:gd name="connsiteX27" fmla="*/ 36247 w 191654"/>
                  <a:gd name="connsiteY27" fmla="*/ 8071 h 164497"/>
                  <a:gd name="connsiteX28" fmla="*/ 47209 w 191654"/>
                  <a:gd name="connsiteY28" fmla="*/ 24775 h 164497"/>
                  <a:gd name="connsiteX29" fmla="*/ 41551 w 191654"/>
                  <a:gd name="connsiteY29" fmla="*/ 55278 h 164497"/>
                  <a:gd name="connsiteX30" fmla="*/ 21042 w 191654"/>
                  <a:gd name="connsiteY30" fmla="*/ 139160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91654" h="164497">
                    <a:moveTo>
                      <a:pt x="21042" y="139160"/>
                    </a:moveTo>
                    <a:cubicBezTo>
                      <a:pt x="19981" y="144607"/>
                      <a:pt x="17859" y="152959"/>
                      <a:pt x="17859" y="154775"/>
                    </a:cubicBezTo>
                    <a:cubicBezTo>
                      <a:pt x="17859" y="161311"/>
                      <a:pt x="22810" y="164579"/>
                      <a:pt x="28114" y="164579"/>
                    </a:cubicBezTo>
                    <a:cubicBezTo>
                      <a:pt x="32357" y="164579"/>
                      <a:pt x="38722" y="161674"/>
                      <a:pt x="41197" y="154412"/>
                    </a:cubicBezTo>
                    <a:cubicBezTo>
                      <a:pt x="41551" y="153685"/>
                      <a:pt x="45794" y="136618"/>
                      <a:pt x="47916" y="127540"/>
                    </a:cubicBezTo>
                    <a:lnTo>
                      <a:pt x="55695" y="94859"/>
                    </a:lnTo>
                    <a:cubicBezTo>
                      <a:pt x="57817" y="86870"/>
                      <a:pt x="59938" y="78881"/>
                      <a:pt x="61706" y="70529"/>
                    </a:cubicBezTo>
                    <a:cubicBezTo>
                      <a:pt x="63121" y="64356"/>
                      <a:pt x="65950" y="53825"/>
                      <a:pt x="66303" y="52373"/>
                    </a:cubicBezTo>
                    <a:cubicBezTo>
                      <a:pt x="71607" y="41116"/>
                      <a:pt x="90348" y="8071"/>
                      <a:pt x="123941" y="8071"/>
                    </a:cubicBezTo>
                    <a:cubicBezTo>
                      <a:pt x="139853" y="8071"/>
                      <a:pt x="143036" y="21507"/>
                      <a:pt x="143036" y="33490"/>
                    </a:cubicBezTo>
                    <a:cubicBezTo>
                      <a:pt x="143036" y="56004"/>
                      <a:pt x="125709" y="102484"/>
                      <a:pt x="120051" y="118099"/>
                    </a:cubicBezTo>
                    <a:cubicBezTo>
                      <a:pt x="116869" y="126451"/>
                      <a:pt x="116515" y="130808"/>
                      <a:pt x="116515" y="134803"/>
                    </a:cubicBezTo>
                    <a:cubicBezTo>
                      <a:pt x="116515" y="151870"/>
                      <a:pt x="128891" y="164579"/>
                      <a:pt x="145511" y="164579"/>
                    </a:cubicBezTo>
                    <a:cubicBezTo>
                      <a:pt x="178750" y="164579"/>
                      <a:pt x="191833" y="111562"/>
                      <a:pt x="191833" y="108657"/>
                    </a:cubicBezTo>
                    <a:cubicBezTo>
                      <a:pt x="191833" y="105026"/>
                      <a:pt x="188651" y="105026"/>
                      <a:pt x="187590" y="105026"/>
                    </a:cubicBezTo>
                    <a:cubicBezTo>
                      <a:pt x="184054" y="105026"/>
                      <a:pt x="184054" y="106116"/>
                      <a:pt x="182286" y="111562"/>
                    </a:cubicBezTo>
                    <a:cubicBezTo>
                      <a:pt x="175214" y="136255"/>
                      <a:pt x="163545" y="156590"/>
                      <a:pt x="146218" y="156590"/>
                    </a:cubicBezTo>
                    <a:cubicBezTo>
                      <a:pt x="140207" y="156590"/>
                      <a:pt x="137732" y="152959"/>
                      <a:pt x="137732" y="144607"/>
                    </a:cubicBezTo>
                    <a:cubicBezTo>
                      <a:pt x="137732" y="135529"/>
                      <a:pt x="140914" y="126814"/>
                      <a:pt x="144096" y="118825"/>
                    </a:cubicBezTo>
                    <a:cubicBezTo>
                      <a:pt x="150815" y="99579"/>
                      <a:pt x="165666" y="59635"/>
                      <a:pt x="165666" y="38937"/>
                    </a:cubicBezTo>
                    <a:cubicBezTo>
                      <a:pt x="165666" y="14607"/>
                      <a:pt x="150461" y="82"/>
                      <a:pt x="125002" y="82"/>
                    </a:cubicBezTo>
                    <a:cubicBezTo>
                      <a:pt x="93177" y="82"/>
                      <a:pt x="75851" y="23322"/>
                      <a:pt x="69839" y="31674"/>
                    </a:cubicBezTo>
                    <a:cubicBezTo>
                      <a:pt x="68071" y="11339"/>
                      <a:pt x="53573" y="82"/>
                      <a:pt x="37308" y="82"/>
                    </a:cubicBezTo>
                    <a:cubicBezTo>
                      <a:pt x="21042" y="82"/>
                      <a:pt x="14323" y="14244"/>
                      <a:pt x="10787" y="20780"/>
                    </a:cubicBezTo>
                    <a:cubicBezTo>
                      <a:pt x="5129" y="33127"/>
                      <a:pt x="179" y="54551"/>
                      <a:pt x="179" y="56004"/>
                    </a:cubicBezTo>
                    <a:cubicBezTo>
                      <a:pt x="179" y="59635"/>
                      <a:pt x="3715" y="59635"/>
                      <a:pt x="4422" y="59635"/>
                    </a:cubicBezTo>
                    <a:cubicBezTo>
                      <a:pt x="7958" y="59635"/>
                      <a:pt x="8312" y="59272"/>
                      <a:pt x="10434" y="51283"/>
                    </a:cubicBezTo>
                    <a:cubicBezTo>
                      <a:pt x="16445" y="25501"/>
                      <a:pt x="23517" y="8071"/>
                      <a:pt x="36247" y="8071"/>
                    </a:cubicBezTo>
                    <a:cubicBezTo>
                      <a:pt x="43319" y="8071"/>
                      <a:pt x="47209" y="12792"/>
                      <a:pt x="47209" y="24775"/>
                    </a:cubicBezTo>
                    <a:cubicBezTo>
                      <a:pt x="47209" y="32401"/>
                      <a:pt x="46148" y="36395"/>
                      <a:pt x="41551" y="55278"/>
                    </a:cubicBezTo>
                    <a:lnTo>
                      <a:pt x="21042" y="139160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FEEB7CCC-D378-C7A5-905B-6D50FFF8741E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9767975" y="7177526"/>
                <a:ext cx="333450" cy="363128"/>
              </a:xfrm>
              <a:custGeom>
                <a:avLst/>
                <a:gdLst>
                  <a:gd name="connsiteX0" fmla="*/ 129269 w 333450"/>
                  <a:gd name="connsiteY0" fmla="*/ 193985 h 363128"/>
                  <a:gd name="connsiteX1" fmla="*/ 3739 w 333450"/>
                  <a:gd name="connsiteY1" fmla="*/ 353398 h 363128"/>
                  <a:gd name="connsiteX2" fmla="*/ 557 w 333450"/>
                  <a:gd name="connsiteY2" fmla="*/ 359208 h 363128"/>
                  <a:gd name="connsiteX3" fmla="*/ 10104 w 333450"/>
                  <a:gd name="connsiteY3" fmla="*/ 363203 h 363128"/>
                  <a:gd name="connsiteX4" fmla="*/ 303243 w 333450"/>
                  <a:gd name="connsiteY4" fmla="*/ 363203 h 363128"/>
                  <a:gd name="connsiteX5" fmla="*/ 333653 w 333450"/>
                  <a:gd name="connsiteY5" fmla="*/ 272784 h 363128"/>
                  <a:gd name="connsiteX6" fmla="*/ 324813 w 333450"/>
                  <a:gd name="connsiteY6" fmla="*/ 272784 h 363128"/>
                  <a:gd name="connsiteX7" fmla="*/ 262225 w 333450"/>
                  <a:gd name="connsiteY7" fmla="*/ 332700 h 363128"/>
                  <a:gd name="connsiteX8" fmla="*/ 180188 w 333450"/>
                  <a:gd name="connsiteY8" fmla="*/ 343231 h 363128"/>
                  <a:gd name="connsiteX9" fmla="*/ 29906 w 333450"/>
                  <a:gd name="connsiteY9" fmla="*/ 343231 h 363128"/>
                  <a:gd name="connsiteX10" fmla="*/ 152607 w 333450"/>
                  <a:gd name="connsiteY10" fmla="*/ 187449 h 363128"/>
                  <a:gd name="connsiteX11" fmla="*/ 155790 w 333450"/>
                  <a:gd name="connsiteY11" fmla="*/ 181639 h 363128"/>
                  <a:gd name="connsiteX12" fmla="*/ 153314 w 333450"/>
                  <a:gd name="connsiteY12" fmla="*/ 176555 h 363128"/>
                  <a:gd name="connsiteX13" fmla="*/ 38392 w 333450"/>
                  <a:gd name="connsiteY13" fmla="*/ 14600 h 363128"/>
                  <a:gd name="connsiteX14" fmla="*/ 178420 w 333450"/>
                  <a:gd name="connsiteY14" fmla="*/ 14600 h 363128"/>
                  <a:gd name="connsiteX15" fmla="*/ 324813 w 333450"/>
                  <a:gd name="connsiteY15" fmla="*/ 85047 h 363128"/>
                  <a:gd name="connsiteX16" fmla="*/ 333653 w 333450"/>
                  <a:gd name="connsiteY16" fmla="*/ 85047 h 363128"/>
                  <a:gd name="connsiteX17" fmla="*/ 303243 w 333450"/>
                  <a:gd name="connsiteY17" fmla="*/ 75 h 363128"/>
                  <a:gd name="connsiteX18" fmla="*/ 10104 w 333450"/>
                  <a:gd name="connsiteY18" fmla="*/ 75 h 363128"/>
                  <a:gd name="connsiteX19" fmla="*/ 203 w 333450"/>
                  <a:gd name="connsiteY19" fmla="*/ 11695 h 363128"/>
                  <a:gd name="connsiteX20" fmla="*/ 129269 w 333450"/>
                  <a:gd name="connsiteY20" fmla="*/ 193985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269" y="193985"/>
                    </a:moveTo>
                    <a:lnTo>
                      <a:pt x="3739" y="353398"/>
                    </a:lnTo>
                    <a:cubicBezTo>
                      <a:pt x="910" y="357030"/>
                      <a:pt x="557" y="357756"/>
                      <a:pt x="557" y="359208"/>
                    </a:cubicBezTo>
                    <a:cubicBezTo>
                      <a:pt x="557" y="363203"/>
                      <a:pt x="3739" y="363203"/>
                      <a:pt x="10104" y="363203"/>
                    </a:cubicBezTo>
                    <a:lnTo>
                      <a:pt x="303243" y="363203"/>
                    </a:lnTo>
                    <a:lnTo>
                      <a:pt x="333653" y="272784"/>
                    </a:lnTo>
                    <a:lnTo>
                      <a:pt x="324813" y="272784"/>
                    </a:lnTo>
                    <a:cubicBezTo>
                      <a:pt x="315973" y="300019"/>
                      <a:pt x="292281" y="322169"/>
                      <a:pt x="262225" y="332700"/>
                    </a:cubicBezTo>
                    <a:cubicBezTo>
                      <a:pt x="256567" y="334516"/>
                      <a:pt x="232168" y="343231"/>
                      <a:pt x="180188" y="343231"/>
                    </a:cubicBezTo>
                    <a:lnTo>
                      <a:pt x="29906" y="343231"/>
                    </a:lnTo>
                    <a:lnTo>
                      <a:pt x="152607" y="187449"/>
                    </a:lnTo>
                    <a:cubicBezTo>
                      <a:pt x="155082" y="184181"/>
                      <a:pt x="155790" y="183091"/>
                      <a:pt x="155790" y="181639"/>
                    </a:cubicBezTo>
                    <a:cubicBezTo>
                      <a:pt x="155790" y="180186"/>
                      <a:pt x="155436" y="179823"/>
                      <a:pt x="153314" y="176555"/>
                    </a:cubicBezTo>
                    <a:lnTo>
                      <a:pt x="38392" y="14600"/>
                    </a:lnTo>
                    <a:lnTo>
                      <a:pt x="178420" y="14600"/>
                    </a:lnTo>
                    <a:cubicBezTo>
                      <a:pt x="218731" y="14600"/>
                      <a:pt x="300061" y="17142"/>
                      <a:pt x="324813" y="85047"/>
                    </a:cubicBezTo>
                    <a:lnTo>
                      <a:pt x="333653" y="85047"/>
                    </a:lnTo>
                    <a:lnTo>
                      <a:pt x="303243" y="75"/>
                    </a:lnTo>
                    <a:lnTo>
                      <a:pt x="10104" y="75"/>
                    </a:lnTo>
                    <a:cubicBezTo>
                      <a:pt x="557" y="75"/>
                      <a:pt x="203" y="438"/>
                      <a:pt x="203" y="11695"/>
                    </a:cubicBezTo>
                    <a:lnTo>
                      <a:pt x="129269" y="193985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69B8C1C6-9ED0-F1D5-50E2-BD66085D9A48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10190612" y="7289371"/>
                <a:ext cx="176095" cy="164497"/>
              </a:xfrm>
              <a:custGeom>
                <a:avLst/>
                <a:gdLst>
                  <a:gd name="connsiteX0" fmla="*/ 108065 w 176095"/>
                  <a:gd name="connsiteY0" fmla="*/ 50920 h 164497"/>
                  <a:gd name="connsiteX1" fmla="*/ 143072 w 176095"/>
                  <a:gd name="connsiteY1" fmla="*/ 8071 h 164497"/>
                  <a:gd name="connsiteX2" fmla="*/ 160752 w 176095"/>
                  <a:gd name="connsiteY2" fmla="*/ 12792 h 164497"/>
                  <a:gd name="connsiteX3" fmla="*/ 143779 w 176095"/>
                  <a:gd name="connsiteY3" fmla="*/ 32401 h 164497"/>
                  <a:gd name="connsiteX4" fmla="*/ 157216 w 176095"/>
                  <a:gd name="connsiteY4" fmla="*/ 45110 h 164497"/>
                  <a:gd name="connsiteX5" fmla="*/ 176311 w 176095"/>
                  <a:gd name="connsiteY5" fmla="*/ 24049 h 164497"/>
                  <a:gd name="connsiteX6" fmla="*/ 143426 w 176095"/>
                  <a:gd name="connsiteY6" fmla="*/ 82 h 164497"/>
                  <a:gd name="connsiteX7" fmla="*/ 106297 w 176095"/>
                  <a:gd name="connsiteY7" fmla="*/ 27680 h 164497"/>
                  <a:gd name="connsiteX8" fmla="*/ 68108 w 176095"/>
                  <a:gd name="connsiteY8" fmla="*/ 82 h 164497"/>
                  <a:gd name="connsiteX9" fmla="*/ 11177 w 176095"/>
                  <a:gd name="connsiteY9" fmla="*/ 56004 h 164497"/>
                  <a:gd name="connsiteX10" fmla="*/ 15420 w 176095"/>
                  <a:gd name="connsiteY10" fmla="*/ 59635 h 164497"/>
                  <a:gd name="connsiteX11" fmla="*/ 20017 w 176095"/>
                  <a:gd name="connsiteY11" fmla="*/ 55641 h 164497"/>
                  <a:gd name="connsiteX12" fmla="*/ 67400 w 176095"/>
                  <a:gd name="connsiteY12" fmla="*/ 8071 h 164497"/>
                  <a:gd name="connsiteX13" fmla="*/ 86495 w 176095"/>
                  <a:gd name="connsiteY13" fmla="*/ 32401 h 164497"/>
                  <a:gd name="connsiteX14" fmla="*/ 67400 w 176095"/>
                  <a:gd name="connsiteY14" fmla="*/ 118825 h 164497"/>
                  <a:gd name="connsiteX15" fmla="*/ 33808 w 176095"/>
                  <a:gd name="connsiteY15" fmla="*/ 156590 h 164497"/>
                  <a:gd name="connsiteX16" fmla="*/ 16127 w 176095"/>
                  <a:gd name="connsiteY16" fmla="*/ 151870 h 164497"/>
                  <a:gd name="connsiteX17" fmla="*/ 32747 w 176095"/>
                  <a:gd name="connsiteY17" fmla="*/ 132261 h 164497"/>
                  <a:gd name="connsiteX18" fmla="*/ 19664 w 176095"/>
                  <a:gd name="connsiteY18" fmla="*/ 119551 h 164497"/>
                  <a:gd name="connsiteX19" fmla="*/ 215 w 176095"/>
                  <a:gd name="connsiteY19" fmla="*/ 140613 h 164497"/>
                  <a:gd name="connsiteX20" fmla="*/ 33454 w 176095"/>
                  <a:gd name="connsiteY20" fmla="*/ 164579 h 164497"/>
                  <a:gd name="connsiteX21" fmla="*/ 70583 w 176095"/>
                  <a:gd name="connsiteY21" fmla="*/ 136981 h 164497"/>
                  <a:gd name="connsiteX22" fmla="*/ 108772 w 176095"/>
                  <a:gd name="connsiteY22" fmla="*/ 164579 h 164497"/>
                  <a:gd name="connsiteX23" fmla="*/ 165349 w 176095"/>
                  <a:gd name="connsiteY23" fmla="*/ 108657 h 164497"/>
                  <a:gd name="connsiteX24" fmla="*/ 161106 w 176095"/>
                  <a:gd name="connsiteY24" fmla="*/ 105026 h 164497"/>
                  <a:gd name="connsiteX25" fmla="*/ 156509 w 176095"/>
                  <a:gd name="connsiteY25" fmla="*/ 109021 h 164497"/>
                  <a:gd name="connsiteX26" fmla="*/ 109479 w 176095"/>
                  <a:gd name="connsiteY26" fmla="*/ 156590 h 164497"/>
                  <a:gd name="connsiteX27" fmla="*/ 90031 w 176095"/>
                  <a:gd name="connsiteY27" fmla="*/ 132624 h 164497"/>
                  <a:gd name="connsiteX28" fmla="*/ 96042 w 176095"/>
                  <a:gd name="connsiteY28" fmla="*/ 100669 h 164497"/>
                  <a:gd name="connsiteX29" fmla="*/ 108065 w 176095"/>
                  <a:gd name="connsiteY29" fmla="*/ 50920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095" h="164497">
                    <a:moveTo>
                      <a:pt x="108065" y="50920"/>
                    </a:moveTo>
                    <a:cubicBezTo>
                      <a:pt x="110187" y="41479"/>
                      <a:pt x="118320" y="8071"/>
                      <a:pt x="143072" y="8071"/>
                    </a:cubicBezTo>
                    <a:cubicBezTo>
                      <a:pt x="144840" y="8071"/>
                      <a:pt x="153327" y="8071"/>
                      <a:pt x="160752" y="12792"/>
                    </a:cubicBezTo>
                    <a:cubicBezTo>
                      <a:pt x="150851" y="14607"/>
                      <a:pt x="143779" y="23685"/>
                      <a:pt x="143779" y="32401"/>
                    </a:cubicBezTo>
                    <a:cubicBezTo>
                      <a:pt x="143779" y="38211"/>
                      <a:pt x="147669" y="45110"/>
                      <a:pt x="157216" y="45110"/>
                    </a:cubicBezTo>
                    <a:cubicBezTo>
                      <a:pt x="164996" y="45110"/>
                      <a:pt x="176311" y="38574"/>
                      <a:pt x="176311" y="24049"/>
                    </a:cubicBezTo>
                    <a:cubicBezTo>
                      <a:pt x="176311" y="5166"/>
                      <a:pt x="155448" y="82"/>
                      <a:pt x="143426" y="82"/>
                    </a:cubicBezTo>
                    <a:cubicBezTo>
                      <a:pt x="122916" y="82"/>
                      <a:pt x="110540" y="19328"/>
                      <a:pt x="106297" y="27680"/>
                    </a:cubicBezTo>
                    <a:cubicBezTo>
                      <a:pt x="97457" y="3713"/>
                      <a:pt x="78362" y="82"/>
                      <a:pt x="68108" y="82"/>
                    </a:cubicBezTo>
                    <a:cubicBezTo>
                      <a:pt x="31333" y="82"/>
                      <a:pt x="11177" y="46926"/>
                      <a:pt x="11177" y="56004"/>
                    </a:cubicBezTo>
                    <a:cubicBezTo>
                      <a:pt x="11177" y="59635"/>
                      <a:pt x="14713" y="59635"/>
                      <a:pt x="15420" y="59635"/>
                    </a:cubicBezTo>
                    <a:cubicBezTo>
                      <a:pt x="18249" y="59635"/>
                      <a:pt x="19310" y="58909"/>
                      <a:pt x="20017" y="55641"/>
                    </a:cubicBezTo>
                    <a:cubicBezTo>
                      <a:pt x="32040" y="17149"/>
                      <a:pt x="55378" y="8071"/>
                      <a:pt x="67400" y="8071"/>
                    </a:cubicBezTo>
                    <a:cubicBezTo>
                      <a:pt x="74119" y="8071"/>
                      <a:pt x="86495" y="11339"/>
                      <a:pt x="86495" y="32401"/>
                    </a:cubicBezTo>
                    <a:cubicBezTo>
                      <a:pt x="86495" y="43658"/>
                      <a:pt x="80484" y="67987"/>
                      <a:pt x="67400" y="118825"/>
                    </a:cubicBezTo>
                    <a:cubicBezTo>
                      <a:pt x="61743" y="141339"/>
                      <a:pt x="49366" y="156590"/>
                      <a:pt x="33808" y="156590"/>
                    </a:cubicBezTo>
                    <a:cubicBezTo>
                      <a:pt x="31686" y="156590"/>
                      <a:pt x="23553" y="156590"/>
                      <a:pt x="16127" y="151870"/>
                    </a:cubicBezTo>
                    <a:cubicBezTo>
                      <a:pt x="24968" y="150054"/>
                      <a:pt x="32747" y="142428"/>
                      <a:pt x="32747" y="132261"/>
                    </a:cubicBezTo>
                    <a:cubicBezTo>
                      <a:pt x="32747" y="122456"/>
                      <a:pt x="24968" y="119551"/>
                      <a:pt x="19664" y="119551"/>
                    </a:cubicBezTo>
                    <a:cubicBezTo>
                      <a:pt x="9055" y="119551"/>
                      <a:pt x="215" y="128993"/>
                      <a:pt x="215" y="140613"/>
                    </a:cubicBezTo>
                    <a:cubicBezTo>
                      <a:pt x="215" y="157317"/>
                      <a:pt x="17896" y="164579"/>
                      <a:pt x="33454" y="164579"/>
                    </a:cubicBezTo>
                    <a:cubicBezTo>
                      <a:pt x="56792" y="164579"/>
                      <a:pt x="69522" y="139160"/>
                      <a:pt x="70583" y="136981"/>
                    </a:cubicBezTo>
                    <a:cubicBezTo>
                      <a:pt x="74826" y="150417"/>
                      <a:pt x="87556" y="164579"/>
                      <a:pt x="108772" y="164579"/>
                    </a:cubicBezTo>
                    <a:cubicBezTo>
                      <a:pt x="145194" y="164579"/>
                      <a:pt x="165349" y="117736"/>
                      <a:pt x="165349" y="108657"/>
                    </a:cubicBezTo>
                    <a:cubicBezTo>
                      <a:pt x="165349" y="105026"/>
                      <a:pt x="162167" y="105026"/>
                      <a:pt x="161106" y="105026"/>
                    </a:cubicBezTo>
                    <a:cubicBezTo>
                      <a:pt x="157923" y="105026"/>
                      <a:pt x="157216" y="106479"/>
                      <a:pt x="156509" y="109021"/>
                    </a:cubicBezTo>
                    <a:cubicBezTo>
                      <a:pt x="144840" y="147875"/>
                      <a:pt x="120795" y="156590"/>
                      <a:pt x="109479" y="156590"/>
                    </a:cubicBezTo>
                    <a:cubicBezTo>
                      <a:pt x="95689" y="156590"/>
                      <a:pt x="90031" y="144970"/>
                      <a:pt x="90031" y="132624"/>
                    </a:cubicBezTo>
                    <a:cubicBezTo>
                      <a:pt x="90031" y="124635"/>
                      <a:pt x="92153" y="116646"/>
                      <a:pt x="96042" y="100669"/>
                    </a:cubicBezTo>
                    <a:lnTo>
                      <a:pt x="108065" y="50920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C0F6418C-FEFF-B3E8-13E6-E1E7F94CC1EE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8700774" y="7923242"/>
                <a:ext cx="333450" cy="363128"/>
              </a:xfrm>
              <a:custGeom>
                <a:avLst/>
                <a:gdLst>
                  <a:gd name="connsiteX0" fmla="*/ 129239 w 333450"/>
                  <a:gd name="connsiteY0" fmla="*/ 194006 h 363128"/>
                  <a:gd name="connsiteX1" fmla="*/ 3709 w 333450"/>
                  <a:gd name="connsiteY1" fmla="*/ 353419 h 363128"/>
                  <a:gd name="connsiteX2" fmla="*/ 527 w 333450"/>
                  <a:gd name="connsiteY2" fmla="*/ 359229 h 363128"/>
                  <a:gd name="connsiteX3" fmla="*/ 10074 w 333450"/>
                  <a:gd name="connsiteY3" fmla="*/ 363223 h 363128"/>
                  <a:gd name="connsiteX4" fmla="*/ 303213 w 333450"/>
                  <a:gd name="connsiteY4" fmla="*/ 363223 h 363128"/>
                  <a:gd name="connsiteX5" fmla="*/ 333623 w 333450"/>
                  <a:gd name="connsiteY5" fmla="*/ 272804 h 363128"/>
                  <a:gd name="connsiteX6" fmla="*/ 324783 w 333450"/>
                  <a:gd name="connsiteY6" fmla="*/ 272804 h 363128"/>
                  <a:gd name="connsiteX7" fmla="*/ 262195 w 333450"/>
                  <a:gd name="connsiteY7" fmla="*/ 332721 h 363128"/>
                  <a:gd name="connsiteX8" fmla="*/ 180158 w 333450"/>
                  <a:gd name="connsiteY8" fmla="*/ 343251 h 363128"/>
                  <a:gd name="connsiteX9" fmla="*/ 29876 w 333450"/>
                  <a:gd name="connsiteY9" fmla="*/ 343251 h 363128"/>
                  <a:gd name="connsiteX10" fmla="*/ 152577 w 333450"/>
                  <a:gd name="connsiteY10" fmla="*/ 187469 h 363128"/>
                  <a:gd name="connsiteX11" fmla="*/ 155760 w 333450"/>
                  <a:gd name="connsiteY11" fmla="*/ 181659 h 363128"/>
                  <a:gd name="connsiteX12" fmla="*/ 153284 w 333450"/>
                  <a:gd name="connsiteY12" fmla="*/ 176575 h 363128"/>
                  <a:gd name="connsiteX13" fmla="*/ 38362 w 333450"/>
                  <a:gd name="connsiteY13" fmla="*/ 14620 h 363128"/>
                  <a:gd name="connsiteX14" fmla="*/ 178390 w 333450"/>
                  <a:gd name="connsiteY14" fmla="*/ 14620 h 363128"/>
                  <a:gd name="connsiteX15" fmla="*/ 324783 w 333450"/>
                  <a:gd name="connsiteY15" fmla="*/ 85067 h 363128"/>
                  <a:gd name="connsiteX16" fmla="*/ 333623 w 333450"/>
                  <a:gd name="connsiteY16" fmla="*/ 85067 h 363128"/>
                  <a:gd name="connsiteX17" fmla="*/ 303213 w 333450"/>
                  <a:gd name="connsiteY17" fmla="*/ 95 h 363128"/>
                  <a:gd name="connsiteX18" fmla="*/ 10074 w 333450"/>
                  <a:gd name="connsiteY18" fmla="*/ 95 h 363128"/>
                  <a:gd name="connsiteX19" fmla="*/ 173 w 333450"/>
                  <a:gd name="connsiteY19" fmla="*/ 11715 h 363128"/>
                  <a:gd name="connsiteX20" fmla="*/ 129239 w 333450"/>
                  <a:gd name="connsiteY20" fmla="*/ 194006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239" y="194006"/>
                    </a:moveTo>
                    <a:lnTo>
                      <a:pt x="3709" y="353419"/>
                    </a:lnTo>
                    <a:cubicBezTo>
                      <a:pt x="880" y="357050"/>
                      <a:pt x="527" y="357776"/>
                      <a:pt x="527" y="359229"/>
                    </a:cubicBezTo>
                    <a:cubicBezTo>
                      <a:pt x="527" y="363223"/>
                      <a:pt x="3709" y="363223"/>
                      <a:pt x="10074" y="363223"/>
                    </a:cubicBezTo>
                    <a:lnTo>
                      <a:pt x="303213" y="363223"/>
                    </a:lnTo>
                    <a:lnTo>
                      <a:pt x="333623" y="272804"/>
                    </a:lnTo>
                    <a:lnTo>
                      <a:pt x="324783" y="272804"/>
                    </a:lnTo>
                    <a:cubicBezTo>
                      <a:pt x="315943" y="300039"/>
                      <a:pt x="292251" y="322190"/>
                      <a:pt x="262195" y="332721"/>
                    </a:cubicBezTo>
                    <a:cubicBezTo>
                      <a:pt x="256537" y="334536"/>
                      <a:pt x="232138" y="343251"/>
                      <a:pt x="180158" y="343251"/>
                    </a:cubicBezTo>
                    <a:lnTo>
                      <a:pt x="29876" y="343251"/>
                    </a:lnTo>
                    <a:lnTo>
                      <a:pt x="152577" y="187469"/>
                    </a:lnTo>
                    <a:cubicBezTo>
                      <a:pt x="155052" y="184201"/>
                      <a:pt x="155760" y="183112"/>
                      <a:pt x="155760" y="181659"/>
                    </a:cubicBezTo>
                    <a:cubicBezTo>
                      <a:pt x="155760" y="180207"/>
                      <a:pt x="155406" y="179844"/>
                      <a:pt x="153284" y="176575"/>
                    </a:cubicBezTo>
                    <a:lnTo>
                      <a:pt x="38362" y="14620"/>
                    </a:lnTo>
                    <a:lnTo>
                      <a:pt x="178390" y="14620"/>
                    </a:lnTo>
                    <a:cubicBezTo>
                      <a:pt x="218701" y="14620"/>
                      <a:pt x="300031" y="17162"/>
                      <a:pt x="324783" y="85067"/>
                    </a:cubicBezTo>
                    <a:lnTo>
                      <a:pt x="333623" y="85067"/>
                    </a:lnTo>
                    <a:lnTo>
                      <a:pt x="303213" y="95"/>
                    </a:lnTo>
                    <a:lnTo>
                      <a:pt x="10074" y="95"/>
                    </a:lnTo>
                    <a:cubicBezTo>
                      <a:pt x="527" y="95"/>
                      <a:pt x="173" y="458"/>
                      <a:pt x="173" y="11715"/>
                    </a:cubicBezTo>
                    <a:lnTo>
                      <a:pt x="129239" y="19400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D10E4974-4843-5A8F-17E4-20C966706D9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9123411" y="8035088"/>
                <a:ext cx="176095" cy="164497"/>
              </a:xfrm>
              <a:custGeom>
                <a:avLst/>
                <a:gdLst>
                  <a:gd name="connsiteX0" fmla="*/ 108035 w 176095"/>
                  <a:gd name="connsiteY0" fmla="*/ 50941 h 164497"/>
                  <a:gd name="connsiteX1" fmla="*/ 143042 w 176095"/>
                  <a:gd name="connsiteY1" fmla="*/ 8091 h 164497"/>
                  <a:gd name="connsiteX2" fmla="*/ 160722 w 176095"/>
                  <a:gd name="connsiteY2" fmla="*/ 12812 h 164497"/>
                  <a:gd name="connsiteX3" fmla="*/ 143749 w 176095"/>
                  <a:gd name="connsiteY3" fmla="*/ 32421 h 164497"/>
                  <a:gd name="connsiteX4" fmla="*/ 157186 w 176095"/>
                  <a:gd name="connsiteY4" fmla="*/ 45130 h 164497"/>
                  <a:gd name="connsiteX5" fmla="*/ 176281 w 176095"/>
                  <a:gd name="connsiteY5" fmla="*/ 24069 h 164497"/>
                  <a:gd name="connsiteX6" fmla="*/ 143395 w 176095"/>
                  <a:gd name="connsiteY6" fmla="*/ 103 h 164497"/>
                  <a:gd name="connsiteX7" fmla="*/ 106267 w 176095"/>
                  <a:gd name="connsiteY7" fmla="*/ 27700 h 164497"/>
                  <a:gd name="connsiteX8" fmla="*/ 68077 w 176095"/>
                  <a:gd name="connsiteY8" fmla="*/ 103 h 164497"/>
                  <a:gd name="connsiteX9" fmla="*/ 11147 w 176095"/>
                  <a:gd name="connsiteY9" fmla="*/ 56024 h 164497"/>
                  <a:gd name="connsiteX10" fmla="*/ 15390 w 176095"/>
                  <a:gd name="connsiteY10" fmla="*/ 59656 h 164497"/>
                  <a:gd name="connsiteX11" fmla="*/ 19987 w 176095"/>
                  <a:gd name="connsiteY11" fmla="*/ 55661 h 164497"/>
                  <a:gd name="connsiteX12" fmla="*/ 67370 w 176095"/>
                  <a:gd name="connsiteY12" fmla="*/ 8091 h 164497"/>
                  <a:gd name="connsiteX13" fmla="*/ 86465 w 176095"/>
                  <a:gd name="connsiteY13" fmla="*/ 32421 h 164497"/>
                  <a:gd name="connsiteX14" fmla="*/ 67370 w 176095"/>
                  <a:gd name="connsiteY14" fmla="*/ 118845 h 164497"/>
                  <a:gd name="connsiteX15" fmla="*/ 33778 w 176095"/>
                  <a:gd name="connsiteY15" fmla="*/ 156611 h 164497"/>
                  <a:gd name="connsiteX16" fmla="*/ 16097 w 176095"/>
                  <a:gd name="connsiteY16" fmla="*/ 151890 h 164497"/>
                  <a:gd name="connsiteX17" fmla="*/ 32717 w 176095"/>
                  <a:gd name="connsiteY17" fmla="*/ 132281 h 164497"/>
                  <a:gd name="connsiteX18" fmla="*/ 19634 w 176095"/>
                  <a:gd name="connsiteY18" fmla="*/ 119572 h 164497"/>
                  <a:gd name="connsiteX19" fmla="*/ 185 w 176095"/>
                  <a:gd name="connsiteY19" fmla="*/ 140633 h 164497"/>
                  <a:gd name="connsiteX20" fmla="*/ 33424 w 176095"/>
                  <a:gd name="connsiteY20" fmla="*/ 164600 h 164497"/>
                  <a:gd name="connsiteX21" fmla="*/ 70553 w 176095"/>
                  <a:gd name="connsiteY21" fmla="*/ 137002 h 164497"/>
                  <a:gd name="connsiteX22" fmla="*/ 108742 w 176095"/>
                  <a:gd name="connsiteY22" fmla="*/ 164600 h 164497"/>
                  <a:gd name="connsiteX23" fmla="*/ 165319 w 176095"/>
                  <a:gd name="connsiteY23" fmla="*/ 108678 h 164497"/>
                  <a:gd name="connsiteX24" fmla="*/ 161076 w 176095"/>
                  <a:gd name="connsiteY24" fmla="*/ 105047 h 164497"/>
                  <a:gd name="connsiteX25" fmla="*/ 156479 w 176095"/>
                  <a:gd name="connsiteY25" fmla="*/ 109041 h 164497"/>
                  <a:gd name="connsiteX26" fmla="*/ 109449 w 176095"/>
                  <a:gd name="connsiteY26" fmla="*/ 156611 h 164497"/>
                  <a:gd name="connsiteX27" fmla="*/ 90001 w 176095"/>
                  <a:gd name="connsiteY27" fmla="*/ 132644 h 164497"/>
                  <a:gd name="connsiteX28" fmla="*/ 96012 w 176095"/>
                  <a:gd name="connsiteY28" fmla="*/ 100689 h 164497"/>
                  <a:gd name="connsiteX29" fmla="*/ 108035 w 176095"/>
                  <a:gd name="connsiteY29" fmla="*/ 50941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095" h="164497">
                    <a:moveTo>
                      <a:pt x="108035" y="50941"/>
                    </a:moveTo>
                    <a:cubicBezTo>
                      <a:pt x="110157" y="41499"/>
                      <a:pt x="118289" y="8091"/>
                      <a:pt x="143042" y="8091"/>
                    </a:cubicBezTo>
                    <a:cubicBezTo>
                      <a:pt x="144810" y="8091"/>
                      <a:pt x="153296" y="8091"/>
                      <a:pt x="160722" y="12812"/>
                    </a:cubicBezTo>
                    <a:cubicBezTo>
                      <a:pt x="150821" y="14628"/>
                      <a:pt x="143749" y="23706"/>
                      <a:pt x="143749" y="32421"/>
                    </a:cubicBezTo>
                    <a:cubicBezTo>
                      <a:pt x="143749" y="38231"/>
                      <a:pt x="147639" y="45130"/>
                      <a:pt x="157186" y="45130"/>
                    </a:cubicBezTo>
                    <a:cubicBezTo>
                      <a:pt x="164965" y="45130"/>
                      <a:pt x="176281" y="38594"/>
                      <a:pt x="176281" y="24069"/>
                    </a:cubicBezTo>
                    <a:cubicBezTo>
                      <a:pt x="176281" y="5186"/>
                      <a:pt x="155418" y="103"/>
                      <a:pt x="143395" y="103"/>
                    </a:cubicBezTo>
                    <a:cubicBezTo>
                      <a:pt x="122886" y="103"/>
                      <a:pt x="110510" y="19348"/>
                      <a:pt x="106267" y="27700"/>
                    </a:cubicBezTo>
                    <a:cubicBezTo>
                      <a:pt x="97427" y="3734"/>
                      <a:pt x="78332" y="103"/>
                      <a:pt x="68077" y="103"/>
                    </a:cubicBezTo>
                    <a:cubicBezTo>
                      <a:pt x="31302" y="103"/>
                      <a:pt x="11147" y="46946"/>
                      <a:pt x="11147" y="56024"/>
                    </a:cubicBezTo>
                    <a:cubicBezTo>
                      <a:pt x="11147" y="59656"/>
                      <a:pt x="14683" y="59656"/>
                      <a:pt x="15390" y="59656"/>
                    </a:cubicBezTo>
                    <a:cubicBezTo>
                      <a:pt x="18219" y="59656"/>
                      <a:pt x="19280" y="58929"/>
                      <a:pt x="19987" y="55661"/>
                    </a:cubicBezTo>
                    <a:cubicBezTo>
                      <a:pt x="32010" y="17170"/>
                      <a:pt x="55348" y="8091"/>
                      <a:pt x="67370" y="8091"/>
                    </a:cubicBezTo>
                    <a:cubicBezTo>
                      <a:pt x="74089" y="8091"/>
                      <a:pt x="86465" y="11360"/>
                      <a:pt x="86465" y="32421"/>
                    </a:cubicBezTo>
                    <a:cubicBezTo>
                      <a:pt x="86465" y="43678"/>
                      <a:pt x="80454" y="68008"/>
                      <a:pt x="67370" y="118845"/>
                    </a:cubicBezTo>
                    <a:cubicBezTo>
                      <a:pt x="61713" y="141359"/>
                      <a:pt x="49336" y="156611"/>
                      <a:pt x="33778" y="156611"/>
                    </a:cubicBezTo>
                    <a:cubicBezTo>
                      <a:pt x="31656" y="156611"/>
                      <a:pt x="23523" y="156611"/>
                      <a:pt x="16097" y="151890"/>
                    </a:cubicBezTo>
                    <a:cubicBezTo>
                      <a:pt x="24938" y="150075"/>
                      <a:pt x="32717" y="142449"/>
                      <a:pt x="32717" y="132281"/>
                    </a:cubicBezTo>
                    <a:cubicBezTo>
                      <a:pt x="32717" y="122477"/>
                      <a:pt x="24938" y="119572"/>
                      <a:pt x="19634" y="119572"/>
                    </a:cubicBezTo>
                    <a:cubicBezTo>
                      <a:pt x="9025" y="119572"/>
                      <a:pt x="185" y="129013"/>
                      <a:pt x="185" y="140633"/>
                    </a:cubicBezTo>
                    <a:cubicBezTo>
                      <a:pt x="185" y="157337"/>
                      <a:pt x="17865" y="164600"/>
                      <a:pt x="33424" y="164600"/>
                    </a:cubicBezTo>
                    <a:cubicBezTo>
                      <a:pt x="56762" y="164600"/>
                      <a:pt x="69492" y="139181"/>
                      <a:pt x="70553" y="137002"/>
                    </a:cubicBezTo>
                    <a:cubicBezTo>
                      <a:pt x="74796" y="150438"/>
                      <a:pt x="87526" y="164600"/>
                      <a:pt x="108742" y="164600"/>
                    </a:cubicBezTo>
                    <a:cubicBezTo>
                      <a:pt x="145164" y="164600"/>
                      <a:pt x="165319" y="117756"/>
                      <a:pt x="165319" y="108678"/>
                    </a:cubicBezTo>
                    <a:cubicBezTo>
                      <a:pt x="165319" y="105047"/>
                      <a:pt x="162137" y="105047"/>
                      <a:pt x="161076" y="105047"/>
                    </a:cubicBezTo>
                    <a:cubicBezTo>
                      <a:pt x="157893" y="105047"/>
                      <a:pt x="157186" y="106499"/>
                      <a:pt x="156479" y="109041"/>
                    </a:cubicBezTo>
                    <a:cubicBezTo>
                      <a:pt x="144810" y="147896"/>
                      <a:pt x="120765" y="156611"/>
                      <a:pt x="109449" y="156611"/>
                    </a:cubicBezTo>
                    <a:cubicBezTo>
                      <a:pt x="95659" y="156611"/>
                      <a:pt x="90001" y="144991"/>
                      <a:pt x="90001" y="132644"/>
                    </a:cubicBezTo>
                    <a:cubicBezTo>
                      <a:pt x="90001" y="124656"/>
                      <a:pt x="92123" y="116667"/>
                      <a:pt x="96012" y="100689"/>
                    </a:cubicBezTo>
                    <a:lnTo>
                      <a:pt x="108035" y="5094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5BE921B7-9BCB-58E8-46C1-425714B36DD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9688659" y="7923242"/>
                <a:ext cx="333450" cy="363128"/>
              </a:xfrm>
              <a:custGeom>
                <a:avLst/>
                <a:gdLst>
                  <a:gd name="connsiteX0" fmla="*/ 129267 w 333450"/>
                  <a:gd name="connsiteY0" fmla="*/ 194006 h 363128"/>
                  <a:gd name="connsiteX1" fmla="*/ 3737 w 333450"/>
                  <a:gd name="connsiteY1" fmla="*/ 353419 h 363128"/>
                  <a:gd name="connsiteX2" fmla="*/ 554 w 333450"/>
                  <a:gd name="connsiteY2" fmla="*/ 359229 h 363128"/>
                  <a:gd name="connsiteX3" fmla="*/ 10102 w 333450"/>
                  <a:gd name="connsiteY3" fmla="*/ 363223 h 363128"/>
                  <a:gd name="connsiteX4" fmla="*/ 303241 w 333450"/>
                  <a:gd name="connsiteY4" fmla="*/ 363223 h 363128"/>
                  <a:gd name="connsiteX5" fmla="*/ 333651 w 333450"/>
                  <a:gd name="connsiteY5" fmla="*/ 272804 h 363128"/>
                  <a:gd name="connsiteX6" fmla="*/ 324811 w 333450"/>
                  <a:gd name="connsiteY6" fmla="*/ 272804 h 363128"/>
                  <a:gd name="connsiteX7" fmla="*/ 262223 w 333450"/>
                  <a:gd name="connsiteY7" fmla="*/ 332721 h 363128"/>
                  <a:gd name="connsiteX8" fmla="*/ 180186 w 333450"/>
                  <a:gd name="connsiteY8" fmla="*/ 343251 h 363128"/>
                  <a:gd name="connsiteX9" fmla="*/ 29904 w 333450"/>
                  <a:gd name="connsiteY9" fmla="*/ 343251 h 363128"/>
                  <a:gd name="connsiteX10" fmla="*/ 152605 w 333450"/>
                  <a:gd name="connsiteY10" fmla="*/ 187469 h 363128"/>
                  <a:gd name="connsiteX11" fmla="*/ 155787 w 333450"/>
                  <a:gd name="connsiteY11" fmla="*/ 181659 h 363128"/>
                  <a:gd name="connsiteX12" fmla="*/ 153312 w 333450"/>
                  <a:gd name="connsiteY12" fmla="*/ 176575 h 363128"/>
                  <a:gd name="connsiteX13" fmla="*/ 38390 w 333450"/>
                  <a:gd name="connsiteY13" fmla="*/ 14620 h 363128"/>
                  <a:gd name="connsiteX14" fmla="*/ 178418 w 333450"/>
                  <a:gd name="connsiteY14" fmla="*/ 14620 h 363128"/>
                  <a:gd name="connsiteX15" fmla="*/ 324811 w 333450"/>
                  <a:gd name="connsiteY15" fmla="*/ 85067 h 363128"/>
                  <a:gd name="connsiteX16" fmla="*/ 333651 w 333450"/>
                  <a:gd name="connsiteY16" fmla="*/ 85067 h 363128"/>
                  <a:gd name="connsiteX17" fmla="*/ 303241 w 333450"/>
                  <a:gd name="connsiteY17" fmla="*/ 95 h 363128"/>
                  <a:gd name="connsiteX18" fmla="*/ 10102 w 333450"/>
                  <a:gd name="connsiteY18" fmla="*/ 95 h 363128"/>
                  <a:gd name="connsiteX19" fmla="*/ 201 w 333450"/>
                  <a:gd name="connsiteY19" fmla="*/ 11715 h 363128"/>
                  <a:gd name="connsiteX20" fmla="*/ 129267 w 333450"/>
                  <a:gd name="connsiteY20" fmla="*/ 194006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267" y="194006"/>
                    </a:moveTo>
                    <a:lnTo>
                      <a:pt x="3737" y="353419"/>
                    </a:lnTo>
                    <a:cubicBezTo>
                      <a:pt x="908" y="357050"/>
                      <a:pt x="554" y="357776"/>
                      <a:pt x="554" y="359229"/>
                    </a:cubicBezTo>
                    <a:cubicBezTo>
                      <a:pt x="554" y="363223"/>
                      <a:pt x="3737" y="363223"/>
                      <a:pt x="10102" y="363223"/>
                    </a:cubicBezTo>
                    <a:lnTo>
                      <a:pt x="303241" y="363223"/>
                    </a:lnTo>
                    <a:lnTo>
                      <a:pt x="333651" y="272804"/>
                    </a:lnTo>
                    <a:lnTo>
                      <a:pt x="324811" y="272804"/>
                    </a:lnTo>
                    <a:cubicBezTo>
                      <a:pt x="315971" y="300039"/>
                      <a:pt x="292279" y="322190"/>
                      <a:pt x="262223" y="332721"/>
                    </a:cubicBezTo>
                    <a:cubicBezTo>
                      <a:pt x="256565" y="334536"/>
                      <a:pt x="232166" y="343251"/>
                      <a:pt x="180186" y="343251"/>
                    </a:cubicBezTo>
                    <a:lnTo>
                      <a:pt x="29904" y="343251"/>
                    </a:lnTo>
                    <a:lnTo>
                      <a:pt x="152605" y="187469"/>
                    </a:lnTo>
                    <a:cubicBezTo>
                      <a:pt x="155080" y="184201"/>
                      <a:pt x="155787" y="183112"/>
                      <a:pt x="155787" y="181659"/>
                    </a:cubicBezTo>
                    <a:cubicBezTo>
                      <a:pt x="155787" y="180207"/>
                      <a:pt x="155434" y="179844"/>
                      <a:pt x="153312" y="176575"/>
                    </a:cubicBezTo>
                    <a:lnTo>
                      <a:pt x="38390" y="14620"/>
                    </a:lnTo>
                    <a:lnTo>
                      <a:pt x="178418" y="14620"/>
                    </a:lnTo>
                    <a:cubicBezTo>
                      <a:pt x="218729" y="14620"/>
                      <a:pt x="300058" y="17162"/>
                      <a:pt x="324811" y="85067"/>
                    </a:cubicBezTo>
                    <a:lnTo>
                      <a:pt x="333651" y="85067"/>
                    </a:lnTo>
                    <a:lnTo>
                      <a:pt x="303241" y="95"/>
                    </a:lnTo>
                    <a:lnTo>
                      <a:pt x="10102" y="95"/>
                    </a:lnTo>
                    <a:cubicBezTo>
                      <a:pt x="554" y="95"/>
                      <a:pt x="201" y="458"/>
                      <a:pt x="201" y="11715"/>
                    </a:cubicBezTo>
                    <a:lnTo>
                      <a:pt x="129267" y="19400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5D8F068-D946-EE69-B943-AEE15C1A7A93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10111296" y="8035088"/>
                <a:ext cx="176095" cy="164497"/>
              </a:xfrm>
              <a:custGeom>
                <a:avLst/>
                <a:gdLst>
                  <a:gd name="connsiteX0" fmla="*/ 108063 w 176095"/>
                  <a:gd name="connsiteY0" fmla="*/ 50941 h 164497"/>
                  <a:gd name="connsiteX1" fmla="*/ 143070 w 176095"/>
                  <a:gd name="connsiteY1" fmla="*/ 8091 h 164497"/>
                  <a:gd name="connsiteX2" fmla="*/ 160750 w 176095"/>
                  <a:gd name="connsiteY2" fmla="*/ 12812 h 164497"/>
                  <a:gd name="connsiteX3" fmla="*/ 143777 w 176095"/>
                  <a:gd name="connsiteY3" fmla="*/ 32421 h 164497"/>
                  <a:gd name="connsiteX4" fmla="*/ 157214 w 176095"/>
                  <a:gd name="connsiteY4" fmla="*/ 45130 h 164497"/>
                  <a:gd name="connsiteX5" fmla="*/ 176309 w 176095"/>
                  <a:gd name="connsiteY5" fmla="*/ 24069 h 164497"/>
                  <a:gd name="connsiteX6" fmla="*/ 143423 w 176095"/>
                  <a:gd name="connsiteY6" fmla="*/ 103 h 164497"/>
                  <a:gd name="connsiteX7" fmla="*/ 106295 w 176095"/>
                  <a:gd name="connsiteY7" fmla="*/ 27700 h 164497"/>
                  <a:gd name="connsiteX8" fmla="*/ 68105 w 176095"/>
                  <a:gd name="connsiteY8" fmla="*/ 103 h 164497"/>
                  <a:gd name="connsiteX9" fmla="*/ 11175 w 176095"/>
                  <a:gd name="connsiteY9" fmla="*/ 56024 h 164497"/>
                  <a:gd name="connsiteX10" fmla="*/ 15418 w 176095"/>
                  <a:gd name="connsiteY10" fmla="*/ 59656 h 164497"/>
                  <a:gd name="connsiteX11" fmla="*/ 20015 w 176095"/>
                  <a:gd name="connsiteY11" fmla="*/ 55661 h 164497"/>
                  <a:gd name="connsiteX12" fmla="*/ 67398 w 176095"/>
                  <a:gd name="connsiteY12" fmla="*/ 8091 h 164497"/>
                  <a:gd name="connsiteX13" fmla="*/ 86493 w 176095"/>
                  <a:gd name="connsiteY13" fmla="*/ 32421 h 164497"/>
                  <a:gd name="connsiteX14" fmla="*/ 67398 w 176095"/>
                  <a:gd name="connsiteY14" fmla="*/ 118845 h 164497"/>
                  <a:gd name="connsiteX15" fmla="*/ 33806 w 176095"/>
                  <a:gd name="connsiteY15" fmla="*/ 156611 h 164497"/>
                  <a:gd name="connsiteX16" fmla="*/ 16125 w 176095"/>
                  <a:gd name="connsiteY16" fmla="*/ 151890 h 164497"/>
                  <a:gd name="connsiteX17" fmla="*/ 32745 w 176095"/>
                  <a:gd name="connsiteY17" fmla="*/ 132281 h 164497"/>
                  <a:gd name="connsiteX18" fmla="*/ 19661 w 176095"/>
                  <a:gd name="connsiteY18" fmla="*/ 119572 h 164497"/>
                  <a:gd name="connsiteX19" fmla="*/ 213 w 176095"/>
                  <a:gd name="connsiteY19" fmla="*/ 140633 h 164497"/>
                  <a:gd name="connsiteX20" fmla="*/ 33452 w 176095"/>
                  <a:gd name="connsiteY20" fmla="*/ 164600 h 164497"/>
                  <a:gd name="connsiteX21" fmla="*/ 70581 w 176095"/>
                  <a:gd name="connsiteY21" fmla="*/ 137002 h 164497"/>
                  <a:gd name="connsiteX22" fmla="*/ 108770 w 176095"/>
                  <a:gd name="connsiteY22" fmla="*/ 164600 h 164497"/>
                  <a:gd name="connsiteX23" fmla="*/ 165347 w 176095"/>
                  <a:gd name="connsiteY23" fmla="*/ 108678 h 164497"/>
                  <a:gd name="connsiteX24" fmla="*/ 161104 w 176095"/>
                  <a:gd name="connsiteY24" fmla="*/ 105047 h 164497"/>
                  <a:gd name="connsiteX25" fmla="*/ 156507 w 176095"/>
                  <a:gd name="connsiteY25" fmla="*/ 109041 h 164497"/>
                  <a:gd name="connsiteX26" fmla="*/ 109477 w 176095"/>
                  <a:gd name="connsiteY26" fmla="*/ 156611 h 164497"/>
                  <a:gd name="connsiteX27" fmla="*/ 90029 w 176095"/>
                  <a:gd name="connsiteY27" fmla="*/ 132644 h 164497"/>
                  <a:gd name="connsiteX28" fmla="*/ 96040 w 176095"/>
                  <a:gd name="connsiteY28" fmla="*/ 100689 h 164497"/>
                  <a:gd name="connsiteX29" fmla="*/ 108063 w 176095"/>
                  <a:gd name="connsiteY29" fmla="*/ 50941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095" h="164497">
                    <a:moveTo>
                      <a:pt x="108063" y="50941"/>
                    </a:moveTo>
                    <a:cubicBezTo>
                      <a:pt x="110184" y="41499"/>
                      <a:pt x="118317" y="8091"/>
                      <a:pt x="143070" y="8091"/>
                    </a:cubicBezTo>
                    <a:cubicBezTo>
                      <a:pt x="144838" y="8091"/>
                      <a:pt x="153324" y="8091"/>
                      <a:pt x="160750" y="12812"/>
                    </a:cubicBezTo>
                    <a:cubicBezTo>
                      <a:pt x="150849" y="14628"/>
                      <a:pt x="143777" y="23706"/>
                      <a:pt x="143777" y="32421"/>
                    </a:cubicBezTo>
                    <a:cubicBezTo>
                      <a:pt x="143777" y="38231"/>
                      <a:pt x="147667" y="45130"/>
                      <a:pt x="157214" y="45130"/>
                    </a:cubicBezTo>
                    <a:cubicBezTo>
                      <a:pt x="164993" y="45130"/>
                      <a:pt x="176309" y="38594"/>
                      <a:pt x="176309" y="24069"/>
                    </a:cubicBezTo>
                    <a:cubicBezTo>
                      <a:pt x="176309" y="5186"/>
                      <a:pt x="155446" y="103"/>
                      <a:pt x="143423" y="103"/>
                    </a:cubicBezTo>
                    <a:cubicBezTo>
                      <a:pt x="122914" y="103"/>
                      <a:pt x="110538" y="19348"/>
                      <a:pt x="106295" y="27700"/>
                    </a:cubicBezTo>
                    <a:cubicBezTo>
                      <a:pt x="97455" y="3734"/>
                      <a:pt x="78360" y="103"/>
                      <a:pt x="68105" y="103"/>
                    </a:cubicBezTo>
                    <a:cubicBezTo>
                      <a:pt x="31330" y="103"/>
                      <a:pt x="11175" y="46946"/>
                      <a:pt x="11175" y="56024"/>
                    </a:cubicBezTo>
                    <a:cubicBezTo>
                      <a:pt x="11175" y="59656"/>
                      <a:pt x="14711" y="59656"/>
                      <a:pt x="15418" y="59656"/>
                    </a:cubicBezTo>
                    <a:cubicBezTo>
                      <a:pt x="18247" y="59656"/>
                      <a:pt x="19308" y="58929"/>
                      <a:pt x="20015" y="55661"/>
                    </a:cubicBezTo>
                    <a:cubicBezTo>
                      <a:pt x="32038" y="17170"/>
                      <a:pt x="55375" y="8091"/>
                      <a:pt x="67398" y="8091"/>
                    </a:cubicBezTo>
                    <a:cubicBezTo>
                      <a:pt x="74117" y="8091"/>
                      <a:pt x="86493" y="11360"/>
                      <a:pt x="86493" y="32421"/>
                    </a:cubicBezTo>
                    <a:cubicBezTo>
                      <a:pt x="86493" y="43678"/>
                      <a:pt x="80482" y="68008"/>
                      <a:pt x="67398" y="118845"/>
                    </a:cubicBezTo>
                    <a:cubicBezTo>
                      <a:pt x="61740" y="141359"/>
                      <a:pt x="49364" y="156611"/>
                      <a:pt x="33806" y="156611"/>
                    </a:cubicBezTo>
                    <a:cubicBezTo>
                      <a:pt x="31684" y="156611"/>
                      <a:pt x="23551" y="156611"/>
                      <a:pt x="16125" y="151890"/>
                    </a:cubicBezTo>
                    <a:cubicBezTo>
                      <a:pt x="24965" y="150075"/>
                      <a:pt x="32745" y="142449"/>
                      <a:pt x="32745" y="132281"/>
                    </a:cubicBezTo>
                    <a:cubicBezTo>
                      <a:pt x="32745" y="122477"/>
                      <a:pt x="24965" y="119572"/>
                      <a:pt x="19661" y="119572"/>
                    </a:cubicBezTo>
                    <a:cubicBezTo>
                      <a:pt x="9053" y="119572"/>
                      <a:pt x="213" y="129013"/>
                      <a:pt x="213" y="140633"/>
                    </a:cubicBezTo>
                    <a:cubicBezTo>
                      <a:pt x="213" y="157337"/>
                      <a:pt x="17893" y="164600"/>
                      <a:pt x="33452" y="164600"/>
                    </a:cubicBezTo>
                    <a:cubicBezTo>
                      <a:pt x="56790" y="164600"/>
                      <a:pt x="69520" y="139181"/>
                      <a:pt x="70581" y="137002"/>
                    </a:cubicBezTo>
                    <a:cubicBezTo>
                      <a:pt x="74824" y="150438"/>
                      <a:pt x="87554" y="164600"/>
                      <a:pt x="108770" y="164600"/>
                    </a:cubicBezTo>
                    <a:cubicBezTo>
                      <a:pt x="145191" y="164600"/>
                      <a:pt x="165347" y="117756"/>
                      <a:pt x="165347" y="108678"/>
                    </a:cubicBezTo>
                    <a:cubicBezTo>
                      <a:pt x="165347" y="105047"/>
                      <a:pt x="162164" y="105047"/>
                      <a:pt x="161104" y="105047"/>
                    </a:cubicBezTo>
                    <a:cubicBezTo>
                      <a:pt x="157921" y="105047"/>
                      <a:pt x="157214" y="106499"/>
                      <a:pt x="156507" y="109041"/>
                    </a:cubicBezTo>
                    <a:cubicBezTo>
                      <a:pt x="144838" y="147896"/>
                      <a:pt x="120793" y="156611"/>
                      <a:pt x="109477" y="156611"/>
                    </a:cubicBezTo>
                    <a:cubicBezTo>
                      <a:pt x="95687" y="156611"/>
                      <a:pt x="90029" y="144991"/>
                      <a:pt x="90029" y="132644"/>
                    </a:cubicBezTo>
                    <a:cubicBezTo>
                      <a:pt x="90029" y="124656"/>
                      <a:pt x="92151" y="116667"/>
                      <a:pt x="96040" y="100689"/>
                    </a:cubicBezTo>
                    <a:lnTo>
                      <a:pt x="108063" y="5094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3ACD5274-5651-733E-FCB1-508885B4942E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10318731" y="7895032"/>
                <a:ext cx="109405" cy="168782"/>
              </a:xfrm>
              <a:custGeom>
                <a:avLst/>
                <a:gdLst>
                  <a:gd name="connsiteX0" fmla="*/ 109624 w 109405"/>
                  <a:gd name="connsiteY0" fmla="*/ 122618 h 168782"/>
                  <a:gd name="connsiteX1" fmla="*/ 101209 w 109405"/>
                  <a:gd name="connsiteY1" fmla="*/ 122618 h 168782"/>
                  <a:gd name="connsiteX2" fmla="*/ 94773 w 109405"/>
                  <a:gd name="connsiteY2" fmla="*/ 145750 h 168782"/>
                  <a:gd name="connsiteX3" fmla="*/ 70268 w 109405"/>
                  <a:gd name="connsiteY3" fmla="*/ 147275 h 168782"/>
                  <a:gd name="connsiteX4" fmla="*/ 24724 w 109405"/>
                  <a:gd name="connsiteY4" fmla="*/ 147275 h 168782"/>
                  <a:gd name="connsiteX5" fmla="*/ 74228 w 109405"/>
                  <a:gd name="connsiteY5" fmla="*/ 104571 h 168782"/>
                  <a:gd name="connsiteX6" fmla="*/ 109624 w 109405"/>
                  <a:gd name="connsiteY6" fmla="*/ 49666 h 168782"/>
                  <a:gd name="connsiteX7" fmla="*/ 51704 w 109405"/>
                  <a:gd name="connsiteY7" fmla="*/ 99 h 168782"/>
                  <a:gd name="connsiteX8" fmla="*/ 219 w 109405"/>
                  <a:gd name="connsiteY8" fmla="*/ 45599 h 168782"/>
                  <a:gd name="connsiteX9" fmla="*/ 13337 w 109405"/>
                  <a:gd name="connsiteY9" fmla="*/ 59834 h 168782"/>
                  <a:gd name="connsiteX10" fmla="*/ 26456 w 109405"/>
                  <a:gd name="connsiteY10" fmla="*/ 46361 h 168782"/>
                  <a:gd name="connsiteX11" fmla="*/ 11852 w 109405"/>
                  <a:gd name="connsiteY11" fmla="*/ 32889 h 168782"/>
                  <a:gd name="connsiteX12" fmla="*/ 47991 w 109405"/>
                  <a:gd name="connsiteY12" fmla="*/ 9250 h 168782"/>
                  <a:gd name="connsiteX13" fmla="*/ 85615 w 109405"/>
                  <a:gd name="connsiteY13" fmla="*/ 49666 h 168782"/>
                  <a:gd name="connsiteX14" fmla="*/ 62347 w 109405"/>
                  <a:gd name="connsiteY14" fmla="*/ 98470 h 168782"/>
                  <a:gd name="connsiteX15" fmla="*/ 2694 w 109405"/>
                  <a:gd name="connsiteY15" fmla="*/ 158968 h 168782"/>
                  <a:gd name="connsiteX16" fmla="*/ 219 w 109405"/>
                  <a:gd name="connsiteY16" fmla="*/ 168881 h 168782"/>
                  <a:gd name="connsiteX17" fmla="*/ 102199 w 109405"/>
                  <a:gd name="connsiteY17" fmla="*/ 168881 h 168782"/>
                  <a:gd name="connsiteX18" fmla="*/ 109624 w 109405"/>
                  <a:gd name="connsiteY18" fmla="*/ 122618 h 16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9405" h="168782">
                    <a:moveTo>
                      <a:pt x="109624" y="122618"/>
                    </a:moveTo>
                    <a:lnTo>
                      <a:pt x="101209" y="122618"/>
                    </a:lnTo>
                    <a:cubicBezTo>
                      <a:pt x="100466" y="128211"/>
                      <a:pt x="97991" y="143208"/>
                      <a:pt x="94773" y="145750"/>
                    </a:cubicBezTo>
                    <a:cubicBezTo>
                      <a:pt x="92793" y="147275"/>
                      <a:pt x="73733" y="147275"/>
                      <a:pt x="70268" y="147275"/>
                    </a:cubicBezTo>
                    <a:lnTo>
                      <a:pt x="24724" y="147275"/>
                    </a:lnTo>
                    <a:cubicBezTo>
                      <a:pt x="50714" y="123635"/>
                      <a:pt x="59377" y="116518"/>
                      <a:pt x="74228" y="104571"/>
                    </a:cubicBezTo>
                    <a:cubicBezTo>
                      <a:pt x="92545" y="89574"/>
                      <a:pt x="109624" y="73814"/>
                      <a:pt x="109624" y="49666"/>
                    </a:cubicBezTo>
                    <a:cubicBezTo>
                      <a:pt x="109624" y="18909"/>
                      <a:pt x="83387" y="99"/>
                      <a:pt x="51704" y="99"/>
                    </a:cubicBezTo>
                    <a:cubicBezTo>
                      <a:pt x="21011" y="99"/>
                      <a:pt x="219" y="22213"/>
                      <a:pt x="219" y="45599"/>
                    </a:cubicBezTo>
                    <a:cubicBezTo>
                      <a:pt x="219" y="58563"/>
                      <a:pt x="10862" y="59834"/>
                      <a:pt x="13337" y="59834"/>
                    </a:cubicBezTo>
                    <a:cubicBezTo>
                      <a:pt x="19278" y="59834"/>
                      <a:pt x="26456" y="55512"/>
                      <a:pt x="26456" y="46361"/>
                    </a:cubicBezTo>
                    <a:cubicBezTo>
                      <a:pt x="26456" y="41786"/>
                      <a:pt x="24724" y="32889"/>
                      <a:pt x="11852" y="32889"/>
                    </a:cubicBezTo>
                    <a:cubicBezTo>
                      <a:pt x="19526" y="14842"/>
                      <a:pt x="36357" y="9250"/>
                      <a:pt x="47991" y="9250"/>
                    </a:cubicBezTo>
                    <a:cubicBezTo>
                      <a:pt x="72743" y="9250"/>
                      <a:pt x="85615" y="29077"/>
                      <a:pt x="85615" y="49666"/>
                    </a:cubicBezTo>
                    <a:cubicBezTo>
                      <a:pt x="85615" y="71780"/>
                      <a:pt x="70268" y="89320"/>
                      <a:pt x="62347" y="98470"/>
                    </a:cubicBezTo>
                    <a:lnTo>
                      <a:pt x="2694" y="158968"/>
                    </a:lnTo>
                    <a:cubicBezTo>
                      <a:pt x="219" y="161255"/>
                      <a:pt x="219" y="161764"/>
                      <a:pt x="219" y="168881"/>
                    </a:cubicBezTo>
                    <a:lnTo>
                      <a:pt x="102199" y="168881"/>
                    </a:lnTo>
                    <a:lnTo>
                      <a:pt x="109624" y="122618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8E003F43-30DF-3AD6-BDAE-C9D6A58381D5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10465659" y="7190885"/>
                <a:ext cx="104667" cy="1089021"/>
              </a:xfrm>
              <a:custGeom>
                <a:avLst/>
                <a:gdLst>
                  <a:gd name="connsiteX0" fmla="*/ 82967 w 104667"/>
                  <a:gd name="connsiteY0" fmla="*/ 1066583 h 1089021"/>
                  <a:gd name="connsiteX1" fmla="*/ 223 w 104667"/>
                  <a:gd name="connsiteY1" fmla="*/ 1066583 h 1089021"/>
                  <a:gd name="connsiteX2" fmla="*/ 223 w 104667"/>
                  <a:gd name="connsiteY2" fmla="*/ 1089097 h 1089021"/>
                  <a:gd name="connsiteX3" fmla="*/ 104891 w 104667"/>
                  <a:gd name="connsiteY3" fmla="*/ 1089097 h 1089021"/>
                  <a:gd name="connsiteX4" fmla="*/ 104891 w 104667"/>
                  <a:gd name="connsiteY4" fmla="*/ 75 h 1089021"/>
                  <a:gd name="connsiteX5" fmla="*/ 223 w 104667"/>
                  <a:gd name="connsiteY5" fmla="*/ 75 h 1089021"/>
                  <a:gd name="connsiteX6" fmla="*/ 223 w 104667"/>
                  <a:gd name="connsiteY6" fmla="*/ 22589 h 1089021"/>
                  <a:gd name="connsiteX7" fmla="*/ 82967 w 104667"/>
                  <a:gd name="connsiteY7" fmla="*/ 22589 h 1089021"/>
                  <a:gd name="connsiteX8" fmla="*/ 82967 w 104667"/>
                  <a:gd name="connsiteY8" fmla="*/ 1066583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82967" y="1066583"/>
                    </a:moveTo>
                    <a:lnTo>
                      <a:pt x="223" y="1066583"/>
                    </a:lnTo>
                    <a:lnTo>
                      <a:pt x="223" y="1089097"/>
                    </a:lnTo>
                    <a:lnTo>
                      <a:pt x="104891" y="1089097"/>
                    </a:lnTo>
                    <a:lnTo>
                      <a:pt x="104891" y="75"/>
                    </a:lnTo>
                    <a:lnTo>
                      <a:pt x="223" y="75"/>
                    </a:lnTo>
                    <a:lnTo>
                      <a:pt x="223" y="22589"/>
                    </a:lnTo>
                    <a:lnTo>
                      <a:pt x="82967" y="22589"/>
                    </a:lnTo>
                    <a:lnTo>
                      <a:pt x="82967" y="106658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0559B0B-2897-B4A0-1CB1-AEF8C89289CA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10824214" y="7190885"/>
                <a:ext cx="104667" cy="1089021"/>
              </a:xfrm>
              <a:custGeom>
                <a:avLst/>
                <a:gdLst>
                  <a:gd name="connsiteX0" fmla="*/ 231 w 104667"/>
                  <a:gd name="connsiteY0" fmla="*/ 1089097 h 1089021"/>
                  <a:gd name="connsiteX1" fmla="*/ 104898 w 104667"/>
                  <a:gd name="connsiteY1" fmla="*/ 1089097 h 1089021"/>
                  <a:gd name="connsiteX2" fmla="*/ 104898 w 104667"/>
                  <a:gd name="connsiteY2" fmla="*/ 1066583 h 1089021"/>
                  <a:gd name="connsiteX3" fmla="*/ 22154 w 104667"/>
                  <a:gd name="connsiteY3" fmla="*/ 1066583 h 1089021"/>
                  <a:gd name="connsiteX4" fmla="*/ 22154 w 104667"/>
                  <a:gd name="connsiteY4" fmla="*/ 22589 h 1089021"/>
                  <a:gd name="connsiteX5" fmla="*/ 104898 w 104667"/>
                  <a:gd name="connsiteY5" fmla="*/ 22589 h 1089021"/>
                  <a:gd name="connsiteX6" fmla="*/ 104898 w 104667"/>
                  <a:gd name="connsiteY6" fmla="*/ 75 h 1089021"/>
                  <a:gd name="connsiteX7" fmla="*/ 231 w 104667"/>
                  <a:gd name="connsiteY7" fmla="*/ 75 h 1089021"/>
                  <a:gd name="connsiteX8" fmla="*/ 231 w 104667"/>
                  <a:gd name="connsiteY8" fmla="*/ 1089097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231" y="1089097"/>
                    </a:moveTo>
                    <a:lnTo>
                      <a:pt x="104898" y="1089097"/>
                    </a:lnTo>
                    <a:lnTo>
                      <a:pt x="104898" y="1066583"/>
                    </a:lnTo>
                    <a:lnTo>
                      <a:pt x="22154" y="1066583"/>
                    </a:lnTo>
                    <a:lnTo>
                      <a:pt x="22154" y="22589"/>
                    </a:lnTo>
                    <a:lnTo>
                      <a:pt x="104898" y="22589"/>
                    </a:lnTo>
                    <a:lnTo>
                      <a:pt x="104898" y="75"/>
                    </a:lnTo>
                    <a:lnTo>
                      <a:pt x="231" y="75"/>
                    </a:lnTo>
                    <a:lnTo>
                      <a:pt x="231" y="1089097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033EB503-7DE5-07AB-7841-10D859CD7DCF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10947388" y="7289371"/>
                <a:ext cx="161951" cy="164497"/>
              </a:xfrm>
              <a:custGeom>
                <a:avLst/>
                <a:gdLst>
                  <a:gd name="connsiteX0" fmla="*/ 117987 w 161951"/>
                  <a:gd name="connsiteY0" fmla="*/ 23322 h 164497"/>
                  <a:gd name="connsiteX1" fmla="*/ 85455 w 161951"/>
                  <a:gd name="connsiteY1" fmla="*/ 82 h 164497"/>
                  <a:gd name="connsiteX2" fmla="*/ 236 w 161951"/>
                  <a:gd name="connsiteY2" fmla="*/ 106479 h 164497"/>
                  <a:gd name="connsiteX3" fmla="*/ 47266 w 161951"/>
                  <a:gd name="connsiteY3" fmla="*/ 164579 h 164497"/>
                  <a:gd name="connsiteX4" fmla="*/ 93235 w 161951"/>
                  <a:gd name="connsiteY4" fmla="*/ 137345 h 164497"/>
                  <a:gd name="connsiteX5" fmla="*/ 125413 w 161951"/>
                  <a:gd name="connsiteY5" fmla="*/ 164579 h 164497"/>
                  <a:gd name="connsiteX6" fmla="*/ 151580 w 161951"/>
                  <a:gd name="connsiteY6" fmla="*/ 144607 h 164497"/>
                  <a:gd name="connsiteX7" fmla="*/ 162188 w 161951"/>
                  <a:gd name="connsiteY7" fmla="*/ 108657 h 164497"/>
                  <a:gd name="connsiteX8" fmla="*/ 157945 w 161951"/>
                  <a:gd name="connsiteY8" fmla="*/ 105026 h 164497"/>
                  <a:gd name="connsiteX9" fmla="*/ 152994 w 161951"/>
                  <a:gd name="connsiteY9" fmla="*/ 111562 h 164497"/>
                  <a:gd name="connsiteX10" fmla="*/ 126120 w 161951"/>
                  <a:gd name="connsiteY10" fmla="*/ 156590 h 164497"/>
                  <a:gd name="connsiteX11" fmla="*/ 115512 w 161951"/>
                  <a:gd name="connsiteY11" fmla="*/ 139887 h 164497"/>
                  <a:gd name="connsiteX12" fmla="*/ 120109 w 161951"/>
                  <a:gd name="connsiteY12" fmla="*/ 113015 h 164497"/>
                  <a:gd name="connsiteX13" fmla="*/ 127888 w 161951"/>
                  <a:gd name="connsiteY13" fmla="*/ 80333 h 164497"/>
                  <a:gd name="connsiteX14" fmla="*/ 140618 w 161951"/>
                  <a:gd name="connsiteY14" fmla="*/ 29495 h 164497"/>
                  <a:gd name="connsiteX15" fmla="*/ 143093 w 161951"/>
                  <a:gd name="connsiteY15" fmla="*/ 17149 h 164497"/>
                  <a:gd name="connsiteX16" fmla="*/ 132839 w 161951"/>
                  <a:gd name="connsiteY16" fmla="*/ 7345 h 164497"/>
                  <a:gd name="connsiteX17" fmla="*/ 117987 w 161951"/>
                  <a:gd name="connsiteY17" fmla="*/ 23322 h 164497"/>
                  <a:gd name="connsiteX18" fmla="*/ 95003 w 161951"/>
                  <a:gd name="connsiteY18" fmla="*/ 117373 h 164497"/>
                  <a:gd name="connsiteX19" fmla="*/ 87931 w 161951"/>
                  <a:gd name="connsiteY19" fmla="*/ 130808 h 164497"/>
                  <a:gd name="connsiteX20" fmla="*/ 47973 w 161951"/>
                  <a:gd name="connsiteY20" fmla="*/ 156590 h 164497"/>
                  <a:gd name="connsiteX21" fmla="*/ 25342 w 161951"/>
                  <a:gd name="connsiteY21" fmla="*/ 122456 h 164497"/>
                  <a:gd name="connsiteX22" fmla="*/ 44791 w 161951"/>
                  <a:gd name="connsiteY22" fmla="*/ 42931 h 164497"/>
                  <a:gd name="connsiteX23" fmla="*/ 85809 w 161951"/>
                  <a:gd name="connsiteY23" fmla="*/ 8071 h 164497"/>
                  <a:gd name="connsiteX24" fmla="*/ 113744 w 161951"/>
                  <a:gd name="connsiteY24" fmla="*/ 40026 h 164497"/>
                  <a:gd name="connsiteX25" fmla="*/ 112683 w 161951"/>
                  <a:gd name="connsiteY25" fmla="*/ 46199 h 164497"/>
                  <a:gd name="connsiteX26" fmla="*/ 95003 w 161951"/>
                  <a:gd name="connsiteY26" fmla="*/ 117373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1951" h="164497">
                    <a:moveTo>
                      <a:pt x="117987" y="23322"/>
                    </a:moveTo>
                    <a:cubicBezTo>
                      <a:pt x="111622" y="9887"/>
                      <a:pt x="101368" y="82"/>
                      <a:pt x="85455" y="82"/>
                    </a:cubicBezTo>
                    <a:cubicBezTo>
                      <a:pt x="44084" y="82"/>
                      <a:pt x="236" y="53462"/>
                      <a:pt x="236" y="106479"/>
                    </a:cubicBezTo>
                    <a:cubicBezTo>
                      <a:pt x="236" y="140613"/>
                      <a:pt x="19685" y="164579"/>
                      <a:pt x="47266" y="164579"/>
                    </a:cubicBezTo>
                    <a:cubicBezTo>
                      <a:pt x="54338" y="164579"/>
                      <a:pt x="72018" y="163127"/>
                      <a:pt x="93235" y="137345"/>
                    </a:cubicBezTo>
                    <a:cubicBezTo>
                      <a:pt x="96064" y="152596"/>
                      <a:pt x="108440" y="164579"/>
                      <a:pt x="125413" y="164579"/>
                    </a:cubicBezTo>
                    <a:cubicBezTo>
                      <a:pt x="137789" y="164579"/>
                      <a:pt x="145922" y="156227"/>
                      <a:pt x="151580" y="144607"/>
                    </a:cubicBezTo>
                    <a:cubicBezTo>
                      <a:pt x="157591" y="131535"/>
                      <a:pt x="162188" y="109384"/>
                      <a:pt x="162188" y="108657"/>
                    </a:cubicBezTo>
                    <a:cubicBezTo>
                      <a:pt x="162188" y="105026"/>
                      <a:pt x="159005" y="105026"/>
                      <a:pt x="157945" y="105026"/>
                    </a:cubicBezTo>
                    <a:cubicBezTo>
                      <a:pt x="154409" y="105026"/>
                      <a:pt x="154055" y="106479"/>
                      <a:pt x="152994" y="111562"/>
                    </a:cubicBezTo>
                    <a:cubicBezTo>
                      <a:pt x="146983" y="135166"/>
                      <a:pt x="140618" y="156590"/>
                      <a:pt x="126120" y="156590"/>
                    </a:cubicBezTo>
                    <a:cubicBezTo>
                      <a:pt x="116573" y="156590"/>
                      <a:pt x="115512" y="147149"/>
                      <a:pt x="115512" y="139887"/>
                    </a:cubicBezTo>
                    <a:cubicBezTo>
                      <a:pt x="115512" y="131898"/>
                      <a:pt x="116219" y="128993"/>
                      <a:pt x="120109" y="113015"/>
                    </a:cubicBezTo>
                    <a:cubicBezTo>
                      <a:pt x="123998" y="97764"/>
                      <a:pt x="124706" y="94132"/>
                      <a:pt x="127888" y="80333"/>
                    </a:cubicBezTo>
                    <a:lnTo>
                      <a:pt x="140618" y="29495"/>
                    </a:lnTo>
                    <a:cubicBezTo>
                      <a:pt x="143093" y="19328"/>
                      <a:pt x="143093" y="18602"/>
                      <a:pt x="143093" y="17149"/>
                    </a:cubicBezTo>
                    <a:cubicBezTo>
                      <a:pt x="143093" y="10976"/>
                      <a:pt x="138850" y="7345"/>
                      <a:pt x="132839" y="7345"/>
                    </a:cubicBezTo>
                    <a:cubicBezTo>
                      <a:pt x="124352" y="7345"/>
                      <a:pt x="119048" y="15333"/>
                      <a:pt x="117987" y="23322"/>
                    </a:cubicBezTo>
                    <a:close/>
                    <a:moveTo>
                      <a:pt x="95003" y="117373"/>
                    </a:moveTo>
                    <a:cubicBezTo>
                      <a:pt x="93235" y="123909"/>
                      <a:pt x="93235" y="124635"/>
                      <a:pt x="87931" y="130808"/>
                    </a:cubicBezTo>
                    <a:cubicBezTo>
                      <a:pt x="72372" y="150780"/>
                      <a:pt x="57874" y="156590"/>
                      <a:pt x="47973" y="156590"/>
                    </a:cubicBezTo>
                    <a:cubicBezTo>
                      <a:pt x="30293" y="156590"/>
                      <a:pt x="25342" y="136618"/>
                      <a:pt x="25342" y="122456"/>
                    </a:cubicBezTo>
                    <a:cubicBezTo>
                      <a:pt x="25342" y="104300"/>
                      <a:pt x="36658" y="59635"/>
                      <a:pt x="44791" y="42931"/>
                    </a:cubicBezTo>
                    <a:cubicBezTo>
                      <a:pt x="55753" y="21507"/>
                      <a:pt x="71665" y="8071"/>
                      <a:pt x="85809" y="8071"/>
                    </a:cubicBezTo>
                    <a:cubicBezTo>
                      <a:pt x="108793" y="8071"/>
                      <a:pt x="113744" y="37847"/>
                      <a:pt x="113744" y="40026"/>
                    </a:cubicBezTo>
                    <a:cubicBezTo>
                      <a:pt x="113744" y="42205"/>
                      <a:pt x="113037" y="44384"/>
                      <a:pt x="112683" y="46199"/>
                    </a:cubicBezTo>
                    <a:lnTo>
                      <a:pt x="95003" y="11737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12DF0DC4-B788-DE37-7181-3C627F72155E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11133027" y="7335561"/>
                <a:ext cx="114851" cy="173865"/>
              </a:xfrm>
              <a:custGeom>
                <a:avLst/>
                <a:gdLst>
                  <a:gd name="connsiteX0" fmla="*/ 115093 w 114851"/>
                  <a:gd name="connsiteY0" fmla="*/ 87779 h 173865"/>
                  <a:gd name="connsiteX1" fmla="*/ 100489 w 114851"/>
                  <a:gd name="connsiteY1" fmla="*/ 21944 h 173865"/>
                  <a:gd name="connsiteX2" fmla="*/ 57667 w 114851"/>
                  <a:gd name="connsiteY2" fmla="*/ 84 h 173865"/>
                  <a:gd name="connsiteX3" fmla="*/ 242 w 114851"/>
                  <a:gd name="connsiteY3" fmla="*/ 87779 h 173865"/>
                  <a:gd name="connsiteX4" fmla="*/ 57667 w 114851"/>
                  <a:gd name="connsiteY4" fmla="*/ 173949 h 173865"/>
                  <a:gd name="connsiteX5" fmla="*/ 115093 w 114851"/>
                  <a:gd name="connsiteY5" fmla="*/ 87779 h 173865"/>
                  <a:gd name="connsiteX6" fmla="*/ 57667 w 114851"/>
                  <a:gd name="connsiteY6" fmla="*/ 166832 h 173865"/>
                  <a:gd name="connsiteX7" fmla="*/ 26232 w 114851"/>
                  <a:gd name="connsiteY7" fmla="*/ 139125 h 173865"/>
                  <a:gd name="connsiteX8" fmla="*/ 22766 w 114851"/>
                  <a:gd name="connsiteY8" fmla="*/ 84475 h 173865"/>
                  <a:gd name="connsiteX9" fmla="*/ 26479 w 114851"/>
                  <a:gd name="connsiteY9" fmla="*/ 32620 h 173865"/>
                  <a:gd name="connsiteX10" fmla="*/ 57667 w 114851"/>
                  <a:gd name="connsiteY10" fmla="*/ 7201 h 173865"/>
                  <a:gd name="connsiteX11" fmla="*/ 88360 w 114851"/>
                  <a:gd name="connsiteY11" fmla="*/ 30332 h 173865"/>
                  <a:gd name="connsiteX12" fmla="*/ 92568 w 114851"/>
                  <a:gd name="connsiteY12" fmla="*/ 84475 h 173865"/>
                  <a:gd name="connsiteX13" fmla="*/ 89350 w 114851"/>
                  <a:gd name="connsiteY13" fmla="*/ 138109 h 173865"/>
                  <a:gd name="connsiteX14" fmla="*/ 57667 w 114851"/>
                  <a:gd name="connsiteY14" fmla="*/ 166832 h 173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4851" h="173865">
                    <a:moveTo>
                      <a:pt x="115093" y="87779"/>
                    </a:moveTo>
                    <a:cubicBezTo>
                      <a:pt x="115093" y="59818"/>
                      <a:pt x="111875" y="39737"/>
                      <a:pt x="100489" y="21944"/>
                    </a:cubicBezTo>
                    <a:cubicBezTo>
                      <a:pt x="92816" y="10251"/>
                      <a:pt x="77469" y="84"/>
                      <a:pt x="57667" y="84"/>
                    </a:cubicBezTo>
                    <a:cubicBezTo>
                      <a:pt x="242" y="84"/>
                      <a:pt x="242" y="69477"/>
                      <a:pt x="242" y="87779"/>
                    </a:cubicBezTo>
                    <a:cubicBezTo>
                      <a:pt x="242" y="106081"/>
                      <a:pt x="242" y="173949"/>
                      <a:pt x="57667" y="173949"/>
                    </a:cubicBezTo>
                    <a:cubicBezTo>
                      <a:pt x="115093" y="173949"/>
                      <a:pt x="115093" y="106081"/>
                      <a:pt x="115093" y="87779"/>
                    </a:cubicBezTo>
                    <a:close/>
                    <a:moveTo>
                      <a:pt x="57667" y="166832"/>
                    </a:moveTo>
                    <a:cubicBezTo>
                      <a:pt x="46281" y="166832"/>
                      <a:pt x="31182" y="159969"/>
                      <a:pt x="26232" y="139125"/>
                    </a:cubicBezTo>
                    <a:cubicBezTo>
                      <a:pt x="22766" y="124128"/>
                      <a:pt x="22766" y="103285"/>
                      <a:pt x="22766" y="84475"/>
                    </a:cubicBezTo>
                    <a:cubicBezTo>
                      <a:pt x="22766" y="65919"/>
                      <a:pt x="22766" y="46600"/>
                      <a:pt x="26479" y="32620"/>
                    </a:cubicBezTo>
                    <a:cubicBezTo>
                      <a:pt x="31677" y="12539"/>
                      <a:pt x="47519" y="7201"/>
                      <a:pt x="57667" y="7201"/>
                    </a:cubicBezTo>
                    <a:cubicBezTo>
                      <a:pt x="71034" y="7201"/>
                      <a:pt x="83905" y="15589"/>
                      <a:pt x="88360" y="30332"/>
                    </a:cubicBezTo>
                    <a:cubicBezTo>
                      <a:pt x="92321" y="44058"/>
                      <a:pt x="92568" y="62360"/>
                      <a:pt x="92568" y="84475"/>
                    </a:cubicBezTo>
                    <a:cubicBezTo>
                      <a:pt x="92568" y="103285"/>
                      <a:pt x="92568" y="122095"/>
                      <a:pt x="89350" y="138109"/>
                    </a:cubicBezTo>
                    <a:cubicBezTo>
                      <a:pt x="84400" y="161240"/>
                      <a:pt x="67568" y="166832"/>
                      <a:pt x="57667" y="1668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B1C868CD-831B-148A-14F0-8F82BE2C1773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10947388" y="8035088"/>
                <a:ext cx="161951" cy="164497"/>
              </a:xfrm>
              <a:custGeom>
                <a:avLst/>
                <a:gdLst>
                  <a:gd name="connsiteX0" fmla="*/ 117987 w 161951"/>
                  <a:gd name="connsiteY0" fmla="*/ 23343 h 164497"/>
                  <a:gd name="connsiteX1" fmla="*/ 85455 w 161951"/>
                  <a:gd name="connsiteY1" fmla="*/ 103 h 164497"/>
                  <a:gd name="connsiteX2" fmla="*/ 236 w 161951"/>
                  <a:gd name="connsiteY2" fmla="*/ 106499 h 164497"/>
                  <a:gd name="connsiteX3" fmla="*/ 47266 w 161951"/>
                  <a:gd name="connsiteY3" fmla="*/ 164600 h 164497"/>
                  <a:gd name="connsiteX4" fmla="*/ 93235 w 161951"/>
                  <a:gd name="connsiteY4" fmla="*/ 137365 h 164497"/>
                  <a:gd name="connsiteX5" fmla="*/ 125413 w 161951"/>
                  <a:gd name="connsiteY5" fmla="*/ 164600 h 164497"/>
                  <a:gd name="connsiteX6" fmla="*/ 151580 w 161951"/>
                  <a:gd name="connsiteY6" fmla="*/ 144628 h 164497"/>
                  <a:gd name="connsiteX7" fmla="*/ 162188 w 161951"/>
                  <a:gd name="connsiteY7" fmla="*/ 108678 h 164497"/>
                  <a:gd name="connsiteX8" fmla="*/ 157945 w 161951"/>
                  <a:gd name="connsiteY8" fmla="*/ 105047 h 164497"/>
                  <a:gd name="connsiteX9" fmla="*/ 152994 w 161951"/>
                  <a:gd name="connsiteY9" fmla="*/ 111583 h 164497"/>
                  <a:gd name="connsiteX10" fmla="*/ 126120 w 161951"/>
                  <a:gd name="connsiteY10" fmla="*/ 156611 h 164497"/>
                  <a:gd name="connsiteX11" fmla="*/ 115512 w 161951"/>
                  <a:gd name="connsiteY11" fmla="*/ 139907 h 164497"/>
                  <a:gd name="connsiteX12" fmla="*/ 120109 w 161951"/>
                  <a:gd name="connsiteY12" fmla="*/ 113035 h 164497"/>
                  <a:gd name="connsiteX13" fmla="*/ 127888 w 161951"/>
                  <a:gd name="connsiteY13" fmla="*/ 80354 h 164497"/>
                  <a:gd name="connsiteX14" fmla="*/ 140618 w 161951"/>
                  <a:gd name="connsiteY14" fmla="*/ 29516 h 164497"/>
                  <a:gd name="connsiteX15" fmla="*/ 143093 w 161951"/>
                  <a:gd name="connsiteY15" fmla="*/ 17170 h 164497"/>
                  <a:gd name="connsiteX16" fmla="*/ 132839 w 161951"/>
                  <a:gd name="connsiteY16" fmla="*/ 7365 h 164497"/>
                  <a:gd name="connsiteX17" fmla="*/ 117987 w 161951"/>
                  <a:gd name="connsiteY17" fmla="*/ 23343 h 164497"/>
                  <a:gd name="connsiteX18" fmla="*/ 95003 w 161951"/>
                  <a:gd name="connsiteY18" fmla="*/ 117393 h 164497"/>
                  <a:gd name="connsiteX19" fmla="*/ 87931 w 161951"/>
                  <a:gd name="connsiteY19" fmla="*/ 130829 h 164497"/>
                  <a:gd name="connsiteX20" fmla="*/ 47973 w 161951"/>
                  <a:gd name="connsiteY20" fmla="*/ 156611 h 164497"/>
                  <a:gd name="connsiteX21" fmla="*/ 25342 w 161951"/>
                  <a:gd name="connsiteY21" fmla="*/ 122477 h 164497"/>
                  <a:gd name="connsiteX22" fmla="*/ 44791 w 161951"/>
                  <a:gd name="connsiteY22" fmla="*/ 42952 h 164497"/>
                  <a:gd name="connsiteX23" fmla="*/ 85809 w 161951"/>
                  <a:gd name="connsiteY23" fmla="*/ 8091 h 164497"/>
                  <a:gd name="connsiteX24" fmla="*/ 113744 w 161951"/>
                  <a:gd name="connsiteY24" fmla="*/ 40047 h 164497"/>
                  <a:gd name="connsiteX25" fmla="*/ 112683 w 161951"/>
                  <a:gd name="connsiteY25" fmla="*/ 46220 h 164497"/>
                  <a:gd name="connsiteX26" fmla="*/ 95003 w 161951"/>
                  <a:gd name="connsiteY26" fmla="*/ 117393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1951" h="164497">
                    <a:moveTo>
                      <a:pt x="117987" y="23343"/>
                    </a:moveTo>
                    <a:cubicBezTo>
                      <a:pt x="111622" y="9907"/>
                      <a:pt x="101368" y="103"/>
                      <a:pt x="85455" y="103"/>
                    </a:cubicBezTo>
                    <a:cubicBezTo>
                      <a:pt x="44084" y="103"/>
                      <a:pt x="236" y="53482"/>
                      <a:pt x="236" y="106499"/>
                    </a:cubicBezTo>
                    <a:cubicBezTo>
                      <a:pt x="236" y="140633"/>
                      <a:pt x="19685" y="164600"/>
                      <a:pt x="47266" y="164600"/>
                    </a:cubicBezTo>
                    <a:cubicBezTo>
                      <a:pt x="54338" y="164600"/>
                      <a:pt x="72018" y="163147"/>
                      <a:pt x="93235" y="137365"/>
                    </a:cubicBezTo>
                    <a:cubicBezTo>
                      <a:pt x="96064" y="152616"/>
                      <a:pt x="108440" y="164600"/>
                      <a:pt x="125413" y="164600"/>
                    </a:cubicBezTo>
                    <a:cubicBezTo>
                      <a:pt x="137789" y="164600"/>
                      <a:pt x="145922" y="156248"/>
                      <a:pt x="151580" y="144628"/>
                    </a:cubicBezTo>
                    <a:cubicBezTo>
                      <a:pt x="157591" y="131555"/>
                      <a:pt x="162188" y="109404"/>
                      <a:pt x="162188" y="108678"/>
                    </a:cubicBezTo>
                    <a:cubicBezTo>
                      <a:pt x="162188" y="105047"/>
                      <a:pt x="159005" y="105047"/>
                      <a:pt x="157945" y="105047"/>
                    </a:cubicBezTo>
                    <a:cubicBezTo>
                      <a:pt x="154409" y="105047"/>
                      <a:pt x="154055" y="106499"/>
                      <a:pt x="152994" y="111583"/>
                    </a:cubicBezTo>
                    <a:cubicBezTo>
                      <a:pt x="146983" y="135186"/>
                      <a:pt x="140618" y="156611"/>
                      <a:pt x="126120" y="156611"/>
                    </a:cubicBezTo>
                    <a:cubicBezTo>
                      <a:pt x="116573" y="156611"/>
                      <a:pt x="115512" y="147170"/>
                      <a:pt x="115512" y="139907"/>
                    </a:cubicBezTo>
                    <a:cubicBezTo>
                      <a:pt x="115512" y="131918"/>
                      <a:pt x="116219" y="129013"/>
                      <a:pt x="120109" y="113035"/>
                    </a:cubicBezTo>
                    <a:cubicBezTo>
                      <a:pt x="123998" y="97784"/>
                      <a:pt x="124706" y="94153"/>
                      <a:pt x="127888" y="80354"/>
                    </a:cubicBezTo>
                    <a:lnTo>
                      <a:pt x="140618" y="29516"/>
                    </a:lnTo>
                    <a:cubicBezTo>
                      <a:pt x="143093" y="19348"/>
                      <a:pt x="143093" y="18622"/>
                      <a:pt x="143093" y="17170"/>
                    </a:cubicBezTo>
                    <a:cubicBezTo>
                      <a:pt x="143093" y="10996"/>
                      <a:pt x="138850" y="7365"/>
                      <a:pt x="132839" y="7365"/>
                    </a:cubicBezTo>
                    <a:cubicBezTo>
                      <a:pt x="124352" y="7365"/>
                      <a:pt x="119048" y="15354"/>
                      <a:pt x="117987" y="23343"/>
                    </a:cubicBezTo>
                    <a:close/>
                    <a:moveTo>
                      <a:pt x="95003" y="117393"/>
                    </a:moveTo>
                    <a:cubicBezTo>
                      <a:pt x="93235" y="123929"/>
                      <a:pt x="93235" y="124656"/>
                      <a:pt x="87931" y="130829"/>
                    </a:cubicBezTo>
                    <a:cubicBezTo>
                      <a:pt x="72372" y="150801"/>
                      <a:pt x="57874" y="156611"/>
                      <a:pt x="47973" y="156611"/>
                    </a:cubicBezTo>
                    <a:cubicBezTo>
                      <a:pt x="30293" y="156611"/>
                      <a:pt x="25342" y="136639"/>
                      <a:pt x="25342" y="122477"/>
                    </a:cubicBezTo>
                    <a:cubicBezTo>
                      <a:pt x="25342" y="104320"/>
                      <a:pt x="36658" y="59656"/>
                      <a:pt x="44791" y="42952"/>
                    </a:cubicBezTo>
                    <a:cubicBezTo>
                      <a:pt x="55753" y="21527"/>
                      <a:pt x="71665" y="8091"/>
                      <a:pt x="85809" y="8091"/>
                    </a:cubicBezTo>
                    <a:cubicBezTo>
                      <a:pt x="108793" y="8091"/>
                      <a:pt x="113744" y="37868"/>
                      <a:pt x="113744" y="40047"/>
                    </a:cubicBezTo>
                    <a:cubicBezTo>
                      <a:pt x="113744" y="42225"/>
                      <a:pt x="113037" y="44404"/>
                      <a:pt x="112683" y="46220"/>
                    </a:cubicBezTo>
                    <a:lnTo>
                      <a:pt x="95003" y="11739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65EF0D03-FFD1-7451-CA67-8661B88C4029}"/>
                  </a:ext>
                </a:extLst>
              </p:cNvPr>
              <p:cNvSpPr/>
              <p:nvPr>
                <p:custDataLst>
                  <p:tags r:id="rId75"/>
                </p:custDataLst>
              </p:nvPr>
            </p:nvSpPr>
            <p:spPr>
              <a:xfrm>
                <a:off x="11147136" y="8081278"/>
                <a:ext cx="90098" cy="168782"/>
              </a:xfrm>
              <a:custGeom>
                <a:avLst/>
                <a:gdLst>
                  <a:gd name="connsiteX0" fmla="*/ 56182 w 90098"/>
                  <a:gd name="connsiteY0" fmla="*/ 7221 h 168782"/>
                  <a:gd name="connsiteX1" fmla="*/ 48756 w 90098"/>
                  <a:gd name="connsiteY1" fmla="*/ 104 h 168782"/>
                  <a:gd name="connsiteX2" fmla="*/ 242 w 90098"/>
                  <a:gd name="connsiteY2" fmla="*/ 16372 h 168782"/>
                  <a:gd name="connsiteX3" fmla="*/ 242 w 90098"/>
                  <a:gd name="connsiteY3" fmla="*/ 25523 h 168782"/>
                  <a:gd name="connsiteX4" fmla="*/ 36133 w 90098"/>
                  <a:gd name="connsiteY4" fmla="*/ 18406 h 168782"/>
                  <a:gd name="connsiteX5" fmla="*/ 36133 w 90098"/>
                  <a:gd name="connsiteY5" fmla="*/ 148042 h 168782"/>
                  <a:gd name="connsiteX6" fmla="*/ 11380 w 90098"/>
                  <a:gd name="connsiteY6" fmla="*/ 159735 h 168782"/>
                  <a:gd name="connsiteX7" fmla="*/ 1974 w 90098"/>
                  <a:gd name="connsiteY7" fmla="*/ 159735 h 168782"/>
                  <a:gd name="connsiteX8" fmla="*/ 1974 w 90098"/>
                  <a:gd name="connsiteY8" fmla="*/ 168886 h 168782"/>
                  <a:gd name="connsiteX9" fmla="*/ 46034 w 90098"/>
                  <a:gd name="connsiteY9" fmla="*/ 167869 h 168782"/>
                  <a:gd name="connsiteX10" fmla="*/ 90340 w 90098"/>
                  <a:gd name="connsiteY10" fmla="*/ 168886 h 168782"/>
                  <a:gd name="connsiteX11" fmla="*/ 90340 w 90098"/>
                  <a:gd name="connsiteY11" fmla="*/ 159735 h 168782"/>
                  <a:gd name="connsiteX12" fmla="*/ 80935 w 90098"/>
                  <a:gd name="connsiteY12" fmla="*/ 159735 h 168782"/>
                  <a:gd name="connsiteX13" fmla="*/ 56182 w 90098"/>
                  <a:gd name="connsiteY13" fmla="*/ 148042 h 168782"/>
                  <a:gd name="connsiteX14" fmla="*/ 56182 w 90098"/>
                  <a:gd name="connsiteY14" fmla="*/ 7221 h 16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098" h="168782">
                    <a:moveTo>
                      <a:pt x="56182" y="7221"/>
                    </a:moveTo>
                    <a:cubicBezTo>
                      <a:pt x="56182" y="358"/>
                      <a:pt x="55687" y="104"/>
                      <a:pt x="48756" y="104"/>
                    </a:cubicBezTo>
                    <a:cubicBezTo>
                      <a:pt x="32915" y="16118"/>
                      <a:pt x="10390" y="16372"/>
                      <a:pt x="242" y="16372"/>
                    </a:cubicBezTo>
                    <a:lnTo>
                      <a:pt x="242" y="25523"/>
                    </a:lnTo>
                    <a:cubicBezTo>
                      <a:pt x="6182" y="25523"/>
                      <a:pt x="22519" y="25523"/>
                      <a:pt x="36133" y="18406"/>
                    </a:cubicBezTo>
                    <a:lnTo>
                      <a:pt x="36133" y="148042"/>
                    </a:lnTo>
                    <a:cubicBezTo>
                      <a:pt x="36133" y="156431"/>
                      <a:pt x="36133" y="159735"/>
                      <a:pt x="11380" y="159735"/>
                    </a:cubicBezTo>
                    <a:lnTo>
                      <a:pt x="1974" y="159735"/>
                    </a:lnTo>
                    <a:lnTo>
                      <a:pt x="1974" y="168886"/>
                    </a:lnTo>
                    <a:cubicBezTo>
                      <a:pt x="6430" y="168632"/>
                      <a:pt x="36875" y="167869"/>
                      <a:pt x="46034" y="167869"/>
                    </a:cubicBezTo>
                    <a:cubicBezTo>
                      <a:pt x="53707" y="167869"/>
                      <a:pt x="84895" y="168632"/>
                      <a:pt x="90340" y="168886"/>
                    </a:cubicBezTo>
                    <a:lnTo>
                      <a:pt x="90340" y="159735"/>
                    </a:lnTo>
                    <a:lnTo>
                      <a:pt x="80935" y="159735"/>
                    </a:lnTo>
                    <a:cubicBezTo>
                      <a:pt x="56182" y="159735"/>
                      <a:pt x="56182" y="156431"/>
                      <a:pt x="56182" y="148042"/>
                    </a:cubicBezTo>
                    <a:lnTo>
                      <a:pt x="56182" y="722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C68B3E5-FD3D-959A-DDF8-EBB929DC137A}"/>
                  </a:ext>
                </a:extLst>
              </p:cNvPr>
              <p:cNvSpPr/>
              <p:nvPr>
                <p:custDataLst>
                  <p:tags r:id="rId76"/>
                </p:custDataLst>
              </p:nvPr>
            </p:nvSpPr>
            <p:spPr>
              <a:xfrm>
                <a:off x="11282677" y="7190885"/>
                <a:ext cx="104667" cy="1089021"/>
              </a:xfrm>
              <a:custGeom>
                <a:avLst/>
                <a:gdLst>
                  <a:gd name="connsiteX0" fmla="*/ 82990 w 104667"/>
                  <a:gd name="connsiteY0" fmla="*/ 1066583 h 1089021"/>
                  <a:gd name="connsiteX1" fmla="*/ 246 w 104667"/>
                  <a:gd name="connsiteY1" fmla="*/ 1066583 h 1089021"/>
                  <a:gd name="connsiteX2" fmla="*/ 246 w 104667"/>
                  <a:gd name="connsiteY2" fmla="*/ 1089097 h 1089021"/>
                  <a:gd name="connsiteX3" fmla="*/ 104914 w 104667"/>
                  <a:gd name="connsiteY3" fmla="*/ 1089097 h 1089021"/>
                  <a:gd name="connsiteX4" fmla="*/ 104914 w 104667"/>
                  <a:gd name="connsiteY4" fmla="*/ 75 h 1089021"/>
                  <a:gd name="connsiteX5" fmla="*/ 246 w 104667"/>
                  <a:gd name="connsiteY5" fmla="*/ 75 h 1089021"/>
                  <a:gd name="connsiteX6" fmla="*/ 246 w 104667"/>
                  <a:gd name="connsiteY6" fmla="*/ 22589 h 1089021"/>
                  <a:gd name="connsiteX7" fmla="*/ 82990 w 104667"/>
                  <a:gd name="connsiteY7" fmla="*/ 22589 h 1089021"/>
                  <a:gd name="connsiteX8" fmla="*/ 82990 w 104667"/>
                  <a:gd name="connsiteY8" fmla="*/ 1066583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82990" y="1066583"/>
                    </a:moveTo>
                    <a:lnTo>
                      <a:pt x="246" y="1066583"/>
                    </a:lnTo>
                    <a:lnTo>
                      <a:pt x="246" y="1089097"/>
                    </a:lnTo>
                    <a:lnTo>
                      <a:pt x="104914" y="1089097"/>
                    </a:lnTo>
                    <a:lnTo>
                      <a:pt x="104914" y="75"/>
                    </a:lnTo>
                    <a:lnTo>
                      <a:pt x="246" y="75"/>
                    </a:lnTo>
                    <a:lnTo>
                      <a:pt x="246" y="22589"/>
                    </a:lnTo>
                    <a:lnTo>
                      <a:pt x="82990" y="22589"/>
                    </a:lnTo>
                    <a:lnTo>
                      <a:pt x="82990" y="106658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B721B512-4F6D-8943-E39C-29F21BD5FE24}"/>
                  </a:ext>
                </a:extLst>
              </p:cNvPr>
              <p:cNvSpPr/>
              <p:nvPr>
                <p:custDataLst>
                  <p:tags r:id="rId77"/>
                </p:custDataLst>
              </p:nvPr>
            </p:nvSpPr>
            <p:spPr>
              <a:xfrm>
                <a:off x="11603082" y="7693097"/>
                <a:ext cx="235147" cy="84972"/>
              </a:xfrm>
              <a:custGeom>
                <a:avLst/>
                <a:gdLst>
                  <a:gd name="connsiteX0" fmla="*/ 223380 w 235147"/>
                  <a:gd name="connsiteY0" fmla="*/ 14618 h 84972"/>
                  <a:gd name="connsiteX1" fmla="*/ 235403 w 235147"/>
                  <a:gd name="connsiteY1" fmla="*/ 7355 h 84972"/>
                  <a:gd name="connsiteX2" fmla="*/ 223734 w 235147"/>
                  <a:gd name="connsiteY2" fmla="*/ 92 h 84972"/>
                  <a:gd name="connsiteX3" fmla="*/ 11924 w 235147"/>
                  <a:gd name="connsiteY3" fmla="*/ 92 h 84972"/>
                  <a:gd name="connsiteX4" fmla="*/ 255 w 235147"/>
                  <a:gd name="connsiteY4" fmla="*/ 7355 h 84972"/>
                  <a:gd name="connsiteX5" fmla="*/ 12277 w 235147"/>
                  <a:gd name="connsiteY5" fmla="*/ 14618 h 84972"/>
                  <a:gd name="connsiteX6" fmla="*/ 223380 w 235147"/>
                  <a:gd name="connsiteY6" fmla="*/ 14618 h 84972"/>
                  <a:gd name="connsiteX7" fmla="*/ 223734 w 235147"/>
                  <a:gd name="connsiteY7" fmla="*/ 85064 h 84972"/>
                  <a:gd name="connsiteX8" fmla="*/ 235403 w 235147"/>
                  <a:gd name="connsiteY8" fmla="*/ 77802 h 84972"/>
                  <a:gd name="connsiteX9" fmla="*/ 223380 w 235147"/>
                  <a:gd name="connsiteY9" fmla="*/ 70539 h 84972"/>
                  <a:gd name="connsiteX10" fmla="*/ 12277 w 235147"/>
                  <a:gd name="connsiteY10" fmla="*/ 70539 h 84972"/>
                  <a:gd name="connsiteX11" fmla="*/ 255 w 235147"/>
                  <a:gd name="connsiteY11" fmla="*/ 77802 h 84972"/>
                  <a:gd name="connsiteX12" fmla="*/ 11924 w 235147"/>
                  <a:gd name="connsiteY12" fmla="*/ 85064 h 84972"/>
                  <a:gd name="connsiteX13" fmla="*/ 223734 w 235147"/>
                  <a:gd name="connsiteY13" fmla="*/ 85064 h 8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5147" h="84972">
                    <a:moveTo>
                      <a:pt x="223380" y="14618"/>
                    </a:moveTo>
                    <a:cubicBezTo>
                      <a:pt x="228684" y="14618"/>
                      <a:pt x="235403" y="14618"/>
                      <a:pt x="235403" y="7355"/>
                    </a:cubicBezTo>
                    <a:cubicBezTo>
                      <a:pt x="235403" y="92"/>
                      <a:pt x="228684" y="92"/>
                      <a:pt x="223734" y="92"/>
                    </a:cubicBezTo>
                    <a:lnTo>
                      <a:pt x="11924" y="92"/>
                    </a:lnTo>
                    <a:cubicBezTo>
                      <a:pt x="6973" y="92"/>
                      <a:pt x="255" y="92"/>
                      <a:pt x="255" y="7355"/>
                    </a:cubicBezTo>
                    <a:cubicBezTo>
                      <a:pt x="255" y="14618"/>
                      <a:pt x="6973" y="14618"/>
                      <a:pt x="12277" y="14618"/>
                    </a:cubicBezTo>
                    <a:lnTo>
                      <a:pt x="223380" y="14618"/>
                    </a:lnTo>
                    <a:close/>
                    <a:moveTo>
                      <a:pt x="223734" y="85064"/>
                    </a:moveTo>
                    <a:cubicBezTo>
                      <a:pt x="228684" y="85064"/>
                      <a:pt x="235403" y="85064"/>
                      <a:pt x="235403" y="77802"/>
                    </a:cubicBezTo>
                    <a:cubicBezTo>
                      <a:pt x="235403" y="70539"/>
                      <a:pt x="228684" y="70539"/>
                      <a:pt x="223380" y="70539"/>
                    </a:cubicBezTo>
                    <a:lnTo>
                      <a:pt x="12277" y="70539"/>
                    </a:lnTo>
                    <a:cubicBezTo>
                      <a:pt x="6973" y="70539"/>
                      <a:pt x="255" y="70539"/>
                      <a:pt x="255" y="77802"/>
                    </a:cubicBezTo>
                    <a:cubicBezTo>
                      <a:pt x="255" y="85064"/>
                      <a:pt x="6973" y="85064"/>
                      <a:pt x="11924" y="85064"/>
                    </a:cubicBezTo>
                    <a:lnTo>
                      <a:pt x="223734" y="85064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75CE284D-5C4A-0EAD-0D55-6D2304341BB5}"/>
                  </a:ext>
                </a:extLst>
              </p:cNvPr>
              <p:cNvSpPr/>
              <p:nvPr>
                <p:custDataLst>
                  <p:tags r:id="rId78"/>
                </p:custDataLst>
              </p:nvPr>
            </p:nvSpPr>
            <p:spPr>
              <a:xfrm>
                <a:off x="12053771" y="7190885"/>
                <a:ext cx="104667" cy="1089021"/>
              </a:xfrm>
              <a:custGeom>
                <a:avLst/>
                <a:gdLst>
                  <a:gd name="connsiteX0" fmla="*/ 265 w 104667"/>
                  <a:gd name="connsiteY0" fmla="*/ 1089097 h 1089021"/>
                  <a:gd name="connsiteX1" fmla="*/ 104933 w 104667"/>
                  <a:gd name="connsiteY1" fmla="*/ 1089097 h 1089021"/>
                  <a:gd name="connsiteX2" fmla="*/ 104933 w 104667"/>
                  <a:gd name="connsiteY2" fmla="*/ 1066583 h 1089021"/>
                  <a:gd name="connsiteX3" fmla="*/ 22189 w 104667"/>
                  <a:gd name="connsiteY3" fmla="*/ 1066583 h 1089021"/>
                  <a:gd name="connsiteX4" fmla="*/ 22189 w 104667"/>
                  <a:gd name="connsiteY4" fmla="*/ 22589 h 1089021"/>
                  <a:gd name="connsiteX5" fmla="*/ 104933 w 104667"/>
                  <a:gd name="connsiteY5" fmla="*/ 22589 h 1089021"/>
                  <a:gd name="connsiteX6" fmla="*/ 104933 w 104667"/>
                  <a:gd name="connsiteY6" fmla="*/ 75 h 1089021"/>
                  <a:gd name="connsiteX7" fmla="*/ 265 w 104667"/>
                  <a:gd name="connsiteY7" fmla="*/ 75 h 1089021"/>
                  <a:gd name="connsiteX8" fmla="*/ 265 w 104667"/>
                  <a:gd name="connsiteY8" fmla="*/ 1089097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265" y="1089097"/>
                    </a:moveTo>
                    <a:lnTo>
                      <a:pt x="104933" y="1089097"/>
                    </a:lnTo>
                    <a:lnTo>
                      <a:pt x="104933" y="1066583"/>
                    </a:lnTo>
                    <a:lnTo>
                      <a:pt x="22189" y="1066583"/>
                    </a:lnTo>
                    <a:lnTo>
                      <a:pt x="22189" y="22589"/>
                    </a:lnTo>
                    <a:lnTo>
                      <a:pt x="104933" y="22589"/>
                    </a:lnTo>
                    <a:lnTo>
                      <a:pt x="104933" y="75"/>
                    </a:lnTo>
                    <a:lnTo>
                      <a:pt x="265" y="75"/>
                    </a:lnTo>
                    <a:lnTo>
                      <a:pt x="265" y="1089097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29BB77C6-4537-EABA-6185-762894543738}"/>
                  </a:ext>
                </a:extLst>
              </p:cNvPr>
              <p:cNvSpPr/>
              <p:nvPr>
                <p:custDataLst>
                  <p:tags r:id="rId79"/>
                </p:custDataLst>
              </p:nvPr>
            </p:nvSpPr>
            <p:spPr>
              <a:xfrm>
                <a:off x="12283649" y="7177526"/>
                <a:ext cx="333450" cy="363128"/>
              </a:xfrm>
              <a:custGeom>
                <a:avLst/>
                <a:gdLst>
                  <a:gd name="connsiteX0" fmla="*/ 129340 w 333450"/>
                  <a:gd name="connsiteY0" fmla="*/ 193985 h 363128"/>
                  <a:gd name="connsiteX1" fmla="*/ 3810 w 333450"/>
                  <a:gd name="connsiteY1" fmla="*/ 353398 h 363128"/>
                  <a:gd name="connsiteX2" fmla="*/ 628 w 333450"/>
                  <a:gd name="connsiteY2" fmla="*/ 359208 h 363128"/>
                  <a:gd name="connsiteX3" fmla="*/ 10175 w 333450"/>
                  <a:gd name="connsiteY3" fmla="*/ 363203 h 363128"/>
                  <a:gd name="connsiteX4" fmla="*/ 303314 w 333450"/>
                  <a:gd name="connsiteY4" fmla="*/ 363203 h 363128"/>
                  <a:gd name="connsiteX5" fmla="*/ 333724 w 333450"/>
                  <a:gd name="connsiteY5" fmla="*/ 272784 h 363128"/>
                  <a:gd name="connsiteX6" fmla="*/ 324884 w 333450"/>
                  <a:gd name="connsiteY6" fmla="*/ 272784 h 363128"/>
                  <a:gd name="connsiteX7" fmla="*/ 262296 w 333450"/>
                  <a:gd name="connsiteY7" fmla="*/ 332700 h 363128"/>
                  <a:gd name="connsiteX8" fmla="*/ 180259 w 333450"/>
                  <a:gd name="connsiteY8" fmla="*/ 343231 h 363128"/>
                  <a:gd name="connsiteX9" fmla="*/ 29977 w 333450"/>
                  <a:gd name="connsiteY9" fmla="*/ 343231 h 363128"/>
                  <a:gd name="connsiteX10" fmla="*/ 152678 w 333450"/>
                  <a:gd name="connsiteY10" fmla="*/ 187449 h 363128"/>
                  <a:gd name="connsiteX11" fmla="*/ 155860 w 333450"/>
                  <a:gd name="connsiteY11" fmla="*/ 181639 h 363128"/>
                  <a:gd name="connsiteX12" fmla="*/ 153385 w 333450"/>
                  <a:gd name="connsiteY12" fmla="*/ 176555 h 363128"/>
                  <a:gd name="connsiteX13" fmla="*/ 38463 w 333450"/>
                  <a:gd name="connsiteY13" fmla="*/ 14600 h 363128"/>
                  <a:gd name="connsiteX14" fmla="*/ 178491 w 333450"/>
                  <a:gd name="connsiteY14" fmla="*/ 14600 h 363128"/>
                  <a:gd name="connsiteX15" fmla="*/ 324884 w 333450"/>
                  <a:gd name="connsiteY15" fmla="*/ 85047 h 363128"/>
                  <a:gd name="connsiteX16" fmla="*/ 333724 w 333450"/>
                  <a:gd name="connsiteY16" fmla="*/ 85047 h 363128"/>
                  <a:gd name="connsiteX17" fmla="*/ 303314 w 333450"/>
                  <a:gd name="connsiteY17" fmla="*/ 75 h 363128"/>
                  <a:gd name="connsiteX18" fmla="*/ 10175 w 333450"/>
                  <a:gd name="connsiteY18" fmla="*/ 75 h 363128"/>
                  <a:gd name="connsiteX19" fmla="*/ 274 w 333450"/>
                  <a:gd name="connsiteY19" fmla="*/ 11695 h 363128"/>
                  <a:gd name="connsiteX20" fmla="*/ 129340 w 333450"/>
                  <a:gd name="connsiteY20" fmla="*/ 193985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340" y="193985"/>
                    </a:moveTo>
                    <a:lnTo>
                      <a:pt x="3810" y="353398"/>
                    </a:lnTo>
                    <a:cubicBezTo>
                      <a:pt x="981" y="357030"/>
                      <a:pt x="628" y="357756"/>
                      <a:pt x="628" y="359208"/>
                    </a:cubicBezTo>
                    <a:cubicBezTo>
                      <a:pt x="628" y="363203"/>
                      <a:pt x="3810" y="363203"/>
                      <a:pt x="10175" y="363203"/>
                    </a:cubicBezTo>
                    <a:lnTo>
                      <a:pt x="303314" y="363203"/>
                    </a:lnTo>
                    <a:lnTo>
                      <a:pt x="333724" y="272784"/>
                    </a:lnTo>
                    <a:lnTo>
                      <a:pt x="324884" y="272784"/>
                    </a:lnTo>
                    <a:cubicBezTo>
                      <a:pt x="316044" y="300019"/>
                      <a:pt x="292352" y="322169"/>
                      <a:pt x="262296" y="332700"/>
                    </a:cubicBezTo>
                    <a:cubicBezTo>
                      <a:pt x="256638" y="334516"/>
                      <a:pt x="232239" y="343231"/>
                      <a:pt x="180259" y="343231"/>
                    </a:cubicBezTo>
                    <a:lnTo>
                      <a:pt x="29977" y="343231"/>
                    </a:lnTo>
                    <a:lnTo>
                      <a:pt x="152678" y="187449"/>
                    </a:lnTo>
                    <a:cubicBezTo>
                      <a:pt x="155153" y="184181"/>
                      <a:pt x="155860" y="183091"/>
                      <a:pt x="155860" y="181639"/>
                    </a:cubicBezTo>
                    <a:cubicBezTo>
                      <a:pt x="155860" y="180186"/>
                      <a:pt x="155507" y="179823"/>
                      <a:pt x="153385" y="176555"/>
                    </a:cubicBezTo>
                    <a:lnTo>
                      <a:pt x="38463" y="14600"/>
                    </a:lnTo>
                    <a:lnTo>
                      <a:pt x="178491" y="14600"/>
                    </a:lnTo>
                    <a:cubicBezTo>
                      <a:pt x="218802" y="14600"/>
                      <a:pt x="300132" y="17142"/>
                      <a:pt x="324884" y="85047"/>
                    </a:cubicBezTo>
                    <a:lnTo>
                      <a:pt x="333724" y="85047"/>
                    </a:lnTo>
                    <a:lnTo>
                      <a:pt x="303314" y="75"/>
                    </a:lnTo>
                    <a:lnTo>
                      <a:pt x="10175" y="75"/>
                    </a:lnTo>
                    <a:cubicBezTo>
                      <a:pt x="628" y="75"/>
                      <a:pt x="274" y="438"/>
                      <a:pt x="274" y="11695"/>
                    </a:cubicBezTo>
                    <a:lnTo>
                      <a:pt x="129340" y="193985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B7007DA1-72E5-3D5A-A152-4BB3C20929B4}"/>
                  </a:ext>
                </a:extLst>
              </p:cNvPr>
              <p:cNvSpPr/>
              <p:nvPr>
                <p:custDataLst>
                  <p:tags r:id="rId80"/>
                </p:custDataLst>
              </p:nvPr>
            </p:nvSpPr>
            <p:spPr>
              <a:xfrm>
                <a:off x="12706287" y="7289371"/>
                <a:ext cx="163012" cy="234943"/>
              </a:xfrm>
              <a:custGeom>
                <a:avLst/>
                <a:gdLst>
                  <a:gd name="connsiteX0" fmla="*/ 161884 w 163012"/>
                  <a:gd name="connsiteY0" fmla="*/ 22233 h 234943"/>
                  <a:gd name="connsiteX1" fmla="*/ 163298 w 163012"/>
                  <a:gd name="connsiteY1" fmla="*/ 13881 h 234943"/>
                  <a:gd name="connsiteX2" fmla="*/ 153044 w 163012"/>
                  <a:gd name="connsiteY2" fmla="*/ 4077 h 234943"/>
                  <a:gd name="connsiteX3" fmla="*/ 140668 w 163012"/>
                  <a:gd name="connsiteY3" fmla="*/ 11702 h 234943"/>
                  <a:gd name="connsiteX4" fmla="*/ 135717 w 163012"/>
                  <a:gd name="connsiteY4" fmla="*/ 31311 h 234943"/>
                  <a:gd name="connsiteX5" fmla="*/ 128645 w 163012"/>
                  <a:gd name="connsiteY5" fmla="*/ 60361 h 234943"/>
                  <a:gd name="connsiteX6" fmla="*/ 112733 w 163012"/>
                  <a:gd name="connsiteY6" fmla="*/ 125725 h 234943"/>
                  <a:gd name="connsiteX7" fmla="*/ 72775 w 163012"/>
                  <a:gd name="connsiteY7" fmla="*/ 156590 h 234943"/>
                  <a:gd name="connsiteX8" fmla="*/ 50852 w 163012"/>
                  <a:gd name="connsiteY8" fmla="*/ 127177 h 234943"/>
                  <a:gd name="connsiteX9" fmla="*/ 68886 w 163012"/>
                  <a:gd name="connsiteY9" fmla="*/ 56004 h 234943"/>
                  <a:gd name="connsiteX10" fmla="*/ 75958 w 163012"/>
                  <a:gd name="connsiteY10" fmla="*/ 29859 h 234943"/>
                  <a:gd name="connsiteX11" fmla="*/ 46962 w 163012"/>
                  <a:gd name="connsiteY11" fmla="*/ 82 h 234943"/>
                  <a:gd name="connsiteX12" fmla="*/ 286 w 163012"/>
                  <a:gd name="connsiteY12" fmla="*/ 56004 h 234943"/>
                  <a:gd name="connsiteX13" fmla="*/ 4529 w 163012"/>
                  <a:gd name="connsiteY13" fmla="*/ 59635 h 234943"/>
                  <a:gd name="connsiteX14" fmla="*/ 10187 w 163012"/>
                  <a:gd name="connsiteY14" fmla="*/ 53099 h 234943"/>
                  <a:gd name="connsiteX15" fmla="*/ 45901 w 163012"/>
                  <a:gd name="connsiteY15" fmla="*/ 8071 h 234943"/>
                  <a:gd name="connsiteX16" fmla="*/ 54741 w 163012"/>
                  <a:gd name="connsiteY16" fmla="*/ 19691 h 234943"/>
                  <a:gd name="connsiteX17" fmla="*/ 48730 w 163012"/>
                  <a:gd name="connsiteY17" fmla="*/ 45110 h 234943"/>
                  <a:gd name="connsiteX18" fmla="*/ 28221 w 163012"/>
                  <a:gd name="connsiteY18" fmla="*/ 121367 h 234943"/>
                  <a:gd name="connsiteX19" fmla="*/ 71361 w 163012"/>
                  <a:gd name="connsiteY19" fmla="*/ 164579 h 234943"/>
                  <a:gd name="connsiteX20" fmla="*/ 107075 w 163012"/>
                  <a:gd name="connsiteY20" fmla="*/ 148238 h 234943"/>
                  <a:gd name="connsiteX21" fmla="*/ 84091 w 163012"/>
                  <a:gd name="connsiteY21" fmla="*/ 204160 h 234943"/>
                  <a:gd name="connsiteX22" fmla="*/ 45194 w 163012"/>
                  <a:gd name="connsiteY22" fmla="*/ 227037 h 234943"/>
                  <a:gd name="connsiteX23" fmla="*/ 18320 w 163012"/>
                  <a:gd name="connsiteY23" fmla="*/ 211786 h 234943"/>
                  <a:gd name="connsiteX24" fmla="*/ 33525 w 163012"/>
                  <a:gd name="connsiteY24" fmla="*/ 207428 h 234943"/>
                  <a:gd name="connsiteX25" fmla="*/ 40597 w 163012"/>
                  <a:gd name="connsiteY25" fmla="*/ 192540 h 234943"/>
                  <a:gd name="connsiteX26" fmla="*/ 27514 w 163012"/>
                  <a:gd name="connsiteY26" fmla="*/ 179831 h 234943"/>
                  <a:gd name="connsiteX27" fmla="*/ 7712 w 163012"/>
                  <a:gd name="connsiteY27" fmla="*/ 203434 h 234943"/>
                  <a:gd name="connsiteX28" fmla="*/ 45194 w 163012"/>
                  <a:gd name="connsiteY28" fmla="*/ 235026 h 234943"/>
                  <a:gd name="connsiteX29" fmla="*/ 127938 w 163012"/>
                  <a:gd name="connsiteY29" fmla="*/ 160948 h 234943"/>
                  <a:gd name="connsiteX30" fmla="*/ 161884 w 163012"/>
                  <a:gd name="connsiteY30" fmla="*/ 22233 h 23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012" h="234943">
                    <a:moveTo>
                      <a:pt x="161884" y="22233"/>
                    </a:moveTo>
                    <a:cubicBezTo>
                      <a:pt x="163298" y="17149"/>
                      <a:pt x="163298" y="16423"/>
                      <a:pt x="163298" y="13881"/>
                    </a:cubicBezTo>
                    <a:cubicBezTo>
                      <a:pt x="163298" y="7345"/>
                      <a:pt x="158348" y="4077"/>
                      <a:pt x="153044" y="4077"/>
                    </a:cubicBezTo>
                    <a:cubicBezTo>
                      <a:pt x="149508" y="4077"/>
                      <a:pt x="143850" y="6255"/>
                      <a:pt x="140668" y="11702"/>
                    </a:cubicBezTo>
                    <a:cubicBezTo>
                      <a:pt x="139960" y="13518"/>
                      <a:pt x="137132" y="24775"/>
                      <a:pt x="135717" y="31311"/>
                    </a:cubicBezTo>
                    <a:cubicBezTo>
                      <a:pt x="133242" y="40752"/>
                      <a:pt x="130767" y="50557"/>
                      <a:pt x="128645" y="60361"/>
                    </a:cubicBezTo>
                    <a:lnTo>
                      <a:pt x="112733" y="125725"/>
                    </a:lnTo>
                    <a:cubicBezTo>
                      <a:pt x="111318" y="131171"/>
                      <a:pt x="96113" y="156590"/>
                      <a:pt x="72775" y="156590"/>
                    </a:cubicBezTo>
                    <a:cubicBezTo>
                      <a:pt x="54741" y="156590"/>
                      <a:pt x="50852" y="140613"/>
                      <a:pt x="50852" y="127177"/>
                    </a:cubicBezTo>
                    <a:cubicBezTo>
                      <a:pt x="50852" y="110473"/>
                      <a:pt x="56863" y="87959"/>
                      <a:pt x="68886" y="56004"/>
                    </a:cubicBezTo>
                    <a:cubicBezTo>
                      <a:pt x="74543" y="41116"/>
                      <a:pt x="75958" y="37121"/>
                      <a:pt x="75958" y="29859"/>
                    </a:cubicBezTo>
                    <a:cubicBezTo>
                      <a:pt x="75958" y="13518"/>
                      <a:pt x="64642" y="82"/>
                      <a:pt x="46962" y="82"/>
                    </a:cubicBezTo>
                    <a:cubicBezTo>
                      <a:pt x="13370" y="82"/>
                      <a:pt x="286" y="52736"/>
                      <a:pt x="286" y="56004"/>
                    </a:cubicBezTo>
                    <a:cubicBezTo>
                      <a:pt x="286" y="59635"/>
                      <a:pt x="3822" y="59635"/>
                      <a:pt x="4529" y="59635"/>
                    </a:cubicBezTo>
                    <a:cubicBezTo>
                      <a:pt x="8065" y="59635"/>
                      <a:pt x="8419" y="58909"/>
                      <a:pt x="10187" y="53099"/>
                    </a:cubicBezTo>
                    <a:cubicBezTo>
                      <a:pt x="19734" y="18965"/>
                      <a:pt x="33879" y="8071"/>
                      <a:pt x="45901" y="8071"/>
                    </a:cubicBezTo>
                    <a:cubicBezTo>
                      <a:pt x="48730" y="8071"/>
                      <a:pt x="54741" y="8071"/>
                      <a:pt x="54741" y="19691"/>
                    </a:cubicBezTo>
                    <a:cubicBezTo>
                      <a:pt x="54741" y="28769"/>
                      <a:pt x="51205" y="38211"/>
                      <a:pt x="48730" y="45110"/>
                    </a:cubicBezTo>
                    <a:cubicBezTo>
                      <a:pt x="34586" y="83602"/>
                      <a:pt x="28221" y="104300"/>
                      <a:pt x="28221" y="121367"/>
                    </a:cubicBezTo>
                    <a:cubicBezTo>
                      <a:pt x="28221" y="153685"/>
                      <a:pt x="50498" y="164579"/>
                      <a:pt x="71361" y="164579"/>
                    </a:cubicBezTo>
                    <a:cubicBezTo>
                      <a:pt x="85151" y="164579"/>
                      <a:pt x="97174" y="158406"/>
                      <a:pt x="107075" y="148238"/>
                    </a:cubicBezTo>
                    <a:cubicBezTo>
                      <a:pt x="102478" y="167121"/>
                      <a:pt x="98235" y="184914"/>
                      <a:pt x="84091" y="204160"/>
                    </a:cubicBezTo>
                    <a:cubicBezTo>
                      <a:pt x="74897" y="216507"/>
                      <a:pt x="61460" y="227037"/>
                      <a:pt x="45194" y="227037"/>
                    </a:cubicBezTo>
                    <a:cubicBezTo>
                      <a:pt x="40244" y="227037"/>
                      <a:pt x="24331" y="225948"/>
                      <a:pt x="18320" y="211786"/>
                    </a:cubicBezTo>
                    <a:cubicBezTo>
                      <a:pt x="23978" y="211786"/>
                      <a:pt x="28575" y="211786"/>
                      <a:pt x="33525" y="207428"/>
                    </a:cubicBezTo>
                    <a:cubicBezTo>
                      <a:pt x="37061" y="204160"/>
                      <a:pt x="40597" y="199440"/>
                      <a:pt x="40597" y="192540"/>
                    </a:cubicBezTo>
                    <a:cubicBezTo>
                      <a:pt x="40597" y="181283"/>
                      <a:pt x="31050" y="179831"/>
                      <a:pt x="27514" y="179831"/>
                    </a:cubicBezTo>
                    <a:cubicBezTo>
                      <a:pt x="19381" y="179831"/>
                      <a:pt x="7712" y="185641"/>
                      <a:pt x="7712" y="203434"/>
                    </a:cubicBezTo>
                    <a:cubicBezTo>
                      <a:pt x="7712" y="221590"/>
                      <a:pt x="23270" y="235026"/>
                      <a:pt x="45194" y="235026"/>
                    </a:cubicBezTo>
                    <a:cubicBezTo>
                      <a:pt x="81615" y="235026"/>
                      <a:pt x="118037" y="201981"/>
                      <a:pt x="127938" y="160948"/>
                    </a:cubicBezTo>
                    <a:lnTo>
                      <a:pt x="161884" y="2223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71EDA330-C648-C7F2-6E68-60197D776722}"/>
                  </a:ext>
                </a:extLst>
              </p:cNvPr>
              <p:cNvSpPr/>
              <p:nvPr>
                <p:custDataLst>
                  <p:tags r:id="rId81"/>
                </p:custDataLst>
              </p:nvPr>
            </p:nvSpPr>
            <p:spPr>
              <a:xfrm>
                <a:off x="12182602" y="7923242"/>
                <a:ext cx="333450" cy="363128"/>
              </a:xfrm>
              <a:custGeom>
                <a:avLst/>
                <a:gdLst>
                  <a:gd name="connsiteX0" fmla="*/ 129337 w 333450"/>
                  <a:gd name="connsiteY0" fmla="*/ 194006 h 363128"/>
                  <a:gd name="connsiteX1" fmla="*/ 3807 w 333450"/>
                  <a:gd name="connsiteY1" fmla="*/ 353419 h 363128"/>
                  <a:gd name="connsiteX2" fmla="*/ 625 w 333450"/>
                  <a:gd name="connsiteY2" fmla="*/ 359229 h 363128"/>
                  <a:gd name="connsiteX3" fmla="*/ 10172 w 333450"/>
                  <a:gd name="connsiteY3" fmla="*/ 363223 h 363128"/>
                  <a:gd name="connsiteX4" fmla="*/ 303311 w 333450"/>
                  <a:gd name="connsiteY4" fmla="*/ 363223 h 363128"/>
                  <a:gd name="connsiteX5" fmla="*/ 333721 w 333450"/>
                  <a:gd name="connsiteY5" fmla="*/ 272804 h 363128"/>
                  <a:gd name="connsiteX6" fmla="*/ 324881 w 333450"/>
                  <a:gd name="connsiteY6" fmla="*/ 272804 h 363128"/>
                  <a:gd name="connsiteX7" fmla="*/ 262293 w 333450"/>
                  <a:gd name="connsiteY7" fmla="*/ 332721 h 363128"/>
                  <a:gd name="connsiteX8" fmla="*/ 180256 w 333450"/>
                  <a:gd name="connsiteY8" fmla="*/ 343251 h 363128"/>
                  <a:gd name="connsiteX9" fmla="*/ 29974 w 333450"/>
                  <a:gd name="connsiteY9" fmla="*/ 343251 h 363128"/>
                  <a:gd name="connsiteX10" fmla="*/ 152675 w 333450"/>
                  <a:gd name="connsiteY10" fmla="*/ 187469 h 363128"/>
                  <a:gd name="connsiteX11" fmla="*/ 155858 w 333450"/>
                  <a:gd name="connsiteY11" fmla="*/ 181659 h 363128"/>
                  <a:gd name="connsiteX12" fmla="*/ 153382 w 333450"/>
                  <a:gd name="connsiteY12" fmla="*/ 176575 h 363128"/>
                  <a:gd name="connsiteX13" fmla="*/ 38461 w 333450"/>
                  <a:gd name="connsiteY13" fmla="*/ 14620 h 363128"/>
                  <a:gd name="connsiteX14" fmla="*/ 178488 w 333450"/>
                  <a:gd name="connsiteY14" fmla="*/ 14620 h 363128"/>
                  <a:gd name="connsiteX15" fmla="*/ 324881 w 333450"/>
                  <a:gd name="connsiteY15" fmla="*/ 85067 h 363128"/>
                  <a:gd name="connsiteX16" fmla="*/ 333721 w 333450"/>
                  <a:gd name="connsiteY16" fmla="*/ 85067 h 363128"/>
                  <a:gd name="connsiteX17" fmla="*/ 303311 w 333450"/>
                  <a:gd name="connsiteY17" fmla="*/ 95 h 363128"/>
                  <a:gd name="connsiteX18" fmla="*/ 10172 w 333450"/>
                  <a:gd name="connsiteY18" fmla="*/ 95 h 363128"/>
                  <a:gd name="connsiteX19" fmla="*/ 271 w 333450"/>
                  <a:gd name="connsiteY19" fmla="*/ 11715 h 363128"/>
                  <a:gd name="connsiteX20" fmla="*/ 129337 w 333450"/>
                  <a:gd name="connsiteY20" fmla="*/ 194006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337" y="194006"/>
                    </a:moveTo>
                    <a:lnTo>
                      <a:pt x="3807" y="353419"/>
                    </a:lnTo>
                    <a:cubicBezTo>
                      <a:pt x="978" y="357050"/>
                      <a:pt x="625" y="357776"/>
                      <a:pt x="625" y="359229"/>
                    </a:cubicBezTo>
                    <a:cubicBezTo>
                      <a:pt x="625" y="363223"/>
                      <a:pt x="3807" y="363223"/>
                      <a:pt x="10172" y="363223"/>
                    </a:cubicBezTo>
                    <a:lnTo>
                      <a:pt x="303311" y="363223"/>
                    </a:lnTo>
                    <a:lnTo>
                      <a:pt x="333721" y="272804"/>
                    </a:lnTo>
                    <a:lnTo>
                      <a:pt x="324881" y="272804"/>
                    </a:lnTo>
                    <a:cubicBezTo>
                      <a:pt x="316041" y="300039"/>
                      <a:pt x="292349" y="322190"/>
                      <a:pt x="262293" y="332721"/>
                    </a:cubicBezTo>
                    <a:cubicBezTo>
                      <a:pt x="256635" y="334536"/>
                      <a:pt x="232236" y="343251"/>
                      <a:pt x="180256" y="343251"/>
                    </a:cubicBezTo>
                    <a:lnTo>
                      <a:pt x="29974" y="343251"/>
                    </a:lnTo>
                    <a:lnTo>
                      <a:pt x="152675" y="187469"/>
                    </a:lnTo>
                    <a:cubicBezTo>
                      <a:pt x="155150" y="184201"/>
                      <a:pt x="155858" y="183112"/>
                      <a:pt x="155858" y="181659"/>
                    </a:cubicBezTo>
                    <a:cubicBezTo>
                      <a:pt x="155858" y="180207"/>
                      <a:pt x="155504" y="179844"/>
                      <a:pt x="153382" y="176575"/>
                    </a:cubicBezTo>
                    <a:lnTo>
                      <a:pt x="38461" y="14620"/>
                    </a:lnTo>
                    <a:lnTo>
                      <a:pt x="178488" y="14620"/>
                    </a:lnTo>
                    <a:cubicBezTo>
                      <a:pt x="218799" y="14620"/>
                      <a:pt x="300129" y="17162"/>
                      <a:pt x="324881" y="85067"/>
                    </a:cubicBezTo>
                    <a:lnTo>
                      <a:pt x="333721" y="85067"/>
                    </a:lnTo>
                    <a:lnTo>
                      <a:pt x="303311" y="95"/>
                    </a:lnTo>
                    <a:lnTo>
                      <a:pt x="10172" y="95"/>
                    </a:lnTo>
                    <a:cubicBezTo>
                      <a:pt x="625" y="95"/>
                      <a:pt x="271" y="458"/>
                      <a:pt x="271" y="11715"/>
                    </a:cubicBezTo>
                    <a:lnTo>
                      <a:pt x="129337" y="19400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59430A11-AF4A-FF8C-8DB5-A54BAF7E0C4B}"/>
                  </a:ext>
                </a:extLst>
              </p:cNvPr>
              <p:cNvSpPr/>
              <p:nvPr>
                <p:custDataLst>
                  <p:tags r:id="rId82"/>
                </p:custDataLst>
              </p:nvPr>
            </p:nvSpPr>
            <p:spPr>
              <a:xfrm>
                <a:off x="12605239" y="8035088"/>
                <a:ext cx="176095" cy="164497"/>
              </a:xfrm>
              <a:custGeom>
                <a:avLst/>
                <a:gdLst>
                  <a:gd name="connsiteX0" fmla="*/ 108133 w 176095"/>
                  <a:gd name="connsiteY0" fmla="*/ 50941 h 164497"/>
                  <a:gd name="connsiteX1" fmla="*/ 143140 w 176095"/>
                  <a:gd name="connsiteY1" fmla="*/ 8091 h 164497"/>
                  <a:gd name="connsiteX2" fmla="*/ 160820 w 176095"/>
                  <a:gd name="connsiteY2" fmla="*/ 12812 h 164497"/>
                  <a:gd name="connsiteX3" fmla="*/ 143847 w 176095"/>
                  <a:gd name="connsiteY3" fmla="*/ 32421 h 164497"/>
                  <a:gd name="connsiteX4" fmla="*/ 157284 w 176095"/>
                  <a:gd name="connsiteY4" fmla="*/ 45130 h 164497"/>
                  <a:gd name="connsiteX5" fmla="*/ 176379 w 176095"/>
                  <a:gd name="connsiteY5" fmla="*/ 24069 h 164497"/>
                  <a:gd name="connsiteX6" fmla="*/ 143494 w 176095"/>
                  <a:gd name="connsiteY6" fmla="*/ 103 h 164497"/>
                  <a:gd name="connsiteX7" fmla="*/ 106365 w 176095"/>
                  <a:gd name="connsiteY7" fmla="*/ 27700 h 164497"/>
                  <a:gd name="connsiteX8" fmla="*/ 68176 w 176095"/>
                  <a:gd name="connsiteY8" fmla="*/ 103 h 164497"/>
                  <a:gd name="connsiteX9" fmla="*/ 11245 w 176095"/>
                  <a:gd name="connsiteY9" fmla="*/ 56024 h 164497"/>
                  <a:gd name="connsiteX10" fmla="*/ 15488 w 176095"/>
                  <a:gd name="connsiteY10" fmla="*/ 59656 h 164497"/>
                  <a:gd name="connsiteX11" fmla="*/ 20085 w 176095"/>
                  <a:gd name="connsiteY11" fmla="*/ 55661 h 164497"/>
                  <a:gd name="connsiteX12" fmla="*/ 67468 w 176095"/>
                  <a:gd name="connsiteY12" fmla="*/ 8091 h 164497"/>
                  <a:gd name="connsiteX13" fmla="*/ 86563 w 176095"/>
                  <a:gd name="connsiteY13" fmla="*/ 32421 h 164497"/>
                  <a:gd name="connsiteX14" fmla="*/ 67468 w 176095"/>
                  <a:gd name="connsiteY14" fmla="*/ 118845 h 164497"/>
                  <a:gd name="connsiteX15" fmla="*/ 33876 w 176095"/>
                  <a:gd name="connsiteY15" fmla="*/ 156611 h 164497"/>
                  <a:gd name="connsiteX16" fmla="*/ 16196 w 176095"/>
                  <a:gd name="connsiteY16" fmla="*/ 151890 h 164497"/>
                  <a:gd name="connsiteX17" fmla="*/ 32815 w 176095"/>
                  <a:gd name="connsiteY17" fmla="*/ 132281 h 164497"/>
                  <a:gd name="connsiteX18" fmla="*/ 19732 w 176095"/>
                  <a:gd name="connsiteY18" fmla="*/ 119572 h 164497"/>
                  <a:gd name="connsiteX19" fmla="*/ 283 w 176095"/>
                  <a:gd name="connsiteY19" fmla="*/ 140633 h 164497"/>
                  <a:gd name="connsiteX20" fmla="*/ 33522 w 176095"/>
                  <a:gd name="connsiteY20" fmla="*/ 164600 h 164497"/>
                  <a:gd name="connsiteX21" fmla="*/ 70651 w 176095"/>
                  <a:gd name="connsiteY21" fmla="*/ 137002 h 164497"/>
                  <a:gd name="connsiteX22" fmla="*/ 108840 w 176095"/>
                  <a:gd name="connsiteY22" fmla="*/ 164600 h 164497"/>
                  <a:gd name="connsiteX23" fmla="*/ 165417 w 176095"/>
                  <a:gd name="connsiteY23" fmla="*/ 108678 h 164497"/>
                  <a:gd name="connsiteX24" fmla="*/ 161174 w 176095"/>
                  <a:gd name="connsiteY24" fmla="*/ 105047 h 164497"/>
                  <a:gd name="connsiteX25" fmla="*/ 156577 w 176095"/>
                  <a:gd name="connsiteY25" fmla="*/ 109041 h 164497"/>
                  <a:gd name="connsiteX26" fmla="*/ 109547 w 176095"/>
                  <a:gd name="connsiteY26" fmla="*/ 156611 h 164497"/>
                  <a:gd name="connsiteX27" fmla="*/ 90099 w 176095"/>
                  <a:gd name="connsiteY27" fmla="*/ 132644 h 164497"/>
                  <a:gd name="connsiteX28" fmla="*/ 96110 w 176095"/>
                  <a:gd name="connsiteY28" fmla="*/ 100689 h 164497"/>
                  <a:gd name="connsiteX29" fmla="*/ 108133 w 176095"/>
                  <a:gd name="connsiteY29" fmla="*/ 50941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095" h="164497">
                    <a:moveTo>
                      <a:pt x="108133" y="50941"/>
                    </a:moveTo>
                    <a:cubicBezTo>
                      <a:pt x="110255" y="41499"/>
                      <a:pt x="118388" y="8091"/>
                      <a:pt x="143140" y="8091"/>
                    </a:cubicBezTo>
                    <a:cubicBezTo>
                      <a:pt x="144908" y="8091"/>
                      <a:pt x="153395" y="8091"/>
                      <a:pt x="160820" y="12812"/>
                    </a:cubicBezTo>
                    <a:cubicBezTo>
                      <a:pt x="150919" y="14628"/>
                      <a:pt x="143847" y="23706"/>
                      <a:pt x="143847" y="32421"/>
                    </a:cubicBezTo>
                    <a:cubicBezTo>
                      <a:pt x="143847" y="38231"/>
                      <a:pt x="147737" y="45130"/>
                      <a:pt x="157284" y="45130"/>
                    </a:cubicBezTo>
                    <a:cubicBezTo>
                      <a:pt x="165064" y="45130"/>
                      <a:pt x="176379" y="38594"/>
                      <a:pt x="176379" y="24069"/>
                    </a:cubicBezTo>
                    <a:cubicBezTo>
                      <a:pt x="176379" y="5186"/>
                      <a:pt x="155516" y="103"/>
                      <a:pt x="143494" y="103"/>
                    </a:cubicBezTo>
                    <a:cubicBezTo>
                      <a:pt x="122984" y="103"/>
                      <a:pt x="110608" y="19348"/>
                      <a:pt x="106365" y="27700"/>
                    </a:cubicBezTo>
                    <a:cubicBezTo>
                      <a:pt x="97525" y="3734"/>
                      <a:pt x="78430" y="103"/>
                      <a:pt x="68176" y="103"/>
                    </a:cubicBezTo>
                    <a:cubicBezTo>
                      <a:pt x="31401" y="103"/>
                      <a:pt x="11245" y="46946"/>
                      <a:pt x="11245" y="56024"/>
                    </a:cubicBezTo>
                    <a:cubicBezTo>
                      <a:pt x="11245" y="59656"/>
                      <a:pt x="14781" y="59656"/>
                      <a:pt x="15488" y="59656"/>
                    </a:cubicBezTo>
                    <a:cubicBezTo>
                      <a:pt x="18317" y="59656"/>
                      <a:pt x="19378" y="58929"/>
                      <a:pt x="20085" y="55661"/>
                    </a:cubicBezTo>
                    <a:cubicBezTo>
                      <a:pt x="32108" y="17170"/>
                      <a:pt x="55446" y="8091"/>
                      <a:pt x="67468" y="8091"/>
                    </a:cubicBezTo>
                    <a:cubicBezTo>
                      <a:pt x="74187" y="8091"/>
                      <a:pt x="86563" y="11360"/>
                      <a:pt x="86563" y="32421"/>
                    </a:cubicBezTo>
                    <a:cubicBezTo>
                      <a:pt x="86563" y="43678"/>
                      <a:pt x="80552" y="68008"/>
                      <a:pt x="67468" y="118845"/>
                    </a:cubicBezTo>
                    <a:cubicBezTo>
                      <a:pt x="61811" y="141359"/>
                      <a:pt x="49434" y="156611"/>
                      <a:pt x="33876" y="156611"/>
                    </a:cubicBezTo>
                    <a:cubicBezTo>
                      <a:pt x="31754" y="156611"/>
                      <a:pt x="23621" y="156611"/>
                      <a:pt x="16196" y="151890"/>
                    </a:cubicBezTo>
                    <a:cubicBezTo>
                      <a:pt x="25036" y="150075"/>
                      <a:pt x="32815" y="142449"/>
                      <a:pt x="32815" y="132281"/>
                    </a:cubicBezTo>
                    <a:cubicBezTo>
                      <a:pt x="32815" y="122477"/>
                      <a:pt x="25036" y="119572"/>
                      <a:pt x="19732" y="119572"/>
                    </a:cubicBezTo>
                    <a:cubicBezTo>
                      <a:pt x="9123" y="119572"/>
                      <a:pt x="283" y="129013"/>
                      <a:pt x="283" y="140633"/>
                    </a:cubicBezTo>
                    <a:cubicBezTo>
                      <a:pt x="283" y="157337"/>
                      <a:pt x="17964" y="164600"/>
                      <a:pt x="33522" y="164600"/>
                    </a:cubicBezTo>
                    <a:cubicBezTo>
                      <a:pt x="56860" y="164600"/>
                      <a:pt x="69590" y="139181"/>
                      <a:pt x="70651" y="137002"/>
                    </a:cubicBezTo>
                    <a:cubicBezTo>
                      <a:pt x="74894" y="150438"/>
                      <a:pt x="87624" y="164600"/>
                      <a:pt x="108840" y="164600"/>
                    </a:cubicBezTo>
                    <a:cubicBezTo>
                      <a:pt x="145262" y="164600"/>
                      <a:pt x="165417" y="117756"/>
                      <a:pt x="165417" y="108678"/>
                    </a:cubicBezTo>
                    <a:cubicBezTo>
                      <a:pt x="165417" y="105047"/>
                      <a:pt x="162235" y="105047"/>
                      <a:pt x="161174" y="105047"/>
                    </a:cubicBezTo>
                    <a:cubicBezTo>
                      <a:pt x="157991" y="105047"/>
                      <a:pt x="157284" y="106499"/>
                      <a:pt x="156577" y="109041"/>
                    </a:cubicBezTo>
                    <a:cubicBezTo>
                      <a:pt x="144908" y="147896"/>
                      <a:pt x="120863" y="156611"/>
                      <a:pt x="109547" y="156611"/>
                    </a:cubicBezTo>
                    <a:cubicBezTo>
                      <a:pt x="95757" y="156611"/>
                      <a:pt x="90099" y="144991"/>
                      <a:pt x="90099" y="132644"/>
                    </a:cubicBezTo>
                    <a:cubicBezTo>
                      <a:pt x="90099" y="124656"/>
                      <a:pt x="92221" y="116667"/>
                      <a:pt x="96110" y="100689"/>
                    </a:cubicBezTo>
                    <a:lnTo>
                      <a:pt x="108133" y="5094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DE1F019-A739-A240-2DAD-61213278A722}"/>
                  </a:ext>
                </a:extLst>
              </p:cNvPr>
              <p:cNvSpPr/>
              <p:nvPr>
                <p:custDataLst>
                  <p:tags r:id="rId83"/>
                </p:custDataLst>
              </p:nvPr>
            </p:nvSpPr>
            <p:spPr>
              <a:xfrm>
                <a:off x="12807335" y="8035088"/>
                <a:ext cx="163012" cy="234943"/>
              </a:xfrm>
              <a:custGeom>
                <a:avLst/>
                <a:gdLst>
                  <a:gd name="connsiteX0" fmla="*/ 161887 w 163012"/>
                  <a:gd name="connsiteY0" fmla="*/ 22253 h 234943"/>
                  <a:gd name="connsiteX1" fmla="*/ 163301 w 163012"/>
                  <a:gd name="connsiteY1" fmla="*/ 13901 h 234943"/>
                  <a:gd name="connsiteX2" fmla="*/ 153047 w 163012"/>
                  <a:gd name="connsiteY2" fmla="*/ 4097 h 234943"/>
                  <a:gd name="connsiteX3" fmla="*/ 140670 w 163012"/>
                  <a:gd name="connsiteY3" fmla="*/ 11723 h 234943"/>
                  <a:gd name="connsiteX4" fmla="*/ 135720 w 163012"/>
                  <a:gd name="connsiteY4" fmla="*/ 31332 h 234943"/>
                  <a:gd name="connsiteX5" fmla="*/ 128648 w 163012"/>
                  <a:gd name="connsiteY5" fmla="*/ 60382 h 234943"/>
                  <a:gd name="connsiteX6" fmla="*/ 112736 w 163012"/>
                  <a:gd name="connsiteY6" fmla="*/ 125745 h 234943"/>
                  <a:gd name="connsiteX7" fmla="*/ 72778 w 163012"/>
                  <a:gd name="connsiteY7" fmla="*/ 156611 h 234943"/>
                  <a:gd name="connsiteX8" fmla="*/ 50855 w 163012"/>
                  <a:gd name="connsiteY8" fmla="*/ 127197 h 234943"/>
                  <a:gd name="connsiteX9" fmla="*/ 68888 w 163012"/>
                  <a:gd name="connsiteY9" fmla="*/ 56024 h 234943"/>
                  <a:gd name="connsiteX10" fmla="*/ 75961 w 163012"/>
                  <a:gd name="connsiteY10" fmla="*/ 29879 h 234943"/>
                  <a:gd name="connsiteX11" fmla="*/ 46965 w 163012"/>
                  <a:gd name="connsiteY11" fmla="*/ 103 h 234943"/>
                  <a:gd name="connsiteX12" fmla="*/ 289 w 163012"/>
                  <a:gd name="connsiteY12" fmla="*/ 56024 h 234943"/>
                  <a:gd name="connsiteX13" fmla="*/ 4532 w 163012"/>
                  <a:gd name="connsiteY13" fmla="*/ 59656 h 234943"/>
                  <a:gd name="connsiteX14" fmla="*/ 10190 w 163012"/>
                  <a:gd name="connsiteY14" fmla="*/ 53119 h 234943"/>
                  <a:gd name="connsiteX15" fmla="*/ 45904 w 163012"/>
                  <a:gd name="connsiteY15" fmla="*/ 8091 h 234943"/>
                  <a:gd name="connsiteX16" fmla="*/ 54744 w 163012"/>
                  <a:gd name="connsiteY16" fmla="*/ 19712 h 234943"/>
                  <a:gd name="connsiteX17" fmla="*/ 48733 w 163012"/>
                  <a:gd name="connsiteY17" fmla="*/ 45130 h 234943"/>
                  <a:gd name="connsiteX18" fmla="*/ 28224 w 163012"/>
                  <a:gd name="connsiteY18" fmla="*/ 121387 h 234943"/>
                  <a:gd name="connsiteX19" fmla="*/ 71364 w 163012"/>
                  <a:gd name="connsiteY19" fmla="*/ 164600 h 234943"/>
                  <a:gd name="connsiteX20" fmla="*/ 107078 w 163012"/>
                  <a:gd name="connsiteY20" fmla="*/ 148259 h 234943"/>
                  <a:gd name="connsiteX21" fmla="*/ 84094 w 163012"/>
                  <a:gd name="connsiteY21" fmla="*/ 204181 h 234943"/>
                  <a:gd name="connsiteX22" fmla="*/ 45197 w 163012"/>
                  <a:gd name="connsiteY22" fmla="*/ 227058 h 234943"/>
                  <a:gd name="connsiteX23" fmla="*/ 18323 w 163012"/>
                  <a:gd name="connsiteY23" fmla="*/ 211806 h 234943"/>
                  <a:gd name="connsiteX24" fmla="*/ 33528 w 163012"/>
                  <a:gd name="connsiteY24" fmla="*/ 207449 h 234943"/>
                  <a:gd name="connsiteX25" fmla="*/ 40600 w 163012"/>
                  <a:gd name="connsiteY25" fmla="*/ 192561 h 234943"/>
                  <a:gd name="connsiteX26" fmla="*/ 27517 w 163012"/>
                  <a:gd name="connsiteY26" fmla="*/ 179851 h 234943"/>
                  <a:gd name="connsiteX27" fmla="*/ 7715 w 163012"/>
                  <a:gd name="connsiteY27" fmla="*/ 203454 h 234943"/>
                  <a:gd name="connsiteX28" fmla="*/ 45197 w 163012"/>
                  <a:gd name="connsiteY28" fmla="*/ 235047 h 234943"/>
                  <a:gd name="connsiteX29" fmla="*/ 127941 w 163012"/>
                  <a:gd name="connsiteY29" fmla="*/ 160968 h 234943"/>
                  <a:gd name="connsiteX30" fmla="*/ 161887 w 163012"/>
                  <a:gd name="connsiteY30" fmla="*/ 22253 h 23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012" h="234943">
                    <a:moveTo>
                      <a:pt x="161887" y="22253"/>
                    </a:moveTo>
                    <a:cubicBezTo>
                      <a:pt x="163301" y="17170"/>
                      <a:pt x="163301" y="16443"/>
                      <a:pt x="163301" y="13901"/>
                    </a:cubicBezTo>
                    <a:cubicBezTo>
                      <a:pt x="163301" y="7365"/>
                      <a:pt x="158351" y="4097"/>
                      <a:pt x="153047" y="4097"/>
                    </a:cubicBezTo>
                    <a:cubicBezTo>
                      <a:pt x="149511" y="4097"/>
                      <a:pt x="143853" y="6276"/>
                      <a:pt x="140670" y="11723"/>
                    </a:cubicBezTo>
                    <a:cubicBezTo>
                      <a:pt x="139963" y="13538"/>
                      <a:pt x="137134" y="24795"/>
                      <a:pt x="135720" y="31332"/>
                    </a:cubicBezTo>
                    <a:cubicBezTo>
                      <a:pt x="133245" y="40773"/>
                      <a:pt x="130769" y="50577"/>
                      <a:pt x="128648" y="60382"/>
                    </a:cubicBezTo>
                    <a:lnTo>
                      <a:pt x="112736" y="125745"/>
                    </a:lnTo>
                    <a:cubicBezTo>
                      <a:pt x="111321" y="131192"/>
                      <a:pt x="96116" y="156611"/>
                      <a:pt x="72778" y="156611"/>
                    </a:cubicBezTo>
                    <a:cubicBezTo>
                      <a:pt x="54744" y="156611"/>
                      <a:pt x="50855" y="140633"/>
                      <a:pt x="50855" y="127197"/>
                    </a:cubicBezTo>
                    <a:cubicBezTo>
                      <a:pt x="50855" y="110494"/>
                      <a:pt x="56866" y="87980"/>
                      <a:pt x="68888" y="56024"/>
                    </a:cubicBezTo>
                    <a:cubicBezTo>
                      <a:pt x="74546" y="41136"/>
                      <a:pt x="75961" y="37142"/>
                      <a:pt x="75961" y="29879"/>
                    </a:cubicBezTo>
                    <a:cubicBezTo>
                      <a:pt x="75961" y="13538"/>
                      <a:pt x="64645" y="103"/>
                      <a:pt x="46965" y="103"/>
                    </a:cubicBezTo>
                    <a:cubicBezTo>
                      <a:pt x="13372" y="103"/>
                      <a:pt x="289" y="52756"/>
                      <a:pt x="289" y="56024"/>
                    </a:cubicBezTo>
                    <a:cubicBezTo>
                      <a:pt x="289" y="59656"/>
                      <a:pt x="3825" y="59656"/>
                      <a:pt x="4532" y="59656"/>
                    </a:cubicBezTo>
                    <a:cubicBezTo>
                      <a:pt x="8068" y="59656"/>
                      <a:pt x="8422" y="58929"/>
                      <a:pt x="10190" y="53119"/>
                    </a:cubicBezTo>
                    <a:cubicBezTo>
                      <a:pt x="19737" y="18985"/>
                      <a:pt x="33882" y="8091"/>
                      <a:pt x="45904" y="8091"/>
                    </a:cubicBezTo>
                    <a:cubicBezTo>
                      <a:pt x="48733" y="8091"/>
                      <a:pt x="54744" y="8091"/>
                      <a:pt x="54744" y="19712"/>
                    </a:cubicBezTo>
                    <a:cubicBezTo>
                      <a:pt x="54744" y="28790"/>
                      <a:pt x="51208" y="38231"/>
                      <a:pt x="48733" y="45130"/>
                    </a:cubicBezTo>
                    <a:cubicBezTo>
                      <a:pt x="34589" y="83622"/>
                      <a:pt x="28224" y="104320"/>
                      <a:pt x="28224" y="121387"/>
                    </a:cubicBezTo>
                    <a:cubicBezTo>
                      <a:pt x="28224" y="153706"/>
                      <a:pt x="50501" y="164600"/>
                      <a:pt x="71364" y="164600"/>
                    </a:cubicBezTo>
                    <a:cubicBezTo>
                      <a:pt x="85154" y="164600"/>
                      <a:pt x="97177" y="158426"/>
                      <a:pt x="107078" y="148259"/>
                    </a:cubicBezTo>
                    <a:cubicBezTo>
                      <a:pt x="102481" y="167142"/>
                      <a:pt x="98238" y="184935"/>
                      <a:pt x="84094" y="204181"/>
                    </a:cubicBezTo>
                    <a:cubicBezTo>
                      <a:pt x="74900" y="216527"/>
                      <a:pt x="61463" y="227058"/>
                      <a:pt x="45197" y="227058"/>
                    </a:cubicBezTo>
                    <a:cubicBezTo>
                      <a:pt x="40246" y="227058"/>
                      <a:pt x="24334" y="225968"/>
                      <a:pt x="18323" y="211806"/>
                    </a:cubicBezTo>
                    <a:cubicBezTo>
                      <a:pt x="23981" y="211806"/>
                      <a:pt x="28577" y="211806"/>
                      <a:pt x="33528" y="207449"/>
                    </a:cubicBezTo>
                    <a:cubicBezTo>
                      <a:pt x="37064" y="204181"/>
                      <a:pt x="40600" y="199460"/>
                      <a:pt x="40600" y="192561"/>
                    </a:cubicBezTo>
                    <a:cubicBezTo>
                      <a:pt x="40600" y="181304"/>
                      <a:pt x="31053" y="179851"/>
                      <a:pt x="27517" y="179851"/>
                    </a:cubicBezTo>
                    <a:cubicBezTo>
                      <a:pt x="19384" y="179851"/>
                      <a:pt x="7715" y="185661"/>
                      <a:pt x="7715" y="203454"/>
                    </a:cubicBezTo>
                    <a:cubicBezTo>
                      <a:pt x="7715" y="221611"/>
                      <a:pt x="23273" y="235047"/>
                      <a:pt x="45197" y="235047"/>
                    </a:cubicBezTo>
                    <a:cubicBezTo>
                      <a:pt x="81618" y="235047"/>
                      <a:pt x="118040" y="202002"/>
                      <a:pt x="127941" y="160968"/>
                    </a:cubicBezTo>
                    <a:lnTo>
                      <a:pt x="161887" y="2225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8C3C1D0C-11B6-C8FA-5C78-E0278D5C6B8D}"/>
                  </a:ext>
                </a:extLst>
              </p:cNvPr>
              <p:cNvSpPr/>
              <p:nvPr>
                <p:custDataLst>
                  <p:tags r:id="rId84"/>
                </p:custDataLst>
              </p:nvPr>
            </p:nvSpPr>
            <p:spPr>
              <a:xfrm>
                <a:off x="12987022" y="7190885"/>
                <a:ext cx="104667" cy="1089021"/>
              </a:xfrm>
              <a:custGeom>
                <a:avLst/>
                <a:gdLst>
                  <a:gd name="connsiteX0" fmla="*/ 83038 w 104667"/>
                  <a:gd name="connsiteY0" fmla="*/ 1066583 h 1089021"/>
                  <a:gd name="connsiteX1" fmla="*/ 294 w 104667"/>
                  <a:gd name="connsiteY1" fmla="*/ 1066583 h 1089021"/>
                  <a:gd name="connsiteX2" fmla="*/ 294 w 104667"/>
                  <a:gd name="connsiteY2" fmla="*/ 1089097 h 1089021"/>
                  <a:gd name="connsiteX3" fmla="*/ 104962 w 104667"/>
                  <a:gd name="connsiteY3" fmla="*/ 1089097 h 1089021"/>
                  <a:gd name="connsiteX4" fmla="*/ 104962 w 104667"/>
                  <a:gd name="connsiteY4" fmla="*/ 75 h 1089021"/>
                  <a:gd name="connsiteX5" fmla="*/ 294 w 104667"/>
                  <a:gd name="connsiteY5" fmla="*/ 75 h 1089021"/>
                  <a:gd name="connsiteX6" fmla="*/ 294 w 104667"/>
                  <a:gd name="connsiteY6" fmla="*/ 22589 h 1089021"/>
                  <a:gd name="connsiteX7" fmla="*/ 83038 w 104667"/>
                  <a:gd name="connsiteY7" fmla="*/ 22589 h 1089021"/>
                  <a:gd name="connsiteX8" fmla="*/ 83038 w 104667"/>
                  <a:gd name="connsiteY8" fmla="*/ 1066583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83038" y="1066583"/>
                    </a:moveTo>
                    <a:lnTo>
                      <a:pt x="294" y="1066583"/>
                    </a:lnTo>
                    <a:lnTo>
                      <a:pt x="294" y="1089097"/>
                    </a:lnTo>
                    <a:lnTo>
                      <a:pt x="104962" y="1089097"/>
                    </a:lnTo>
                    <a:lnTo>
                      <a:pt x="104962" y="75"/>
                    </a:lnTo>
                    <a:lnTo>
                      <a:pt x="294" y="75"/>
                    </a:lnTo>
                    <a:lnTo>
                      <a:pt x="294" y="22589"/>
                    </a:lnTo>
                    <a:lnTo>
                      <a:pt x="83038" y="22589"/>
                    </a:lnTo>
                    <a:lnTo>
                      <a:pt x="83038" y="106658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336545E7-12A8-ACFC-82B2-0F2DB729C08E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915574" y="4839415"/>
              <a:ext cx="3060278" cy="345414"/>
              <a:chOff x="9411497" y="5216962"/>
              <a:chExt cx="3060278" cy="345414"/>
            </a:xfrm>
            <a:solidFill>
              <a:srgbClr val="00B0F0"/>
            </a:solidFill>
          </p:grpSpPr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F82863B1-7F9E-D3C9-4B13-F5E7F348164F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9411497" y="5216962"/>
                <a:ext cx="130066" cy="345414"/>
              </a:xfrm>
              <a:custGeom>
                <a:avLst/>
                <a:gdLst>
                  <a:gd name="connsiteX0" fmla="*/ 42712 w 130066"/>
                  <a:gd name="connsiteY0" fmla="*/ 342045 h 345414"/>
                  <a:gd name="connsiteX1" fmla="*/ 40211 w 130066"/>
                  <a:gd name="connsiteY1" fmla="*/ 337209 h 345414"/>
                  <a:gd name="connsiteX2" fmla="*/ 18056 w 130066"/>
                  <a:gd name="connsiteY2" fmla="*/ 255346 h 345414"/>
                  <a:gd name="connsiteX3" fmla="*/ 124897 w 130066"/>
                  <a:gd name="connsiteY3" fmla="*/ 9756 h 345414"/>
                  <a:gd name="connsiteX4" fmla="*/ 130257 w 130066"/>
                  <a:gd name="connsiteY4" fmla="*/ 3539 h 345414"/>
                  <a:gd name="connsiteX5" fmla="*/ 126683 w 130066"/>
                  <a:gd name="connsiteY5" fmla="*/ 85 h 345414"/>
                  <a:gd name="connsiteX6" fmla="*/ 50573 w 130066"/>
                  <a:gd name="connsiteY6" fmla="*/ 77112 h 345414"/>
                  <a:gd name="connsiteX7" fmla="*/ 190 w 130066"/>
                  <a:gd name="connsiteY7" fmla="*/ 242911 h 345414"/>
                  <a:gd name="connsiteX8" fmla="*/ 9838 w 130066"/>
                  <a:gd name="connsiteY8" fmla="*/ 302323 h 345414"/>
                  <a:gd name="connsiteX9" fmla="*/ 39139 w 130066"/>
                  <a:gd name="connsiteY9" fmla="*/ 345499 h 345414"/>
                  <a:gd name="connsiteX10" fmla="*/ 42712 w 130066"/>
                  <a:gd name="connsiteY10" fmla="*/ 342045 h 345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0066" h="345414">
                    <a:moveTo>
                      <a:pt x="42712" y="342045"/>
                    </a:moveTo>
                    <a:cubicBezTo>
                      <a:pt x="42712" y="341354"/>
                      <a:pt x="42712" y="340664"/>
                      <a:pt x="40211" y="337209"/>
                    </a:cubicBezTo>
                    <a:cubicBezTo>
                      <a:pt x="20915" y="308885"/>
                      <a:pt x="18056" y="279525"/>
                      <a:pt x="18056" y="255346"/>
                    </a:cubicBezTo>
                    <a:cubicBezTo>
                      <a:pt x="18056" y="208370"/>
                      <a:pt x="39139" y="80221"/>
                      <a:pt x="124897" y="9756"/>
                    </a:cubicBezTo>
                    <a:cubicBezTo>
                      <a:pt x="129899" y="4920"/>
                      <a:pt x="130257" y="4575"/>
                      <a:pt x="130257" y="3539"/>
                    </a:cubicBezTo>
                    <a:cubicBezTo>
                      <a:pt x="130257" y="1121"/>
                      <a:pt x="128827" y="85"/>
                      <a:pt x="126683" y="85"/>
                    </a:cubicBezTo>
                    <a:cubicBezTo>
                      <a:pt x="122753" y="85"/>
                      <a:pt x="81660" y="28063"/>
                      <a:pt x="50573" y="77112"/>
                    </a:cubicBezTo>
                    <a:cubicBezTo>
                      <a:pt x="11267" y="139632"/>
                      <a:pt x="190" y="205952"/>
                      <a:pt x="190" y="242911"/>
                    </a:cubicBezTo>
                    <a:cubicBezTo>
                      <a:pt x="190" y="263291"/>
                      <a:pt x="3406" y="285052"/>
                      <a:pt x="9838" y="302323"/>
                    </a:cubicBezTo>
                    <a:cubicBezTo>
                      <a:pt x="18771" y="325465"/>
                      <a:pt x="34136" y="345499"/>
                      <a:pt x="39139" y="345499"/>
                    </a:cubicBezTo>
                    <a:cubicBezTo>
                      <a:pt x="41283" y="345499"/>
                      <a:pt x="42712" y="344118"/>
                      <a:pt x="42712" y="342045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C9DAE6B-2D58-1859-833C-66C0FB034430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9525444" y="5240105"/>
                <a:ext cx="282287" cy="235918"/>
              </a:xfrm>
              <a:custGeom>
                <a:avLst/>
                <a:gdLst>
                  <a:gd name="connsiteX0" fmla="*/ 241032 w 282287"/>
                  <a:gd name="connsiteY0" fmla="*/ 34281 h 235918"/>
                  <a:gd name="connsiteX1" fmla="*/ 277121 w 282287"/>
                  <a:gd name="connsiteY1" fmla="*/ 10793 h 235918"/>
                  <a:gd name="connsiteX2" fmla="*/ 282481 w 282287"/>
                  <a:gd name="connsiteY2" fmla="*/ 4575 h 235918"/>
                  <a:gd name="connsiteX3" fmla="*/ 277836 w 282287"/>
                  <a:gd name="connsiteY3" fmla="*/ 85 h 235918"/>
                  <a:gd name="connsiteX4" fmla="*/ 243533 w 282287"/>
                  <a:gd name="connsiteY4" fmla="*/ 1121 h 235918"/>
                  <a:gd name="connsiteX5" fmla="*/ 208872 w 282287"/>
                  <a:gd name="connsiteY5" fmla="*/ 85 h 235918"/>
                  <a:gd name="connsiteX6" fmla="*/ 202440 w 282287"/>
                  <a:gd name="connsiteY6" fmla="*/ 6648 h 235918"/>
                  <a:gd name="connsiteX7" fmla="*/ 208872 w 282287"/>
                  <a:gd name="connsiteY7" fmla="*/ 10793 h 235918"/>
                  <a:gd name="connsiteX8" fmla="*/ 230312 w 282287"/>
                  <a:gd name="connsiteY8" fmla="*/ 25645 h 235918"/>
                  <a:gd name="connsiteX9" fmla="*/ 228882 w 282287"/>
                  <a:gd name="connsiteY9" fmla="*/ 33935 h 235918"/>
                  <a:gd name="connsiteX10" fmla="*/ 189577 w 282287"/>
                  <a:gd name="connsiteY10" fmla="*/ 185572 h 235918"/>
                  <a:gd name="connsiteX11" fmla="*/ 122757 w 282287"/>
                  <a:gd name="connsiteY11" fmla="*/ 5957 h 235918"/>
                  <a:gd name="connsiteX12" fmla="*/ 112752 w 282287"/>
                  <a:gd name="connsiteY12" fmla="*/ 85 h 235918"/>
                  <a:gd name="connsiteX13" fmla="*/ 68086 w 282287"/>
                  <a:gd name="connsiteY13" fmla="*/ 85 h 235918"/>
                  <a:gd name="connsiteX14" fmla="*/ 58438 w 282287"/>
                  <a:gd name="connsiteY14" fmla="*/ 6648 h 235918"/>
                  <a:gd name="connsiteX15" fmla="*/ 68086 w 282287"/>
                  <a:gd name="connsiteY15" fmla="*/ 10793 h 235918"/>
                  <a:gd name="connsiteX16" fmla="*/ 89883 w 282287"/>
                  <a:gd name="connsiteY16" fmla="*/ 13556 h 235918"/>
                  <a:gd name="connsiteX17" fmla="*/ 88811 w 282287"/>
                  <a:gd name="connsiteY17" fmla="*/ 18046 h 235918"/>
                  <a:gd name="connsiteX18" fmla="*/ 41644 w 282287"/>
                  <a:gd name="connsiteY18" fmla="*/ 201116 h 235918"/>
                  <a:gd name="connsiteX19" fmla="*/ 6983 w 282287"/>
                  <a:gd name="connsiteY19" fmla="*/ 225295 h 235918"/>
                  <a:gd name="connsiteX20" fmla="*/ 194 w 282287"/>
                  <a:gd name="connsiteY20" fmla="*/ 231858 h 235918"/>
                  <a:gd name="connsiteX21" fmla="*/ 4839 w 282287"/>
                  <a:gd name="connsiteY21" fmla="*/ 236003 h 235918"/>
                  <a:gd name="connsiteX22" fmla="*/ 38785 w 282287"/>
                  <a:gd name="connsiteY22" fmla="*/ 234967 h 235918"/>
                  <a:gd name="connsiteX23" fmla="*/ 73803 w 282287"/>
                  <a:gd name="connsiteY23" fmla="*/ 236003 h 235918"/>
                  <a:gd name="connsiteX24" fmla="*/ 80235 w 282287"/>
                  <a:gd name="connsiteY24" fmla="*/ 229785 h 235918"/>
                  <a:gd name="connsiteX25" fmla="*/ 73446 w 282287"/>
                  <a:gd name="connsiteY25" fmla="*/ 225295 h 235918"/>
                  <a:gd name="connsiteX26" fmla="*/ 52364 w 282287"/>
                  <a:gd name="connsiteY26" fmla="*/ 210442 h 235918"/>
                  <a:gd name="connsiteX27" fmla="*/ 53793 w 282287"/>
                  <a:gd name="connsiteY27" fmla="*/ 201807 h 235918"/>
                  <a:gd name="connsiteX28" fmla="*/ 99888 w 282287"/>
                  <a:gd name="connsiteY28" fmla="*/ 23918 h 235918"/>
                  <a:gd name="connsiteX29" fmla="*/ 176713 w 282287"/>
                  <a:gd name="connsiteY29" fmla="*/ 230131 h 235918"/>
                  <a:gd name="connsiteX30" fmla="*/ 183859 w 282287"/>
                  <a:gd name="connsiteY30" fmla="*/ 236003 h 235918"/>
                  <a:gd name="connsiteX31" fmla="*/ 191006 w 282287"/>
                  <a:gd name="connsiteY31" fmla="*/ 229095 h 235918"/>
                  <a:gd name="connsiteX32" fmla="*/ 241032 w 282287"/>
                  <a:gd name="connsiteY32" fmla="*/ 34281 h 235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82287" h="235918">
                    <a:moveTo>
                      <a:pt x="241032" y="34281"/>
                    </a:moveTo>
                    <a:cubicBezTo>
                      <a:pt x="246749" y="12174"/>
                      <a:pt x="266759" y="11138"/>
                      <a:pt x="277121" y="10793"/>
                    </a:cubicBezTo>
                    <a:cubicBezTo>
                      <a:pt x="278193" y="10793"/>
                      <a:pt x="282481" y="10447"/>
                      <a:pt x="282481" y="4575"/>
                    </a:cubicBezTo>
                    <a:cubicBezTo>
                      <a:pt x="282481" y="1812"/>
                      <a:pt x="281052" y="85"/>
                      <a:pt x="277836" y="85"/>
                    </a:cubicBezTo>
                    <a:cubicBezTo>
                      <a:pt x="266759" y="85"/>
                      <a:pt x="254967" y="1121"/>
                      <a:pt x="243533" y="1121"/>
                    </a:cubicBezTo>
                    <a:cubicBezTo>
                      <a:pt x="232098" y="1121"/>
                      <a:pt x="219949" y="85"/>
                      <a:pt x="208872" y="85"/>
                    </a:cubicBezTo>
                    <a:cubicBezTo>
                      <a:pt x="207086" y="85"/>
                      <a:pt x="202440" y="85"/>
                      <a:pt x="202440" y="6648"/>
                    </a:cubicBezTo>
                    <a:cubicBezTo>
                      <a:pt x="202440" y="10447"/>
                      <a:pt x="205656" y="10793"/>
                      <a:pt x="208872" y="10793"/>
                    </a:cubicBezTo>
                    <a:cubicBezTo>
                      <a:pt x="227453" y="11483"/>
                      <a:pt x="230312" y="18392"/>
                      <a:pt x="230312" y="25645"/>
                    </a:cubicBezTo>
                    <a:cubicBezTo>
                      <a:pt x="230312" y="28754"/>
                      <a:pt x="229597" y="31172"/>
                      <a:pt x="228882" y="33935"/>
                    </a:cubicBezTo>
                    <a:lnTo>
                      <a:pt x="189577" y="185572"/>
                    </a:lnTo>
                    <a:lnTo>
                      <a:pt x="122757" y="5957"/>
                    </a:lnTo>
                    <a:cubicBezTo>
                      <a:pt x="120613" y="430"/>
                      <a:pt x="120256" y="85"/>
                      <a:pt x="112752" y="85"/>
                    </a:cubicBezTo>
                    <a:lnTo>
                      <a:pt x="68086" y="85"/>
                    </a:lnTo>
                    <a:cubicBezTo>
                      <a:pt x="62369" y="85"/>
                      <a:pt x="58438" y="85"/>
                      <a:pt x="58438" y="6648"/>
                    </a:cubicBezTo>
                    <a:cubicBezTo>
                      <a:pt x="58438" y="10793"/>
                      <a:pt x="61297" y="10793"/>
                      <a:pt x="68086" y="10793"/>
                    </a:cubicBezTo>
                    <a:cubicBezTo>
                      <a:pt x="70587" y="10793"/>
                      <a:pt x="89883" y="10793"/>
                      <a:pt x="89883" y="13556"/>
                    </a:cubicBezTo>
                    <a:cubicBezTo>
                      <a:pt x="89883" y="13901"/>
                      <a:pt x="89883" y="14592"/>
                      <a:pt x="88811" y="18046"/>
                    </a:cubicBezTo>
                    <a:lnTo>
                      <a:pt x="41644" y="201116"/>
                    </a:lnTo>
                    <a:cubicBezTo>
                      <a:pt x="36641" y="220114"/>
                      <a:pt x="23420" y="224604"/>
                      <a:pt x="6983" y="225295"/>
                    </a:cubicBezTo>
                    <a:cubicBezTo>
                      <a:pt x="4125" y="225295"/>
                      <a:pt x="194" y="225640"/>
                      <a:pt x="194" y="231858"/>
                    </a:cubicBezTo>
                    <a:cubicBezTo>
                      <a:pt x="194" y="234967"/>
                      <a:pt x="2338" y="236003"/>
                      <a:pt x="4839" y="236003"/>
                    </a:cubicBezTo>
                    <a:cubicBezTo>
                      <a:pt x="15559" y="236003"/>
                      <a:pt x="27708" y="234967"/>
                      <a:pt x="38785" y="234967"/>
                    </a:cubicBezTo>
                    <a:cubicBezTo>
                      <a:pt x="50220" y="234967"/>
                      <a:pt x="62726" y="236003"/>
                      <a:pt x="73803" y="236003"/>
                    </a:cubicBezTo>
                    <a:cubicBezTo>
                      <a:pt x="75947" y="236003"/>
                      <a:pt x="80235" y="236003"/>
                      <a:pt x="80235" y="229785"/>
                    </a:cubicBezTo>
                    <a:cubicBezTo>
                      <a:pt x="80235" y="225640"/>
                      <a:pt x="77734" y="225295"/>
                      <a:pt x="73446" y="225295"/>
                    </a:cubicBezTo>
                    <a:cubicBezTo>
                      <a:pt x="53078" y="224604"/>
                      <a:pt x="52364" y="215623"/>
                      <a:pt x="52364" y="210442"/>
                    </a:cubicBezTo>
                    <a:cubicBezTo>
                      <a:pt x="52364" y="209406"/>
                      <a:pt x="52364" y="207334"/>
                      <a:pt x="53793" y="201807"/>
                    </a:cubicBezTo>
                    <a:lnTo>
                      <a:pt x="99888" y="23918"/>
                    </a:lnTo>
                    <a:lnTo>
                      <a:pt x="176713" y="230131"/>
                    </a:lnTo>
                    <a:cubicBezTo>
                      <a:pt x="178500" y="235312"/>
                      <a:pt x="178857" y="236003"/>
                      <a:pt x="183859" y="236003"/>
                    </a:cubicBezTo>
                    <a:cubicBezTo>
                      <a:pt x="187790" y="236003"/>
                      <a:pt x="189219" y="235657"/>
                      <a:pt x="191006" y="229095"/>
                    </a:cubicBezTo>
                    <a:lnTo>
                      <a:pt x="241032" y="34281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3AC87B1B-3BCA-7430-4146-2D759FD7087E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9808206" y="5323350"/>
                <a:ext cx="142572" cy="156472"/>
              </a:xfrm>
              <a:custGeom>
                <a:avLst/>
                <a:gdLst>
                  <a:gd name="connsiteX0" fmla="*/ 142774 w 142572"/>
                  <a:gd name="connsiteY0" fmla="*/ 56733 h 156472"/>
                  <a:gd name="connsiteX1" fmla="*/ 90605 w 142572"/>
                  <a:gd name="connsiteY1" fmla="*/ 85 h 156472"/>
                  <a:gd name="connsiteX2" fmla="*/ 202 w 142572"/>
                  <a:gd name="connsiteY2" fmla="*/ 99564 h 156472"/>
                  <a:gd name="connsiteX3" fmla="*/ 52371 w 142572"/>
                  <a:gd name="connsiteY3" fmla="*/ 156558 h 156472"/>
                  <a:gd name="connsiteX4" fmla="*/ 142774 w 142572"/>
                  <a:gd name="connsiteY4" fmla="*/ 56733 h 156472"/>
                  <a:gd name="connsiteX5" fmla="*/ 52371 w 142572"/>
                  <a:gd name="connsiteY5" fmla="*/ 148958 h 156472"/>
                  <a:gd name="connsiteX6" fmla="*/ 25214 w 142572"/>
                  <a:gd name="connsiteY6" fmla="*/ 113381 h 156472"/>
                  <a:gd name="connsiteX7" fmla="*/ 45939 w 142572"/>
                  <a:gd name="connsiteY7" fmla="*/ 39117 h 156472"/>
                  <a:gd name="connsiteX8" fmla="*/ 90248 w 142572"/>
                  <a:gd name="connsiteY8" fmla="*/ 7684 h 156472"/>
                  <a:gd name="connsiteX9" fmla="*/ 117762 w 142572"/>
                  <a:gd name="connsiteY9" fmla="*/ 43262 h 156472"/>
                  <a:gd name="connsiteX10" fmla="*/ 98466 w 142572"/>
                  <a:gd name="connsiteY10" fmla="*/ 114417 h 156472"/>
                  <a:gd name="connsiteX11" fmla="*/ 52371 w 142572"/>
                  <a:gd name="connsiteY11" fmla="*/ 148958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572" h="156472">
                    <a:moveTo>
                      <a:pt x="142774" y="56733"/>
                    </a:moveTo>
                    <a:cubicBezTo>
                      <a:pt x="142774" y="23918"/>
                      <a:pt x="121692" y="85"/>
                      <a:pt x="90605" y="85"/>
                    </a:cubicBezTo>
                    <a:cubicBezTo>
                      <a:pt x="46297" y="85"/>
                      <a:pt x="202" y="49134"/>
                      <a:pt x="202" y="99564"/>
                    </a:cubicBezTo>
                    <a:cubicBezTo>
                      <a:pt x="202" y="135142"/>
                      <a:pt x="22713" y="156558"/>
                      <a:pt x="52371" y="156558"/>
                    </a:cubicBezTo>
                    <a:cubicBezTo>
                      <a:pt x="96679" y="156558"/>
                      <a:pt x="142774" y="107509"/>
                      <a:pt x="142774" y="56733"/>
                    </a:cubicBezTo>
                    <a:close/>
                    <a:moveTo>
                      <a:pt x="52371" y="148958"/>
                    </a:moveTo>
                    <a:cubicBezTo>
                      <a:pt x="38435" y="148958"/>
                      <a:pt x="25214" y="138251"/>
                      <a:pt x="25214" y="113381"/>
                    </a:cubicBezTo>
                    <a:cubicBezTo>
                      <a:pt x="25214" y="96110"/>
                      <a:pt x="34505" y="57769"/>
                      <a:pt x="45939" y="39117"/>
                    </a:cubicBezTo>
                    <a:cubicBezTo>
                      <a:pt x="59160" y="18046"/>
                      <a:pt x="76312" y="7684"/>
                      <a:pt x="90248" y="7684"/>
                    </a:cubicBezTo>
                    <a:cubicBezTo>
                      <a:pt x="107757" y="7684"/>
                      <a:pt x="117762" y="22882"/>
                      <a:pt x="117762" y="43262"/>
                    </a:cubicBezTo>
                    <a:cubicBezTo>
                      <a:pt x="117762" y="58114"/>
                      <a:pt x="109901" y="93692"/>
                      <a:pt x="98466" y="114417"/>
                    </a:cubicBezTo>
                    <a:cubicBezTo>
                      <a:pt x="88104" y="133415"/>
                      <a:pt x="69880" y="148958"/>
                      <a:pt x="52371" y="148958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4D04A751-B958-B387-DA85-DEBDACD35F34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9981190" y="5323350"/>
                <a:ext cx="145074" cy="156472"/>
              </a:xfrm>
              <a:custGeom>
                <a:avLst/>
                <a:gdLst>
                  <a:gd name="connsiteX0" fmla="*/ 62739 w 145074"/>
                  <a:gd name="connsiteY0" fmla="*/ 53279 h 156472"/>
                  <a:gd name="connsiteX1" fmla="*/ 109906 w 145074"/>
                  <a:gd name="connsiteY1" fmla="*/ 7684 h 156472"/>
                  <a:gd name="connsiteX2" fmla="*/ 128844 w 145074"/>
                  <a:gd name="connsiteY2" fmla="*/ 12520 h 156472"/>
                  <a:gd name="connsiteX3" fmla="*/ 115265 w 145074"/>
                  <a:gd name="connsiteY3" fmla="*/ 29100 h 156472"/>
                  <a:gd name="connsiteX4" fmla="*/ 127772 w 145074"/>
                  <a:gd name="connsiteY4" fmla="*/ 40153 h 156472"/>
                  <a:gd name="connsiteX5" fmla="*/ 145281 w 145074"/>
                  <a:gd name="connsiteY5" fmla="*/ 21846 h 156472"/>
                  <a:gd name="connsiteX6" fmla="*/ 110263 w 145074"/>
                  <a:gd name="connsiteY6" fmla="*/ 85 h 156472"/>
                  <a:gd name="connsiteX7" fmla="*/ 67027 w 145074"/>
                  <a:gd name="connsiteY7" fmla="*/ 24955 h 156472"/>
                  <a:gd name="connsiteX8" fmla="*/ 37369 w 145074"/>
                  <a:gd name="connsiteY8" fmla="*/ 85 h 156472"/>
                  <a:gd name="connsiteX9" fmla="*/ 11641 w 145074"/>
                  <a:gd name="connsiteY9" fmla="*/ 18392 h 156472"/>
                  <a:gd name="connsiteX10" fmla="*/ 207 w 145074"/>
                  <a:gd name="connsiteY10" fmla="*/ 53279 h 156472"/>
                  <a:gd name="connsiteX11" fmla="*/ 5567 w 145074"/>
                  <a:gd name="connsiteY11" fmla="*/ 56733 h 156472"/>
                  <a:gd name="connsiteX12" fmla="*/ 12356 w 145074"/>
                  <a:gd name="connsiteY12" fmla="*/ 48788 h 156472"/>
                  <a:gd name="connsiteX13" fmla="*/ 36654 w 145074"/>
                  <a:gd name="connsiteY13" fmla="*/ 7684 h 156472"/>
                  <a:gd name="connsiteX14" fmla="*/ 45944 w 145074"/>
                  <a:gd name="connsiteY14" fmla="*/ 21500 h 156472"/>
                  <a:gd name="connsiteX15" fmla="*/ 43443 w 145074"/>
                  <a:gd name="connsiteY15" fmla="*/ 39117 h 156472"/>
                  <a:gd name="connsiteX16" fmla="*/ 16644 w 145074"/>
                  <a:gd name="connsiteY16" fmla="*/ 142741 h 156472"/>
                  <a:gd name="connsiteX17" fmla="*/ 15572 w 145074"/>
                  <a:gd name="connsiteY17" fmla="*/ 147577 h 156472"/>
                  <a:gd name="connsiteX18" fmla="*/ 25577 w 145074"/>
                  <a:gd name="connsiteY18" fmla="*/ 156558 h 156472"/>
                  <a:gd name="connsiteX19" fmla="*/ 39512 w 145074"/>
                  <a:gd name="connsiteY19" fmla="*/ 143777 h 156472"/>
                  <a:gd name="connsiteX20" fmla="*/ 62739 w 145074"/>
                  <a:gd name="connsiteY20" fmla="*/ 53279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5074" h="156472">
                    <a:moveTo>
                      <a:pt x="62739" y="53279"/>
                    </a:moveTo>
                    <a:cubicBezTo>
                      <a:pt x="63096" y="52242"/>
                      <a:pt x="79176" y="7684"/>
                      <a:pt x="109906" y="7684"/>
                    </a:cubicBezTo>
                    <a:cubicBezTo>
                      <a:pt x="111692" y="7684"/>
                      <a:pt x="121697" y="7684"/>
                      <a:pt x="128844" y="12520"/>
                    </a:cubicBezTo>
                    <a:cubicBezTo>
                      <a:pt x="116337" y="16319"/>
                      <a:pt x="115265" y="27372"/>
                      <a:pt x="115265" y="29100"/>
                    </a:cubicBezTo>
                    <a:cubicBezTo>
                      <a:pt x="115265" y="33590"/>
                      <a:pt x="118481" y="40153"/>
                      <a:pt x="127772" y="40153"/>
                    </a:cubicBezTo>
                    <a:cubicBezTo>
                      <a:pt x="134204" y="40153"/>
                      <a:pt x="145281" y="35317"/>
                      <a:pt x="145281" y="21846"/>
                    </a:cubicBezTo>
                    <a:cubicBezTo>
                      <a:pt x="145281" y="3884"/>
                      <a:pt x="122055" y="85"/>
                      <a:pt x="110263" y="85"/>
                    </a:cubicBezTo>
                    <a:cubicBezTo>
                      <a:pt x="85607" y="85"/>
                      <a:pt x="72744" y="17355"/>
                      <a:pt x="67027" y="24955"/>
                    </a:cubicBezTo>
                    <a:cubicBezTo>
                      <a:pt x="63096" y="6648"/>
                      <a:pt x="49160" y="85"/>
                      <a:pt x="37369" y="85"/>
                    </a:cubicBezTo>
                    <a:cubicBezTo>
                      <a:pt x="24505" y="85"/>
                      <a:pt x="17358" y="8029"/>
                      <a:pt x="11641" y="18392"/>
                    </a:cubicBezTo>
                    <a:cubicBezTo>
                      <a:pt x="4852" y="32208"/>
                      <a:pt x="207" y="52588"/>
                      <a:pt x="207" y="53279"/>
                    </a:cubicBezTo>
                    <a:cubicBezTo>
                      <a:pt x="207" y="56733"/>
                      <a:pt x="3780" y="56733"/>
                      <a:pt x="5567" y="56733"/>
                    </a:cubicBezTo>
                    <a:cubicBezTo>
                      <a:pt x="10212" y="56733"/>
                      <a:pt x="10569" y="56387"/>
                      <a:pt x="12356" y="48788"/>
                    </a:cubicBezTo>
                    <a:cubicBezTo>
                      <a:pt x="18788" y="24609"/>
                      <a:pt x="25577" y="7684"/>
                      <a:pt x="36654" y="7684"/>
                    </a:cubicBezTo>
                    <a:cubicBezTo>
                      <a:pt x="45944" y="7684"/>
                      <a:pt x="45944" y="17701"/>
                      <a:pt x="45944" y="21500"/>
                    </a:cubicBezTo>
                    <a:cubicBezTo>
                      <a:pt x="45944" y="27027"/>
                      <a:pt x="44872" y="33590"/>
                      <a:pt x="43443" y="39117"/>
                    </a:cubicBezTo>
                    <a:lnTo>
                      <a:pt x="16644" y="142741"/>
                    </a:lnTo>
                    <a:cubicBezTo>
                      <a:pt x="15929" y="144813"/>
                      <a:pt x="15572" y="146541"/>
                      <a:pt x="15572" y="147577"/>
                    </a:cubicBezTo>
                    <a:cubicBezTo>
                      <a:pt x="15572" y="151376"/>
                      <a:pt x="18430" y="156558"/>
                      <a:pt x="25577" y="156558"/>
                    </a:cubicBezTo>
                    <a:cubicBezTo>
                      <a:pt x="36297" y="156558"/>
                      <a:pt x="38798" y="146541"/>
                      <a:pt x="39512" y="143777"/>
                    </a:cubicBezTo>
                    <a:lnTo>
                      <a:pt x="62739" y="53279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6395DF7A-D64D-EF17-2377-57091E3264AC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10131862" y="5323350"/>
                <a:ext cx="271210" cy="156472"/>
              </a:xfrm>
              <a:custGeom>
                <a:avLst/>
                <a:gdLst>
                  <a:gd name="connsiteX0" fmla="*/ 52738 w 271210"/>
                  <a:gd name="connsiteY0" fmla="*/ 92310 h 156472"/>
                  <a:gd name="connsiteX1" fmla="*/ 58455 w 271210"/>
                  <a:gd name="connsiteY1" fmla="*/ 69858 h 156472"/>
                  <a:gd name="connsiteX2" fmla="*/ 67388 w 271210"/>
                  <a:gd name="connsiteY2" fmla="*/ 44989 h 156472"/>
                  <a:gd name="connsiteX3" fmla="*/ 117771 w 271210"/>
                  <a:gd name="connsiteY3" fmla="*/ 7684 h 156472"/>
                  <a:gd name="connsiteX4" fmla="*/ 134208 w 271210"/>
                  <a:gd name="connsiteY4" fmla="*/ 30481 h 156472"/>
                  <a:gd name="connsiteX5" fmla="*/ 130992 w 271210"/>
                  <a:gd name="connsiteY5" fmla="*/ 52933 h 156472"/>
                  <a:gd name="connsiteX6" fmla="*/ 107766 w 271210"/>
                  <a:gd name="connsiteY6" fmla="*/ 142741 h 156472"/>
                  <a:gd name="connsiteX7" fmla="*/ 106694 w 271210"/>
                  <a:gd name="connsiteY7" fmla="*/ 147577 h 156472"/>
                  <a:gd name="connsiteX8" fmla="*/ 116699 w 271210"/>
                  <a:gd name="connsiteY8" fmla="*/ 156558 h 156472"/>
                  <a:gd name="connsiteX9" fmla="*/ 129563 w 271210"/>
                  <a:gd name="connsiteY9" fmla="*/ 147577 h 156472"/>
                  <a:gd name="connsiteX10" fmla="*/ 143856 w 271210"/>
                  <a:gd name="connsiteY10" fmla="*/ 92310 h 156472"/>
                  <a:gd name="connsiteX11" fmla="*/ 149573 w 271210"/>
                  <a:gd name="connsiteY11" fmla="*/ 69858 h 156472"/>
                  <a:gd name="connsiteX12" fmla="*/ 158506 w 271210"/>
                  <a:gd name="connsiteY12" fmla="*/ 44989 h 156472"/>
                  <a:gd name="connsiteX13" fmla="*/ 208889 w 271210"/>
                  <a:gd name="connsiteY13" fmla="*/ 7684 h 156472"/>
                  <a:gd name="connsiteX14" fmla="*/ 225326 w 271210"/>
                  <a:gd name="connsiteY14" fmla="*/ 30481 h 156472"/>
                  <a:gd name="connsiteX15" fmla="*/ 204601 w 271210"/>
                  <a:gd name="connsiteY15" fmla="*/ 106818 h 156472"/>
                  <a:gd name="connsiteX16" fmla="*/ 198884 w 271210"/>
                  <a:gd name="connsiteY16" fmla="*/ 128924 h 156472"/>
                  <a:gd name="connsiteX17" fmla="*/ 226041 w 271210"/>
                  <a:gd name="connsiteY17" fmla="*/ 156558 h 156472"/>
                  <a:gd name="connsiteX18" fmla="*/ 271421 w 271210"/>
                  <a:gd name="connsiteY18" fmla="*/ 103364 h 156472"/>
                  <a:gd name="connsiteX19" fmla="*/ 266061 w 271210"/>
                  <a:gd name="connsiteY19" fmla="*/ 99910 h 156472"/>
                  <a:gd name="connsiteX20" fmla="*/ 259987 w 271210"/>
                  <a:gd name="connsiteY20" fmla="*/ 105782 h 156472"/>
                  <a:gd name="connsiteX21" fmla="*/ 226755 w 271210"/>
                  <a:gd name="connsiteY21" fmla="*/ 148958 h 156472"/>
                  <a:gd name="connsiteX22" fmla="*/ 218894 w 271210"/>
                  <a:gd name="connsiteY22" fmla="*/ 138941 h 156472"/>
                  <a:gd name="connsiteX23" fmla="*/ 225326 w 271210"/>
                  <a:gd name="connsiteY23" fmla="*/ 113035 h 156472"/>
                  <a:gd name="connsiteX24" fmla="*/ 247123 w 271210"/>
                  <a:gd name="connsiteY24" fmla="*/ 36008 h 156472"/>
                  <a:gd name="connsiteX25" fmla="*/ 209604 w 271210"/>
                  <a:gd name="connsiteY25" fmla="*/ 85 h 156472"/>
                  <a:gd name="connsiteX26" fmla="*/ 156005 w 271210"/>
                  <a:gd name="connsiteY26" fmla="*/ 30481 h 156472"/>
                  <a:gd name="connsiteX27" fmla="*/ 118486 w 271210"/>
                  <a:gd name="connsiteY27" fmla="*/ 85 h 156472"/>
                  <a:gd name="connsiteX28" fmla="*/ 67388 w 271210"/>
                  <a:gd name="connsiteY28" fmla="*/ 27372 h 156472"/>
                  <a:gd name="connsiteX29" fmla="*/ 37373 w 271210"/>
                  <a:gd name="connsiteY29" fmla="*/ 85 h 156472"/>
                  <a:gd name="connsiteX30" fmla="*/ 11645 w 271210"/>
                  <a:gd name="connsiteY30" fmla="*/ 18392 h 156472"/>
                  <a:gd name="connsiteX31" fmla="*/ 211 w 271210"/>
                  <a:gd name="connsiteY31" fmla="*/ 53279 h 156472"/>
                  <a:gd name="connsiteX32" fmla="*/ 5571 w 271210"/>
                  <a:gd name="connsiteY32" fmla="*/ 56733 h 156472"/>
                  <a:gd name="connsiteX33" fmla="*/ 12360 w 271210"/>
                  <a:gd name="connsiteY33" fmla="*/ 48788 h 156472"/>
                  <a:gd name="connsiteX34" fmla="*/ 36658 w 271210"/>
                  <a:gd name="connsiteY34" fmla="*/ 7684 h 156472"/>
                  <a:gd name="connsiteX35" fmla="*/ 45949 w 271210"/>
                  <a:gd name="connsiteY35" fmla="*/ 21500 h 156472"/>
                  <a:gd name="connsiteX36" fmla="*/ 43447 w 271210"/>
                  <a:gd name="connsiteY36" fmla="*/ 39117 h 156472"/>
                  <a:gd name="connsiteX37" fmla="*/ 16648 w 271210"/>
                  <a:gd name="connsiteY37" fmla="*/ 142741 h 156472"/>
                  <a:gd name="connsiteX38" fmla="*/ 15576 w 271210"/>
                  <a:gd name="connsiteY38" fmla="*/ 147577 h 156472"/>
                  <a:gd name="connsiteX39" fmla="*/ 25581 w 271210"/>
                  <a:gd name="connsiteY39" fmla="*/ 156558 h 156472"/>
                  <a:gd name="connsiteX40" fmla="*/ 38445 w 271210"/>
                  <a:gd name="connsiteY40" fmla="*/ 147577 h 156472"/>
                  <a:gd name="connsiteX41" fmla="*/ 52738 w 271210"/>
                  <a:gd name="connsiteY41" fmla="*/ 92310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71210" h="156472">
                    <a:moveTo>
                      <a:pt x="52738" y="92310"/>
                    </a:moveTo>
                    <a:cubicBezTo>
                      <a:pt x="54524" y="84711"/>
                      <a:pt x="56668" y="77458"/>
                      <a:pt x="58455" y="69858"/>
                    </a:cubicBezTo>
                    <a:cubicBezTo>
                      <a:pt x="63100" y="52933"/>
                      <a:pt x="63100" y="52242"/>
                      <a:pt x="67388" y="44989"/>
                    </a:cubicBezTo>
                    <a:cubicBezTo>
                      <a:pt x="77750" y="27718"/>
                      <a:pt x="93116" y="7684"/>
                      <a:pt x="117771" y="7684"/>
                    </a:cubicBezTo>
                    <a:cubicBezTo>
                      <a:pt x="134208" y="7684"/>
                      <a:pt x="134208" y="25300"/>
                      <a:pt x="134208" y="30481"/>
                    </a:cubicBezTo>
                    <a:cubicBezTo>
                      <a:pt x="134208" y="39807"/>
                      <a:pt x="131707" y="49824"/>
                      <a:pt x="130992" y="52933"/>
                    </a:cubicBezTo>
                    <a:lnTo>
                      <a:pt x="107766" y="142741"/>
                    </a:lnTo>
                    <a:cubicBezTo>
                      <a:pt x="107051" y="144813"/>
                      <a:pt x="106694" y="146541"/>
                      <a:pt x="106694" y="147577"/>
                    </a:cubicBezTo>
                    <a:cubicBezTo>
                      <a:pt x="106694" y="151376"/>
                      <a:pt x="109552" y="156558"/>
                      <a:pt x="116699" y="156558"/>
                    </a:cubicBezTo>
                    <a:cubicBezTo>
                      <a:pt x="120987" y="156558"/>
                      <a:pt x="127061" y="154140"/>
                      <a:pt x="129563" y="147577"/>
                    </a:cubicBezTo>
                    <a:lnTo>
                      <a:pt x="143856" y="92310"/>
                    </a:lnTo>
                    <a:cubicBezTo>
                      <a:pt x="145642" y="84711"/>
                      <a:pt x="147786" y="77458"/>
                      <a:pt x="149573" y="69858"/>
                    </a:cubicBezTo>
                    <a:cubicBezTo>
                      <a:pt x="154218" y="52933"/>
                      <a:pt x="154218" y="52242"/>
                      <a:pt x="158506" y="44989"/>
                    </a:cubicBezTo>
                    <a:cubicBezTo>
                      <a:pt x="168869" y="27718"/>
                      <a:pt x="184234" y="7684"/>
                      <a:pt x="208889" y="7684"/>
                    </a:cubicBezTo>
                    <a:cubicBezTo>
                      <a:pt x="225326" y="7684"/>
                      <a:pt x="225326" y="25300"/>
                      <a:pt x="225326" y="30481"/>
                    </a:cubicBezTo>
                    <a:cubicBezTo>
                      <a:pt x="225326" y="51897"/>
                      <a:pt x="209604" y="93001"/>
                      <a:pt x="204601" y="106818"/>
                    </a:cubicBezTo>
                    <a:cubicBezTo>
                      <a:pt x="199956" y="118562"/>
                      <a:pt x="198884" y="121671"/>
                      <a:pt x="198884" y="128924"/>
                    </a:cubicBezTo>
                    <a:cubicBezTo>
                      <a:pt x="198884" y="144123"/>
                      <a:pt x="208889" y="156558"/>
                      <a:pt x="226041" y="156558"/>
                    </a:cubicBezTo>
                    <a:cubicBezTo>
                      <a:pt x="259272" y="156558"/>
                      <a:pt x="271421" y="105091"/>
                      <a:pt x="271421" y="103364"/>
                    </a:cubicBezTo>
                    <a:cubicBezTo>
                      <a:pt x="271421" y="99910"/>
                      <a:pt x="268562" y="99910"/>
                      <a:pt x="266061" y="99910"/>
                    </a:cubicBezTo>
                    <a:cubicBezTo>
                      <a:pt x="261416" y="99910"/>
                      <a:pt x="261416" y="100600"/>
                      <a:pt x="259987" y="105782"/>
                    </a:cubicBezTo>
                    <a:cubicBezTo>
                      <a:pt x="257128" y="115108"/>
                      <a:pt x="247480" y="148958"/>
                      <a:pt x="226755" y="148958"/>
                    </a:cubicBezTo>
                    <a:cubicBezTo>
                      <a:pt x="219251" y="148958"/>
                      <a:pt x="218894" y="143777"/>
                      <a:pt x="218894" y="138941"/>
                    </a:cubicBezTo>
                    <a:cubicBezTo>
                      <a:pt x="218894" y="130306"/>
                      <a:pt x="222467" y="121325"/>
                      <a:pt x="225326" y="113035"/>
                    </a:cubicBezTo>
                    <a:cubicBezTo>
                      <a:pt x="232472" y="94728"/>
                      <a:pt x="247123" y="56042"/>
                      <a:pt x="247123" y="36008"/>
                    </a:cubicBezTo>
                    <a:cubicBezTo>
                      <a:pt x="247123" y="6993"/>
                      <a:pt x="226398" y="85"/>
                      <a:pt x="209604" y="85"/>
                    </a:cubicBezTo>
                    <a:cubicBezTo>
                      <a:pt x="184591" y="85"/>
                      <a:pt x="166725" y="15283"/>
                      <a:pt x="156005" y="30481"/>
                    </a:cubicBezTo>
                    <a:cubicBezTo>
                      <a:pt x="153146" y="6648"/>
                      <a:pt x="134565" y="85"/>
                      <a:pt x="118486" y="85"/>
                    </a:cubicBezTo>
                    <a:cubicBezTo>
                      <a:pt x="97046" y="85"/>
                      <a:pt x="79537" y="11483"/>
                      <a:pt x="67388" y="27372"/>
                    </a:cubicBezTo>
                    <a:cubicBezTo>
                      <a:pt x="64887" y="10447"/>
                      <a:pt x="52738" y="85"/>
                      <a:pt x="37373" y="85"/>
                    </a:cubicBezTo>
                    <a:cubicBezTo>
                      <a:pt x="24509" y="85"/>
                      <a:pt x="17362" y="8029"/>
                      <a:pt x="11645" y="18392"/>
                    </a:cubicBezTo>
                    <a:cubicBezTo>
                      <a:pt x="4856" y="32208"/>
                      <a:pt x="211" y="52588"/>
                      <a:pt x="211" y="53279"/>
                    </a:cubicBezTo>
                    <a:cubicBezTo>
                      <a:pt x="211" y="56733"/>
                      <a:pt x="3784" y="56733"/>
                      <a:pt x="5571" y="56733"/>
                    </a:cubicBezTo>
                    <a:cubicBezTo>
                      <a:pt x="10216" y="56733"/>
                      <a:pt x="10573" y="56387"/>
                      <a:pt x="12360" y="48788"/>
                    </a:cubicBezTo>
                    <a:cubicBezTo>
                      <a:pt x="18792" y="24609"/>
                      <a:pt x="25581" y="7684"/>
                      <a:pt x="36658" y="7684"/>
                    </a:cubicBezTo>
                    <a:cubicBezTo>
                      <a:pt x="45949" y="7684"/>
                      <a:pt x="45949" y="17701"/>
                      <a:pt x="45949" y="21500"/>
                    </a:cubicBezTo>
                    <a:cubicBezTo>
                      <a:pt x="45949" y="27027"/>
                      <a:pt x="44877" y="33590"/>
                      <a:pt x="43447" y="39117"/>
                    </a:cubicBezTo>
                    <a:lnTo>
                      <a:pt x="16648" y="142741"/>
                    </a:lnTo>
                    <a:cubicBezTo>
                      <a:pt x="15933" y="144813"/>
                      <a:pt x="15576" y="146541"/>
                      <a:pt x="15576" y="147577"/>
                    </a:cubicBezTo>
                    <a:cubicBezTo>
                      <a:pt x="15576" y="151376"/>
                      <a:pt x="18434" y="156558"/>
                      <a:pt x="25581" y="156558"/>
                    </a:cubicBezTo>
                    <a:cubicBezTo>
                      <a:pt x="29869" y="156558"/>
                      <a:pt x="35943" y="154140"/>
                      <a:pt x="38445" y="147577"/>
                    </a:cubicBezTo>
                    <a:lnTo>
                      <a:pt x="52738" y="9231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7CD39AD4-A98A-EA9C-1AFA-A87C6B133A22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10433006" y="5323350"/>
                <a:ext cx="152577" cy="156472"/>
              </a:xfrm>
              <a:custGeom>
                <a:avLst/>
                <a:gdLst>
                  <a:gd name="connsiteX0" fmla="*/ 86334 w 152577"/>
                  <a:gd name="connsiteY0" fmla="*/ 132379 h 156472"/>
                  <a:gd name="connsiteX1" fmla="*/ 115992 w 152577"/>
                  <a:gd name="connsiteY1" fmla="*/ 156558 h 156472"/>
                  <a:gd name="connsiteX2" fmla="*/ 142077 w 152577"/>
                  <a:gd name="connsiteY2" fmla="*/ 137214 h 156472"/>
                  <a:gd name="connsiteX3" fmla="*/ 152797 w 152577"/>
                  <a:gd name="connsiteY3" fmla="*/ 103364 h 156472"/>
                  <a:gd name="connsiteX4" fmla="*/ 147437 w 152577"/>
                  <a:gd name="connsiteY4" fmla="*/ 99910 h 156472"/>
                  <a:gd name="connsiteX5" fmla="*/ 140648 w 152577"/>
                  <a:gd name="connsiteY5" fmla="*/ 107854 h 156472"/>
                  <a:gd name="connsiteX6" fmla="*/ 116707 w 152577"/>
                  <a:gd name="connsiteY6" fmla="*/ 148958 h 156472"/>
                  <a:gd name="connsiteX7" fmla="*/ 107417 w 152577"/>
                  <a:gd name="connsiteY7" fmla="*/ 134796 h 156472"/>
                  <a:gd name="connsiteX8" fmla="*/ 109918 w 152577"/>
                  <a:gd name="connsiteY8" fmla="*/ 117180 h 156472"/>
                  <a:gd name="connsiteX9" fmla="*/ 134216 w 152577"/>
                  <a:gd name="connsiteY9" fmla="*/ 23227 h 156472"/>
                  <a:gd name="connsiteX10" fmla="*/ 135645 w 152577"/>
                  <a:gd name="connsiteY10" fmla="*/ 15974 h 156472"/>
                  <a:gd name="connsiteX11" fmla="*/ 125998 w 152577"/>
                  <a:gd name="connsiteY11" fmla="*/ 6993 h 156472"/>
                  <a:gd name="connsiteX12" fmla="*/ 111705 w 152577"/>
                  <a:gd name="connsiteY12" fmla="*/ 20464 h 156472"/>
                  <a:gd name="connsiteX13" fmla="*/ 82047 w 152577"/>
                  <a:gd name="connsiteY13" fmla="*/ 85 h 156472"/>
                  <a:gd name="connsiteX14" fmla="*/ 219 w 152577"/>
                  <a:gd name="connsiteY14" fmla="*/ 103018 h 156472"/>
                  <a:gd name="connsiteX15" fmla="*/ 43455 w 152577"/>
                  <a:gd name="connsiteY15" fmla="*/ 156558 h 156472"/>
                  <a:gd name="connsiteX16" fmla="*/ 86334 w 152577"/>
                  <a:gd name="connsiteY16" fmla="*/ 132379 h 156472"/>
                  <a:gd name="connsiteX17" fmla="*/ 105630 w 152577"/>
                  <a:gd name="connsiteY17" fmla="*/ 44643 h 156472"/>
                  <a:gd name="connsiteX18" fmla="*/ 88836 w 152577"/>
                  <a:gd name="connsiteY18" fmla="*/ 109927 h 156472"/>
                  <a:gd name="connsiteX19" fmla="*/ 44170 w 152577"/>
                  <a:gd name="connsiteY19" fmla="*/ 148958 h 156472"/>
                  <a:gd name="connsiteX20" fmla="*/ 24517 w 152577"/>
                  <a:gd name="connsiteY20" fmla="*/ 118217 h 156472"/>
                  <a:gd name="connsiteX21" fmla="*/ 42026 w 152577"/>
                  <a:gd name="connsiteY21" fmla="*/ 46025 h 156472"/>
                  <a:gd name="connsiteX22" fmla="*/ 82047 w 152577"/>
                  <a:gd name="connsiteY22" fmla="*/ 7684 h 156472"/>
                  <a:gd name="connsiteX23" fmla="*/ 106702 w 152577"/>
                  <a:gd name="connsiteY23" fmla="*/ 40153 h 156472"/>
                  <a:gd name="connsiteX24" fmla="*/ 105630 w 152577"/>
                  <a:gd name="connsiteY24" fmla="*/ 44643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2577" h="156472">
                    <a:moveTo>
                      <a:pt x="86334" y="132379"/>
                    </a:moveTo>
                    <a:cubicBezTo>
                      <a:pt x="90265" y="149304"/>
                      <a:pt x="103486" y="156558"/>
                      <a:pt x="115992" y="156558"/>
                    </a:cubicBezTo>
                    <a:cubicBezTo>
                      <a:pt x="129214" y="156558"/>
                      <a:pt x="136717" y="147922"/>
                      <a:pt x="142077" y="137214"/>
                    </a:cubicBezTo>
                    <a:cubicBezTo>
                      <a:pt x="148509" y="124089"/>
                      <a:pt x="152797" y="104055"/>
                      <a:pt x="152797" y="103364"/>
                    </a:cubicBezTo>
                    <a:cubicBezTo>
                      <a:pt x="152797" y="99910"/>
                      <a:pt x="149938" y="99910"/>
                      <a:pt x="147437" y="99910"/>
                    </a:cubicBezTo>
                    <a:cubicBezTo>
                      <a:pt x="143149" y="99910"/>
                      <a:pt x="142792" y="100255"/>
                      <a:pt x="140648" y="107854"/>
                    </a:cubicBezTo>
                    <a:cubicBezTo>
                      <a:pt x="135645" y="127197"/>
                      <a:pt x="128856" y="148958"/>
                      <a:pt x="116707" y="148958"/>
                    </a:cubicBezTo>
                    <a:cubicBezTo>
                      <a:pt x="107417" y="148958"/>
                      <a:pt x="107417" y="139632"/>
                      <a:pt x="107417" y="134796"/>
                    </a:cubicBezTo>
                    <a:cubicBezTo>
                      <a:pt x="107417" y="132379"/>
                      <a:pt x="107417" y="126852"/>
                      <a:pt x="109918" y="117180"/>
                    </a:cubicBezTo>
                    <a:lnTo>
                      <a:pt x="134216" y="23227"/>
                    </a:lnTo>
                    <a:cubicBezTo>
                      <a:pt x="135645" y="18392"/>
                      <a:pt x="135645" y="17701"/>
                      <a:pt x="135645" y="15974"/>
                    </a:cubicBezTo>
                    <a:cubicBezTo>
                      <a:pt x="135645" y="8720"/>
                      <a:pt x="129571" y="6993"/>
                      <a:pt x="125998" y="6993"/>
                    </a:cubicBezTo>
                    <a:cubicBezTo>
                      <a:pt x="114563" y="6993"/>
                      <a:pt x="112062" y="18737"/>
                      <a:pt x="111705" y="20464"/>
                    </a:cubicBezTo>
                    <a:cubicBezTo>
                      <a:pt x="104915" y="5611"/>
                      <a:pt x="93481" y="85"/>
                      <a:pt x="82047" y="85"/>
                    </a:cubicBezTo>
                    <a:cubicBezTo>
                      <a:pt x="42383" y="85"/>
                      <a:pt x="219" y="52588"/>
                      <a:pt x="219" y="103018"/>
                    </a:cubicBezTo>
                    <a:cubicBezTo>
                      <a:pt x="219" y="132379"/>
                      <a:pt x="16656" y="156558"/>
                      <a:pt x="43455" y="156558"/>
                    </a:cubicBezTo>
                    <a:cubicBezTo>
                      <a:pt x="56319" y="156558"/>
                      <a:pt x="72041" y="149304"/>
                      <a:pt x="86334" y="132379"/>
                    </a:cubicBezTo>
                    <a:close/>
                    <a:moveTo>
                      <a:pt x="105630" y="44643"/>
                    </a:moveTo>
                    <a:lnTo>
                      <a:pt x="88836" y="109927"/>
                    </a:lnTo>
                    <a:cubicBezTo>
                      <a:pt x="85977" y="120980"/>
                      <a:pt x="63823" y="148958"/>
                      <a:pt x="44170" y="148958"/>
                    </a:cubicBezTo>
                    <a:cubicBezTo>
                      <a:pt x="27376" y="148958"/>
                      <a:pt x="24517" y="128579"/>
                      <a:pt x="24517" y="118217"/>
                    </a:cubicBezTo>
                    <a:cubicBezTo>
                      <a:pt x="24517" y="100946"/>
                      <a:pt x="35594" y="60532"/>
                      <a:pt x="42026" y="46025"/>
                    </a:cubicBezTo>
                    <a:cubicBezTo>
                      <a:pt x="50959" y="24955"/>
                      <a:pt x="67396" y="7684"/>
                      <a:pt x="82047" y="7684"/>
                    </a:cubicBezTo>
                    <a:cubicBezTo>
                      <a:pt x="97769" y="7684"/>
                      <a:pt x="106702" y="25645"/>
                      <a:pt x="106702" y="40153"/>
                    </a:cubicBezTo>
                    <a:cubicBezTo>
                      <a:pt x="106702" y="40844"/>
                      <a:pt x="106345" y="42571"/>
                      <a:pt x="105630" y="4464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930D8AEB-AF50-D22C-D4EC-8A1E5381B019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10610636" y="5236306"/>
                <a:ext cx="75753" cy="243517"/>
              </a:xfrm>
              <a:custGeom>
                <a:avLst/>
                <a:gdLst>
                  <a:gd name="connsiteX0" fmla="*/ 74905 w 75753"/>
                  <a:gd name="connsiteY0" fmla="*/ 8720 h 243517"/>
                  <a:gd name="connsiteX1" fmla="*/ 75977 w 75753"/>
                  <a:gd name="connsiteY1" fmla="*/ 4230 h 243517"/>
                  <a:gd name="connsiteX2" fmla="*/ 70975 w 75753"/>
                  <a:gd name="connsiteY2" fmla="*/ 85 h 243517"/>
                  <a:gd name="connsiteX3" fmla="*/ 65257 w 75753"/>
                  <a:gd name="connsiteY3" fmla="*/ 776 h 243517"/>
                  <a:gd name="connsiteX4" fmla="*/ 29882 w 75753"/>
                  <a:gd name="connsiteY4" fmla="*/ 3539 h 243517"/>
                  <a:gd name="connsiteX5" fmla="*/ 21664 w 75753"/>
                  <a:gd name="connsiteY5" fmla="*/ 10793 h 243517"/>
                  <a:gd name="connsiteX6" fmla="*/ 30239 w 75753"/>
                  <a:gd name="connsiteY6" fmla="*/ 14592 h 243517"/>
                  <a:gd name="connsiteX7" fmla="*/ 48106 w 75753"/>
                  <a:gd name="connsiteY7" fmla="*/ 20464 h 243517"/>
                  <a:gd name="connsiteX8" fmla="*/ 47034 w 75753"/>
                  <a:gd name="connsiteY8" fmla="*/ 26336 h 243517"/>
                  <a:gd name="connsiteX9" fmla="*/ 2368 w 75753"/>
                  <a:gd name="connsiteY9" fmla="*/ 199044 h 243517"/>
                  <a:gd name="connsiteX10" fmla="*/ 224 w 75753"/>
                  <a:gd name="connsiteY10" fmla="*/ 212515 h 243517"/>
                  <a:gd name="connsiteX11" fmla="*/ 30239 w 75753"/>
                  <a:gd name="connsiteY11" fmla="*/ 243602 h 243517"/>
                  <a:gd name="connsiteX12" fmla="*/ 55610 w 75753"/>
                  <a:gd name="connsiteY12" fmla="*/ 225640 h 243517"/>
                  <a:gd name="connsiteX13" fmla="*/ 66687 w 75753"/>
                  <a:gd name="connsiteY13" fmla="*/ 190408 h 243517"/>
                  <a:gd name="connsiteX14" fmla="*/ 61327 w 75753"/>
                  <a:gd name="connsiteY14" fmla="*/ 186954 h 243517"/>
                  <a:gd name="connsiteX15" fmla="*/ 56324 w 75753"/>
                  <a:gd name="connsiteY15" fmla="*/ 188681 h 243517"/>
                  <a:gd name="connsiteX16" fmla="*/ 53823 w 75753"/>
                  <a:gd name="connsiteY16" fmla="*/ 197316 h 243517"/>
                  <a:gd name="connsiteX17" fmla="*/ 30954 w 75753"/>
                  <a:gd name="connsiteY17" fmla="*/ 236003 h 243517"/>
                  <a:gd name="connsiteX18" fmla="*/ 21664 w 75753"/>
                  <a:gd name="connsiteY18" fmla="*/ 221841 h 243517"/>
                  <a:gd name="connsiteX19" fmla="*/ 23808 w 75753"/>
                  <a:gd name="connsiteY19" fmla="*/ 205952 h 243517"/>
                  <a:gd name="connsiteX20" fmla="*/ 74905 w 75753"/>
                  <a:gd name="connsiteY20" fmla="*/ 8720 h 243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5753" h="243517">
                    <a:moveTo>
                      <a:pt x="74905" y="8720"/>
                    </a:moveTo>
                    <a:cubicBezTo>
                      <a:pt x="75262" y="7684"/>
                      <a:pt x="75977" y="4920"/>
                      <a:pt x="75977" y="4230"/>
                    </a:cubicBezTo>
                    <a:cubicBezTo>
                      <a:pt x="75977" y="1121"/>
                      <a:pt x="73833" y="85"/>
                      <a:pt x="70975" y="85"/>
                    </a:cubicBezTo>
                    <a:cubicBezTo>
                      <a:pt x="69903" y="85"/>
                      <a:pt x="66329" y="430"/>
                      <a:pt x="65257" y="776"/>
                    </a:cubicBezTo>
                    <a:lnTo>
                      <a:pt x="29882" y="3539"/>
                    </a:lnTo>
                    <a:cubicBezTo>
                      <a:pt x="25594" y="3884"/>
                      <a:pt x="21664" y="4230"/>
                      <a:pt x="21664" y="10793"/>
                    </a:cubicBezTo>
                    <a:cubicBezTo>
                      <a:pt x="21664" y="14592"/>
                      <a:pt x="25237" y="14592"/>
                      <a:pt x="30239" y="14592"/>
                    </a:cubicBezTo>
                    <a:cubicBezTo>
                      <a:pt x="47391" y="14592"/>
                      <a:pt x="48106" y="17010"/>
                      <a:pt x="48106" y="20464"/>
                    </a:cubicBezTo>
                    <a:cubicBezTo>
                      <a:pt x="48106" y="21500"/>
                      <a:pt x="47034" y="25991"/>
                      <a:pt x="47034" y="26336"/>
                    </a:cubicBezTo>
                    <a:lnTo>
                      <a:pt x="2368" y="199044"/>
                    </a:lnTo>
                    <a:cubicBezTo>
                      <a:pt x="2011" y="200425"/>
                      <a:pt x="224" y="207334"/>
                      <a:pt x="224" y="212515"/>
                    </a:cubicBezTo>
                    <a:cubicBezTo>
                      <a:pt x="224" y="230822"/>
                      <a:pt x="13088" y="243602"/>
                      <a:pt x="30239" y="243602"/>
                    </a:cubicBezTo>
                    <a:cubicBezTo>
                      <a:pt x="43818" y="243602"/>
                      <a:pt x="50964" y="234276"/>
                      <a:pt x="55610" y="225640"/>
                    </a:cubicBezTo>
                    <a:cubicBezTo>
                      <a:pt x="61684" y="213551"/>
                      <a:pt x="66687" y="191444"/>
                      <a:pt x="66687" y="190408"/>
                    </a:cubicBezTo>
                    <a:cubicBezTo>
                      <a:pt x="66687" y="186954"/>
                      <a:pt x="63828" y="186954"/>
                      <a:pt x="61327" y="186954"/>
                    </a:cubicBezTo>
                    <a:cubicBezTo>
                      <a:pt x="59540" y="186954"/>
                      <a:pt x="57396" y="186954"/>
                      <a:pt x="56324" y="188681"/>
                    </a:cubicBezTo>
                    <a:lnTo>
                      <a:pt x="53823" y="197316"/>
                    </a:lnTo>
                    <a:cubicBezTo>
                      <a:pt x="47748" y="221495"/>
                      <a:pt x="40959" y="236003"/>
                      <a:pt x="30954" y="236003"/>
                    </a:cubicBezTo>
                    <a:cubicBezTo>
                      <a:pt x="21664" y="236003"/>
                      <a:pt x="21664" y="226677"/>
                      <a:pt x="21664" y="221841"/>
                    </a:cubicBezTo>
                    <a:cubicBezTo>
                      <a:pt x="21664" y="219423"/>
                      <a:pt x="21664" y="214242"/>
                      <a:pt x="23808" y="205952"/>
                    </a:cubicBezTo>
                    <a:lnTo>
                      <a:pt x="74905" y="872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2CA7D9BC-42FA-54A6-8DEC-CE7FB1C9AC39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10818359" y="5241141"/>
                <a:ext cx="243240" cy="234881"/>
              </a:xfrm>
              <a:custGeom>
                <a:avLst/>
                <a:gdLst>
                  <a:gd name="connsiteX0" fmla="*/ 222129 w 243240"/>
                  <a:gd name="connsiteY0" fmla="*/ 153794 h 234881"/>
                  <a:gd name="connsiteX1" fmla="*/ 223559 w 243240"/>
                  <a:gd name="connsiteY1" fmla="*/ 149649 h 234881"/>
                  <a:gd name="connsiteX2" fmla="*/ 218199 w 243240"/>
                  <a:gd name="connsiteY2" fmla="*/ 145850 h 234881"/>
                  <a:gd name="connsiteX3" fmla="*/ 210695 w 243240"/>
                  <a:gd name="connsiteY3" fmla="*/ 154140 h 234881"/>
                  <a:gd name="connsiteX4" fmla="*/ 120649 w 243240"/>
                  <a:gd name="connsiteY4" fmla="*/ 224259 h 234881"/>
                  <a:gd name="connsiteX5" fmla="*/ 77055 w 243240"/>
                  <a:gd name="connsiteY5" fmla="*/ 224259 h 234881"/>
                  <a:gd name="connsiteX6" fmla="*/ 65978 w 243240"/>
                  <a:gd name="connsiteY6" fmla="*/ 220805 h 234881"/>
                  <a:gd name="connsiteX7" fmla="*/ 67407 w 243240"/>
                  <a:gd name="connsiteY7" fmla="*/ 213206 h 234881"/>
                  <a:gd name="connsiteX8" fmla="*/ 92063 w 243240"/>
                  <a:gd name="connsiteY8" fmla="*/ 118217 h 234881"/>
                  <a:gd name="connsiteX9" fmla="*/ 123150 w 243240"/>
                  <a:gd name="connsiteY9" fmla="*/ 118217 h 234881"/>
                  <a:gd name="connsiteX10" fmla="*/ 149950 w 243240"/>
                  <a:gd name="connsiteY10" fmla="*/ 133069 h 234881"/>
                  <a:gd name="connsiteX11" fmla="*/ 146734 w 243240"/>
                  <a:gd name="connsiteY11" fmla="*/ 150685 h 234881"/>
                  <a:gd name="connsiteX12" fmla="*/ 146019 w 243240"/>
                  <a:gd name="connsiteY12" fmla="*/ 154485 h 234881"/>
                  <a:gd name="connsiteX13" fmla="*/ 151736 w 243240"/>
                  <a:gd name="connsiteY13" fmla="*/ 158630 h 234881"/>
                  <a:gd name="connsiteX14" fmla="*/ 158168 w 243240"/>
                  <a:gd name="connsiteY14" fmla="*/ 151722 h 234881"/>
                  <a:gd name="connsiteX15" fmla="*/ 177821 w 243240"/>
                  <a:gd name="connsiteY15" fmla="*/ 75730 h 234881"/>
                  <a:gd name="connsiteX16" fmla="*/ 178893 w 243240"/>
                  <a:gd name="connsiteY16" fmla="*/ 71240 h 234881"/>
                  <a:gd name="connsiteX17" fmla="*/ 173176 w 243240"/>
                  <a:gd name="connsiteY17" fmla="*/ 67095 h 234881"/>
                  <a:gd name="connsiteX18" fmla="*/ 166387 w 243240"/>
                  <a:gd name="connsiteY18" fmla="*/ 75385 h 234881"/>
                  <a:gd name="connsiteX19" fmla="*/ 123865 w 243240"/>
                  <a:gd name="connsiteY19" fmla="*/ 107509 h 234881"/>
                  <a:gd name="connsiteX20" fmla="*/ 94921 w 243240"/>
                  <a:gd name="connsiteY20" fmla="*/ 107509 h 234881"/>
                  <a:gd name="connsiteX21" fmla="*/ 116718 w 243240"/>
                  <a:gd name="connsiteY21" fmla="*/ 22537 h 234881"/>
                  <a:gd name="connsiteX22" fmla="*/ 133870 w 243240"/>
                  <a:gd name="connsiteY22" fmla="*/ 10793 h 234881"/>
                  <a:gd name="connsiteX23" fmla="*/ 178536 w 243240"/>
                  <a:gd name="connsiteY23" fmla="*/ 10793 h 234881"/>
                  <a:gd name="connsiteX24" fmla="*/ 226060 w 243240"/>
                  <a:gd name="connsiteY24" fmla="*/ 45679 h 234881"/>
                  <a:gd name="connsiteX25" fmla="*/ 224273 w 243240"/>
                  <a:gd name="connsiteY25" fmla="*/ 67786 h 234881"/>
                  <a:gd name="connsiteX26" fmla="*/ 223559 w 243240"/>
                  <a:gd name="connsiteY26" fmla="*/ 73658 h 234881"/>
                  <a:gd name="connsiteX27" fmla="*/ 228919 w 243240"/>
                  <a:gd name="connsiteY27" fmla="*/ 77803 h 234881"/>
                  <a:gd name="connsiteX28" fmla="*/ 234993 w 243240"/>
                  <a:gd name="connsiteY28" fmla="*/ 70204 h 234881"/>
                  <a:gd name="connsiteX29" fmla="*/ 243212 w 243240"/>
                  <a:gd name="connsiteY29" fmla="*/ 9065 h 234881"/>
                  <a:gd name="connsiteX30" fmla="*/ 234636 w 243240"/>
                  <a:gd name="connsiteY30" fmla="*/ 85 h 234881"/>
                  <a:gd name="connsiteX31" fmla="*/ 67765 w 243240"/>
                  <a:gd name="connsiteY31" fmla="*/ 85 h 234881"/>
                  <a:gd name="connsiteX32" fmla="*/ 58117 w 243240"/>
                  <a:gd name="connsiteY32" fmla="*/ 6302 h 234881"/>
                  <a:gd name="connsiteX33" fmla="*/ 67765 w 243240"/>
                  <a:gd name="connsiteY33" fmla="*/ 10793 h 234881"/>
                  <a:gd name="connsiteX34" fmla="*/ 88490 w 243240"/>
                  <a:gd name="connsiteY34" fmla="*/ 16665 h 234881"/>
                  <a:gd name="connsiteX35" fmla="*/ 87060 w 243240"/>
                  <a:gd name="connsiteY35" fmla="*/ 24609 h 234881"/>
                  <a:gd name="connsiteX36" fmla="*/ 39179 w 243240"/>
                  <a:gd name="connsiteY36" fmla="*/ 209751 h 234881"/>
                  <a:gd name="connsiteX37" fmla="*/ 9878 w 243240"/>
                  <a:gd name="connsiteY37" fmla="*/ 224259 h 234881"/>
                  <a:gd name="connsiteX38" fmla="*/ 230 w 243240"/>
                  <a:gd name="connsiteY38" fmla="*/ 230822 h 234881"/>
                  <a:gd name="connsiteX39" fmla="*/ 9163 w 243240"/>
                  <a:gd name="connsiteY39" fmla="*/ 234967 h 234881"/>
                  <a:gd name="connsiteX40" fmla="*/ 180322 w 243240"/>
                  <a:gd name="connsiteY40" fmla="*/ 234967 h 234881"/>
                  <a:gd name="connsiteX41" fmla="*/ 190327 w 243240"/>
                  <a:gd name="connsiteY41" fmla="*/ 229440 h 234881"/>
                  <a:gd name="connsiteX42" fmla="*/ 222129 w 243240"/>
                  <a:gd name="connsiteY42" fmla="*/ 153794 h 234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43240" h="234881">
                    <a:moveTo>
                      <a:pt x="222129" y="153794"/>
                    </a:moveTo>
                    <a:cubicBezTo>
                      <a:pt x="222487" y="153103"/>
                      <a:pt x="223559" y="149995"/>
                      <a:pt x="223559" y="149649"/>
                    </a:cubicBezTo>
                    <a:cubicBezTo>
                      <a:pt x="223559" y="145850"/>
                      <a:pt x="219271" y="145850"/>
                      <a:pt x="218199" y="145850"/>
                    </a:cubicBezTo>
                    <a:cubicBezTo>
                      <a:pt x="214268" y="145850"/>
                      <a:pt x="213911" y="146195"/>
                      <a:pt x="210695" y="154140"/>
                    </a:cubicBezTo>
                    <a:cubicBezTo>
                      <a:pt x="189970" y="201807"/>
                      <a:pt x="177464" y="224259"/>
                      <a:pt x="120649" y="224259"/>
                    </a:cubicBezTo>
                    <a:lnTo>
                      <a:pt x="77055" y="224259"/>
                    </a:lnTo>
                    <a:cubicBezTo>
                      <a:pt x="65978" y="224259"/>
                      <a:pt x="65978" y="223223"/>
                      <a:pt x="65978" y="220805"/>
                    </a:cubicBezTo>
                    <a:cubicBezTo>
                      <a:pt x="65978" y="218732"/>
                      <a:pt x="67050" y="215278"/>
                      <a:pt x="67407" y="213206"/>
                    </a:cubicBezTo>
                    <a:lnTo>
                      <a:pt x="92063" y="118217"/>
                    </a:lnTo>
                    <a:lnTo>
                      <a:pt x="123150" y="118217"/>
                    </a:lnTo>
                    <a:cubicBezTo>
                      <a:pt x="147448" y="118217"/>
                      <a:pt x="149950" y="123743"/>
                      <a:pt x="149950" y="133069"/>
                    </a:cubicBezTo>
                    <a:cubicBezTo>
                      <a:pt x="149950" y="135487"/>
                      <a:pt x="149592" y="140668"/>
                      <a:pt x="146734" y="150685"/>
                    </a:cubicBezTo>
                    <a:cubicBezTo>
                      <a:pt x="146734" y="151376"/>
                      <a:pt x="146019" y="153449"/>
                      <a:pt x="146019" y="154485"/>
                    </a:cubicBezTo>
                    <a:cubicBezTo>
                      <a:pt x="146019" y="158630"/>
                      <a:pt x="149592" y="158630"/>
                      <a:pt x="151736" y="158630"/>
                    </a:cubicBezTo>
                    <a:cubicBezTo>
                      <a:pt x="155667" y="158630"/>
                      <a:pt x="156739" y="157939"/>
                      <a:pt x="158168" y="151722"/>
                    </a:cubicBezTo>
                    <a:lnTo>
                      <a:pt x="177821" y="75730"/>
                    </a:lnTo>
                    <a:cubicBezTo>
                      <a:pt x="178178" y="74694"/>
                      <a:pt x="178893" y="71931"/>
                      <a:pt x="178893" y="71240"/>
                    </a:cubicBezTo>
                    <a:cubicBezTo>
                      <a:pt x="178893" y="67095"/>
                      <a:pt x="174605" y="67095"/>
                      <a:pt x="173176" y="67095"/>
                    </a:cubicBezTo>
                    <a:cubicBezTo>
                      <a:pt x="168531" y="67095"/>
                      <a:pt x="168531" y="68131"/>
                      <a:pt x="166387" y="75385"/>
                    </a:cubicBezTo>
                    <a:cubicBezTo>
                      <a:pt x="159597" y="99910"/>
                      <a:pt x="152808" y="107509"/>
                      <a:pt x="123865" y="107509"/>
                    </a:cubicBezTo>
                    <a:lnTo>
                      <a:pt x="94921" y="107509"/>
                    </a:lnTo>
                    <a:lnTo>
                      <a:pt x="116718" y="22537"/>
                    </a:lnTo>
                    <a:cubicBezTo>
                      <a:pt x="119577" y="11138"/>
                      <a:pt x="122078" y="10793"/>
                      <a:pt x="133870" y="10793"/>
                    </a:cubicBezTo>
                    <a:lnTo>
                      <a:pt x="178536" y="10793"/>
                    </a:lnTo>
                    <a:cubicBezTo>
                      <a:pt x="217127" y="10793"/>
                      <a:pt x="226060" y="21155"/>
                      <a:pt x="226060" y="45679"/>
                    </a:cubicBezTo>
                    <a:cubicBezTo>
                      <a:pt x="226060" y="55006"/>
                      <a:pt x="225345" y="59496"/>
                      <a:pt x="224273" y="67786"/>
                    </a:cubicBezTo>
                    <a:cubicBezTo>
                      <a:pt x="223916" y="69513"/>
                      <a:pt x="223559" y="72622"/>
                      <a:pt x="223559" y="73658"/>
                    </a:cubicBezTo>
                    <a:cubicBezTo>
                      <a:pt x="223559" y="77803"/>
                      <a:pt x="227489" y="77803"/>
                      <a:pt x="228919" y="77803"/>
                    </a:cubicBezTo>
                    <a:cubicBezTo>
                      <a:pt x="233921" y="77803"/>
                      <a:pt x="234278" y="76421"/>
                      <a:pt x="234993" y="70204"/>
                    </a:cubicBezTo>
                    <a:lnTo>
                      <a:pt x="243212" y="9065"/>
                    </a:lnTo>
                    <a:cubicBezTo>
                      <a:pt x="244284" y="85"/>
                      <a:pt x="242140" y="85"/>
                      <a:pt x="234636" y="85"/>
                    </a:cubicBezTo>
                    <a:lnTo>
                      <a:pt x="67765" y="85"/>
                    </a:lnTo>
                    <a:cubicBezTo>
                      <a:pt x="61690" y="85"/>
                      <a:pt x="58117" y="85"/>
                      <a:pt x="58117" y="6302"/>
                    </a:cubicBezTo>
                    <a:cubicBezTo>
                      <a:pt x="58117" y="10793"/>
                      <a:pt x="60618" y="10793"/>
                      <a:pt x="67765" y="10793"/>
                    </a:cubicBezTo>
                    <a:cubicBezTo>
                      <a:pt x="88490" y="10793"/>
                      <a:pt x="88490" y="13556"/>
                      <a:pt x="88490" y="16665"/>
                    </a:cubicBezTo>
                    <a:cubicBezTo>
                      <a:pt x="88490" y="17010"/>
                      <a:pt x="88490" y="19428"/>
                      <a:pt x="87060" y="24609"/>
                    </a:cubicBezTo>
                    <a:lnTo>
                      <a:pt x="39179" y="209751"/>
                    </a:lnTo>
                    <a:cubicBezTo>
                      <a:pt x="36320" y="221495"/>
                      <a:pt x="34176" y="224259"/>
                      <a:pt x="9878" y="224259"/>
                    </a:cubicBezTo>
                    <a:cubicBezTo>
                      <a:pt x="4161" y="224259"/>
                      <a:pt x="230" y="224259"/>
                      <a:pt x="230" y="230822"/>
                    </a:cubicBezTo>
                    <a:cubicBezTo>
                      <a:pt x="230" y="234967"/>
                      <a:pt x="3446" y="234967"/>
                      <a:pt x="9163" y="234967"/>
                    </a:cubicBezTo>
                    <a:lnTo>
                      <a:pt x="180322" y="234967"/>
                    </a:lnTo>
                    <a:cubicBezTo>
                      <a:pt x="187469" y="234967"/>
                      <a:pt x="187826" y="234621"/>
                      <a:pt x="190327" y="229440"/>
                    </a:cubicBezTo>
                    <a:lnTo>
                      <a:pt x="222129" y="153794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B4D915FA-6158-CB75-CBD2-15BED6A38BDC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11077181" y="5323350"/>
                <a:ext cx="138999" cy="219683"/>
              </a:xfrm>
              <a:custGeom>
                <a:avLst/>
                <a:gdLst>
                  <a:gd name="connsiteX0" fmla="*/ 138165 w 138999"/>
                  <a:gd name="connsiteY0" fmla="*/ 8720 h 219683"/>
                  <a:gd name="connsiteX1" fmla="*/ 139237 w 138999"/>
                  <a:gd name="connsiteY1" fmla="*/ 4230 h 219683"/>
                  <a:gd name="connsiteX2" fmla="*/ 135306 w 138999"/>
                  <a:gd name="connsiteY2" fmla="*/ 430 h 219683"/>
                  <a:gd name="connsiteX3" fmla="*/ 112795 w 138999"/>
                  <a:gd name="connsiteY3" fmla="*/ 22191 h 219683"/>
                  <a:gd name="connsiteX4" fmla="*/ 82065 w 138999"/>
                  <a:gd name="connsiteY4" fmla="*/ 85 h 219683"/>
                  <a:gd name="connsiteX5" fmla="*/ 237 w 138999"/>
                  <a:gd name="connsiteY5" fmla="*/ 103018 h 219683"/>
                  <a:gd name="connsiteX6" fmla="*/ 43473 w 138999"/>
                  <a:gd name="connsiteY6" fmla="*/ 156558 h 219683"/>
                  <a:gd name="connsiteX7" fmla="*/ 81350 w 138999"/>
                  <a:gd name="connsiteY7" fmla="*/ 138251 h 219683"/>
                  <a:gd name="connsiteX8" fmla="*/ 67414 w 138999"/>
                  <a:gd name="connsiteY8" fmla="*/ 192481 h 219683"/>
                  <a:gd name="connsiteX9" fmla="*/ 40257 w 138999"/>
                  <a:gd name="connsiteY9" fmla="*/ 209061 h 219683"/>
                  <a:gd name="connsiteX10" fmla="*/ 31682 w 138999"/>
                  <a:gd name="connsiteY10" fmla="*/ 215623 h 219683"/>
                  <a:gd name="connsiteX11" fmla="*/ 36327 w 138999"/>
                  <a:gd name="connsiteY11" fmla="*/ 219768 h 219683"/>
                  <a:gd name="connsiteX12" fmla="*/ 72059 w 138999"/>
                  <a:gd name="connsiteY12" fmla="*/ 218732 h 219683"/>
                  <a:gd name="connsiteX13" fmla="*/ 108149 w 138999"/>
                  <a:gd name="connsiteY13" fmla="*/ 219768 h 219683"/>
                  <a:gd name="connsiteX14" fmla="*/ 114938 w 138999"/>
                  <a:gd name="connsiteY14" fmla="*/ 213206 h 219683"/>
                  <a:gd name="connsiteX15" fmla="*/ 106363 w 138999"/>
                  <a:gd name="connsiteY15" fmla="*/ 209061 h 219683"/>
                  <a:gd name="connsiteX16" fmla="*/ 88139 w 138999"/>
                  <a:gd name="connsiteY16" fmla="*/ 203534 h 219683"/>
                  <a:gd name="connsiteX17" fmla="*/ 89211 w 138999"/>
                  <a:gd name="connsiteY17" fmla="*/ 197317 h 219683"/>
                  <a:gd name="connsiteX18" fmla="*/ 138165 w 138999"/>
                  <a:gd name="connsiteY18" fmla="*/ 8720 h 219683"/>
                  <a:gd name="connsiteX19" fmla="*/ 88496 w 138999"/>
                  <a:gd name="connsiteY19" fmla="*/ 110617 h 219683"/>
                  <a:gd name="connsiteX20" fmla="*/ 44188 w 138999"/>
                  <a:gd name="connsiteY20" fmla="*/ 148958 h 219683"/>
                  <a:gd name="connsiteX21" fmla="*/ 24535 w 138999"/>
                  <a:gd name="connsiteY21" fmla="*/ 118217 h 219683"/>
                  <a:gd name="connsiteX22" fmla="*/ 42044 w 138999"/>
                  <a:gd name="connsiteY22" fmla="*/ 46025 h 219683"/>
                  <a:gd name="connsiteX23" fmla="*/ 82065 w 138999"/>
                  <a:gd name="connsiteY23" fmla="*/ 7684 h 219683"/>
                  <a:gd name="connsiteX24" fmla="*/ 99573 w 138999"/>
                  <a:gd name="connsiteY24" fmla="*/ 17701 h 219683"/>
                  <a:gd name="connsiteX25" fmla="*/ 106720 w 138999"/>
                  <a:gd name="connsiteY25" fmla="*/ 39807 h 219683"/>
                  <a:gd name="connsiteX26" fmla="*/ 105648 w 138999"/>
                  <a:gd name="connsiteY26" fmla="*/ 44298 h 219683"/>
                  <a:gd name="connsiteX27" fmla="*/ 88496 w 138999"/>
                  <a:gd name="connsiteY27" fmla="*/ 110617 h 219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8999" h="219683">
                    <a:moveTo>
                      <a:pt x="138165" y="8720"/>
                    </a:moveTo>
                    <a:cubicBezTo>
                      <a:pt x="138522" y="7684"/>
                      <a:pt x="139237" y="4920"/>
                      <a:pt x="139237" y="4230"/>
                    </a:cubicBezTo>
                    <a:cubicBezTo>
                      <a:pt x="139237" y="1121"/>
                      <a:pt x="136378" y="430"/>
                      <a:pt x="135306" y="430"/>
                    </a:cubicBezTo>
                    <a:cubicBezTo>
                      <a:pt x="131375" y="430"/>
                      <a:pt x="118512" y="12520"/>
                      <a:pt x="112795" y="22191"/>
                    </a:cubicBezTo>
                    <a:cubicBezTo>
                      <a:pt x="108507" y="12174"/>
                      <a:pt x="99216" y="85"/>
                      <a:pt x="82065" y="85"/>
                    </a:cubicBezTo>
                    <a:cubicBezTo>
                      <a:pt x="42401" y="85"/>
                      <a:pt x="237" y="52588"/>
                      <a:pt x="237" y="103018"/>
                    </a:cubicBezTo>
                    <a:cubicBezTo>
                      <a:pt x="237" y="132379"/>
                      <a:pt x="16674" y="156558"/>
                      <a:pt x="43473" y="156558"/>
                    </a:cubicBezTo>
                    <a:cubicBezTo>
                      <a:pt x="58124" y="156558"/>
                      <a:pt x="71345" y="147577"/>
                      <a:pt x="81350" y="138251"/>
                    </a:cubicBezTo>
                    <a:lnTo>
                      <a:pt x="67414" y="192481"/>
                    </a:lnTo>
                    <a:cubicBezTo>
                      <a:pt x="63484" y="207334"/>
                      <a:pt x="63126" y="208715"/>
                      <a:pt x="40257" y="209061"/>
                    </a:cubicBezTo>
                    <a:cubicBezTo>
                      <a:pt x="35612" y="209061"/>
                      <a:pt x="31682" y="209061"/>
                      <a:pt x="31682" y="215623"/>
                    </a:cubicBezTo>
                    <a:cubicBezTo>
                      <a:pt x="31682" y="218732"/>
                      <a:pt x="33826" y="219768"/>
                      <a:pt x="36327" y="219768"/>
                    </a:cubicBezTo>
                    <a:cubicBezTo>
                      <a:pt x="47761" y="219768"/>
                      <a:pt x="60268" y="218732"/>
                      <a:pt x="72059" y="218732"/>
                    </a:cubicBezTo>
                    <a:cubicBezTo>
                      <a:pt x="83851" y="218732"/>
                      <a:pt x="96715" y="219768"/>
                      <a:pt x="108149" y="219768"/>
                    </a:cubicBezTo>
                    <a:cubicBezTo>
                      <a:pt x="110293" y="219768"/>
                      <a:pt x="114938" y="219768"/>
                      <a:pt x="114938" y="213206"/>
                    </a:cubicBezTo>
                    <a:cubicBezTo>
                      <a:pt x="114938" y="209061"/>
                      <a:pt x="111365" y="209061"/>
                      <a:pt x="106363" y="209061"/>
                    </a:cubicBezTo>
                    <a:cubicBezTo>
                      <a:pt x="88139" y="209061"/>
                      <a:pt x="88139" y="206988"/>
                      <a:pt x="88139" y="203534"/>
                    </a:cubicBezTo>
                    <a:cubicBezTo>
                      <a:pt x="88139" y="201116"/>
                      <a:pt x="88854" y="199389"/>
                      <a:pt x="89211" y="197317"/>
                    </a:cubicBezTo>
                    <a:lnTo>
                      <a:pt x="138165" y="8720"/>
                    </a:lnTo>
                    <a:close/>
                    <a:moveTo>
                      <a:pt x="88496" y="110617"/>
                    </a:moveTo>
                    <a:cubicBezTo>
                      <a:pt x="85638" y="121325"/>
                      <a:pt x="63841" y="148958"/>
                      <a:pt x="44188" y="148958"/>
                    </a:cubicBezTo>
                    <a:cubicBezTo>
                      <a:pt x="27394" y="148958"/>
                      <a:pt x="24535" y="128579"/>
                      <a:pt x="24535" y="118217"/>
                    </a:cubicBezTo>
                    <a:cubicBezTo>
                      <a:pt x="24535" y="100946"/>
                      <a:pt x="35612" y="60532"/>
                      <a:pt x="42044" y="46025"/>
                    </a:cubicBezTo>
                    <a:cubicBezTo>
                      <a:pt x="50977" y="24955"/>
                      <a:pt x="67414" y="7684"/>
                      <a:pt x="82065" y="7684"/>
                    </a:cubicBezTo>
                    <a:cubicBezTo>
                      <a:pt x="84923" y="7684"/>
                      <a:pt x="93142" y="8029"/>
                      <a:pt x="99573" y="17701"/>
                    </a:cubicBezTo>
                    <a:cubicBezTo>
                      <a:pt x="103147" y="23227"/>
                      <a:pt x="106720" y="33245"/>
                      <a:pt x="106720" y="39807"/>
                    </a:cubicBezTo>
                    <a:cubicBezTo>
                      <a:pt x="106720" y="40844"/>
                      <a:pt x="106363" y="42225"/>
                      <a:pt x="105648" y="44298"/>
                    </a:cubicBezTo>
                    <a:lnTo>
                      <a:pt x="88496" y="110617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C1A90A22-9B40-2B12-5FF9-356B2680B9BA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11232616" y="5323350"/>
                <a:ext cx="170801" cy="156472"/>
              </a:xfrm>
              <a:custGeom>
                <a:avLst/>
                <a:gdLst>
                  <a:gd name="connsiteX0" fmla="*/ 153892 w 170801"/>
                  <a:gd name="connsiteY0" fmla="*/ 17701 h 156472"/>
                  <a:gd name="connsiteX1" fmla="*/ 154963 w 170801"/>
                  <a:gd name="connsiteY1" fmla="*/ 12865 h 156472"/>
                  <a:gd name="connsiteX2" fmla="*/ 144958 w 170801"/>
                  <a:gd name="connsiteY2" fmla="*/ 3884 h 156472"/>
                  <a:gd name="connsiteX3" fmla="*/ 131023 w 170801"/>
                  <a:gd name="connsiteY3" fmla="*/ 16665 h 156472"/>
                  <a:gd name="connsiteX4" fmla="*/ 104938 w 170801"/>
                  <a:gd name="connsiteY4" fmla="*/ 117526 h 156472"/>
                  <a:gd name="connsiteX5" fmla="*/ 99935 w 170801"/>
                  <a:gd name="connsiteY5" fmla="*/ 128924 h 156472"/>
                  <a:gd name="connsiteX6" fmla="*/ 67061 w 170801"/>
                  <a:gd name="connsiteY6" fmla="*/ 148958 h 156472"/>
                  <a:gd name="connsiteX7" fmla="*/ 47766 w 170801"/>
                  <a:gd name="connsiteY7" fmla="*/ 122362 h 156472"/>
                  <a:gd name="connsiteX8" fmla="*/ 68491 w 170801"/>
                  <a:gd name="connsiteY8" fmla="*/ 46716 h 156472"/>
                  <a:gd name="connsiteX9" fmla="*/ 73136 w 170801"/>
                  <a:gd name="connsiteY9" fmla="*/ 28063 h 156472"/>
                  <a:gd name="connsiteX10" fmla="*/ 45979 w 170801"/>
                  <a:gd name="connsiteY10" fmla="*/ 85 h 156472"/>
                  <a:gd name="connsiteX11" fmla="*/ 242 w 170801"/>
                  <a:gd name="connsiteY11" fmla="*/ 53279 h 156472"/>
                  <a:gd name="connsiteX12" fmla="*/ 5601 w 170801"/>
                  <a:gd name="connsiteY12" fmla="*/ 56733 h 156472"/>
                  <a:gd name="connsiteX13" fmla="*/ 12033 w 170801"/>
                  <a:gd name="connsiteY13" fmla="*/ 51206 h 156472"/>
                  <a:gd name="connsiteX14" fmla="*/ 45265 w 170801"/>
                  <a:gd name="connsiteY14" fmla="*/ 7684 h 156472"/>
                  <a:gd name="connsiteX15" fmla="*/ 53126 w 170801"/>
                  <a:gd name="connsiteY15" fmla="*/ 17701 h 156472"/>
                  <a:gd name="connsiteX16" fmla="*/ 44550 w 170801"/>
                  <a:gd name="connsiteY16" fmla="*/ 48788 h 156472"/>
                  <a:gd name="connsiteX17" fmla="*/ 25969 w 170801"/>
                  <a:gd name="connsiteY17" fmla="*/ 116489 h 156472"/>
                  <a:gd name="connsiteX18" fmla="*/ 65989 w 170801"/>
                  <a:gd name="connsiteY18" fmla="*/ 156558 h 156472"/>
                  <a:gd name="connsiteX19" fmla="*/ 105653 w 170801"/>
                  <a:gd name="connsiteY19" fmla="*/ 135833 h 156472"/>
                  <a:gd name="connsiteX20" fmla="*/ 134239 w 170801"/>
                  <a:gd name="connsiteY20" fmla="*/ 156558 h 156472"/>
                  <a:gd name="connsiteX21" fmla="*/ 160323 w 170801"/>
                  <a:gd name="connsiteY21" fmla="*/ 137214 h 156472"/>
                  <a:gd name="connsiteX22" fmla="*/ 171043 w 170801"/>
                  <a:gd name="connsiteY22" fmla="*/ 103364 h 156472"/>
                  <a:gd name="connsiteX23" fmla="*/ 165683 w 170801"/>
                  <a:gd name="connsiteY23" fmla="*/ 99910 h 156472"/>
                  <a:gd name="connsiteX24" fmla="*/ 158894 w 170801"/>
                  <a:gd name="connsiteY24" fmla="*/ 107854 h 156472"/>
                  <a:gd name="connsiteX25" fmla="*/ 134953 w 170801"/>
                  <a:gd name="connsiteY25" fmla="*/ 148958 h 156472"/>
                  <a:gd name="connsiteX26" fmla="*/ 125663 w 170801"/>
                  <a:gd name="connsiteY26" fmla="*/ 134796 h 156472"/>
                  <a:gd name="connsiteX27" fmla="*/ 128164 w 170801"/>
                  <a:gd name="connsiteY27" fmla="*/ 117180 h 156472"/>
                  <a:gd name="connsiteX28" fmla="*/ 153892 w 170801"/>
                  <a:gd name="connsiteY28" fmla="*/ 17701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70801" h="156472">
                    <a:moveTo>
                      <a:pt x="153892" y="17701"/>
                    </a:moveTo>
                    <a:cubicBezTo>
                      <a:pt x="154606" y="15628"/>
                      <a:pt x="154963" y="13901"/>
                      <a:pt x="154963" y="12865"/>
                    </a:cubicBezTo>
                    <a:cubicBezTo>
                      <a:pt x="154963" y="9065"/>
                      <a:pt x="152105" y="3884"/>
                      <a:pt x="144958" y="3884"/>
                    </a:cubicBezTo>
                    <a:cubicBezTo>
                      <a:pt x="134239" y="3884"/>
                      <a:pt x="131737" y="13901"/>
                      <a:pt x="131023" y="16665"/>
                    </a:cubicBezTo>
                    <a:lnTo>
                      <a:pt x="104938" y="117526"/>
                    </a:lnTo>
                    <a:cubicBezTo>
                      <a:pt x="103151" y="123743"/>
                      <a:pt x="103151" y="124434"/>
                      <a:pt x="99935" y="128924"/>
                    </a:cubicBezTo>
                    <a:cubicBezTo>
                      <a:pt x="93146" y="138596"/>
                      <a:pt x="82784" y="148958"/>
                      <a:pt x="67061" y="148958"/>
                    </a:cubicBezTo>
                    <a:cubicBezTo>
                      <a:pt x="50982" y="148958"/>
                      <a:pt x="47766" y="133760"/>
                      <a:pt x="47766" y="122362"/>
                    </a:cubicBezTo>
                    <a:cubicBezTo>
                      <a:pt x="47766" y="101291"/>
                      <a:pt x="59558" y="70204"/>
                      <a:pt x="68491" y="46716"/>
                    </a:cubicBezTo>
                    <a:cubicBezTo>
                      <a:pt x="71349" y="39462"/>
                      <a:pt x="73136" y="34626"/>
                      <a:pt x="73136" y="28063"/>
                    </a:cubicBezTo>
                    <a:cubicBezTo>
                      <a:pt x="73136" y="10793"/>
                      <a:pt x="61344" y="85"/>
                      <a:pt x="45979" y="85"/>
                    </a:cubicBezTo>
                    <a:cubicBezTo>
                      <a:pt x="12748" y="85"/>
                      <a:pt x="242" y="51206"/>
                      <a:pt x="242" y="53279"/>
                    </a:cubicBezTo>
                    <a:cubicBezTo>
                      <a:pt x="242" y="56733"/>
                      <a:pt x="3815" y="56733"/>
                      <a:pt x="5601" y="56733"/>
                    </a:cubicBezTo>
                    <a:cubicBezTo>
                      <a:pt x="10247" y="56733"/>
                      <a:pt x="10604" y="56042"/>
                      <a:pt x="12033" y="51206"/>
                    </a:cubicBezTo>
                    <a:cubicBezTo>
                      <a:pt x="14892" y="40498"/>
                      <a:pt x="24540" y="7684"/>
                      <a:pt x="45265" y="7684"/>
                    </a:cubicBezTo>
                    <a:cubicBezTo>
                      <a:pt x="49195" y="7684"/>
                      <a:pt x="53126" y="8720"/>
                      <a:pt x="53126" y="17701"/>
                    </a:cubicBezTo>
                    <a:cubicBezTo>
                      <a:pt x="53126" y="25991"/>
                      <a:pt x="49552" y="35317"/>
                      <a:pt x="44550" y="48788"/>
                    </a:cubicBezTo>
                    <a:cubicBezTo>
                      <a:pt x="35259" y="72967"/>
                      <a:pt x="25969" y="98528"/>
                      <a:pt x="25969" y="116489"/>
                    </a:cubicBezTo>
                    <a:cubicBezTo>
                      <a:pt x="25969" y="146541"/>
                      <a:pt x="46694" y="156558"/>
                      <a:pt x="65989" y="156558"/>
                    </a:cubicBezTo>
                    <a:cubicBezTo>
                      <a:pt x="84928" y="156558"/>
                      <a:pt x="97077" y="146195"/>
                      <a:pt x="105653" y="135833"/>
                    </a:cubicBezTo>
                    <a:cubicBezTo>
                      <a:pt x="112084" y="154485"/>
                      <a:pt x="127449" y="156558"/>
                      <a:pt x="134239" y="156558"/>
                    </a:cubicBezTo>
                    <a:cubicBezTo>
                      <a:pt x="147460" y="156558"/>
                      <a:pt x="154963" y="147922"/>
                      <a:pt x="160323" y="137214"/>
                    </a:cubicBezTo>
                    <a:cubicBezTo>
                      <a:pt x="166755" y="124089"/>
                      <a:pt x="171043" y="104055"/>
                      <a:pt x="171043" y="103364"/>
                    </a:cubicBezTo>
                    <a:cubicBezTo>
                      <a:pt x="171043" y="99910"/>
                      <a:pt x="168185" y="99910"/>
                      <a:pt x="165683" y="99910"/>
                    </a:cubicBezTo>
                    <a:cubicBezTo>
                      <a:pt x="161395" y="99910"/>
                      <a:pt x="161038" y="100255"/>
                      <a:pt x="158894" y="107854"/>
                    </a:cubicBezTo>
                    <a:cubicBezTo>
                      <a:pt x="153892" y="127197"/>
                      <a:pt x="147102" y="148958"/>
                      <a:pt x="134953" y="148958"/>
                    </a:cubicBezTo>
                    <a:cubicBezTo>
                      <a:pt x="125663" y="148958"/>
                      <a:pt x="125663" y="139632"/>
                      <a:pt x="125663" y="134796"/>
                    </a:cubicBezTo>
                    <a:cubicBezTo>
                      <a:pt x="125663" y="132379"/>
                      <a:pt x="125663" y="126852"/>
                      <a:pt x="128164" y="117180"/>
                    </a:cubicBezTo>
                    <a:lnTo>
                      <a:pt x="153892" y="17701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AEA108F3-DBC9-3BDB-9B57-E30B0B4D3927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11433313" y="5323350"/>
                <a:ext cx="152577" cy="156472"/>
              </a:xfrm>
              <a:custGeom>
                <a:avLst/>
                <a:gdLst>
                  <a:gd name="connsiteX0" fmla="*/ 86362 w 152577"/>
                  <a:gd name="connsiteY0" fmla="*/ 132379 h 156472"/>
                  <a:gd name="connsiteX1" fmla="*/ 116020 w 152577"/>
                  <a:gd name="connsiteY1" fmla="*/ 156558 h 156472"/>
                  <a:gd name="connsiteX2" fmla="*/ 142105 w 152577"/>
                  <a:gd name="connsiteY2" fmla="*/ 137214 h 156472"/>
                  <a:gd name="connsiteX3" fmla="*/ 152825 w 152577"/>
                  <a:gd name="connsiteY3" fmla="*/ 103364 h 156472"/>
                  <a:gd name="connsiteX4" fmla="*/ 147465 w 152577"/>
                  <a:gd name="connsiteY4" fmla="*/ 99910 h 156472"/>
                  <a:gd name="connsiteX5" fmla="*/ 140676 w 152577"/>
                  <a:gd name="connsiteY5" fmla="*/ 107854 h 156472"/>
                  <a:gd name="connsiteX6" fmla="*/ 116735 w 152577"/>
                  <a:gd name="connsiteY6" fmla="*/ 148958 h 156472"/>
                  <a:gd name="connsiteX7" fmla="*/ 107445 w 152577"/>
                  <a:gd name="connsiteY7" fmla="*/ 134796 h 156472"/>
                  <a:gd name="connsiteX8" fmla="*/ 109946 w 152577"/>
                  <a:gd name="connsiteY8" fmla="*/ 117180 h 156472"/>
                  <a:gd name="connsiteX9" fmla="*/ 134244 w 152577"/>
                  <a:gd name="connsiteY9" fmla="*/ 23227 h 156472"/>
                  <a:gd name="connsiteX10" fmla="*/ 135673 w 152577"/>
                  <a:gd name="connsiteY10" fmla="*/ 15974 h 156472"/>
                  <a:gd name="connsiteX11" fmla="*/ 126025 w 152577"/>
                  <a:gd name="connsiteY11" fmla="*/ 6993 h 156472"/>
                  <a:gd name="connsiteX12" fmla="*/ 111732 w 152577"/>
                  <a:gd name="connsiteY12" fmla="*/ 20464 h 156472"/>
                  <a:gd name="connsiteX13" fmla="*/ 82074 w 152577"/>
                  <a:gd name="connsiteY13" fmla="*/ 85 h 156472"/>
                  <a:gd name="connsiteX14" fmla="*/ 247 w 152577"/>
                  <a:gd name="connsiteY14" fmla="*/ 103018 h 156472"/>
                  <a:gd name="connsiteX15" fmla="*/ 43483 w 152577"/>
                  <a:gd name="connsiteY15" fmla="*/ 156558 h 156472"/>
                  <a:gd name="connsiteX16" fmla="*/ 86362 w 152577"/>
                  <a:gd name="connsiteY16" fmla="*/ 132379 h 156472"/>
                  <a:gd name="connsiteX17" fmla="*/ 105658 w 152577"/>
                  <a:gd name="connsiteY17" fmla="*/ 44643 h 156472"/>
                  <a:gd name="connsiteX18" fmla="*/ 88864 w 152577"/>
                  <a:gd name="connsiteY18" fmla="*/ 109927 h 156472"/>
                  <a:gd name="connsiteX19" fmla="*/ 44198 w 152577"/>
                  <a:gd name="connsiteY19" fmla="*/ 148958 h 156472"/>
                  <a:gd name="connsiteX20" fmla="*/ 24545 w 152577"/>
                  <a:gd name="connsiteY20" fmla="*/ 118217 h 156472"/>
                  <a:gd name="connsiteX21" fmla="*/ 42054 w 152577"/>
                  <a:gd name="connsiteY21" fmla="*/ 46025 h 156472"/>
                  <a:gd name="connsiteX22" fmla="*/ 82074 w 152577"/>
                  <a:gd name="connsiteY22" fmla="*/ 7684 h 156472"/>
                  <a:gd name="connsiteX23" fmla="*/ 106730 w 152577"/>
                  <a:gd name="connsiteY23" fmla="*/ 40153 h 156472"/>
                  <a:gd name="connsiteX24" fmla="*/ 105658 w 152577"/>
                  <a:gd name="connsiteY24" fmla="*/ 44643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2577" h="156472">
                    <a:moveTo>
                      <a:pt x="86362" y="132379"/>
                    </a:moveTo>
                    <a:cubicBezTo>
                      <a:pt x="90293" y="149304"/>
                      <a:pt x="103514" y="156558"/>
                      <a:pt x="116020" y="156558"/>
                    </a:cubicBezTo>
                    <a:cubicBezTo>
                      <a:pt x="129241" y="156558"/>
                      <a:pt x="136745" y="147922"/>
                      <a:pt x="142105" y="137214"/>
                    </a:cubicBezTo>
                    <a:cubicBezTo>
                      <a:pt x="148537" y="124089"/>
                      <a:pt x="152825" y="104055"/>
                      <a:pt x="152825" y="103364"/>
                    </a:cubicBezTo>
                    <a:cubicBezTo>
                      <a:pt x="152825" y="99910"/>
                      <a:pt x="149966" y="99910"/>
                      <a:pt x="147465" y="99910"/>
                    </a:cubicBezTo>
                    <a:cubicBezTo>
                      <a:pt x="143177" y="99910"/>
                      <a:pt x="142820" y="100255"/>
                      <a:pt x="140676" y="107854"/>
                    </a:cubicBezTo>
                    <a:cubicBezTo>
                      <a:pt x="135673" y="127197"/>
                      <a:pt x="128884" y="148958"/>
                      <a:pt x="116735" y="148958"/>
                    </a:cubicBezTo>
                    <a:cubicBezTo>
                      <a:pt x="107445" y="148958"/>
                      <a:pt x="107445" y="139632"/>
                      <a:pt x="107445" y="134796"/>
                    </a:cubicBezTo>
                    <a:cubicBezTo>
                      <a:pt x="107445" y="132379"/>
                      <a:pt x="107445" y="126852"/>
                      <a:pt x="109946" y="117180"/>
                    </a:cubicBezTo>
                    <a:lnTo>
                      <a:pt x="134244" y="23227"/>
                    </a:lnTo>
                    <a:cubicBezTo>
                      <a:pt x="135673" y="18392"/>
                      <a:pt x="135673" y="17701"/>
                      <a:pt x="135673" y="15974"/>
                    </a:cubicBezTo>
                    <a:cubicBezTo>
                      <a:pt x="135673" y="8720"/>
                      <a:pt x="129599" y="6993"/>
                      <a:pt x="126025" y="6993"/>
                    </a:cubicBezTo>
                    <a:cubicBezTo>
                      <a:pt x="114591" y="6993"/>
                      <a:pt x="112090" y="18737"/>
                      <a:pt x="111732" y="20464"/>
                    </a:cubicBezTo>
                    <a:cubicBezTo>
                      <a:pt x="104943" y="5611"/>
                      <a:pt x="93509" y="85"/>
                      <a:pt x="82074" y="85"/>
                    </a:cubicBezTo>
                    <a:cubicBezTo>
                      <a:pt x="42411" y="85"/>
                      <a:pt x="247" y="52588"/>
                      <a:pt x="247" y="103018"/>
                    </a:cubicBezTo>
                    <a:cubicBezTo>
                      <a:pt x="247" y="132379"/>
                      <a:pt x="16684" y="156558"/>
                      <a:pt x="43483" y="156558"/>
                    </a:cubicBezTo>
                    <a:cubicBezTo>
                      <a:pt x="56347" y="156558"/>
                      <a:pt x="72069" y="149304"/>
                      <a:pt x="86362" y="132379"/>
                    </a:cubicBezTo>
                    <a:close/>
                    <a:moveTo>
                      <a:pt x="105658" y="44643"/>
                    </a:moveTo>
                    <a:lnTo>
                      <a:pt x="88864" y="109927"/>
                    </a:lnTo>
                    <a:cubicBezTo>
                      <a:pt x="86005" y="120980"/>
                      <a:pt x="63851" y="148958"/>
                      <a:pt x="44198" y="148958"/>
                    </a:cubicBezTo>
                    <a:cubicBezTo>
                      <a:pt x="27404" y="148958"/>
                      <a:pt x="24545" y="128579"/>
                      <a:pt x="24545" y="118217"/>
                    </a:cubicBezTo>
                    <a:cubicBezTo>
                      <a:pt x="24545" y="100946"/>
                      <a:pt x="35622" y="60532"/>
                      <a:pt x="42054" y="46025"/>
                    </a:cubicBezTo>
                    <a:cubicBezTo>
                      <a:pt x="50987" y="24955"/>
                      <a:pt x="67424" y="7684"/>
                      <a:pt x="82074" y="7684"/>
                    </a:cubicBezTo>
                    <a:cubicBezTo>
                      <a:pt x="97797" y="7684"/>
                      <a:pt x="106730" y="25645"/>
                      <a:pt x="106730" y="40153"/>
                    </a:cubicBezTo>
                    <a:cubicBezTo>
                      <a:pt x="106730" y="40844"/>
                      <a:pt x="106373" y="42571"/>
                      <a:pt x="105658" y="4464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C5878AA-DC50-2CC3-E792-80959D82511C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11609871" y="5259794"/>
                <a:ext cx="100765" cy="220029"/>
              </a:xfrm>
              <a:custGeom>
                <a:avLst/>
                <a:gdLst>
                  <a:gd name="connsiteX0" fmla="*/ 60640 w 100765"/>
                  <a:gd name="connsiteY0" fmla="*/ 78148 h 220029"/>
                  <a:gd name="connsiteX1" fmla="*/ 91013 w 100765"/>
                  <a:gd name="connsiteY1" fmla="*/ 78148 h 220029"/>
                  <a:gd name="connsiteX2" fmla="*/ 101018 w 100765"/>
                  <a:gd name="connsiteY2" fmla="*/ 71586 h 220029"/>
                  <a:gd name="connsiteX3" fmla="*/ 92085 w 100765"/>
                  <a:gd name="connsiteY3" fmla="*/ 67441 h 220029"/>
                  <a:gd name="connsiteX4" fmla="*/ 63499 w 100765"/>
                  <a:gd name="connsiteY4" fmla="*/ 67441 h 220029"/>
                  <a:gd name="connsiteX5" fmla="*/ 76720 w 100765"/>
                  <a:gd name="connsiteY5" fmla="*/ 16319 h 220029"/>
                  <a:gd name="connsiteX6" fmla="*/ 78149 w 100765"/>
                  <a:gd name="connsiteY6" fmla="*/ 9065 h 220029"/>
                  <a:gd name="connsiteX7" fmla="*/ 68501 w 100765"/>
                  <a:gd name="connsiteY7" fmla="*/ 85 h 220029"/>
                  <a:gd name="connsiteX8" fmla="*/ 54565 w 100765"/>
                  <a:gd name="connsiteY8" fmla="*/ 12520 h 220029"/>
                  <a:gd name="connsiteX9" fmla="*/ 40630 w 100765"/>
                  <a:gd name="connsiteY9" fmla="*/ 67441 h 220029"/>
                  <a:gd name="connsiteX10" fmla="*/ 10257 w 100765"/>
                  <a:gd name="connsiteY10" fmla="*/ 67441 h 220029"/>
                  <a:gd name="connsiteX11" fmla="*/ 252 w 100765"/>
                  <a:gd name="connsiteY11" fmla="*/ 74003 h 220029"/>
                  <a:gd name="connsiteX12" fmla="*/ 9185 w 100765"/>
                  <a:gd name="connsiteY12" fmla="*/ 78148 h 220029"/>
                  <a:gd name="connsiteX13" fmla="*/ 37771 w 100765"/>
                  <a:gd name="connsiteY13" fmla="*/ 78148 h 220029"/>
                  <a:gd name="connsiteX14" fmla="*/ 12044 w 100765"/>
                  <a:gd name="connsiteY14" fmla="*/ 177282 h 220029"/>
                  <a:gd name="connsiteX15" fmla="*/ 10257 w 100765"/>
                  <a:gd name="connsiteY15" fmla="*/ 189027 h 220029"/>
                  <a:gd name="connsiteX16" fmla="*/ 40630 w 100765"/>
                  <a:gd name="connsiteY16" fmla="*/ 220114 h 220029"/>
                  <a:gd name="connsiteX17" fmla="*/ 94943 w 100765"/>
                  <a:gd name="connsiteY17" fmla="*/ 166920 h 220029"/>
                  <a:gd name="connsiteX18" fmla="*/ 89583 w 100765"/>
                  <a:gd name="connsiteY18" fmla="*/ 163466 h 220029"/>
                  <a:gd name="connsiteX19" fmla="*/ 82437 w 100765"/>
                  <a:gd name="connsiteY19" fmla="*/ 170029 h 220029"/>
                  <a:gd name="connsiteX20" fmla="*/ 41344 w 100765"/>
                  <a:gd name="connsiteY20" fmla="*/ 212515 h 220029"/>
                  <a:gd name="connsiteX21" fmla="*/ 31697 w 100765"/>
                  <a:gd name="connsiteY21" fmla="*/ 198353 h 220029"/>
                  <a:gd name="connsiteX22" fmla="*/ 34198 w 100765"/>
                  <a:gd name="connsiteY22" fmla="*/ 180737 h 220029"/>
                  <a:gd name="connsiteX23" fmla="*/ 60640 w 100765"/>
                  <a:gd name="connsiteY23" fmla="*/ 78148 h 220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0765" h="220029">
                    <a:moveTo>
                      <a:pt x="60640" y="78148"/>
                    </a:moveTo>
                    <a:lnTo>
                      <a:pt x="91013" y="78148"/>
                    </a:lnTo>
                    <a:cubicBezTo>
                      <a:pt x="97087" y="78148"/>
                      <a:pt x="101018" y="78148"/>
                      <a:pt x="101018" y="71586"/>
                    </a:cubicBezTo>
                    <a:cubicBezTo>
                      <a:pt x="101018" y="67441"/>
                      <a:pt x="97802" y="67441"/>
                      <a:pt x="92085" y="67441"/>
                    </a:cubicBezTo>
                    <a:lnTo>
                      <a:pt x="63499" y="67441"/>
                    </a:lnTo>
                    <a:lnTo>
                      <a:pt x="76720" y="16319"/>
                    </a:lnTo>
                    <a:cubicBezTo>
                      <a:pt x="78149" y="11483"/>
                      <a:pt x="78149" y="10793"/>
                      <a:pt x="78149" y="9065"/>
                    </a:cubicBezTo>
                    <a:cubicBezTo>
                      <a:pt x="78149" y="1812"/>
                      <a:pt x="72074" y="85"/>
                      <a:pt x="68501" y="85"/>
                    </a:cubicBezTo>
                    <a:cubicBezTo>
                      <a:pt x="59568" y="85"/>
                      <a:pt x="55995" y="7338"/>
                      <a:pt x="54565" y="12520"/>
                    </a:cubicBezTo>
                    <a:lnTo>
                      <a:pt x="40630" y="67441"/>
                    </a:lnTo>
                    <a:lnTo>
                      <a:pt x="10257" y="67441"/>
                    </a:lnTo>
                    <a:cubicBezTo>
                      <a:pt x="4183" y="67441"/>
                      <a:pt x="252" y="67441"/>
                      <a:pt x="252" y="74003"/>
                    </a:cubicBezTo>
                    <a:cubicBezTo>
                      <a:pt x="252" y="78148"/>
                      <a:pt x="3468" y="78148"/>
                      <a:pt x="9185" y="78148"/>
                    </a:cubicBezTo>
                    <a:lnTo>
                      <a:pt x="37771" y="78148"/>
                    </a:lnTo>
                    <a:lnTo>
                      <a:pt x="12044" y="177282"/>
                    </a:lnTo>
                    <a:cubicBezTo>
                      <a:pt x="11686" y="178664"/>
                      <a:pt x="10257" y="184191"/>
                      <a:pt x="10257" y="189027"/>
                    </a:cubicBezTo>
                    <a:cubicBezTo>
                      <a:pt x="10257" y="206297"/>
                      <a:pt x="22049" y="220114"/>
                      <a:pt x="40630" y="220114"/>
                    </a:cubicBezTo>
                    <a:cubicBezTo>
                      <a:pt x="76720" y="220114"/>
                      <a:pt x="94943" y="168647"/>
                      <a:pt x="94943" y="166920"/>
                    </a:cubicBezTo>
                    <a:cubicBezTo>
                      <a:pt x="94943" y="163466"/>
                      <a:pt x="92085" y="163466"/>
                      <a:pt x="89583" y="163466"/>
                    </a:cubicBezTo>
                    <a:cubicBezTo>
                      <a:pt x="85295" y="163466"/>
                      <a:pt x="85295" y="163811"/>
                      <a:pt x="82437" y="170029"/>
                    </a:cubicBezTo>
                    <a:cubicBezTo>
                      <a:pt x="76005" y="186609"/>
                      <a:pt x="61712" y="212515"/>
                      <a:pt x="41344" y="212515"/>
                    </a:cubicBezTo>
                    <a:cubicBezTo>
                      <a:pt x="31697" y="212515"/>
                      <a:pt x="31697" y="203879"/>
                      <a:pt x="31697" y="198353"/>
                    </a:cubicBezTo>
                    <a:cubicBezTo>
                      <a:pt x="31697" y="195935"/>
                      <a:pt x="31697" y="190408"/>
                      <a:pt x="34198" y="180737"/>
                    </a:cubicBezTo>
                    <a:lnTo>
                      <a:pt x="60640" y="78148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FB2F5F5C-1AFC-F468-1E26-0072D81A78E3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11725723" y="5249431"/>
                <a:ext cx="88616" cy="230391"/>
              </a:xfrm>
              <a:custGeom>
                <a:avLst/>
                <a:gdLst>
                  <a:gd name="connsiteX0" fmla="*/ 88872 w 88616"/>
                  <a:gd name="connsiteY0" fmla="*/ 177282 h 230391"/>
                  <a:gd name="connsiteX1" fmla="*/ 83512 w 88616"/>
                  <a:gd name="connsiteY1" fmla="*/ 173828 h 230391"/>
                  <a:gd name="connsiteX2" fmla="*/ 77438 w 88616"/>
                  <a:gd name="connsiteY2" fmla="*/ 179700 h 230391"/>
                  <a:gd name="connsiteX3" fmla="*/ 44206 w 88616"/>
                  <a:gd name="connsiteY3" fmla="*/ 222877 h 230391"/>
                  <a:gd name="connsiteX4" fmla="*/ 36345 w 88616"/>
                  <a:gd name="connsiteY4" fmla="*/ 213206 h 230391"/>
                  <a:gd name="connsiteX5" fmla="*/ 45636 w 88616"/>
                  <a:gd name="connsiteY5" fmla="*/ 180046 h 230391"/>
                  <a:gd name="connsiteX6" fmla="*/ 68504 w 88616"/>
                  <a:gd name="connsiteY6" fmla="*/ 120980 h 230391"/>
                  <a:gd name="connsiteX7" fmla="*/ 72792 w 88616"/>
                  <a:gd name="connsiteY7" fmla="*/ 101637 h 230391"/>
                  <a:gd name="connsiteX8" fmla="*/ 45993 w 88616"/>
                  <a:gd name="connsiteY8" fmla="*/ 74003 h 230391"/>
                  <a:gd name="connsiteX9" fmla="*/ 255 w 88616"/>
                  <a:gd name="connsiteY9" fmla="*/ 127197 h 230391"/>
                  <a:gd name="connsiteX10" fmla="*/ 5615 w 88616"/>
                  <a:gd name="connsiteY10" fmla="*/ 130651 h 230391"/>
                  <a:gd name="connsiteX11" fmla="*/ 12047 w 88616"/>
                  <a:gd name="connsiteY11" fmla="*/ 125125 h 230391"/>
                  <a:gd name="connsiteX12" fmla="*/ 45278 w 88616"/>
                  <a:gd name="connsiteY12" fmla="*/ 81603 h 230391"/>
                  <a:gd name="connsiteX13" fmla="*/ 53139 w 88616"/>
                  <a:gd name="connsiteY13" fmla="*/ 91274 h 230391"/>
                  <a:gd name="connsiteX14" fmla="*/ 46708 w 88616"/>
                  <a:gd name="connsiteY14" fmla="*/ 116144 h 230391"/>
                  <a:gd name="connsiteX15" fmla="*/ 35988 w 88616"/>
                  <a:gd name="connsiteY15" fmla="*/ 144813 h 230391"/>
                  <a:gd name="connsiteX16" fmla="*/ 22767 w 88616"/>
                  <a:gd name="connsiteY16" fmla="*/ 179010 h 230391"/>
                  <a:gd name="connsiteX17" fmla="*/ 16335 w 88616"/>
                  <a:gd name="connsiteY17" fmla="*/ 202843 h 230391"/>
                  <a:gd name="connsiteX18" fmla="*/ 43492 w 88616"/>
                  <a:gd name="connsiteY18" fmla="*/ 230476 h 230391"/>
                  <a:gd name="connsiteX19" fmla="*/ 88872 w 88616"/>
                  <a:gd name="connsiteY19" fmla="*/ 177282 h 230391"/>
                  <a:gd name="connsiteX20" fmla="*/ 87085 w 88616"/>
                  <a:gd name="connsiteY20" fmla="*/ 11483 h 230391"/>
                  <a:gd name="connsiteX21" fmla="*/ 74936 w 88616"/>
                  <a:gd name="connsiteY21" fmla="*/ 85 h 230391"/>
                  <a:gd name="connsiteX22" fmla="*/ 57785 w 88616"/>
                  <a:gd name="connsiteY22" fmla="*/ 16665 h 230391"/>
                  <a:gd name="connsiteX23" fmla="*/ 69934 w 88616"/>
                  <a:gd name="connsiteY23" fmla="*/ 28063 h 230391"/>
                  <a:gd name="connsiteX24" fmla="*/ 87085 w 88616"/>
                  <a:gd name="connsiteY24" fmla="*/ 11483 h 23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8616" h="230391">
                    <a:moveTo>
                      <a:pt x="88872" y="177282"/>
                    </a:moveTo>
                    <a:cubicBezTo>
                      <a:pt x="88872" y="173828"/>
                      <a:pt x="86013" y="173828"/>
                      <a:pt x="83512" y="173828"/>
                    </a:cubicBezTo>
                    <a:cubicBezTo>
                      <a:pt x="78867" y="173828"/>
                      <a:pt x="78867" y="174519"/>
                      <a:pt x="77438" y="179700"/>
                    </a:cubicBezTo>
                    <a:cubicBezTo>
                      <a:pt x="74579" y="189717"/>
                      <a:pt x="64931" y="222877"/>
                      <a:pt x="44206" y="222877"/>
                    </a:cubicBezTo>
                    <a:cubicBezTo>
                      <a:pt x="41348" y="222877"/>
                      <a:pt x="36345" y="222532"/>
                      <a:pt x="36345" y="213206"/>
                    </a:cubicBezTo>
                    <a:cubicBezTo>
                      <a:pt x="36345" y="204225"/>
                      <a:pt x="40990" y="192826"/>
                      <a:pt x="45636" y="180046"/>
                    </a:cubicBezTo>
                    <a:lnTo>
                      <a:pt x="68504" y="120980"/>
                    </a:lnTo>
                    <a:cubicBezTo>
                      <a:pt x="72078" y="110963"/>
                      <a:pt x="72792" y="108199"/>
                      <a:pt x="72792" y="101637"/>
                    </a:cubicBezTo>
                    <a:cubicBezTo>
                      <a:pt x="72792" y="82639"/>
                      <a:pt x="59214" y="74003"/>
                      <a:pt x="45993" y="74003"/>
                    </a:cubicBezTo>
                    <a:cubicBezTo>
                      <a:pt x="12404" y="74003"/>
                      <a:pt x="255" y="125470"/>
                      <a:pt x="255" y="127197"/>
                    </a:cubicBezTo>
                    <a:cubicBezTo>
                      <a:pt x="255" y="130651"/>
                      <a:pt x="3829" y="130651"/>
                      <a:pt x="5615" y="130651"/>
                    </a:cubicBezTo>
                    <a:cubicBezTo>
                      <a:pt x="10260" y="130651"/>
                      <a:pt x="10618" y="129961"/>
                      <a:pt x="12047" y="125125"/>
                    </a:cubicBezTo>
                    <a:cubicBezTo>
                      <a:pt x="15263" y="113726"/>
                      <a:pt x="24553" y="81603"/>
                      <a:pt x="45278" y="81603"/>
                    </a:cubicBezTo>
                    <a:cubicBezTo>
                      <a:pt x="49209" y="81603"/>
                      <a:pt x="53139" y="83330"/>
                      <a:pt x="53139" y="91274"/>
                    </a:cubicBezTo>
                    <a:cubicBezTo>
                      <a:pt x="53139" y="99564"/>
                      <a:pt x="49209" y="109581"/>
                      <a:pt x="46708" y="116144"/>
                    </a:cubicBezTo>
                    <a:lnTo>
                      <a:pt x="35988" y="144813"/>
                    </a:lnTo>
                    <a:cubicBezTo>
                      <a:pt x="31343" y="156212"/>
                      <a:pt x="27055" y="167611"/>
                      <a:pt x="22767" y="179010"/>
                    </a:cubicBezTo>
                    <a:cubicBezTo>
                      <a:pt x="17764" y="192135"/>
                      <a:pt x="16335" y="195935"/>
                      <a:pt x="16335" y="202843"/>
                    </a:cubicBezTo>
                    <a:cubicBezTo>
                      <a:pt x="16335" y="216314"/>
                      <a:pt x="24911" y="230476"/>
                      <a:pt x="43492" y="230476"/>
                    </a:cubicBezTo>
                    <a:cubicBezTo>
                      <a:pt x="77080" y="230476"/>
                      <a:pt x="88872" y="178664"/>
                      <a:pt x="88872" y="177282"/>
                    </a:cubicBezTo>
                    <a:close/>
                    <a:moveTo>
                      <a:pt x="87085" y="11483"/>
                    </a:moveTo>
                    <a:cubicBezTo>
                      <a:pt x="87085" y="2848"/>
                      <a:pt x="79939" y="85"/>
                      <a:pt x="74936" y="85"/>
                    </a:cubicBezTo>
                    <a:cubicBezTo>
                      <a:pt x="67432" y="85"/>
                      <a:pt x="57785" y="6993"/>
                      <a:pt x="57785" y="16665"/>
                    </a:cubicBezTo>
                    <a:cubicBezTo>
                      <a:pt x="57785" y="25300"/>
                      <a:pt x="64931" y="28063"/>
                      <a:pt x="69934" y="28063"/>
                    </a:cubicBezTo>
                    <a:cubicBezTo>
                      <a:pt x="77080" y="28063"/>
                      <a:pt x="87085" y="21500"/>
                      <a:pt x="87085" y="1148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EE387616-4355-C167-A4B8-27FC366321FA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11844950" y="5323350"/>
                <a:ext cx="142572" cy="156472"/>
              </a:xfrm>
              <a:custGeom>
                <a:avLst/>
                <a:gdLst>
                  <a:gd name="connsiteX0" fmla="*/ 142831 w 142572"/>
                  <a:gd name="connsiteY0" fmla="*/ 56733 h 156472"/>
                  <a:gd name="connsiteX1" fmla="*/ 90662 w 142572"/>
                  <a:gd name="connsiteY1" fmla="*/ 85 h 156472"/>
                  <a:gd name="connsiteX2" fmla="*/ 258 w 142572"/>
                  <a:gd name="connsiteY2" fmla="*/ 99564 h 156472"/>
                  <a:gd name="connsiteX3" fmla="*/ 52428 w 142572"/>
                  <a:gd name="connsiteY3" fmla="*/ 156558 h 156472"/>
                  <a:gd name="connsiteX4" fmla="*/ 142831 w 142572"/>
                  <a:gd name="connsiteY4" fmla="*/ 56733 h 156472"/>
                  <a:gd name="connsiteX5" fmla="*/ 52428 w 142572"/>
                  <a:gd name="connsiteY5" fmla="*/ 148958 h 156472"/>
                  <a:gd name="connsiteX6" fmla="*/ 25271 w 142572"/>
                  <a:gd name="connsiteY6" fmla="*/ 113381 h 156472"/>
                  <a:gd name="connsiteX7" fmla="*/ 45996 w 142572"/>
                  <a:gd name="connsiteY7" fmla="*/ 39117 h 156472"/>
                  <a:gd name="connsiteX8" fmla="*/ 90304 w 142572"/>
                  <a:gd name="connsiteY8" fmla="*/ 7684 h 156472"/>
                  <a:gd name="connsiteX9" fmla="*/ 117818 w 142572"/>
                  <a:gd name="connsiteY9" fmla="*/ 43262 h 156472"/>
                  <a:gd name="connsiteX10" fmla="*/ 98523 w 142572"/>
                  <a:gd name="connsiteY10" fmla="*/ 114417 h 156472"/>
                  <a:gd name="connsiteX11" fmla="*/ 52428 w 142572"/>
                  <a:gd name="connsiteY11" fmla="*/ 148958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572" h="156472">
                    <a:moveTo>
                      <a:pt x="142831" y="56733"/>
                    </a:moveTo>
                    <a:cubicBezTo>
                      <a:pt x="142831" y="23918"/>
                      <a:pt x="121749" y="85"/>
                      <a:pt x="90662" y="85"/>
                    </a:cubicBezTo>
                    <a:cubicBezTo>
                      <a:pt x="46353" y="85"/>
                      <a:pt x="258" y="49134"/>
                      <a:pt x="258" y="99564"/>
                    </a:cubicBezTo>
                    <a:cubicBezTo>
                      <a:pt x="258" y="135142"/>
                      <a:pt x="22770" y="156558"/>
                      <a:pt x="52428" y="156558"/>
                    </a:cubicBezTo>
                    <a:cubicBezTo>
                      <a:pt x="96736" y="156558"/>
                      <a:pt x="142831" y="107509"/>
                      <a:pt x="142831" y="56733"/>
                    </a:cubicBezTo>
                    <a:close/>
                    <a:moveTo>
                      <a:pt x="52428" y="148958"/>
                    </a:moveTo>
                    <a:cubicBezTo>
                      <a:pt x="38492" y="148958"/>
                      <a:pt x="25271" y="138251"/>
                      <a:pt x="25271" y="113381"/>
                    </a:cubicBezTo>
                    <a:cubicBezTo>
                      <a:pt x="25271" y="96110"/>
                      <a:pt x="34562" y="57769"/>
                      <a:pt x="45996" y="39117"/>
                    </a:cubicBezTo>
                    <a:cubicBezTo>
                      <a:pt x="59217" y="18046"/>
                      <a:pt x="76369" y="7684"/>
                      <a:pt x="90304" y="7684"/>
                    </a:cubicBezTo>
                    <a:cubicBezTo>
                      <a:pt x="107813" y="7684"/>
                      <a:pt x="117818" y="22882"/>
                      <a:pt x="117818" y="43262"/>
                    </a:cubicBezTo>
                    <a:cubicBezTo>
                      <a:pt x="117818" y="58114"/>
                      <a:pt x="109957" y="93692"/>
                      <a:pt x="98523" y="114417"/>
                    </a:cubicBezTo>
                    <a:cubicBezTo>
                      <a:pt x="88160" y="133415"/>
                      <a:pt x="69937" y="148958"/>
                      <a:pt x="52428" y="148958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B9C0E1DF-2043-90F9-E01C-4B25082000B6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12017934" y="5323350"/>
                <a:ext cx="179734" cy="156472"/>
              </a:xfrm>
              <a:custGeom>
                <a:avLst/>
                <a:gdLst>
                  <a:gd name="connsiteX0" fmla="*/ 52790 w 179734"/>
                  <a:gd name="connsiteY0" fmla="*/ 92310 h 156472"/>
                  <a:gd name="connsiteX1" fmla="*/ 58507 w 179734"/>
                  <a:gd name="connsiteY1" fmla="*/ 69858 h 156472"/>
                  <a:gd name="connsiteX2" fmla="*/ 69227 w 179734"/>
                  <a:gd name="connsiteY2" fmla="*/ 41880 h 156472"/>
                  <a:gd name="connsiteX3" fmla="*/ 117466 w 179734"/>
                  <a:gd name="connsiteY3" fmla="*/ 7684 h 156472"/>
                  <a:gd name="connsiteX4" fmla="*/ 133903 w 179734"/>
                  <a:gd name="connsiteY4" fmla="*/ 30481 h 156472"/>
                  <a:gd name="connsiteX5" fmla="*/ 113178 w 179734"/>
                  <a:gd name="connsiteY5" fmla="*/ 106818 h 156472"/>
                  <a:gd name="connsiteX6" fmla="*/ 107461 w 179734"/>
                  <a:gd name="connsiteY6" fmla="*/ 128924 h 156472"/>
                  <a:gd name="connsiteX7" fmla="*/ 134618 w 179734"/>
                  <a:gd name="connsiteY7" fmla="*/ 156558 h 156472"/>
                  <a:gd name="connsiteX8" fmla="*/ 179998 w 179734"/>
                  <a:gd name="connsiteY8" fmla="*/ 103364 h 156472"/>
                  <a:gd name="connsiteX9" fmla="*/ 174638 w 179734"/>
                  <a:gd name="connsiteY9" fmla="*/ 99910 h 156472"/>
                  <a:gd name="connsiteX10" fmla="*/ 168564 w 179734"/>
                  <a:gd name="connsiteY10" fmla="*/ 105782 h 156472"/>
                  <a:gd name="connsiteX11" fmla="*/ 135332 w 179734"/>
                  <a:gd name="connsiteY11" fmla="*/ 148958 h 156472"/>
                  <a:gd name="connsiteX12" fmla="*/ 127471 w 179734"/>
                  <a:gd name="connsiteY12" fmla="*/ 138941 h 156472"/>
                  <a:gd name="connsiteX13" fmla="*/ 133903 w 179734"/>
                  <a:gd name="connsiteY13" fmla="*/ 113035 h 156472"/>
                  <a:gd name="connsiteX14" fmla="*/ 155700 w 179734"/>
                  <a:gd name="connsiteY14" fmla="*/ 36008 h 156472"/>
                  <a:gd name="connsiteX15" fmla="*/ 118538 w 179734"/>
                  <a:gd name="connsiteY15" fmla="*/ 85 h 156472"/>
                  <a:gd name="connsiteX16" fmla="*/ 67441 w 179734"/>
                  <a:gd name="connsiteY16" fmla="*/ 27372 h 156472"/>
                  <a:gd name="connsiteX17" fmla="*/ 37425 w 179734"/>
                  <a:gd name="connsiteY17" fmla="*/ 85 h 156472"/>
                  <a:gd name="connsiteX18" fmla="*/ 11698 w 179734"/>
                  <a:gd name="connsiteY18" fmla="*/ 18392 h 156472"/>
                  <a:gd name="connsiteX19" fmla="*/ 263 w 179734"/>
                  <a:gd name="connsiteY19" fmla="*/ 53279 h 156472"/>
                  <a:gd name="connsiteX20" fmla="*/ 5623 w 179734"/>
                  <a:gd name="connsiteY20" fmla="*/ 56733 h 156472"/>
                  <a:gd name="connsiteX21" fmla="*/ 12413 w 179734"/>
                  <a:gd name="connsiteY21" fmla="*/ 48788 h 156472"/>
                  <a:gd name="connsiteX22" fmla="*/ 36711 w 179734"/>
                  <a:gd name="connsiteY22" fmla="*/ 7684 h 156472"/>
                  <a:gd name="connsiteX23" fmla="*/ 46001 w 179734"/>
                  <a:gd name="connsiteY23" fmla="*/ 21500 h 156472"/>
                  <a:gd name="connsiteX24" fmla="*/ 43500 w 179734"/>
                  <a:gd name="connsiteY24" fmla="*/ 39117 h 156472"/>
                  <a:gd name="connsiteX25" fmla="*/ 16700 w 179734"/>
                  <a:gd name="connsiteY25" fmla="*/ 142741 h 156472"/>
                  <a:gd name="connsiteX26" fmla="*/ 15628 w 179734"/>
                  <a:gd name="connsiteY26" fmla="*/ 147577 h 156472"/>
                  <a:gd name="connsiteX27" fmla="*/ 25634 w 179734"/>
                  <a:gd name="connsiteY27" fmla="*/ 156558 h 156472"/>
                  <a:gd name="connsiteX28" fmla="*/ 38497 w 179734"/>
                  <a:gd name="connsiteY28" fmla="*/ 147577 h 156472"/>
                  <a:gd name="connsiteX29" fmla="*/ 52790 w 179734"/>
                  <a:gd name="connsiteY29" fmla="*/ 92310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9734" h="156472">
                    <a:moveTo>
                      <a:pt x="52790" y="92310"/>
                    </a:moveTo>
                    <a:cubicBezTo>
                      <a:pt x="54577" y="84711"/>
                      <a:pt x="56721" y="77458"/>
                      <a:pt x="58507" y="69858"/>
                    </a:cubicBezTo>
                    <a:cubicBezTo>
                      <a:pt x="63153" y="52242"/>
                      <a:pt x="63153" y="51897"/>
                      <a:pt x="69227" y="41880"/>
                    </a:cubicBezTo>
                    <a:cubicBezTo>
                      <a:pt x="74230" y="33590"/>
                      <a:pt x="90309" y="7684"/>
                      <a:pt x="117466" y="7684"/>
                    </a:cubicBezTo>
                    <a:cubicBezTo>
                      <a:pt x="133189" y="7684"/>
                      <a:pt x="133903" y="23227"/>
                      <a:pt x="133903" y="30481"/>
                    </a:cubicBezTo>
                    <a:cubicBezTo>
                      <a:pt x="133903" y="51897"/>
                      <a:pt x="118181" y="93001"/>
                      <a:pt x="113178" y="106818"/>
                    </a:cubicBezTo>
                    <a:cubicBezTo>
                      <a:pt x="108533" y="118562"/>
                      <a:pt x="107461" y="121671"/>
                      <a:pt x="107461" y="128924"/>
                    </a:cubicBezTo>
                    <a:cubicBezTo>
                      <a:pt x="107461" y="144123"/>
                      <a:pt x="117466" y="156558"/>
                      <a:pt x="134618" y="156558"/>
                    </a:cubicBezTo>
                    <a:cubicBezTo>
                      <a:pt x="167849" y="156558"/>
                      <a:pt x="179998" y="105091"/>
                      <a:pt x="179998" y="103364"/>
                    </a:cubicBezTo>
                    <a:cubicBezTo>
                      <a:pt x="179998" y="99910"/>
                      <a:pt x="177140" y="99910"/>
                      <a:pt x="174638" y="99910"/>
                    </a:cubicBezTo>
                    <a:cubicBezTo>
                      <a:pt x="169993" y="99910"/>
                      <a:pt x="169993" y="100600"/>
                      <a:pt x="168564" y="105782"/>
                    </a:cubicBezTo>
                    <a:cubicBezTo>
                      <a:pt x="165705" y="115108"/>
                      <a:pt x="156057" y="148958"/>
                      <a:pt x="135332" y="148958"/>
                    </a:cubicBezTo>
                    <a:cubicBezTo>
                      <a:pt x="127829" y="148958"/>
                      <a:pt x="127471" y="143777"/>
                      <a:pt x="127471" y="138941"/>
                    </a:cubicBezTo>
                    <a:cubicBezTo>
                      <a:pt x="127471" y="130306"/>
                      <a:pt x="131045" y="121325"/>
                      <a:pt x="133903" y="113035"/>
                    </a:cubicBezTo>
                    <a:cubicBezTo>
                      <a:pt x="141050" y="94728"/>
                      <a:pt x="155700" y="56042"/>
                      <a:pt x="155700" y="36008"/>
                    </a:cubicBezTo>
                    <a:cubicBezTo>
                      <a:pt x="155700" y="7684"/>
                      <a:pt x="136047" y="85"/>
                      <a:pt x="118538" y="85"/>
                    </a:cubicBezTo>
                    <a:cubicBezTo>
                      <a:pt x="89238" y="85"/>
                      <a:pt x="72086" y="20810"/>
                      <a:pt x="67441" y="27372"/>
                    </a:cubicBezTo>
                    <a:cubicBezTo>
                      <a:pt x="64939" y="10447"/>
                      <a:pt x="52790" y="85"/>
                      <a:pt x="37425" y="85"/>
                    </a:cubicBezTo>
                    <a:cubicBezTo>
                      <a:pt x="24562" y="85"/>
                      <a:pt x="17415" y="8029"/>
                      <a:pt x="11698" y="18392"/>
                    </a:cubicBezTo>
                    <a:cubicBezTo>
                      <a:pt x="4909" y="32208"/>
                      <a:pt x="263" y="52588"/>
                      <a:pt x="263" y="53279"/>
                    </a:cubicBezTo>
                    <a:cubicBezTo>
                      <a:pt x="263" y="56733"/>
                      <a:pt x="3837" y="56733"/>
                      <a:pt x="5623" y="56733"/>
                    </a:cubicBezTo>
                    <a:cubicBezTo>
                      <a:pt x="10269" y="56733"/>
                      <a:pt x="10626" y="56387"/>
                      <a:pt x="12413" y="48788"/>
                    </a:cubicBezTo>
                    <a:cubicBezTo>
                      <a:pt x="18844" y="24609"/>
                      <a:pt x="25634" y="7684"/>
                      <a:pt x="36711" y="7684"/>
                    </a:cubicBezTo>
                    <a:cubicBezTo>
                      <a:pt x="46001" y="7684"/>
                      <a:pt x="46001" y="17701"/>
                      <a:pt x="46001" y="21500"/>
                    </a:cubicBezTo>
                    <a:cubicBezTo>
                      <a:pt x="46001" y="27027"/>
                      <a:pt x="44929" y="33590"/>
                      <a:pt x="43500" y="39117"/>
                    </a:cubicBezTo>
                    <a:lnTo>
                      <a:pt x="16700" y="142741"/>
                    </a:lnTo>
                    <a:cubicBezTo>
                      <a:pt x="15986" y="144813"/>
                      <a:pt x="15628" y="146541"/>
                      <a:pt x="15628" y="147577"/>
                    </a:cubicBezTo>
                    <a:cubicBezTo>
                      <a:pt x="15628" y="151376"/>
                      <a:pt x="18487" y="156558"/>
                      <a:pt x="25634" y="156558"/>
                    </a:cubicBezTo>
                    <a:cubicBezTo>
                      <a:pt x="29921" y="156558"/>
                      <a:pt x="35996" y="154140"/>
                      <a:pt x="38497" y="147577"/>
                    </a:cubicBezTo>
                    <a:lnTo>
                      <a:pt x="52790" y="9231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35796F82-1488-28FF-7DAD-7882A6F1D75E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12216329" y="5323350"/>
                <a:ext cx="122562" cy="156472"/>
              </a:xfrm>
              <a:custGeom>
                <a:avLst/>
                <a:gdLst>
                  <a:gd name="connsiteX0" fmla="*/ 61372 w 122562"/>
                  <a:gd name="connsiteY0" fmla="*/ 84711 h 156472"/>
                  <a:gd name="connsiteX1" fmla="*/ 93174 w 122562"/>
                  <a:gd name="connsiteY1" fmla="*/ 110272 h 156472"/>
                  <a:gd name="connsiteX2" fmla="*/ 46721 w 122562"/>
                  <a:gd name="connsiteY2" fmla="*/ 148958 h 156472"/>
                  <a:gd name="connsiteX3" fmla="*/ 12418 w 122562"/>
                  <a:gd name="connsiteY3" fmla="*/ 129615 h 156472"/>
                  <a:gd name="connsiteX4" fmla="*/ 30642 w 122562"/>
                  <a:gd name="connsiteY4" fmla="*/ 112690 h 156472"/>
                  <a:gd name="connsiteX5" fmla="*/ 18493 w 122562"/>
                  <a:gd name="connsiteY5" fmla="*/ 101637 h 156472"/>
                  <a:gd name="connsiteX6" fmla="*/ 269 w 122562"/>
                  <a:gd name="connsiteY6" fmla="*/ 123052 h 156472"/>
                  <a:gd name="connsiteX7" fmla="*/ 46364 w 122562"/>
                  <a:gd name="connsiteY7" fmla="*/ 156558 h 156472"/>
                  <a:gd name="connsiteX8" fmla="*/ 113541 w 122562"/>
                  <a:gd name="connsiteY8" fmla="*/ 98528 h 156472"/>
                  <a:gd name="connsiteX9" fmla="*/ 71019 w 122562"/>
                  <a:gd name="connsiteY9" fmla="*/ 59151 h 156472"/>
                  <a:gd name="connsiteX10" fmla="*/ 48151 w 122562"/>
                  <a:gd name="connsiteY10" fmla="*/ 39462 h 156472"/>
                  <a:gd name="connsiteX11" fmla="*/ 84241 w 122562"/>
                  <a:gd name="connsiteY11" fmla="*/ 7684 h 156472"/>
                  <a:gd name="connsiteX12" fmla="*/ 111040 w 122562"/>
                  <a:gd name="connsiteY12" fmla="*/ 24609 h 156472"/>
                  <a:gd name="connsiteX13" fmla="*/ 96747 w 122562"/>
                  <a:gd name="connsiteY13" fmla="*/ 38771 h 156472"/>
                  <a:gd name="connsiteX14" fmla="*/ 107467 w 122562"/>
                  <a:gd name="connsiteY14" fmla="*/ 48443 h 156472"/>
                  <a:gd name="connsiteX15" fmla="*/ 122832 w 122562"/>
                  <a:gd name="connsiteY15" fmla="*/ 29445 h 156472"/>
                  <a:gd name="connsiteX16" fmla="*/ 84598 w 122562"/>
                  <a:gd name="connsiteY16" fmla="*/ 85 h 156472"/>
                  <a:gd name="connsiteX17" fmla="*/ 28140 w 122562"/>
                  <a:gd name="connsiteY17" fmla="*/ 51206 h 156472"/>
                  <a:gd name="connsiteX18" fmla="*/ 61372 w 122562"/>
                  <a:gd name="connsiteY18" fmla="*/ 84711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562" h="156472">
                    <a:moveTo>
                      <a:pt x="61372" y="84711"/>
                    </a:moveTo>
                    <a:cubicBezTo>
                      <a:pt x="77094" y="88165"/>
                      <a:pt x="93174" y="91620"/>
                      <a:pt x="93174" y="110272"/>
                    </a:cubicBezTo>
                    <a:cubicBezTo>
                      <a:pt x="93174" y="121325"/>
                      <a:pt x="83526" y="148958"/>
                      <a:pt x="46721" y="148958"/>
                    </a:cubicBezTo>
                    <a:cubicBezTo>
                      <a:pt x="38860" y="148958"/>
                      <a:pt x="18135" y="147231"/>
                      <a:pt x="12418" y="129615"/>
                    </a:cubicBezTo>
                    <a:cubicBezTo>
                      <a:pt x="30642" y="127888"/>
                      <a:pt x="30642" y="113381"/>
                      <a:pt x="30642" y="112690"/>
                    </a:cubicBezTo>
                    <a:cubicBezTo>
                      <a:pt x="30642" y="106127"/>
                      <a:pt x="25996" y="101637"/>
                      <a:pt x="18493" y="101637"/>
                    </a:cubicBezTo>
                    <a:cubicBezTo>
                      <a:pt x="10274" y="101637"/>
                      <a:pt x="269" y="107509"/>
                      <a:pt x="269" y="123052"/>
                    </a:cubicBezTo>
                    <a:cubicBezTo>
                      <a:pt x="269" y="144123"/>
                      <a:pt x="20994" y="156558"/>
                      <a:pt x="46364" y="156558"/>
                    </a:cubicBezTo>
                    <a:cubicBezTo>
                      <a:pt x="99963" y="156558"/>
                      <a:pt x="113541" y="114417"/>
                      <a:pt x="113541" y="98528"/>
                    </a:cubicBezTo>
                    <a:cubicBezTo>
                      <a:pt x="113541" y="68477"/>
                      <a:pt x="85670" y="62259"/>
                      <a:pt x="71019" y="59151"/>
                    </a:cubicBezTo>
                    <a:cubicBezTo>
                      <a:pt x="61014" y="57078"/>
                      <a:pt x="48151" y="54315"/>
                      <a:pt x="48151" y="39462"/>
                    </a:cubicBezTo>
                    <a:cubicBezTo>
                      <a:pt x="48151" y="31172"/>
                      <a:pt x="55654" y="7684"/>
                      <a:pt x="84241" y="7684"/>
                    </a:cubicBezTo>
                    <a:cubicBezTo>
                      <a:pt x="93888" y="7684"/>
                      <a:pt x="107109" y="11138"/>
                      <a:pt x="111040" y="24609"/>
                    </a:cubicBezTo>
                    <a:cubicBezTo>
                      <a:pt x="99606" y="25991"/>
                      <a:pt x="96747" y="35317"/>
                      <a:pt x="96747" y="38771"/>
                    </a:cubicBezTo>
                    <a:cubicBezTo>
                      <a:pt x="96747" y="42571"/>
                      <a:pt x="98891" y="48443"/>
                      <a:pt x="107467" y="48443"/>
                    </a:cubicBezTo>
                    <a:cubicBezTo>
                      <a:pt x="113541" y="48443"/>
                      <a:pt x="122832" y="44298"/>
                      <a:pt x="122832" y="29445"/>
                    </a:cubicBezTo>
                    <a:cubicBezTo>
                      <a:pt x="122832" y="13556"/>
                      <a:pt x="108181" y="85"/>
                      <a:pt x="84598" y="85"/>
                    </a:cubicBezTo>
                    <a:cubicBezTo>
                      <a:pt x="42791" y="85"/>
                      <a:pt x="28140" y="33245"/>
                      <a:pt x="28140" y="51206"/>
                    </a:cubicBezTo>
                    <a:cubicBezTo>
                      <a:pt x="28140" y="77803"/>
                      <a:pt x="51367" y="82639"/>
                      <a:pt x="61372" y="84711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C9747F11-7D45-7B96-B496-473C1C1760B0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12341709" y="5216962"/>
                <a:ext cx="130066" cy="345414"/>
              </a:xfrm>
              <a:custGeom>
                <a:avLst/>
                <a:gdLst>
                  <a:gd name="connsiteX0" fmla="*/ 130340 w 130066"/>
                  <a:gd name="connsiteY0" fmla="*/ 102673 h 345414"/>
                  <a:gd name="connsiteX1" fmla="*/ 120692 w 130066"/>
                  <a:gd name="connsiteY1" fmla="*/ 43262 h 345414"/>
                  <a:gd name="connsiteX2" fmla="*/ 91391 w 130066"/>
                  <a:gd name="connsiteY2" fmla="*/ 85 h 345414"/>
                  <a:gd name="connsiteX3" fmla="*/ 87818 w 130066"/>
                  <a:gd name="connsiteY3" fmla="*/ 3539 h 345414"/>
                  <a:gd name="connsiteX4" fmla="*/ 90319 w 130066"/>
                  <a:gd name="connsiteY4" fmla="*/ 8375 h 345414"/>
                  <a:gd name="connsiteX5" fmla="*/ 112473 w 130066"/>
                  <a:gd name="connsiteY5" fmla="*/ 90238 h 345414"/>
                  <a:gd name="connsiteX6" fmla="*/ 5633 w 130066"/>
                  <a:gd name="connsiteY6" fmla="*/ 335828 h 345414"/>
                  <a:gd name="connsiteX7" fmla="*/ 273 w 130066"/>
                  <a:gd name="connsiteY7" fmla="*/ 342045 h 345414"/>
                  <a:gd name="connsiteX8" fmla="*/ 3846 w 130066"/>
                  <a:gd name="connsiteY8" fmla="*/ 345499 h 345414"/>
                  <a:gd name="connsiteX9" fmla="*/ 79957 w 130066"/>
                  <a:gd name="connsiteY9" fmla="*/ 268472 h 345414"/>
                  <a:gd name="connsiteX10" fmla="*/ 130340 w 130066"/>
                  <a:gd name="connsiteY10" fmla="*/ 102673 h 345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0066" h="345414">
                    <a:moveTo>
                      <a:pt x="130340" y="102673"/>
                    </a:moveTo>
                    <a:cubicBezTo>
                      <a:pt x="130340" y="82293"/>
                      <a:pt x="127124" y="60532"/>
                      <a:pt x="120692" y="43262"/>
                    </a:cubicBezTo>
                    <a:cubicBezTo>
                      <a:pt x="111759" y="20119"/>
                      <a:pt x="96394" y="85"/>
                      <a:pt x="91391" y="85"/>
                    </a:cubicBezTo>
                    <a:cubicBezTo>
                      <a:pt x="89247" y="85"/>
                      <a:pt x="87818" y="1466"/>
                      <a:pt x="87818" y="3539"/>
                    </a:cubicBezTo>
                    <a:cubicBezTo>
                      <a:pt x="87818" y="4230"/>
                      <a:pt x="87818" y="4920"/>
                      <a:pt x="90319" y="8375"/>
                    </a:cubicBezTo>
                    <a:cubicBezTo>
                      <a:pt x="109615" y="36699"/>
                      <a:pt x="112473" y="66059"/>
                      <a:pt x="112473" y="90238"/>
                    </a:cubicBezTo>
                    <a:cubicBezTo>
                      <a:pt x="112473" y="137214"/>
                      <a:pt x="91391" y="265363"/>
                      <a:pt x="5633" y="335828"/>
                    </a:cubicBezTo>
                    <a:cubicBezTo>
                      <a:pt x="630" y="340664"/>
                      <a:pt x="273" y="341009"/>
                      <a:pt x="273" y="342045"/>
                    </a:cubicBezTo>
                    <a:cubicBezTo>
                      <a:pt x="273" y="344463"/>
                      <a:pt x="1702" y="345499"/>
                      <a:pt x="3846" y="345499"/>
                    </a:cubicBezTo>
                    <a:cubicBezTo>
                      <a:pt x="7777" y="345499"/>
                      <a:pt x="48869" y="317521"/>
                      <a:pt x="79957" y="268472"/>
                    </a:cubicBezTo>
                    <a:cubicBezTo>
                      <a:pt x="119263" y="205952"/>
                      <a:pt x="130340" y="139632"/>
                      <a:pt x="130340" y="10267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2E058C0E-3697-9AE7-D814-3D20A4BF5768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922369" y="6032413"/>
            <a:ext cx="7132803" cy="322387"/>
            <a:chOff x="7258921" y="5301546"/>
            <a:chExt cx="7132803" cy="322387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A3B8FF1F-2A97-8818-951C-8CBDC5493FE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258921" y="5301546"/>
              <a:ext cx="197196" cy="257555"/>
            </a:xfrm>
            <a:custGeom>
              <a:avLst/>
              <a:gdLst>
                <a:gd name="connsiteX0" fmla="*/ 196622 w 197196"/>
                <a:gd name="connsiteY0" fmla="*/ 8587 h 257555"/>
                <a:gd name="connsiteX1" fmla="*/ 197329 w 197196"/>
                <a:gd name="connsiteY1" fmla="*/ 3627 h 257555"/>
                <a:gd name="connsiteX2" fmla="*/ 193442 w 197196"/>
                <a:gd name="connsiteY2" fmla="*/ 85 h 257555"/>
                <a:gd name="connsiteX3" fmla="*/ 188141 w 197196"/>
                <a:gd name="connsiteY3" fmla="*/ 4336 h 257555"/>
                <a:gd name="connsiteX4" fmla="*/ 172238 w 197196"/>
                <a:gd name="connsiteY4" fmla="*/ 24175 h 257555"/>
                <a:gd name="connsiteX5" fmla="*/ 126296 w 197196"/>
                <a:gd name="connsiteY5" fmla="*/ 85 h 257555"/>
                <a:gd name="connsiteX6" fmla="*/ 44307 w 197196"/>
                <a:gd name="connsiteY6" fmla="*/ 84401 h 257555"/>
                <a:gd name="connsiteX7" fmla="*/ 72579 w 197196"/>
                <a:gd name="connsiteY7" fmla="*/ 131165 h 257555"/>
                <a:gd name="connsiteX8" fmla="*/ 87775 w 197196"/>
                <a:gd name="connsiteY8" fmla="*/ 135771 h 257555"/>
                <a:gd name="connsiteX9" fmla="*/ 105092 w 197196"/>
                <a:gd name="connsiteY9" fmla="*/ 140730 h 257555"/>
                <a:gd name="connsiteX10" fmla="*/ 132304 w 197196"/>
                <a:gd name="connsiteY10" fmla="*/ 153484 h 257555"/>
                <a:gd name="connsiteX11" fmla="*/ 140078 w 197196"/>
                <a:gd name="connsiteY11" fmla="*/ 178992 h 257555"/>
                <a:gd name="connsiteX12" fmla="*/ 81061 w 197196"/>
                <a:gd name="connsiteY12" fmla="*/ 246658 h 257555"/>
                <a:gd name="connsiteX13" fmla="*/ 28051 w 197196"/>
                <a:gd name="connsiteY13" fmla="*/ 197060 h 257555"/>
                <a:gd name="connsiteX14" fmla="*/ 30878 w 197196"/>
                <a:gd name="connsiteY14" fmla="*/ 175449 h 257555"/>
                <a:gd name="connsiteX15" fmla="*/ 31231 w 197196"/>
                <a:gd name="connsiteY15" fmla="*/ 173323 h 257555"/>
                <a:gd name="connsiteX16" fmla="*/ 25930 w 197196"/>
                <a:gd name="connsiteY16" fmla="*/ 169426 h 257555"/>
                <a:gd name="connsiteX17" fmla="*/ 19569 w 197196"/>
                <a:gd name="connsiteY17" fmla="*/ 175449 h 257555"/>
                <a:gd name="connsiteX18" fmla="*/ 1192 w 197196"/>
                <a:gd name="connsiteY18" fmla="*/ 249492 h 257555"/>
                <a:gd name="connsiteX19" fmla="*/ 132 w 197196"/>
                <a:gd name="connsiteY19" fmla="*/ 254097 h 257555"/>
                <a:gd name="connsiteX20" fmla="*/ 4020 w 197196"/>
                <a:gd name="connsiteY20" fmla="*/ 257640 h 257555"/>
                <a:gd name="connsiteX21" fmla="*/ 9674 w 197196"/>
                <a:gd name="connsiteY21" fmla="*/ 253389 h 257555"/>
                <a:gd name="connsiteX22" fmla="*/ 26284 w 197196"/>
                <a:gd name="connsiteY22" fmla="*/ 233195 h 257555"/>
                <a:gd name="connsiteX23" fmla="*/ 80354 w 197196"/>
                <a:gd name="connsiteY23" fmla="*/ 257640 h 257555"/>
                <a:gd name="connsiteX24" fmla="*/ 164109 w 197196"/>
                <a:gd name="connsiteY24" fmla="*/ 165529 h 257555"/>
                <a:gd name="connsiteX25" fmla="*/ 152447 w 197196"/>
                <a:gd name="connsiteY25" fmla="*/ 129394 h 257555"/>
                <a:gd name="connsiteX26" fmla="*/ 105799 w 197196"/>
                <a:gd name="connsiteY26" fmla="*/ 107429 h 257555"/>
                <a:gd name="connsiteX27" fmla="*/ 86362 w 197196"/>
                <a:gd name="connsiteY27" fmla="*/ 101761 h 257555"/>
                <a:gd name="connsiteX28" fmla="*/ 68338 w 197196"/>
                <a:gd name="connsiteY28" fmla="*/ 70585 h 257555"/>
                <a:gd name="connsiteX29" fmla="*/ 125589 w 197196"/>
                <a:gd name="connsiteY29" fmla="*/ 10004 h 257555"/>
                <a:gd name="connsiteX30" fmla="*/ 168704 w 197196"/>
                <a:gd name="connsiteY30" fmla="*/ 60311 h 257555"/>
                <a:gd name="connsiteX31" fmla="*/ 166937 w 197196"/>
                <a:gd name="connsiteY31" fmla="*/ 79796 h 257555"/>
                <a:gd name="connsiteX32" fmla="*/ 166583 w 197196"/>
                <a:gd name="connsiteY32" fmla="*/ 84756 h 257555"/>
                <a:gd name="connsiteX33" fmla="*/ 171884 w 197196"/>
                <a:gd name="connsiteY33" fmla="*/ 88298 h 257555"/>
                <a:gd name="connsiteX34" fmla="*/ 178245 w 197196"/>
                <a:gd name="connsiteY34" fmla="*/ 81921 h 257555"/>
                <a:gd name="connsiteX35" fmla="*/ 196622 w 197196"/>
                <a:gd name="connsiteY35" fmla="*/ 8587 h 25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97196" h="257555">
                  <a:moveTo>
                    <a:pt x="196622" y="8587"/>
                  </a:moveTo>
                  <a:cubicBezTo>
                    <a:pt x="196976" y="7170"/>
                    <a:pt x="197329" y="5044"/>
                    <a:pt x="197329" y="3627"/>
                  </a:cubicBezTo>
                  <a:cubicBezTo>
                    <a:pt x="197329" y="2919"/>
                    <a:pt x="196976" y="85"/>
                    <a:pt x="193442" y="85"/>
                  </a:cubicBezTo>
                  <a:cubicBezTo>
                    <a:pt x="191674" y="85"/>
                    <a:pt x="191321" y="439"/>
                    <a:pt x="188141" y="4336"/>
                  </a:cubicBezTo>
                  <a:lnTo>
                    <a:pt x="172238" y="24175"/>
                  </a:lnTo>
                  <a:cubicBezTo>
                    <a:pt x="158455" y="439"/>
                    <a:pt x="133364" y="85"/>
                    <a:pt x="126296" y="85"/>
                  </a:cubicBezTo>
                  <a:cubicBezTo>
                    <a:pt x="82828" y="85"/>
                    <a:pt x="44307" y="43660"/>
                    <a:pt x="44307" y="84401"/>
                  </a:cubicBezTo>
                  <a:cubicBezTo>
                    <a:pt x="44307" y="102823"/>
                    <a:pt x="52082" y="121600"/>
                    <a:pt x="72579" y="131165"/>
                  </a:cubicBezTo>
                  <a:cubicBezTo>
                    <a:pt x="74699" y="132228"/>
                    <a:pt x="82474" y="134354"/>
                    <a:pt x="87775" y="135771"/>
                  </a:cubicBezTo>
                  <a:lnTo>
                    <a:pt x="105092" y="140730"/>
                  </a:lnTo>
                  <a:cubicBezTo>
                    <a:pt x="123469" y="146045"/>
                    <a:pt x="126296" y="147107"/>
                    <a:pt x="132304" y="153484"/>
                  </a:cubicBezTo>
                  <a:cubicBezTo>
                    <a:pt x="136191" y="158444"/>
                    <a:pt x="140078" y="166238"/>
                    <a:pt x="140078" y="178992"/>
                  </a:cubicBezTo>
                  <a:cubicBezTo>
                    <a:pt x="140078" y="211230"/>
                    <a:pt x="112513" y="246658"/>
                    <a:pt x="81061" y="246658"/>
                  </a:cubicBezTo>
                  <a:cubicBezTo>
                    <a:pt x="54556" y="246658"/>
                    <a:pt x="28051" y="233904"/>
                    <a:pt x="28051" y="197060"/>
                  </a:cubicBezTo>
                  <a:cubicBezTo>
                    <a:pt x="28051" y="188911"/>
                    <a:pt x="29818" y="179346"/>
                    <a:pt x="30878" y="175449"/>
                  </a:cubicBezTo>
                  <a:cubicBezTo>
                    <a:pt x="30878" y="174741"/>
                    <a:pt x="31231" y="174032"/>
                    <a:pt x="31231" y="173323"/>
                  </a:cubicBezTo>
                  <a:cubicBezTo>
                    <a:pt x="31231" y="169426"/>
                    <a:pt x="28051" y="169426"/>
                    <a:pt x="25930" y="169426"/>
                  </a:cubicBezTo>
                  <a:cubicBezTo>
                    <a:pt x="21690" y="169426"/>
                    <a:pt x="20983" y="170135"/>
                    <a:pt x="19569" y="175449"/>
                  </a:cubicBezTo>
                  <a:lnTo>
                    <a:pt x="1192" y="249492"/>
                  </a:lnTo>
                  <a:cubicBezTo>
                    <a:pt x="486" y="251972"/>
                    <a:pt x="132" y="253035"/>
                    <a:pt x="132" y="254097"/>
                  </a:cubicBezTo>
                  <a:cubicBezTo>
                    <a:pt x="132" y="256223"/>
                    <a:pt x="1899" y="257640"/>
                    <a:pt x="4020" y="257640"/>
                  </a:cubicBezTo>
                  <a:cubicBezTo>
                    <a:pt x="6493" y="257640"/>
                    <a:pt x="6847" y="256932"/>
                    <a:pt x="9674" y="253389"/>
                  </a:cubicBezTo>
                  <a:cubicBezTo>
                    <a:pt x="13561" y="249138"/>
                    <a:pt x="22750" y="237801"/>
                    <a:pt x="26284" y="233195"/>
                  </a:cubicBezTo>
                  <a:cubicBezTo>
                    <a:pt x="39360" y="252326"/>
                    <a:pt x="61977" y="257640"/>
                    <a:pt x="80354" y="257640"/>
                  </a:cubicBezTo>
                  <a:cubicBezTo>
                    <a:pt x="124882" y="257640"/>
                    <a:pt x="164109" y="210168"/>
                    <a:pt x="164109" y="165529"/>
                  </a:cubicBezTo>
                  <a:cubicBezTo>
                    <a:pt x="164109" y="155256"/>
                    <a:pt x="161636" y="140730"/>
                    <a:pt x="152447" y="129394"/>
                  </a:cubicBezTo>
                  <a:cubicBezTo>
                    <a:pt x="143612" y="118411"/>
                    <a:pt x="139371" y="117349"/>
                    <a:pt x="105799" y="107429"/>
                  </a:cubicBezTo>
                  <a:cubicBezTo>
                    <a:pt x="99084" y="105658"/>
                    <a:pt x="88129" y="102469"/>
                    <a:pt x="86362" y="101761"/>
                  </a:cubicBezTo>
                  <a:cubicBezTo>
                    <a:pt x="74346" y="96447"/>
                    <a:pt x="68338" y="85110"/>
                    <a:pt x="68338" y="70585"/>
                  </a:cubicBezTo>
                  <a:cubicBezTo>
                    <a:pt x="68338" y="41534"/>
                    <a:pt x="95550" y="10004"/>
                    <a:pt x="125589" y="10004"/>
                  </a:cubicBezTo>
                  <a:cubicBezTo>
                    <a:pt x="158808" y="10004"/>
                    <a:pt x="168704" y="34095"/>
                    <a:pt x="168704" y="60311"/>
                  </a:cubicBezTo>
                  <a:cubicBezTo>
                    <a:pt x="168704" y="69522"/>
                    <a:pt x="168350" y="72002"/>
                    <a:pt x="166937" y="79796"/>
                  </a:cubicBezTo>
                  <a:lnTo>
                    <a:pt x="166583" y="84756"/>
                  </a:lnTo>
                  <a:cubicBezTo>
                    <a:pt x="166583" y="88298"/>
                    <a:pt x="170117" y="88298"/>
                    <a:pt x="171884" y="88298"/>
                  </a:cubicBezTo>
                  <a:cubicBezTo>
                    <a:pt x="175772" y="88298"/>
                    <a:pt x="176832" y="87944"/>
                    <a:pt x="178245" y="81921"/>
                  </a:cubicBezTo>
                  <a:lnTo>
                    <a:pt x="196622" y="8587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016B0443-5471-7B7F-8515-9F07115F069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470331" y="5394719"/>
              <a:ext cx="141006" cy="160484"/>
            </a:xfrm>
            <a:custGeom>
              <a:avLst/>
              <a:gdLst>
                <a:gd name="connsiteX0" fmla="*/ 141144 w 141006"/>
                <a:gd name="connsiteY0" fmla="*/ 58185 h 160484"/>
                <a:gd name="connsiteX1" fmla="*/ 89548 w 141006"/>
                <a:gd name="connsiteY1" fmla="*/ 85 h 160484"/>
                <a:gd name="connsiteX2" fmla="*/ 138 w 141006"/>
                <a:gd name="connsiteY2" fmla="*/ 102115 h 160484"/>
                <a:gd name="connsiteX3" fmla="*/ 51734 w 141006"/>
                <a:gd name="connsiteY3" fmla="*/ 160570 h 160484"/>
                <a:gd name="connsiteX4" fmla="*/ 141144 w 141006"/>
                <a:gd name="connsiteY4" fmla="*/ 58185 h 160484"/>
                <a:gd name="connsiteX5" fmla="*/ 51734 w 141006"/>
                <a:gd name="connsiteY5" fmla="*/ 152776 h 160484"/>
                <a:gd name="connsiteX6" fmla="*/ 24876 w 141006"/>
                <a:gd name="connsiteY6" fmla="*/ 116286 h 160484"/>
                <a:gd name="connsiteX7" fmla="*/ 45373 w 141006"/>
                <a:gd name="connsiteY7" fmla="*/ 40117 h 160484"/>
                <a:gd name="connsiteX8" fmla="*/ 89194 w 141006"/>
                <a:gd name="connsiteY8" fmla="*/ 7879 h 160484"/>
                <a:gd name="connsiteX9" fmla="*/ 116406 w 141006"/>
                <a:gd name="connsiteY9" fmla="*/ 44369 h 160484"/>
                <a:gd name="connsiteX10" fmla="*/ 97323 w 141006"/>
                <a:gd name="connsiteY10" fmla="*/ 117349 h 160484"/>
                <a:gd name="connsiteX11" fmla="*/ 51734 w 141006"/>
                <a:gd name="connsiteY11" fmla="*/ 152776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006" h="160484">
                  <a:moveTo>
                    <a:pt x="141144" y="58185"/>
                  </a:moveTo>
                  <a:cubicBezTo>
                    <a:pt x="141144" y="24529"/>
                    <a:pt x="120294" y="85"/>
                    <a:pt x="89548" y="85"/>
                  </a:cubicBezTo>
                  <a:cubicBezTo>
                    <a:pt x="45726" y="85"/>
                    <a:pt x="138" y="50391"/>
                    <a:pt x="138" y="102115"/>
                  </a:cubicBezTo>
                  <a:cubicBezTo>
                    <a:pt x="138" y="138605"/>
                    <a:pt x="22402" y="160570"/>
                    <a:pt x="51734" y="160570"/>
                  </a:cubicBezTo>
                  <a:cubicBezTo>
                    <a:pt x="95556" y="160570"/>
                    <a:pt x="141144" y="110263"/>
                    <a:pt x="141144" y="58185"/>
                  </a:cubicBezTo>
                  <a:close/>
                  <a:moveTo>
                    <a:pt x="51734" y="152776"/>
                  </a:moveTo>
                  <a:cubicBezTo>
                    <a:pt x="37952" y="152776"/>
                    <a:pt x="24876" y="141793"/>
                    <a:pt x="24876" y="116286"/>
                  </a:cubicBezTo>
                  <a:cubicBezTo>
                    <a:pt x="24876" y="98572"/>
                    <a:pt x="34064" y="59248"/>
                    <a:pt x="45373" y="40117"/>
                  </a:cubicBezTo>
                  <a:cubicBezTo>
                    <a:pt x="58449" y="18507"/>
                    <a:pt x="75412" y="7879"/>
                    <a:pt x="89194" y="7879"/>
                  </a:cubicBezTo>
                  <a:cubicBezTo>
                    <a:pt x="106511" y="7879"/>
                    <a:pt x="116406" y="23467"/>
                    <a:pt x="116406" y="44369"/>
                  </a:cubicBezTo>
                  <a:cubicBezTo>
                    <a:pt x="116406" y="59602"/>
                    <a:pt x="108631" y="96092"/>
                    <a:pt x="97323" y="117349"/>
                  </a:cubicBezTo>
                  <a:cubicBezTo>
                    <a:pt x="87074" y="136833"/>
                    <a:pt x="69051" y="152776"/>
                    <a:pt x="51734" y="152776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0C2F576B-8DB0-2CD1-A638-F4E543C646AE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645302" y="5305443"/>
              <a:ext cx="74920" cy="249761"/>
            </a:xfrm>
            <a:custGeom>
              <a:avLst/>
              <a:gdLst>
                <a:gd name="connsiteX0" fmla="*/ 74003 w 74920"/>
                <a:gd name="connsiteY0" fmla="*/ 8941 h 249761"/>
                <a:gd name="connsiteX1" fmla="*/ 75064 w 74920"/>
                <a:gd name="connsiteY1" fmla="*/ 4336 h 249761"/>
                <a:gd name="connsiteX2" fmla="*/ 70116 w 74920"/>
                <a:gd name="connsiteY2" fmla="*/ 85 h 249761"/>
                <a:gd name="connsiteX3" fmla="*/ 64462 w 74920"/>
                <a:gd name="connsiteY3" fmla="*/ 793 h 249761"/>
                <a:gd name="connsiteX4" fmla="*/ 29475 w 74920"/>
                <a:gd name="connsiteY4" fmla="*/ 3627 h 249761"/>
                <a:gd name="connsiteX5" fmla="*/ 21347 w 74920"/>
                <a:gd name="connsiteY5" fmla="*/ 11067 h 249761"/>
                <a:gd name="connsiteX6" fmla="*/ 29829 w 74920"/>
                <a:gd name="connsiteY6" fmla="*/ 14964 h 249761"/>
                <a:gd name="connsiteX7" fmla="*/ 47498 w 74920"/>
                <a:gd name="connsiteY7" fmla="*/ 20987 h 249761"/>
                <a:gd name="connsiteX8" fmla="*/ 46438 w 74920"/>
                <a:gd name="connsiteY8" fmla="*/ 27009 h 249761"/>
                <a:gd name="connsiteX9" fmla="*/ 2263 w 74920"/>
                <a:gd name="connsiteY9" fmla="*/ 204145 h 249761"/>
                <a:gd name="connsiteX10" fmla="*/ 143 w 74920"/>
                <a:gd name="connsiteY10" fmla="*/ 217962 h 249761"/>
                <a:gd name="connsiteX11" fmla="*/ 29829 w 74920"/>
                <a:gd name="connsiteY11" fmla="*/ 249846 h 249761"/>
                <a:gd name="connsiteX12" fmla="*/ 54920 w 74920"/>
                <a:gd name="connsiteY12" fmla="*/ 231424 h 249761"/>
                <a:gd name="connsiteX13" fmla="*/ 65875 w 74920"/>
                <a:gd name="connsiteY13" fmla="*/ 195288 h 249761"/>
                <a:gd name="connsiteX14" fmla="*/ 60574 w 74920"/>
                <a:gd name="connsiteY14" fmla="*/ 191746 h 249761"/>
                <a:gd name="connsiteX15" fmla="*/ 55627 w 74920"/>
                <a:gd name="connsiteY15" fmla="*/ 193517 h 249761"/>
                <a:gd name="connsiteX16" fmla="*/ 53153 w 74920"/>
                <a:gd name="connsiteY16" fmla="*/ 202374 h 249761"/>
                <a:gd name="connsiteX17" fmla="*/ 30535 w 74920"/>
                <a:gd name="connsiteY17" fmla="*/ 242052 h 249761"/>
                <a:gd name="connsiteX18" fmla="*/ 21347 w 74920"/>
                <a:gd name="connsiteY18" fmla="*/ 227527 h 249761"/>
                <a:gd name="connsiteX19" fmla="*/ 23467 w 74920"/>
                <a:gd name="connsiteY19" fmla="*/ 211230 h 249761"/>
                <a:gd name="connsiteX20" fmla="*/ 74003 w 74920"/>
                <a:gd name="connsiteY20" fmla="*/ 8941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4920" h="249761">
                  <a:moveTo>
                    <a:pt x="74003" y="8941"/>
                  </a:moveTo>
                  <a:cubicBezTo>
                    <a:pt x="74357" y="7879"/>
                    <a:pt x="75064" y="5044"/>
                    <a:pt x="75064" y="4336"/>
                  </a:cubicBezTo>
                  <a:cubicBezTo>
                    <a:pt x="75064" y="1148"/>
                    <a:pt x="72943" y="85"/>
                    <a:pt x="70116" y="85"/>
                  </a:cubicBezTo>
                  <a:cubicBezTo>
                    <a:pt x="69056" y="85"/>
                    <a:pt x="65522" y="439"/>
                    <a:pt x="64462" y="793"/>
                  </a:cubicBezTo>
                  <a:lnTo>
                    <a:pt x="29475" y="3627"/>
                  </a:lnTo>
                  <a:cubicBezTo>
                    <a:pt x="25234" y="3982"/>
                    <a:pt x="21347" y="4336"/>
                    <a:pt x="21347" y="11067"/>
                  </a:cubicBezTo>
                  <a:cubicBezTo>
                    <a:pt x="21347" y="14964"/>
                    <a:pt x="24881" y="14964"/>
                    <a:pt x="29829" y="14964"/>
                  </a:cubicBezTo>
                  <a:cubicBezTo>
                    <a:pt x="46792" y="14964"/>
                    <a:pt x="47498" y="17444"/>
                    <a:pt x="47498" y="20987"/>
                  </a:cubicBezTo>
                  <a:cubicBezTo>
                    <a:pt x="47498" y="22049"/>
                    <a:pt x="46438" y="26655"/>
                    <a:pt x="46438" y="27009"/>
                  </a:cubicBezTo>
                  <a:lnTo>
                    <a:pt x="2263" y="204145"/>
                  </a:lnTo>
                  <a:cubicBezTo>
                    <a:pt x="1910" y="205562"/>
                    <a:pt x="143" y="212648"/>
                    <a:pt x="143" y="217962"/>
                  </a:cubicBezTo>
                  <a:cubicBezTo>
                    <a:pt x="143" y="236738"/>
                    <a:pt x="12865" y="249846"/>
                    <a:pt x="29829" y="249846"/>
                  </a:cubicBezTo>
                  <a:cubicBezTo>
                    <a:pt x="43258" y="249846"/>
                    <a:pt x="50326" y="240281"/>
                    <a:pt x="54920" y="231424"/>
                  </a:cubicBezTo>
                  <a:cubicBezTo>
                    <a:pt x="60928" y="219024"/>
                    <a:pt x="65875" y="196351"/>
                    <a:pt x="65875" y="195288"/>
                  </a:cubicBezTo>
                  <a:cubicBezTo>
                    <a:pt x="65875" y="191746"/>
                    <a:pt x="63048" y="191746"/>
                    <a:pt x="60574" y="191746"/>
                  </a:cubicBezTo>
                  <a:cubicBezTo>
                    <a:pt x="58807" y="191746"/>
                    <a:pt x="56687" y="191746"/>
                    <a:pt x="55627" y="193517"/>
                  </a:cubicBezTo>
                  <a:lnTo>
                    <a:pt x="53153" y="202374"/>
                  </a:lnTo>
                  <a:cubicBezTo>
                    <a:pt x="47145" y="227173"/>
                    <a:pt x="40430" y="242052"/>
                    <a:pt x="30535" y="242052"/>
                  </a:cubicBezTo>
                  <a:cubicBezTo>
                    <a:pt x="21347" y="242052"/>
                    <a:pt x="21347" y="232487"/>
                    <a:pt x="21347" y="227527"/>
                  </a:cubicBezTo>
                  <a:cubicBezTo>
                    <a:pt x="21347" y="225047"/>
                    <a:pt x="21347" y="219733"/>
                    <a:pt x="23467" y="211230"/>
                  </a:cubicBezTo>
                  <a:lnTo>
                    <a:pt x="74003" y="8941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E6EEA7C5-177B-4CE5-C33C-CF6793B4BC2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731727" y="5394719"/>
              <a:ext cx="144893" cy="160484"/>
            </a:xfrm>
            <a:custGeom>
              <a:avLst/>
              <a:gdLst>
                <a:gd name="connsiteX0" fmla="*/ 145039 w 144893"/>
                <a:gd name="connsiteY0" fmla="*/ 23467 h 160484"/>
                <a:gd name="connsiteX1" fmla="*/ 130550 w 144893"/>
                <a:gd name="connsiteY1" fmla="*/ 85 h 160484"/>
                <a:gd name="connsiteX2" fmla="*/ 113587 w 144893"/>
                <a:gd name="connsiteY2" fmla="*/ 16381 h 160484"/>
                <a:gd name="connsiteX3" fmla="*/ 118181 w 144893"/>
                <a:gd name="connsiteY3" fmla="*/ 25947 h 160484"/>
                <a:gd name="connsiteX4" fmla="*/ 127723 w 144893"/>
                <a:gd name="connsiteY4" fmla="*/ 53934 h 160484"/>
                <a:gd name="connsiteX5" fmla="*/ 70472 w 144893"/>
                <a:gd name="connsiteY5" fmla="*/ 152776 h 160484"/>
                <a:gd name="connsiteX6" fmla="*/ 47501 w 144893"/>
                <a:gd name="connsiteY6" fmla="*/ 123371 h 160484"/>
                <a:gd name="connsiteX7" fmla="*/ 68352 w 144893"/>
                <a:gd name="connsiteY7" fmla="*/ 46494 h 160484"/>
                <a:gd name="connsiteX8" fmla="*/ 72239 w 144893"/>
                <a:gd name="connsiteY8" fmla="*/ 28781 h 160484"/>
                <a:gd name="connsiteX9" fmla="*/ 45381 w 144893"/>
                <a:gd name="connsiteY9" fmla="*/ 85 h 160484"/>
                <a:gd name="connsiteX10" fmla="*/ 146 w 144893"/>
                <a:gd name="connsiteY10" fmla="*/ 54643 h 160484"/>
                <a:gd name="connsiteX11" fmla="*/ 5447 w 144893"/>
                <a:gd name="connsiteY11" fmla="*/ 58185 h 160484"/>
                <a:gd name="connsiteX12" fmla="*/ 11808 w 144893"/>
                <a:gd name="connsiteY12" fmla="*/ 52517 h 160484"/>
                <a:gd name="connsiteX13" fmla="*/ 44674 w 144893"/>
                <a:gd name="connsiteY13" fmla="*/ 7879 h 160484"/>
                <a:gd name="connsiteX14" fmla="*/ 52449 w 144893"/>
                <a:gd name="connsiteY14" fmla="*/ 18153 h 160484"/>
                <a:gd name="connsiteX15" fmla="*/ 43967 w 144893"/>
                <a:gd name="connsiteY15" fmla="*/ 50037 h 160484"/>
                <a:gd name="connsiteX16" fmla="*/ 25944 w 144893"/>
                <a:gd name="connsiteY16" fmla="*/ 118057 h 160484"/>
                <a:gd name="connsiteX17" fmla="*/ 69412 w 144893"/>
                <a:gd name="connsiteY17" fmla="*/ 160570 h 160484"/>
                <a:gd name="connsiteX18" fmla="*/ 145039 w 144893"/>
                <a:gd name="connsiteY18" fmla="*/ 23467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4893" h="160484">
                  <a:moveTo>
                    <a:pt x="145039" y="23467"/>
                  </a:moveTo>
                  <a:cubicBezTo>
                    <a:pt x="145039" y="11067"/>
                    <a:pt x="140798" y="85"/>
                    <a:pt x="130550" y="85"/>
                  </a:cubicBezTo>
                  <a:cubicBezTo>
                    <a:pt x="122422" y="85"/>
                    <a:pt x="113587" y="8233"/>
                    <a:pt x="113587" y="16381"/>
                  </a:cubicBezTo>
                  <a:cubicBezTo>
                    <a:pt x="113587" y="20987"/>
                    <a:pt x="116060" y="23467"/>
                    <a:pt x="118181" y="25947"/>
                  </a:cubicBezTo>
                  <a:cubicBezTo>
                    <a:pt x="126662" y="35158"/>
                    <a:pt x="127723" y="46494"/>
                    <a:pt x="127723" y="53934"/>
                  </a:cubicBezTo>
                  <a:cubicBezTo>
                    <a:pt x="127723" y="63854"/>
                    <a:pt x="111113" y="152776"/>
                    <a:pt x="70472" y="152776"/>
                  </a:cubicBezTo>
                  <a:cubicBezTo>
                    <a:pt x="51388" y="152776"/>
                    <a:pt x="47501" y="135062"/>
                    <a:pt x="47501" y="123371"/>
                  </a:cubicBezTo>
                  <a:cubicBezTo>
                    <a:pt x="47501" y="102823"/>
                    <a:pt x="58810" y="72002"/>
                    <a:pt x="68352" y="46494"/>
                  </a:cubicBezTo>
                  <a:cubicBezTo>
                    <a:pt x="70119" y="40826"/>
                    <a:pt x="72239" y="35512"/>
                    <a:pt x="72239" y="28781"/>
                  </a:cubicBezTo>
                  <a:cubicBezTo>
                    <a:pt x="72239" y="11067"/>
                    <a:pt x="60577" y="85"/>
                    <a:pt x="45381" y="85"/>
                  </a:cubicBezTo>
                  <a:cubicBezTo>
                    <a:pt x="12515" y="85"/>
                    <a:pt x="146" y="52517"/>
                    <a:pt x="146" y="54643"/>
                  </a:cubicBezTo>
                  <a:cubicBezTo>
                    <a:pt x="146" y="58185"/>
                    <a:pt x="3680" y="58185"/>
                    <a:pt x="5447" y="58185"/>
                  </a:cubicBezTo>
                  <a:cubicBezTo>
                    <a:pt x="10041" y="58185"/>
                    <a:pt x="10394" y="57477"/>
                    <a:pt x="11808" y="52517"/>
                  </a:cubicBezTo>
                  <a:cubicBezTo>
                    <a:pt x="14635" y="41534"/>
                    <a:pt x="24177" y="7879"/>
                    <a:pt x="44674" y="7879"/>
                  </a:cubicBezTo>
                  <a:cubicBezTo>
                    <a:pt x="48561" y="7879"/>
                    <a:pt x="52449" y="8941"/>
                    <a:pt x="52449" y="18153"/>
                  </a:cubicBezTo>
                  <a:cubicBezTo>
                    <a:pt x="52449" y="26655"/>
                    <a:pt x="48915" y="36220"/>
                    <a:pt x="43967" y="50037"/>
                  </a:cubicBezTo>
                  <a:cubicBezTo>
                    <a:pt x="33012" y="80150"/>
                    <a:pt x="25944" y="101406"/>
                    <a:pt x="25944" y="118057"/>
                  </a:cubicBezTo>
                  <a:cubicBezTo>
                    <a:pt x="25944" y="150296"/>
                    <a:pt x="48561" y="160570"/>
                    <a:pt x="69412" y="160570"/>
                  </a:cubicBezTo>
                  <a:cubicBezTo>
                    <a:pt x="128783" y="160570"/>
                    <a:pt x="145039" y="32678"/>
                    <a:pt x="145039" y="23467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6627E03F-2ADF-3F4B-8658-12BDDCBFC0B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905245" y="5394719"/>
              <a:ext cx="125103" cy="160484"/>
            </a:xfrm>
            <a:custGeom>
              <a:avLst/>
              <a:gdLst>
                <a:gd name="connsiteX0" fmla="*/ 44325 w 125103"/>
                <a:gd name="connsiteY0" fmla="*/ 74836 h 160484"/>
                <a:gd name="connsiteX1" fmla="*/ 95568 w 125103"/>
                <a:gd name="connsiteY1" fmla="*/ 67042 h 160484"/>
                <a:gd name="connsiteX2" fmla="*/ 123486 w 125103"/>
                <a:gd name="connsiteY2" fmla="*/ 30198 h 160484"/>
                <a:gd name="connsiteX3" fmla="*/ 87793 w 125103"/>
                <a:gd name="connsiteY3" fmla="*/ 85 h 160484"/>
                <a:gd name="connsiteX4" fmla="*/ 150 w 125103"/>
                <a:gd name="connsiteY4" fmla="*/ 98572 h 160484"/>
                <a:gd name="connsiteX5" fmla="*/ 50686 w 125103"/>
                <a:gd name="connsiteY5" fmla="*/ 160570 h 160484"/>
                <a:gd name="connsiteX6" fmla="*/ 125253 w 125103"/>
                <a:gd name="connsiteY6" fmla="*/ 119828 h 160484"/>
                <a:gd name="connsiteX7" fmla="*/ 119599 w 125103"/>
                <a:gd name="connsiteY7" fmla="*/ 114160 h 160484"/>
                <a:gd name="connsiteX8" fmla="*/ 115005 w 125103"/>
                <a:gd name="connsiteY8" fmla="*/ 118057 h 160484"/>
                <a:gd name="connsiteX9" fmla="*/ 51393 w 125103"/>
                <a:gd name="connsiteY9" fmla="*/ 152776 h 160484"/>
                <a:gd name="connsiteX10" fmla="*/ 24535 w 125103"/>
                <a:gd name="connsiteY10" fmla="*/ 113806 h 160484"/>
                <a:gd name="connsiteX11" fmla="*/ 30542 w 125103"/>
                <a:gd name="connsiteY11" fmla="*/ 74836 h 160484"/>
                <a:gd name="connsiteX12" fmla="*/ 44325 w 125103"/>
                <a:gd name="connsiteY12" fmla="*/ 74836 h 160484"/>
                <a:gd name="connsiteX13" fmla="*/ 32663 w 125103"/>
                <a:gd name="connsiteY13" fmla="*/ 67042 h 160484"/>
                <a:gd name="connsiteX14" fmla="*/ 87793 w 125103"/>
                <a:gd name="connsiteY14" fmla="*/ 7879 h 160484"/>
                <a:gd name="connsiteX15" fmla="*/ 110057 w 125103"/>
                <a:gd name="connsiteY15" fmla="*/ 29489 h 160484"/>
                <a:gd name="connsiteX16" fmla="*/ 40084 w 125103"/>
                <a:gd name="connsiteY16" fmla="*/ 67042 h 160484"/>
                <a:gd name="connsiteX17" fmla="*/ 32663 w 125103"/>
                <a:gd name="connsiteY17" fmla="*/ 67042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103" h="160484">
                  <a:moveTo>
                    <a:pt x="44325" y="74836"/>
                  </a:moveTo>
                  <a:cubicBezTo>
                    <a:pt x="54927" y="74836"/>
                    <a:pt x="78605" y="73773"/>
                    <a:pt x="95568" y="67042"/>
                  </a:cubicBezTo>
                  <a:cubicBezTo>
                    <a:pt x="123486" y="55705"/>
                    <a:pt x="123486" y="32678"/>
                    <a:pt x="123486" y="30198"/>
                  </a:cubicBezTo>
                  <a:cubicBezTo>
                    <a:pt x="123486" y="13901"/>
                    <a:pt x="110411" y="85"/>
                    <a:pt x="87793" y="85"/>
                  </a:cubicBezTo>
                  <a:cubicBezTo>
                    <a:pt x="50686" y="85"/>
                    <a:pt x="150" y="35866"/>
                    <a:pt x="150" y="98572"/>
                  </a:cubicBezTo>
                  <a:cubicBezTo>
                    <a:pt x="150" y="130457"/>
                    <a:pt x="17113" y="160570"/>
                    <a:pt x="50686" y="160570"/>
                  </a:cubicBezTo>
                  <a:cubicBezTo>
                    <a:pt x="95921" y="160570"/>
                    <a:pt x="125253" y="125143"/>
                    <a:pt x="125253" y="119828"/>
                  </a:cubicBezTo>
                  <a:cubicBezTo>
                    <a:pt x="125253" y="118057"/>
                    <a:pt x="122426" y="114160"/>
                    <a:pt x="119599" y="114160"/>
                  </a:cubicBezTo>
                  <a:cubicBezTo>
                    <a:pt x="118185" y="114160"/>
                    <a:pt x="117832" y="114514"/>
                    <a:pt x="115005" y="118057"/>
                  </a:cubicBezTo>
                  <a:cubicBezTo>
                    <a:pt x="88853" y="151359"/>
                    <a:pt x="57401" y="152776"/>
                    <a:pt x="51393" y="152776"/>
                  </a:cubicBezTo>
                  <a:cubicBezTo>
                    <a:pt x="28422" y="152776"/>
                    <a:pt x="24535" y="127622"/>
                    <a:pt x="24535" y="113806"/>
                  </a:cubicBezTo>
                  <a:cubicBezTo>
                    <a:pt x="24535" y="100344"/>
                    <a:pt x="28069" y="84401"/>
                    <a:pt x="30542" y="74836"/>
                  </a:cubicBezTo>
                  <a:lnTo>
                    <a:pt x="44325" y="74836"/>
                  </a:lnTo>
                  <a:close/>
                  <a:moveTo>
                    <a:pt x="32663" y="67042"/>
                  </a:moveTo>
                  <a:cubicBezTo>
                    <a:pt x="47859" y="8941"/>
                    <a:pt x="84259" y="7879"/>
                    <a:pt x="87793" y="7879"/>
                  </a:cubicBezTo>
                  <a:cubicBezTo>
                    <a:pt x="101929" y="7879"/>
                    <a:pt x="110057" y="17444"/>
                    <a:pt x="110057" y="29489"/>
                  </a:cubicBezTo>
                  <a:cubicBezTo>
                    <a:pt x="110057" y="67042"/>
                    <a:pt x="51746" y="67042"/>
                    <a:pt x="40084" y="67042"/>
                  </a:cubicBezTo>
                  <a:lnTo>
                    <a:pt x="32663" y="67042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1BD6FA10-EFD2-B0B0-CAA8-85D535343E1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192124" y="5394719"/>
              <a:ext cx="150901" cy="160484"/>
            </a:xfrm>
            <a:custGeom>
              <a:avLst/>
              <a:gdLst>
                <a:gd name="connsiteX0" fmla="*/ 85327 w 150901"/>
                <a:gd name="connsiteY0" fmla="*/ 135771 h 160484"/>
                <a:gd name="connsiteX1" fmla="*/ 114660 w 150901"/>
                <a:gd name="connsiteY1" fmla="*/ 160570 h 160484"/>
                <a:gd name="connsiteX2" fmla="*/ 140458 w 150901"/>
                <a:gd name="connsiteY2" fmla="*/ 140730 h 160484"/>
                <a:gd name="connsiteX3" fmla="*/ 151060 w 150901"/>
                <a:gd name="connsiteY3" fmla="*/ 106012 h 160484"/>
                <a:gd name="connsiteX4" fmla="*/ 145759 w 150901"/>
                <a:gd name="connsiteY4" fmla="*/ 102469 h 160484"/>
                <a:gd name="connsiteX5" fmla="*/ 139044 w 150901"/>
                <a:gd name="connsiteY5" fmla="*/ 110617 h 160484"/>
                <a:gd name="connsiteX6" fmla="*/ 115366 w 150901"/>
                <a:gd name="connsiteY6" fmla="*/ 152776 h 160484"/>
                <a:gd name="connsiteX7" fmla="*/ 106178 w 150901"/>
                <a:gd name="connsiteY7" fmla="*/ 138251 h 160484"/>
                <a:gd name="connsiteX8" fmla="*/ 108652 w 150901"/>
                <a:gd name="connsiteY8" fmla="*/ 120183 h 160484"/>
                <a:gd name="connsiteX9" fmla="*/ 132683 w 150901"/>
                <a:gd name="connsiteY9" fmla="*/ 23821 h 160484"/>
                <a:gd name="connsiteX10" fmla="*/ 134096 w 150901"/>
                <a:gd name="connsiteY10" fmla="*/ 16381 h 160484"/>
                <a:gd name="connsiteX11" fmla="*/ 124555 w 150901"/>
                <a:gd name="connsiteY11" fmla="*/ 7170 h 160484"/>
                <a:gd name="connsiteX12" fmla="*/ 110419 w 150901"/>
                <a:gd name="connsiteY12" fmla="*/ 20987 h 160484"/>
                <a:gd name="connsiteX13" fmla="*/ 81087 w 150901"/>
                <a:gd name="connsiteY13" fmla="*/ 85 h 160484"/>
                <a:gd name="connsiteX14" fmla="*/ 158 w 150901"/>
                <a:gd name="connsiteY14" fmla="*/ 105658 h 160484"/>
                <a:gd name="connsiteX15" fmla="*/ 42920 w 150901"/>
                <a:gd name="connsiteY15" fmla="*/ 160570 h 160484"/>
                <a:gd name="connsiteX16" fmla="*/ 85327 w 150901"/>
                <a:gd name="connsiteY16" fmla="*/ 135771 h 160484"/>
                <a:gd name="connsiteX17" fmla="*/ 104411 w 150901"/>
                <a:gd name="connsiteY17" fmla="*/ 45786 h 160484"/>
                <a:gd name="connsiteX18" fmla="*/ 87801 w 150901"/>
                <a:gd name="connsiteY18" fmla="*/ 112743 h 160484"/>
                <a:gd name="connsiteX19" fmla="*/ 43626 w 150901"/>
                <a:gd name="connsiteY19" fmla="*/ 152776 h 160484"/>
                <a:gd name="connsiteX20" fmla="*/ 24189 w 150901"/>
                <a:gd name="connsiteY20" fmla="*/ 121246 h 160484"/>
                <a:gd name="connsiteX21" fmla="*/ 41506 w 150901"/>
                <a:gd name="connsiteY21" fmla="*/ 47203 h 160484"/>
                <a:gd name="connsiteX22" fmla="*/ 81087 w 150901"/>
                <a:gd name="connsiteY22" fmla="*/ 7879 h 160484"/>
                <a:gd name="connsiteX23" fmla="*/ 105471 w 150901"/>
                <a:gd name="connsiteY23" fmla="*/ 41180 h 160484"/>
                <a:gd name="connsiteX24" fmla="*/ 104411 w 150901"/>
                <a:gd name="connsiteY24" fmla="*/ 45786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0901" h="160484">
                  <a:moveTo>
                    <a:pt x="85327" y="135771"/>
                  </a:moveTo>
                  <a:cubicBezTo>
                    <a:pt x="89215" y="153130"/>
                    <a:pt x="102291" y="160570"/>
                    <a:pt x="114660" y="160570"/>
                  </a:cubicBezTo>
                  <a:cubicBezTo>
                    <a:pt x="127735" y="160570"/>
                    <a:pt x="135157" y="151713"/>
                    <a:pt x="140458" y="140730"/>
                  </a:cubicBezTo>
                  <a:cubicBezTo>
                    <a:pt x="146819" y="127268"/>
                    <a:pt x="151060" y="106720"/>
                    <a:pt x="151060" y="106012"/>
                  </a:cubicBezTo>
                  <a:cubicBezTo>
                    <a:pt x="151060" y="102469"/>
                    <a:pt x="148232" y="102469"/>
                    <a:pt x="145759" y="102469"/>
                  </a:cubicBezTo>
                  <a:cubicBezTo>
                    <a:pt x="141518" y="102469"/>
                    <a:pt x="141164" y="102823"/>
                    <a:pt x="139044" y="110617"/>
                  </a:cubicBezTo>
                  <a:cubicBezTo>
                    <a:pt x="134096" y="130457"/>
                    <a:pt x="127382" y="152776"/>
                    <a:pt x="115366" y="152776"/>
                  </a:cubicBezTo>
                  <a:cubicBezTo>
                    <a:pt x="106178" y="152776"/>
                    <a:pt x="106178" y="143210"/>
                    <a:pt x="106178" y="138251"/>
                  </a:cubicBezTo>
                  <a:cubicBezTo>
                    <a:pt x="106178" y="135771"/>
                    <a:pt x="106178" y="130102"/>
                    <a:pt x="108652" y="120183"/>
                  </a:cubicBezTo>
                  <a:lnTo>
                    <a:pt x="132683" y="23821"/>
                  </a:lnTo>
                  <a:cubicBezTo>
                    <a:pt x="134096" y="18861"/>
                    <a:pt x="134096" y="18153"/>
                    <a:pt x="134096" y="16381"/>
                  </a:cubicBezTo>
                  <a:cubicBezTo>
                    <a:pt x="134096" y="8941"/>
                    <a:pt x="128089" y="7170"/>
                    <a:pt x="124555" y="7170"/>
                  </a:cubicBezTo>
                  <a:cubicBezTo>
                    <a:pt x="113246" y="7170"/>
                    <a:pt x="110772" y="19215"/>
                    <a:pt x="110419" y="20987"/>
                  </a:cubicBezTo>
                  <a:cubicBezTo>
                    <a:pt x="103704" y="5753"/>
                    <a:pt x="92395" y="85"/>
                    <a:pt x="81087" y="85"/>
                  </a:cubicBezTo>
                  <a:cubicBezTo>
                    <a:pt x="41859" y="85"/>
                    <a:pt x="158" y="53934"/>
                    <a:pt x="158" y="105658"/>
                  </a:cubicBezTo>
                  <a:cubicBezTo>
                    <a:pt x="158" y="135771"/>
                    <a:pt x="16415" y="160570"/>
                    <a:pt x="42920" y="160570"/>
                  </a:cubicBezTo>
                  <a:cubicBezTo>
                    <a:pt x="55642" y="160570"/>
                    <a:pt x="71191" y="153130"/>
                    <a:pt x="85327" y="135771"/>
                  </a:cubicBezTo>
                  <a:close/>
                  <a:moveTo>
                    <a:pt x="104411" y="45786"/>
                  </a:moveTo>
                  <a:lnTo>
                    <a:pt x="87801" y="112743"/>
                  </a:lnTo>
                  <a:cubicBezTo>
                    <a:pt x="84974" y="124080"/>
                    <a:pt x="63063" y="152776"/>
                    <a:pt x="43626" y="152776"/>
                  </a:cubicBezTo>
                  <a:cubicBezTo>
                    <a:pt x="27017" y="152776"/>
                    <a:pt x="24189" y="131874"/>
                    <a:pt x="24189" y="121246"/>
                  </a:cubicBezTo>
                  <a:cubicBezTo>
                    <a:pt x="24189" y="103532"/>
                    <a:pt x="35145" y="62082"/>
                    <a:pt x="41506" y="47203"/>
                  </a:cubicBezTo>
                  <a:cubicBezTo>
                    <a:pt x="50341" y="25592"/>
                    <a:pt x="66597" y="7879"/>
                    <a:pt x="81087" y="7879"/>
                  </a:cubicBezTo>
                  <a:cubicBezTo>
                    <a:pt x="96636" y="7879"/>
                    <a:pt x="105471" y="26301"/>
                    <a:pt x="105471" y="41180"/>
                  </a:cubicBezTo>
                  <a:cubicBezTo>
                    <a:pt x="105471" y="41889"/>
                    <a:pt x="105118" y="43660"/>
                    <a:pt x="104411" y="45786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92A3B61C-E8B3-2117-EFD8-1EB33706C80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363914" y="5394719"/>
              <a:ext cx="177759" cy="160484"/>
            </a:xfrm>
            <a:custGeom>
              <a:avLst/>
              <a:gdLst>
                <a:gd name="connsiteX0" fmla="*/ 52113 w 177759"/>
                <a:gd name="connsiteY0" fmla="*/ 94675 h 160484"/>
                <a:gd name="connsiteX1" fmla="*/ 57767 w 177759"/>
                <a:gd name="connsiteY1" fmla="*/ 71648 h 160484"/>
                <a:gd name="connsiteX2" fmla="*/ 68369 w 177759"/>
                <a:gd name="connsiteY2" fmla="*/ 42952 h 160484"/>
                <a:gd name="connsiteX3" fmla="*/ 116078 w 177759"/>
                <a:gd name="connsiteY3" fmla="*/ 7879 h 160484"/>
                <a:gd name="connsiteX4" fmla="*/ 132335 w 177759"/>
                <a:gd name="connsiteY4" fmla="*/ 31261 h 160484"/>
                <a:gd name="connsiteX5" fmla="*/ 111837 w 177759"/>
                <a:gd name="connsiteY5" fmla="*/ 109555 h 160484"/>
                <a:gd name="connsiteX6" fmla="*/ 106183 w 177759"/>
                <a:gd name="connsiteY6" fmla="*/ 132228 h 160484"/>
                <a:gd name="connsiteX7" fmla="*/ 133041 w 177759"/>
                <a:gd name="connsiteY7" fmla="*/ 160570 h 160484"/>
                <a:gd name="connsiteX8" fmla="*/ 177923 w 177759"/>
                <a:gd name="connsiteY8" fmla="*/ 106012 h 160484"/>
                <a:gd name="connsiteX9" fmla="*/ 172622 w 177759"/>
                <a:gd name="connsiteY9" fmla="*/ 102469 h 160484"/>
                <a:gd name="connsiteX10" fmla="*/ 166614 w 177759"/>
                <a:gd name="connsiteY10" fmla="*/ 108492 h 160484"/>
                <a:gd name="connsiteX11" fmla="*/ 133748 w 177759"/>
                <a:gd name="connsiteY11" fmla="*/ 152776 h 160484"/>
                <a:gd name="connsiteX12" fmla="*/ 125973 w 177759"/>
                <a:gd name="connsiteY12" fmla="*/ 142502 h 160484"/>
                <a:gd name="connsiteX13" fmla="*/ 132335 w 177759"/>
                <a:gd name="connsiteY13" fmla="*/ 115931 h 160484"/>
                <a:gd name="connsiteX14" fmla="*/ 153892 w 177759"/>
                <a:gd name="connsiteY14" fmla="*/ 36929 h 160484"/>
                <a:gd name="connsiteX15" fmla="*/ 117138 w 177759"/>
                <a:gd name="connsiteY15" fmla="*/ 85 h 160484"/>
                <a:gd name="connsiteX16" fmla="*/ 66602 w 177759"/>
                <a:gd name="connsiteY16" fmla="*/ 28072 h 160484"/>
                <a:gd name="connsiteX17" fmla="*/ 36917 w 177759"/>
                <a:gd name="connsiteY17" fmla="*/ 85 h 160484"/>
                <a:gd name="connsiteX18" fmla="*/ 11472 w 177759"/>
                <a:gd name="connsiteY18" fmla="*/ 18861 h 160484"/>
                <a:gd name="connsiteX19" fmla="*/ 163 w 177759"/>
                <a:gd name="connsiteY19" fmla="*/ 54643 h 160484"/>
                <a:gd name="connsiteX20" fmla="*/ 5464 w 177759"/>
                <a:gd name="connsiteY20" fmla="*/ 58185 h 160484"/>
                <a:gd name="connsiteX21" fmla="*/ 12179 w 177759"/>
                <a:gd name="connsiteY21" fmla="*/ 50037 h 160484"/>
                <a:gd name="connsiteX22" fmla="*/ 36210 w 177759"/>
                <a:gd name="connsiteY22" fmla="*/ 7879 h 160484"/>
                <a:gd name="connsiteX23" fmla="*/ 45398 w 177759"/>
                <a:gd name="connsiteY23" fmla="*/ 22050 h 160484"/>
                <a:gd name="connsiteX24" fmla="*/ 42925 w 177759"/>
                <a:gd name="connsiteY24" fmla="*/ 40117 h 160484"/>
                <a:gd name="connsiteX25" fmla="*/ 16420 w 177759"/>
                <a:gd name="connsiteY25" fmla="*/ 146399 h 160484"/>
                <a:gd name="connsiteX26" fmla="*/ 15360 w 177759"/>
                <a:gd name="connsiteY26" fmla="*/ 151359 h 160484"/>
                <a:gd name="connsiteX27" fmla="*/ 25255 w 177759"/>
                <a:gd name="connsiteY27" fmla="*/ 160570 h 160484"/>
                <a:gd name="connsiteX28" fmla="*/ 37977 w 177759"/>
                <a:gd name="connsiteY28" fmla="*/ 151359 h 160484"/>
                <a:gd name="connsiteX29" fmla="*/ 52113 w 177759"/>
                <a:gd name="connsiteY29" fmla="*/ 9467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759" h="160484">
                  <a:moveTo>
                    <a:pt x="52113" y="94675"/>
                  </a:moveTo>
                  <a:cubicBezTo>
                    <a:pt x="53880" y="86881"/>
                    <a:pt x="56000" y="79441"/>
                    <a:pt x="57767" y="71648"/>
                  </a:cubicBezTo>
                  <a:cubicBezTo>
                    <a:pt x="62362" y="53580"/>
                    <a:pt x="62362" y="53225"/>
                    <a:pt x="68369" y="42952"/>
                  </a:cubicBezTo>
                  <a:cubicBezTo>
                    <a:pt x="73317" y="34449"/>
                    <a:pt x="89220" y="7879"/>
                    <a:pt x="116078" y="7879"/>
                  </a:cubicBezTo>
                  <a:cubicBezTo>
                    <a:pt x="131628" y="7879"/>
                    <a:pt x="132335" y="23821"/>
                    <a:pt x="132335" y="31261"/>
                  </a:cubicBezTo>
                  <a:cubicBezTo>
                    <a:pt x="132335" y="53225"/>
                    <a:pt x="116785" y="95384"/>
                    <a:pt x="111837" y="109555"/>
                  </a:cubicBezTo>
                  <a:cubicBezTo>
                    <a:pt x="107243" y="121600"/>
                    <a:pt x="106183" y="124788"/>
                    <a:pt x="106183" y="132228"/>
                  </a:cubicBezTo>
                  <a:cubicBezTo>
                    <a:pt x="106183" y="147816"/>
                    <a:pt x="116078" y="160570"/>
                    <a:pt x="133041" y="160570"/>
                  </a:cubicBezTo>
                  <a:cubicBezTo>
                    <a:pt x="165907" y="160570"/>
                    <a:pt x="177923" y="107783"/>
                    <a:pt x="177923" y="106012"/>
                  </a:cubicBezTo>
                  <a:cubicBezTo>
                    <a:pt x="177923" y="102469"/>
                    <a:pt x="175096" y="102469"/>
                    <a:pt x="172622" y="102469"/>
                  </a:cubicBezTo>
                  <a:cubicBezTo>
                    <a:pt x="168028" y="102469"/>
                    <a:pt x="168028" y="103178"/>
                    <a:pt x="166614" y="108492"/>
                  </a:cubicBezTo>
                  <a:cubicBezTo>
                    <a:pt x="163787" y="118057"/>
                    <a:pt x="154245" y="152776"/>
                    <a:pt x="133748" y="152776"/>
                  </a:cubicBezTo>
                  <a:cubicBezTo>
                    <a:pt x="126327" y="152776"/>
                    <a:pt x="125973" y="147462"/>
                    <a:pt x="125973" y="142502"/>
                  </a:cubicBezTo>
                  <a:cubicBezTo>
                    <a:pt x="125973" y="133645"/>
                    <a:pt x="129507" y="124434"/>
                    <a:pt x="132335" y="115931"/>
                  </a:cubicBezTo>
                  <a:cubicBezTo>
                    <a:pt x="139403" y="97155"/>
                    <a:pt x="153892" y="57477"/>
                    <a:pt x="153892" y="36929"/>
                  </a:cubicBezTo>
                  <a:cubicBezTo>
                    <a:pt x="153892" y="7879"/>
                    <a:pt x="134455" y="85"/>
                    <a:pt x="117138" y="85"/>
                  </a:cubicBezTo>
                  <a:cubicBezTo>
                    <a:pt x="88160" y="85"/>
                    <a:pt x="71197" y="21341"/>
                    <a:pt x="66602" y="28072"/>
                  </a:cubicBezTo>
                  <a:cubicBezTo>
                    <a:pt x="64129" y="10713"/>
                    <a:pt x="52113" y="85"/>
                    <a:pt x="36917" y="85"/>
                  </a:cubicBezTo>
                  <a:cubicBezTo>
                    <a:pt x="24194" y="85"/>
                    <a:pt x="17127" y="8233"/>
                    <a:pt x="11472" y="18861"/>
                  </a:cubicBezTo>
                  <a:cubicBezTo>
                    <a:pt x="4758" y="33032"/>
                    <a:pt x="163" y="53934"/>
                    <a:pt x="163" y="54643"/>
                  </a:cubicBezTo>
                  <a:cubicBezTo>
                    <a:pt x="163" y="58185"/>
                    <a:pt x="3697" y="58185"/>
                    <a:pt x="5464" y="58185"/>
                  </a:cubicBezTo>
                  <a:cubicBezTo>
                    <a:pt x="10059" y="58185"/>
                    <a:pt x="10412" y="57831"/>
                    <a:pt x="12179" y="50037"/>
                  </a:cubicBezTo>
                  <a:cubicBezTo>
                    <a:pt x="18540" y="25238"/>
                    <a:pt x="25255" y="7879"/>
                    <a:pt x="36210" y="7879"/>
                  </a:cubicBezTo>
                  <a:cubicBezTo>
                    <a:pt x="45398" y="7879"/>
                    <a:pt x="45398" y="18153"/>
                    <a:pt x="45398" y="22050"/>
                  </a:cubicBezTo>
                  <a:cubicBezTo>
                    <a:pt x="45398" y="27718"/>
                    <a:pt x="44338" y="34449"/>
                    <a:pt x="42925" y="40117"/>
                  </a:cubicBezTo>
                  <a:lnTo>
                    <a:pt x="16420" y="146399"/>
                  </a:lnTo>
                  <a:cubicBezTo>
                    <a:pt x="15713" y="148524"/>
                    <a:pt x="15360" y="150296"/>
                    <a:pt x="15360" y="151359"/>
                  </a:cubicBezTo>
                  <a:cubicBezTo>
                    <a:pt x="15360" y="155256"/>
                    <a:pt x="18187" y="160570"/>
                    <a:pt x="25255" y="160570"/>
                  </a:cubicBezTo>
                  <a:cubicBezTo>
                    <a:pt x="29495" y="160570"/>
                    <a:pt x="35503" y="158090"/>
                    <a:pt x="37977" y="151359"/>
                  </a:cubicBezTo>
                  <a:lnTo>
                    <a:pt x="52113" y="94675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8BC34906-9D8E-E29E-9174-DBE37797319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571437" y="5305443"/>
              <a:ext cx="159736" cy="249761"/>
            </a:xfrm>
            <a:custGeom>
              <a:avLst/>
              <a:gdLst>
                <a:gd name="connsiteX0" fmla="*/ 158845 w 159736"/>
                <a:gd name="connsiteY0" fmla="*/ 8941 h 249761"/>
                <a:gd name="connsiteX1" fmla="*/ 159905 w 159736"/>
                <a:gd name="connsiteY1" fmla="*/ 4336 h 249761"/>
                <a:gd name="connsiteX2" fmla="*/ 154958 w 159736"/>
                <a:gd name="connsiteY2" fmla="*/ 85 h 249761"/>
                <a:gd name="connsiteX3" fmla="*/ 149303 w 159736"/>
                <a:gd name="connsiteY3" fmla="*/ 793 h 249761"/>
                <a:gd name="connsiteX4" fmla="*/ 114317 w 159736"/>
                <a:gd name="connsiteY4" fmla="*/ 3627 h 249761"/>
                <a:gd name="connsiteX5" fmla="*/ 106189 w 159736"/>
                <a:gd name="connsiteY5" fmla="*/ 11067 h 249761"/>
                <a:gd name="connsiteX6" fmla="*/ 114670 w 159736"/>
                <a:gd name="connsiteY6" fmla="*/ 14964 h 249761"/>
                <a:gd name="connsiteX7" fmla="*/ 132340 w 159736"/>
                <a:gd name="connsiteY7" fmla="*/ 20987 h 249761"/>
                <a:gd name="connsiteX8" fmla="*/ 131280 w 159736"/>
                <a:gd name="connsiteY8" fmla="*/ 27009 h 249761"/>
                <a:gd name="connsiteX9" fmla="*/ 110783 w 159736"/>
                <a:gd name="connsiteY9" fmla="*/ 109909 h 249761"/>
                <a:gd name="connsiteX10" fmla="*/ 81097 w 159736"/>
                <a:gd name="connsiteY10" fmla="*/ 89361 h 249761"/>
                <a:gd name="connsiteX11" fmla="*/ 169 w 159736"/>
                <a:gd name="connsiteY11" fmla="*/ 194934 h 249761"/>
                <a:gd name="connsiteX12" fmla="*/ 42930 w 159736"/>
                <a:gd name="connsiteY12" fmla="*/ 249846 h 249761"/>
                <a:gd name="connsiteX13" fmla="*/ 85338 w 159736"/>
                <a:gd name="connsiteY13" fmla="*/ 225047 h 249761"/>
                <a:gd name="connsiteX14" fmla="*/ 114670 w 159736"/>
                <a:gd name="connsiteY14" fmla="*/ 249846 h 249761"/>
                <a:gd name="connsiteX15" fmla="*/ 140468 w 159736"/>
                <a:gd name="connsiteY15" fmla="*/ 230007 h 249761"/>
                <a:gd name="connsiteX16" fmla="*/ 151070 w 159736"/>
                <a:gd name="connsiteY16" fmla="*/ 195288 h 249761"/>
                <a:gd name="connsiteX17" fmla="*/ 145769 w 159736"/>
                <a:gd name="connsiteY17" fmla="*/ 191746 h 249761"/>
                <a:gd name="connsiteX18" fmla="*/ 139055 w 159736"/>
                <a:gd name="connsiteY18" fmla="*/ 199894 h 249761"/>
                <a:gd name="connsiteX19" fmla="*/ 115377 w 159736"/>
                <a:gd name="connsiteY19" fmla="*/ 242052 h 249761"/>
                <a:gd name="connsiteX20" fmla="*/ 106189 w 159736"/>
                <a:gd name="connsiteY20" fmla="*/ 227527 h 249761"/>
                <a:gd name="connsiteX21" fmla="*/ 108309 w 159736"/>
                <a:gd name="connsiteY21" fmla="*/ 211230 h 249761"/>
                <a:gd name="connsiteX22" fmla="*/ 158845 w 159736"/>
                <a:gd name="connsiteY22" fmla="*/ 8941 h 249761"/>
                <a:gd name="connsiteX23" fmla="*/ 87458 w 159736"/>
                <a:gd name="connsiteY23" fmla="*/ 202728 h 249761"/>
                <a:gd name="connsiteX24" fmla="*/ 43637 w 159736"/>
                <a:gd name="connsiteY24" fmla="*/ 242052 h 249761"/>
                <a:gd name="connsiteX25" fmla="*/ 24200 w 159736"/>
                <a:gd name="connsiteY25" fmla="*/ 210522 h 249761"/>
                <a:gd name="connsiteX26" fmla="*/ 41517 w 159736"/>
                <a:gd name="connsiteY26" fmla="*/ 136479 h 249761"/>
                <a:gd name="connsiteX27" fmla="*/ 81097 w 159736"/>
                <a:gd name="connsiteY27" fmla="*/ 97155 h 249761"/>
                <a:gd name="connsiteX28" fmla="*/ 98414 w 159736"/>
                <a:gd name="connsiteY28" fmla="*/ 107429 h 249761"/>
                <a:gd name="connsiteX29" fmla="*/ 105482 w 159736"/>
                <a:gd name="connsiteY29" fmla="*/ 130102 h 249761"/>
                <a:gd name="connsiteX30" fmla="*/ 104422 w 159736"/>
                <a:gd name="connsiteY30" fmla="*/ 134708 h 249761"/>
                <a:gd name="connsiteX31" fmla="*/ 87458 w 159736"/>
                <a:gd name="connsiteY31" fmla="*/ 202728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9736" h="249761">
                  <a:moveTo>
                    <a:pt x="158845" y="8941"/>
                  </a:moveTo>
                  <a:cubicBezTo>
                    <a:pt x="159198" y="7879"/>
                    <a:pt x="159905" y="5044"/>
                    <a:pt x="159905" y="4336"/>
                  </a:cubicBezTo>
                  <a:cubicBezTo>
                    <a:pt x="159905" y="1148"/>
                    <a:pt x="157785" y="85"/>
                    <a:pt x="154958" y="85"/>
                  </a:cubicBezTo>
                  <a:cubicBezTo>
                    <a:pt x="153898" y="85"/>
                    <a:pt x="150363" y="439"/>
                    <a:pt x="149303" y="793"/>
                  </a:cubicBezTo>
                  <a:lnTo>
                    <a:pt x="114317" y="3627"/>
                  </a:lnTo>
                  <a:cubicBezTo>
                    <a:pt x="110076" y="3982"/>
                    <a:pt x="106189" y="4336"/>
                    <a:pt x="106189" y="11067"/>
                  </a:cubicBezTo>
                  <a:cubicBezTo>
                    <a:pt x="106189" y="14964"/>
                    <a:pt x="109723" y="14964"/>
                    <a:pt x="114670" y="14964"/>
                  </a:cubicBezTo>
                  <a:cubicBezTo>
                    <a:pt x="131633" y="14964"/>
                    <a:pt x="132340" y="17444"/>
                    <a:pt x="132340" y="20987"/>
                  </a:cubicBezTo>
                  <a:cubicBezTo>
                    <a:pt x="132340" y="22049"/>
                    <a:pt x="131280" y="26655"/>
                    <a:pt x="131280" y="27009"/>
                  </a:cubicBezTo>
                  <a:lnTo>
                    <a:pt x="110783" y="109909"/>
                  </a:lnTo>
                  <a:cubicBezTo>
                    <a:pt x="105482" y="98926"/>
                    <a:pt x="95940" y="89361"/>
                    <a:pt x="81097" y="89361"/>
                  </a:cubicBezTo>
                  <a:cubicBezTo>
                    <a:pt x="41870" y="89361"/>
                    <a:pt x="169" y="143210"/>
                    <a:pt x="169" y="194934"/>
                  </a:cubicBezTo>
                  <a:cubicBezTo>
                    <a:pt x="169" y="225047"/>
                    <a:pt x="16425" y="249846"/>
                    <a:pt x="42930" y="249846"/>
                  </a:cubicBezTo>
                  <a:cubicBezTo>
                    <a:pt x="55653" y="249846"/>
                    <a:pt x="71202" y="242406"/>
                    <a:pt x="85338" y="225047"/>
                  </a:cubicBezTo>
                  <a:cubicBezTo>
                    <a:pt x="89225" y="242406"/>
                    <a:pt x="102301" y="249846"/>
                    <a:pt x="114670" y="249846"/>
                  </a:cubicBezTo>
                  <a:cubicBezTo>
                    <a:pt x="127746" y="249846"/>
                    <a:pt x="135167" y="240989"/>
                    <a:pt x="140468" y="230007"/>
                  </a:cubicBezTo>
                  <a:cubicBezTo>
                    <a:pt x="146830" y="216545"/>
                    <a:pt x="151070" y="195997"/>
                    <a:pt x="151070" y="195288"/>
                  </a:cubicBezTo>
                  <a:cubicBezTo>
                    <a:pt x="151070" y="191746"/>
                    <a:pt x="148243" y="191746"/>
                    <a:pt x="145769" y="191746"/>
                  </a:cubicBezTo>
                  <a:cubicBezTo>
                    <a:pt x="141529" y="191746"/>
                    <a:pt x="141175" y="192100"/>
                    <a:pt x="139055" y="199894"/>
                  </a:cubicBezTo>
                  <a:cubicBezTo>
                    <a:pt x="134107" y="219733"/>
                    <a:pt x="127393" y="242052"/>
                    <a:pt x="115377" y="242052"/>
                  </a:cubicBezTo>
                  <a:cubicBezTo>
                    <a:pt x="106189" y="242052"/>
                    <a:pt x="106189" y="232487"/>
                    <a:pt x="106189" y="227527"/>
                  </a:cubicBezTo>
                  <a:cubicBezTo>
                    <a:pt x="106189" y="225047"/>
                    <a:pt x="106189" y="219733"/>
                    <a:pt x="108309" y="211230"/>
                  </a:cubicBezTo>
                  <a:lnTo>
                    <a:pt x="158845" y="8941"/>
                  </a:lnTo>
                  <a:close/>
                  <a:moveTo>
                    <a:pt x="87458" y="202728"/>
                  </a:moveTo>
                  <a:cubicBezTo>
                    <a:pt x="84631" y="213710"/>
                    <a:pt x="63074" y="242052"/>
                    <a:pt x="43637" y="242052"/>
                  </a:cubicBezTo>
                  <a:cubicBezTo>
                    <a:pt x="27027" y="242052"/>
                    <a:pt x="24200" y="221150"/>
                    <a:pt x="24200" y="210522"/>
                  </a:cubicBezTo>
                  <a:cubicBezTo>
                    <a:pt x="24200" y="192808"/>
                    <a:pt x="35155" y="151359"/>
                    <a:pt x="41517" y="136479"/>
                  </a:cubicBezTo>
                  <a:cubicBezTo>
                    <a:pt x="50352" y="114869"/>
                    <a:pt x="66608" y="97155"/>
                    <a:pt x="81097" y="97155"/>
                  </a:cubicBezTo>
                  <a:cubicBezTo>
                    <a:pt x="83925" y="97155"/>
                    <a:pt x="92053" y="97509"/>
                    <a:pt x="98414" y="107429"/>
                  </a:cubicBezTo>
                  <a:cubicBezTo>
                    <a:pt x="101948" y="113097"/>
                    <a:pt x="105482" y="123371"/>
                    <a:pt x="105482" y="130102"/>
                  </a:cubicBezTo>
                  <a:cubicBezTo>
                    <a:pt x="105482" y="131165"/>
                    <a:pt x="105128" y="132582"/>
                    <a:pt x="104422" y="134708"/>
                  </a:cubicBezTo>
                  <a:lnTo>
                    <a:pt x="87458" y="202728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E5B46F02-D353-3C32-F61D-300D6E99184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831497" y="5301546"/>
              <a:ext cx="219460" cy="322387"/>
            </a:xfrm>
            <a:custGeom>
              <a:avLst/>
              <a:gdLst>
                <a:gd name="connsiteX0" fmla="*/ 106551 w 219460"/>
                <a:gd name="connsiteY0" fmla="*/ 108137 h 322387"/>
                <a:gd name="connsiteX1" fmla="*/ 177230 w 219460"/>
                <a:gd name="connsiteY1" fmla="*/ 108137 h 322387"/>
                <a:gd name="connsiteX2" fmla="*/ 151786 w 219460"/>
                <a:gd name="connsiteY2" fmla="*/ 209813 h 322387"/>
                <a:gd name="connsiteX3" fmla="*/ 150019 w 219460"/>
                <a:gd name="connsiteY3" fmla="*/ 221859 h 322387"/>
                <a:gd name="connsiteX4" fmla="*/ 179704 w 219460"/>
                <a:gd name="connsiteY4" fmla="*/ 253743 h 322387"/>
                <a:gd name="connsiteX5" fmla="*/ 205502 w 219460"/>
                <a:gd name="connsiteY5" fmla="*/ 233904 h 322387"/>
                <a:gd name="connsiteX6" fmla="*/ 216104 w 219460"/>
                <a:gd name="connsiteY6" fmla="*/ 199185 h 322387"/>
                <a:gd name="connsiteX7" fmla="*/ 210803 w 219460"/>
                <a:gd name="connsiteY7" fmla="*/ 195643 h 322387"/>
                <a:gd name="connsiteX8" fmla="*/ 204089 w 219460"/>
                <a:gd name="connsiteY8" fmla="*/ 203791 h 322387"/>
                <a:gd name="connsiteX9" fmla="*/ 180411 w 219460"/>
                <a:gd name="connsiteY9" fmla="*/ 245949 h 322387"/>
                <a:gd name="connsiteX10" fmla="*/ 171223 w 219460"/>
                <a:gd name="connsiteY10" fmla="*/ 231424 h 322387"/>
                <a:gd name="connsiteX11" fmla="*/ 173696 w 219460"/>
                <a:gd name="connsiteY11" fmla="*/ 213356 h 322387"/>
                <a:gd name="connsiteX12" fmla="*/ 200555 w 219460"/>
                <a:gd name="connsiteY12" fmla="*/ 105658 h 322387"/>
                <a:gd name="connsiteX13" fmla="*/ 201615 w 219460"/>
                <a:gd name="connsiteY13" fmla="*/ 101052 h 322387"/>
                <a:gd name="connsiteX14" fmla="*/ 193133 w 219460"/>
                <a:gd name="connsiteY14" fmla="*/ 97155 h 322387"/>
                <a:gd name="connsiteX15" fmla="*/ 108671 w 219460"/>
                <a:gd name="connsiteY15" fmla="*/ 97155 h 322387"/>
                <a:gd name="connsiteX16" fmla="*/ 115032 w 219460"/>
                <a:gd name="connsiteY16" fmla="*/ 64208 h 322387"/>
                <a:gd name="connsiteX17" fmla="*/ 169809 w 219460"/>
                <a:gd name="connsiteY17" fmla="*/ 7879 h 322387"/>
                <a:gd name="connsiteX18" fmla="*/ 205149 w 219460"/>
                <a:gd name="connsiteY18" fmla="*/ 17798 h 322387"/>
                <a:gd name="connsiteX19" fmla="*/ 189599 w 219460"/>
                <a:gd name="connsiteY19" fmla="*/ 35158 h 322387"/>
                <a:gd name="connsiteX20" fmla="*/ 201968 w 219460"/>
                <a:gd name="connsiteY20" fmla="*/ 46494 h 322387"/>
                <a:gd name="connsiteX21" fmla="*/ 219638 w 219460"/>
                <a:gd name="connsiteY21" fmla="*/ 26655 h 322387"/>
                <a:gd name="connsiteX22" fmla="*/ 169102 w 219460"/>
                <a:gd name="connsiteY22" fmla="*/ 85 h 322387"/>
                <a:gd name="connsiteX23" fmla="*/ 92415 w 219460"/>
                <a:gd name="connsiteY23" fmla="*/ 63854 h 322387"/>
                <a:gd name="connsiteX24" fmla="*/ 86054 w 219460"/>
                <a:gd name="connsiteY24" fmla="*/ 97155 h 322387"/>
                <a:gd name="connsiteX25" fmla="*/ 63083 w 219460"/>
                <a:gd name="connsiteY25" fmla="*/ 97155 h 322387"/>
                <a:gd name="connsiteX26" fmla="*/ 53187 w 219460"/>
                <a:gd name="connsiteY26" fmla="*/ 103886 h 322387"/>
                <a:gd name="connsiteX27" fmla="*/ 62022 w 219460"/>
                <a:gd name="connsiteY27" fmla="*/ 108137 h 322387"/>
                <a:gd name="connsiteX28" fmla="*/ 83933 w 219460"/>
                <a:gd name="connsiteY28" fmla="*/ 108137 h 322387"/>
                <a:gd name="connsiteX29" fmla="*/ 59549 w 219460"/>
                <a:gd name="connsiteY29" fmla="*/ 234612 h 322387"/>
                <a:gd name="connsiteX30" fmla="*/ 47886 w 219460"/>
                <a:gd name="connsiteY30" fmla="*/ 286690 h 322387"/>
                <a:gd name="connsiteX31" fmla="*/ 28096 w 219460"/>
                <a:gd name="connsiteY31" fmla="*/ 314678 h 322387"/>
                <a:gd name="connsiteX32" fmla="*/ 14314 w 219460"/>
                <a:gd name="connsiteY32" fmla="*/ 308301 h 322387"/>
                <a:gd name="connsiteX33" fmla="*/ 29863 w 219460"/>
                <a:gd name="connsiteY33" fmla="*/ 290942 h 322387"/>
                <a:gd name="connsiteX34" fmla="*/ 17848 w 219460"/>
                <a:gd name="connsiteY34" fmla="*/ 279605 h 322387"/>
                <a:gd name="connsiteX35" fmla="*/ 178 w 219460"/>
                <a:gd name="connsiteY35" fmla="*/ 299090 h 322387"/>
                <a:gd name="connsiteX36" fmla="*/ 28096 w 219460"/>
                <a:gd name="connsiteY36" fmla="*/ 322472 h 322387"/>
                <a:gd name="connsiteX37" fmla="*/ 85347 w 219460"/>
                <a:gd name="connsiteY37" fmla="*/ 219379 h 322387"/>
                <a:gd name="connsiteX38" fmla="*/ 106551 w 219460"/>
                <a:gd name="connsiteY38" fmla="*/ 108137 h 32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9460" h="322387">
                  <a:moveTo>
                    <a:pt x="106551" y="108137"/>
                  </a:moveTo>
                  <a:lnTo>
                    <a:pt x="177230" y="108137"/>
                  </a:lnTo>
                  <a:lnTo>
                    <a:pt x="151786" y="209813"/>
                  </a:lnTo>
                  <a:cubicBezTo>
                    <a:pt x="151432" y="211230"/>
                    <a:pt x="150019" y="216899"/>
                    <a:pt x="150019" y="221859"/>
                  </a:cubicBezTo>
                  <a:cubicBezTo>
                    <a:pt x="150019" y="240635"/>
                    <a:pt x="162741" y="253743"/>
                    <a:pt x="179704" y="253743"/>
                  </a:cubicBezTo>
                  <a:cubicBezTo>
                    <a:pt x="192780" y="253743"/>
                    <a:pt x="200201" y="244886"/>
                    <a:pt x="205502" y="233904"/>
                  </a:cubicBezTo>
                  <a:cubicBezTo>
                    <a:pt x="211864" y="220442"/>
                    <a:pt x="216104" y="199894"/>
                    <a:pt x="216104" y="199185"/>
                  </a:cubicBezTo>
                  <a:cubicBezTo>
                    <a:pt x="216104" y="195643"/>
                    <a:pt x="213277" y="195643"/>
                    <a:pt x="210803" y="195643"/>
                  </a:cubicBezTo>
                  <a:cubicBezTo>
                    <a:pt x="206563" y="195643"/>
                    <a:pt x="206209" y="195997"/>
                    <a:pt x="204089" y="203791"/>
                  </a:cubicBezTo>
                  <a:cubicBezTo>
                    <a:pt x="199141" y="223630"/>
                    <a:pt x="192427" y="245949"/>
                    <a:pt x="180411" y="245949"/>
                  </a:cubicBezTo>
                  <a:cubicBezTo>
                    <a:pt x="171223" y="245949"/>
                    <a:pt x="171223" y="236384"/>
                    <a:pt x="171223" y="231424"/>
                  </a:cubicBezTo>
                  <a:cubicBezTo>
                    <a:pt x="171223" y="228944"/>
                    <a:pt x="171223" y="223276"/>
                    <a:pt x="173696" y="213356"/>
                  </a:cubicBezTo>
                  <a:lnTo>
                    <a:pt x="200555" y="105658"/>
                  </a:lnTo>
                  <a:cubicBezTo>
                    <a:pt x="200908" y="103532"/>
                    <a:pt x="201615" y="101761"/>
                    <a:pt x="201615" y="101052"/>
                  </a:cubicBezTo>
                  <a:cubicBezTo>
                    <a:pt x="201615" y="97155"/>
                    <a:pt x="199141" y="97155"/>
                    <a:pt x="193133" y="97155"/>
                  </a:cubicBezTo>
                  <a:lnTo>
                    <a:pt x="108671" y="97155"/>
                  </a:lnTo>
                  <a:lnTo>
                    <a:pt x="115032" y="64208"/>
                  </a:lnTo>
                  <a:cubicBezTo>
                    <a:pt x="122100" y="30198"/>
                    <a:pt x="126694" y="7879"/>
                    <a:pt x="169809" y="7879"/>
                  </a:cubicBezTo>
                  <a:cubicBezTo>
                    <a:pt x="179704" y="7879"/>
                    <a:pt x="196314" y="8941"/>
                    <a:pt x="205149" y="17798"/>
                  </a:cubicBezTo>
                  <a:cubicBezTo>
                    <a:pt x="189599" y="20987"/>
                    <a:pt x="189599" y="34803"/>
                    <a:pt x="189599" y="35158"/>
                  </a:cubicBezTo>
                  <a:cubicBezTo>
                    <a:pt x="189599" y="39763"/>
                    <a:pt x="192780" y="46494"/>
                    <a:pt x="201968" y="46494"/>
                  </a:cubicBezTo>
                  <a:cubicBezTo>
                    <a:pt x="209743" y="46494"/>
                    <a:pt x="219638" y="40117"/>
                    <a:pt x="219638" y="26655"/>
                  </a:cubicBezTo>
                  <a:cubicBezTo>
                    <a:pt x="219638" y="85"/>
                    <a:pt x="177937" y="85"/>
                    <a:pt x="169102" y="85"/>
                  </a:cubicBezTo>
                  <a:cubicBezTo>
                    <a:pt x="128108" y="85"/>
                    <a:pt x="101956" y="13901"/>
                    <a:pt x="92415" y="63854"/>
                  </a:cubicBezTo>
                  <a:lnTo>
                    <a:pt x="86054" y="97155"/>
                  </a:lnTo>
                  <a:lnTo>
                    <a:pt x="63083" y="97155"/>
                  </a:lnTo>
                  <a:cubicBezTo>
                    <a:pt x="57075" y="97155"/>
                    <a:pt x="53187" y="97155"/>
                    <a:pt x="53187" y="103886"/>
                  </a:cubicBezTo>
                  <a:cubicBezTo>
                    <a:pt x="53187" y="108137"/>
                    <a:pt x="56368" y="108137"/>
                    <a:pt x="62022" y="108137"/>
                  </a:cubicBezTo>
                  <a:lnTo>
                    <a:pt x="83933" y="108137"/>
                  </a:lnTo>
                  <a:lnTo>
                    <a:pt x="59549" y="234612"/>
                  </a:lnTo>
                  <a:cubicBezTo>
                    <a:pt x="56015" y="251972"/>
                    <a:pt x="52127" y="269331"/>
                    <a:pt x="47886" y="286690"/>
                  </a:cubicBezTo>
                  <a:cubicBezTo>
                    <a:pt x="45413" y="295901"/>
                    <a:pt x="40818" y="314678"/>
                    <a:pt x="28096" y="314678"/>
                  </a:cubicBezTo>
                  <a:cubicBezTo>
                    <a:pt x="27389" y="314678"/>
                    <a:pt x="18908" y="314678"/>
                    <a:pt x="14314" y="308301"/>
                  </a:cubicBezTo>
                  <a:cubicBezTo>
                    <a:pt x="24916" y="306530"/>
                    <a:pt x="29863" y="298027"/>
                    <a:pt x="29863" y="290942"/>
                  </a:cubicBezTo>
                  <a:cubicBezTo>
                    <a:pt x="29863" y="283148"/>
                    <a:pt x="23502" y="279605"/>
                    <a:pt x="17848" y="279605"/>
                  </a:cubicBezTo>
                  <a:cubicBezTo>
                    <a:pt x="9013" y="279605"/>
                    <a:pt x="178" y="286690"/>
                    <a:pt x="178" y="299090"/>
                  </a:cubicBezTo>
                  <a:cubicBezTo>
                    <a:pt x="178" y="315741"/>
                    <a:pt x="15727" y="322472"/>
                    <a:pt x="28096" y="322472"/>
                  </a:cubicBezTo>
                  <a:cubicBezTo>
                    <a:pt x="59902" y="322472"/>
                    <a:pt x="75452" y="270748"/>
                    <a:pt x="85347" y="219379"/>
                  </a:cubicBezTo>
                  <a:lnTo>
                    <a:pt x="106551" y="108137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E49BC60F-EDDE-EBDA-CF69-98839DEF5C0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068352" y="5394719"/>
              <a:ext cx="177759" cy="160484"/>
            </a:xfrm>
            <a:custGeom>
              <a:avLst/>
              <a:gdLst>
                <a:gd name="connsiteX0" fmla="*/ 52133 w 177759"/>
                <a:gd name="connsiteY0" fmla="*/ 94675 h 160484"/>
                <a:gd name="connsiteX1" fmla="*/ 57787 w 177759"/>
                <a:gd name="connsiteY1" fmla="*/ 71648 h 160484"/>
                <a:gd name="connsiteX2" fmla="*/ 68389 w 177759"/>
                <a:gd name="connsiteY2" fmla="*/ 42952 h 160484"/>
                <a:gd name="connsiteX3" fmla="*/ 116098 w 177759"/>
                <a:gd name="connsiteY3" fmla="*/ 7879 h 160484"/>
                <a:gd name="connsiteX4" fmla="*/ 132354 w 177759"/>
                <a:gd name="connsiteY4" fmla="*/ 31261 h 160484"/>
                <a:gd name="connsiteX5" fmla="*/ 111857 w 177759"/>
                <a:gd name="connsiteY5" fmla="*/ 109555 h 160484"/>
                <a:gd name="connsiteX6" fmla="*/ 106203 w 177759"/>
                <a:gd name="connsiteY6" fmla="*/ 132228 h 160484"/>
                <a:gd name="connsiteX7" fmla="*/ 133061 w 177759"/>
                <a:gd name="connsiteY7" fmla="*/ 160570 h 160484"/>
                <a:gd name="connsiteX8" fmla="*/ 177943 w 177759"/>
                <a:gd name="connsiteY8" fmla="*/ 106012 h 160484"/>
                <a:gd name="connsiteX9" fmla="*/ 172642 w 177759"/>
                <a:gd name="connsiteY9" fmla="*/ 102469 h 160484"/>
                <a:gd name="connsiteX10" fmla="*/ 166634 w 177759"/>
                <a:gd name="connsiteY10" fmla="*/ 108492 h 160484"/>
                <a:gd name="connsiteX11" fmla="*/ 133768 w 177759"/>
                <a:gd name="connsiteY11" fmla="*/ 152776 h 160484"/>
                <a:gd name="connsiteX12" fmla="*/ 125993 w 177759"/>
                <a:gd name="connsiteY12" fmla="*/ 142502 h 160484"/>
                <a:gd name="connsiteX13" fmla="*/ 132354 w 177759"/>
                <a:gd name="connsiteY13" fmla="*/ 115931 h 160484"/>
                <a:gd name="connsiteX14" fmla="*/ 153912 w 177759"/>
                <a:gd name="connsiteY14" fmla="*/ 36929 h 160484"/>
                <a:gd name="connsiteX15" fmla="*/ 117158 w 177759"/>
                <a:gd name="connsiteY15" fmla="*/ 85 h 160484"/>
                <a:gd name="connsiteX16" fmla="*/ 66622 w 177759"/>
                <a:gd name="connsiteY16" fmla="*/ 28072 h 160484"/>
                <a:gd name="connsiteX17" fmla="*/ 36937 w 177759"/>
                <a:gd name="connsiteY17" fmla="*/ 85 h 160484"/>
                <a:gd name="connsiteX18" fmla="*/ 11492 w 177759"/>
                <a:gd name="connsiteY18" fmla="*/ 18861 h 160484"/>
                <a:gd name="connsiteX19" fmla="*/ 183 w 177759"/>
                <a:gd name="connsiteY19" fmla="*/ 54643 h 160484"/>
                <a:gd name="connsiteX20" fmla="*/ 5484 w 177759"/>
                <a:gd name="connsiteY20" fmla="*/ 58185 h 160484"/>
                <a:gd name="connsiteX21" fmla="*/ 12199 w 177759"/>
                <a:gd name="connsiteY21" fmla="*/ 50037 h 160484"/>
                <a:gd name="connsiteX22" fmla="*/ 36230 w 177759"/>
                <a:gd name="connsiteY22" fmla="*/ 7879 h 160484"/>
                <a:gd name="connsiteX23" fmla="*/ 45418 w 177759"/>
                <a:gd name="connsiteY23" fmla="*/ 22050 h 160484"/>
                <a:gd name="connsiteX24" fmla="*/ 42944 w 177759"/>
                <a:gd name="connsiteY24" fmla="*/ 40117 h 160484"/>
                <a:gd name="connsiteX25" fmla="*/ 16440 w 177759"/>
                <a:gd name="connsiteY25" fmla="*/ 146399 h 160484"/>
                <a:gd name="connsiteX26" fmla="*/ 15379 w 177759"/>
                <a:gd name="connsiteY26" fmla="*/ 151359 h 160484"/>
                <a:gd name="connsiteX27" fmla="*/ 25275 w 177759"/>
                <a:gd name="connsiteY27" fmla="*/ 160570 h 160484"/>
                <a:gd name="connsiteX28" fmla="*/ 37997 w 177759"/>
                <a:gd name="connsiteY28" fmla="*/ 151359 h 160484"/>
                <a:gd name="connsiteX29" fmla="*/ 52133 w 177759"/>
                <a:gd name="connsiteY29" fmla="*/ 9467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759" h="160484">
                  <a:moveTo>
                    <a:pt x="52133" y="94675"/>
                  </a:moveTo>
                  <a:cubicBezTo>
                    <a:pt x="53900" y="86881"/>
                    <a:pt x="56020" y="79441"/>
                    <a:pt x="57787" y="71648"/>
                  </a:cubicBezTo>
                  <a:cubicBezTo>
                    <a:pt x="62381" y="53580"/>
                    <a:pt x="62381" y="53225"/>
                    <a:pt x="68389" y="42952"/>
                  </a:cubicBezTo>
                  <a:cubicBezTo>
                    <a:pt x="73337" y="34449"/>
                    <a:pt x="89240" y="7879"/>
                    <a:pt x="116098" y="7879"/>
                  </a:cubicBezTo>
                  <a:cubicBezTo>
                    <a:pt x="131648" y="7879"/>
                    <a:pt x="132354" y="23821"/>
                    <a:pt x="132354" y="31261"/>
                  </a:cubicBezTo>
                  <a:cubicBezTo>
                    <a:pt x="132354" y="53225"/>
                    <a:pt x="116805" y="95384"/>
                    <a:pt x="111857" y="109555"/>
                  </a:cubicBezTo>
                  <a:cubicBezTo>
                    <a:pt x="107263" y="121600"/>
                    <a:pt x="106203" y="124788"/>
                    <a:pt x="106203" y="132228"/>
                  </a:cubicBezTo>
                  <a:cubicBezTo>
                    <a:pt x="106203" y="147816"/>
                    <a:pt x="116098" y="160570"/>
                    <a:pt x="133061" y="160570"/>
                  </a:cubicBezTo>
                  <a:cubicBezTo>
                    <a:pt x="165927" y="160570"/>
                    <a:pt x="177943" y="107783"/>
                    <a:pt x="177943" y="106012"/>
                  </a:cubicBezTo>
                  <a:cubicBezTo>
                    <a:pt x="177943" y="102469"/>
                    <a:pt x="175116" y="102469"/>
                    <a:pt x="172642" y="102469"/>
                  </a:cubicBezTo>
                  <a:cubicBezTo>
                    <a:pt x="168048" y="102469"/>
                    <a:pt x="168048" y="103178"/>
                    <a:pt x="166634" y="108492"/>
                  </a:cubicBezTo>
                  <a:cubicBezTo>
                    <a:pt x="163807" y="118057"/>
                    <a:pt x="154265" y="152776"/>
                    <a:pt x="133768" y="152776"/>
                  </a:cubicBezTo>
                  <a:cubicBezTo>
                    <a:pt x="126347" y="152776"/>
                    <a:pt x="125993" y="147462"/>
                    <a:pt x="125993" y="142502"/>
                  </a:cubicBezTo>
                  <a:cubicBezTo>
                    <a:pt x="125993" y="133645"/>
                    <a:pt x="129527" y="124434"/>
                    <a:pt x="132354" y="115931"/>
                  </a:cubicBezTo>
                  <a:cubicBezTo>
                    <a:pt x="139422" y="97155"/>
                    <a:pt x="153912" y="57477"/>
                    <a:pt x="153912" y="36929"/>
                  </a:cubicBezTo>
                  <a:cubicBezTo>
                    <a:pt x="153912" y="7879"/>
                    <a:pt x="134475" y="85"/>
                    <a:pt x="117158" y="85"/>
                  </a:cubicBezTo>
                  <a:cubicBezTo>
                    <a:pt x="88180" y="85"/>
                    <a:pt x="71216" y="21341"/>
                    <a:pt x="66622" y="28072"/>
                  </a:cubicBezTo>
                  <a:cubicBezTo>
                    <a:pt x="64148" y="10713"/>
                    <a:pt x="52133" y="85"/>
                    <a:pt x="36937" y="85"/>
                  </a:cubicBezTo>
                  <a:cubicBezTo>
                    <a:pt x="24214" y="85"/>
                    <a:pt x="17146" y="8233"/>
                    <a:pt x="11492" y="18861"/>
                  </a:cubicBezTo>
                  <a:cubicBezTo>
                    <a:pt x="4777" y="33032"/>
                    <a:pt x="183" y="53934"/>
                    <a:pt x="183" y="54643"/>
                  </a:cubicBezTo>
                  <a:cubicBezTo>
                    <a:pt x="183" y="58185"/>
                    <a:pt x="3717" y="58185"/>
                    <a:pt x="5484" y="58185"/>
                  </a:cubicBezTo>
                  <a:cubicBezTo>
                    <a:pt x="10078" y="58185"/>
                    <a:pt x="10432" y="57831"/>
                    <a:pt x="12199" y="50037"/>
                  </a:cubicBezTo>
                  <a:cubicBezTo>
                    <a:pt x="18560" y="25238"/>
                    <a:pt x="25275" y="7879"/>
                    <a:pt x="36230" y="7879"/>
                  </a:cubicBezTo>
                  <a:cubicBezTo>
                    <a:pt x="45418" y="7879"/>
                    <a:pt x="45418" y="18153"/>
                    <a:pt x="45418" y="22050"/>
                  </a:cubicBezTo>
                  <a:cubicBezTo>
                    <a:pt x="45418" y="27718"/>
                    <a:pt x="44358" y="34449"/>
                    <a:pt x="42944" y="40117"/>
                  </a:cubicBezTo>
                  <a:lnTo>
                    <a:pt x="16440" y="146399"/>
                  </a:lnTo>
                  <a:cubicBezTo>
                    <a:pt x="15733" y="148524"/>
                    <a:pt x="15379" y="150296"/>
                    <a:pt x="15379" y="151359"/>
                  </a:cubicBezTo>
                  <a:cubicBezTo>
                    <a:pt x="15379" y="155256"/>
                    <a:pt x="18207" y="160570"/>
                    <a:pt x="25275" y="160570"/>
                  </a:cubicBezTo>
                  <a:cubicBezTo>
                    <a:pt x="29515" y="160570"/>
                    <a:pt x="35523" y="158090"/>
                    <a:pt x="37997" y="151359"/>
                  </a:cubicBezTo>
                  <a:lnTo>
                    <a:pt x="52133" y="94675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85434D12-ED25-E68C-8A73-057A8668B18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275874" y="5305443"/>
              <a:ext cx="159736" cy="249761"/>
            </a:xfrm>
            <a:custGeom>
              <a:avLst/>
              <a:gdLst>
                <a:gd name="connsiteX0" fmla="*/ 158865 w 159736"/>
                <a:gd name="connsiteY0" fmla="*/ 8941 h 249761"/>
                <a:gd name="connsiteX1" fmla="*/ 159925 w 159736"/>
                <a:gd name="connsiteY1" fmla="*/ 4336 h 249761"/>
                <a:gd name="connsiteX2" fmla="*/ 154978 w 159736"/>
                <a:gd name="connsiteY2" fmla="*/ 85 h 249761"/>
                <a:gd name="connsiteX3" fmla="*/ 149323 w 159736"/>
                <a:gd name="connsiteY3" fmla="*/ 793 h 249761"/>
                <a:gd name="connsiteX4" fmla="*/ 114337 w 159736"/>
                <a:gd name="connsiteY4" fmla="*/ 3627 h 249761"/>
                <a:gd name="connsiteX5" fmla="*/ 106208 w 159736"/>
                <a:gd name="connsiteY5" fmla="*/ 11067 h 249761"/>
                <a:gd name="connsiteX6" fmla="*/ 114690 w 159736"/>
                <a:gd name="connsiteY6" fmla="*/ 14964 h 249761"/>
                <a:gd name="connsiteX7" fmla="*/ 132360 w 159736"/>
                <a:gd name="connsiteY7" fmla="*/ 20987 h 249761"/>
                <a:gd name="connsiteX8" fmla="*/ 131300 w 159736"/>
                <a:gd name="connsiteY8" fmla="*/ 27009 h 249761"/>
                <a:gd name="connsiteX9" fmla="*/ 110803 w 159736"/>
                <a:gd name="connsiteY9" fmla="*/ 109909 h 249761"/>
                <a:gd name="connsiteX10" fmla="*/ 81117 w 159736"/>
                <a:gd name="connsiteY10" fmla="*/ 89361 h 249761"/>
                <a:gd name="connsiteX11" fmla="*/ 189 w 159736"/>
                <a:gd name="connsiteY11" fmla="*/ 194934 h 249761"/>
                <a:gd name="connsiteX12" fmla="*/ 42950 w 159736"/>
                <a:gd name="connsiteY12" fmla="*/ 249846 h 249761"/>
                <a:gd name="connsiteX13" fmla="*/ 85358 w 159736"/>
                <a:gd name="connsiteY13" fmla="*/ 225047 h 249761"/>
                <a:gd name="connsiteX14" fmla="*/ 114690 w 159736"/>
                <a:gd name="connsiteY14" fmla="*/ 249846 h 249761"/>
                <a:gd name="connsiteX15" fmla="*/ 140488 w 159736"/>
                <a:gd name="connsiteY15" fmla="*/ 230007 h 249761"/>
                <a:gd name="connsiteX16" fmla="*/ 151090 w 159736"/>
                <a:gd name="connsiteY16" fmla="*/ 195288 h 249761"/>
                <a:gd name="connsiteX17" fmla="*/ 145789 w 159736"/>
                <a:gd name="connsiteY17" fmla="*/ 191746 h 249761"/>
                <a:gd name="connsiteX18" fmla="*/ 139075 w 159736"/>
                <a:gd name="connsiteY18" fmla="*/ 199894 h 249761"/>
                <a:gd name="connsiteX19" fmla="*/ 115397 w 159736"/>
                <a:gd name="connsiteY19" fmla="*/ 242052 h 249761"/>
                <a:gd name="connsiteX20" fmla="*/ 106208 w 159736"/>
                <a:gd name="connsiteY20" fmla="*/ 227527 h 249761"/>
                <a:gd name="connsiteX21" fmla="*/ 108329 w 159736"/>
                <a:gd name="connsiteY21" fmla="*/ 211230 h 249761"/>
                <a:gd name="connsiteX22" fmla="*/ 158865 w 159736"/>
                <a:gd name="connsiteY22" fmla="*/ 8941 h 249761"/>
                <a:gd name="connsiteX23" fmla="*/ 87478 w 159736"/>
                <a:gd name="connsiteY23" fmla="*/ 202728 h 249761"/>
                <a:gd name="connsiteX24" fmla="*/ 43657 w 159736"/>
                <a:gd name="connsiteY24" fmla="*/ 242052 h 249761"/>
                <a:gd name="connsiteX25" fmla="*/ 24220 w 159736"/>
                <a:gd name="connsiteY25" fmla="*/ 210522 h 249761"/>
                <a:gd name="connsiteX26" fmla="*/ 41536 w 159736"/>
                <a:gd name="connsiteY26" fmla="*/ 136479 h 249761"/>
                <a:gd name="connsiteX27" fmla="*/ 81117 w 159736"/>
                <a:gd name="connsiteY27" fmla="*/ 97155 h 249761"/>
                <a:gd name="connsiteX28" fmla="*/ 98434 w 159736"/>
                <a:gd name="connsiteY28" fmla="*/ 107429 h 249761"/>
                <a:gd name="connsiteX29" fmla="*/ 105502 w 159736"/>
                <a:gd name="connsiteY29" fmla="*/ 130102 h 249761"/>
                <a:gd name="connsiteX30" fmla="*/ 104441 w 159736"/>
                <a:gd name="connsiteY30" fmla="*/ 134708 h 249761"/>
                <a:gd name="connsiteX31" fmla="*/ 87478 w 159736"/>
                <a:gd name="connsiteY31" fmla="*/ 202728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9736" h="249761">
                  <a:moveTo>
                    <a:pt x="158865" y="8941"/>
                  </a:moveTo>
                  <a:cubicBezTo>
                    <a:pt x="159218" y="7879"/>
                    <a:pt x="159925" y="5044"/>
                    <a:pt x="159925" y="4336"/>
                  </a:cubicBezTo>
                  <a:cubicBezTo>
                    <a:pt x="159925" y="1148"/>
                    <a:pt x="157805" y="85"/>
                    <a:pt x="154978" y="85"/>
                  </a:cubicBezTo>
                  <a:cubicBezTo>
                    <a:pt x="153917" y="85"/>
                    <a:pt x="150383" y="439"/>
                    <a:pt x="149323" y="793"/>
                  </a:cubicBezTo>
                  <a:lnTo>
                    <a:pt x="114337" y="3627"/>
                  </a:lnTo>
                  <a:cubicBezTo>
                    <a:pt x="110096" y="3982"/>
                    <a:pt x="106208" y="4336"/>
                    <a:pt x="106208" y="11067"/>
                  </a:cubicBezTo>
                  <a:cubicBezTo>
                    <a:pt x="106208" y="14964"/>
                    <a:pt x="109742" y="14964"/>
                    <a:pt x="114690" y="14964"/>
                  </a:cubicBezTo>
                  <a:cubicBezTo>
                    <a:pt x="131653" y="14964"/>
                    <a:pt x="132360" y="17444"/>
                    <a:pt x="132360" y="20987"/>
                  </a:cubicBezTo>
                  <a:cubicBezTo>
                    <a:pt x="132360" y="22049"/>
                    <a:pt x="131300" y="26655"/>
                    <a:pt x="131300" y="27009"/>
                  </a:cubicBezTo>
                  <a:lnTo>
                    <a:pt x="110803" y="109909"/>
                  </a:lnTo>
                  <a:cubicBezTo>
                    <a:pt x="105502" y="98926"/>
                    <a:pt x="95960" y="89361"/>
                    <a:pt x="81117" y="89361"/>
                  </a:cubicBezTo>
                  <a:cubicBezTo>
                    <a:pt x="41890" y="89361"/>
                    <a:pt x="189" y="143210"/>
                    <a:pt x="189" y="194934"/>
                  </a:cubicBezTo>
                  <a:cubicBezTo>
                    <a:pt x="189" y="225047"/>
                    <a:pt x="16445" y="249846"/>
                    <a:pt x="42950" y="249846"/>
                  </a:cubicBezTo>
                  <a:cubicBezTo>
                    <a:pt x="55672" y="249846"/>
                    <a:pt x="71222" y="242406"/>
                    <a:pt x="85358" y="225047"/>
                  </a:cubicBezTo>
                  <a:cubicBezTo>
                    <a:pt x="89245" y="242406"/>
                    <a:pt x="102321" y="249846"/>
                    <a:pt x="114690" y="249846"/>
                  </a:cubicBezTo>
                  <a:cubicBezTo>
                    <a:pt x="127766" y="249846"/>
                    <a:pt x="135187" y="240989"/>
                    <a:pt x="140488" y="230007"/>
                  </a:cubicBezTo>
                  <a:cubicBezTo>
                    <a:pt x="146849" y="216545"/>
                    <a:pt x="151090" y="195997"/>
                    <a:pt x="151090" y="195288"/>
                  </a:cubicBezTo>
                  <a:cubicBezTo>
                    <a:pt x="151090" y="191746"/>
                    <a:pt x="148263" y="191746"/>
                    <a:pt x="145789" y="191746"/>
                  </a:cubicBezTo>
                  <a:cubicBezTo>
                    <a:pt x="141548" y="191746"/>
                    <a:pt x="141195" y="192100"/>
                    <a:pt x="139075" y="199894"/>
                  </a:cubicBezTo>
                  <a:cubicBezTo>
                    <a:pt x="134127" y="219733"/>
                    <a:pt x="127412" y="242052"/>
                    <a:pt x="115397" y="242052"/>
                  </a:cubicBezTo>
                  <a:cubicBezTo>
                    <a:pt x="106208" y="242052"/>
                    <a:pt x="106208" y="232487"/>
                    <a:pt x="106208" y="227527"/>
                  </a:cubicBezTo>
                  <a:cubicBezTo>
                    <a:pt x="106208" y="225047"/>
                    <a:pt x="106208" y="219733"/>
                    <a:pt x="108329" y="211230"/>
                  </a:cubicBezTo>
                  <a:lnTo>
                    <a:pt x="158865" y="8941"/>
                  </a:lnTo>
                  <a:close/>
                  <a:moveTo>
                    <a:pt x="87478" y="202728"/>
                  </a:moveTo>
                  <a:cubicBezTo>
                    <a:pt x="84651" y="213710"/>
                    <a:pt x="63094" y="242052"/>
                    <a:pt x="43657" y="242052"/>
                  </a:cubicBezTo>
                  <a:cubicBezTo>
                    <a:pt x="27047" y="242052"/>
                    <a:pt x="24220" y="221150"/>
                    <a:pt x="24220" y="210522"/>
                  </a:cubicBezTo>
                  <a:cubicBezTo>
                    <a:pt x="24220" y="192808"/>
                    <a:pt x="35175" y="151359"/>
                    <a:pt x="41536" y="136479"/>
                  </a:cubicBezTo>
                  <a:cubicBezTo>
                    <a:pt x="50371" y="114869"/>
                    <a:pt x="66628" y="97155"/>
                    <a:pt x="81117" y="97155"/>
                  </a:cubicBezTo>
                  <a:cubicBezTo>
                    <a:pt x="83944" y="97155"/>
                    <a:pt x="92073" y="97509"/>
                    <a:pt x="98434" y="107429"/>
                  </a:cubicBezTo>
                  <a:cubicBezTo>
                    <a:pt x="101968" y="113097"/>
                    <a:pt x="105502" y="123371"/>
                    <a:pt x="105502" y="130102"/>
                  </a:cubicBezTo>
                  <a:cubicBezTo>
                    <a:pt x="105502" y="131165"/>
                    <a:pt x="105148" y="132582"/>
                    <a:pt x="104441" y="134708"/>
                  </a:cubicBezTo>
                  <a:lnTo>
                    <a:pt x="87478" y="202728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EB9A48F6-31FF-4B85-FFA2-1C2CBDC1950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574102" y="5394719"/>
              <a:ext cx="144893" cy="160484"/>
            </a:xfrm>
            <a:custGeom>
              <a:avLst/>
              <a:gdLst>
                <a:gd name="connsiteX0" fmla="*/ 145091 w 144893"/>
                <a:gd name="connsiteY0" fmla="*/ 23467 h 160484"/>
                <a:gd name="connsiteX1" fmla="*/ 130602 w 144893"/>
                <a:gd name="connsiteY1" fmla="*/ 85 h 160484"/>
                <a:gd name="connsiteX2" fmla="*/ 113639 w 144893"/>
                <a:gd name="connsiteY2" fmla="*/ 16381 h 160484"/>
                <a:gd name="connsiteX3" fmla="*/ 118233 w 144893"/>
                <a:gd name="connsiteY3" fmla="*/ 25947 h 160484"/>
                <a:gd name="connsiteX4" fmla="*/ 127774 w 144893"/>
                <a:gd name="connsiteY4" fmla="*/ 53934 h 160484"/>
                <a:gd name="connsiteX5" fmla="*/ 70524 w 144893"/>
                <a:gd name="connsiteY5" fmla="*/ 152776 h 160484"/>
                <a:gd name="connsiteX6" fmla="*/ 47553 w 144893"/>
                <a:gd name="connsiteY6" fmla="*/ 123371 h 160484"/>
                <a:gd name="connsiteX7" fmla="*/ 68403 w 144893"/>
                <a:gd name="connsiteY7" fmla="*/ 46494 h 160484"/>
                <a:gd name="connsiteX8" fmla="*/ 72291 w 144893"/>
                <a:gd name="connsiteY8" fmla="*/ 28781 h 160484"/>
                <a:gd name="connsiteX9" fmla="*/ 45433 w 144893"/>
                <a:gd name="connsiteY9" fmla="*/ 85 h 160484"/>
                <a:gd name="connsiteX10" fmla="*/ 197 w 144893"/>
                <a:gd name="connsiteY10" fmla="*/ 54643 h 160484"/>
                <a:gd name="connsiteX11" fmla="*/ 5498 w 144893"/>
                <a:gd name="connsiteY11" fmla="*/ 58185 h 160484"/>
                <a:gd name="connsiteX12" fmla="*/ 11860 w 144893"/>
                <a:gd name="connsiteY12" fmla="*/ 52517 h 160484"/>
                <a:gd name="connsiteX13" fmla="*/ 44726 w 144893"/>
                <a:gd name="connsiteY13" fmla="*/ 7879 h 160484"/>
                <a:gd name="connsiteX14" fmla="*/ 52501 w 144893"/>
                <a:gd name="connsiteY14" fmla="*/ 18153 h 160484"/>
                <a:gd name="connsiteX15" fmla="*/ 44019 w 144893"/>
                <a:gd name="connsiteY15" fmla="*/ 50037 h 160484"/>
                <a:gd name="connsiteX16" fmla="*/ 25996 w 144893"/>
                <a:gd name="connsiteY16" fmla="*/ 118057 h 160484"/>
                <a:gd name="connsiteX17" fmla="*/ 69464 w 144893"/>
                <a:gd name="connsiteY17" fmla="*/ 160570 h 160484"/>
                <a:gd name="connsiteX18" fmla="*/ 145091 w 144893"/>
                <a:gd name="connsiteY18" fmla="*/ 23467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4893" h="160484">
                  <a:moveTo>
                    <a:pt x="145091" y="23467"/>
                  </a:moveTo>
                  <a:cubicBezTo>
                    <a:pt x="145091" y="11067"/>
                    <a:pt x="140850" y="85"/>
                    <a:pt x="130602" y="85"/>
                  </a:cubicBezTo>
                  <a:cubicBezTo>
                    <a:pt x="122474" y="85"/>
                    <a:pt x="113639" y="8233"/>
                    <a:pt x="113639" y="16381"/>
                  </a:cubicBezTo>
                  <a:cubicBezTo>
                    <a:pt x="113639" y="20987"/>
                    <a:pt x="116112" y="23467"/>
                    <a:pt x="118233" y="25947"/>
                  </a:cubicBezTo>
                  <a:cubicBezTo>
                    <a:pt x="126714" y="35158"/>
                    <a:pt x="127774" y="46494"/>
                    <a:pt x="127774" y="53934"/>
                  </a:cubicBezTo>
                  <a:cubicBezTo>
                    <a:pt x="127774" y="63854"/>
                    <a:pt x="111165" y="152776"/>
                    <a:pt x="70524" y="152776"/>
                  </a:cubicBezTo>
                  <a:cubicBezTo>
                    <a:pt x="51440" y="152776"/>
                    <a:pt x="47553" y="135062"/>
                    <a:pt x="47553" y="123371"/>
                  </a:cubicBezTo>
                  <a:cubicBezTo>
                    <a:pt x="47553" y="102823"/>
                    <a:pt x="58862" y="72002"/>
                    <a:pt x="68403" y="46494"/>
                  </a:cubicBezTo>
                  <a:cubicBezTo>
                    <a:pt x="70170" y="40826"/>
                    <a:pt x="72291" y="35512"/>
                    <a:pt x="72291" y="28781"/>
                  </a:cubicBezTo>
                  <a:cubicBezTo>
                    <a:pt x="72291" y="11067"/>
                    <a:pt x="60629" y="85"/>
                    <a:pt x="45433" y="85"/>
                  </a:cubicBezTo>
                  <a:cubicBezTo>
                    <a:pt x="12566" y="85"/>
                    <a:pt x="197" y="52517"/>
                    <a:pt x="197" y="54643"/>
                  </a:cubicBezTo>
                  <a:cubicBezTo>
                    <a:pt x="197" y="58185"/>
                    <a:pt x="3731" y="58185"/>
                    <a:pt x="5498" y="58185"/>
                  </a:cubicBezTo>
                  <a:cubicBezTo>
                    <a:pt x="10093" y="58185"/>
                    <a:pt x="10446" y="57477"/>
                    <a:pt x="11860" y="52517"/>
                  </a:cubicBezTo>
                  <a:cubicBezTo>
                    <a:pt x="14687" y="41534"/>
                    <a:pt x="24229" y="7879"/>
                    <a:pt x="44726" y="7879"/>
                  </a:cubicBezTo>
                  <a:cubicBezTo>
                    <a:pt x="48613" y="7879"/>
                    <a:pt x="52501" y="8941"/>
                    <a:pt x="52501" y="18153"/>
                  </a:cubicBezTo>
                  <a:cubicBezTo>
                    <a:pt x="52501" y="26655"/>
                    <a:pt x="48967" y="36220"/>
                    <a:pt x="44019" y="50037"/>
                  </a:cubicBezTo>
                  <a:cubicBezTo>
                    <a:pt x="33064" y="80150"/>
                    <a:pt x="25996" y="101406"/>
                    <a:pt x="25996" y="118057"/>
                  </a:cubicBezTo>
                  <a:cubicBezTo>
                    <a:pt x="25996" y="150296"/>
                    <a:pt x="48613" y="160570"/>
                    <a:pt x="69464" y="160570"/>
                  </a:cubicBezTo>
                  <a:cubicBezTo>
                    <a:pt x="128835" y="160570"/>
                    <a:pt x="145091" y="32678"/>
                    <a:pt x="145091" y="23467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945FB166-AFBF-0FDC-D529-64893C3D0A7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745499" y="5394719"/>
              <a:ext cx="150901" cy="160484"/>
            </a:xfrm>
            <a:custGeom>
              <a:avLst/>
              <a:gdLst>
                <a:gd name="connsiteX0" fmla="*/ 85371 w 150901"/>
                <a:gd name="connsiteY0" fmla="*/ 135771 h 160484"/>
                <a:gd name="connsiteX1" fmla="*/ 114703 w 150901"/>
                <a:gd name="connsiteY1" fmla="*/ 160570 h 160484"/>
                <a:gd name="connsiteX2" fmla="*/ 140501 w 150901"/>
                <a:gd name="connsiteY2" fmla="*/ 140730 h 160484"/>
                <a:gd name="connsiteX3" fmla="*/ 151103 w 150901"/>
                <a:gd name="connsiteY3" fmla="*/ 106012 h 160484"/>
                <a:gd name="connsiteX4" fmla="*/ 145802 w 150901"/>
                <a:gd name="connsiteY4" fmla="*/ 102469 h 160484"/>
                <a:gd name="connsiteX5" fmla="*/ 139088 w 150901"/>
                <a:gd name="connsiteY5" fmla="*/ 110617 h 160484"/>
                <a:gd name="connsiteX6" fmla="*/ 115410 w 150901"/>
                <a:gd name="connsiteY6" fmla="*/ 152776 h 160484"/>
                <a:gd name="connsiteX7" fmla="*/ 106222 w 150901"/>
                <a:gd name="connsiteY7" fmla="*/ 138251 h 160484"/>
                <a:gd name="connsiteX8" fmla="*/ 108696 w 150901"/>
                <a:gd name="connsiteY8" fmla="*/ 120183 h 160484"/>
                <a:gd name="connsiteX9" fmla="*/ 132727 w 150901"/>
                <a:gd name="connsiteY9" fmla="*/ 23821 h 160484"/>
                <a:gd name="connsiteX10" fmla="*/ 134140 w 150901"/>
                <a:gd name="connsiteY10" fmla="*/ 16381 h 160484"/>
                <a:gd name="connsiteX11" fmla="*/ 124598 w 150901"/>
                <a:gd name="connsiteY11" fmla="*/ 7170 h 160484"/>
                <a:gd name="connsiteX12" fmla="*/ 110463 w 150901"/>
                <a:gd name="connsiteY12" fmla="*/ 20987 h 160484"/>
                <a:gd name="connsiteX13" fmla="*/ 81130 w 150901"/>
                <a:gd name="connsiteY13" fmla="*/ 85 h 160484"/>
                <a:gd name="connsiteX14" fmla="*/ 202 w 150901"/>
                <a:gd name="connsiteY14" fmla="*/ 105658 h 160484"/>
                <a:gd name="connsiteX15" fmla="*/ 42963 w 150901"/>
                <a:gd name="connsiteY15" fmla="*/ 160570 h 160484"/>
                <a:gd name="connsiteX16" fmla="*/ 85371 w 150901"/>
                <a:gd name="connsiteY16" fmla="*/ 135771 h 160484"/>
                <a:gd name="connsiteX17" fmla="*/ 104455 w 150901"/>
                <a:gd name="connsiteY17" fmla="*/ 45786 h 160484"/>
                <a:gd name="connsiteX18" fmla="*/ 87845 w 150901"/>
                <a:gd name="connsiteY18" fmla="*/ 112743 h 160484"/>
                <a:gd name="connsiteX19" fmla="*/ 43670 w 150901"/>
                <a:gd name="connsiteY19" fmla="*/ 152776 h 160484"/>
                <a:gd name="connsiteX20" fmla="*/ 24233 w 150901"/>
                <a:gd name="connsiteY20" fmla="*/ 121246 h 160484"/>
                <a:gd name="connsiteX21" fmla="*/ 41550 w 150901"/>
                <a:gd name="connsiteY21" fmla="*/ 47203 h 160484"/>
                <a:gd name="connsiteX22" fmla="*/ 81130 w 150901"/>
                <a:gd name="connsiteY22" fmla="*/ 7879 h 160484"/>
                <a:gd name="connsiteX23" fmla="*/ 105515 w 150901"/>
                <a:gd name="connsiteY23" fmla="*/ 41180 h 160484"/>
                <a:gd name="connsiteX24" fmla="*/ 104455 w 150901"/>
                <a:gd name="connsiteY24" fmla="*/ 45786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0901" h="160484">
                  <a:moveTo>
                    <a:pt x="85371" y="135771"/>
                  </a:moveTo>
                  <a:cubicBezTo>
                    <a:pt x="89259" y="153130"/>
                    <a:pt x="102334" y="160570"/>
                    <a:pt x="114703" y="160570"/>
                  </a:cubicBezTo>
                  <a:cubicBezTo>
                    <a:pt x="127779" y="160570"/>
                    <a:pt x="135200" y="151713"/>
                    <a:pt x="140501" y="140730"/>
                  </a:cubicBezTo>
                  <a:cubicBezTo>
                    <a:pt x="146863" y="127268"/>
                    <a:pt x="151103" y="106720"/>
                    <a:pt x="151103" y="106012"/>
                  </a:cubicBezTo>
                  <a:cubicBezTo>
                    <a:pt x="151103" y="102469"/>
                    <a:pt x="148276" y="102469"/>
                    <a:pt x="145802" y="102469"/>
                  </a:cubicBezTo>
                  <a:cubicBezTo>
                    <a:pt x="141562" y="102469"/>
                    <a:pt x="141208" y="102823"/>
                    <a:pt x="139088" y="110617"/>
                  </a:cubicBezTo>
                  <a:cubicBezTo>
                    <a:pt x="134140" y="130457"/>
                    <a:pt x="127426" y="152776"/>
                    <a:pt x="115410" y="152776"/>
                  </a:cubicBezTo>
                  <a:cubicBezTo>
                    <a:pt x="106222" y="152776"/>
                    <a:pt x="106222" y="143210"/>
                    <a:pt x="106222" y="138251"/>
                  </a:cubicBezTo>
                  <a:cubicBezTo>
                    <a:pt x="106222" y="135771"/>
                    <a:pt x="106222" y="130102"/>
                    <a:pt x="108696" y="120183"/>
                  </a:cubicBezTo>
                  <a:lnTo>
                    <a:pt x="132727" y="23821"/>
                  </a:lnTo>
                  <a:cubicBezTo>
                    <a:pt x="134140" y="18861"/>
                    <a:pt x="134140" y="18153"/>
                    <a:pt x="134140" y="16381"/>
                  </a:cubicBezTo>
                  <a:cubicBezTo>
                    <a:pt x="134140" y="8941"/>
                    <a:pt x="128132" y="7170"/>
                    <a:pt x="124598" y="7170"/>
                  </a:cubicBezTo>
                  <a:cubicBezTo>
                    <a:pt x="113290" y="7170"/>
                    <a:pt x="110816" y="19215"/>
                    <a:pt x="110463" y="20987"/>
                  </a:cubicBezTo>
                  <a:cubicBezTo>
                    <a:pt x="103748" y="5753"/>
                    <a:pt x="92439" y="85"/>
                    <a:pt x="81130" y="85"/>
                  </a:cubicBezTo>
                  <a:cubicBezTo>
                    <a:pt x="41903" y="85"/>
                    <a:pt x="202" y="53934"/>
                    <a:pt x="202" y="105658"/>
                  </a:cubicBezTo>
                  <a:cubicBezTo>
                    <a:pt x="202" y="135771"/>
                    <a:pt x="16458" y="160570"/>
                    <a:pt x="42963" y="160570"/>
                  </a:cubicBezTo>
                  <a:cubicBezTo>
                    <a:pt x="55686" y="160570"/>
                    <a:pt x="71235" y="153130"/>
                    <a:pt x="85371" y="135771"/>
                  </a:cubicBezTo>
                  <a:close/>
                  <a:moveTo>
                    <a:pt x="104455" y="45786"/>
                  </a:moveTo>
                  <a:lnTo>
                    <a:pt x="87845" y="112743"/>
                  </a:lnTo>
                  <a:cubicBezTo>
                    <a:pt x="85018" y="124080"/>
                    <a:pt x="63107" y="152776"/>
                    <a:pt x="43670" y="152776"/>
                  </a:cubicBezTo>
                  <a:cubicBezTo>
                    <a:pt x="27060" y="152776"/>
                    <a:pt x="24233" y="131874"/>
                    <a:pt x="24233" y="121246"/>
                  </a:cubicBezTo>
                  <a:cubicBezTo>
                    <a:pt x="24233" y="103532"/>
                    <a:pt x="35189" y="62082"/>
                    <a:pt x="41550" y="47203"/>
                  </a:cubicBezTo>
                  <a:cubicBezTo>
                    <a:pt x="50385" y="25592"/>
                    <a:pt x="66641" y="7879"/>
                    <a:pt x="81130" y="7879"/>
                  </a:cubicBezTo>
                  <a:cubicBezTo>
                    <a:pt x="96680" y="7879"/>
                    <a:pt x="105515" y="26301"/>
                    <a:pt x="105515" y="41180"/>
                  </a:cubicBezTo>
                  <a:cubicBezTo>
                    <a:pt x="105515" y="41889"/>
                    <a:pt x="105162" y="43660"/>
                    <a:pt x="104455" y="45786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A24C8802-21D9-F964-3819-04D6CFF6A25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921177" y="5305443"/>
              <a:ext cx="74920" cy="249761"/>
            </a:xfrm>
            <a:custGeom>
              <a:avLst/>
              <a:gdLst>
                <a:gd name="connsiteX0" fmla="*/ 74068 w 74920"/>
                <a:gd name="connsiteY0" fmla="*/ 8941 h 249761"/>
                <a:gd name="connsiteX1" fmla="*/ 75128 w 74920"/>
                <a:gd name="connsiteY1" fmla="*/ 4336 h 249761"/>
                <a:gd name="connsiteX2" fmla="*/ 70180 w 74920"/>
                <a:gd name="connsiteY2" fmla="*/ 85 h 249761"/>
                <a:gd name="connsiteX3" fmla="*/ 64526 w 74920"/>
                <a:gd name="connsiteY3" fmla="*/ 793 h 249761"/>
                <a:gd name="connsiteX4" fmla="*/ 29539 w 74920"/>
                <a:gd name="connsiteY4" fmla="*/ 3627 h 249761"/>
                <a:gd name="connsiteX5" fmla="*/ 21411 w 74920"/>
                <a:gd name="connsiteY5" fmla="*/ 11067 h 249761"/>
                <a:gd name="connsiteX6" fmla="*/ 29893 w 74920"/>
                <a:gd name="connsiteY6" fmla="*/ 14964 h 249761"/>
                <a:gd name="connsiteX7" fmla="*/ 47563 w 74920"/>
                <a:gd name="connsiteY7" fmla="*/ 20987 h 249761"/>
                <a:gd name="connsiteX8" fmla="*/ 46502 w 74920"/>
                <a:gd name="connsiteY8" fmla="*/ 27009 h 249761"/>
                <a:gd name="connsiteX9" fmla="*/ 2328 w 74920"/>
                <a:gd name="connsiteY9" fmla="*/ 204145 h 249761"/>
                <a:gd name="connsiteX10" fmla="*/ 207 w 74920"/>
                <a:gd name="connsiteY10" fmla="*/ 217962 h 249761"/>
                <a:gd name="connsiteX11" fmla="*/ 29893 w 74920"/>
                <a:gd name="connsiteY11" fmla="*/ 249846 h 249761"/>
                <a:gd name="connsiteX12" fmla="*/ 54984 w 74920"/>
                <a:gd name="connsiteY12" fmla="*/ 231424 h 249761"/>
                <a:gd name="connsiteX13" fmla="*/ 65939 w 74920"/>
                <a:gd name="connsiteY13" fmla="*/ 195288 h 249761"/>
                <a:gd name="connsiteX14" fmla="*/ 60638 w 74920"/>
                <a:gd name="connsiteY14" fmla="*/ 191746 h 249761"/>
                <a:gd name="connsiteX15" fmla="*/ 55691 w 74920"/>
                <a:gd name="connsiteY15" fmla="*/ 193517 h 249761"/>
                <a:gd name="connsiteX16" fmla="*/ 53217 w 74920"/>
                <a:gd name="connsiteY16" fmla="*/ 202374 h 249761"/>
                <a:gd name="connsiteX17" fmla="*/ 30599 w 74920"/>
                <a:gd name="connsiteY17" fmla="*/ 242052 h 249761"/>
                <a:gd name="connsiteX18" fmla="*/ 21411 w 74920"/>
                <a:gd name="connsiteY18" fmla="*/ 227527 h 249761"/>
                <a:gd name="connsiteX19" fmla="*/ 23531 w 74920"/>
                <a:gd name="connsiteY19" fmla="*/ 211230 h 249761"/>
                <a:gd name="connsiteX20" fmla="*/ 74068 w 74920"/>
                <a:gd name="connsiteY20" fmla="*/ 8941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4920" h="249761">
                  <a:moveTo>
                    <a:pt x="74068" y="8941"/>
                  </a:moveTo>
                  <a:cubicBezTo>
                    <a:pt x="74421" y="7879"/>
                    <a:pt x="75128" y="5044"/>
                    <a:pt x="75128" y="4336"/>
                  </a:cubicBezTo>
                  <a:cubicBezTo>
                    <a:pt x="75128" y="1148"/>
                    <a:pt x="73007" y="85"/>
                    <a:pt x="70180" y="85"/>
                  </a:cubicBezTo>
                  <a:cubicBezTo>
                    <a:pt x="69120" y="85"/>
                    <a:pt x="65586" y="439"/>
                    <a:pt x="64526" y="793"/>
                  </a:cubicBezTo>
                  <a:lnTo>
                    <a:pt x="29539" y="3627"/>
                  </a:lnTo>
                  <a:cubicBezTo>
                    <a:pt x="25298" y="3982"/>
                    <a:pt x="21411" y="4336"/>
                    <a:pt x="21411" y="11067"/>
                  </a:cubicBezTo>
                  <a:cubicBezTo>
                    <a:pt x="21411" y="14964"/>
                    <a:pt x="24945" y="14964"/>
                    <a:pt x="29893" y="14964"/>
                  </a:cubicBezTo>
                  <a:cubicBezTo>
                    <a:pt x="46856" y="14964"/>
                    <a:pt x="47563" y="17444"/>
                    <a:pt x="47563" y="20987"/>
                  </a:cubicBezTo>
                  <a:cubicBezTo>
                    <a:pt x="47563" y="22049"/>
                    <a:pt x="46502" y="26655"/>
                    <a:pt x="46502" y="27009"/>
                  </a:cubicBezTo>
                  <a:lnTo>
                    <a:pt x="2328" y="204145"/>
                  </a:lnTo>
                  <a:cubicBezTo>
                    <a:pt x="1974" y="205562"/>
                    <a:pt x="207" y="212648"/>
                    <a:pt x="207" y="217962"/>
                  </a:cubicBezTo>
                  <a:cubicBezTo>
                    <a:pt x="207" y="236738"/>
                    <a:pt x="12930" y="249846"/>
                    <a:pt x="29893" y="249846"/>
                  </a:cubicBezTo>
                  <a:cubicBezTo>
                    <a:pt x="43322" y="249846"/>
                    <a:pt x="50390" y="240281"/>
                    <a:pt x="54984" y="231424"/>
                  </a:cubicBezTo>
                  <a:cubicBezTo>
                    <a:pt x="60992" y="219024"/>
                    <a:pt x="65939" y="196351"/>
                    <a:pt x="65939" y="195288"/>
                  </a:cubicBezTo>
                  <a:cubicBezTo>
                    <a:pt x="65939" y="191746"/>
                    <a:pt x="63112" y="191746"/>
                    <a:pt x="60638" y="191746"/>
                  </a:cubicBezTo>
                  <a:cubicBezTo>
                    <a:pt x="58871" y="191746"/>
                    <a:pt x="56751" y="191746"/>
                    <a:pt x="55691" y="193517"/>
                  </a:cubicBezTo>
                  <a:lnTo>
                    <a:pt x="53217" y="202374"/>
                  </a:lnTo>
                  <a:cubicBezTo>
                    <a:pt x="47209" y="227173"/>
                    <a:pt x="40495" y="242052"/>
                    <a:pt x="30599" y="242052"/>
                  </a:cubicBezTo>
                  <a:cubicBezTo>
                    <a:pt x="21411" y="242052"/>
                    <a:pt x="21411" y="232487"/>
                    <a:pt x="21411" y="227527"/>
                  </a:cubicBezTo>
                  <a:cubicBezTo>
                    <a:pt x="21411" y="225047"/>
                    <a:pt x="21411" y="219733"/>
                    <a:pt x="23531" y="211230"/>
                  </a:cubicBezTo>
                  <a:lnTo>
                    <a:pt x="74068" y="8941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9F549DF6-D214-5C2B-D9AF-6BE6BEF36A7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007602" y="5394719"/>
              <a:ext cx="168924" cy="160484"/>
            </a:xfrm>
            <a:custGeom>
              <a:avLst/>
              <a:gdLst>
                <a:gd name="connsiteX0" fmla="*/ 152171 w 168924"/>
                <a:gd name="connsiteY0" fmla="*/ 18153 h 160484"/>
                <a:gd name="connsiteX1" fmla="*/ 153231 w 168924"/>
                <a:gd name="connsiteY1" fmla="*/ 13193 h 160484"/>
                <a:gd name="connsiteX2" fmla="*/ 143336 w 168924"/>
                <a:gd name="connsiteY2" fmla="*/ 3982 h 160484"/>
                <a:gd name="connsiteX3" fmla="*/ 129554 w 168924"/>
                <a:gd name="connsiteY3" fmla="*/ 17090 h 160484"/>
                <a:gd name="connsiteX4" fmla="*/ 103756 w 168924"/>
                <a:gd name="connsiteY4" fmla="*/ 120537 h 160484"/>
                <a:gd name="connsiteX5" fmla="*/ 98808 w 168924"/>
                <a:gd name="connsiteY5" fmla="*/ 132228 h 160484"/>
                <a:gd name="connsiteX6" fmla="*/ 66295 w 168924"/>
                <a:gd name="connsiteY6" fmla="*/ 152776 h 160484"/>
                <a:gd name="connsiteX7" fmla="*/ 47212 w 168924"/>
                <a:gd name="connsiteY7" fmla="*/ 125497 h 160484"/>
                <a:gd name="connsiteX8" fmla="*/ 67709 w 168924"/>
                <a:gd name="connsiteY8" fmla="*/ 47911 h 160484"/>
                <a:gd name="connsiteX9" fmla="*/ 72303 w 168924"/>
                <a:gd name="connsiteY9" fmla="*/ 28781 h 160484"/>
                <a:gd name="connsiteX10" fmla="*/ 45445 w 168924"/>
                <a:gd name="connsiteY10" fmla="*/ 85 h 160484"/>
                <a:gd name="connsiteX11" fmla="*/ 210 w 168924"/>
                <a:gd name="connsiteY11" fmla="*/ 54643 h 160484"/>
                <a:gd name="connsiteX12" fmla="*/ 5511 w 168924"/>
                <a:gd name="connsiteY12" fmla="*/ 58185 h 160484"/>
                <a:gd name="connsiteX13" fmla="*/ 11872 w 168924"/>
                <a:gd name="connsiteY13" fmla="*/ 52517 h 160484"/>
                <a:gd name="connsiteX14" fmla="*/ 44738 w 168924"/>
                <a:gd name="connsiteY14" fmla="*/ 7879 h 160484"/>
                <a:gd name="connsiteX15" fmla="*/ 52513 w 168924"/>
                <a:gd name="connsiteY15" fmla="*/ 18153 h 160484"/>
                <a:gd name="connsiteX16" fmla="*/ 44031 w 168924"/>
                <a:gd name="connsiteY16" fmla="*/ 50037 h 160484"/>
                <a:gd name="connsiteX17" fmla="*/ 25654 w 168924"/>
                <a:gd name="connsiteY17" fmla="*/ 119474 h 160484"/>
                <a:gd name="connsiteX18" fmla="*/ 65235 w 168924"/>
                <a:gd name="connsiteY18" fmla="*/ 160570 h 160484"/>
                <a:gd name="connsiteX19" fmla="*/ 104462 w 168924"/>
                <a:gd name="connsiteY19" fmla="*/ 139313 h 160484"/>
                <a:gd name="connsiteX20" fmla="*/ 132734 w 168924"/>
                <a:gd name="connsiteY20" fmla="*/ 160570 h 160484"/>
                <a:gd name="connsiteX21" fmla="*/ 158532 w 168924"/>
                <a:gd name="connsiteY21" fmla="*/ 140730 h 160484"/>
                <a:gd name="connsiteX22" fmla="*/ 169134 w 168924"/>
                <a:gd name="connsiteY22" fmla="*/ 106012 h 160484"/>
                <a:gd name="connsiteX23" fmla="*/ 163833 w 168924"/>
                <a:gd name="connsiteY23" fmla="*/ 102469 h 160484"/>
                <a:gd name="connsiteX24" fmla="*/ 157119 w 168924"/>
                <a:gd name="connsiteY24" fmla="*/ 110617 h 160484"/>
                <a:gd name="connsiteX25" fmla="*/ 133441 w 168924"/>
                <a:gd name="connsiteY25" fmla="*/ 152776 h 160484"/>
                <a:gd name="connsiteX26" fmla="*/ 124253 w 168924"/>
                <a:gd name="connsiteY26" fmla="*/ 138251 h 160484"/>
                <a:gd name="connsiteX27" fmla="*/ 126726 w 168924"/>
                <a:gd name="connsiteY27" fmla="*/ 120183 h 160484"/>
                <a:gd name="connsiteX28" fmla="*/ 152171 w 168924"/>
                <a:gd name="connsiteY28" fmla="*/ 1815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8924" h="160484">
                  <a:moveTo>
                    <a:pt x="152171" y="18153"/>
                  </a:moveTo>
                  <a:cubicBezTo>
                    <a:pt x="152878" y="16027"/>
                    <a:pt x="153231" y="14256"/>
                    <a:pt x="153231" y="13193"/>
                  </a:cubicBezTo>
                  <a:cubicBezTo>
                    <a:pt x="153231" y="9296"/>
                    <a:pt x="150404" y="3982"/>
                    <a:pt x="143336" y="3982"/>
                  </a:cubicBezTo>
                  <a:cubicBezTo>
                    <a:pt x="132734" y="3982"/>
                    <a:pt x="130261" y="14256"/>
                    <a:pt x="129554" y="17090"/>
                  </a:cubicBezTo>
                  <a:lnTo>
                    <a:pt x="103756" y="120537"/>
                  </a:lnTo>
                  <a:cubicBezTo>
                    <a:pt x="101989" y="126914"/>
                    <a:pt x="101989" y="127622"/>
                    <a:pt x="98808" y="132228"/>
                  </a:cubicBezTo>
                  <a:cubicBezTo>
                    <a:pt x="92093" y="142148"/>
                    <a:pt x="81845" y="152776"/>
                    <a:pt x="66295" y="152776"/>
                  </a:cubicBezTo>
                  <a:cubicBezTo>
                    <a:pt x="50392" y="152776"/>
                    <a:pt x="47212" y="137188"/>
                    <a:pt x="47212" y="125497"/>
                  </a:cubicBezTo>
                  <a:cubicBezTo>
                    <a:pt x="47212" y="103886"/>
                    <a:pt x="58874" y="72002"/>
                    <a:pt x="67709" y="47911"/>
                  </a:cubicBezTo>
                  <a:cubicBezTo>
                    <a:pt x="70536" y="40472"/>
                    <a:pt x="72303" y="35512"/>
                    <a:pt x="72303" y="28781"/>
                  </a:cubicBezTo>
                  <a:cubicBezTo>
                    <a:pt x="72303" y="11067"/>
                    <a:pt x="60641" y="85"/>
                    <a:pt x="45445" y="85"/>
                  </a:cubicBezTo>
                  <a:cubicBezTo>
                    <a:pt x="12579" y="85"/>
                    <a:pt x="210" y="52517"/>
                    <a:pt x="210" y="54643"/>
                  </a:cubicBezTo>
                  <a:cubicBezTo>
                    <a:pt x="210" y="58185"/>
                    <a:pt x="3744" y="58185"/>
                    <a:pt x="5511" y="58185"/>
                  </a:cubicBezTo>
                  <a:cubicBezTo>
                    <a:pt x="10105" y="58185"/>
                    <a:pt x="10458" y="57477"/>
                    <a:pt x="11872" y="52517"/>
                  </a:cubicBezTo>
                  <a:cubicBezTo>
                    <a:pt x="14699" y="41534"/>
                    <a:pt x="24241" y="7879"/>
                    <a:pt x="44738" y="7879"/>
                  </a:cubicBezTo>
                  <a:cubicBezTo>
                    <a:pt x="48625" y="7879"/>
                    <a:pt x="52513" y="8941"/>
                    <a:pt x="52513" y="18153"/>
                  </a:cubicBezTo>
                  <a:cubicBezTo>
                    <a:pt x="52513" y="26655"/>
                    <a:pt x="48979" y="36220"/>
                    <a:pt x="44031" y="50037"/>
                  </a:cubicBezTo>
                  <a:cubicBezTo>
                    <a:pt x="34843" y="74836"/>
                    <a:pt x="25654" y="101052"/>
                    <a:pt x="25654" y="119474"/>
                  </a:cubicBezTo>
                  <a:cubicBezTo>
                    <a:pt x="25654" y="150296"/>
                    <a:pt x="46152" y="160570"/>
                    <a:pt x="65235" y="160570"/>
                  </a:cubicBezTo>
                  <a:cubicBezTo>
                    <a:pt x="83965" y="160570"/>
                    <a:pt x="95981" y="149942"/>
                    <a:pt x="104462" y="139313"/>
                  </a:cubicBezTo>
                  <a:cubicBezTo>
                    <a:pt x="110824" y="158444"/>
                    <a:pt x="126020" y="160570"/>
                    <a:pt x="132734" y="160570"/>
                  </a:cubicBezTo>
                  <a:cubicBezTo>
                    <a:pt x="145810" y="160570"/>
                    <a:pt x="153231" y="151713"/>
                    <a:pt x="158532" y="140730"/>
                  </a:cubicBezTo>
                  <a:cubicBezTo>
                    <a:pt x="164894" y="127268"/>
                    <a:pt x="169134" y="106720"/>
                    <a:pt x="169134" y="106012"/>
                  </a:cubicBezTo>
                  <a:cubicBezTo>
                    <a:pt x="169134" y="102469"/>
                    <a:pt x="166307" y="102469"/>
                    <a:pt x="163833" y="102469"/>
                  </a:cubicBezTo>
                  <a:cubicBezTo>
                    <a:pt x="159593" y="102469"/>
                    <a:pt x="159239" y="102823"/>
                    <a:pt x="157119" y="110617"/>
                  </a:cubicBezTo>
                  <a:cubicBezTo>
                    <a:pt x="152171" y="130457"/>
                    <a:pt x="145457" y="152776"/>
                    <a:pt x="133441" y="152776"/>
                  </a:cubicBezTo>
                  <a:cubicBezTo>
                    <a:pt x="124253" y="152776"/>
                    <a:pt x="124253" y="143210"/>
                    <a:pt x="124253" y="138251"/>
                  </a:cubicBezTo>
                  <a:cubicBezTo>
                    <a:pt x="124253" y="135771"/>
                    <a:pt x="124253" y="130102"/>
                    <a:pt x="126726" y="120183"/>
                  </a:cubicBezTo>
                  <a:lnTo>
                    <a:pt x="152171" y="18153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9852A88B-769E-D4B5-D7EB-2BC915B961B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208214" y="5394719"/>
              <a:ext cx="125103" cy="160484"/>
            </a:xfrm>
            <a:custGeom>
              <a:avLst/>
              <a:gdLst>
                <a:gd name="connsiteX0" fmla="*/ 44390 w 125103"/>
                <a:gd name="connsiteY0" fmla="*/ 74836 h 160484"/>
                <a:gd name="connsiteX1" fmla="*/ 95633 w 125103"/>
                <a:gd name="connsiteY1" fmla="*/ 67042 h 160484"/>
                <a:gd name="connsiteX2" fmla="*/ 123551 w 125103"/>
                <a:gd name="connsiteY2" fmla="*/ 30198 h 160484"/>
                <a:gd name="connsiteX3" fmla="*/ 87858 w 125103"/>
                <a:gd name="connsiteY3" fmla="*/ 85 h 160484"/>
                <a:gd name="connsiteX4" fmla="*/ 215 w 125103"/>
                <a:gd name="connsiteY4" fmla="*/ 98572 h 160484"/>
                <a:gd name="connsiteX5" fmla="*/ 50751 w 125103"/>
                <a:gd name="connsiteY5" fmla="*/ 160570 h 160484"/>
                <a:gd name="connsiteX6" fmla="*/ 125318 w 125103"/>
                <a:gd name="connsiteY6" fmla="*/ 119828 h 160484"/>
                <a:gd name="connsiteX7" fmla="*/ 119664 w 125103"/>
                <a:gd name="connsiteY7" fmla="*/ 114160 h 160484"/>
                <a:gd name="connsiteX8" fmla="*/ 115070 w 125103"/>
                <a:gd name="connsiteY8" fmla="*/ 118057 h 160484"/>
                <a:gd name="connsiteX9" fmla="*/ 51458 w 125103"/>
                <a:gd name="connsiteY9" fmla="*/ 152776 h 160484"/>
                <a:gd name="connsiteX10" fmla="*/ 24600 w 125103"/>
                <a:gd name="connsiteY10" fmla="*/ 113806 h 160484"/>
                <a:gd name="connsiteX11" fmla="*/ 30607 w 125103"/>
                <a:gd name="connsiteY11" fmla="*/ 74836 h 160484"/>
                <a:gd name="connsiteX12" fmla="*/ 44390 w 125103"/>
                <a:gd name="connsiteY12" fmla="*/ 74836 h 160484"/>
                <a:gd name="connsiteX13" fmla="*/ 32728 w 125103"/>
                <a:gd name="connsiteY13" fmla="*/ 67042 h 160484"/>
                <a:gd name="connsiteX14" fmla="*/ 87858 w 125103"/>
                <a:gd name="connsiteY14" fmla="*/ 7879 h 160484"/>
                <a:gd name="connsiteX15" fmla="*/ 110122 w 125103"/>
                <a:gd name="connsiteY15" fmla="*/ 29489 h 160484"/>
                <a:gd name="connsiteX16" fmla="*/ 40149 w 125103"/>
                <a:gd name="connsiteY16" fmla="*/ 67042 h 160484"/>
                <a:gd name="connsiteX17" fmla="*/ 32728 w 125103"/>
                <a:gd name="connsiteY17" fmla="*/ 67042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103" h="160484">
                  <a:moveTo>
                    <a:pt x="44390" y="74836"/>
                  </a:moveTo>
                  <a:cubicBezTo>
                    <a:pt x="54992" y="74836"/>
                    <a:pt x="78670" y="73773"/>
                    <a:pt x="95633" y="67042"/>
                  </a:cubicBezTo>
                  <a:cubicBezTo>
                    <a:pt x="123551" y="55705"/>
                    <a:pt x="123551" y="32678"/>
                    <a:pt x="123551" y="30198"/>
                  </a:cubicBezTo>
                  <a:cubicBezTo>
                    <a:pt x="123551" y="13901"/>
                    <a:pt x="110476" y="85"/>
                    <a:pt x="87858" y="85"/>
                  </a:cubicBezTo>
                  <a:cubicBezTo>
                    <a:pt x="50751" y="85"/>
                    <a:pt x="215" y="35866"/>
                    <a:pt x="215" y="98572"/>
                  </a:cubicBezTo>
                  <a:cubicBezTo>
                    <a:pt x="215" y="130457"/>
                    <a:pt x="17178" y="160570"/>
                    <a:pt x="50751" y="160570"/>
                  </a:cubicBezTo>
                  <a:cubicBezTo>
                    <a:pt x="95986" y="160570"/>
                    <a:pt x="125318" y="125143"/>
                    <a:pt x="125318" y="119828"/>
                  </a:cubicBezTo>
                  <a:cubicBezTo>
                    <a:pt x="125318" y="118057"/>
                    <a:pt x="122491" y="114160"/>
                    <a:pt x="119664" y="114160"/>
                  </a:cubicBezTo>
                  <a:cubicBezTo>
                    <a:pt x="118250" y="114160"/>
                    <a:pt x="117897" y="114514"/>
                    <a:pt x="115070" y="118057"/>
                  </a:cubicBezTo>
                  <a:cubicBezTo>
                    <a:pt x="88918" y="151359"/>
                    <a:pt x="57466" y="152776"/>
                    <a:pt x="51458" y="152776"/>
                  </a:cubicBezTo>
                  <a:cubicBezTo>
                    <a:pt x="28487" y="152776"/>
                    <a:pt x="24600" y="127622"/>
                    <a:pt x="24600" y="113806"/>
                  </a:cubicBezTo>
                  <a:cubicBezTo>
                    <a:pt x="24600" y="100344"/>
                    <a:pt x="28134" y="84401"/>
                    <a:pt x="30607" y="74836"/>
                  </a:cubicBezTo>
                  <a:lnTo>
                    <a:pt x="44390" y="74836"/>
                  </a:lnTo>
                  <a:close/>
                  <a:moveTo>
                    <a:pt x="32728" y="67042"/>
                  </a:moveTo>
                  <a:cubicBezTo>
                    <a:pt x="47924" y="8941"/>
                    <a:pt x="84324" y="7879"/>
                    <a:pt x="87858" y="7879"/>
                  </a:cubicBezTo>
                  <a:cubicBezTo>
                    <a:pt x="101994" y="7879"/>
                    <a:pt x="110122" y="17444"/>
                    <a:pt x="110122" y="29489"/>
                  </a:cubicBezTo>
                  <a:cubicBezTo>
                    <a:pt x="110122" y="67042"/>
                    <a:pt x="51811" y="67042"/>
                    <a:pt x="40149" y="67042"/>
                  </a:cubicBezTo>
                  <a:lnTo>
                    <a:pt x="32728" y="67042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3BCD95CF-08BD-E267-8686-1C96475CB35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357347" y="5394719"/>
              <a:ext cx="121215" cy="160484"/>
            </a:xfrm>
            <a:custGeom>
              <a:avLst/>
              <a:gdLst>
                <a:gd name="connsiteX0" fmla="*/ 60651 w 121215"/>
                <a:gd name="connsiteY0" fmla="*/ 86881 h 160484"/>
                <a:gd name="connsiteX1" fmla="*/ 92103 w 121215"/>
                <a:gd name="connsiteY1" fmla="*/ 113097 h 160484"/>
                <a:gd name="connsiteX2" fmla="*/ 46161 w 121215"/>
                <a:gd name="connsiteY2" fmla="*/ 152776 h 160484"/>
                <a:gd name="connsiteX3" fmla="*/ 12235 w 121215"/>
                <a:gd name="connsiteY3" fmla="*/ 132937 h 160484"/>
                <a:gd name="connsiteX4" fmla="*/ 30259 w 121215"/>
                <a:gd name="connsiteY4" fmla="*/ 115577 h 160484"/>
                <a:gd name="connsiteX5" fmla="*/ 18243 w 121215"/>
                <a:gd name="connsiteY5" fmla="*/ 104241 h 160484"/>
                <a:gd name="connsiteX6" fmla="*/ 220 w 121215"/>
                <a:gd name="connsiteY6" fmla="*/ 126205 h 160484"/>
                <a:gd name="connsiteX7" fmla="*/ 45808 w 121215"/>
                <a:gd name="connsiteY7" fmla="*/ 160570 h 160484"/>
                <a:gd name="connsiteX8" fmla="*/ 112247 w 121215"/>
                <a:gd name="connsiteY8" fmla="*/ 101052 h 160484"/>
                <a:gd name="connsiteX9" fmla="*/ 70193 w 121215"/>
                <a:gd name="connsiteY9" fmla="*/ 60665 h 160484"/>
                <a:gd name="connsiteX10" fmla="*/ 47575 w 121215"/>
                <a:gd name="connsiteY10" fmla="*/ 40472 h 160484"/>
                <a:gd name="connsiteX11" fmla="*/ 83268 w 121215"/>
                <a:gd name="connsiteY11" fmla="*/ 7879 h 160484"/>
                <a:gd name="connsiteX12" fmla="*/ 109773 w 121215"/>
                <a:gd name="connsiteY12" fmla="*/ 25238 h 160484"/>
                <a:gd name="connsiteX13" fmla="*/ 95637 w 121215"/>
                <a:gd name="connsiteY13" fmla="*/ 39763 h 160484"/>
                <a:gd name="connsiteX14" fmla="*/ 106239 w 121215"/>
                <a:gd name="connsiteY14" fmla="*/ 49683 h 160484"/>
                <a:gd name="connsiteX15" fmla="*/ 121435 w 121215"/>
                <a:gd name="connsiteY15" fmla="*/ 30198 h 160484"/>
                <a:gd name="connsiteX16" fmla="*/ 83622 w 121215"/>
                <a:gd name="connsiteY16" fmla="*/ 85 h 160484"/>
                <a:gd name="connsiteX17" fmla="*/ 27785 w 121215"/>
                <a:gd name="connsiteY17" fmla="*/ 52517 h 160484"/>
                <a:gd name="connsiteX18" fmla="*/ 60651 w 121215"/>
                <a:gd name="connsiteY18" fmla="*/ 86881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215" h="160484">
                  <a:moveTo>
                    <a:pt x="60651" y="86881"/>
                  </a:moveTo>
                  <a:cubicBezTo>
                    <a:pt x="76200" y="90424"/>
                    <a:pt x="92103" y="93967"/>
                    <a:pt x="92103" y="113097"/>
                  </a:cubicBezTo>
                  <a:cubicBezTo>
                    <a:pt x="92103" y="124434"/>
                    <a:pt x="82562" y="152776"/>
                    <a:pt x="46161" y="152776"/>
                  </a:cubicBezTo>
                  <a:cubicBezTo>
                    <a:pt x="38387" y="152776"/>
                    <a:pt x="17890" y="151004"/>
                    <a:pt x="12235" y="132937"/>
                  </a:cubicBezTo>
                  <a:cubicBezTo>
                    <a:pt x="30259" y="131165"/>
                    <a:pt x="30259" y="116286"/>
                    <a:pt x="30259" y="115577"/>
                  </a:cubicBezTo>
                  <a:cubicBezTo>
                    <a:pt x="30259" y="108846"/>
                    <a:pt x="25664" y="104241"/>
                    <a:pt x="18243" y="104241"/>
                  </a:cubicBezTo>
                  <a:cubicBezTo>
                    <a:pt x="10115" y="104241"/>
                    <a:pt x="220" y="110263"/>
                    <a:pt x="220" y="126205"/>
                  </a:cubicBezTo>
                  <a:cubicBezTo>
                    <a:pt x="220" y="147816"/>
                    <a:pt x="20717" y="160570"/>
                    <a:pt x="45808" y="160570"/>
                  </a:cubicBezTo>
                  <a:cubicBezTo>
                    <a:pt x="98818" y="160570"/>
                    <a:pt x="112247" y="117349"/>
                    <a:pt x="112247" y="101052"/>
                  </a:cubicBezTo>
                  <a:cubicBezTo>
                    <a:pt x="112247" y="70230"/>
                    <a:pt x="84682" y="63854"/>
                    <a:pt x="70193" y="60665"/>
                  </a:cubicBezTo>
                  <a:cubicBezTo>
                    <a:pt x="60297" y="58540"/>
                    <a:pt x="47575" y="55705"/>
                    <a:pt x="47575" y="40472"/>
                  </a:cubicBezTo>
                  <a:cubicBezTo>
                    <a:pt x="47575" y="31969"/>
                    <a:pt x="54996" y="7879"/>
                    <a:pt x="83268" y="7879"/>
                  </a:cubicBezTo>
                  <a:cubicBezTo>
                    <a:pt x="92810" y="7879"/>
                    <a:pt x="105886" y="11421"/>
                    <a:pt x="109773" y="25238"/>
                  </a:cubicBezTo>
                  <a:cubicBezTo>
                    <a:pt x="98465" y="26655"/>
                    <a:pt x="95637" y="36220"/>
                    <a:pt x="95637" y="39763"/>
                  </a:cubicBezTo>
                  <a:cubicBezTo>
                    <a:pt x="95637" y="43660"/>
                    <a:pt x="97758" y="49683"/>
                    <a:pt x="106239" y="49683"/>
                  </a:cubicBezTo>
                  <a:cubicBezTo>
                    <a:pt x="112247" y="49683"/>
                    <a:pt x="121435" y="45431"/>
                    <a:pt x="121435" y="30198"/>
                  </a:cubicBezTo>
                  <a:cubicBezTo>
                    <a:pt x="121435" y="13901"/>
                    <a:pt x="106946" y="85"/>
                    <a:pt x="83622" y="85"/>
                  </a:cubicBezTo>
                  <a:cubicBezTo>
                    <a:pt x="42274" y="85"/>
                    <a:pt x="27785" y="34095"/>
                    <a:pt x="27785" y="52517"/>
                  </a:cubicBezTo>
                  <a:cubicBezTo>
                    <a:pt x="27785" y="79796"/>
                    <a:pt x="50756" y="84756"/>
                    <a:pt x="60651" y="86881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3775001-8491-ABBA-BE1A-82998F97735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640300" y="5394719"/>
              <a:ext cx="141006" cy="160484"/>
            </a:xfrm>
            <a:custGeom>
              <a:avLst/>
              <a:gdLst>
                <a:gd name="connsiteX0" fmla="*/ 141233 w 141006"/>
                <a:gd name="connsiteY0" fmla="*/ 58185 h 160484"/>
                <a:gd name="connsiteX1" fmla="*/ 89637 w 141006"/>
                <a:gd name="connsiteY1" fmla="*/ 85 h 160484"/>
                <a:gd name="connsiteX2" fmla="*/ 227 w 141006"/>
                <a:gd name="connsiteY2" fmla="*/ 102115 h 160484"/>
                <a:gd name="connsiteX3" fmla="*/ 51824 w 141006"/>
                <a:gd name="connsiteY3" fmla="*/ 160570 h 160484"/>
                <a:gd name="connsiteX4" fmla="*/ 141233 w 141006"/>
                <a:gd name="connsiteY4" fmla="*/ 58185 h 160484"/>
                <a:gd name="connsiteX5" fmla="*/ 51824 w 141006"/>
                <a:gd name="connsiteY5" fmla="*/ 152776 h 160484"/>
                <a:gd name="connsiteX6" fmla="*/ 24965 w 141006"/>
                <a:gd name="connsiteY6" fmla="*/ 116286 h 160484"/>
                <a:gd name="connsiteX7" fmla="*/ 45462 w 141006"/>
                <a:gd name="connsiteY7" fmla="*/ 40117 h 160484"/>
                <a:gd name="connsiteX8" fmla="*/ 89284 w 141006"/>
                <a:gd name="connsiteY8" fmla="*/ 7879 h 160484"/>
                <a:gd name="connsiteX9" fmla="*/ 116496 w 141006"/>
                <a:gd name="connsiteY9" fmla="*/ 44369 h 160484"/>
                <a:gd name="connsiteX10" fmla="*/ 97412 w 141006"/>
                <a:gd name="connsiteY10" fmla="*/ 117349 h 160484"/>
                <a:gd name="connsiteX11" fmla="*/ 51824 w 141006"/>
                <a:gd name="connsiteY11" fmla="*/ 152776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006" h="160484">
                  <a:moveTo>
                    <a:pt x="141233" y="58185"/>
                  </a:moveTo>
                  <a:cubicBezTo>
                    <a:pt x="141233" y="24529"/>
                    <a:pt x="120383" y="85"/>
                    <a:pt x="89637" y="85"/>
                  </a:cubicBezTo>
                  <a:cubicBezTo>
                    <a:pt x="45816" y="85"/>
                    <a:pt x="227" y="50391"/>
                    <a:pt x="227" y="102115"/>
                  </a:cubicBezTo>
                  <a:cubicBezTo>
                    <a:pt x="227" y="138605"/>
                    <a:pt x="22491" y="160570"/>
                    <a:pt x="51824" y="160570"/>
                  </a:cubicBezTo>
                  <a:cubicBezTo>
                    <a:pt x="95645" y="160570"/>
                    <a:pt x="141233" y="110263"/>
                    <a:pt x="141233" y="58185"/>
                  </a:cubicBezTo>
                  <a:close/>
                  <a:moveTo>
                    <a:pt x="51824" y="152776"/>
                  </a:moveTo>
                  <a:cubicBezTo>
                    <a:pt x="38041" y="152776"/>
                    <a:pt x="24965" y="141793"/>
                    <a:pt x="24965" y="116286"/>
                  </a:cubicBezTo>
                  <a:cubicBezTo>
                    <a:pt x="24965" y="98572"/>
                    <a:pt x="34154" y="59248"/>
                    <a:pt x="45462" y="40117"/>
                  </a:cubicBezTo>
                  <a:cubicBezTo>
                    <a:pt x="58538" y="18507"/>
                    <a:pt x="75501" y="7879"/>
                    <a:pt x="89284" y="7879"/>
                  </a:cubicBezTo>
                  <a:cubicBezTo>
                    <a:pt x="106600" y="7879"/>
                    <a:pt x="116496" y="23467"/>
                    <a:pt x="116496" y="44369"/>
                  </a:cubicBezTo>
                  <a:cubicBezTo>
                    <a:pt x="116496" y="59602"/>
                    <a:pt x="108721" y="96092"/>
                    <a:pt x="97412" y="117349"/>
                  </a:cubicBezTo>
                  <a:cubicBezTo>
                    <a:pt x="87163" y="136833"/>
                    <a:pt x="69140" y="152776"/>
                    <a:pt x="51824" y="152776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E663F136-F63C-07F6-40FA-5487B3BB7F5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773216" y="5301546"/>
              <a:ext cx="168571" cy="322387"/>
            </a:xfrm>
            <a:custGeom>
              <a:avLst/>
              <a:gdLst>
                <a:gd name="connsiteX0" fmla="*/ 106959 w 168571"/>
                <a:gd name="connsiteY0" fmla="*/ 108137 h 322387"/>
                <a:gd name="connsiteX1" fmla="*/ 135938 w 168571"/>
                <a:gd name="connsiteY1" fmla="*/ 108137 h 322387"/>
                <a:gd name="connsiteX2" fmla="*/ 145479 w 168571"/>
                <a:gd name="connsiteY2" fmla="*/ 101761 h 322387"/>
                <a:gd name="connsiteX3" fmla="*/ 136644 w 168571"/>
                <a:gd name="connsiteY3" fmla="*/ 97155 h 322387"/>
                <a:gd name="connsiteX4" fmla="*/ 109079 w 168571"/>
                <a:gd name="connsiteY4" fmla="*/ 97155 h 322387"/>
                <a:gd name="connsiteX5" fmla="*/ 120388 w 168571"/>
                <a:gd name="connsiteY5" fmla="*/ 39763 h 322387"/>
                <a:gd name="connsiteX6" fmla="*/ 139825 w 168571"/>
                <a:gd name="connsiteY6" fmla="*/ 7879 h 322387"/>
                <a:gd name="connsiteX7" fmla="*/ 154668 w 168571"/>
                <a:gd name="connsiteY7" fmla="*/ 14256 h 322387"/>
                <a:gd name="connsiteX8" fmla="*/ 139118 w 168571"/>
                <a:gd name="connsiteY8" fmla="*/ 31615 h 322387"/>
                <a:gd name="connsiteX9" fmla="*/ 151134 w 168571"/>
                <a:gd name="connsiteY9" fmla="*/ 42952 h 322387"/>
                <a:gd name="connsiteX10" fmla="*/ 168804 w 168571"/>
                <a:gd name="connsiteY10" fmla="*/ 23467 h 322387"/>
                <a:gd name="connsiteX11" fmla="*/ 139825 w 168571"/>
                <a:gd name="connsiteY11" fmla="*/ 85 h 322387"/>
                <a:gd name="connsiteX12" fmla="*/ 93883 w 168571"/>
                <a:gd name="connsiteY12" fmla="*/ 58185 h 322387"/>
                <a:gd name="connsiteX13" fmla="*/ 86462 w 168571"/>
                <a:gd name="connsiteY13" fmla="*/ 97155 h 322387"/>
                <a:gd name="connsiteX14" fmla="*/ 63137 w 168571"/>
                <a:gd name="connsiteY14" fmla="*/ 97155 h 322387"/>
                <a:gd name="connsiteX15" fmla="*/ 53596 w 168571"/>
                <a:gd name="connsiteY15" fmla="*/ 104240 h 322387"/>
                <a:gd name="connsiteX16" fmla="*/ 62431 w 168571"/>
                <a:gd name="connsiteY16" fmla="*/ 108137 h 322387"/>
                <a:gd name="connsiteX17" fmla="*/ 84341 w 168571"/>
                <a:gd name="connsiteY17" fmla="*/ 108137 h 322387"/>
                <a:gd name="connsiteX18" fmla="*/ 58543 w 168571"/>
                <a:gd name="connsiteY18" fmla="*/ 240281 h 322387"/>
                <a:gd name="connsiteX19" fmla="*/ 48648 w 168571"/>
                <a:gd name="connsiteY19" fmla="*/ 284210 h 322387"/>
                <a:gd name="connsiteX20" fmla="*/ 28504 w 168571"/>
                <a:gd name="connsiteY20" fmla="*/ 314678 h 322387"/>
                <a:gd name="connsiteX21" fmla="*/ 14368 w 168571"/>
                <a:gd name="connsiteY21" fmla="*/ 308301 h 322387"/>
                <a:gd name="connsiteX22" fmla="*/ 29918 w 168571"/>
                <a:gd name="connsiteY22" fmla="*/ 290942 h 322387"/>
                <a:gd name="connsiteX23" fmla="*/ 17902 w 168571"/>
                <a:gd name="connsiteY23" fmla="*/ 279605 h 322387"/>
                <a:gd name="connsiteX24" fmla="*/ 232 w 168571"/>
                <a:gd name="connsiteY24" fmla="*/ 299090 h 322387"/>
                <a:gd name="connsiteX25" fmla="*/ 28504 w 168571"/>
                <a:gd name="connsiteY25" fmla="*/ 322472 h 322387"/>
                <a:gd name="connsiteX26" fmla="*/ 82221 w 168571"/>
                <a:gd name="connsiteY26" fmla="*/ 235321 h 322387"/>
                <a:gd name="connsiteX27" fmla="*/ 106959 w 168571"/>
                <a:gd name="connsiteY27" fmla="*/ 108137 h 32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8571" h="322387">
                  <a:moveTo>
                    <a:pt x="106959" y="108137"/>
                  </a:moveTo>
                  <a:lnTo>
                    <a:pt x="135938" y="108137"/>
                  </a:lnTo>
                  <a:cubicBezTo>
                    <a:pt x="141945" y="108137"/>
                    <a:pt x="145479" y="108137"/>
                    <a:pt x="145479" y="101761"/>
                  </a:cubicBezTo>
                  <a:cubicBezTo>
                    <a:pt x="145479" y="97155"/>
                    <a:pt x="142652" y="97155"/>
                    <a:pt x="136644" y="97155"/>
                  </a:cubicBezTo>
                  <a:lnTo>
                    <a:pt x="109079" y="97155"/>
                  </a:lnTo>
                  <a:cubicBezTo>
                    <a:pt x="114027" y="70939"/>
                    <a:pt x="115087" y="64562"/>
                    <a:pt x="120388" y="39763"/>
                  </a:cubicBezTo>
                  <a:cubicBezTo>
                    <a:pt x="123215" y="26655"/>
                    <a:pt x="127103" y="7879"/>
                    <a:pt x="139825" y="7879"/>
                  </a:cubicBezTo>
                  <a:cubicBezTo>
                    <a:pt x="142652" y="7879"/>
                    <a:pt x="150073" y="8587"/>
                    <a:pt x="154668" y="14256"/>
                  </a:cubicBezTo>
                  <a:cubicBezTo>
                    <a:pt x="144066" y="16027"/>
                    <a:pt x="139118" y="24529"/>
                    <a:pt x="139118" y="31615"/>
                  </a:cubicBezTo>
                  <a:cubicBezTo>
                    <a:pt x="139118" y="39409"/>
                    <a:pt x="145479" y="42952"/>
                    <a:pt x="151134" y="42952"/>
                  </a:cubicBezTo>
                  <a:cubicBezTo>
                    <a:pt x="159969" y="42952"/>
                    <a:pt x="168804" y="35866"/>
                    <a:pt x="168804" y="23467"/>
                  </a:cubicBezTo>
                  <a:cubicBezTo>
                    <a:pt x="168804" y="8233"/>
                    <a:pt x="154314" y="85"/>
                    <a:pt x="139825" y="85"/>
                  </a:cubicBezTo>
                  <a:cubicBezTo>
                    <a:pt x="105192" y="85"/>
                    <a:pt x="96357" y="46140"/>
                    <a:pt x="93883" y="58185"/>
                  </a:cubicBezTo>
                  <a:lnTo>
                    <a:pt x="86462" y="97155"/>
                  </a:lnTo>
                  <a:lnTo>
                    <a:pt x="63137" y="97155"/>
                  </a:lnTo>
                  <a:cubicBezTo>
                    <a:pt x="57483" y="97155"/>
                    <a:pt x="53596" y="97155"/>
                    <a:pt x="53596" y="104240"/>
                  </a:cubicBezTo>
                  <a:cubicBezTo>
                    <a:pt x="53596" y="108137"/>
                    <a:pt x="57130" y="108137"/>
                    <a:pt x="62431" y="108137"/>
                  </a:cubicBezTo>
                  <a:lnTo>
                    <a:pt x="84341" y="108137"/>
                  </a:lnTo>
                  <a:lnTo>
                    <a:pt x="58543" y="240281"/>
                  </a:lnTo>
                  <a:cubicBezTo>
                    <a:pt x="54302" y="262246"/>
                    <a:pt x="50768" y="276771"/>
                    <a:pt x="48648" y="284210"/>
                  </a:cubicBezTo>
                  <a:cubicBezTo>
                    <a:pt x="45821" y="296256"/>
                    <a:pt x="41227" y="314678"/>
                    <a:pt x="28504" y="314678"/>
                  </a:cubicBezTo>
                  <a:cubicBezTo>
                    <a:pt x="24970" y="314678"/>
                    <a:pt x="18256" y="313615"/>
                    <a:pt x="14368" y="308301"/>
                  </a:cubicBezTo>
                  <a:cubicBezTo>
                    <a:pt x="24970" y="306530"/>
                    <a:pt x="29918" y="298027"/>
                    <a:pt x="29918" y="290942"/>
                  </a:cubicBezTo>
                  <a:cubicBezTo>
                    <a:pt x="29918" y="283148"/>
                    <a:pt x="23557" y="279605"/>
                    <a:pt x="17902" y="279605"/>
                  </a:cubicBezTo>
                  <a:cubicBezTo>
                    <a:pt x="9067" y="279605"/>
                    <a:pt x="232" y="286690"/>
                    <a:pt x="232" y="299090"/>
                  </a:cubicBezTo>
                  <a:cubicBezTo>
                    <a:pt x="232" y="315032"/>
                    <a:pt x="15429" y="322472"/>
                    <a:pt x="28504" y="322472"/>
                  </a:cubicBezTo>
                  <a:cubicBezTo>
                    <a:pt x="65258" y="322472"/>
                    <a:pt x="79747" y="248075"/>
                    <a:pt x="82221" y="235321"/>
                  </a:cubicBezTo>
                  <a:lnTo>
                    <a:pt x="106959" y="108137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AAC2F535-1CC3-F936-127F-E896BCAFA0A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049023" y="5329533"/>
              <a:ext cx="99658" cy="225670"/>
            </a:xfrm>
            <a:custGeom>
              <a:avLst/>
              <a:gdLst>
                <a:gd name="connsiteX0" fmla="*/ 59963 w 99658"/>
                <a:gd name="connsiteY0" fmla="*/ 80150 h 225670"/>
                <a:gd name="connsiteX1" fmla="*/ 90002 w 99658"/>
                <a:gd name="connsiteY1" fmla="*/ 80150 h 225670"/>
                <a:gd name="connsiteX2" fmla="*/ 99897 w 99658"/>
                <a:gd name="connsiteY2" fmla="*/ 73419 h 225670"/>
                <a:gd name="connsiteX3" fmla="*/ 91063 w 99658"/>
                <a:gd name="connsiteY3" fmla="*/ 69168 h 225670"/>
                <a:gd name="connsiteX4" fmla="*/ 62791 w 99658"/>
                <a:gd name="connsiteY4" fmla="*/ 69168 h 225670"/>
                <a:gd name="connsiteX5" fmla="*/ 75866 w 99658"/>
                <a:gd name="connsiteY5" fmla="*/ 16735 h 225670"/>
                <a:gd name="connsiteX6" fmla="*/ 77280 w 99658"/>
                <a:gd name="connsiteY6" fmla="*/ 9296 h 225670"/>
                <a:gd name="connsiteX7" fmla="*/ 67738 w 99658"/>
                <a:gd name="connsiteY7" fmla="*/ 85 h 225670"/>
                <a:gd name="connsiteX8" fmla="*/ 53956 w 99658"/>
                <a:gd name="connsiteY8" fmla="*/ 12838 h 225670"/>
                <a:gd name="connsiteX9" fmla="*/ 40173 w 99658"/>
                <a:gd name="connsiteY9" fmla="*/ 69168 h 225670"/>
                <a:gd name="connsiteX10" fmla="*/ 10134 w 99658"/>
                <a:gd name="connsiteY10" fmla="*/ 69168 h 225670"/>
                <a:gd name="connsiteX11" fmla="*/ 239 w 99658"/>
                <a:gd name="connsiteY11" fmla="*/ 75899 h 225670"/>
                <a:gd name="connsiteX12" fmla="*/ 9074 w 99658"/>
                <a:gd name="connsiteY12" fmla="*/ 80150 h 225670"/>
                <a:gd name="connsiteX13" fmla="*/ 37346 w 99658"/>
                <a:gd name="connsiteY13" fmla="*/ 80150 h 225670"/>
                <a:gd name="connsiteX14" fmla="*/ 11901 w 99658"/>
                <a:gd name="connsiteY14" fmla="*/ 181826 h 225670"/>
                <a:gd name="connsiteX15" fmla="*/ 10134 w 99658"/>
                <a:gd name="connsiteY15" fmla="*/ 193871 h 225670"/>
                <a:gd name="connsiteX16" fmla="*/ 40173 w 99658"/>
                <a:gd name="connsiteY16" fmla="*/ 225756 h 225670"/>
                <a:gd name="connsiteX17" fmla="*/ 93890 w 99658"/>
                <a:gd name="connsiteY17" fmla="*/ 171198 h 225670"/>
                <a:gd name="connsiteX18" fmla="*/ 88589 w 99658"/>
                <a:gd name="connsiteY18" fmla="*/ 167655 h 225670"/>
                <a:gd name="connsiteX19" fmla="*/ 81521 w 99658"/>
                <a:gd name="connsiteY19" fmla="*/ 174386 h 225670"/>
                <a:gd name="connsiteX20" fmla="*/ 40880 w 99658"/>
                <a:gd name="connsiteY20" fmla="*/ 217962 h 225670"/>
                <a:gd name="connsiteX21" fmla="*/ 31338 w 99658"/>
                <a:gd name="connsiteY21" fmla="*/ 203437 h 225670"/>
                <a:gd name="connsiteX22" fmla="*/ 33812 w 99658"/>
                <a:gd name="connsiteY22" fmla="*/ 185369 h 225670"/>
                <a:gd name="connsiteX23" fmla="*/ 59963 w 99658"/>
                <a:gd name="connsiteY23" fmla="*/ 80150 h 225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658" h="225670">
                  <a:moveTo>
                    <a:pt x="59963" y="80150"/>
                  </a:moveTo>
                  <a:lnTo>
                    <a:pt x="90002" y="80150"/>
                  </a:lnTo>
                  <a:cubicBezTo>
                    <a:pt x="96010" y="80150"/>
                    <a:pt x="99897" y="80150"/>
                    <a:pt x="99897" y="73419"/>
                  </a:cubicBezTo>
                  <a:cubicBezTo>
                    <a:pt x="99897" y="69168"/>
                    <a:pt x="96717" y="69168"/>
                    <a:pt x="91063" y="69168"/>
                  </a:cubicBezTo>
                  <a:lnTo>
                    <a:pt x="62791" y="69168"/>
                  </a:lnTo>
                  <a:lnTo>
                    <a:pt x="75866" y="16735"/>
                  </a:lnTo>
                  <a:cubicBezTo>
                    <a:pt x="77280" y="11776"/>
                    <a:pt x="77280" y="11067"/>
                    <a:pt x="77280" y="9296"/>
                  </a:cubicBezTo>
                  <a:cubicBezTo>
                    <a:pt x="77280" y="1856"/>
                    <a:pt x="71272" y="85"/>
                    <a:pt x="67738" y="85"/>
                  </a:cubicBezTo>
                  <a:cubicBezTo>
                    <a:pt x="58903" y="85"/>
                    <a:pt x="55369" y="7524"/>
                    <a:pt x="53956" y="12838"/>
                  </a:cubicBezTo>
                  <a:lnTo>
                    <a:pt x="40173" y="69168"/>
                  </a:lnTo>
                  <a:lnTo>
                    <a:pt x="10134" y="69168"/>
                  </a:lnTo>
                  <a:cubicBezTo>
                    <a:pt x="4126" y="69168"/>
                    <a:pt x="239" y="69168"/>
                    <a:pt x="239" y="75899"/>
                  </a:cubicBezTo>
                  <a:cubicBezTo>
                    <a:pt x="239" y="80150"/>
                    <a:pt x="3420" y="80150"/>
                    <a:pt x="9074" y="80150"/>
                  </a:cubicBezTo>
                  <a:lnTo>
                    <a:pt x="37346" y="80150"/>
                  </a:lnTo>
                  <a:lnTo>
                    <a:pt x="11901" y="181826"/>
                  </a:lnTo>
                  <a:cubicBezTo>
                    <a:pt x="11548" y="183243"/>
                    <a:pt x="10134" y="188911"/>
                    <a:pt x="10134" y="193871"/>
                  </a:cubicBezTo>
                  <a:cubicBezTo>
                    <a:pt x="10134" y="211585"/>
                    <a:pt x="21796" y="225756"/>
                    <a:pt x="40173" y="225756"/>
                  </a:cubicBezTo>
                  <a:cubicBezTo>
                    <a:pt x="75866" y="225756"/>
                    <a:pt x="93890" y="172969"/>
                    <a:pt x="93890" y="171198"/>
                  </a:cubicBezTo>
                  <a:cubicBezTo>
                    <a:pt x="93890" y="167655"/>
                    <a:pt x="91063" y="167655"/>
                    <a:pt x="88589" y="167655"/>
                  </a:cubicBezTo>
                  <a:cubicBezTo>
                    <a:pt x="84348" y="167655"/>
                    <a:pt x="84348" y="168009"/>
                    <a:pt x="81521" y="174386"/>
                  </a:cubicBezTo>
                  <a:cubicBezTo>
                    <a:pt x="75160" y="191391"/>
                    <a:pt x="61024" y="217962"/>
                    <a:pt x="40880" y="217962"/>
                  </a:cubicBezTo>
                  <a:cubicBezTo>
                    <a:pt x="31338" y="217962"/>
                    <a:pt x="31338" y="209105"/>
                    <a:pt x="31338" y="203437"/>
                  </a:cubicBezTo>
                  <a:cubicBezTo>
                    <a:pt x="31338" y="200957"/>
                    <a:pt x="31338" y="195288"/>
                    <a:pt x="33812" y="185369"/>
                  </a:cubicBezTo>
                  <a:lnTo>
                    <a:pt x="59963" y="80150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F8D3238-7242-C62D-253D-D911A7AC5D6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1160775" y="5305443"/>
              <a:ext cx="162563" cy="249761"/>
            </a:xfrm>
            <a:custGeom>
              <a:avLst/>
              <a:gdLst>
                <a:gd name="connsiteX0" fmla="*/ 80817 w 162563"/>
                <a:gd name="connsiteY0" fmla="*/ 8941 h 249761"/>
                <a:gd name="connsiteX1" fmla="*/ 81877 w 162563"/>
                <a:gd name="connsiteY1" fmla="*/ 4336 h 249761"/>
                <a:gd name="connsiteX2" fmla="*/ 76930 w 162563"/>
                <a:gd name="connsiteY2" fmla="*/ 85 h 249761"/>
                <a:gd name="connsiteX3" fmla="*/ 71275 w 162563"/>
                <a:gd name="connsiteY3" fmla="*/ 793 h 249761"/>
                <a:gd name="connsiteX4" fmla="*/ 36289 w 162563"/>
                <a:gd name="connsiteY4" fmla="*/ 3627 h 249761"/>
                <a:gd name="connsiteX5" fmla="*/ 28161 w 162563"/>
                <a:gd name="connsiteY5" fmla="*/ 11067 h 249761"/>
                <a:gd name="connsiteX6" fmla="*/ 36642 w 162563"/>
                <a:gd name="connsiteY6" fmla="*/ 14964 h 249761"/>
                <a:gd name="connsiteX7" fmla="*/ 54312 w 162563"/>
                <a:gd name="connsiteY7" fmla="*/ 20987 h 249761"/>
                <a:gd name="connsiteX8" fmla="*/ 53252 w 162563"/>
                <a:gd name="connsiteY8" fmla="*/ 27009 h 249761"/>
                <a:gd name="connsiteX9" fmla="*/ 949 w 162563"/>
                <a:gd name="connsiteY9" fmla="*/ 236029 h 249761"/>
                <a:gd name="connsiteX10" fmla="*/ 242 w 162563"/>
                <a:gd name="connsiteY10" fmla="*/ 240635 h 249761"/>
                <a:gd name="connsiteX11" fmla="*/ 10137 w 162563"/>
                <a:gd name="connsiteY11" fmla="*/ 249846 h 249761"/>
                <a:gd name="connsiteX12" fmla="*/ 23213 w 162563"/>
                <a:gd name="connsiteY12" fmla="*/ 239926 h 249761"/>
                <a:gd name="connsiteX13" fmla="*/ 38409 w 162563"/>
                <a:gd name="connsiteY13" fmla="*/ 178637 h 249761"/>
                <a:gd name="connsiteX14" fmla="*/ 44064 w 162563"/>
                <a:gd name="connsiteY14" fmla="*/ 155610 h 249761"/>
                <a:gd name="connsiteX15" fmla="*/ 53959 w 162563"/>
                <a:gd name="connsiteY15" fmla="*/ 130811 h 249761"/>
                <a:gd name="connsiteX16" fmla="*/ 100961 w 162563"/>
                <a:gd name="connsiteY16" fmla="*/ 97155 h 249761"/>
                <a:gd name="connsiteX17" fmla="*/ 117217 w 162563"/>
                <a:gd name="connsiteY17" fmla="*/ 120537 h 249761"/>
                <a:gd name="connsiteX18" fmla="*/ 96720 w 162563"/>
                <a:gd name="connsiteY18" fmla="*/ 198831 h 249761"/>
                <a:gd name="connsiteX19" fmla="*/ 91066 w 162563"/>
                <a:gd name="connsiteY19" fmla="*/ 221504 h 249761"/>
                <a:gd name="connsiteX20" fmla="*/ 117924 w 162563"/>
                <a:gd name="connsiteY20" fmla="*/ 249846 h 249761"/>
                <a:gd name="connsiteX21" fmla="*/ 162806 w 162563"/>
                <a:gd name="connsiteY21" fmla="*/ 195288 h 249761"/>
                <a:gd name="connsiteX22" fmla="*/ 157505 w 162563"/>
                <a:gd name="connsiteY22" fmla="*/ 191746 h 249761"/>
                <a:gd name="connsiteX23" fmla="*/ 151497 w 162563"/>
                <a:gd name="connsiteY23" fmla="*/ 197768 h 249761"/>
                <a:gd name="connsiteX24" fmla="*/ 118631 w 162563"/>
                <a:gd name="connsiteY24" fmla="*/ 242052 h 249761"/>
                <a:gd name="connsiteX25" fmla="*/ 110856 w 162563"/>
                <a:gd name="connsiteY25" fmla="*/ 231778 h 249761"/>
                <a:gd name="connsiteX26" fmla="*/ 117217 w 162563"/>
                <a:gd name="connsiteY26" fmla="*/ 205208 h 249761"/>
                <a:gd name="connsiteX27" fmla="*/ 138775 w 162563"/>
                <a:gd name="connsiteY27" fmla="*/ 126205 h 249761"/>
                <a:gd name="connsiteX28" fmla="*/ 102021 w 162563"/>
                <a:gd name="connsiteY28" fmla="*/ 89361 h 249761"/>
                <a:gd name="connsiteX29" fmla="*/ 55019 w 162563"/>
                <a:gd name="connsiteY29" fmla="*/ 112389 h 249761"/>
                <a:gd name="connsiteX30" fmla="*/ 80817 w 162563"/>
                <a:gd name="connsiteY30" fmla="*/ 8941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2563" h="249761">
                  <a:moveTo>
                    <a:pt x="80817" y="8941"/>
                  </a:moveTo>
                  <a:cubicBezTo>
                    <a:pt x="81171" y="7879"/>
                    <a:pt x="81877" y="5044"/>
                    <a:pt x="81877" y="4336"/>
                  </a:cubicBezTo>
                  <a:cubicBezTo>
                    <a:pt x="81877" y="1148"/>
                    <a:pt x="79757" y="85"/>
                    <a:pt x="76930" y="85"/>
                  </a:cubicBezTo>
                  <a:cubicBezTo>
                    <a:pt x="75870" y="85"/>
                    <a:pt x="72336" y="439"/>
                    <a:pt x="71275" y="793"/>
                  </a:cubicBezTo>
                  <a:lnTo>
                    <a:pt x="36289" y="3627"/>
                  </a:lnTo>
                  <a:cubicBezTo>
                    <a:pt x="32048" y="3982"/>
                    <a:pt x="28161" y="4336"/>
                    <a:pt x="28161" y="11067"/>
                  </a:cubicBezTo>
                  <a:cubicBezTo>
                    <a:pt x="28161" y="14964"/>
                    <a:pt x="31695" y="14964"/>
                    <a:pt x="36642" y="14964"/>
                  </a:cubicBezTo>
                  <a:cubicBezTo>
                    <a:pt x="53606" y="14964"/>
                    <a:pt x="54312" y="17444"/>
                    <a:pt x="54312" y="20987"/>
                  </a:cubicBezTo>
                  <a:cubicBezTo>
                    <a:pt x="54312" y="22049"/>
                    <a:pt x="53252" y="26655"/>
                    <a:pt x="53252" y="27009"/>
                  </a:cubicBezTo>
                  <a:lnTo>
                    <a:pt x="949" y="236029"/>
                  </a:lnTo>
                  <a:cubicBezTo>
                    <a:pt x="596" y="236738"/>
                    <a:pt x="242" y="239926"/>
                    <a:pt x="242" y="240635"/>
                  </a:cubicBezTo>
                  <a:cubicBezTo>
                    <a:pt x="242" y="244532"/>
                    <a:pt x="3423" y="249846"/>
                    <a:pt x="10137" y="249846"/>
                  </a:cubicBezTo>
                  <a:cubicBezTo>
                    <a:pt x="17559" y="249846"/>
                    <a:pt x="22153" y="243823"/>
                    <a:pt x="23213" y="239926"/>
                  </a:cubicBezTo>
                  <a:cubicBezTo>
                    <a:pt x="24627" y="234612"/>
                    <a:pt x="35936" y="188557"/>
                    <a:pt x="38409" y="178637"/>
                  </a:cubicBezTo>
                  <a:cubicBezTo>
                    <a:pt x="40176" y="170844"/>
                    <a:pt x="42297" y="163404"/>
                    <a:pt x="44064" y="155610"/>
                  </a:cubicBezTo>
                  <a:cubicBezTo>
                    <a:pt x="47244" y="142856"/>
                    <a:pt x="47598" y="142148"/>
                    <a:pt x="53959" y="130811"/>
                  </a:cubicBezTo>
                  <a:cubicBezTo>
                    <a:pt x="61027" y="119474"/>
                    <a:pt x="76223" y="97155"/>
                    <a:pt x="100961" y="97155"/>
                  </a:cubicBezTo>
                  <a:cubicBezTo>
                    <a:pt x="116511" y="97155"/>
                    <a:pt x="117217" y="113097"/>
                    <a:pt x="117217" y="120537"/>
                  </a:cubicBezTo>
                  <a:cubicBezTo>
                    <a:pt x="117217" y="142502"/>
                    <a:pt x="101668" y="184660"/>
                    <a:pt x="96720" y="198831"/>
                  </a:cubicBezTo>
                  <a:cubicBezTo>
                    <a:pt x="92126" y="210876"/>
                    <a:pt x="91066" y="214065"/>
                    <a:pt x="91066" y="221504"/>
                  </a:cubicBezTo>
                  <a:cubicBezTo>
                    <a:pt x="91066" y="237092"/>
                    <a:pt x="100961" y="249846"/>
                    <a:pt x="117924" y="249846"/>
                  </a:cubicBezTo>
                  <a:cubicBezTo>
                    <a:pt x="150790" y="249846"/>
                    <a:pt x="162806" y="197060"/>
                    <a:pt x="162806" y="195288"/>
                  </a:cubicBezTo>
                  <a:cubicBezTo>
                    <a:pt x="162806" y="191746"/>
                    <a:pt x="159979" y="191746"/>
                    <a:pt x="157505" y="191746"/>
                  </a:cubicBezTo>
                  <a:cubicBezTo>
                    <a:pt x="152911" y="191746"/>
                    <a:pt x="152911" y="192454"/>
                    <a:pt x="151497" y="197768"/>
                  </a:cubicBezTo>
                  <a:cubicBezTo>
                    <a:pt x="148670" y="207333"/>
                    <a:pt x="139128" y="242052"/>
                    <a:pt x="118631" y="242052"/>
                  </a:cubicBezTo>
                  <a:cubicBezTo>
                    <a:pt x="111210" y="242052"/>
                    <a:pt x="110856" y="236738"/>
                    <a:pt x="110856" y="231778"/>
                  </a:cubicBezTo>
                  <a:cubicBezTo>
                    <a:pt x="110856" y="222921"/>
                    <a:pt x="114390" y="213710"/>
                    <a:pt x="117217" y="205208"/>
                  </a:cubicBezTo>
                  <a:cubicBezTo>
                    <a:pt x="124285" y="186431"/>
                    <a:pt x="138775" y="146753"/>
                    <a:pt x="138775" y="126205"/>
                  </a:cubicBezTo>
                  <a:cubicBezTo>
                    <a:pt x="138775" y="97155"/>
                    <a:pt x="119338" y="89361"/>
                    <a:pt x="102021" y="89361"/>
                  </a:cubicBezTo>
                  <a:cubicBezTo>
                    <a:pt x="78343" y="89361"/>
                    <a:pt x="65974" y="101761"/>
                    <a:pt x="55019" y="112389"/>
                  </a:cubicBezTo>
                  <a:lnTo>
                    <a:pt x="80817" y="8941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A2589660-1ECA-5667-4CE9-35AE7838067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1355182" y="5394719"/>
              <a:ext cx="125103" cy="160484"/>
            </a:xfrm>
            <a:custGeom>
              <a:avLst/>
              <a:gdLst>
                <a:gd name="connsiteX0" fmla="*/ 44422 w 125103"/>
                <a:gd name="connsiteY0" fmla="*/ 74836 h 160484"/>
                <a:gd name="connsiteX1" fmla="*/ 95665 w 125103"/>
                <a:gd name="connsiteY1" fmla="*/ 67042 h 160484"/>
                <a:gd name="connsiteX2" fmla="*/ 123584 w 125103"/>
                <a:gd name="connsiteY2" fmla="*/ 30198 h 160484"/>
                <a:gd name="connsiteX3" fmla="*/ 87890 w 125103"/>
                <a:gd name="connsiteY3" fmla="*/ 85 h 160484"/>
                <a:gd name="connsiteX4" fmla="*/ 247 w 125103"/>
                <a:gd name="connsiteY4" fmla="*/ 98572 h 160484"/>
                <a:gd name="connsiteX5" fmla="*/ 50783 w 125103"/>
                <a:gd name="connsiteY5" fmla="*/ 160570 h 160484"/>
                <a:gd name="connsiteX6" fmla="*/ 125351 w 125103"/>
                <a:gd name="connsiteY6" fmla="*/ 119828 h 160484"/>
                <a:gd name="connsiteX7" fmla="*/ 119696 w 125103"/>
                <a:gd name="connsiteY7" fmla="*/ 114160 h 160484"/>
                <a:gd name="connsiteX8" fmla="*/ 115102 w 125103"/>
                <a:gd name="connsiteY8" fmla="*/ 118057 h 160484"/>
                <a:gd name="connsiteX9" fmla="*/ 51490 w 125103"/>
                <a:gd name="connsiteY9" fmla="*/ 152776 h 160484"/>
                <a:gd name="connsiteX10" fmla="*/ 24632 w 125103"/>
                <a:gd name="connsiteY10" fmla="*/ 113806 h 160484"/>
                <a:gd name="connsiteX11" fmla="*/ 30640 w 125103"/>
                <a:gd name="connsiteY11" fmla="*/ 74836 h 160484"/>
                <a:gd name="connsiteX12" fmla="*/ 44422 w 125103"/>
                <a:gd name="connsiteY12" fmla="*/ 74836 h 160484"/>
                <a:gd name="connsiteX13" fmla="*/ 32760 w 125103"/>
                <a:gd name="connsiteY13" fmla="*/ 67042 h 160484"/>
                <a:gd name="connsiteX14" fmla="*/ 87890 w 125103"/>
                <a:gd name="connsiteY14" fmla="*/ 7879 h 160484"/>
                <a:gd name="connsiteX15" fmla="*/ 110154 w 125103"/>
                <a:gd name="connsiteY15" fmla="*/ 29489 h 160484"/>
                <a:gd name="connsiteX16" fmla="*/ 40181 w 125103"/>
                <a:gd name="connsiteY16" fmla="*/ 67042 h 160484"/>
                <a:gd name="connsiteX17" fmla="*/ 32760 w 125103"/>
                <a:gd name="connsiteY17" fmla="*/ 67042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103" h="160484">
                  <a:moveTo>
                    <a:pt x="44422" y="74836"/>
                  </a:moveTo>
                  <a:cubicBezTo>
                    <a:pt x="55024" y="74836"/>
                    <a:pt x="78702" y="73773"/>
                    <a:pt x="95665" y="67042"/>
                  </a:cubicBezTo>
                  <a:cubicBezTo>
                    <a:pt x="123584" y="55705"/>
                    <a:pt x="123584" y="32678"/>
                    <a:pt x="123584" y="30198"/>
                  </a:cubicBezTo>
                  <a:cubicBezTo>
                    <a:pt x="123584" y="13901"/>
                    <a:pt x="110508" y="85"/>
                    <a:pt x="87890" y="85"/>
                  </a:cubicBezTo>
                  <a:cubicBezTo>
                    <a:pt x="50783" y="85"/>
                    <a:pt x="247" y="35866"/>
                    <a:pt x="247" y="98572"/>
                  </a:cubicBezTo>
                  <a:cubicBezTo>
                    <a:pt x="247" y="130457"/>
                    <a:pt x="17211" y="160570"/>
                    <a:pt x="50783" y="160570"/>
                  </a:cubicBezTo>
                  <a:cubicBezTo>
                    <a:pt x="96018" y="160570"/>
                    <a:pt x="125351" y="125143"/>
                    <a:pt x="125351" y="119828"/>
                  </a:cubicBezTo>
                  <a:cubicBezTo>
                    <a:pt x="125351" y="118057"/>
                    <a:pt x="122523" y="114160"/>
                    <a:pt x="119696" y="114160"/>
                  </a:cubicBezTo>
                  <a:cubicBezTo>
                    <a:pt x="118283" y="114160"/>
                    <a:pt x="117929" y="114514"/>
                    <a:pt x="115102" y="118057"/>
                  </a:cubicBezTo>
                  <a:cubicBezTo>
                    <a:pt x="88951" y="151359"/>
                    <a:pt x="57498" y="152776"/>
                    <a:pt x="51490" y="152776"/>
                  </a:cubicBezTo>
                  <a:cubicBezTo>
                    <a:pt x="28519" y="152776"/>
                    <a:pt x="24632" y="127622"/>
                    <a:pt x="24632" y="113806"/>
                  </a:cubicBezTo>
                  <a:cubicBezTo>
                    <a:pt x="24632" y="100344"/>
                    <a:pt x="28166" y="84401"/>
                    <a:pt x="30640" y="74836"/>
                  </a:cubicBezTo>
                  <a:lnTo>
                    <a:pt x="44422" y="74836"/>
                  </a:lnTo>
                  <a:close/>
                  <a:moveTo>
                    <a:pt x="32760" y="67042"/>
                  </a:moveTo>
                  <a:cubicBezTo>
                    <a:pt x="47956" y="8941"/>
                    <a:pt x="84356" y="7879"/>
                    <a:pt x="87890" y="7879"/>
                  </a:cubicBezTo>
                  <a:cubicBezTo>
                    <a:pt x="102026" y="7879"/>
                    <a:pt x="110154" y="17444"/>
                    <a:pt x="110154" y="29489"/>
                  </a:cubicBezTo>
                  <a:cubicBezTo>
                    <a:pt x="110154" y="67042"/>
                    <a:pt x="51844" y="67042"/>
                    <a:pt x="40181" y="67042"/>
                  </a:cubicBezTo>
                  <a:lnTo>
                    <a:pt x="32760" y="67042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B671C93-3A2A-3979-E51F-C4B4480F3F5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595059" y="5301546"/>
              <a:ext cx="219460" cy="322387"/>
            </a:xfrm>
            <a:custGeom>
              <a:avLst/>
              <a:gdLst>
                <a:gd name="connsiteX0" fmla="*/ 106629 w 219460"/>
                <a:gd name="connsiteY0" fmla="*/ 108137 h 322387"/>
                <a:gd name="connsiteX1" fmla="*/ 177308 w 219460"/>
                <a:gd name="connsiteY1" fmla="*/ 108137 h 322387"/>
                <a:gd name="connsiteX2" fmla="*/ 151864 w 219460"/>
                <a:gd name="connsiteY2" fmla="*/ 209813 h 322387"/>
                <a:gd name="connsiteX3" fmla="*/ 150097 w 219460"/>
                <a:gd name="connsiteY3" fmla="*/ 221859 h 322387"/>
                <a:gd name="connsiteX4" fmla="*/ 179782 w 219460"/>
                <a:gd name="connsiteY4" fmla="*/ 253743 h 322387"/>
                <a:gd name="connsiteX5" fmla="*/ 205580 w 219460"/>
                <a:gd name="connsiteY5" fmla="*/ 233904 h 322387"/>
                <a:gd name="connsiteX6" fmla="*/ 216182 w 219460"/>
                <a:gd name="connsiteY6" fmla="*/ 199185 h 322387"/>
                <a:gd name="connsiteX7" fmla="*/ 210881 w 219460"/>
                <a:gd name="connsiteY7" fmla="*/ 195643 h 322387"/>
                <a:gd name="connsiteX8" fmla="*/ 204167 w 219460"/>
                <a:gd name="connsiteY8" fmla="*/ 203791 h 322387"/>
                <a:gd name="connsiteX9" fmla="*/ 180489 w 219460"/>
                <a:gd name="connsiteY9" fmla="*/ 245949 h 322387"/>
                <a:gd name="connsiteX10" fmla="*/ 171301 w 219460"/>
                <a:gd name="connsiteY10" fmla="*/ 231424 h 322387"/>
                <a:gd name="connsiteX11" fmla="*/ 173774 w 219460"/>
                <a:gd name="connsiteY11" fmla="*/ 213356 h 322387"/>
                <a:gd name="connsiteX12" fmla="*/ 200633 w 219460"/>
                <a:gd name="connsiteY12" fmla="*/ 105658 h 322387"/>
                <a:gd name="connsiteX13" fmla="*/ 201693 w 219460"/>
                <a:gd name="connsiteY13" fmla="*/ 101052 h 322387"/>
                <a:gd name="connsiteX14" fmla="*/ 193211 w 219460"/>
                <a:gd name="connsiteY14" fmla="*/ 97155 h 322387"/>
                <a:gd name="connsiteX15" fmla="*/ 108749 w 219460"/>
                <a:gd name="connsiteY15" fmla="*/ 97155 h 322387"/>
                <a:gd name="connsiteX16" fmla="*/ 115110 w 219460"/>
                <a:gd name="connsiteY16" fmla="*/ 64208 h 322387"/>
                <a:gd name="connsiteX17" fmla="*/ 169887 w 219460"/>
                <a:gd name="connsiteY17" fmla="*/ 7879 h 322387"/>
                <a:gd name="connsiteX18" fmla="*/ 205227 w 219460"/>
                <a:gd name="connsiteY18" fmla="*/ 17798 h 322387"/>
                <a:gd name="connsiteX19" fmla="*/ 189677 w 219460"/>
                <a:gd name="connsiteY19" fmla="*/ 35158 h 322387"/>
                <a:gd name="connsiteX20" fmla="*/ 202046 w 219460"/>
                <a:gd name="connsiteY20" fmla="*/ 46494 h 322387"/>
                <a:gd name="connsiteX21" fmla="*/ 219716 w 219460"/>
                <a:gd name="connsiteY21" fmla="*/ 26655 h 322387"/>
                <a:gd name="connsiteX22" fmla="*/ 169180 w 219460"/>
                <a:gd name="connsiteY22" fmla="*/ 85 h 322387"/>
                <a:gd name="connsiteX23" fmla="*/ 92493 w 219460"/>
                <a:gd name="connsiteY23" fmla="*/ 63854 h 322387"/>
                <a:gd name="connsiteX24" fmla="*/ 86131 w 219460"/>
                <a:gd name="connsiteY24" fmla="*/ 97155 h 322387"/>
                <a:gd name="connsiteX25" fmla="*/ 63161 w 219460"/>
                <a:gd name="connsiteY25" fmla="*/ 97155 h 322387"/>
                <a:gd name="connsiteX26" fmla="*/ 53265 w 219460"/>
                <a:gd name="connsiteY26" fmla="*/ 103886 h 322387"/>
                <a:gd name="connsiteX27" fmla="*/ 62100 w 219460"/>
                <a:gd name="connsiteY27" fmla="*/ 108137 h 322387"/>
                <a:gd name="connsiteX28" fmla="*/ 84011 w 219460"/>
                <a:gd name="connsiteY28" fmla="*/ 108137 h 322387"/>
                <a:gd name="connsiteX29" fmla="*/ 59627 w 219460"/>
                <a:gd name="connsiteY29" fmla="*/ 234612 h 322387"/>
                <a:gd name="connsiteX30" fmla="*/ 47964 w 219460"/>
                <a:gd name="connsiteY30" fmla="*/ 286690 h 322387"/>
                <a:gd name="connsiteX31" fmla="*/ 28174 w 219460"/>
                <a:gd name="connsiteY31" fmla="*/ 314678 h 322387"/>
                <a:gd name="connsiteX32" fmla="*/ 14391 w 219460"/>
                <a:gd name="connsiteY32" fmla="*/ 308301 h 322387"/>
                <a:gd name="connsiteX33" fmla="*/ 29941 w 219460"/>
                <a:gd name="connsiteY33" fmla="*/ 290942 h 322387"/>
                <a:gd name="connsiteX34" fmla="*/ 17925 w 219460"/>
                <a:gd name="connsiteY34" fmla="*/ 279605 h 322387"/>
                <a:gd name="connsiteX35" fmla="*/ 256 w 219460"/>
                <a:gd name="connsiteY35" fmla="*/ 299090 h 322387"/>
                <a:gd name="connsiteX36" fmla="*/ 28174 w 219460"/>
                <a:gd name="connsiteY36" fmla="*/ 322472 h 322387"/>
                <a:gd name="connsiteX37" fmla="*/ 85425 w 219460"/>
                <a:gd name="connsiteY37" fmla="*/ 219379 h 322387"/>
                <a:gd name="connsiteX38" fmla="*/ 106629 w 219460"/>
                <a:gd name="connsiteY38" fmla="*/ 108137 h 32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9460" h="322387">
                  <a:moveTo>
                    <a:pt x="106629" y="108137"/>
                  </a:moveTo>
                  <a:lnTo>
                    <a:pt x="177308" y="108137"/>
                  </a:lnTo>
                  <a:lnTo>
                    <a:pt x="151864" y="209813"/>
                  </a:lnTo>
                  <a:cubicBezTo>
                    <a:pt x="151510" y="211230"/>
                    <a:pt x="150097" y="216899"/>
                    <a:pt x="150097" y="221859"/>
                  </a:cubicBezTo>
                  <a:cubicBezTo>
                    <a:pt x="150097" y="240635"/>
                    <a:pt x="162819" y="253743"/>
                    <a:pt x="179782" y="253743"/>
                  </a:cubicBezTo>
                  <a:cubicBezTo>
                    <a:pt x="192858" y="253743"/>
                    <a:pt x="200279" y="244886"/>
                    <a:pt x="205580" y="233904"/>
                  </a:cubicBezTo>
                  <a:cubicBezTo>
                    <a:pt x="211941" y="220442"/>
                    <a:pt x="216182" y="199894"/>
                    <a:pt x="216182" y="199185"/>
                  </a:cubicBezTo>
                  <a:cubicBezTo>
                    <a:pt x="216182" y="195643"/>
                    <a:pt x="213355" y="195643"/>
                    <a:pt x="210881" y="195643"/>
                  </a:cubicBezTo>
                  <a:cubicBezTo>
                    <a:pt x="206640" y="195643"/>
                    <a:pt x="206287" y="195997"/>
                    <a:pt x="204167" y="203791"/>
                  </a:cubicBezTo>
                  <a:cubicBezTo>
                    <a:pt x="199219" y="223630"/>
                    <a:pt x="192505" y="245949"/>
                    <a:pt x="180489" y="245949"/>
                  </a:cubicBezTo>
                  <a:cubicBezTo>
                    <a:pt x="171301" y="245949"/>
                    <a:pt x="171301" y="236384"/>
                    <a:pt x="171301" y="231424"/>
                  </a:cubicBezTo>
                  <a:cubicBezTo>
                    <a:pt x="171301" y="228944"/>
                    <a:pt x="171301" y="223276"/>
                    <a:pt x="173774" y="213356"/>
                  </a:cubicBezTo>
                  <a:lnTo>
                    <a:pt x="200633" y="105658"/>
                  </a:lnTo>
                  <a:cubicBezTo>
                    <a:pt x="200986" y="103532"/>
                    <a:pt x="201693" y="101761"/>
                    <a:pt x="201693" y="101052"/>
                  </a:cubicBezTo>
                  <a:cubicBezTo>
                    <a:pt x="201693" y="97155"/>
                    <a:pt x="199219" y="97155"/>
                    <a:pt x="193211" y="97155"/>
                  </a:cubicBezTo>
                  <a:lnTo>
                    <a:pt x="108749" y="97155"/>
                  </a:lnTo>
                  <a:lnTo>
                    <a:pt x="115110" y="64208"/>
                  </a:lnTo>
                  <a:cubicBezTo>
                    <a:pt x="122178" y="30198"/>
                    <a:pt x="126772" y="7879"/>
                    <a:pt x="169887" y="7879"/>
                  </a:cubicBezTo>
                  <a:cubicBezTo>
                    <a:pt x="179782" y="7879"/>
                    <a:pt x="196392" y="8941"/>
                    <a:pt x="205227" y="17798"/>
                  </a:cubicBezTo>
                  <a:cubicBezTo>
                    <a:pt x="189677" y="20987"/>
                    <a:pt x="189677" y="34803"/>
                    <a:pt x="189677" y="35158"/>
                  </a:cubicBezTo>
                  <a:cubicBezTo>
                    <a:pt x="189677" y="39763"/>
                    <a:pt x="192858" y="46494"/>
                    <a:pt x="202046" y="46494"/>
                  </a:cubicBezTo>
                  <a:cubicBezTo>
                    <a:pt x="209821" y="46494"/>
                    <a:pt x="219716" y="40117"/>
                    <a:pt x="219716" y="26655"/>
                  </a:cubicBezTo>
                  <a:cubicBezTo>
                    <a:pt x="219716" y="85"/>
                    <a:pt x="178015" y="85"/>
                    <a:pt x="169180" y="85"/>
                  </a:cubicBezTo>
                  <a:cubicBezTo>
                    <a:pt x="128186" y="85"/>
                    <a:pt x="102034" y="13901"/>
                    <a:pt x="92493" y="63854"/>
                  </a:cubicBezTo>
                  <a:lnTo>
                    <a:pt x="86131" y="97155"/>
                  </a:lnTo>
                  <a:lnTo>
                    <a:pt x="63161" y="97155"/>
                  </a:lnTo>
                  <a:cubicBezTo>
                    <a:pt x="57153" y="97155"/>
                    <a:pt x="53265" y="97155"/>
                    <a:pt x="53265" y="103886"/>
                  </a:cubicBezTo>
                  <a:cubicBezTo>
                    <a:pt x="53265" y="108137"/>
                    <a:pt x="56446" y="108137"/>
                    <a:pt x="62100" y="108137"/>
                  </a:cubicBezTo>
                  <a:lnTo>
                    <a:pt x="84011" y="108137"/>
                  </a:lnTo>
                  <a:lnTo>
                    <a:pt x="59627" y="234612"/>
                  </a:lnTo>
                  <a:cubicBezTo>
                    <a:pt x="56093" y="251972"/>
                    <a:pt x="52205" y="269331"/>
                    <a:pt x="47964" y="286690"/>
                  </a:cubicBezTo>
                  <a:cubicBezTo>
                    <a:pt x="45491" y="295901"/>
                    <a:pt x="40896" y="314678"/>
                    <a:pt x="28174" y="314678"/>
                  </a:cubicBezTo>
                  <a:cubicBezTo>
                    <a:pt x="27467" y="314678"/>
                    <a:pt x="18986" y="314678"/>
                    <a:pt x="14391" y="308301"/>
                  </a:cubicBezTo>
                  <a:cubicBezTo>
                    <a:pt x="24993" y="306530"/>
                    <a:pt x="29941" y="298027"/>
                    <a:pt x="29941" y="290942"/>
                  </a:cubicBezTo>
                  <a:cubicBezTo>
                    <a:pt x="29941" y="283148"/>
                    <a:pt x="23580" y="279605"/>
                    <a:pt x="17925" y="279605"/>
                  </a:cubicBezTo>
                  <a:cubicBezTo>
                    <a:pt x="9090" y="279605"/>
                    <a:pt x="256" y="286690"/>
                    <a:pt x="256" y="299090"/>
                  </a:cubicBezTo>
                  <a:cubicBezTo>
                    <a:pt x="256" y="315741"/>
                    <a:pt x="15805" y="322472"/>
                    <a:pt x="28174" y="322472"/>
                  </a:cubicBezTo>
                  <a:cubicBezTo>
                    <a:pt x="59980" y="322472"/>
                    <a:pt x="75529" y="270748"/>
                    <a:pt x="85425" y="219379"/>
                  </a:cubicBezTo>
                  <a:lnTo>
                    <a:pt x="106629" y="108137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4F26DF98-CB61-5E10-7ADE-6AF0D614D91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834741" y="5329533"/>
              <a:ext cx="99658" cy="225670"/>
            </a:xfrm>
            <a:custGeom>
              <a:avLst/>
              <a:gdLst>
                <a:gd name="connsiteX0" fmla="*/ 59986 w 99658"/>
                <a:gd name="connsiteY0" fmla="*/ 80150 h 225670"/>
                <a:gd name="connsiteX1" fmla="*/ 90024 w 99658"/>
                <a:gd name="connsiteY1" fmla="*/ 80150 h 225670"/>
                <a:gd name="connsiteX2" fmla="*/ 99920 w 99658"/>
                <a:gd name="connsiteY2" fmla="*/ 73419 h 225670"/>
                <a:gd name="connsiteX3" fmla="*/ 91085 w 99658"/>
                <a:gd name="connsiteY3" fmla="*/ 69168 h 225670"/>
                <a:gd name="connsiteX4" fmla="*/ 62813 w 99658"/>
                <a:gd name="connsiteY4" fmla="*/ 69168 h 225670"/>
                <a:gd name="connsiteX5" fmla="*/ 75888 w 99658"/>
                <a:gd name="connsiteY5" fmla="*/ 16735 h 225670"/>
                <a:gd name="connsiteX6" fmla="*/ 77302 w 99658"/>
                <a:gd name="connsiteY6" fmla="*/ 9296 h 225670"/>
                <a:gd name="connsiteX7" fmla="*/ 67760 w 99658"/>
                <a:gd name="connsiteY7" fmla="*/ 85 h 225670"/>
                <a:gd name="connsiteX8" fmla="*/ 53978 w 99658"/>
                <a:gd name="connsiteY8" fmla="*/ 12838 h 225670"/>
                <a:gd name="connsiteX9" fmla="*/ 40195 w 99658"/>
                <a:gd name="connsiteY9" fmla="*/ 69168 h 225670"/>
                <a:gd name="connsiteX10" fmla="*/ 10156 w 99658"/>
                <a:gd name="connsiteY10" fmla="*/ 69168 h 225670"/>
                <a:gd name="connsiteX11" fmla="*/ 261 w 99658"/>
                <a:gd name="connsiteY11" fmla="*/ 75899 h 225670"/>
                <a:gd name="connsiteX12" fmla="*/ 9096 w 99658"/>
                <a:gd name="connsiteY12" fmla="*/ 80150 h 225670"/>
                <a:gd name="connsiteX13" fmla="*/ 37368 w 99658"/>
                <a:gd name="connsiteY13" fmla="*/ 80150 h 225670"/>
                <a:gd name="connsiteX14" fmla="*/ 11923 w 99658"/>
                <a:gd name="connsiteY14" fmla="*/ 181826 h 225670"/>
                <a:gd name="connsiteX15" fmla="*/ 10156 w 99658"/>
                <a:gd name="connsiteY15" fmla="*/ 193871 h 225670"/>
                <a:gd name="connsiteX16" fmla="*/ 40195 w 99658"/>
                <a:gd name="connsiteY16" fmla="*/ 225756 h 225670"/>
                <a:gd name="connsiteX17" fmla="*/ 93912 w 99658"/>
                <a:gd name="connsiteY17" fmla="*/ 171198 h 225670"/>
                <a:gd name="connsiteX18" fmla="*/ 88611 w 99658"/>
                <a:gd name="connsiteY18" fmla="*/ 167655 h 225670"/>
                <a:gd name="connsiteX19" fmla="*/ 81543 w 99658"/>
                <a:gd name="connsiteY19" fmla="*/ 174386 h 225670"/>
                <a:gd name="connsiteX20" fmla="*/ 40902 w 99658"/>
                <a:gd name="connsiteY20" fmla="*/ 217962 h 225670"/>
                <a:gd name="connsiteX21" fmla="*/ 31360 w 99658"/>
                <a:gd name="connsiteY21" fmla="*/ 203437 h 225670"/>
                <a:gd name="connsiteX22" fmla="*/ 33834 w 99658"/>
                <a:gd name="connsiteY22" fmla="*/ 185369 h 225670"/>
                <a:gd name="connsiteX23" fmla="*/ 59986 w 99658"/>
                <a:gd name="connsiteY23" fmla="*/ 80150 h 225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658" h="225670">
                  <a:moveTo>
                    <a:pt x="59986" y="80150"/>
                  </a:moveTo>
                  <a:lnTo>
                    <a:pt x="90024" y="80150"/>
                  </a:lnTo>
                  <a:cubicBezTo>
                    <a:pt x="96032" y="80150"/>
                    <a:pt x="99920" y="80150"/>
                    <a:pt x="99920" y="73419"/>
                  </a:cubicBezTo>
                  <a:cubicBezTo>
                    <a:pt x="99920" y="69168"/>
                    <a:pt x="96739" y="69168"/>
                    <a:pt x="91085" y="69168"/>
                  </a:cubicBezTo>
                  <a:lnTo>
                    <a:pt x="62813" y="69168"/>
                  </a:lnTo>
                  <a:lnTo>
                    <a:pt x="75888" y="16735"/>
                  </a:lnTo>
                  <a:cubicBezTo>
                    <a:pt x="77302" y="11776"/>
                    <a:pt x="77302" y="11067"/>
                    <a:pt x="77302" y="9296"/>
                  </a:cubicBezTo>
                  <a:cubicBezTo>
                    <a:pt x="77302" y="1856"/>
                    <a:pt x="71294" y="85"/>
                    <a:pt x="67760" y="85"/>
                  </a:cubicBezTo>
                  <a:cubicBezTo>
                    <a:pt x="58925" y="85"/>
                    <a:pt x="55391" y="7524"/>
                    <a:pt x="53978" y="12838"/>
                  </a:cubicBezTo>
                  <a:lnTo>
                    <a:pt x="40195" y="69168"/>
                  </a:lnTo>
                  <a:lnTo>
                    <a:pt x="10156" y="69168"/>
                  </a:lnTo>
                  <a:cubicBezTo>
                    <a:pt x="4149" y="69168"/>
                    <a:pt x="261" y="69168"/>
                    <a:pt x="261" y="75899"/>
                  </a:cubicBezTo>
                  <a:cubicBezTo>
                    <a:pt x="261" y="80150"/>
                    <a:pt x="3442" y="80150"/>
                    <a:pt x="9096" y="80150"/>
                  </a:cubicBezTo>
                  <a:lnTo>
                    <a:pt x="37368" y="80150"/>
                  </a:lnTo>
                  <a:lnTo>
                    <a:pt x="11923" y="181826"/>
                  </a:lnTo>
                  <a:cubicBezTo>
                    <a:pt x="11570" y="183243"/>
                    <a:pt x="10156" y="188911"/>
                    <a:pt x="10156" y="193871"/>
                  </a:cubicBezTo>
                  <a:cubicBezTo>
                    <a:pt x="10156" y="211585"/>
                    <a:pt x="21818" y="225756"/>
                    <a:pt x="40195" y="225756"/>
                  </a:cubicBezTo>
                  <a:cubicBezTo>
                    <a:pt x="75888" y="225756"/>
                    <a:pt x="93912" y="172969"/>
                    <a:pt x="93912" y="171198"/>
                  </a:cubicBezTo>
                  <a:cubicBezTo>
                    <a:pt x="93912" y="167655"/>
                    <a:pt x="91085" y="167655"/>
                    <a:pt x="88611" y="167655"/>
                  </a:cubicBezTo>
                  <a:cubicBezTo>
                    <a:pt x="84370" y="167655"/>
                    <a:pt x="84370" y="168009"/>
                    <a:pt x="81543" y="174386"/>
                  </a:cubicBezTo>
                  <a:cubicBezTo>
                    <a:pt x="75182" y="191391"/>
                    <a:pt x="61046" y="217962"/>
                    <a:pt x="40902" y="217962"/>
                  </a:cubicBezTo>
                  <a:cubicBezTo>
                    <a:pt x="31360" y="217962"/>
                    <a:pt x="31360" y="209105"/>
                    <a:pt x="31360" y="203437"/>
                  </a:cubicBezTo>
                  <a:cubicBezTo>
                    <a:pt x="31360" y="200957"/>
                    <a:pt x="31360" y="195288"/>
                    <a:pt x="33834" y="185369"/>
                  </a:cubicBezTo>
                  <a:lnTo>
                    <a:pt x="59986" y="80150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36C7CA5A-C6DC-9A21-C1A8-18FCB2BBEC2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1952148" y="5329533"/>
              <a:ext cx="99658" cy="225670"/>
            </a:xfrm>
            <a:custGeom>
              <a:avLst/>
              <a:gdLst>
                <a:gd name="connsiteX0" fmla="*/ 59989 w 99658"/>
                <a:gd name="connsiteY0" fmla="*/ 80150 h 225670"/>
                <a:gd name="connsiteX1" fmla="*/ 90028 w 99658"/>
                <a:gd name="connsiteY1" fmla="*/ 80150 h 225670"/>
                <a:gd name="connsiteX2" fmla="*/ 99923 w 99658"/>
                <a:gd name="connsiteY2" fmla="*/ 73419 h 225670"/>
                <a:gd name="connsiteX3" fmla="*/ 91088 w 99658"/>
                <a:gd name="connsiteY3" fmla="*/ 69168 h 225670"/>
                <a:gd name="connsiteX4" fmla="*/ 62816 w 99658"/>
                <a:gd name="connsiteY4" fmla="*/ 69168 h 225670"/>
                <a:gd name="connsiteX5" fmla="*/ 75892 w 99658"/>
                <a:gd name="connsiteY5" fmla="*/ 16735 h 225670"/>
                <a:gd name="connsiteX6" fmla="*/ 77305 w 99658"/>
                <a:gd name="connsiteY6" fmla="*/ 9296 h 225670"/>
                <a:gd name="connsiteX7" fmla="*/ 67764 w 99658"/>
                <a:gd name="connsiteY7" fmla="*/ 85 h 225670"/>
                <a:gd name="connsiteX8" fmla="*/ 53981 w 99658"/>
                <a:gd name="connsiteY8" fmla="*/ 12838 h 225670"/>
                <a:gd name="connsiteX9" fmla="*/ 40199 w 99658"/>
                <a:gd name="connsiteY9" fmla="*/ 69168 h 225670"/>
                <a:gd name="connsiteX10" fmla="*/ 10160 w 99658"/>
                <a:gd name="connsiteY10" fmla="*/ 69168 h 225670"/>
                <a:gd name="connsiteX11" fmla="*/ 264 w 99658"/>
                <a:gd name="connsiteY11" fmla="*/ 75899 h 225670"/>
                <a:gd name="connsiteX12" fmla="*/ 9099 w 99658"/>
                <a:gd name="connsiteY12" fmla="*/ 80150 h 225670"/>
                <a:gd name="connsiteX13" fmla="*/ 37371 w 99658"/>
                <a:gd name="connsiteY13" fmla="*/ 80150 h 225670"/>
                <a:gd name="connsiteX14" fmla="*/ 11927 w 99658"/>
                <a:gd name="connsiteY14" fmla="*/ 181826 h 225670"/>
                <a:gd name="connsiteX15" fmla="*/ 10160 w 99658"/>
                <a:gd name="connsiteY15" fmla="*/ 193871 h 225670"/>
                <a:gd name="connsiteX16" fmla="*/ 40199 w 99658"/>
                <a:gd name="connsiteY16" fmla="*/ 225756 h 225670"/>
                <a:gd name="connsiteX17" fmla="*/ 93915 w 99658"/>
                <a:gd name="connsiteY17" fmla="*/ 171198 h 225670"/>
                <a:gd name="connsiteX18" fmla="*/ 88614 w 99658"/>
                <a:gd name="connsiteY18" fmla="*/ 167655 h 225670"/>
                <a:gd name="connsiteX19" fmla="*/ 81546 w 99658"/>
                <a:gd name="connsiteY19" fmla="*/ 174386 h 225670"/>
                <a:gd name="connsiteX20" fmla="*/ 40905 w 99658"/>
                <a:gd name="connsiteY20" fmla="*/ 217962 h 225670"/>
                <a:gd name="connsiteX21" fmla="*/ 31364 w 99658"/>
                <a:gd name="connsiteY21" fmla="*/ 203437 h 225670"/>
                <a:gd name="connsiteX22" fmla="*/ 33837 w 99658"/>
                <a:gd name="connsiteY22" fmla="*/ 185369 h 225670"/>
                <a:gd name="connsiteX23" fmla="*/ 59989 w 99658"/>
                <a:gd name="connsiteY23" fmla="*/ 80150 h 225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658" h="225670">
                  <a:moveTo>
                    <a:pt x="59989" y="80150"/>
                  </a:moveTo>
                  <a:lnTo>
                    <a:pt x="90028" y="80150"/>
                  </a:lnTo>
                  <a:cubicBezTo>
                    <a:pt x="96036" y="80150"/>
                    <a:pt x="99923" y="80150"/>
                    <a:pt x="99923" y="73419"/>
                  </a:cubicBezTo>
                  <a:cubicBezTo>
                    <a:pt x="99923" y="69168"/>
                    <a:pt x="96742" y="69168"/>
                    <a:pt x="91088" y="69168"/>
                  </a:cubicBezTo>
                  <a:lnTo>
                    <a:pt x="62816" y="69168"/>
                  </a:lnTo>
                  <a:lnTo>
                    <a:pt x="75892" y="16735"/>
                  </a:lnTo>
                  <a:cubicBezTo>
                    <a:pt x="77305" y="11776"/>
                    <a:pt x="77305" y="11067"/>
                    <a:pt x="77305" y="9296"/>
                  </a:cubicBezTo>
                  <a:cubicBezTo>
                    <a:pt x="77305" y="1856"/>
                    <a:pt x="71298" y="85"/>
                    <a:pt x="67764" y="85"/>
                  </a:cubicBezTo>
                  <a:cubicBezTo>
                    <a:pt x="58929" y="85"/>
                    <a:pt x="55395" y="7524"/>
                    <a:pt x="53981" y="12838"/>
                  </a:cubicBezTo>
                  <a:lnTo>
                    <a:pt x="40199" y="69168"/>
                  </a:lnTo>
                  <a:lnTo>
                    <a:pt x="10160" y="69168"/>
                  </a:lnTo>
                  <a:cubicBezTo>
                    <a:pt x="4152" y="69168"/>
                    <a:pt x="264" y="69168"/>
                    <a:pt x="264" y="75899"/>
                  </a:cubicBezTo>
                  <a:cubicBezTo>
                    <a:pt x="264" y="80150"/>
                    <a:pt x="3445" y="80150"/>
                    <a:pt x="9099" y="80150"/>
                  </a:cubicBezTo>
                  <a:lnTo>
                    <a:pt x="37371" y="80150"/>
                  </a:lnTo>
                  <a:lnTo>
                    <a:pt x="11927" y="181826"/>
                  </a:lnTo>
                  <a:cubicBezTo>
                    <a:pt x="11573" y="183243"/>
                    <a:pt x="10160" y="188911"/>
                    <a:pt x="10160" y="193871"/>
                  </a:cubicBezTo>
                  <a:cubicBezTo>
                    <a:pt x="10160" y="211585"/>
                    <a:pt x="21822" y="225756"/>
                    <a:pt x="40199" y="225756"/>
                  </a:cubicBezTo>
                  <a:cubicBezTo>
                    <a:pt x="75892" y="225756"/>
                    <a:pt x="93915" y="172969"/>
                    <a:pt x="93915" y="171198"/>
                  </a:cubicBezTo>
                  <a:cubicBezTo>
                    <a:pt x="93915" y="167655"/>
                    <a:pt x="91088" y="167655"/>
                    <a:pt x="88614" y="167655"/>
                  </a:cubicBezTo>
                  <a:cubicBezTo>
                    <a:pt x="84373" y="167655"/>
                    <a:pt x="84373" y="168009"/>
                    <a:pt x="81546" y="174386"/>
                  </a:cubicBezTo>
                  <a:cubicBezTo>
                    <a:pt x="75185" y="191391"/>
                    <a:pt x="61049" y="217962"/>
                    <a:pt x="40905" y="217962"/>
                  </a:cubicBezTo>
                  <a:cubicBezTo>
                    <a:pt x="31364" y="217962"/>
                    <a:pt x="31364" y="209105"/>
                    <a:pt x="31364" y="203437"/>
                  </a:cubicBezTo>
                  <a:cubicBezTo>
                    <a:pt x="31364" y="200957"/>
                    <a:pt x="31364" y="195288"/>
                    <a:pt x="33837" y="185369"/>
                  </a:cubicBezTo>
                  <a:lnTo>
                    <a:pt x="59989" y="80150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9708B728-EC5E-2B73-F391-19D51A50C58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066727" y="5318905"/>
              <a:ext cx="87642" cy="236299"/>
            </a:xfrm>
            <a:custGeom>
              <a:avLst/>
              <a:gdLst>
                <a:gd name="connsiteX0" fmla="*/ 87911 w 87642"/>
                <a:gd name="connsiteY0" fmla="*/ 181826 h 236299"/>
                <a:gd name="connsiteX1" fmla="*/ 82610 w 87642"/>
                <a:gd name="connsiteY1" fmla="*/ 178283 h 236299"/>
                <a:gd name="connsiteX2" fmla="*/ 76602 w 87642"/>
                <a:gd name="connsiteY2" fmla="*/ 184306 h 236299"/>
                <a:gd name="connsiteX3" fmla="*/ 43736 w 87642"/>
                <a:gd name="connsiteY3" fmla="*/ 228590 h 236299"/>
                <a:gd name="connsiteX4" fmla="*/ 35961 w 87642"/>
                <a:gd name="connsiteY4" fmla="*/ 218670 h 236299"/>
                <a:gd name="connsiteX5" fmla="*/ 45149 w 87642"/>
                <a:gd name="connsiteY5" fmla="*/ 184660 h 236299"/>
                <a:gd name="connsiteX6" fmla="*/ 67767 w 87642"/>
                <a:gd name="connsiteY6" fmla="*/ 124080 h 236299"/>
                <a:gd name="connsiteX7" fmla="*/ 72008 w 87642"/>
                <a:gd name="connsiteY7" fmla="*/ 104240 h 236299"/>
                <a:gd name="connsiteX8" fmla="*/ 45503 w 87642"/>
                <a:gd name="connsiteY8" fmla="*/ 75899 h 236299"/>
                <a:gd name="connsiteX9" fmla="*/ 268 w 87642"/>
                <a:gd name="connsiteY9" fmla="*/ 130457 h 236299"/>
                <a:gd name="connsiteX10" fmla="*/ 5569 w 87642"/>
                <a:gd name="connsiteY10" fmla="*/ 133999 h 236299"/>
                <a:gd name="connsiteX11" fmla="*/ 11930 w 87642"/>
                <a:gd name="connsiteY11" fmla="*/ 128331 h 236299"/>
                <a:gd name="connsiteX12" fmla="*/ 44796 w 87642"/>
                <a:gd name="connsiteY12" fmla="*/ 83693 h 236299"/>
                <a:gd name="connsiteX13" fmla="*/ 52571 w 87642"/>
                <a:gd name="connsiteY13" fmla="*/ 93612 h 236299"/>
                <a:gd name="connsiteX14" fmla="*/ 46210 w 87642"/>
                <a:gd name="connsiteY14" fmla="*/ 119120 h 236299"/>
                <a:gd name="connsiteX15" fmla="*/ 35608 w 87642"/>
                <a:gd name="connsiteY15" fmla="*/ 148524 h 236299"/>
                <a:gd name="connsiteX16" fmla="*/ 22532 w 87642"/>
                <a:gd name="connsiteY16" fmla="*/ 183597 h 236299"/>
                <a:gd name="connsiteX17" fmla="*/ 16171 w 87642"/>
                <a:gd name="connsiteY17" fmla="*/ 208042 h 236299"/>
                <a:gd name="connsiteX18" fmla="*/ 43029 w 87642"/>
                <a:gd name="connsiteY18" fmla="*/ 236384 h 236299"/>
                <a:gd name="connsiteX19" fmla="*/ 87911 w 87642"/>
                <a:gd name="connsiteY19" fmla="*/ 181826 h 236299"/>
                <a:gd name="connsiteX20" fmla="*/ 86144 w 87642"/>
                <a:gd name="connsiteY20" fmla="*/ 11776 h 236299"/>
                <a:gd name="connsiteX21" fmla="*/ 74128 w 87642"/>
                <a:gd name="connsiteY21" fmla="*/ 85 h 236299"/>
                <a:gd name="connsiteX22" fmla="*/ 57165 w 87642"/>
                <a:gd name="connsiteY22" fmla="*/ 17090 h 236299"/>
                <a:gd name="connsiteX23" fmla="*/ 69181 w 87642"/>
                <a:gd name="connsiteY23" fmla="*/ 28781 h 236299"/>
                <a:gd name="connsiteX24" fmla="*/ 86144 w 87642"/>
                <a:gd name="connsiteY24" fmla="*/ 11776 h 23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642" h="236299">
                  <a:moveTo>
                    <a:pt x="87911" y="181826"/>
                  </a:moveTo>
                  <a:cubicBezTo>
                    <a:pt x="87911" y="178283"/>
                    <a:pt x="85083" y="178283"/>
                    <a:pt x="82610" y="178283"/>
                  </a:cubicBezTo>
                  <a:cubicBezTo>
                    <a:pt x="78016" y="178283"/>
                    <a:pt x="78016" y="178992"/>
                    <a:pt x="76602" y="184306"/>
                  </a:cubicBezTo>
                  <a:cubicBezTo>
                    <a:pt x="73775" y="194580"/>
                    <a:pt x="64233" y="228590"/>
                    <a:pt x="43736" y="228590"/>
                  </a:cubicBezTo>
                  <a:cubicBezTo>
                    <a:pt x="40909" y="228590"/>
                    <a:pt x="35961" y="228236"/>
                    <a:pt x="35961" y="218670"/>
                  </a:cubicBezTo>
                  <a:cubicBezTo>
                    <a:pt x="35961" y="209459"/>
                    <a:pt x="40555" y="197768"/>
                    <a:pt x="45149" y="184660"/>
                  </a:cubicBezTo>
                  <a:lnTo>
                    <a:pt x="67767" y="124080"/>
                  </a:lnTo>
                  <a:cubicBezTo>
                    <a:pt x="71301" y="113806"/>
                    <a:pt x="72008" y="110972"/>
                    <a:pt x="72008" y="104240"/>
                  </a:cubicBezTo>
                  <a:cubicBezTo>
                    <a:pt x="72008" y="84756"/>
                    <a:pt x="58579" y="75899"/>
                    <a:pt x="45503" y="75899"/>
                  </a:cubicBezTo>
                  <a:cubicBezTo>
                    <a:pt x="12283" y="75899"/>
                    <a:pt x="268" y="128685"/>
                    <a:pt x="268" y="130457"/>
                  </a:cubicBezTo>
                  <a:cubicBezTo>
                    <a:pt x="268" y="133999"/>
                    <a:pt x="3802" y="133999"/>
                    <a:pt x="5569" y="133999"/>
                  </a:cubicBezTo>
                  <a:cubicBezTo>
                    <a:pt x="10163" y="133999"/>
                    <a:pt x="10516" y="133291"/>
                    <a:pt x="11930" y="128331"/>
                  </a:cubicBezTo>
                  <a:cubicBezTo>
                    <a:pt x="15110" y="116640"/>
                    <a:pt x="24299" y="83693"/>
                    <a:pt x="44796" y="83693"/>
                  </a:cubicBezTo>
                  <a:cubicBezTo>
                    <a:pt x="48683" y="83693"/>
                    <a:pt x="52571" y="85464"/>
                    <a:pt x="52571" y="93612"/>
                  </a:cubicBezTo>
                  <a:cubicBezTo>
                    <a:pt x="52571" y="102115"/>
                    <a:pt x="48683" y="112389"/>
                    <a:pt x="46210" y="119120"/>
                  </a:cubicBezTo>
                  <a:lnTo>
                    <a:pt x="35608" y="148524"/>
                  </a:lnTo>
                  <a:cubicBezTo>
                    <a:pt x="31013" y="160215"/>
                    <a:pt x="26773" y="171906"/>
                    <a:pt x="22532" y="183597"/>
                  </a:cubicBezTo>
                  <a:cubicBezTo>
                    <a:pt x="17584" y="197060"/>
                    <a:pt x="16171" y="200957"/>
                    <a:pt x="16171" y="208042"/>
                  </a:cubicBezTo>
                  <a:cubicBezTo>
                    <a:pt x="16171" y="221859"/>
                    <a:pt x="24652" y="236384"/>
                    <a:pt x="43029" y="236384"/>
                  </a:cubicBezTo>
                  <a:cubicBezTo>
                    <a:pt x="76249" y="236384"/>
                    <a:pt x="87911" y="183243"/>
                    <a:pt x="87911" y="181826"/>
                  </a:cubicBezTo>
                  <a:close/>
                  <a:moveTo>
                    <a:pt x="86144" y="11776"/>
                  </a:moveTo>
                  <a:cubicBezTo>
                    <a:pt x="86144" y="2919"/>
                    <a:pt x="79076" y="85"/>
                    <a:pt x="74128" y="85"/>
                  </a:cubicBezTo>
                  <a:cubicBezTo>
                    <a:pt x="66707" y="85"/>
                    <a:pt x="57165" y="7170"/>
                    <a:pt x="57165" y="17090"/>
                  </a:cubicBezTo>
                  <a:cubicBezTo>
                    <a:pt x="57165" y="25947"/>
                    <a:pt x="64233" y="28781"/>
                    <a:pt x="69181" y="28781"/>
                  </a:cubicBezTo>
                  <a:cubicBezTo>
                    <a:pt x="76249" y="28781"/>
                    <a:pt x="86144" y="22050"/>
                    <a:pt x="86144" y="11776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B305A0D6-54DB-5E6E-1859-F35EC4E1FC2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2175102" y="5394719"/>
              <a:ext cx="177759" cy="160484"/>
            </a:xfrm>
            <a:custGeom>
              <a:avLst/>
              <a:gdLst>
                <a:gd name="connsiteX0" fmla="*/ 52220 w 177759"/>
                <a:gd name="connsiteY0" fmla="*/ 94675 h 160484"/>
                <a:gd name="connsiteX1" fmla="*/ 57875 w 177759"/>
                <a:gd name="connsiteY1" fmla="*/ 71648 h 160484"/>
                <a:gd name="connsiteX2" fmla="*/ 68477 w 177759"/>
                <a:gd name="connsiteY2" fmla="*/ 42952 h 160484"/>
                <a:gd name="connsiteX3" fmla="*/ 116186 w 177759"/>
                <a:gd name="connsiteY3" fmla="*/ 7879 h 160484"/>
                <a:gd name="connsiteX4" fmla="*/ 132442 w 177759"/>
                <a:gd name="connsiteY4" fmla="*/ 31261 h 160484"/>
                <a:gd name="connsiteX5" fmla="*/ 111945 w 177759"/>
                <a:gd name="connsiteY5" fmla="*/ 109555 h 160484"/>
                <a:gd name="connsiteX6" fmla="*/ 106290 w 177759"/>
                <a:gd name="connsiteY6" fmla="*/ 132228 h 160484"/>
                <a:gd name="connsiteX7" fmla="*/ 133149 w 177759"/>
                <a:gd name="connsiteY7" fmla="*/ 160570 h 160484"/>
                <a:gd name="connsiteX8" fmla="*/ 178030 w 177759"/>
                <a:gd name="connsiteY8" fmla="*/ 106012 h 160484"/>
                <a:gd name="connsiteX9" fmla="*/ 172729 w 177759"/>
                <a:gd name="connsiteY9" fmla="*/ 102469 h 160484"/>
                <a:gd name="connsiteX10" fmla="*/ 166722 w 177759"/>
                <a:gd name="connsiteY10" fmla="*/ 108492 h 160484"/>
                <a:gd name="connsiteX11" fmla="*/ 133856 w 177759"/>
                <a:gd name="connsiteY11" fmla="*/ 152776 h 160484"/>
                <a:gd name="connsiteX12" fmla="*/ 126081 w 177759"/>
                <a:gd name="connsiteY12" fmla="*/ 142502 h 160484"/>
                <a:gd name="connsiteX13" fmla="*/ 132442 w 177759"/>
                <a:gd name="connsiteY13" fmla="*/ 115931 h 160484"/>
                <a:gd name="connsiteX14" fmla="*/ 153999 w 177759"/>
                <a:gd name="connsiteY14" fmla="*/ 36929 h 160484"/>
                <a:gd name="connsiteX15" fmla="*/ 117246 w 177759"/>
                <a:gd name="connsiteY15" fmla="*/ 85 h 160484"/>
                <a:gd name="connsiteX16" fmla="*/ 66710 w 177759"/>
                <a:gd name="connsiteY16" fmla="*/ 28072 h 160484"/>
                <a:gd name="connsiteX17" fmla="*/ 37024 w 177759"/>
                <a:gd name="connsiteY17" fmla="*/ 85 h 160484"/>
                <a:gd name="connsiteX18" fmla="*/ 11580 w 177759"/>
                <a:gd name="connsiteY18" fmla="*/ 18861 h 160484"/>
                <a:gd name="connsiteX19" fmla="*/ 271 w 177759"/>
                <a:gd name="connsiteY19" fmla="*/ 54643 h 160484"/>
                <a:gd name="connsiteX20" fmla="*/ 5572 w 177759"/>
                <a:gd name="connsiteY20" fmla="*/ 58185 h 160484"/>
                <a:gd name="connsiteX21" fmla="*/ 12286 w 177759"/>
                <a:gd name="connsiteY21" fmla="*/ 50037 h 160484"/>
                <a:gd name="connsiteX22" fmla="*/ 36317 w 177759"/>
                <a:gd name="connsiteY22" fmla="*/ 7879 h 160484"/>
                <a:gd name="connsiteX23" fmla="*/ 45506 w 177759"/>
                <a:gd name="connsiteY23" fmla="*/ 22050 h 160484"/>
                <a:gd name="connsiteX24" fmla="*/ 43032 w 177759"/>
                <a:gd name="connsiteY24" fmla="*/ 40117 h 160484"/>
                <a:gd name="connsiteX25" fmla="*/ 16527 w 177759"/>
                <a:gd name="connsiteY25" fmla="*/ 146399 h 160484"/>
                <a:gd name="connsiteX26" fmla="*/ 15467 w 177759"/>
                <a:gd name="connsiteY26" fmla="*/ 151359 h 160484"/>
                <a:gd name="connsiteX27" fmla="*/ 25362 w 177759"/>
                <a:gd name="connsiteY27" fmla="*/ 160570 h 160484"/>
                <a:gd name="connsiteX28" fmla="*/ 38084 w 177759"/>
                <a:gd name="connsiteY28" fmla="*/ 151359 h 160484"/>
                <a:gd name="connsiteX29" fmla="*/ 52220 w 177759"/>
                <a:gd name="connsiteY29" fmla="*/ 9467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759" h="160484">
                  <a:moveTo>
                    <a:pt x="52220" y="94675"/>
                  </a:moveTo>
                  <a:cubicBezTo>
                    <a:pt x="53987" y="86881"/>
                    <a:pt x="56108" y="79441"/>
                    <a:pt x="57875" y="71648"/>
                  </a:cubicBezTo>
                  <a:cubicBezTo>
                    <a:pt x="62469" y="53580"/>
                    <a:pt x="62469" y="53225"/>
                    <a:pt x="68477" y="42952"/>
                  </a:cubicBezTo>
                  <a:cubicBezTo>
                    <a:pt x="73424" y="34449"/>
                    <a:pt x="89327" y="7879"/>
                    <a:pt x="116186" y="7879"/>
                  </a:cubicBezTo>
                  <a:cubicBezTo>
                    <a:pt x="131735" y="7879"/>
                    <a:pt x="132442" y="23821"/>
                    <a:pt x="132442" y="31261"/>
                  </a:cubicBezTo>
                  <a:cubicBezTo>
                    <a:pt x="132442" y="53225"/>
                    <a:pt x="116892" y="95384"/>
                    <a:pt x="111945" y="109555"/>
                  </a:cubicBezTo>
                  <a:cubicBezTo>
                    <a:pt x="107351" y="121600"/>
                    <a:pt x="106290" y="124788"/>
                    <a:pt x="106290" y="132228"/>
                  </a:cubicBezTo>
                  <a:cubicBezTo>
                    <a:pt x="106290" y="147816"/>
                    <a:pt x="116186" y="160570"/>
                    <a:pt x="133149" y="160570"/>
                  </a:cubicBezTo>
                  <a:cubicBezTo>
                    <a:pt x="166015" y="160570"/>
                    <a:pt x="178030" y="107783"/>
                    <a:pt x="178030" y="106012"/>
                  </a:cubicBezTo>
                  <a:cubicBezTo>
                    <a:pt x="178030" y="102469"/>
                    <a:pt x="175203" y="102469"/>
                    <a:pt x="172729" y="102469"/>
                  </a:cubicBezTo>
                  <a:cubicBezTo>
                    <a:pt x="168135" y="102469"/>
                    <a:pt x="168135" y="103178"/>
                    <a:pt x="166722" y="108492"/>
                  </a:cubicBezTo>
                  <a:cubicBezTo>
                    <a:pt x="163894" y="118057"/>
                    <a:pt x="154353" y="152776"/>
                    <a:pt x="133856" y="152776"/>
                  </a:cubicBezTo>
                  <a:cubicBezTo>
                    <a:pt x="126434" y="152776"/>
                    <a:pt x="126081" y="147462"/>
                    <a:pt x="126081" y="142502"/>
                  </a:cubicBezTo>
                  <a:cubicBezTo>
                    <a:pt x="126081" y="133645"/>
                    <a:pt x="129615" y="124434"/>
                    <a:pt x="132442" y="115931"/>
                  </a:cubicBezTo>
                  <a:cubicBezTo>
                    <a:pt x="139510" y="97155"/>
                    <a:pt x="153999" y="57477"/>
                    <a:pt x="153999" y="36929"/>
                  </a:cubicBezTo>
                  <a:cubicBezTo>
                    <a:pt x="153999" y="7879"/>
                    <a:pt x="134562" y="85"/>
                    <a:pt x="117246" y="85"/>
                  </a:cubicBezTo>
                  <a:cubicBezTo>
                    <a:pt x="88267" y="85"/>
                    <a:pt x="71304" y="21341"/>
                    <a:pt x="66710" y="28072"/>
                  </a:cubicBezTo>
                  <a:cubicBezTo>
                    <a:pt x="64236" y="10713"/>
                    <a:pt x="52220" y="85"/>
                    <a:pt x="37024" y="85"/>
                  </a:cubicBezTo>
                  <a:cubicBezTo>
                    <a:pt x="24302" y="85"/>
                    <a:pt x="17234" y="8233"/>
                    <a:pt x="11580" y="18861"/>
                  </a:cubicBezTo>
                  <a:cubicBezTo>
                    <a:pt x="4865" y="33032"/>
                    <a:pt x="271" y="53934"/>
                    <a:pt x="271" y="54643"/>
                  </a:cubicBezTo>
                  <a:cubicBezTo>
                    <a:pt x="271" y="58185"/>
                    <a:pt x="3805" y="58185"/>
                    <a:pt x="5572" y="58185"/>
                  </a:cubicBezTo>
                  <a:cubicBezTo>
                    <a:pt x="10166" y="58185"/>
                    <a:pt x="10519" y="57831"/>
                    <a:pt x="12286" y="50037"/>
                  </a:cubicBezTo>
                  <a:cubicBezTo>
                    <a:pt x="18648" y="25238"/>
                    <a:pt x="25362" y="7879"/>
                    <a:pt x="36317" y="7879"/>
                  </a:cubicBezTo>
                  <a:cubicBezTo>
                    <a:pt x="45506" y="7879"/>
                    <a:pt x="45506" y="18153"/>
                    <a:pt x="45506" y="22050"/>
                  </a:cubicBezTo>
                  <a:cubicBezTo>
                    <a:pt x="45506" y="27718"/>
                    <a:pt x="44446" y="34449"/>
                    <a:pt x="43032" y="40117"/>
                  </a:cubicBezTo>
                  <a:lnTo>
                    <a:pt x="16527" y="146399"/>
                  </a:lnTo>
                  <a:cubicBezTo>
                    <a:pt x="15820" y="148524"/>
                    <a:pt x="15467" y="150296"/>
                    <a:pt x="15467" y="151359"/>
                  </a:cubicBezTo>
                  <a:cubicBezTo>
                    <a:pt x="15467" y="155256"/>
                    <a:pt x="18294" y="160570"/>
                    <a:pt x="25362" y="160570"/>
                  </a:cubicBezTo>
                  <a:cubicBezTo>
                    <a:pt x="29603" y="160570"/>
                    <a:pt x="35611" y="158090"/>
                    <a:pt x="38084" y="151359"/>
                  </a:cubicBezTo>
                  <a:lnTo>
                    <a:pt x="52220" y="94675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52CBCA18-685A-3513-080E-F9EF416A146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2363188" y="5394719"/>
              <a:ext cx="153375" cy="229213"/>
            </a:xfrm>
            <a:custGeom>
              <a:avLst/>
              <a:gdLst>
                <a:gd name="connsiteX0" fmla="*/ 100995 w 153375"/>
                <a:gd name="connsiteY0" fmla="*/ 137896 h 229213"/>
                <a:gd name="connsiteX1" fmla="*/ 93574 w 153375"/>
                <a:gd name="connsiteY1" fmla="*/ 167655 h 229213"/>
                <a:gd name="connsiteX2" fmla="*/ 77317 w 153375"/>
                <a:gd name="connsiteY2" fmla="*/ 204854 h 229213"/>
                <a:gd name="connsiteX3" fmla="*/ 43744 w 153375"/>
                <a:gd name="connsiteY3" fmla="*/ 221504 h 229213"/>
                <a:gd name="connsiteX4" fmla="*/ 18653 w 153375"/>
                <a:gd name="connsiteY4" fmla="*/ 217607 h 229213"/>
                <a:gd name="connsiteX5" fmla="*/ 29962 w 153375"/>
                <a:gd name="connsiteY5" fmla="*/ 201311 h 229213"/>
                <a:gd name="connsiteX6" fmla="*/ 17593 w 153375"/>
                <a:gd name="connsiteY6" fmla="*/ 189974 h 229213"/>
                <a:gd name="connsiteX7" fmla="*/ 276 w 153375"/>
                <a:gd name="connsiteY7" fmla="*/ 208751 h 229213"/>
                <a:gd name="connsiteX8" fmla="*/ 43038 w 153375"/>
                <a:gd name="connsiteY8" fmla="*/ 229298 h 229213"/>
                <a:gd name="connsiteX9" fmla="*/ 113717 w 153375"/>
                <a:gd name="connsiteY9" fmla="*/ 178992 h 229213"/>
                <a:gd name="connsiteX10" fmla="*/ 152238 w 153375"/>
                <a:gd name="connsiteY10" fmla="*/ 23821 h 229213"/>
                <a:gd name="connsiteX11" fmla="*/ 153652 w 153375"/>
                <a:gd name="connsiteY11" fmla="*/ 16381 h 229213"/>
                <a:gd name="connsiteX12" fmla="*/ 144110 w 153375"/>
                <a:gd name="connsiteY12" fmla="*/ 7170 h 229213"/>
                <a:gd name="connsiteX13" fmla="*/ 130327 w 153375"/>
                <a:gd name="connsiteY13" fmla="*/ 20278 h 229213"/>
                <a:gd name="connsiteX14" fmla="*/ 100642 w 153375"/>
                <a:gd name="connsiteY14" fmla="*/ 85 h 229213"/>
                <a:gd name="connsiteX15" fmla="*/ 20420 w 153375"/>
                <a:gd name="connsiteY15" fmla="*/ 102469 h 229213"/>
                <a:gd name="connsiteX16" fmla="*/ 63535 w 153375"/>
                <a:gd name="connsiteY16" fmla="*/ 156673 h 229213"/>
                <a:gd name="connsiteX17" fmla="*/ 100995 w 153375"/>
                <a:gd name="connsiteY17" fmla="*/ 137896 h 229213"/>
                <a:gd name="connsiteX18" fmla="*/ 123966 w 153375"/>
                <a:gd name="connsiteY18" fmla="*/ 45431 h 229213"/>
                <a:gd name="connsiteX19" fmla="*/ 108063 w 153375"/>
                <a:gd name="connsiteY19" fmla="*/ 109909 h 229213"/>
                <a:gd name="connsiteX20" fmla="*/ 64242 w 153375"/>
                <a:gd name="connsiteY20" fmla="*/ 148879 h 229213"/>
                <a:gd name="connsiteX21" fmla="*/ 44451 w 153375"/>
                <a:gd name="connsiteY21" fmla="*/ 118057 h 229213"/>
                <a:gd name="connsiteX22" fmla="*/ 62475 w 153375"/>
                <a:gd name="connsiteY22" fmla="*/ 42952 h 229213"/>
                <a:gd name="connsiteX23" fmla="*/ 100642 w 153375"/>
                <a:gd name="connsiteY23" fmla="*/ 7879 h 229213"/>
                <a:gd name="connsiteX24" fmla="*/ 125026 w 153375"/>
                <a:gd name="connsiteY24" fmla="*/ 40472 h 229213"/>
                <a:gd name="connsiteX25" fmla="*/ 123966 w 153375"/>
                <a:gd name="connsiteY25" fmla="*/ 45431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3375" h="229213">
                  <a:moveTo>
                    <a:pt x="100995" y="137896"/>
                  </a:moveTo>
                  <a:lnTo>
                    <a:pt x="93574" y="167655"/>
                  </a:lnTo>
                  <a:cubicBezTo>
                    <a:pt x="89333" y="185369"/>
                    <a:pt x="87213" y="192808"/>
                    <a:pt x="77317" y="204854"/>
                  </a:cubicBezTo>
                  <a:cubicBezTo>
                    <a:pt x="63181" y="221504"/>
                    <a:pt x="49045" y="221504"/>
                    <a:pt x="43744" y="221504"/>
                  </a:cubicBezTo>
                  <a:cubicBezTo>
                    <a:pt x="39150" y="221504"/>
                    <a:pt x="28195" y="221504"/>
                    <a:pt x="18653" y="217607"/>
                  </a:cubicBezTo>
                  <a:cubicBezTo>
                    <a:pt x="25721" y="214773"/>
                    <a:pt x="29962" y="207334"/>
                    <a:pt x="29962" y="201311"/>
                  </a:cubicBezTo>
                  <a:cubicBezTo>
                    <a:pt x="29962" y="196705"/>
                    <a:pt x="26781" y="189974"/>
                    <a:pt x="17593" y="189974"/>
                  </a:cubicBezTo>
                  <a:cubicBezTo>
                    <a:pt x="11232" y="189974"/>
                    <a:pt x="276" y="194934"/>
                    <a:pt x="276" y="208751"/>
                  </a:cubicBezTo>
                  <a:cubicBezTo>
                    <a:pt x="276" y="222921"/>
                    <a:pt x="13352" y="229298"/>
                    <a:pt x="43038" y="229298"/>
                  </a:cubicBezTo>
                  <a:cubicBezTo>
                    <a:pt x="80145" y="229298"/>
                    <a:pt x="107003" y="205916"/>
                    <a:pt x="113717" y="178992"/>
                  </a:cubicBezTo>
                  <a:lnTo>
                    <a:pt x="152238" y="23821"/>
                  </a:lnTo>
                  <a:cubicBezTo>
                    <a:pt x="153652" y="18507"/>
                    <a:pt x="153652" y="17798"/>
                    <a:pt x="153652" y="16381"/>
                  </a:cubicBezTo>
                  <a:cubicBezTo>
                    <a:pt x="153652" y="8941"/>
                    <a:pt x="147644" y="7170"/>
                    <a:pt x="144110" y="7170"/>
                  </a:cubicBezTo>
                  <a:cubicBezTo>
                    <a:pt x="139869" y="7170"/>
                    <a:pt x="131741" y="10004"/>
                    <a:pt x="130327" y="20278"/>
                  </a:cubicBezTo>
                  <a:cubicBezTo>
                    <a:pt x="125380" y="10004"/>
                    <a:pt x="115838" y="85"/>
                    <a:pt x="100642" y="85"/>
                  </a:cubicBezTo>
                  <a:cubicBezTo>
                    <a:pt x="61061" y="85"/>
                    <a:pt x="20420" y="52517"/>
                    <a:pt x="20420" y="102469"/>
                  </a:cubicBezTo>
                  <a:cubicBezTo>
                    <a:pt x="20420" y="132582"/>
                    <a:pt x="37030" y="156673"/>
                    <a:pt x="63535" y="156673"/>
                  </a:cubicBezTo>
                  <a:cubicBezTo>
                    <a:pt x="81558" y="156673"/>
                    <a:pt x="96754" y="142148"/>
                    <a:pt x="100995" y="137896"/>
                  </a:cubicBezTo>
                  <a:close/>
                  <a:moveTo>
                    <a:pt x="123966" y="45431"/>
                  </a:moveTo>
                  <a:lnTo>
                    <a:pt x="108063" y="109909"/>
                  </a:lnTo>
                  <a:cubicBezTo>
                    <a:pt x="105236" y="121246"/>
                    <a:pt x="83679" y="148879"/>
                    <a:pt x="64242" y="148879"/>
                  </a:cubicBezTo>
                  <a:cubicBezTo>
                    <a:pt x="45158" y="148879"/>
                    <a:pt x="44451" y="121954"/>
                    <a:pt x="44451" y="118057"/>
                  </a:cubicBezTo>
                  <a:cubicBezTo>
                    <a:pt x="44451" y="101052"/>
                    <a:pt x="55053" y="59602"/>
                    <a:pt x="62475" y="42952"/>
                  </a:cubicBezTo>
                  <a:cubicBezTo>
                    <a:pt x="71310" y="23821"/>
                    <a:pt x="86859" y="7879"/>
                    <a:pt x="100642" y="7879"/>
                  </a:cubicBezTo>
                  <a:cubicBezTo>
                    <a:pt x="121846" y="7879"/>
                    <a:pt x="125026" y="37637"/>
                    <a:pt x="125026" y="40472"/>
                  </a:cubicBezTo>
                  <a:lnTo>
                    <a:pt x="123966" y="45431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A1CEA044-9BB6-F02D-FA4A-3092E1E3639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2638405" y="5394719"/>
              <a:ext cx="175285" cy="225316"/>
            </a:xfrm>
            <a:custGeom>
              <a:avLst/>
              <a:gdLst>
                <a:gd name="connsiteX0" fmla="*/ 27143 w 175285"/>
                <a:gd name="connsiteY0" fmla="*/ 202019 h 225316"/>
                <a:gd name="connsiteX1" fmla="*/ 7706 w 175285"/>
                <a:gd name="connsiteY1" fmla="*/ 214419 h 225316"/>
                <a:gd name="connsiteX2" fmla="*/ 285 w 175285"/>
                <a:gd name="connsiteY2" fmla="*/ 221150 h 225316"/>
                <a:gd name="connsiteX3" fmla="*/ 4525 w 175285"/>
                <a:gd name="connsiteY3" fmla="*/ 225401 h 225316"/>
                <a:gd name="connsiteX4" fmla="*/ 34211 w 175285"/>
                <a:gd name="connsiteY4" fmla="*/ 224339 h 225316"/>
                <a:gd name="connsiteX5" fmla="*/ 68491 w 175285"/>
                <a:gd name="connsiteY5" fmla="*/ 225401 h 225316"/>
                <a:gd name="connsiteX6" fmla="*/ 75205 w 175285"/>
                <a:gd name="connsiteY6" fmla="*/ 218670 h 225316"/>
                <a:gd name="connsiteX7" fmla="*/ 66724 w 175285"/>
                <a:gd name="connsiteY7" fmla="*/ 214419 h 225316"/>
                <a:gd name="connsiteX8" fmla="*/ 48700 w 175285"/>
                <a:gd name="connsiteY8" fmla="*/ 208751 h 225316"/>
                <a:gd name="connsiteX9" fmla="*/ 52588 w 175285"/>
                <a:gd name="connsiteY9" fmla="*/ 191746 h 225316"/>
                <a:gd name="connsiteX10" fmla="*/ 65310 w 175285"/>
                <a:gd name="connsiteY10" fmla="*/ 140022 h 225316"/>
                <a:gd name="connsiteX11" fmla="*/ 94995 w 175285"/>
                <a:gd name="connsiteY11" fmla="*/ 160570 h 225316"/>
                <a:gd name="connsiteX12" fmla="*/ 175570 w 175285"/>
                <a:gd name="connsiteY12" fmla="*/ 55351 h 225316"/>
                <a:gd name="connsiteX13" fmla="*/ 133163 w 175285"/>
                <a:gd name="connsiteY13" fmla="*/ 85 h 225316"/>
                <a:gd name="connsiteX14" fmla="*/ 90401 w 175285"/>
                <a:gd name="connsiteY14" fmla="*/ 24884 h 225316"/>
                <a:gd name="connsiteX15" fmla="*/ 61423 w 175285"/>
                <a:gd name="connsiteY15" fmla="*/ 85 h 225316"/>
                <a:gd name="connsiteX16" fmla="*/ 35978 w 175285"/>
                <a:gd name="connsiteY16" fmla="*/ 18861 h 225316"/>
                <a:gd name="connsiteX17" fmla="*/ 24669 w 175285"/>
                <a:gd name="connsiteY17" fmla="*/ 54643 h 225316"/>
                <a:gd name="connsiteX18" fmla="*/ 29970 w 175285"/>
                <a:gd name="connsiteY18" fmla="*/ 58185 h 225316"/>
                <a:gd name="connsiteX19" fmla="*/ 36685 w 175285"/>
                <a:gd name="connsiteY19" fmla="*/ 50037 h 225316"/>
                <a:gd name="connsiteX20" fmla="*/ 60716 w 175285"/>
                <a:gd name="connsiteY20" fmla="*/ 7879 h 225316"/>
                <a:gd name="connsiteX21" fmla="*/ 69904 w 175285"/>
                <a:gd name="connsiteY21" fmla="*/ 22050 h 225316"/>
                <a:gd name="connsiteX22" fmla="*/ 67430 w 175285"/>
                <a:gd name="connsiteY22" fmla="*/ 39763 h 225316"/>
                <a:gd name="connsiteX23" fmla="*/ 27143 w 175285"/>
                <a:gd name="connsiteY23" fmla="*/ 202019 h 225316"/>
                <a:gd name="connsiteX24" fmla="*/ 88281 w 175285"/>
                <a:gd name="connsiteY24" fmla="*/ 47911 h 225316"/>
                <a:gd name="connsiteX25" fmla="*/ 132456 w 175285"/>
                <a:gd name="connsiteY25" fmla="*/ 7879 h 225316"/>
                <a:gd name="connsiteX26" fmla="*/ 151893 w 175285"/>
                <a:gd name="connsiteY26" fmla="*/ 39409 h 225316"/>
                <a:gd name="connsiteX27" fmla="*/ 132102 w 175285"/>
                <a:gd name="connsiteY27" fmla="*/ 119120 h 225316"/>
                <a:gd name="connsiteX28" fmla="*/ 94642 w 175285"/>
                <a:gd name="connsiteY28" fmla="*/ 152776 h 225316"/>
                <a:gd name="connsiteX29" fmla="*/ 70611 w 175285"/>
                <a:gd name="connsiteY29" fmla="*/ 119828 h 225316"/>
                <a:gd name="connsiteX30" fmla="*/ 71671 w 175285"/>
                <a:gd name="connsiteY30" fmla="*/ 114869 h 225316"/>
                <a:gd name="connsiteX31" fmla="*/ 88281 w 175285"/>
                <a:gd name="connsiteY31" fmla="*/ 47911 h 2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5285" h="225316">
                  <a:moveTo>
                    <a:pt x="27143" y="202019"/>
                  </a:moveTo>
                  <a:cubicBezTo>
                    <a:pt x="24316" y="213002"/>
                    <a:pt x="21488" y="214065"/>
                    <a:pt x="7706" y="214419"/>
                  </a:cubicBezTo>
                  <a:cubicBezTo>
                    <a:pt x="4525" y="214419"/>
                    <a:pt x="285" y="214419"/>
                    <a:pt x="285" y="221150"/>
                  </a:cubicBezTo>
                  <a:cubicBezTo>
                    <a:pt x="285" y="223630"/>
                    <a:pt x="2052" y="225401"/>
                    <a:pt x="4525" y="225401"/>
                  </a:cubicBezTo>
                  <a:cubicBezTo>
                    <a:pt x="14067" y="225401"/>
                    <a:pt x="24316" y="224339"/>
                    <a:pt x="34211" y="224339"/>
                  </a:cubicBezTo>
                  <a:cubicBezTo>
                    <a:pt x="45520" y="224339"/>
                    <a:pt x="57535" y="225401"/>
                    <a:pt x="68491" y="225401"/>
                  </a:cubicBezTo>
                  <a:cubicBezTo>
                    <a:pt x="70611" y="225401"/>
                    <a:pt x="75205" y="225401"/>
                    <a:pt x="75205" y="218670"/>
                  </a:cubicBezTo>
                  <a:cubicBezTo>
                    <a:pt x="75205" y="214419"/>
                    <a:pt x="71671" y="214419"/>
                    <a:pt x="66724" y="214419"/>
                  </a:cubicBezTo>
                  <a:cubicBezTo>
                    <a:pt x="48700" y="214419"/>
                    <a:pt x="48700" y="212293"/>
                    <a:pt x="48700" y="208751"/>
                  </a:cubicBezTo>
                  <a:cubicBezTo>
                    <a:pt x="48700" y="206625"/>
                    <a:pt x="51174" y="197414"/>
                    <a:pt x="52588" y="191746"/>
                  </a:cubicBezTo>
                  <a:lnTo>
                    <a:pt x="65310" y="140022"/>
                  </a:lnTo>
                  <a:cubicBezTo>
                    <a:pt x="67784" y="146045"/>
                    <a:pt x="76619" y="160570"/>
                    <a:pt x="94995" y="160570"/>
                  </a:cubicBezTo>
                  <a:cubicBezTo>
                    <a:pt x="133516" y="160570"/>
                    <a:pt x="175570" y="108137"/>
                    <a:pt x="175570" y="55351"/>
                  </a:cubicBezTo>
                  <a:cubicBezTo>
                    <a:pt x="175570" y="17444"/>
                    <a:pt x="154366" y="85"/>
                    <a:pt x="133163" y="85"/>
                  </a:cubicBezTo>
                  <a:cubicBezTo>
                    <a:pt x="115846" y="85"/>
                    <a:pt x="100650" y="12838"/>
                    <a:pt x="90401" y="24884"/>
                  </a:cubicBezTo>
                  <a:cubicBezTo>
                    <a:pt x="86160" y="4336"/>
                    <a:pt x="70258" y="85"/>
                    <a:pt x="61423" y="85"/>
                  </a:cubicBezTo>
                  <a:cubicBezTo>
                    <a:pt x="48700" y="85"/>
                    <a:pt x="41632" y="8233"/>
                    <a:pt x="35978" y="18861"/>
                  </a:cubicBezTo>
                  <a:cubicBezTo>
                    <a:pt x="29263" y="33032"/>
                    <a:pt x="24669" y="53934"/>
                    <a:pt x="24669" y="54643"/>
                  </a:cubicBezTo>
                  <a:cubicBezTo>
                    <a:pt x="24669" y="58185"/>
                    <a:pt x="28203" y="58185"/>
                    <a:pt x="29970" y="58185"/>
                  </a:cubicBezTo>
                  <a:cubicBezTo>
                    <a:pt x="34564" y="58185"/>
                    <a:pt x="34918" y="57831"/>
                    <a:pt x="36685" y="50037"/>
                  </a:cubicBezTo>
                  <a:cubicBezTo>
                    <a:pt x="43046" y="25238"/>
                    <a:pt x="49760" y="7879"/>
                    <a:pt x="60716" y="7879"/>
                  </a:cubicBezTo>
                  <a:cubicBezTo>
                    <a:pt x="69904" y="7879"/>
                    <a:pt x="69904" y="18153"/>
                    <a:pt x="69904" y="22050"/>
                  </a:cubicBezTo>
                  <a:cubicBezTo>
                    <a:pt x="69904" y="24175"/>
                    <a:pt x="69904" y="29843"/>
                    <a:pt x="67430" y="39763"/>
                  </a:cubicBezTo>
                  <a:lnTo>
                    <a:pt x="27143" y="202019"/>
                  </a:lnTo>
                  <a:close/>
                  <a:moveTo>
                    <a:pt x="88281" y="47911"/>
                  </a:moveTo>
                  <a:cubicBezTo>
                    <a:pt x="91108" y="35866"/>
                    <a:pt x="113019" y="7879"/>
                    <a:pt x="132456" y="7879"/>
                  </a:cubicBezTo>
                  <a:cubicBezTo>
                    <a:pt x="148359" y="7879"/>
                    <a:pt x="151893" y="28072"/>
                    <a:pt x="151893" y="39409"/>
                  </a:cubicBezTo>
                  <a:cubicBezTo>
                    <a:pt x="151893" y="54288"/>
                    <a:pt x="142351" y="96447"/>
                    <a:pt x="132102" y="119120"/>
                  </a:cubicBezTo>
                  <a:cubicBezTo>
                    <a:pt x="127862" y="127977"/>
                    <a:pt x="112665" y="152776"/>
                    <a:pt x="94642" y="152776"/>
                  </a:cubicBezTo>
                  <a:cubicBezTo>
                    <a:pt x="74145" y="152776"/>
                    <a:pt x="70611" y="122663"/>
                    <a:pt x="70611" y="119828"/>
                  </a:cubicBezTo>
                  <a:cubicBezTo>
                    <a:pt x="70611" y="118766"/>
                    <a:pt x="70964" y="117703"/>
                    <a:pt x="71671" y="114869"/>
                  </a:cubicBezTo>
                  <a:lnTo>
                    <a:pt x="88281" y="47911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E716DBC-3E86-680C-FBBF-B7DF94BEC583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834186" y="5394719"/>
              <a:ext cx="150901" cy="160484"/>
            </a:xfrm>
            <a:custGeom>
              <a:avLst/>
              <a:gdLst>
                <a:gd name="connsiteX0" fmla="*/ 85458 w 150901"/>
                <a:gd name="connsiteY0" fmla="*/ 135771 h 160484"/>
                <a:gd name="connsiteX1" fmla="*/ 114790 w 150901"/>
                <a:gd name="connsiteY1" fmla="*/ 160570 h 160484"/>
                <a:gd name="connsiteX2" fmla="*/ 140588 w 150901"/>
                <a:gd name="connsiteY2" fmla="*/ 140730 h 160484"/>
                <a:gd name="connsiteX3" fmla="*/ 151190 w 150901"/>
                <a:gd name="connsiteY3" fmla="*/ 106012 h 160484"/>
                <a:gd name="connsiteX4" fmla="*/ 145889 w 150901"/>
                <a:gd name="connsiteY4" fmla="*/ 102469 h 160484"/>
                <a:gd name="connsiteX5" fmla="*/ 139175 w 150901"/>
                <a:gd name="connsiteY5" fmla="*/ 110617 h 160484"/>
                <a:gd name="connsiteX6" fmla="*/ 115497 w 150901"/>
                <a:gd name="connsiteY6" fmla="*/ 152776 h 160484"/>
                <a:gd name="connsiteX7" fmla="*/ 106309 w 150901"/>
                <a:gd name="connsiteY7" fmla="*/ 138251 h 160484"/>
                <a:gd name="connsiteX8" fmla="*/ 108783 w 150901"/>
                <a:gd name="connsiteY8" fmla="*/ 120183 h 160484"/>
                <a:gd name="connsiteX9" fmla="*/ 132814 w 150901"/>
                <a:gd name="connsiteY9" fmla="*/ 23821 h 160484"/>
                <a:gd name="connsiteX10" fmla="*/ 134227 w 150901"/>
                <a:gd name="connsiteY10" fmla="*/ 16381 h 160484"/>
                <a:gd name="connsiteX11" fmla="*/ 124686 w 150901"/>
                <a:gd name="connsiteY11" fmla="*/ 7170 h 160484"/>
                <a:gd name="connsiteX12" fmla="*/ 110550 w 150901"/>
                <a:gd name="connsiteY12" fmla="*/ 20987 h 160484"/>
                <a:gd name="connsiteX13" fmla="*/ 81217 w 150901"/>
                <a:gd name="connsiteY13" fmla="*/ 85 h 160484"/>
                <a:gd name="connsiteX14" fmla="*/ 289 w 150901"/>
                <a:gd name="connsiteY14" fmla="*/ 105658 h 160484"/>
                <a:gd name="connsiteX15" fmla="*/ 43050 w 150901"/>
                <a:gd name="connsiteY15" fmla="*/ 160570 h 160484"/>
                <a:gd name="connsiteX16" fmla="*/ 85458 w 150901"/>
                <a:gd name="connsiteY16" fmla="*/ 135771 h 160484"/>
                <a:gd name="connsiteX17" fmla="*/ 104542 w 150901"/>
                <a:gd name="connsiteY17" fmla="*/ 45786 h 160484"/>
                <a:gd name="connsiteX18" fmla="*/ 87932 w 150901"/>
                <a:gd name="connsiteY18" fmla="*/ 112743 h 160484"/>
                <a:gd name="connsiteX19" fmla="*/ 43757 w 150901"/>
                <a:gd name="connsiteY19" fmla="*/ 152776 h 160484"/>
                <a:gd name="connsiteX20" fmla="*/ 24320 w 150901"/>
                <a:gd name="connsiteY20" fmla="*/ 121246 h 160484"/>
                <a:gd name="connsiteX21" fmla="*/ 41637 w 150901"/>
                <a:gd name="connsiteY21" fmla="*/ 47203 h 160484"/>
                <a:gd name="connsiteX22" fmla="*/ 81217 w 150901"/>
                <a:gd name="connsiteY22" fmla="*/ 7879 h 160484"/>
                <a:gd name="connsiteX23" fmla="*/ 105602 w 150901"/>
                <a:gd name="connsiteY23" fmla="*/ 41180 h 160484"/>
                <a:gd name="connsiteX24" fmla="*/ 104542 w 150901"/>
                <a:gd name="connsiteY24" fmla="*/ 45786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0901" h="160484">
                  <a:moveTo>
                    <a:pt x="85458" y="135771"/>
                  </a:moveTo>
                  <a:cubicBezTo>
                    <a:pt x="89346" y="153130"/>
                    <a:pt x="102421" y="160570"/>
                    <a:pt x="114790" y="160570"/>
                  </a:cubicBezTo>
                  <a:cubicBezTo>
                    <a:pt x="127866" y="160570"/>
                    <a:pt x="135288" y="151713"/>
                    <a:pt x="140588" y="140730"/>
                  </a:cubicBezTo>
                  <a:cubicBezTo>
                    <a:pt x="146950" y="127268"/>
                    <a:pt x="151190" y="106720"/>
                    <a:pt x="151190" y="106012"/>
                  </a:cubicBezTo>
                  <a:cubicBezTo>
                    <a:pt x="151190" y="102469"/>
                    <a:pt x="148363" y="102469"/>
                    <a:pt x="145889" y="102469"/>
                  </a:cubicBezTo>
                  <a:cubicBezTo>
                    <a:pt x="141649" y="102469"/>
                    <a:pt x="141295" y="102823"/>
                    <a:pt x="139175" y="110617"/>
                  </a:cubicBezTo>
                  <a:cubicBezTo>
                    <a:pt x="134227" y="130457"/>
                    <a:pt x="127513" y="152776"/>
                    <a:pt x="115497" y="152776"/>
                  </a:cubicBezTo>
                  <a:cubicBezTo>
                    <a:pt x="106309" y="152776"/>
                    <a:pt x="106309" y="143210"/>
                    <a:pt x="106309" y="138251"/>
                  </a:cubicBezTo>
                  <a:cubicBezTo>
                    <a:pt x="106309" y="135771"/>
                    <a:pt x="106309" y="130102"/>
                    <a:pt x="108783" y="120183"/>
                  </a:cubicBezTo>
                  <a:lnTo>
                    <a:pt x="132814" y="23821"/>
                  </a:lnTo>
                  <a:cubicBezTo>
                    <a:pt x="134227" y="18861"/>
                    <a:pt x="134227" y="18153"/>
                    <a:pt x="134227" y="16381"/>
                  </a:cubicBezTo>
                  <a:cubicBezTo>
                    <a:pt x="134227" y="8941"/>
                    <a:pt x="128220" y="7170"/>
                    <a:pt x="124686" y="7170"/>
                  </a:cubicBezTo>
                  <a:cubicBezTo>
                    <a:pt x="113377" y="7170"/>
                    <a:pt x="110903" y="19215"/>
                    <a:pt x="110550" y="20987"/>
                  </a:cubicBezTo>
                  <a:cubicBezTo>
                    <a:pt x="103835" y="5753"/>
                    <a:pt x="92526" y="85"/>
                    <a:pt x="81217" y="85"/>
                  </a:cubicBezTo>
                  <a:cubicBezTo>
                    <a:pt x="41990" y="85"/>
                    <a:pt x="289" y="53934"/>
                    <a:pt x="289" y="105658"/>
                  </a:cubicBezTo>
                  <a:cubicBezTo>
                    <a:pt x="289" y="135771"/>
                    <a:pt x="16545" y="160570"/>
                    <a:pt x="43050" y="160570"/>
                  </a:cubicBezTo>
                  <a:cubicBezTo>
                    <a:pt x="55773" y="160570"/>
                    <a:pt x="71322" y="153130"/>
                    <a:pt x="85458" y="135771"/>
                  </a:cubicBezTo>
                  <a:close/>
                  <a:moveTo>
                    <a:pt x="104542" y="45786"/>
                  </a:moveTo>
                  <a:lnTo>
                    <a:pt x="87932" y="112743"/>
                  </a:lnTo>
                  <a:cubicBezTo>
                    <a:pt x="85105" y="124080"/>
                    <a:pt x="63194" y="152776"/>
                    <a:pt x="43757" y="152776"/>
                  </a:cubicBezTo>
                  <a:cubicBezTo>
                    <a:pt x="27147" y="152776"/>
                    <a:pt x="24320" y="131874"/>
                    <a:pt x="24320" y="121246"/>
                  </a:cubicBezTo>
                  <a:cubicBezTo>
                    <a:pt x="24320" y="103532"/>
                    <a:pt x="35276" y="62082"/>
                    <a:pt x="41637" y="47203"/>
                  </a:cubicBezTo>
                  <a:cubicBezTo>
                    <a:pt x="50472" y="25592"/>
                    <a:pt x="66728" y="7879"/>
                    <a:pt x="81217" y="7879"/>
                  </a:cubicBezTo>
                  <a:cubicBezTo>
                    <a:pt x="96767" y="7879"/>
                    <a:pt x="105602" y="26301"/>
                    <a:pt x="105602" y="41180"/>
                  </a:cubicBezTo>
                  <a:cubicBezTo>
                    <a:pt x="105602" y="41889"/>
                    <a:pt x="105249" y="43660"/>
                    <a:pt x="104542" y="45786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67AF34B3-CF76-7729-611C-118B08B269A8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3005976" y="5394719"/>
              <a:ext cx="143479" cy="160484"/>
            </a:xfrm>
            <a:custGeom>
              <a:avLst/>
              <a:gdLst>
                <a:gd name="connsiteX0" fmla="*/ 62139 w 143479"/>
                <a:gd name="connsiteY0" fmla="*/ 54643 h 160484"/>
                <a:gd name="connsiteX1" fmla="*/ 108788 w 143479"/>
                <a:gd name="connsiteY1" fmla="*/ 7879 h 160484"/>
                <a:gd name="connsiteX2" fmla="*/ 127518 w 143479"/>
                <a:gd name="connsiteY2" fmla="*/ 12838 h 160484"/>
                <a:gd name="connsiteX3" fmla="*/ 114089 w 143479"/>
                <a:gd name="connsiteY3" fmla="*/ 29843 h 160484"/>
                <a:gd name="connsiteX4" fmla="*/ 126458 w 143479"/>
                <a:gd name="connsiteY4" fmla="*/ 41180 h 160484"/>
                <a:gd name="connsiteX5" fmla="*/ 143774 w 143479"/>
                <a:gd name="connsiteY5" fmla="*/ 22404 h 160484"/>
                <a:gd name="connsiteX6" fmla="*/ 109141 w 143479"/>
                <a:gd name="connsiteY6" fmla="*/ 85 h 160484"/>
                <a:gd name="connsiteX7" fmla="*/ 66380 w 143479"/>
                <a:gd name="connsiteY7" fmla="*/ 25592 h 160484"/>
                <a:gd name="connsiteX8" fmla="*/ 37048 w 143479"/>
                <a:gd name="connsiteY8" fmla="*/ 85 h 160484"/>
                <a:gd name="connsiteX9" fmla="*/ 11603 w 143479"/>
                <a:gd name="connsiteY9" fmla="*/ 18861 h 160484"/>
                <a:gd name="connsiteX10" fmla="*/ 294 w 143479"/>
                <a:gd name="connsiteY10" fmla="*/ 54643 h 160484"/>
                <a:gd name="connsiteX11" fmla="*/ 5595 w 143479"/>
                <a:gd name="connsiteY11" fmla="*/ 58185 h 160484"/>
                <a:gd name="connsiteX12" fmla="*/ 12310 w 143479"/>
                <a:gd name="connsiteY12" fmla="*/ 50037 h 160484"/>
                <a:gd name="connsiteX13" fmla="*/ 36341 w 143479"/>
                <a:gd name="connsiteY13" fmla="*/ 7879 h 160484"/>
                <a:gd name="connsiteX14" fmla="*/ 45529 w 143479"/>
                <a:gd name="connsiteY14" fmla="*/ 22050 h 160484"/>
                <a:gd name="connsiteX15" fmla="*/ 43056 w 143479"/>
                <a:gd name="connsiteY15" fmla="*/ 40117 h 160484"/>
                <a:gd name="connsiteX16" fmla="*/ 16551 w 143479"/>
                <a:gd name="connsiteY16" fmla="*/ 146399 h 160484"/>
                <a:gd name="connsiteX17" fmla="*/ 15490 w 143479"/>
                <a:gd name="connsiteY17" fmla="*/ 151359 h 160484"/>
                <a:gd name="connsiteX18" fmla="*/ 25386 w 143479"/>
                <a:gd name="connsiteY18" fmla="*/ 160570 h 160484"/>
                <a:gd name="connsiteX19" fmla="*/ 39168 w 143479"/>
                <a:gd name="connsiteY19" fmla="*/ 147462 h 160484"/>
                <a:gd name="connsiteX20" fmla="*/ 62139 w 143479"/>
                <a:gd name="connsiteY20" fmla="*/ 5464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3479" h="160484">
                  <a:moveTo>
                    <a:pt x="62139" y="54643"/>
                  </a:moveTo>
                  <a:cubicBezTo>
                    <a:pt x="62492" y="53580"/>
                    <a:pt x="78395" y="7879"/>
                    <a:pt x="108788" y="7879"/>
                  </a:cubicBezTo>
                  <a:cubicBezTo>
                    <a:pt x="110555" y="7879"/>
                    <a:pt x="120450" y="7879"/>
                    <a:pt x="127518" y="12838"/>
                  </a:cubicBezTo>
                  <a:cubicBezTo>
                    <a:pt x="115149" y="16735"/>
                    <a:pt x="114089" y="28072"/>
                    <a:pt x="114089" y="29843"/>
                  </a:cubicBezTo>
                  <a:cubicBezTo>
                    <a:pt x="114089" y="34449"/>
                    <a:pt x="117269" y="41180"/>
                    <a:pt x="126458" y="41180"/>
                  </a:cubicBezTo>
                  <a:cubicBezTo>
                    <a:pt x="132819" y="41180"/>
                    <a:pt x="143774" y="36220"/>
                    <a:pt x="143774" y="22404"/>
                  </a:cubicBezTo>
                  <a:cubicBezTo>
                    <a:pt x="143774" y="3982"/>
                    <a:pt x="120803" y="85"/>
                    <a:pt x="109141" y="85"/>
                  </a:cubicBezTo>
                  <a:cubicBezTo>
                    <a:pt x="84757" y="85"/>
                    <a:pt x="72034" y="17798"/>
                    <a:pt x="66380" y="25592"/>
                  </a:cubicBezTo>
                  <a:cubicBezTo>
                    <a:pt x="62492" y="6816"/>
                    <a:pt x="48710" y="85"/>
                    <a:pt x="37048" y="85"/>
                  </a:cubicBezTo>
                  <a:cubicBezTo>
                    <a:pt x="24325" y="85"/>
                    <a:pt x="17257" y="8233"/>
                    <a:pt x="11603" y="18861"/>
                  </a:cubicBezTo>
                  <a:cubicBezTo>
                    <a:pt x="4888" y="33032"/>
                    <a:pt x="294" y="53934"/>
                    <a:pt x="294" y="54643"/>
                  </a:cubicBezTo>
                  <a:cubicBezTo>
                    <a:pt x="294" y="58185"/>
                    <a:pt x="3828" y="58185"/>
                    <a:pt x="5595" y="58185"/>
                  </a:cubicBezTo>
                  <a:cubicBezTo>
                    <a:pt x="10189" y="58185"/>
                    <a:pt x="10543" y="57831"/>
                    <a:pt x="12310" y="50037"/>
                  </a:cubicBezTo>
                  <a:cubicBezTo>
                    <a:pt x="18671" y="25238"/>
                    <a:pt x="25386" y="7879"/>
                    <a:pt x="36341" y="7879"/>
                  </a:cubicBezTo>
                  <a:cubicBezTo>
                    <a:pt x="45529" y="7879"/>
                    <a:pt x="45529" y="18153"/>
                    <a:pt x="45529" y="22050"/>
                  </a:cubicBezTo>
                  <a:cubicBezTo>
                    <a:pt x="45529" y="27718"/>
                    <a:pt x="44469" y="34449"/>
                    <a:pt x="43056" y="40117"/>
                  </a:cubicBezTo>
                  <a:lnTo>
                    <a:pt x="16551" y="146399"/>
                  </a:lnTo>
                  <a:cubicBezTo>
                    <a:pt x="15844" y="148524"/>
                    <a:pt x="15490" y="150296"/>
                    <a:pt x="15490" y="151359"/>
                  </a:cubicBezTo>
                  <a:cubicBezTo>
                    <a:pt x="15490" y="155256"/>
                    <a:pt x="18318" y="160570"/>
                    <a:pt x="25386" y="160570"/>
                  </a:cubicBezTo>
                  <a:cubicBezTo>
                    <a:pt x="35988" y="160570"/>
                    <a:pt x="38461" y="150296"/>
                    <a:pt x="39168" y="147462"/>
                  </a:cubicBezTo>
                  <a:lnTo>
                    <a:pt x="62139" y="54643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8D97FE7F-75D6-A07E-4FC3-EF526AE5C53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3145764" y="5394719"/>
              <a:ext cx="150901" cy="160484"/>
            </a:xfrm>
            <a:custGeom>
              <a:avLst/>
              <a:gdLst>
                <a:gd name="connsiteX0" fmla="*/ 85467 w 150901"/>
                <a:gd name="connsiteY0" fmla="*/ 135771 h 160484"/>
                <a:gd name="connsiteX1" fmla="*/ 114799 w 150901"/>
                <a:gd name="connsiteY1" fmla="*/ 160570 h 160484"/>
                <a:gd name="connsiteX2" fmla="*/ 140597 w 150901"/>
                <a:gd name="connsiteY2" fmla="*/ 140730 h 160484"/>
                <a:gd name="connsiteX3" fmla="*/ 151199 w 150901"/>
                <a:gd name="connsiteY3" fmla="*/ 106012 h 160484"/>
                <a:gd name="connsiteX4" fmla="*/ 145898 w 150901"/>
                <a:gd name="connsiteY4" fmla="*/ 102469 h 160484"/>
                <a:gd name="connsiteX5" fmla="*/ 139184 w 150901"/>
                <a:gd name="connsiteY5" fmla="*/ 110617 h 160484"/>
                <a:gd name="connsiteX6" fmla="*/ 115506 w 150901"/>
                <a:gd name="connsiteY6" fmla="*/ 152776 h 160484"/>
                <a:gd name="connsiteX7" fmla="*/ 106318 w 150901"/>
                <a:gd name="connsiteY7" fmla="*/ 138251 h 160484"/>
                <a:gd name="connsiteX8" fmla="*/ 108791 w 150901"/>
                <a:gd name="connsiteY8" fmla="*/ 120183 h 160484"/>
                <a:gd name="connsiteX9" fmla="*/ 132822 w 150901"/>
                <a:gd name="connsiteY9" fmla="*/ 23821 h 160484"/>
                <a:gd name="connsiteX10" fmla="*/ 134236 w 150901"/>
                <a:gd name="connsiteY10" fmla="*/ 16381 h 160484"/>
                <a:gd name="connsiteX11" fmla="*/ 124694 w 150901"/>
                <a:gd name="connsiteY11" fmla="*/ 7170 h 160484"/>
                <a:gd name="connsiteX12" fmla="*/ 110558 w 150901"/>
                <a:gd name="connsiteY12" fmla="*/ 20987 h 160484"/>
                <a:gd name="connsiteX13" fmla="*/ 81226 w 150901"/>
                <a:gd name="connsiteY13" fmla="*/ 85 h 160484"/>
                <a:gd name="connsiteX14" fmla="*/ 298 w 150901"/>
                <a:gd name="connsiteY14" fmla="*/ 105658 h 160484"/>
                <a:gd name="connsiteX15" fmla="*/ 43059 w 150901"/>
                <a:gd name="connsiteY15" fmla="*/ 160570 h 160484"/>
                <a:gd name="connsiteX16" fmla="*/ 85467 w 150901"/>
                <a:gd name="connsiteY16" fmla="*/ 135771 h 160484"/>
                <a:gd name="connsiteX17" fmla="*/ 104551 w 150901"/>
                <a:gd name="connsiteY17" fmla="*/ 45786 h 160484"/>
                <a:gd name="connsiteX18" fmla="*/ 87941 w 150901"/>
                <a:gd name="connsiteY18" fmla="*/ 112743 h 160484"/>
                <a:gd name="connsiteX19" fmla="*/ 43766 w 150901"/>
                <a:gd name="connsiteY19" fmla="*/ 152776 h 160484"/>
                <a:gd name="connsiteX20" fmla="*/ 24329 w 150901"/>
                <a:gd name="connsiteY20" fmla="*/ 121246 h 160484"/>
                <a:gd name="connsiteX21" fmla="*/ 41646 w 150901"/>
                <a:gd name="connsiteY21" fmla="*/ 47203 h 160484"/>
                <a:gd name="connsiteX22" fmla="*/ 81226 w 150901"/>
                <a:gd name="connsiteY22" fmla="*/ 7879 h 160484"/>
                <a:gd name="connsiteX23" fmla="*/ 105611 w 150901"/>
                <a:gd name="connsiteY23" fmla="*/ 41180 h 160484"/>
                <a:gd name="connsiteX24" fmla="*/ 104551 w 150901"/>
                <a:gd name="connsiteY24" fmla="*/ 45786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0901" h="160484">
                  <a:moveTo>
                    <a:pt x="85467" y="135771"/>
                  </a:moveTo>
                  <a:cubicBezTo>
                    <a:pt x="89354" y="153130"/>
                    <a:pt x="102430" y="160570"/>
                    <a:pt x="114799" y="160570"/>
                  </a:cubicBezTo>
                  <a:cubicBezTo>
                    <a:pt x="127875" y="160570"/>
                    <a:pt x="135296" y="151713"/>
                    <a:pt x="140597" y="140730"/>
                  </a:cubicBezTo>
                  <a:cubicBezTo>
                    <a:pt x="146958" y="127268"/>
                    <a:pt x="151199" y="106720"/>
                    <a:pt x="151199" y="106012"/>
                  </a:cubicBezTo>
                  <a:cubicBezTo>
                    <a:pt x="151199" y="102469"/>
                    <a:pt x="148372" y="102469"/>
                    <a:pt x="145898" y="102469"/>
                  </a:cubicBezTo>
                  <a:cubicBezTo>
                    <a:pt x="141657" y="102469"/>
                    <a:pt x="141304" y="102823"/>
                    <a:pt x="139184" y="110617"/>
                  </a:cubicBezTo>
                  <a:cubicBezTo>
                    <a:pt x="134236" y="130457"/>
                    <a:pt x="127522" y="152776"/>
                    <a:pt x="115506" y="152776"/>
                  </a:cubicBezTo>
                  <a:cubicBezTo>
                    <a:pt x="106318" y="152776"/>
                    <a:pt x="106318" y="143210"/>
                    <a:pt x="106318" y="138251"/>
                  </a:cubicBezTo>
                  <a:cubicBezTo>
                    <a:pt x="106318" y="135771"/>
                    <a:pt x="106318" y="130102"/>
                    <a:pt x="108791" y="120183"/>
                  </a:cubicBezTo>
                  <a:lnTo>
                    <a:pt x="132822" y="23821"/>
                  </a:lnTo>
                  <a:cubicBezTo>
                    <a:pt x="134236" y="18861"/>
                    <a:pt x="134236" y="18153"/>
                    <a:pt x="134236" y="16381"/>
                  </a:cubicBezTo>
                  <a:cubicBezTo>
                    <a:pt x="134236" y="8941"/>
                    <a:pt x="128228" y="7170"/>
                    <a:pt x="124694" y="7170"/>
                  </a:cubicBezTo>
                  <a:cubicBezTo>
                    <a:pt x="113386" y="7170"/>
                    <a:pt x="110912" y="19215"/>
                    <a:pt x="110558" y="20987"/>
                  </a:cubicBezTo>
                  <a:cubicBezTo>
                    <a:pt x="103844" y="5753"/>
                    <a:pt x="92535" y="85"/>
                    <a:pt x="81226" y="85"/>
                  </a:cubicBezTo>
                  <a:cubicBezTo>
                    <a:pt x="41999" y="85"/>
                    <a:pt x="298" y="53934"/>
                    <a:pt x="298" y="105658"/>
                  </a:cubicBezTo>
                  <a:cubicBezTo>
                    <a:pt x="298" y="135771"/>
                    <a:pt x="16554" y="160570"/>
                    <a:pt x="43059" y="160570"/>
                  </a:cubicBezTo>
                  <a:cubicBezTo>
                    <a:pt x="55782" y="160570"/>
                    <a:pt x="71331" y="153130"/>
                    <a:pt x="85467" y="135771"/>
                  </a:cubicBezTo>
                  <a:close/>
                  <a:moveTo>
                    <a:pt x="104551" y="45786"/>
                  </a:moveTo>
                  <a:lnTo>
                    <a:pt x="87941" y="112743"/>
                  </a:lnTo>
                  <a:cubicBezTo>
                    <a:pt x="85114" y="124080"/>
                    <a:pt x="63203" y="152776"/>
                    <a:pt x="43766" y="152776"/>
                  </a:cubicBezTo>
                  <a:cubicBezTo>
                    <a:pt x="27156" y="152776"/>
                    <a:pt x="24329" y="131874"/>
                    <a:pt x="24329" y="121246"/>
                  </a:cubicBezTo>
                  <a:cubicBezTo>
                    <a:pt x="24329" y="103532"/>
                    <a:pt x="35284" y="62082"/>
                    <a:pt x="41646" y="47203"/>
                  </a:cubicBezTo>
                  <a:cubicBezTo>
                    <a:pt x="50481" y="25592"/>
                    <a:pt x="66737" y="7879"/>
                    <a:pt x="81226" y="7879"/>
                  </a:cubicBezTo>
                  <a:cubicBezTo>
                    <a:pt x="96776" y="7879"/>
                    <a:pt x="105611" y="26301"/>
                    <a:pt x="105611" y="41180"/>
                  </a:cubicBezTo>
                  <a:cubicBezTo>
                    <a:pt x="105611" y="41889"/>
                    <a:pt x="105257" y="43660"/>
                    <a:pt x="104551" y="45786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E1A1B7CE-0994-1791-E5B7-7CD104A59221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317554" y="5394719"/>
              <a:ext cx="268229" cy="160484"/>
            </a:xfrm>
            <a:custGeom>
              <a:avLst/>
              <a:gdLst>
                <a:gd name="connsiteX0" fmla="*/ 52253 w 268229"/>
                <a:gd name="connsiteY0" fmla="*/ 94675 h 160484"/>
                <a:gd name="connsiteX1" fmla="*/ 57907 w 268229"/>
                <a:gd name="connsiteY1" fmla="*/ 71648 h 160484"/>
                <a:gd name="connsiteX2" fmla="*/ 66742 w 268229"/>
                <a:gd name="connsiteY2" fmla="*/ 46140 h 160484"/>
                <a:gd name="connsiteX3" fmla="*/ 116571 w 268229"/>
                <a:gd name="connsiteY3" fmla="*/ 7879 h 160484"/>
                <a:gd name="connsiteX4" fmla="*/ 132828 w 268229"/>
                <a:gd name="connsiteY4" fmla="*/ 31261 h 160484"/>
                <a:gd name="connsiteX5" fmla="*/ 129647 w 268229"/>
                <a:gd name="connsiteY5" fmla="*/ 54288 h 160484"/>
                <a:gd name="connsiteX6" fmla="*/ 106676 w 268229"/>
                <a:gd name="connsiteY6" fmla="*/ 146399 h 160484"/>
                <a:gd name="connsiteX7" fmla="*/ 105616 w 268229"/>
                <a:gd name="connsiteY7" fmla="*/ 151359 h 160484"/>
                <a:gd name="connsiteX8" fmla="*/ 115511 w 268229"/>
                <a:gd name="connsiteY8" fmla="*/ 160570 h 160484"/>
                <a:gd name="connsiteX9" fmla="*/ 128233 w 268229"/>
                <a:gd name="connsiteY9" fmla="*/ 151359 h 160484"/>
                <a:gd name="connsiteX10" fmla="*/ 142369 w 268229"/>
                <a:gd name="connsiteY10" fmla="*/ 94675 h 160484"/>
                <a:gd name="connsiteX11" fmla="*/ 148024 w 268229"/>
                <a:gd name="connsiteY11" fmla="*/ 71648 h 160484"/>
                <a:gd name="connsiteX12" fmla="*/ 156859 w 268229"/>
                <a:gd name="connsiteY12" fmla="*/ 46140 h 160484"/>
                <a:gd name="connsiteX13" fmla="*/ 206688 w 268229"/>
                <a:gd name="connsiteY13" fmla="*/ 7879 h 160484"/>
                <a:gd name="connsiteX14" fmla="*/ 222944 w 268229"/>
                <a:gd name="connsiteY14" fmla="*/ 31261 h 160484"/>
                <a:gd name="connsiteX15" fmla="*/ 202447 w 268229"/>
                <a:gd name="connsiteY15" fmla="*/ 109555 h 160484"/>
                <a:gd name="connsiteX16" fmla="*/ 196793 w 268229"/>
                <a:gd name="connsiteY16" fmla="*/ 132228 h 160484"/>
                <a:gd name="connsiteX17" fmla="*/ 223651 w 268229"/>
                <a:gd name="connsiteY17" fmla="*/ 160570 h 160484"/>
                <a:gd name="connsiteX18" fmla="*/ 268533 w 268229"/>
                <a:gd name="connsiteY18" fmla="*/ 106012 h 160484"/>
                <a:gd name="connsiteX19" fmla="*/ 263232 w 268229"/>
                <a:gd name="connsiteY19" fmla="*/ 102469 h 160484"/>
                <a:gd name="connsiteX20" fmla="*/ 257224 w 268229"/>
                <a:gd name="connsiteY20" fmla="*/ 108492 h 160484"/>
                <a:gd name="connsiteX21" fmla="*/ 224358 w 268229"/>
                <a:gd name="connsiteY21" fmla="*/ 152776 h 160484"/>
                <a:gd name="connsiteX22" fmla="*/ 216583 w 268229"/>
                <a:gd name="connsiteY22" fmla="*/ 142502 h 160484"/>
                <a:gd name="connsiteX23" fmla="*/ 222944 w 268229"/>
                <a:gd name="connsiteY23" fmla="*/ 115931 h 160484"/>
                <a:gd name="connsiteX24" fmla="*/ 244502 w 268229"/>
                <a:gd name="connsiteY24" fmla="*/ 36929 h 160484"/>
                <a:gd name="connsiteX25" fmla="*/ 207395 w 268229"/>
                <a:gd name="connsiteY25" fmla="*/ 85 h 160484"/>
                <a:gd name="connsiteX26" fmla="*/ 154385 w 268229"/>
                <a:gd name="connsiteY26" fmla="*/ 31261 h 160484"/>
                <a:gd name="connsiteX27" fmla="*/ 117278 w 268229"/>
                <a:gd name="connsiteY27" fmla="*/ 85 h 160484"/>
                <a:gd name="connsiteX28" fmla="*/ 66742 w 268229"/>
                <a:gd name="connsiteY28" fmla="*/ 28072 h 160484"/>
                <a:gd name="connsiteX29" fmla="*/ 37057 w 268229"/>
                <a:gd name="connsiteY29" fmla="*/ 85 h 160484"/>
                <a:gd name="connsiteX30" fmla="*/ 11612 w 268229"/>
                <a:gd name="connsiteY30" fmla="*/ 18861 h 160484"/>
                <a:gd name="connsiteX31" fmla="*/ 303 w 268229"/>
                <a:gd name="connsiteY31" fmla="*/ 54643 h 160484"/>
                <a:gd name="connsiteX32" fmla="*/ 5604 w 268229"/>
                <a:gd name="connsiteY32" fmla="*/ 58185 h 160484"/>
                <a:gd name="connsiteX33" fmla="*/ 12319 w 268229"/>
                <a:gd name="connsiteY33" fmla="*/ 50037 h 160484"/>
                <a:gd name="connsiteX34" fmla="*/ 36350 w 268229"/>
                <a:gd name="connsiteY34" fmla="*/ 7879 h 160484"/>
                <a:gd name="connsiteX35" fmla="*/ 45538 w 268229"/>
                <a:gd name="connsiteY35" fmla="*/ 22050 h 160484"/>
                <a:gd name="connsiteX36" fmla="*/ 43064 w 268229"/>
                <a:gd name="connsiteY36" fmla="*/ 40117 h 160484"/>
                <a:gd name="connsiteX37" fmla="*/ 16559 w 268229"/>
                <a:gd name="connsiteY37" fmla="*/ 146399 h 160484"/>
                <a:gd name="connsiteX38" fmla="*/ 15499 w 268229"/>
                <a:gd name="connsiteY38" fmla="*/ 151359 h 160484"/>
                <a:gd name="connsiteX39" fmla="*/ 25394 w 268229"/>
                <a:gd name="connsiteY39" fmla="*/ 160570 h 160484"/>
                <a:gd name="connsiteX40" fmla="*/ 38117 w 268229"/>
                <a:gd name="connsiteY40" fmla="*/ 151359 h 160484"/>
                <a:gd name="connsiteX41" fmla="*/ 52253 w 268229"/>
                <a:gd name="connsiteY41" fmla="*/ 9467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8229" h="160484">
                  <a:moveTo>
                    <a:pt x="52253" y="94675"/>
                  </a:moveTo>
                  <a:cubicBezTo>
                    <a:pt x="54020" y="86881"/>
                    <a:pt x="56140" y="79441"/>
                    <a:pt x="57907" y="71648"/>
                  </a:cubicBezTo>
                  <a:cubicBezTo>
                    <a:pt x="62501" y="54288"/>
                    <a:pt x="62501" y="53580"/>
                    <a:pt x="66742" y="46140"/>
                  </a:cubicBezTo>
                  <a:cubicBezTo>
                    <a:pt x="76991" y="28426"/>
                    <a:pt x="92187" y="7879"/>
                    <a:pt x="116571" y="7879"/>
                  </a:cubicBezTo>
                  <a:cubicBezTo>
                    <a:pt x="132828" y="7879"/>
                    <a:pt x="132828" y="25947"/>
                    <a:pt x="132828" y="31261"/>
                  </a:cubicBezTo>
                  <a:cubicBezTo>
                    <a:pt x="132828" y="40826"/>
                    <a:pt x="130354" y="51100"/>
                    <a:pt x="129647" y="54288"/>
                  </a:cubicBezTo>
                  <a:lnTo>
                    <a:pt x="106676" y="146399"/>
                  </a:lnTo>
                  <a:cubicBezTo>
                    <a:pt x="105969" y="148524"/>
                    <a:pt x="105616" y="150296"/>
                    <a:pt x="105616" y="151359"/>
                  </a:cubicBezTo>
                  <a:cubicBezTo>
                    <a:pt x="105616" y="155256"/>
                    <a:pt x="108443" y="160570"/>
                    <a:pt x="115511" y="160570"/>
                  </a:cubicBezTo>
                  <a:cubicBezTo>
                    <a:pt x="119752" y="160570"/>
                    <a:pt x="125760" y="158090"/>
                    <a:pt x="128233" y="151359"/>
                  </a:cubicBezTo>
                  <a:lnTo>
                    <a:pt x="142369" y="94675"/>
                  </a:lnTo>
                  <a:cubicBezTo>
                    <a:pt x="144136" y="86881"/>
                    <a:pt x="146257" y="79441"/>
                    <a:pt x="148024" y="71648"/>
                  </a:cubicBezTo>
                  <a:cubicBezTo>
                    <a:pt x="152618" y="54288"/>
                    <a:pt x="152618" y="53580"/>
                    <a:pt x="156859" y="46140"/>
                  </a:cubicBezTo>
                  <a:cubicBezTo>
                    <a:pt x="167107" y="28426"/>
                    <a:pt x="182303" y="7879"/>
                    <a:pt x="206688" y="7879"/>
                  </a:cubicBezTo>
                  <a:cubicBezTo>
                    <a:pt x="222944" y="7879"/>
                    <a:pt x="222944" y="25947"/>
                    <a:pt x="222944" y="31261"/>
                  </a:cubicBezTo>
                  <a:cubicBezTo>
                    <a:pt x="222944" y="53225"/>
                    <a:pt x="207395" y="95384"/>
                    <a:pt x="202447" y="109555"/>
                  </a:cubicBezTo>
                  <a:cubicBezTo>
                    <a:pt x="197853" y="121600"/>
                    <a:pt x="196793" y="124788"/>
                    <a:pt x="196793" y="132228"/>
                  </a:cubicBezTo>
                  <a:cubicBezTo>
                    <a:pt x="196793" y="147816"/>
                    <a:pt x="206688" y="160570"/>
                    <a:pt x="223651" y="160570"/>
                  </a:cubicBezTo>
                  <a:cubicBezTo>
                    <a:pt x="256517" y="160570"/>
                    <a:pt x="268533" y="107783"/>
                    <a:pt x="268533" y="106012"/>
                  </a:cubicBezTo>
                  <a:cubicBezTo>
                    <a:pt x="268533" y="102469"/>
                    <a:pt x="265706" y="102469"/>
                    <a:pt x="263232" y="102469"/>
                  </a:cubicBezTo>
                  <a:cubicBezTo>
                    <a:pt x="258638" y="102469"/>
                    <a:pt x="258638" y="103178"/>
                    <a:pt x="257224" y="108492"/>
                  </a:cubicBezTo>
                  <a:cubicBezTo>
                    <a:pt x="254397" y="118057"/>
                    <a:pt x="244855" y="152776"/>
                    <a:pt x="224358" y="152776"/>
                  </a:cubicBezTo>
                  <a:cubicBezTo>
                    <a:pt x="216937" y="152776"/>
                    <a:pt x="216583" y="147462"/>
                    <a:pt x="216583" y="142502"/>
                  </a:cubicBezTo>
                  <a:cubicBezTo>
                    <a:pt x="216583" y="133645"/>
                    <a:pt x="220117" y="124434"/>
                    <a:pt x="222944" y="115931"/>
                  </a:cubicBezTo>
                  <a:cubicBezTo>
                    <a:pt x="230012" y="97155"/>
                    <a:pt x="244502" y="57477"/>
                    <a:pt x="244502" y="36929"/>
                  </a:cubicBezTo>
                  <a:cubicBezTo>
                    <a:pt x="244502" y="7170"/>
                    <a:pt x="224005" y="85"/>
                    <a:pt x="207395" y="85"/>
                  </a:cubicBezTo>
                  <a:cubicBezTo>
                    <a:pt x="182657" y="85"/>
                    <a:pt x="164987" y="15673"/>
                    <a:pt x="154385" y="31261"/>
                  </a:cubicBezTo>
                  <a:cubicBezTo>
                    <a:pt x="151558" y="6816"/>
                    <a:pt x="133181" y="85"/>
                    <a:pt x="117278" y="85"/>
                  </a:cubicBezTo>
                  <a:cubicBezTo>
                    <a:pt x="96074" y="85"/>
                    <a:pt x="78758" y="11776"/>
                    <a:pt x="66742" y="28072"/>
                  </a:cubicBezTo>
                  <a:cubicBezTo>
                    <a:pt x="64268" y="10713"/>
                    <a:pt x="52253" y="85"/>
                    <a:pt x="37057" y="85"/>
                  </a:cubicBezTo>
                  <a:cubicBezTo>
                    <a:pt x="24334" y="85"/>
                    <a:pt x="17266" y="8233"/>
                    <a:pt x="11612" y="18861"/>
                  </a:cubicBezTo>
                  <a:cubicBezTo>
                    <a:pt x="4897" y="33032"/>
                    <a:pt x="303" y="53934"/>
                    <a:pt x="303" y="54643"/>
                  </a:cubicBezTo>
                  <a:cubicBezTo>
                    <a:pt x="303" y="58185"/>
                    <a:pt x="3837" y="58185"/>
                    <a:pt x="5604" y="58185"/>
                  </a:cubicBezTo>
                  <a:cubicBezTo>
                    <a:pt x="10198" y="58185"/>
                    <a:pt x="10552" y="57831"/>
                    <a:pt x="12319" y="50037"/>
                  </a:cubicBezTo>
                  <a:cubicBezTo>
                    <a:pt x="18680" y="25238"/>
                    <a:pt x="25394" y="7879"/>
                    <a:pt x="36350" y="7879"/>
                  </a:cubicBezTo>
                  <a:cubicBezTo>
                    <a:pt x="45538" y="7879"/>
                    <a:pt x="45538" y="18153"/>
                    <a:pt x="45538" y="22050"/>
                  </a:cubicBezTo>
                  <a:cubicBezTo>
                    <a:pt x="45538" y="27718"/>
                    <a:pt x="44478" y="34449"/>
                    <a:pt x="43064" y="40117"/>
                  </a:cubicBezTo>
                  <a:lnTo>
                    <a:pt x="16559" y="146399"/>
                  </a:lnTo>
                  <a:cubicBezTo>
                    <a:pt x="15853" y="148524"/>
                    <a:pt x="15499" y="150296"/>
                    <a:pt x="15499" y="151359"/>
                  </a:cubicBezTo>
                  <a:cubicBezTo>
                    <a:pt x="15499" y="155256"/>
                    <a:pt x="18326" y="160570"/>
                    <a:pt x="25394" y="160570"/>
                  </a:cubicBezTo>
                  <a:cubicBezTo>
                    <a:pt x="29635" y="160570"/>
                    <a:pt x="35643" y="158090"/>
                    <a:pt x="38117" y="151359"/>
                  </a:cubicBezTo>
                  <a:lnTo>
                    <a:pt x="52253" y="94675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4FAAE6BB-9010-56C2-C047-43D4ED0EBF9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3617510" y="5394719"/>
              <a:ext cx="125103" cy="160484"/>
            </a:xfrm>
            <a:custGeom>
              <a:avLst/>
              <a:gdLst>
                <a:gd name="connsiteX0" fmla="*/ 44486 w 125103"/>
                <a:gd name="connsiteY0" fmla="*/ 74836 h 160484"/>
                <a:gd name="connsiteX1" fmla="*/ 95729 w 125103"/>
                <a:gd name="connsiteY1" fmla="*/ 67042 h 160484"/>
                <a:gd name="connsiteX2" fmla="*/ 123647 w 125103"/>
                <a:gd name="connsiteY2" fmla="*/ 30198 h 160484"/>
                <a:gd name="connsiteX3" fmla="*/ 87954 w 125103"/>
                <a:gd name="connsiteY3" fmla="*/ 85 h 160484"/>
                <a:gd name="connsiteX4" fmla="*/ 311 w 125103"/>
                <a:gd name="connsiteY4" fmla="*/ 98572 h 160484"/>
                <a:gd name="connsiteX5" fmla="*/ 50847 w 125103"/>
                <a:gd name="connsiteY5" fmla="*/ 160570 h 160484"/>
                <a:gd name="connsiteX6" fmla="*/ 125414 w 125103"/>
                <a:gd name="connsiteY6" fmla="*/ 119828 h 160484"/>
                <a:gd name="connsiteX7" fmla="*/ 119760 w 125103"/>
                <a:gd name="connsiteY7" fmla="*/ 114160 h 160484"/>
                <a:gd name="connsiteX8" fmla="*/ 115166 w 125103"/>
                <a:gd name="connsiteY8" fmla="*/ 118057 h 160484"/>
                <a:gd name="connsiteX9" fmla="*/ 51554 w 125103"/>
                <a:gd name="connsiteY9" fmla="*/ 152776 h 160484"/>
                <a:gd name="connsiteX10" fmla="*/ 24696 w 125103"/>
                <a:gd name="connsiteY10" fmla="*/ 113806 h 160484"/>
                <a:gd name="connsiteX11" fmla="*/ 30703 w 125103"/>
                <a:gd name="connsiteY11" fmla="*/ 74836 h 160484"/>
                <a:gd name="connsiteX12" fmla="*/ 44486 w 125103"/>
                <a:gd name="connsiteY12" fmla="*/ 74836 h 160484"/>
                <a:gd name="connsiteX13" fmla="*/ 32824 w 125103"/>
                <a:gd name="connsiteY13" fmla="*/ 67042 h 160484"/>
                <a:gd name="connsiteX14" fmla="*/ 87954 w 125103"/>
                <a:gd name="connsiteY14" fmla="*/ 7879 h 160484"/>
                <a:gd name="connsiteX15" fmla="*/ 110218 w 125103"/>
                <a:gd name="connsiteY15" fmla="*/ 29489 h 160484"/>
                <a:gd name="connsiteX16" fmla="*/ 40245 w 125103"/>
                <a:gd name="connsiteY16" fmla="*/ 67042 h 160484"/>
                <a:gd name="connsiteX17" fmla="*/ 32824 w 125103"/>
                <a:gd name="connsiteY17" fmla="*/ 67042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103" h="160484">
                  <a:moveTo>
                    <a:pt x="44486" y="74836"/>
                  </a:moveTo>
                  <a:cubicBezTo>
                    <a:pt x="55088" y="74836"/>
                    <a:pt x="78766" y="73773"/>
                    <a:pt x="95729" y="67042"/>
                  </a:cubicBezTo>
                  <a:cubicBezTo>
                    <a:pt x="123647" y="55705"/>
                    <a:pt x="123647" y="32678"/>
                    <a:pt x="123647" y="30198"/>
                  </a:cubicBezTo>
                  <a:cubicBezTo>
                    <a:pt x="123647" y="13901"/>
                    <a:pt x="110572" y="85"/>
                    <a:pt x="87954" y="85"/>
                  </a:cubicBezTo>
                  <a:cubicBezTo>
                    <a:pt x="50847" y="85"/>
                    <a:pt x="311" y="35866"/>
                    <a:pt x="311" y="98572"/>
                  </a:cubicBezTo>
                  <a:cubicBezTo>
                    <a:pt x="311" y="130457"/>
                    <a:pt x="17274" y="160570"/>
                    <a:pt x="50847" y="160570"/>
                  </a:cubicBezTo>
                  <a:cubicBezTo>
                    <a:pt x="96082" y="160570"/>
                    <a:pt x="125414" y="125143"/>
                    <a:pt x="125414" y="119828"/>
                  </a:cubicBezTo>
                  <a:cubicBezTo>
                    <a:pt x="125414" y="118057"/>
                    <a:pt x="122587" y="114160"/>
                    <a:pt x="119760" y="114160"/>
                  </a:cubicBezTo>
                  <a:cubicBezTo>
                    <a:pt x="118346" y="114160"/>
                    <a:pt x="117993" y="114514"/>
                    <a:pt x="115166" y="118057"/>
                  </a:cubicBezTo>
                  <a:cubicBezTo>
                    <a:pt x="89014" y="151359"/>
                    <a:pt x="57562" y="152776"/>
                    <a:pt x="51554" y="152776"/>
                  </a:cubicBezTo>
                  <a:cubicBezTo>
                    <a:pt x="28583" y="152776"/>
                    <a:pt x="24696" y="127622"/>
                    <a:pt x="24696" y="113806"/>
                  </a:cubicBezTo>
                  <a:cubicBezTo>
                    <a:pt x="24696" y="100344"/>
                    <a:pt x="28230" y="84401"/>
                    <a:pt x="30703" y="74836"/>
                  </a:cubicBezTo>
                  <a:lnTo>
                    <a:pt x="44486" y="74836"/>
                  </a:lnTo>
                  <a:close/>
                  <a:moveTo>
                    <a:pt x="32824" y="67042"/>
                  </a:moveTo>
                  <a:cubicBezTo>
                    <a:pt x="48020" y="8941"/>
                    <a:pt x="84420" y="7879"/>
                    <a:pt x="87954" y="7879"/>
                  </a:cubicBezTo>
                  <a:cubicBezTo>
                    <a:pt x="102090" y="7879"/>
                    <a:pt x="110218" y="17444"/>
                    <a:pt x="110218" y="29489"/>
                  </a:cubicBezTo>
                  <a:cubicBezTo>
                    <a:pt x="110218" y="67042"/>
                    <a:pt x="51907" y="67042"/>
                    <a:pt x="40245" y="67042"/>
                  </a:cubicBezTo>
                  <a:lnTo>
                    <a:pt x="32824" y="67042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62581B60-D372-9571-FE5B-93FCDF62802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3771944" y="5329533"/>
              <a:ext cx="99658" cy="225670"/>
            </a:xfrm>
            <a:custGeom>
              <a:avLst/>
              <a:gdLst>
                <a:gd name="connsiteX0" fmla="*/ 60040 w 99658"/>
                <a:gd name="connsiteY0" fmla="*/ 80150 h 225670"/>
                <a:gd name="connsiteX1" fmla="*/ 90079 w 99658"/>
                <a:gd name="connsiteY1" fmla="*/ 80150 h 225670"/>
                <a:gd name="connsiteX2" fmla="*/ 99974 w 99658"/>
                <a:gd name="connsiteY2" fmla="*/ 73419 h 225670"/>
                <a:gd name="connsiteX3" fmla="*/ 91139 w 99658"/>
                <a:gd name="connsiteY3" fmla="*/ 69168 h 225670"/>
                <a:gd name="connsiteX4" fmla="*/ 62867 w 99658"/>
                <a:gd name="connsiteY4" fmla="*/ 69168 h 225670"/>
                <a:gd name="connsiteX5" fmla="*/ 75943 w 99658"/>
                <a:gd name="connsiteY5" fmla="*/ 16735 h 225670"/>
                <a:gd name="connsiteX6" fmla="*/ 77357 w 99658"/>
                <a:gd name="connsiteY6" fmla="*/ 9296 h 225670"/>
                <a:gd name="connsiteX7" fmla="*/ 67815 w 99658"/>
                <a:gd name="connsiteY7" fmla="*/ 85 h 225670"/>
                <a:gd name="connsiteX8" fmla="*/ 54032 w 99658"/>
                <a:gd name="connsiteY8" fmla="*/ 12838 h 225670"/>
                <a:gd name="connsiteX9" fmla="*/ 40250 w 99658"/>
                <a:gd name="connsiteY9" fmla="*/ 69168 h 225670"/>
                <a:gd name="connsiteX10" fmla="*/ 10211 w 99658"/>
                <a:gd name="connsiteY10" fmla="*/ 69168 h 225670"/>
                <a:gd name="connsiteX11" fmla="*/ 316 w 99658"/>
                <a:gd name="connsiteY11" fmla="*/ 75899 h 225670"/>
                <a:gd name="connsiteX12" fmla="*/ 9151 w 99658"/>
                <a:gd name="connsiteY12" fmla="*/ 80150 h 225670"/>
                <a:gd name="connsiteX13" fmla="*/ 37423 w 99658"/>
                <a:gd name="connsiteY13" fmla="*/ 80150 h 225670"/>
                <a:gd name="connsiteX14" fmla="*/ 11978 w 99658"/>
                <a:gd name="connsiteY14" fmla="*/ 181826 h 225670"/>
                <a:gd name="connsiteX15" fmla="*/ 10211 w 99658"/>
                <a:gd name="connsiteY15" fmla="*/ 193871 h 225670"/>
                <a:gd name="connsiteX16" fmla="*/ 40250 w 99658"/>
                <a:gd name="connsiteY16" fmla="*/ 225756 h 225670"/>
                <a:gd name="connsiteX17" fmla="*/ 93966 w 99658"/>
                <a:gd name="connsiteY17" fmla="*/ 171198 h 225670"/>
                <a:gd name="connsiteX18" fmla="*/ 88665 w 99658"/>
                <a:gd name="connsiteY18" fmla="*/ 167655 h 225670"/>
                <a:gd name="connsiteX19" fmla="*/ 81597 w 99658"/>
                <a:gd name="connsiteY19" fmla="*/ 174386 h 225670"/>
                <a:gd name="connsiteX20" fmla="*/ 40957 w 99658"/>
                <a:gd name="connsiteY20" fmla="*/ 217962 h 225670"/>
                <a:gd name="connsiteX21" fmla="*/ 31415 w 99658"/>
                <a:gd name="connsiteY21" fmla="*/ 203437 h 225670"/>
                <a:gd name="connsiteX22" fmla="*/ 33889 w 99658"/>
                <a:gd name="connsiteY22" fmla="*/ 185369 h 225670"/>
                <a:gd name="connsiteX23" fmla="*/ 60040 w 99658"/>
                <a:gd name="connsiteY23" fmla="*/ 80150 h 225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658" h="225670">
                  <a:moveTo>
                    <a:pt x="60040" y="80150"/>
                  </a:moveTo>
                  <a:lnTo>
                    <a:pt x="90079" y="80150"/>
                  </a:lnTo>
                  <a:cubicBezTo>
                    <a:pt x="96087" y="80150"/>
                    <a:pt x="99974" y="80150"/>
                    <a:pt x="99974" y="73419"/>
                  </a:cubicBezTo>
                  <a:cubicBezTo>
                    <a:pt x="99974" y="69168"/>
                    <a:pt x="96794" y="69168"/>
                    <a:pt x="91139" y="69168"/>
                  </a:cubicBezTo>
                  <a:lnTo>
                    <a:pt x="62867" y="69168"/>
                  </a:lnTo>
                  <a:lnTo>
                    <a:pt x="75943" y="16735"/>
                  </a:lnTo>
                  <a:cubicBezTo>
                    <a:pt x="77357" y="11776"/>
                    <a:pt x="77357" y="11067"/>
                    <a:pt x="77357" y="9296"/>
                  </a:cubicBezTo>
                  <a:cubicBezTo>
                    <a:pt x="77357" y="1856"/>
                    <a:pt x="71349" y="85"/>
                    <a:pt x="67815" y="85"/>
                  </a:cubicBezTo>
                  <a:cubicBezTo>
                    <a:pt x="58980" y="85"/>
                    <a:pt x="55446" y="7524"/>
                    <a:pt x="54032" y="12838"/>
                  </a:cubicBezTo>
                  <a:lnTo>
                    <a:pt x="40250" y="69168"/>
                  </a:lnTo>
                  <a:lnTo>
                    <a:pt x="10211" y="69168"/>
                  </a:lnTo>
                  <a:cubicBezTo>
                    <a:pt x="4203" y="69168"/>
                    <a:pt x="316" y="69168"/>
                    <a:pt x="316" y="75899"/>
                  </a:cubicBezTo>
                  <a:cubicBezTo>
                    <a:pt x="316" y="80150"/>
                    <a:pt x="3496" y="80150"/>
                    <a:pt x="9151" y="80150"/>
                  </a:cubicBezTo>
                  <a:lnTo>
                    <a:pt x="37423" y="80150"/>
                  </a:lnTo>
                  <a:lnTo>
                    <a:pt x="11978" y="181826"/>
                  </a:lnTo>
                  <a:cubicBezTo>
                    <a:pt x="11625" y="183243"/>
                    <a:pt x="10211" y="188911"/>
                    <a:pt x="10211" y="193871"/>
                  </a:cubicBezTo>
                  <a:cubicBezTo>
                    <a:pt x="10211" y="211585"/>
                    <a:pt x="21873" y="225756"/>
                    <a:pt x="40250" y="225756"/>
                  </a:cubicBezTo>
                  <a:cubicBezTo>
                    <a:pt x="75943" y="225756"/>
                    <a:pt x="93966" y="172969"/>
                    <a:pt x="93966" y="171198"/>
                  </a:cubicBezTo>
                  <a:cubicBezTo>
                    <a:pt x="93966" y="167655"/>
                    <a:pt x="91139" y="167655"/>
                    <a:pt x="88665" y="167655"/>
                  </a:cubicBezTo>
                  <a:cubicBezTo>
                    <a:pt x="84425" y="167655"/>
                    <a:pt x="84425" y="168009"/>
                    <a:pt x="81597" y="174386"/>
                  </a:cubicBezTo>
                  <a:cubicBezTo>
                    <a:pt x="75236" y="191391"/>
                    <a:pt x="61100" y="217962"/>
                    <a:pt x="40957" y="217962"/>
                  </a:cubicBezTo>
                  <a:cubicBezTo>
                    <a:pt x="31415" y="217962"/>
                    <a:pt x="31415" y="209105"/>
                    <a:pt x="31415" y="203437"/>
                  </a:cubicBezTo>
                  <a:cubicBezTo>
                    <a:pt x="31415" y="200957"/>
                    <a:pt x="31415" y="195288"/>
                    <a:pt x="33889" y="185369"/>
                  </a:cubicBezTo>
                  <a:lnTo>
                    <a:pt x="60040" y="80150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690213B7-45EC-DF50-25E1-EC5F9C215FA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3897479" y="5394719"/>
              <a:ext cx="125103" cy="160484"/>
            </a:xfrm>
            <a:custGeom>
              <a:avLst/>
              <a:gdLst>
                <a:gd name="connsiteX0" fmla="*/ 44494 w 125103"/>
                <a:gd name="connsiteY0" fmla="*/ 74836 h 160484"/>
                <a:gd name="connsiteX1" fmla="*/ 95737 w 125103"/>
                <a:gd name="connsiteY1" fmla="*/ 67042 h 160484"/>
                <a:gd name="connsiteX2" fmla="*/ 123655 w 125103"/>
                <a:gd name="connsiteY2" fmla="*/ 30198 h 160484"/>
                <a:gd name="connsiteX3" fmla="*/ 87962 w 125103"/>
                <a:gd name="connsiteY3" fmla="*/ 85 h 160484"/>
                <a:gd name="connsiteX4" fmla="*/ 319 w 125103"/>
                <a:gd name="connsiteY4" fmla="*/ 98572 h 160484"/>
                <a:gd name="connsiteX5" fmla="*/ 50855 w 125103"/>
                <a:gd name="connsiteY5" fmla="*/ 160570 h 160484"/>
                <a:gd name="connsiteX6" fmla="*/ 125422 w 125103"/>
                <a:gd name="connsiteY6" fmla="*/ 119828 h 160484"/>
                <a:gd name="connsiteX7" fmla="*/ 119768 w 125103"/>
                <a:gd name="connsiteY7" fmla="*/ 114160 h 160484"/>
                <a:gd name="connsiteX8" fmla="*/ 115174 w 125103"/>
                <a:gd name="connsiteY8" fmla="*/ 118057 h 160484"/>
                <a:gd name="connsiteX9" fmla="*/ 51562 w 125103"/>
                <a:gd name="connsiteY9" fmla="*/ 152776 h 160484"/>
                <a:gd name="connsiteX10" fmla="*/ 24704 w 125103"/>
                <a:gd name="connsiteY10" fmla="*/ 113806 h 160484"/>
                <a:gd name="connsiteX11" fmla="*/ 30711 w 125103"/>
                <a:gd name="connsiteY11" fmla="*/ 74836 h 160484"/>
                <a:gd name="connsiteX12" fmla="*/ 44494 w 125103"/>
                <a:gd name="connsiteY12" fmla="*/ 74836 h 160484"/>
                <a:gd name="connsiteX13" fmla="*/ 32832 w 125103"/>
                <a:gd name="connsiteY13" fmla="*/ 67042 h 160484"/>
                <a:gd name="connsiteX14" fmla="*/ 87962 w 125103"/>
                <a:gd name="connsiteY14" fmla="*/ 7879 h 160484"/>
                <a:gd name="connsiteX15" fmla="*/ 110226 w 125103"/>
                <a:gd name="connsiteY15" fmla="*/ 29489 h 160484"/>
                <a:gd name="connsiteX16" fmla="*/ 40253 w 125103"/>
                <a:gd name="connsiteY16" fmla="*/ 67042 h 160484"/>
                <a:gd name="connsiteX17" fmla="*/ 32832 w 125103"/>
                <a:gd name="connsiteY17" fmla="*/ 67042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103" h="160484">
                  <a:moveTo>
                    <a:pt x="44494" y="74836"/>
                  </a:moveTo>
                  <a:cubicBezTo>
                    <a:pt x="55096" y="74836"/>
                    <a:pt x="78774" y="73773"/>
                    <a:pt x="95737" y="67042"/>
                  </a:cubicBezTo>
                  <a:cubicBezTo>
                    <a:pt x="123655" y="55705"/>
                    <a:pt x="123655" y="32678"/>
                    <a:pt x="123655" y="30198"/>
                  </a:cubicBezTo>
                  <a:cubicBezTo>
                    <a:pt x="123655" y="13901"/>
                    <a:pt x="110580" y="85"/>
                    <a:pt x="87962" y="85"/>
                  </a:cubicBezTo>
                  <a:cubicBezTo>
                    <a:pt x="50855" y="85"/>
                    <a:pt x="319" y="35866"/>
                    <a:pt x="319" y="98572"/>
                  </a:cubicBezTo>
                  <a:cubicBezTo>
                    <a:pt x="319" y="130457"/>
                    <a:pt x="17282" y="160570"/>
                    <a:pt x="50855" y="160570"/>
                  </a:cubicBezTo>
                  <a:cubicBezTo>
                    <a:pt x="96090" y="160570"/>
                    <a:pt x="125422" y="125143"/>
                    <a:pt x="125422" y="119828"/>
                  </a:cubicBezTo>
                  <a:cubicBezTo>
                    <a:pt x="125422" y="118057"/>
                    <a:pt x="122595" y="114160"/>
                    <a:pt x="119768" y="114160"/>
                  </a:cubicBezTo>
                  <a:cubicBezTo>
                    <a:pt x="118354" y="114160"/>
                    <a:pt x="118001" y="114514"/>
                    <a:pt x="115174" y="118057"/>
                  </a:cubicBezTo>
                  <a:cubicBezTo>
                    <a:pt x="89022" y="151359"/>
                    <a:pt x="57570" y="152776"/>
                    <a:pt x="51562" y="152776"/>
                  </a:cubicBezTo>
                  <a:cubicBezTo>
                    <a:pt x="28591" y="152776"/>
                    <a:pt x="24704" y="127622"/>
                    <a:pt x="24704" y="113806"/>
                  </a:cubicBezTo>
                  <a:cubicBezTo>
                    <a:pt x="24704" y="100344"/>
                    <a:pt x="28238" y="84401"/>
                    <a:pt x="30711" y="74836"/>
                  </a:cubicBezTo>
                  <a:lnTo>
                    <a:pt x="44494" y="74836"/>
                  </a:lnTo>
                  <a:close/>
                  <a:moveTo>
                    <a:pt x="32832" y="67042"/>
                  </a:moveTo>
                  <a:cubicBezTo>
                    <a:pt x="48028" y="8941"/>
                    <a:pt x="84428" y="7879"/>
                    <a:pt x="87962" y="7879"/>
                  </a:cubicBezTo>
                  <a:cubicBezTo>
                    <a:pt x="102098" y="7879"/>
                    <a:pt x="110226" y="17444"/>
                    <a:pt x="110226" y="29489"/>
                  </a:cubicBezTo>
                  <a:cubicBezTo>
                    <a:pt x="110226" y="67042"/>
                    <a:pt x="51915" y="67042"/>
                    <a:pt x="40253" y="67042"/>
                  </a:cubicBezTo>
                  <a:lnTo>
                    <a:pt x="32832" y="67042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06ED2E18-D39B-5156-6422-3F718F0AD31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4049086" y="5394719"/>
              <a:ext cx="143479" cy="160484"/>
            </a:xfrm>
            <a:custGeom>
              <a:avLst/>
              <a:gdLst>
                <a:gd name="connsiteX0" fmla="*/ 62168 w 143479"/>
                <a:gd name="connsiteY0" fmla="*/ 54643 h 160484"/>
                <a:gd name="connsiteX1" fmla="*/ 108817 w 143479"/>
                <a:gd name="connsiteY1" fmla="*/ 7879 h 160484"/>
                <a:gd name="connsiteX2" fmla="*/ 127547 w 143479"/>
                <a:gd name="connsiteY2" fmla="*/ 12838 h 160484"/>
                <a:gd name="connsiteX3" fmla="*/ 114118 w 143479"/>
                <a:gd name="connsiteY3" fmla="*/ 29843 h 160484"/>
                <a:gd name="connsiteX4" fmla="*/ 126487 w 143479"/>
                <a:gd name="connsiteY4" fmla="*/ 41180 h 160484"/>
                <a:gd name="connsiteX5" fmla="*/ 143804 w 143479"/>
                <a:gd name="connsiteY5" fmla="*/ 22404 h 160484"/>
                <a:gd name="connsiteX6" fmla="*/ 109170 w 143479"/>
                <a:gd name="connsiteY6" fmla="*/ 85 h 160484"/>
                <a:gd name="connsiteX7" fmla="*/ 66409 w 143479"/>
                <a:gd name="connsiteY7" fmla="*/ 25592 h 160484"/>
                <a:gd name="connsiteX8" fmla="*/ 37077 w 143479"/>
                <a:gd name="connsiteY8" fmla="*/ 85 h 160484"/>
                <a:gd name="connsiteX9" fmla="*/ 11632 w 143479"/>
                <a:gd name="connsiteY9" fmla="*/ 18861 h 160484"/>
                <a:gd name="connsiteX10" fmla="*/ 324 w 143479"/>
                <a:gd name="connsiteY10" fmla="*/ 54643 h 160484"/>
                <a:gd name="connsiteX11" fmla="*/ 5625 w 143479"/>
                <a:gd name="connsiteY11" fmla="*/ 58185 h 160484"/>
                <a:gd name="connsiteX12" fmla="*/ 12339 w 143479"/>
                <a:gd name="connsiteY12" fmla="*/ 50037 h 160484"/>
                <a:gd name="connsiteX13" fmla="*/ 36370 w 143479"/>
                <a:gd name="connsiteY13" fmla="*/ 7879 h 160484"/>
                <a:gd name="connsiteX14" fmla="*/ 45559 w 143479"/>
                <a:gd name="connsiteY14" fmla="*/ 22050 h 160484"/>
                <a:gd name="connsiteX15" fmla="*/ 43085 w 143479"/>
                <a:gd name="connsiteY15" fmla="*/ 40117 h 160484"/>
                <a:gd name="connsiteX16" fmla="*/ 16580 w 143479"/>
                <a:gd name="connsiteY16" fmla="*/ 146399 h 160484"/>
                <a:gd name="connsiteX17" fmla="*/ 15520 w 143479"/>
                <a:gd name="connsiteY17" fmla="*/ 151359 h 160484"/>
                <a:gd name="connsiteX18" fmla="*/ 25415 w 143479"/>
                <a:gd name="connsiteY18" fmla="*/ 160570 h 160484"/>
                <a:gd name="connsiteX19" fmla="*/ 39198 w 143479"/>
                <a:gd name="connsiteY19" fmla="*/ 147462 h 160484"/>
                <a:gd name="connsiteX20" fmla="*/ 62168 w 143479"/>
                <a:gd name="connsiteY20" fmla="*/ 5464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3479" h="160484">
                  <a:moveTo>
                    <a:pt x="62168" y="54643"/>
                  </a:moveTo>
                  <a:cubicBezTo>
                    <a:pt x="62522" y="53580"/>
                    <a:pt x="78425" y="7879"/>
                    <a:pt x="108817" y="7879"/>
                  </a:cubicBezTo>
                  <a:cubicBezTo>
                    <a:pt x="110584" y="7879"/>
                    <a:pt x="120479" y="7879"/>
                    <a:pt x="127547" y="12838"/>
                  </a:cubicBezTo>
                  <a:cubicBezTo>
                    <a:pt x="115178" y="16735"/>
                    <a:pt x="114118" y="28072"/>
                    <a:pt x="114118" y="29843"/>
                  </a:cubicBezTo>
                  <a:cubicBezTo>
                    <a:pt x="114118" y="34449"/>
                    <a:pt x="117299" y="41180"/>
                    <a:pt x="126487" y="41180"/>
                  </a:cubicBezTo>
                  <a:cubicBezTo>
                    <a:pt x="132848" y="41180"/>
                    <a:pt x="143804" y="36220"/>
                    <a:pt x="143804" y="22404"/>
                  </a:cubicBezTo>
                  <a:cubicBezTo>
                    <a:pt x="143804" y="3982"/>
                    <a:pt x="120833" y="85"/>
                    <a:pt x="109170" y="85"/>
                  </a:cubicBezTo>
                  <a:cubicBezTo>
                    <a:pt x="84786" y="85"/>
                    <a:pt x="72064" y="17798"/>
                    <a:pt x="66409" y="25592"/>
                  </a:cubicBezTo>
                  <a:cubicBezTo>
                    <a:pt x="62522" y="6816"/>
                    <a:pt x="48739" y="85"/>
                    <a:pt x="37077" y="85"/>
                  </a:cubicBezTo>
                  <a:cubicBezTo>
                    <a:pt x="24355" y="85"/>
                    <a:pt x="17287" y="8233"/>
                    <a:pt x="11632" y="18861"/>
                  </a:cubicBezTo>
                  <a:cubicBezTo>
                    <a:pt x="4918" y="33032"/>
                    <a:pt x="324" y="53934"/>
                    <a:pt x="324" y="54643"/>
                  </a:cubicBezTo>
                  <a:cubicBezTo>
                    <a:pt x="324" y="58185"/>
                    <a:pt x="3858" y="58185"/>
                    <a:pt x="5625" y="58185"/>
                  </a:cubicBezTo>
                  <a:cubicBezTo>
                    <a:pt x="10219" y="58185"/>
                    <a:pt x="10572" y="57831"/>
                    <a:pt x="12339" y="50037"/>
                  </a:cubicBezTo>
                  <a:cubicBezTo>
                    <a:pt x="18700" y="25238"/>
                    <a:pt x="25415" y="7879"/>
                    <a:pt x="36370" y="7879"/>
                  </a:cubicBezTo>
                  <a:cubicBezTo>
                    <a:pt x="45559" y="7879"/>
                    <a:pt x="45559" y="18153"/>
                    <a:pt x="45559" y="22050"/>
                  </a:cubicBezTo>
                  <a:cubicBezTo>
                    <a:pt x="45559" y="27718"/>
                    <a:pt x="44498" y="34449"/>
                    <a:pt x="43085" y="40117"/>
                  </a:cubicBezTo>
                  <a:lnTo>
                    <a:pt x="16580" y="146399"/>
                  </a:lnTo>
                  <a:cubicBezTo>
                    <a:pt x="15873" y="148524"/>
                    <a:pt x="15520" y="150296"/>
                    <a:pt x="15520" y="151359"/>
                  </a:cubicBezTo>
                  <a:cubicBezTo>
                    <a:pt x="15520" y="155256"/>
                    <a:pt x="18347" y="160570"/>
                    <a:pt x="25415" y="160570"/>
                  </a:cubicBezTo>
                  <a:cubicBezTo>
                    <a:pt x="36017" y="160570"/>
                    <a:pt x="38491" y="150296"/>
                    <a:pt x="39198" y="147462"/>
                  </a:cubicBezTo>
                  <a:lnTo>
                    <a:pt x="62168" y="54643"/>
                  </a:ln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2C12BF09-18DA-E436-B958-1FA6ADB321E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4195628" y="5394719"/>
              <a:ext cx="121215" cy="160484"/>
            </a:xfrm>
            <a:custGeom>
              <a:avLst/>
              <a:gdLst>
                <a:gd name="connsiteX0" fmla="*/ 60759 w 121215"/>
                <a:gd name="connsiteY0" fmla="*/ 86881 h 160484"/>
                <a:gd name="connsiteX1" fmla="*/ 92212 w 121215"/>
                <a:gd name="connsiteY1" fmla="*/ 113097 h 160484"/>
                <a:gd name="connsiteX2" fmla="*/ 46270 w 121215"/>
                <a:gd name="connsiteY2" fmla="*/ 152776 h 160484"/>
                <a:gd name="connsiteX3" fmla="*/ 12343 w 121215"/>
                <a:gd name="connsiteY3" fmla="*/ 132937 h 160484"/>
                <a:gd name="connsiteX4" fmla="*/ 30367 w 121215"/>
                <a:gd name="connsiteY4" fmla="*/ 115577 h 160484"/>
                <a:gd name="connsiteX5" fmla="*/ 18351 w 121215"/>
                <a:gd name="connsiteY5" fmla="*/ 104241 h 160484"/>
                <a:gd name="connsiteX6" fmla="*/ 328 w 121215"/>
                <a:gd name="connsiteY6" fmla="*/ 126205 h 160484"/>
                <a:gd name="connsiteX7" fmla="*/ 45916 w 121215"/>
                <a:gd name="connsiteY7" fmla="*/ 160570 h 160484"/>
                <a:gd name="connsiteX8" fmla="*/ 112355 w 121215"/>
                <a:gd name="connsiteY8" fmla="*/ 101052 h 160484"/>
                <a:gd name="connsiteX9" fmla="*/ 70301 w 121215"/>
                <a:gd name="connsiteY9" fmla="*/ 60665 h 160484"/>
                <a:gd name="connsiteX10" fmla="*/ 47683 w 121215"/>
                <a:gd name="connsiteY10" fmla="*/ 40472 h 160484"/>
                <a:gd name="connsiteX11" fmla="*/ 83377 w 121215"/>
                <a:gd name="connsiteY11" fmla="*/ 7879 h 160484"/>
                <a:gd name="connsiteX12" fmla="*/ 109881 w 121215"/>
                <a:gd name="connsiteY12" fmla="*/ 25238 h 160484"/>
                <a:gd name="connsiteX13" fmla="*/ 95745 w 121215"/>
                <a:gd name="connsiteY13" fmla="*/ 39763 h 160484"/>
                <a:gd name="connsiteX14" fmla="*/ 106347 w 121215"/>
                <a:gd name="connsiteY14" fmla="*/ 49683 h 160484"/>
                <a:gd name="connsiteX15" fmla="*/ 121544 w 121215"/>
                <a:gd name="connsiteY15" fmla="*/ 30198 h 160484"/>
                <a:gd name="connsiteX16" fmla="*/ 83730 w 121215"/>
                <a:gd name="connsiteY16" fmla="*/ 85 h 160484"/>
                <a:gd name="connsiteX17" fmla="*/ 27893 w 121215"/>
                <a:gd name="connsiteY17" fmla="*/ 52517 h 160484"/>
                <a:gd name="connsiteX18" fmla="*/ 60759 w 121215"/>
                <a:gd name="connsiteY18" fmla="*/ 86881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215" h="160484">
                  <a:moveTo>
                    <a:pt x="60759" y="86881"/>
                  </a:moveTo>
                  <a:cubicBezTo>
                    <a:pt x="76309" y="90424"/>
                    <a:pt x="92212" y="93967"/>
                    <a:pt x="92212" y="113097"/>
                  </a:cubicBezTo>
                  <a:cubicBezTo>
                    <a:pt x="92212" y="124434"/>
                    <a:pt x="82670" y="152776"/>
                    <a:pt x="46270" y="152776"/>
                  </a:cubicBezTo>
                  <a:cubicBezTo>
                    <a:pt x="38495" y="152776"/>
                    <a:pt x="17998" y="151004"/>
                    <a:pt x="12343" y="132937"/>
                  </a:cubicBezTo>
                  <a:cubicBezTo>
                    <a:pt x="30367" y="131165"/>
                    <a:pt x="30367" y="116286"/>
                    <a:pt x="30367" y="115577"/>
                  </a:cubicBezTo>
                  <a:cubicBezTo>
                    <a:pt x="30367" y="108846"/>
                    <a:pt x="25773" y="104241"/>
                    <a:pt x="18351" y="104241"/>
                  </a:cubicBezTo>
                  <a:cubicBezTo>
                    <a:pt x="10223" y="104241"/>
                    <a:pt x="328" y="110263"/>
                    <a:pt x="328" y="126205"/>
                  </a:cubicBezTo>
                  <a:cubicBezTo>
                    <a:pt x="328" y="147816"/>
                    <a:pt x="20825" y="160570"/>
                    <a:pt x="45916" y="160570"/>
                  </a:cubicBezTo>
                  <a:cubicBezTo>
                    <a:pt x="98926" y="160570"/>
                    <a:pt x="112355" y="117349"/>
                    <a:pt x="112355" y="101052"/>
                  </a:cubicBezTo>
                  <a:cubicBezTo>
                    <a:pt x="112355" y="70230"/>
                    <a:pt x="84790" y="63854"/>
                    <a:pt x="70301" y="60665"/>
                  </a:cubicBezTo>
                  <a:cubicBezTo>
                    <a:pt x="60406" y="58540"/>
                    <a:pt x="47683" y="55705"/>
                    <a:pt x="47683" y="40472"/>
                  </a:cubicBezTo>
                  <a:cubicBezTo>
                    <a:pt x="47683" y="31969"/>
                    <a:pt x="55105" y="7879"/>
                    <a:pt x="83377" y="7879"/>
                  </a:cubicBezTo>
                  <a:cubicBezTo>
                    <a:pt x="92918" y="7879"/>
                    <a:pt x="105994" y="11421"/>
                    <a:pt x="109881" y="25238"/>
                  </a:cubicBezTo>
                  <a:cubicBezTo>
                    <a:pt x="98573" y="26655"/>
                    <a:pt x="95745" y="36220"/>
                    <a:pt x="95745" y="39763"/>
                  </a:cubicBezTo>
                  <a:cubicBezTo>
                    <a:pt x="95745" y="43660"/>
                    <a:pt x="97866" y="49683"/>
                    <a:pt x="106347" y="49683"/>
                  </a:cubicBezTo>
                  <a:cubicBezTo>
                    <a:pt x="112355" y="49683"/>
                    <a:pt x="121544" y="45431"/>
                    <a:pt x="121544" y="30198"/>
                  </a:cubicBezTo>
                  <a:cubicBezTo>
                    <a:pt x="121544" y="13901"/>
                    <a:pt x="107054" y="85"/>
                    <a:pt x="83730" y="85"/>
                  </a:cubicBezTo>
                  <a:cubicBezTo>
                    <a:pt x="42382" y="85"/>
                    <a:pt x="27893" y="34095"/>
                    <a:pt x="27893" y="52517"/>
                  </a:cubicBezTo>
                  <a:cubicBezTo>
                    <a:pt x="27893" y="79796"/>
                    <a:pt x="50864" y="84756"/>
                    <a:pt x="60759" y="86881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EE74875B-1116-1B11-394E-145E750B12D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4353204" y="5513754"/>
              <a:ext cx="38520" cy="37552"/>
            </a:xfrm>
            <a:custGeom>
              <a:avLst/>
              <a:gdLst>
                <a:gd name="connsiteX0" fmla="*/ 38852 w 38520"/>
                <a:gd name="connsiteY0" fmla="*/ 15318 h 37552"/>
                <a:gd name="connsiteX1" fmla="*/ 23303 w 38520"/>
                <a:gd name="connsiteY1" fmla="*/ 85 h 37552"/>
                <a:gd name="connsiteX2" fmla="*/ 332 w 38520"/>
                <a:gd name="connsiteY2" fmla="*/ 22404 h 37552"/>
                <a:gd name="connsiteX3" fmla="*/ 15881 w 38520"/>
                <a:gd name="connsiteY3" fmla="*/ 37637 h 37552"/>
                <a:gd name="connsiteX4" fmla="*/ 38852 w 38520"/>
                <a:gd name="connsiteY4" fmla="*/ 15318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20" h="37552">
                  <a:moveTo>
                    <a:pt x="38852" y="15318"/>
                  </a:moveTo>
                  <a:cubicBezTo>
                    <a:pt x="38852" y="7524"/>
                    <a:pt x="33198" y="85"/>
                    <a:pt x="23303" y="85"/>
                  </a:cubicBezTo>
                  <a:cubicBezTo>
                    <a:pt x="11994" y="85"/>
                    <a:pt x="332" y="10713"/>
                    <a:pt x="332" y="22404"/>
                  </a:cubicBezTo>
                  <a:cubicBezTo>
                    <a:pt x="332" y="31615"/>
                    <a:pt x="6693" y="37637"/>
                    <a:pt x="15881" y="37637"/>
                  </a:cubicBezTo>
                  <a:cubicBezTo>
                    <a:pt x="27897" y="37637"/>
                    <a:pt x="38852" y="25947"/>
                    <a:pt x="38852" y="15318"/>
                  </a:cubicBezTo>
                  <a:close/>
                </a:path>
              </a:pathLst>
            </a:custGeom>
            <a:grpFill/>
            <a:ln w="35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sp>
        <p:nvSpPr>
          <p:cNvPr id="395" name="Right Brace 394">
            <a:extLst>
              <a:ext uri="{FF2B5EF4-FFF2-40B4-BE49-F238E27FC236}">
                <a16:creationId xmlns:a16="http://schemas.microsoft.com/office/drawing/2014/main" id="{527EB2DA-C26B-91AA-76C4-DBDE124FC844}"/>
              </a:ext>
            </a:extLst>
          </p:cNvPr>
          <p:cNvSpPr/>
          <p:nvPr/>
        </p:nvSpPr>
        <p:spPr>
          <a:xfrm>
            <a:off x="6824705" y="1669613"/>
            <a:ext cx="249572" cy="1883821"/>
          </a:xfrm>
          <a:prstGeom prst="rightBrace">
            <a:avLst>
              <a:gd name="adj1" fmla="val 50336"/>
              <a:gd name="adj2" fmla="val 50000"/>
            </a:avLst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68236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190" y="548641"/>
            <a:ext cx="9854784" cy="5526122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For Least Square Line, we need to minimize the Residue or Error : </a:t>
            </a: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/>
              <p:nvPr/>
            </p:nvSpPr>
            <p:spPr>
              <a:xfrm>
                <a:off x="1499016" y="90041"/>
                <a:ext cx="100833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Example: Fit </a:t>
                </a:r>
                <a:r>
                  <a:rPr lang="en-US" sz="2000" dirty="0" err="1"/>
                  <a:t>LSq</a:t>
                </a:r>
                <a:r>
                  <a:rPr lang="en-US" sz="2000" dirty="0"/>
                  <a:t>. </a:t>
                </a:r>
                <a:r>
                  <a:rPr lang="en-US" sz="2000" dirty="0" err="1"/>
                  <a:t>st.</a:t>
                </a:r>
                <a:r>
                  <a:rPr lang="en-US" sz="2000" dirty="0"/>
                  <a:t> line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 to the following data: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016" y="90041"/>
                <a:ext cx="10083384" cy="400110"/>
              </a:xfrm>
              <a:prstGeom prst="rect">
                <a:avLst/>
              </a:prstGeom>
              <a:blipFill>
                <a:blip r:embed="rId272"/>
                <a:stretch>
                  <a:fillRect l="-665" t="-7692" b="-2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6E457E8B-9CCF-7BAF-24B1-A57C7CBDD11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988578" y="3740433"/>
            <a:ext cx="6214843" cy="2250254"/>
            <a:chOff x="6820134" y="3138784"/>
            <a:chExt cx="6214843" cy="2250254"/>
          </a:xfrm>
        </p:grpSpPr>
        <p:sp>
          <p:nvSpPr>
            <p:cNvPr id="1904" name="Freeform: Shape 1903">
              <a:extLst>
                <a:ext uri="{FF2B5EF4-FFF2-40B4-BE49-F238E27FC236}">
                  <a16:creationId xmlns:a16="http://schemas.microsoft.com/office/drawing/2014/main" id="{C146B1CF-F9C2-9203-146A-44C7708523E8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820134" y="3138784"/>
              <a:ext cx="6214843" cy="12229"/>
            </a:xfrm>
            <a:custGeom>
              <a:avLst/>
              <a:gdLst>
                <a:gd name="connsiteX0" fmla="*/ 0 w 6214843"/>
                <a:gd name="connsiteY0" fmla="*/ 0 h 12229"/>
                <a:gd name="connsiteX1" fmla="*/ 6214843 w 6214843"/>
                <a:gd name="connsiteY1" fmla="*/ 0 h 12229"/>
                <a:gd name="connsiteX2" fmla="*/ 6214843 w 6214843"/>
                <a:gd name="connsiteY2" fmla="*/ 12229 h 12229"/>
                <a:gd name="connsiteX3" fmla="*/ 0 w 6214843"/>
                <a:gd name="connsiteY3" fmla="*/ 12229 h 1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843" h="12229">
                  <a:moveTo>
                    <a:pt x="0" y="0"/>
                  </a:moveTo>
                  <a:lnTo>
                    <a:pt x="6214843" y="0"/>
                  </a:lnTo>
                  <a:lnTo>
                    <a:pt x="6214843" y="12229"/>
                  </a:lnTo>
                  <a:lnTo>
                    <a:pt x="0" y="1222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05" name="Freeform: Shape 1904">
              <a:extLst>
                <a:ext uri="{FF2B5EF4-FFF2-40B4-BE49-F238E27FC236}">
                  <a16:creationId xmlns:a16="http://schemas.microsoft.com/office/drawing/2014/main" id="{9572CE75-4F35-A1EF-3106-914B2EEC1E66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6820134" y="3151013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90 h 366889"/>
                <a:gd name="connsiteX3" fmla="*/ 0 w 12146"/>
                <a:gd name="connsiteY3" fmla="*/ 366890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90"/>
                  </a:lnTo>
                  <a:lnTo>
                    <a:pt x="0" y="36689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06" name="Freeform: Shape 1905">
              <a:extLst>
                <a:ext uri="{FF2B5EF4-FFF2-40B4-BE49-F238E27FC236}">
                  <a16:creationId xmlns:a16="http://schemas.microsoft.com/office/drawing/2014/main" id="{34289DA7-8CE2-D64E-C3FF-79E06147FF59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7379355" y="3195650"/>
              <a:ext cx="137558" cy="215547"/>
            </a:xfrm>
            <a:custGeom>
              <a:avLst/>
              <a:gdLst>
                <a:gd name="connsiteX0" fmla="*/ 70599 w 137558"/>
                <a:gd name="connsiteY0" fmla="*/ 3446 h 215547"/>
                <a:gd name="connsiteX1" fmla="*/ 66651 w 137558"/>
                <a:gd name="connsiteY1" fmla="*/ 82 h 215547"/>
                <a:gd name="connsiteX2" fmla="*/ 29605 w 137558"/>
                <a:gd name="connsiteY2" fmla="*/ 3140 h 215547"/>
                <a:gd name="connsiteX3" fmla="*/ 23835 w 137558"/>
                <a:gd name="connsiteY3" fmla="*/ 9255 h 215547"/>
                <a:gd name="connsiteX4" fmla="*/ 31123 w 137558"/>
                <a:gd name="connsiteY4" fmla="*/ 12924 h 215547"/>
                <a:gd name="connsiteX5" fmla="*/ 46306 w 137558"/>
                <a:gd name="connsiteY5" fmla="*/ 18121 h 215547"/>
                <a:gd name="connsiteX6" fmla="*/ 45395 w 137558"/>
                <a:gd name="connsiteY6" fmla="*/ 24236 h 215547"/>
                <a:gd name="connsiteX7" fmla="*/ 1364 w 137558"/>
                <a:gd name="connsiteY7" fmla="*/ 200343 h 215547"/>
                <a:gd name="connsiteX8" fmla="*/ 149 w 137558"/>
                <a:gd name="connsiteY8" fmla="*/ 207069 h 215547"/>
                <a:gd name="connsiteX9" fmla="*/ 8956 w 137558"/>
                <a:gd name="connsiteY9" fmla="*/ 215630 h 215547"/>
                <a:gd name="connsiteX10" fmla="*/ 19280 w 137558"/>
                <a:gd name="connsiteY10" fmla="*/ 209209 h 215547"/>
                <a:gd name="connsiteX11" fmla="*/ 36285 w 137558"/>
                <a:gd name="connsiteY11" fmla="*/ 142252 h 215547"/>
                <a:gd name="connsiteX12" fmla="*/ 71510 w 137558"/>
                <a:gd name="connsiteY12" fmla="*/ 168240 h 215547"/>
                <a:gd name="connsiteX13" fmla="*/ 70599 w 137558"/>
                <a:gd name="connsiteY13" fmla="*/ 174661 h 215547"/>
                <a:gd name="connsiteX14" fmla="*/ 69384 w 137558"/>
                <a:gd name="connsiteY14" fmla="*/ 185362 h 215547"/>
                <a:gd name="connsiteX15" fmla="*/ 97321 w 137558"/>
                <a:gd name="connsiteY15" fmla="*/ 215630 h 215547"/>
                <a:gd name="connsiteX16" fmla="*/ 121310 w 137558"/>
                <a:gd name="connsiteY16" fmla="*/ 199426 h 215547"/>
                <a:gd name="connsiteX17" fmla="*/ 132242 w 137558"/>
                <a:gd name="connsiteY17" fmla="*/ 168546 h 215547"/>
                <a:gd name="connsiteX18" fmla="*/ 128598 w 137558"/>
                <a:gd name="connsiteY18" fmla="*/ 165488 h 215547"/>
                <a:gd name="connsiteX19" fmla="*/ 124347 w 137558"/>
                <a:gd name="connsiteY19" fmla="*/ 170992 h 215547"/>
                <a:gd name="connsiteX20" fmla="*/ 97928 w 137558"/>
                <a:gd name="connsiteY20" fmla="*/ 208904 h 215547"/>
                <a:gd name="connsiteX21" fmla="*/ 88211 w 137558"/>
                <a:gd name="connsiteY21" fmla="*/ 194534 h 215547"/>
                <a:gd name="connsiteX22" fmla="*/ 90641 w 137558"/>
                <a:gd name="connsiteY22" fmla="*/ 177412 h 215547"/>
                <a:gd name="connsiteX23" fmla="*/ 91855 w 137558"/>
                <a:gd name="connsiteY23" fmla="*/ 167934 h 215547"/>
                <a:gd name="connsiteX24" fmla="*/ 46913 w 137558"/>
                <a:gd name="connsiteY24" fmla="*/ 135832 h 215547"/>
                <a:gd name="connsiteX25" fmla="*/ 73028 w 137558"/>
                <a:gd name="connsiteY25" fmla="*/ 113207 h 215547"/>
                <a:gd name="connsiteX26" fmla="*/ 116452 w 137558"/>
                <a:gd name="connsiteY26" fmla="*/ 83856 h 215547"/>
                <a:gd name="connsiteX27" fmla="*/ 119185 w 137558"/>
                <a:gd name="connsiteY27" fmla="*/ 84161 h 215547"/>
                <a:gd name="connsiteX28" fmla="*/ 125562 w 137558"/>
                <a:gd name="connsiteY28" fmla="*/ 86607 h 215547"/>
                <a:gd name="connsiteX29" fmla="*/ 126776 w 137558"/>
                <a:gd name="connsiteY29" fmla="*/ 87830 h 215547"/>
                <a:gd name="connsiteX30" fmla="*/ 109468 w 137558"/>
                <a:gd name="connsiteY30" fmla="*/ 104340 h 215547"/>
                <a:gd name="connsiteX31" fmla="*/ 121007 w 137558"/>
                <a:gd name="connsiteY31" fmla="*/ 115041 h 215547"/>
                <a:gd name="connsiteX32" fmla="*/ 137708 w 137558"/>
                <a:gd name="connsiteY32" fmla="*/ 96391 h 215547"/>
                <a:gd name="connsiteX33" fmla="*/ 117059 w 137558"/>
                <a:gd name="connsiteY33" fmla="*/ 77129 h 215547"/>
                <a:gd name="connsiteX34" fmla="*/ 72725 w 137558"/>
                <a:gd name="connsiteY34" fmla="*/ 104034 h 215547"/>
                <a:gd name="connsiteX35" fmla="*/ 39018 w 137558"/>
                <a:gd name="connsiteY35" fmla="*/ 132468 h 215547"/>
                <a:gd name="connsiteX36" fmla="*/ 70599 w 137558"/>
                <a:gd name="connsiteY36" fmla="*/ 3446 h 21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37558" h="215547">
                  <a:moveTo>
                    <a:pt x="70599" y="3446"/>
                  </a:moveTo>
                  <a:cubicBezTo>
                    <a:pt x="70599" y="3140"/>
                    <a:pt x="70599" y="82"/>
                    <a:pt x="66651" y="82"/>
                  </a:cubicBezTo>
                  <a:cubicBezTo>
                    <a:pt x="59667" y="82"/>
                    <a:pt x="37500" y="2528"/>
                    <a:pt x="29605" y="3140"/>
                  </a:cubicBezTo>
                  <a:cubicBezTo>
                    <a:pt x="27175" y="3446"/>
                    <a:pt x="23835" y="3751"/>
                    <a:pt x="23835" y="9255"/>
                  </a:cubicBezTo>
                  <a:cubicBezTo>
                    <a:pt x="23835" y="12924"/>
                    <a:pt x="26568" y="12924"/>
                    <a:pt x="31123" y="12924"/>
                  </a:cubicBezTo>
                  <a:cubicBezTo>
                    <a:pt x="45699" y="12924"/>
                    <a:pt x="46306" y="15064"/>
                    <a:pt x="46306" y="18121"/>
                  </a:cubicBezTo>
                  <a:lnTo>
                    <a:pt x="45395" y="24236"/>
                  </a:lnTo>
                  <a:lnTo>
                    <a:pt x="1364" y="200343"/>
                  </a:lnTo>
                  <a:cubicBezTo>
                    <a:pt x="149" y="204623"/>
                    <a:pt x="149" y="205235"/>
                    <a:pt x="149" y="207069"/>
                  </a:cubicBezTo>
                  <a:cubicBezTo>
                    <a:pt x="149" y="214101"/>
                    <a:pt x="6223" y="215630"/>
                    <a:pt x="8956" y="215630"/>
                  </a:cubicBezTo>
                  <a:cubicBezTo>
                    <a:pt x="12903" y="215630"/>
                    <a:pt x="17458" y="212878"/>
                    <a:pt x="19280" y="209209"/>
                  </a:cubicBezTo>
                  <a:cubicBezTo>
                    <a:pt x="20798" y="206458"/>
                    <a:pt x="34463" y="149896"/>
                    <a:pt x="36285" y="142252"/>
                  </a:cubicBezTo>
                  <a:cubicBezTo>
                    <a:pt x="46610" y="143169"/>
                    <a:pt x="71510" y="148061"/>
                    <a:pt x="71510" y="168240"/>
                  </a:cubicBezTo>
                  <a:cubicBezTo>
                    <a:pt x="71510" y="170380"/>
                    <a:pt x="71510" y="171603"/>
                    <a:pt x="70599" y="174661"/>
                  </a:cubicBezTo>
                  <a:cubicBezTo>
                    <a:pt x="69992" y="178330"/>
                    <a:pt x="69384" y="181998"/>
                    <a:pt x="69384" y="185362"/>
                  </a:cubicBezTo>
                  <a:cubicBezTo>
                    <a:pt x="69384" y="203400"/>
                    <a:pt x="81531" y="215630"/>
                    <a:pt x="97321" y="215630"/>
                  </a:cubicBezTo>
                  <a:cubicBezTo>
                    <a:pt x="106431" y="215630"/>
                    <a:pt x="114630" y="210738"/>
                    <a:pt x="121310" y="199426"/>
                  </a:cubicBezTo>
                  <a:cubicBezTo>
                    <a:pt x="128902" y="185973"/>
                    <a:pt x="132242" y="169157"/>
                    <a:pt x="132242" y="168546"/>
                  </a:cubicBezTo>
                  <a:cubicBezTo>
                    <a:pt x="132242" y="165488"/>
                    <a:pt x="129509" y="165488"/>
                    <a:pt x="128598" y="165488"/>
                  </a:cubicBezTo>
                  <a:cubicBezTo>
                    <a:pt x="125562" y="165488"/>
                    <a:pt x="125258" y="166711"/>
                    <a:pt x="124347" y="170992"/>
                  </a:cubicBezTo>
                  <a:cubicBezTo>
                    <a:pt x="118274" y="193311"/>
                    <a:pt x="111289" y="208904"/>
                    <a:pt x="97928" y="208904"/>
                  </a:cubicBezTo>
                  <a:cubicBezTo>
                    <a:pt x="92159" y="208904"/>
                    <a:pt x="88211" y="205541"/>
                    <a:pt x="88211" y="194534"/>
                  </a:cubicBezTo>
                  <a:cubicBezTo>
                    <a:pt x="88211" y="189336"/>
                    <a:pt x="89426" y="182304"/>
                    <a:pt x="90641" y="177412"/>
                  </a:cubicBezTo>
                  <a:cubicBezTo>
                    <a:pt x="91855" y="172215"/>
                    <a:pt x="91855" y="170992"/>
                    <a:pt x="91855" y="167934"/>
                  </a:cubicBezTo>
                  <a:cubicBezTo>
                    <a:pt x="91855" y="148061"/>
                    <a:pt x="72725" y="139195"/>
                    <a:pt x="46913" y="135832"/>
                  </a:cubicBezTo>
                  <a:cubicBezTo>
                    <a:pt x="56327" y="130328"/>
                    <a:pt x="66044" y="120545"/>
                    <a:pt x="73028" y="113207"/>
                  </a:cubicBezTo>
                  <a:cubicBezTo>
                    <a:pt x="87604" y="97002"/>
                    <a:pt x="101572" y="83856"/>
                    <a:pt x="116452" y="83856"/>
                  </a:cubicBezTo>
                  <a:cubicBezTo>
                    <a:pt x="118274" y="83856"/>
                    <a:pt x="118577" y="83856"/>
                    <a:pt x="119185" y="84161"/>
                  </a:cubicBezTo>
                  <a:cubicBezTo>
                    <a:pt x="122829" y="84773"/>
                    <a:pt x="123132" y="84773"/>
                    <a:pt x="125562" y="86607"/>
                  </a:cubicBezTo>
                  <a:cubicBezTo>
                    <a:pt x="126169" y="86913"/>
                    <a:pt x="126169" y="87219"/>
                    <a:pt x="126776" y="87830"/>
                  </a:cubicBezTo>
                  <a:cubicBezTo>
                    <a:pt x="112200" y="88747"/>
                    <a:pt x="109468" y="100671"/>
                    <a:pt x="109468" y="104340"/>
                  </a:cubicBezTo>
                  <a:cubicBezTo>
                    <a:pt x="109468" y="109232"/>
                    <a:pt x="112808" y="115041"/>
                    <a:pt x="121007" y="115041"/>
                  </a:cubicBezTo>
                  <a:cubicBezTo>
                    <a:pt x="128902" y="115041"/>
                    <a:pt x="137708" y="108315"/>
                    <a:pt x="137708" y="96391"/>
                  </a:cubicBezTo>
                  <a:cubicBezTo>
                    <a:pt x="137708" y="87219"/>
                    <a:pt x="130724" y="77129"/>
                    <a:pt x="117059" y="77129"/>
                  </a:cubicBezTo>
                  <a:cubicBezTo>
                    <a:pt x="108557" y="77129"/>
                    <a:pt x="94588" y="79575"/>
                    <a:pt x="72725" y="104034"/>
                  </a:cubicBezTo>
                  <a:cubicBezTo>
                    <a:pt x="62400" y="115653"/>
                    <a:pt x="50557" y="127882"/>
                    <a:pt x="39018" y="132468"/>
                  </a:cubicBezTo>
                  <a:lnTo>
                    <a:pt x="70599" y="3446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07" name="Freeform: Shape 1906">
              <a:extLst>
                <a:ext uri="{FF2B5EF4-FFF2-40B4-BE49-F238E27FC236}">
                  <a16:creationId xmlns:a16="http://schemas.microsoft.com/office/drawing/2014/main" id="{F300836C-7BA1-1F9B-6E8A-5C812DF75BE5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8060674" y="3151013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90 h 366889"/>
                <a:gd name="connsiteX3" fmla="*/ 0 w 12146"/>
                <a:gd name="connsiteY3" fmla="*/ 366890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90"/>
                  </a:lnTo>
                  <a:lnTo>
                    <a:pt x="0" y="36689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08" name="Freeform: Shape 1907">
              <a:extLst>
                <a:ext uri="{FF2B5EF4-FFF2-40B4-BE49-F238E27FC236}">
                  <a16:creationId xmlns:a16="http://schemas.microsoft.com/office/drawing/2014/main" id="{4827036A-BEB5-4C50-5BE0-FCDF849EEBC7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8609048" y="3272697"/>
              <a:ext cx="151223" cy="138500"/>
            </a:xfrm>
            <a:custGeom>
              <a:avLst/>
              <a:gdLst>
                <a:gd name="connsiteX0" fmla="*/ 92807 w 151223"/>
                <a:gd name="connsiteY0" fmla="*/ 42886 h 138500"/>
                <a:gd name="connsiteX1" fmla="*/ 122869 w 151223"/>
                <a:gd name="connsiteY1" fmla="*/ 6809 h 138500"/>
                <a:gd name="connsiteX2" fmla="*/ 138052 w 151223"/>
                <a:gd name="connsiteY2" fmla="*/ 10783 h 138500"/>
                <a:gd name="connsiteX3" fmla="*/ 123477 w 151223"/>
                <a:gd name="connsiteY3" fmla="*/ 27293 h 138500"/>
                <a:gd name="connsiteX4" fmla="*/ 135016 w 151223"/>
                <a:gd name="connsiteY4" fmla="*/ 37994 h 138500"/>
                <a:gd name="connsiteX5" fmla="*/ 151413 w 151223"/>
                <a:gd name="connsiteY5" fmla="*/ 20261 h 138500"/>
                <a:gd name="connsiteX6" fmla="*/ 123173 w 151223"/>
                <a:gd name="connsiteY6" fmla="*/ 82 h 138500"/>
                <a:gd name="connsiteX7" fmla="*/ 91288 w 151223"/>
                <a:gd name="connsiteY7" fmla="*/ 23319 h 138500"/>
                <a:gd name="connsiteX8" fmla="*/ 58493 w 151223"/>
                <a:gd name="connsiteY8" fmla="*/ 82 h 138500"/>
                <a:gd name="connsiteX9" fmla="*/ 9604 w 151223"/>
                <a:gd name="connsiteY9" fmla="*/ 47167 h 138500"/>
                <a:gd name="connsiteX10" fmla="*/ 13247 w 151223"/>
                <a:gd name="connsiteY10" fmla="*/ 50224 h 138500"/>
                <a:gd name="connsiteX11" fmla="*/ 17195 w 151223"/>
                <a:gd name="connsiteY11" fmla="*/ 46861 h 138500"/>
                <a:gd name="connsiteX12" fmla="*/ 57886 w 151223"/>
                <a:gd name="connsiteY12" fmla="*/ 6809 h 138500"/>
                <a:gd name="connsiteX13" fmla="*/ 74283 w 151223"/>
                <a:gd name="connsiteY13" fmla="*/ 27293 h 138500"/>
                <a:gd name="connsiteX14" fmla="*/ 57886 w 151223"/>
                <a:gd name="connsiteY14" fmla="*/ 100060 h 138500"/>
                <a:gd name="connsiteX15" fmla="*/ 29038 w 151223"/>
                <a:gd name="connsiteY15" fmla="*/ 131857 h 138500"/>
                <a:gd name="connsiteX16" fmla="*/ 13855 w 151223"/>
                <a:gd name="connsiteY16" fmla="*/ 127882 h 138500"/>
                <a:gd name="connsiteX17" fmla="*/ 28127 w 151223"/>
                <a:gd name="connsiteY17" fmla="*/ 111372 h 138500"/>
                <a:gd name="connsiteX18" fmla="*/ 16891 w 151223"/>
                <a:gd name="connsiteY18" fmla="*/ 100671 h 138500"/>
                <a:gd name="connsiteX19" fmla="*/ 190 w 151223"/>
                <a:gd name="connsiteY19" fmla="*/ 118404 h 138500"/>
                <a:gd name="connsiteX20" fmla="*/ 28734 w 151223"/>
                <a:gd name="connsiteY20" fmla="*/ 138583 h 138500"/>
                <a:gd name="connsiteX21" fmla="*/ 60619 w 151223"/>
                <a:gd name="connsiteY21" fmla="*/ 115347 h 138500"/>
                <a:gd name="connsiteX22" fmla="*/ 93414 w 151223"/>
                <a:gd name="connsiteY22" fmla="*/ 138583 h 138500"/>
                <a:gd name="connsiteX23" fmla="*/ 142000 w 151223"/>
                <a:gd name="connsiteY23" fmla="*/ 91499 h 138500"/>
                <a:gd name="connsiteX24" fmla="*/ 138356 w 151223"/>
                <a:gd name="connsiteY24" fmla="*/ 88442 h 138500"/>
                <a:gd name="connsiteX25" fmla="*/ 134408 w 151223"/>
                <a:gd name="connsiteY25" fmla="*/ 91805 h 138500"/>
                <a:gd name="connsiteX26" fmla="*/ 94021 w 151223"/>
                <a:gd name="connsiteY26" fmla="*/ 131857 h 138500"/>
                <a:gd name="connsiteX27" fmla="*/ 77320 w 151223"/>
                <a:gd name="connsiteY27" fmla="*/ 111678 h 138500"/>
                <a:gd name="connsiteX28" fmla="*/ 82482 w 151223"/>
                <a:gd name="connsiteY28" fmla="*/ 84773 h 138500"/>
                <a:gd name="connsiteX29" fmla="*/ 92807 w 151223"/>
                <a:gd name="connsiteY29" fmla="*/ 42886 h 13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1223" h="138500">
                  <a:moveTo>
                    <a:pt x="92807" y="42886"/>
                  </a:moveTo>
                  <a:cubicBezTo>
                    <a:pt x="94629" y="34937"/>
                    <a:pt x="101613" y="6809"/>
                    <a:pt x="122869" y="6809"/>
                  </a:cubicBezTo>
                  <a:cubicBezTo>
                    <a:pt x="124388" y="6809"/>
                    <a:pt x="131675" y="6809"/>
                    <a:pt x="138052" y="10783"/>
                  </a:cubicBezTo>
                  <a:cubicBezTo>
                    <a:pt x="129550" y="12312"/>
                    <a:pt x="123477" y="19956"/>
                    <a:pt x="123477" y="27293"/>
                  </a:cubicBezTo>
                  <a:cubicBezTo>
                    <a:pt x="123477" y="32185"/>
                    <a:pt x="126817" y="37994"/>
                    <a:pt x="135016" y="37994"/>
                  </a:cubicBezTo>
                  <a:cubicBezTo>
                    <a:pt x="141696" y="37994"/>
                    <a:pt x="151413" y="32491"/>
                    <a:pt x="151413" y="20261"/>
                  </a:cubicBezTo>
                  <a:cubicBezTo>
                    <a:pt x="151413" y="4363"/>
                    <a:pt x="133497" y="82"/>
                    <a:pt x="123173" y="82"/>
                  </a:cubicBezTo>
                  <a:cubicBezTo>
                    <a:pt x="105561" y="82"/>
                    <a:pt x="94932" y="16287"/>
                    <a:pt x="91288" y="23319"/>
                  </a:cubicBezTo>
                  <a:cubicBezTo>
                    <a:pt x="83697" y="3140"/>
                    <a:pt x="67299" y="82"/>
                    <a:pt x="58493" y="82"/>
                  </a:cubicBezTo>
                  <a:cubicBezTo>
                    <a:pt x="26912" y="82"/>
                    <a:pt x="9604" y="39523"/>
                    <a:pt x="9604" y="47167"/>
                  </a:cubicBezTo>
                  <a:cubicBezTo>
                    <a:pt x="9604" y="50224"/>
                    <a:pt x="12640" y="50224"/>
                    <a:pt x="13247" y="50224"/>
                  </a:cubicBezTo>
                  <a:cubicBezTo>
                    <a:pt x="15677" y="50224"/>
                    <a:pt x="16588" y="49613"/>
                    <a:pt x="17195" y="46861"/>
                  </a:cubicBezTo>
                  <a:cubicBezTo>
                    <a:pt x="27520" y="14452"/>
                    <a:pt x="47561" y="6809"/>
                    <a:pt x="57886" y="6809"/>
                  </a:cubicBezTo>
                  <a:cubicBezTo>
                    <a:pt x="63655" y="6809"/>
                    <a:pt x="74283" y="9560"/>
                    <a:pt x="74283" y="27293"/>
                  </a:cubicBezTo>
                  <a:cubicBezTo>
                    <a:pt x="74283" y="36771"/>
                    <a:pt x="69121" y="57256"/>
                    <a:pt x="57886" y="100060"/>
                  </a:cubicBezTo>
                  <a:cubicBezTo>
                    <a:pt x="53027" y="119016"/>
                    <a:pt x="42399" y="131857"/>
                    <a:pt x="29038" y="131857"/>
                  </a:cubicBezTo>
                  <a:cubicBezTo>
                    <a:pt x="27216" y="131857"/>
                    <a:pt x="20232" y="131857"/>
                    <a:pt x="13855" y="127882"/>
                  </a:cubicBezTo>
                  <a:cubicBezTo>
                    <a:pt x="21446" y="126354"/>
                    <a:pt x="28127" y="119933"/>
                    <a:pt x="28127" y="111372"/>
                  </a:cubicBezTo>
                  <a:cubicBezTo>
                    <a:pt x="28127" y="103117"/>
                    <a:pt x="21446" y="100671"/>
                    <a:pt x="16891" y="100671"/>
                  </a:cubicBezTo>
                  <a:cubicBezTo>
                    <a:pt x="7782" y="100671"/>
                    <a:pt x="190" y="108621"/>
                    <a:pt x="190" y="118404"/>
                  </a:cubicBezTo>
                  <a:cubicBezTo>
                    <a:pt x="190" y="132468"/>
                    <a:pt x="15373" y="138583"/>
                    <a:pt x="28734" y="138583"/>
                  </a:cubicBezTo>
                  <a:cubicBezTo>
                    <a:pt x="48776" y="138583"/>
                    <a:pt x="59708" y="117181"/>
                    <a:pt x="60619" y="115347"/>
                  </a:cubicBezTo>
                  <a:cubicBezTo>
                    <a:pt x="64263" y="126659"/>
                    <a:pt x="75194" y="138583"/>
                    <a:pt x="93414" y="138583"/>
                  </a:cubicBezTo>
                  <a:cubicBezTo>
                    <a:pt x="124691" y="138583"/>
                    <a:pt x="142000" y="99143"/>
                    <a:pt x="142000" y="91499"/>
                  </a:cubicBezTo>
                  <a:cubicBezTo>
                    <a:pt x="142000" y="88442"/>
                    <a:pt x="139267" y="88442"/>
                    <a:pt x="138356" y="88442"/>
                  </a:cubicBezTo>
                  <a:cubicBezTo>
                    <a:pt x="135623" y="88442"/>
                    <a:pt x="135016" y="89665"/>
                    <a:pt x="134408" y="91805"/>
                  </a:cubicBezTo>
                  <a:cubicBezTo>
                    <a:pt x="124388" y="124519"/>
                    <a:pt x="103739" y="131857"/>
                    <a:pt x="94021" y="131857"/>
                  </a:cubicBezTo>
                  <a:cubicBezTo>
                    <a:pt x="82179" y="131857"/>
                    <a:pt x="77320" y="122073"/>
                    <a:pt x="77320" y="111678"/>
                  </a:cubicBezTo>
                  <a:cubicBezTo>
                    <a:pt x="77320" y="104952"/>
                    <a:pt x="79142" y="98225"/>
                    <a:pt x="82482" y="84773"/>
                  </a:cubicBezTo>
                  <a:lnTo>
                    <a:pt x="92807" y="42886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09" name="Freeform: Shape 1908">
              <a:extLst>
                <a:ext uri="{FF2B5EF4-FFF2-40B4-BE49-F238E27FC236}">
                  <a16:creationId xmlns:a16="http://schemas.microsoft.com/office/drawing/2014/main" id="{07FF3B8D-A764-D765-C108-9C7E083C553F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9301213" y="3151013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90 h 366889"/>
                <a:gd name="connsiteX3" fmla="*/ 0 w 12146"/>
                <a:gd name="connsiteY3" fmla="*/ 366890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90"/>
                  </a:lnTo>
                  <a:lnTo>
                    <a:pt x="0" y="36689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10" name="Freeform: Shape 1909">
              <a:extLst>
                <a:ext uri="{FF2B5EF4-FFF2-40B4-BE49-F238E27FC236}">
                  <a16:creationId xmlns:a16="http://schemas.microsoft.com/office/drawing/2014/main" id="{73810144-F359-40EE-3429-341EE3A88280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9856475" y="3272697"/>
              <a:ext cx="139987" cy="197814"/>
            </a:xfrm>
            <a:custGeom>
              <a:avLst/>
              <a:gdLst>
                <a:gd name="connsiteX0" fmla="*/ 139004 w 139987"/>
                <a:gd name="connsiteY0" fmla="*/ 18733 h 197814"/>
                <a:gd name="connsiteX1" fmla="*/ 140219 w 139987"/>
                <a:gd name="connsiteY1" fmla="*/ 11701 h 197814"/>
                <a:gd name="connsiteX2" fmla="*/ 131413 w 139987"/>
                <a:gd name="connsiteY2" fmla="*/ 3446 h 197814"/>
                <a:gd name="connsiteX3" fmla="*/ 120785 w 139987"/>
                <a:gd name="connsiteY3" fmla="*/ 9866 h 197814"/>
                <a:gd name="connsiteX4" fmla="*/ 116533 w 139987"/>
                <a:gd name="connsiteY4" fmla="*/ 26376 h 197814"/>
                <a:gd name="connsiteX5" fmla="*/ 110460 w 139987"/>
                <a:gd name="connsiteY5" fmla="*/ 50836 h 197814"/>
                <a:gd name="connsiteX6" fmla="*/ 96795 w 139987"/>
                <a:gd name="connsiteY6" fmla="*/ 105869 h 197814"/>
                <a:gd name="connsiteX7" fmla="*/ 62482 w 139987"/>
                <a:gd name="connsiteY7" fmla="*/ 131857 h 197814"/>
                <a:gd name="connsiteX8" fmla="*/ 43655 w 139987"/>
                <a:gd name="connsiteY8" fmla="*/ 107092 h 197814"/>
                <a:gd name="connsiteX9" fmla="*/ 59141 w 139987"/>
                <a:gd name="connsiteY9" fmla="*/ 47167 h 197814"/>
                <a:gd name="connsiteX10" fmla="*/ 65215 w 139987"/>
                <a:gd name="connsiteY10" fmla="*/ 25153 h 197814"/>
                <a:gd name="connsiteX11" fmla="*/ 40314 w 139987"/>
                <a:gd name="connsiteY11" fmla="*/ 82 h 197814"/>
                <a:gd name="connsiteX12" fmla="*/ 231 w 139987"/>
                <a:gd name="connsiteY12" fmla="*/ 47167 h 197814"/>
                <a:gd name="connsiteX13" fmla="*/ 3875 w 139987"/>
                <a:gd name="connsiteY13" fmla="*/ 50224 h 197814"/>
                <a:gd name="connsiteX14" fmla="*/ 8733 w 139987"/>
                <a:gd name="connsiteY14" fmla="*/ 44721 h 197814"/>
                <a:gd name="connsiteX15" fmla="*/ 39403 w 139987"/>
                <a:gd name="connsiteY15" fmla="*/ 6809 h 197814"/>
                <a:gd name="connsiteX16" fmla="*/ 46995 w 139987"/>
                <a:gd name="connsiteY16" fmla="*/ 16593 h 197814"/>
                <a:gd name="connsiteX17" fmla="*/ 41833 w 139987"/>
                <a:gd name="connsiteY17" fmla="*/ 37994 h 197814"/>
                <a:gd name="connsiteX18" fmla="*/ 24220 w 139987"/>
                <a:gd name="connsiteY18" fmla="*/ 102200 h 197814"/>
                <a:gd name="connsiteX19" fmla="*/ 61267 w 139987"/>
                <a:gd name="connsiteY19" fmla="*/ 138583 h 197814"/>
                <a:gd name="connsiteX20" fmla="*/ 91937 w 139987"/>
                <a:gd name="connsiteY20" fmla="*/ 124825 h 197814"/>
                <a:gd name="connsiteX21" fmla="*/ 72199 w 139987"/>
                <a:gd name="connsiteY21" fmla="*/ 171909 h 197814"/>
                <a:gd name="connsiteX22" fmla="*/ 38796 w 139987"/>
                <a:gd name="connsiteY22" fmla="*/ 191171 h 197814"/>
                <a:gd name="connsiteX23" fmla="*/ 15718 w 139987"/>
                <a:gd name="connsiteY23" fmla="*/ 178330 h 197814"/>
                <a:gd name="connsiteX24" fmla="*/ 28775 w 139987"/>
                <a:gd name="connsiteY24" fmla="*/ 174661 h 197814"/>
                <a:gd name="connsiteX25" fmla="*/ 34848 w 139987"/>
                <a:gd name="connsiteY25" fmla="*/ 162125 h 197814"/>
                <a:gd name="connsiteX26" fmla="*/ 23613 w 139987"/>
                <a:gd name="connsiteY26" fmla="*/ 151424 h 197814"/>
                <a:gd name="connsiteX27" fmla="*/ 6608 w 139987"/>
                <a:gd name="connsiteY27" fmla="*/ 171298 h 197814"/>
                <a:gd name="connsiteX28" fmla="*/ 38796 w 139987"/>
                <a:gd name="connsiteY28" fmla="*/ 197897 h 197814"/>
                <a:gd name="connsiteX29" fmla="*/ 109853 w 139987"/>
                <a:gd name="connsiteY29" fmla="*/ 135526 h 197814"/>
                <a:gd name="connsiteX30" fmla="*/ 139004 w 139987"/>
                <a:gd name="connsiteY30" fmla="*/ 18733 h 197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9987" h="197814">
                  <a:moveTo>
                    <a:pt x="139004" y="18733"/>
                  </a:moveTo>
                  <a:cubicBezTo>
                    <a:pt x="140219" y="14452"/>
                    <a:pt x="140219" y="13841"/>
                    <a:pt x="140219" y="11701"/>
                  </a:cubicBezTo>
                  <a:cubicBezTo>
                    <a:pt x="140219" y="6197"/>
                    <a:pt x="135968" y="3446"/>
                    <a:pt x="131413" y="3446"/>
                  </a:cubicBezTo>
                  <a:cubicBezTo>
                    <a:pt x="128376" y="3446"/>
                    <a:pt x="123517" y="5280"/>
                    <a:pt x="120785" y="9866"/>
                  </a:cubicBezTo>
                  <a:cubicBezTo>
                    <a:pt x="120177" y="11395"/>
                    <a:pt x="117748" y="20873"/>
                    <a:pt x="116533" y="26376"/>
                  </a:cubicBezTo>
                  <a:cubicBezTo>
                    <a:pt x="114408" y="34326"/>
                    <a:pt x="112282" y="42581"/>
                    <a:pt x="110460" y="50836"/>
                  </a:cubicBezTo>
                  <a:lnTo>
                    <a:pt x="96795" y="105869"/>
                  </a:lnTo>
                  <a:cubicBezTo>
                    <a:pt x="95581" y="110455"/>
                    <a:pt x="82523" y="131857"/>
                    <a:pt x="62482" y="131857"/>
                  </a:cubicBezTo>
                  <a:cubicBezTo>
                    <a:pt x="46995" y="131857"/>
                    <a:pt x="43655" y="118404"/>
                    <a:pt x="43655" y="107092"/>
                  </a:cubicBezTo>
                  <a:cubicBezTo>
                    <a:pt x="43655" y="93028"/>
                    <a:pt x="48817" y="74072"/>
                    <a:pt x="59141" y="47167"/>
                  </a:cubicBezTo>
                  <a:cubicBezTo>
                    <a:pt x="64000" y="34631"/>
                    <a:pt x="65215" y="31268"/>
                    <a:pt x="65215" y="25153"/>
                  </a:cubicBezTo>
                  <a:cubicBezTo>
                    <a:pt x="65215" y="11395"/>
                    <a:pt x="55497" y="82"/>
                    <a:pt x="40314" y="82"/>
                  </a:cubicBezTo>
                  <a:cubicBezTo>
                    <a:pt x="11466" y="82"/>
                    <a:pt x="231" y="44415"/>
                    <a:pt x="231" y="47167"/>
                  </a:cubicBezTo>
                  <a:cubicBezTo>
                    <a:pt x="231" y="50224"/>
                    <a:pt x="3268" y="50224"/>
                    <a:pt x="3875" y="50224"/>
                  </a:cubicBezTo>
                  <a:cubicBezTo>
                    <a:pt x="6912" y="50224"/>
                    <a:pt x="7215" y="49613"/>
                    <a:pt x="8733" y="44721"/>
                  </a:cubicBezTo>
                  <a:cubicBezTo>
                    <a:pt x="16932" y="15981"/>
                    <a:pt x="29079" y="6809"/>
                    <a:pt x="39403" y="6809"/>
                  </a:cubicBezTo>
                  <a:cubicBezTo>
                    <a:pt x="41833" y="6809"/>
                    <a:pt x="46995" y="6809"/>
                    <a:pt x="46995" y="16593"/>
                  </a:cubicBezTo>
                  <a:cubicBezTo>
                    <a:pt x="46995" y="24236"/>
                    <a:pt x="43958" y="32185"/>
                    <a:pt x="41833" y="37994"/>
                  </a:cubicBezTo>
                  <a:cubicBezTo>
                    <a:pt x="29686" y="70403"/>
                    <a:pt x="24220" y="87830"/>
                    <a:pt x="24220" y="102200"/>
                  </a:cubicBezTo>
                  <a:cubicBezTo>
                    <a:pt x="24220" y="129411"/>
                    <a:pt x="43351" y="138583"/>
                    <a:pt x="61267" y="138583"/>
                  </a:cubicBezTo>
                  <a:cubicBezTo>
                    <a:pt x="73110" y="138583"/>
                    <a:pt x="83434" y="133386"/>
                    <a:pt x="91937" y="124825"/>
                  </a:cubicBezTo>
                  <a:cubicBezTo>
                    <a:pt x="87989" y="140723"/>
                    <a:pt x="84345" y="155705"/>
                    <a:pt x="72199" y="171909"/>
                  </a:cubicBezTo>
                  <a:cubicBezTo>
                    <a:pt x="64304" y="182304"/>
                    <a:pt x="52764" y="191171"/>
                    <a:pt x="38796" y="191171"/>
                  </a:cubicBezTo>
                  <a:cubicBezTo>
                    <a:pt x="34545" y="191171"/>
                    <a:pt x="20880" y="190253"/>
                    <a:pt x="15718" y="178330"/>
                  </a:cubicBezTo>
                  <a:cubicBezTo>
                    <a:pt x="20576" y="178330"/>
                    <a:pt x="24524" y="178330"/>
                    <a:pt x="28775" y="174661"/>
                  </a:cubicBezTo>
                  <a:cubicBezTo>
                    <a:pt x="31812" y="171909"/>
                    <a:pt x="34848" y="167934"/>
                    <a:pt x="34848" y="162125"/>
                  </a:cubicBezTo>
                  <a:cubicBezTo>
                    <a:pt x="34848" y="152647"/>
                    <a:pt x="26650" y="151424"/>
                    <a:pt x="23613" y="151424"/>
                  </a:cubicBezTo>
                  <a:cubicBezTo>
                    <a:pt x="16629" y="151424"/>
                    <a:pt x="6608" y="156316"/>
                    <a:pt x="6608" y="171298"/>
                  </a:cubicBezTo>
                  <a:cubicBezTo>
                    <a:pt x="6608" y="186585"/>
                    <a:pt x="19969" y="197897"/>
                    <a:pt x="38796" y="197897"/>
                  </a:cubicBezTo>
                  <a:cubicBezTo>
                    <a:pt x="70073" y="197897"/>
                    <a:pt x="101350" y="170075"/>
                    <a:pt x="109853" y="135526"/>
                  </a:cubicBezTo>
                  <a:lnTo>
                    <a:pt x="139004" y="18733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11" name="Freeform: Shape 1910">
              <a:extLst>
                <a:ext uri="{FF2B5EF4-FFF2-40B4-BE49-F238E27FC236}">
                  <a16:creationId xmlns:a16="http://schemas.microsoft.com/office/drawing/2014/main" id="{C6906C55-1B5F-B368-17FA-44F9B05BD675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0541753" y="3151013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90 h 366889"/>
                <a:gd name="connsiteX3" fmla="*/ 0 w 12146"/>
                <a:gd name="connsiteY3" fmla="*/ 366890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90"/>
                  </a:lnTo>
                  <a:lnTo>
                    <a:pt x="0" y="36689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13" name="Freeform: Shape 1912">
              <a:extLst>
                <a:ext uri="{FF2B5EF4-FFF2-40B4-BE49-F238E27FC236}">
                  <a16:creationId xmlns:a16="http://schemas.microsoft.com/office/drawing/2014/main" id="{CC3584C9-CA21-3179-F1D0-D896027ED3A7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1022013" y="3272697"/>
              <a:ext cx="151223" cy="138500"/>
            </a:xfrm>
            <a:custGeom>
              <a:avLst/>
              <a:gdLst>
                <a:gd name="connsiteX0" fmla="*/ 92886 w 151223"/>
                <a:gd name="connsiteY0" fmla="*/ 42886 h 138500"/>
                <a:gd name="connsiteX1" fmla="*/ 122948 w 151223"/>
                <a:gd name="connsiteY1" fmla="*/ 6809 h 138500"/>
                <a:gd name="connsiteX2" fmla="*/ 138131 w 151223"/>
                <a:gd name="connsiteY2" fmla="*/ 10783 h 138500"/>
                <a:gd name="connsiteX3" fmla="*/ 123556 w 151223"/>
                <a:gd name="connsiteY3" fmla="*/ 27293 h 138500"/>
                <a:gd name="connsiteX4" fmla="*/ 135095 w 151223"/>
                <a:gd name="connsiteY4" fmla="*/ 37994 h 138500"/>
                <a:gd name="connsiteX5" fmla="*/ 151493 w 151223"/>
                <a:gd name="connsiteY5" fmla="*/ 20261 h 138500"/>
                <a:gd name="connsiteX6" fmla="*/ 123252 w 151223"/>
                <a:gd name="connsiteY6" fmla="*/ 82 h 138500"/>
                <a:gd name="connsiteX7" fmla="*/ 91368 w 151223"/>
                <a:gd name="connsiteY7" fmla="*/ 23319 h 138500"/>
                <a:gd name="connsiteX8" fmla="*/ 58572 w 151223"/>
                <a:gd name="connsiteY8" fmla="*/ 82 h 138500"/>
                <a:gd name="connsiteX9" fmla="*/ 9683 w 151223"/>
                <a:gd name="connsiteY9" fmla="*/ 47167 h 138500"/>
                <a:gd name="connsiteX10" fmla="*/ 13327 w 151223"/>
                <a:gd name="connsiteY10" fmla="*/ 50224 h 138500"/>
                <a:gd name="connsiteX11" fmla="*/ 17274 w 151223"/>
                <a:gd name="connsiteY11" fmla="*/ 46861 h 138500"/>
                <a:gd name="connsiteX12" fmla="*/ 57965 w 151223"/>
                <a:gd name="connsiteY12" fmla="*/ 6809 h 138500"/>
                <a:gd name="connsiteX13" fmla="*/ 74363 w 151223"/>
                <a:gd name="connsiteY13" fmla="*/ 27293 h 138500"/>
                <a:gd name="connsiteX14" fmla="*/ 57965 w 151223"/>
                <a:gd name="connsiteY14" fmla="*/ 100060 h 138500"/>
                <a:gd name="connsiteX15" fmla="*/ 29117 w 151223"/>
                <a:gd name="connsiteY15" fmla="*/ 131857 h 138500"/>
                <a:gd name="connsiteX16" fmla="*/ 13934 w 151223"/>
                <a:gd name="connsiteY16" fmla="*/ 127882 h 138500"/>
                <a:gd name="connsiteX17" fmla="*/ 28206 w 151223"/>
                <a:gd name="connsiteY17" fmla="*/ 111372 h 138500"/>
                <a:gd name="connsiteX18" fmla="*/ 16971 w 151223"/>
                <a:gd name="connsiteY18" fmla="*/ 100671 h 138500"/>
                <a:gd name="connsiteX19" fmla="*/ 269 w 151223"/>
                <a:gd name="connsiteY19" fmla="*/ 118404 h 138500"/>
                <a:gd name="connsiteX20" fmla="*/ 28813 w 151223"/>
                <a:gd name="connsiteY20" fmla="*/ 138583 h 138500"/>
                <a:gd name="connsiteX21" fmla="*/ 60698 w 151223"/>
                <a:gd name="connsiteY21" fmla="*/ 115347 h 138500"/>
                <a:gd name="connsiteX22" fmla="*/ 93493 w 151223"/>
                <a:gd name="connsiteY22" fmla="*/ 138583 h 138500"/>
                <a:gd name="connsiteX23" fmla="*/ 142079 w 151223"/>
                <a:gd name="connsiteY23" fmla="*/ 91499 h 138500"/>
                <a:gd name="connsiteX24" fmla="*/ 138435 w 151223"/>
                <a:gd name="connsiteY24" fmla="*/ 88442 h 138500"/>
                <a:gd name="connsiteX25" fmla="*/ 134487 w 151223"/>
                <a:gd name="connsiteY25" fmla="*/ 91805 h 138500"/>
                <a:gd name="connsiteX26" fmla="*/ 94101 w 151223"/>
                <a:gd name="connsiteY26" fmla="*/ 131857 h 138500"/>
                <a:gd name="connsiteX27" fmla="*/ 77399 w 151223"/>
                <a:gd name="connsiteY27" fmla="*/ 111678 h 138500"/>
                <a:gd name="connsiteX28" fmla="*/ 82561 w 151223"/>
                <a:gd name="connsiteY28" fmla="*/ 84773 h 138500"/>
                <a:gd name="connsiteX29" fmla="*/ 92886 w 151223"/>
                <a:gd name="connsiteY29" fmla="*/ 42886 h 13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1223" h="138500">
                  <a:moveTo>
                    <a:pt x="92886" y="42886"/>
                  </a:moveTo>
                  <a:cubicBezTo>
                    <a:pt x="94708" y="34937"/>
                    <a:pt x="101692" y="6809"/>
                    <a:pt x="122948" y="6809"/>
                  </a:cubicBezTo>
                  <a:cubicBezTo>
                    <a:pt x="124467" y="6809"/>
                    <a:pt x="131755" y="6809"/>
                    <a:pt x="138131" y="10783"/>
                  </a:cubicBezTo>
                  <a:cubicBezTo>
                    <a:pt x="129629" y="12312"/>
                    <a:pt x="123556" y="19956"/>
                    <a:pt x="123556" y="27293"/>
                  </a:cubicBezTo>
                  <a:cubicBezTo>
                    <a:pt x="123556" y="32185"/>
                    <a:pt x="126896" y="37994"/>
                    <a:pt x="135095" y="37994"/>
                  </a:cubicBezTo>
                  <a:cubicBezTo>
                    <a:pt x="141775" y="37994"/>
                    <a:pt x="151493" y="32491"/>
                    <a:pt x="151493" y="20261"/>
                  </a:cubicBezTo>
                  <a:cubicBezTo>
                    <a:pt x="151493" y="4363"/>
                    <a:pt x="133577" y="82"/>
                    <a:pt x="123252" y="82"/>
                  </a:cubicBezTo>
                  <a:cubicBezTo>
                    <a:pt x="105640" y="82"/>
                    <a:pt x="95012" y="16287"/>
                    <a:pt x="91368" y="23319"/>
                  </a:cubicBezTo>
                  <a:cubicBezTo>
                    <a:pt x="83776" y="3140"/>
                    <a:pt x="67378" y="82"/>
                    <a:pt x="58572" y="82"/>
                  </a:cubicBezTo>
                  <a:cubicBezTo>
                    <a:pt x="26991" y="82"/>
                    <a:pt x="9683" y="39523"/>
                    <a:pt x="9683" y="47167"/>
                  </a:cubicBezTo>
                  <a:cubicBezTo>
                    <a:pt x="9683" y="50224"/>
                    <a:pt x="12719" y="50224"/>
                    <a:pt x="13327" y="50224"/>
                  </a:cubicBezTo>
                  <a:cubicBezTo>
                    <a:pt x="15756" y="50224"/>
                    <a:pt x="16667" y="49613"/>
                    <a:pt x="17274" y="46861"/>
                  </a:cubicBezTo>
                  <a:cubicBezTo>
                    <a:pt x="27599" y="14452"/>
                    <a:pt x="47640" y="6809"/>
                    <a:pt x="57965" y="6809"/>
                  </a:cubicBezTo>
                  <a:cubicBezTo>
                    <a:pt x="63734" y="6809"/>
                    <a:pt x="74363" y="9560"/>
                    <a:pt x="74363" y="27293"/>
                  </a:cubicBezTo>
                  <a:cubicBezTo>
                    <a:pt x="74363" y="36771"/>
                    <a:pt x="69200" y="57256"/>
                    <a:pt x="57965" y="100060"/>
                  </a:cubicBezTo>
                  <a:cubicBezTo>
                    <a:pt x="53106" y="119016"/>
                    <a:pt x="42478" y="131857"/>
                    <a:pt x="29117" y="131857"/>
                  </a:cubicBezTo>
                  <a:cubicBezTo>
                    <a:pt x="27295" y="131857"/>
                    <a:pt x="20311" y="131857"/>
                    <a:pt x="13934" y="127882"/>
                  </a:cubicBezTo>
                  <a:cubicBezTo>
                    <a:pt x="21526" y="126354"/>
                    <a:pt x="28206" y="119933"/>
                    <a:pt x="28206" y="111372"/>
                  </a:cubicBezTo>
                  <a:cubicBezTo>
                    <a:pt x="28206" y="103117"/>
                    <a:pt x="21526" y="100671"/>
                    <a:pt x="16971" y="100671"/>
                  </a:cubicBezTo>
                  <a:cubicBezTo>
                    <a:pt x="7861" y="100671"/>
                    <a:pt x="269" y="108621"/>
                    <a:pt x="269" y="118404"/>
                  </a:cubicBezTo>
                  <a:cubicBezTo>
                    <a:pt x="269" y="132468"/>
                    <a:pt x="15452" y="138583"/>
                    <a:pt x="28813" y="138583"/>
                  </a:cubicBezTo>
                  <a:cubicBezTo>
                    <a:pt x="48855" y="138583"/>
                    <a:pt x="59787" y="117181"/>
                    <a:pt x="60698" y="115347"/>
                  </a:cubicBezTo>
                  <a:cubicBezTo>
                    <a:pt x="64342" y="126659"/>
                    <a:pt x="75274" y="138583"/>
                    <a:pt x="93493" y="138583"/>
                  </a:cubicBezTo>
                  <a:cubicBezTo>
                    <a:pt x="124770" y="138583"/>
                    <a:pt x="142079" y="99143"/>
                    <a:pt x="142079" y="91499"/>
                  </a:cubicBezTo>
                  <a:cubicBezTo>
                    <a:pt x="142079" y="88442"/>
                    <a:pt x="139346" y="88442"/>
                    <a:pt x="138435" y="88442"/>
                  </a:cubicBezTo>
                  <a:cubicBezTo>
                    <a:pt x="135702" y="88442"/>
                    <a:pt x="135095" y="89665"/>
                    <a:pt x="134487" y="91805"/>
                  </a:cubicBezTo>
                  <a:cubicBezTo>
                    <a:pt x="124467" y="124519"/>
                    <a:pt x="103818" y="131857"/>
                    <a:pt x="94101" y="131857"/>
                  </a:cubicBezTo>
                  <a:cubicBezTo>
                    <a:pt x="82258" y="131857"/>
                    <a:pt x="77399" y="122073"/>
                    <a:pt x="77399" y="111678"/>
                  </a:cubicBezTo>
                  <a:cubicBezTo>
                    <a:pt x="77399" y="104952"/>
                    <a:pt x="79221" y="98225"/>
                    <a:pt x="82561" y="84773"/>
                  </a:cubicBezTo>
                  <a:lnTo>
                    <a:pt x="92886" y="42886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14" name="Freeform: Shape 1913">
              <a:extLst>
                <a:ext uri="{FF2B5EF4-FFF2-40B4-BE49-F238E27FC236}">
                  <a16:creationId xmlns:a16="http://schemas.microsoft.com/office/drawing/2014/main" id="{FE63C537-9111-1684-1942-B0CD1088F770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1200149" y="3154775"/>
              <a:ext cx="93952" cy="142108"/>
            </a:xfrm>
            <a:custGeom>
              <a:avLst/>
              <a:gdLst>
                <a:gd name="connsiteX0" fmla="*/ 94228 w 93952"/>
                <a:gd name="connsiteY0" fmla="*/ 103236 h 142108"/>
                <a:gd name="connsiteX1" fmla="*/ 87001 w 93952"/>
                <a:gd name="connsiteY1" fmla="*/ 103236 h 142108"/>
                <a:gd name="connsiteX2" fmla="*/ 81474 w 93952"/>
                <a:gd name="connsiteY2" fmla="*/ 122712 h 142108"/>
                <a:gd name="connsiteX3" fmla="*/ 60430 w 93952"/>
                <a:gd name="connsiteY3" fmla="*/ 123996 h 142108"/>
                <a:gd name="connsiteX4" fmla="*/ 21319 w 93952"/>
                <a:gd name="connsiteY4" fmla="*/ 123996 h 142108"/>
                <a:gd name="connsiteX5" fmla="*/ 63831 w 93952"/>
                <a:gd name="connsiteY5" fmla="*/ 88041 h 142108"/>
                <a:gd name="connsiteX6" fmla="*/ 94228 w 93952"/>
                <a:gd name="connsiteY6" fmla="*/ 41813 h 142108"/>
                <a:gd name="connsiteX7" fmla="*/ 44488 w 93952"/>
                <a:gd name="connsiteY7" fmla="*/ 79 h 142108"/>
                <a:gd name="connsiteX8" fmla="*/ 275 w 93952"/>
                <a:gd name="connsiteY8" fmla="*/ 38388 h 142108"/>
                <a:gd name="connsiteX9" fmla="*/ 11541 w 93952"/>
                <a:gd name="connsiteY9" fmla="*/ 50373 h 142108"/>
                <a:gd name="connsiteX10" fmla="*/ 22807 w 93952"/>
                <a:gd name="connsiteY10" fmla="*/ 39030 h 142108"/>
                <a:gd name="connsiteX11" fmla="*/ 10265 w 93952"/>
                <a:gd name="connsiteY11" fmla="*/ 27687 h 142108"/>
                <a:gd name="connsiteX12" fmla="*/ 41300 w 93952"/>
                <a:gd name="connsiteY12" fmla="*/ 7784 h 142108"/>
                <a:gd name="connsiteX13" fmla="*/ 73609 w 93952"/>
                <a:gd name="connsiteY13" fmla="*/ 41813 h 142108"/>
                <a:gd name="connsiteX14" fmla="*/ 53628 w 93952"/>
                <a:gd name="connsiteY14" fmla="*/ 82904 h 142108"/>
                <a:gd name="connsiteX15" fmla="*/ 2401 w 93952"/>
                <a:gd name="connsiteY15" fmla="*/ 133841 h 142108"/>
                <a:gd name="connsiteX16" fmla="*/ 275 w 93952"/>
                <a:gd name="connsiteY16" fmla="*/ 142187 h 142108"/>
                <a:gd name="connsiteX17" fmla="*/ 87851 w 93952"/>
                <a:gd name="connsiteY17" fmla="*/ 142187 h 142108"/>
                <a:gd name="connsiteX18" fmla="*/ 94228 w 93952"/>
                <a:gd name="connsiteY18" fmla="*/ 103236 h 142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952" h="142108">
                  <a:moveTo>
                    <a:pt x="94228" y="103236"/>
                  </a:moveTo>
                  <a:lnTo>
                    <a:pt x="87001" y="103236"/>
                  </a:lnTo>
                  <a:cubicBezTo>
                    <a:pt x="86363" y="107944"/>
                    <a:pt x="84237" y="120571"/>
                    <a:pt x="81474" y="122712"/>
                  </a:cubicBezTo>
                  <a:cubicBezTo>
                    <a:pt x="79773" y="123996"/>
                    <a:pt x="63406" y="123996"/>
                    <a:pt x="60430" y="123996"/>
                  </a:cubicBezTo>
                  <a:lnTo>
                    <a:pt x="21319" y="123996"/>
                  </a:lnTo>
                  <a:cubicBezTo>
                    <a:pt x="43638" y="104092"/>
                    <a:pt x="51077" y="98099"/>
                    <a:pt x="63831" y="88041"/>
                  </a:cubicBezTo>
                  <a:cubicBezTo>
                    <a:pt x="79561" y="75413"/>
                    <a:pt x="94228" y="62144"/>
                    <a:pt x="94228" y="41813"/>
                  </a:cubicBezTo>
                  <a:cubicBezTo>
                    <a:pt x="94228" y="15916"/>
                    <a:pt x="71696" y="79"/>
                    <a:pt x="44488" y="79"/>
                  </a:cubicBezTo>
                  <a:cubicBezTo>
                    <a:pt x="18130" y="79"/>
                    <a:pt x="275" y="18699"/>
                    <a:pt x="275" y="38388"/>
                  </a:cubicBezTo>
                  <a:cubicBezTo>
                    <a:pt x="275" y="49303"/>
                    <a:pt x="9415" y="50373"/>
                    <a:pt x="11541" y="50373"/>
                  </a:cubicBezTo>
                  <a:cubicBezTo>
                    <a:pt x="16642" y="50373"/>
                    <a:pt x="22807" y="46735"/>
                    <a:pt x="22807" y="39030"/>
                  </a:cubicBezTo>
                  <a:cubicBezTo>
                    <a:pt x="22807" y="35178"/>
                    <a:pt x="21319" y="27687"/>
                    <a:pt x="10265" y="27687"/>
                  </a:cubicBezTo>
                  <a:cubicBezTo>
                    <a:pt x="16855" y="12492"/>
                    <a:pt x="31309" y="7784"/>
                    <a:pt x="41300" y="7784"/>
                  </a:cubicBezTo>
                  <a:cubicBezTo>
                    <a:pt x="62556" y="7784"/>
                    <a:pt x="73609" y="24477"/>
                    <a:pt x="73609" y="41813"/>
                  </a:cubicBezTo>
                  <a:cubicBezTo>
                    <a:pt x="73609" y="60432"/>
                    <a:pt x="60430" y="75199"/>
                    <a:pt x="53628" y="82904"/>
                  </a:cubicBezTo>
                  <a:lnTo>
                    <a:pt x="2401" y="133841"/>
                  </a:lnTo>
                  <a:cubicBezTo>
                    <a:pt x="275" y="135767"/>
                    <a:pt x="275" y="136195"/>
                    <a:pt x="275" y="142187"/>
                  </a:cubicBezTo>
                  <a:lnTo>
                    <a:pt x="87851" y="142187"/>
                  </a:lnTo>
                  <a:lnTo>
                    <a:pt x="94228" y="103236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15" name="Freeform: Shape 1914">
              <a:extLst>
                <a:ext uri="{FF2B5EF4-FFF2-40B4-BE49-F238E27FC236}">
                  <a16:creationId xmlns:a16="http://schemas.microsoft.com/office/drawing/2014/main" id="{F4B77C19-647D-7109-0663-7678EF2C4BE5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1782292" y="3151013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90 h 366889"/>
                <a:gd name="connsiteX3" fmla="*/ 0 w 12146"/>
                <a:gd name="connsiteY3" fmla="*/ 366890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90"/>
                  </a:lnTo>
                  <a:lnTo>
                    <a:pt x="0" y="36689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17" name="Freeform: Shape 1916">
              <a:extLst>
                <a:ext uri="{FF2B5EF4-FFF2-40B4-BE49-F238E27FC236}">
                  <a16:creationId xmlns:a16="http://schemas.microsoft.com/office/drawing/2014/main" id="{BD9525C8-0DEC-80E5-7C41-4A346A3B2E50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2065209" y="3272697"/>
              <a:ext cx="151223" cy="138500"/>
            </a:xfrm>
            <a:custGeom>
              <a:avLst/>
              <a:gdLst>
                <a:gd name="connsiteX0" fmla="*/ 92920 w 151223"/>
                <a:gd name="connsiteY0" fmla="*/ 42886 h 138500"/>
                <a:gd name="connsiteX1" fmla="*/ 122983 w 151223"/>
                <a:gd name="connsiteY1" fmla="*/ 6809 h 138500"/>
                <a:gd name="connsiteX2" fmla="*/ 138166 w 151223"/>
                <a:gd name="connsiteY2" fmla="*/ 10783 h 138500"/>
                <a:gd name="connsiteX3" fmla="*/ 123590 w 151223"/>
                <a:gd name="connsiteY3" fmla="*/ 27293 h 138500"/>
                <a:gd name="connsiteX4" fmla="*/ 135129 w 151223"/>
                <a:gd name="connsiteY4" fmla="*/ 37994 h 138500"/>
                <a:gd name="connsiteX5" fmla="*/ 151527 w 151223"/>
                <a:gd name="connsiteY5" fmla="*/ 20261 h 138500"/>
                <a:gd name="connsiteX6" fmla="*/ 123286 w 151223"/>
                <a:gd name="connsiteY6" fmla="*/ 82 h 138500"/>
                <a:gd name="connsiteX7" fmla="*/ 91402 w 151223"/>
                <a:gd name="connsiteY7" fmla="*/ 23319 h 138500"/>
                <a:gd name="connsiteX8" fmla="*/ 58606 w 151223"/>
                <a:gd name="connsiteY8" fmla="*/ 82 h 138500"/>
                <a:gd name="connsiteX9" fmla="*/ 9717 w 151223"/>
                <a:gd name="connsiteY9" fmla="*/ 47167 h 138500"/>
                <a:gd name="connsiteX10" fmla="*/ 13361 w 151223"/>
                <a:gd name="connsiteY10" fmla="*/ 50224 h 138500"/>
                <a:gd name="connsiteX11" fmla="*/ 17308 w 151223"/>
                <a:gd name="connsiteY11" fmla="*/ 46861 h 138500"/>
                <a:gd name="connsiteX12" fmla="*/ 57999 w 151223"/>
                <a:gd name="connsiteY12" fmla="*/ 6809 h 138500"/>
                <a:gd name="connsiteX13" fmla="*/ 74397 w 151223"/>
                <a:gd name="connsiteY13" fmla="*/ 27293 h 138500"/>
                <a:gd name="connsiteX14" fmla="*/ 57999 w 151223"/>
                <a:gd name="connsiteY14" fmla="*/ 100060 h 138500"/>
                <a:gd name="connsiteX15" fmla="*/ 29151 w 151223"/>
                <a:gd name="connsiteY15" fmla="*/ 131857 h 138500"/>
                <a:gd name="connsiteX16" fmla="*/ 13968 w 151223"/>
                <a:gd name="connsiteY16" fmla="*/ 127882 h 138500"/>
                <a:gd name="connsiteX17" fmla="*/ 28240 w 151223"/>
                <a:gd name="connsiteY17" fmla="*/ 111372 h 138500"/>
                <a:gd name="connsiteX18" fmla="*/ 17005 w 151223"/>
                <a:gd name="connsiteY18" fmla="*/ 100671 h 138500"/>
                <a:gd name="connsiteX19" fmla="*/ 303 w 151223"/>
                <a:gd name="connsiteY19" fmla="*/ 118404 h 138500"/>
                <a:gd name="connsiteX20" fmla="*/ 28848 w 151223"/>
                <a:gd name="connsiteY20" fmla="*/ 138583 h 138500"/>
                <a:gd name="connsiteX21" fmla="*/ 60732 w 151223"/>
                <a:gd name="connsiteY21" fmla="*/ 115347 h 138500"/>
                <a:gd name="connsiteX22" fmla="*/ 93527 w 151223"/>
                <a:gd name="connsiteY22" fmla="*/ 138583 h 138500"/>
                <a:gd name="connsiteX23" fmla="*/ 142113 w 151223"/>
                <a:gd name="connsiteY23" fmla="*/ 91499 h 138500"/>
                <a:gd name="connsiteX24" fmla="*/ 138469 w 151223"/>
                <a:gd name="connsiteY24" fmla="*/ 88442 h 138500"/>
                <a:gd name="connsiteX25" fmla="*/ 134522 w 151223"/>
                <a:gd name="connsiteY25" fmla="*/ 91805 h 138500"/>
                <a:gd name="connsiteX26" fmla="*/ 94135 w 151223"/>
                <a:gd name="connsiteY26" fmla="*/ 131857 h 138500"/>
                <a:gd name="connsiteX27" fmla="*/ 77433 w 151223"/>
                <a:gd name="connsiteY27" fmla="*/ 111678 h 138500"/>
                <a:gd name="connsiteX28" fmla="*/ 82596 w 151223"/>
                <a:gd name="connsiteY28" fmla="*/ 84773 h 138500"/>
                <a:gd name="connsiteX29" fmla="*/ 92920 w 151223"/>
                <a:gd name="connsiteY29" fmla="*/ 42886 h 13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1223" h="138500">
                  <a:moveTo>
                    <a:pt x="92920" y="42886"/>
                  </a:moveTo>
                  <a:cubicBezTo>
                    <a:pt x="94742" y="34937"/>
                    <a:pt x="101726" y="6809"/>
                    <a:pt x="122983" y="6809"/>
                  </a:cubicBezTo>
                  <a:cubicBezTo>
                    <a:pt x="124501" y="6809"/>
                    <a:pt x="131789" y="6809"/>
                    <a:pt x="138166" y="10783"/>
                  </a:cubicBezTo>
                  <a:cubicBezTo>
                    <a:pt x="129663" y="12312"/>
                    <a:pt x="123590" y="19956"/>
                    <a:pt x="123590" y="27293"/>
                  </a:cubicBezTo>
                  <a:cubicBezTo>
                    <a:pt x="123590" y="32185"/>
                    <a:pt x="126930" y="37994"/>
                    <a:pt x="135129" y="37994"/>
                  </a:cubicBezTo>
                  <a:cubicBezTo>
                    <a:pt x="141810" y="37994"/>
                    <a:pt x="151527" y="32491"/>
                    <a:pt x="151527" y="20261"/>
                  </a:cubicBezTo>
                  <a:cubicBezTo>
                    <a:pt x="151527" y="4363"/>
                    <a:pt x="133611" y="82"/>
                    <a:pt x="123286" y="82"/>
                  </a:cubicBezTo>
                  <a:cubicBezTo>
                    <a:pt x="105674" y="82"/>
                    <a:pt x="95046" y="16287"/>
                    <a:pt x="91402" y="23319"/>
                  </a:cubicBezTo>
                  <a:cubicBezTo>
                    <a:pt x="83810" y="3140"/>
                    <a:pt x="67413" y="82"/>
                    <a:pt x="58606" y="82"/>
                  </a:cubicBezTo>
                  <a:cubicBezTo>
                    <a:pt x="27026" y="82"/>
                    <a:pt x="9717" y="39523"/>
                    <a:pt x="9717" y="47167"/>
                  </a:cubicBezTo>
                  <a:cubicBezTo>
                    <a:pt x="9717" y="50224"/>
                    <a:pt x="12754" y="50224"/>
                    <a:pt x="13361" y="50224"/>
                  </a:cubicBezTo>
                  <a:cubicBezTo>
                    <a:pt x="15790" y="50224"/>
                    <a:pt x="16701" y="49613"/>
                    <a:pt x="17308" y="46861"/>
                  </a:cubicBezTo>
                  <a:cubicBezTo>
                    <a:pt x="27633" y="14452"/>
                    <a:pt x="47675" y="6809"/>
                    <a:pt x="57999" y="6809"/>
                  </a:cubicBezTo>
                  <a:cubicBezTo>
                    <a:pt x="63769" y="6809"/>
                    <a:pt x="74397" y="9560"/>
                    <a:pt x="74397" y="27293"/>
                  </a:cubicBezTo>
                  <a:cubicBezTo>
                    <a:pt x="74397" y="36771"/>
                    <a:pt x="69235" y="57256"/>
                    <a:pt x="57999" y="100060"/>
                  </a:cubicBezTo>
                  <a:cubicBezTo>
                    <a:pt x="53141" y="119016"/>
                    <a:pt x="42512" y="131857"/>
                    <a:pt x="29151" y="131857"/>
                  </a:cubicBezTo>
                  <a:cubicBezTo>
                    <a:pt x="27329" y="131857"/>
                    <a:pt x="20345" y="131857"/>
                    <a:pt x="13968" y="127882"/>
                  </a:cubicBezTo>
                  <a:cubicBezTo>
                    <a:pt x="21560" y="126354"/>
                    <a:pt x="28240" y="119933"/>
                    <a:pt x="28240" y="111372"/>
                  </a:cubicBezTo>
                  <a:cubicBezTo>
                    <a:pt x="28240" y="103117"/>
                    <a:pt x="21560" y="100671"/>
                    <a:pt x="17005" y="100671"/>
                  </a:cubicBezTo>
                  <a:cubicBezTo>
                    <a:pt x="7895" y="100671"/>
                    <a:pt x="303" y="108621"/>
                    <a:pt x="303" y="118404"/>
                  </a:cubicBezTo>
                  <a:cubicBezTo>
                    <a:pt x="303" y="132468"/>
                    <a:pt x="15487" y="138583"/>
                    <a:pt x="28848" y="138583"/>
                  </a:cubicBezTo>
                  <a:cubicBezTo>
                    <a:pt x="48889" y="138583"/>
                    <a:pt x="59821" y="117181"/>
                    <a:pt x="60732" y="115347"/>
                  </a:cubicBezTo>
                  <a:cubicBezTo>
                    <a:pt x="64376" y="126659"/>
                    <a:pt x="75308" y="138583"/>
                    <a:pt x="93527" y="138583"/>
                  </a:cubicBezTo>
                  <a:cubicBezTo>
                    <a:pt x="124805" y="138583"/>
                    <a:pt x="142113" y="99143"/>
                    <a:pt x="142113" y="91499"/>
                  </a:cubicBezTo>
                  <a:cubicBezTo>
                    <a:pt x="142113" y="88442"/>
                    <a:pt x="139380" y="88442"/>
                    <a:pt x="138469" y="88442"/>
                  </a:cubicBezTo>
                  <a:cubicBezTo>
                    <a:pt x="135736" y="88442"/>
                    <a:pt x="135129" y="89665"/>
                    <a:pt x="134522" y="91805"/>
                  </a:cubicBezTo>
                  <a:cubicBezTo>
                    <a:pt x="124501" y="124519"/>
                    <a:pt x="103852" y="131857"/>
                    <a:pt x="94135" y="131857"/>
                  </a:cubicBezTo>
                  <a:cubicBezTo>
                    <a:pt x="82292" y="131857"/>
                    <a:pt x="77433" y="122073"/>
                    <a:pt x="77433" y="111678"/>
                  </a:cubicBezTo>
                  <a:cubicBezTo>
                    <a:pt x="77433" y="104952"/>
                    <a:pt x="79255" y="98225"/>
                    <a:pt x="82596" y="84773"/>
                  </a:cubicBezTo>
                  <a:lnTo>
                    <a:pt x="92920" y="42886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18" name="Freeform: Shape 1917">
              <a:extLst>
                <a:ext uri="{FF2B5EF4-FFF2-40B4-BE49-F238E27FC236}">
                  <a16:creationId xmlns:a16="http://schemas.microsoft.com/office/drawing/2014/main" id="{CE38AC0B-D99B-7793-FE3B-45AB08196574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2342071" y="3257716"/>
              <a:ext cx="146668" cy="147367"/>
            </a:xfrm>
            <a:custGeom>
              <a:avLst/>
              <a:gdLst>
                <a:gd name="connsiteX0" fmla="*/ 73797 w 146668"/>
                <a:gd name="connsiteY0" fmla="*/ 65205 h 147367"/>
                <a:gd name="connsiteX1" fmla="*/ 13065 w 146668"/>
                <a:gd name="connsiteY1" fmla="*/ 4363 h 147367"/>
                <a:gd name="connsiteX2" fmla="*/ 6385 w 146668"/>
                <a:gd name="connsiteY2" fmla="*/ 82 h 147367"/>
                <a:gd name="connsiteX3" fmla="*/ 311 w 146668"/>
                <a:gd name="connsiteY3" fmla="*/ 6197 h 147367"/>
                <a:gd name="connsiteX4" fmla="*/ 4259 w 146668"/>
                <a:gd name="connsiteY4" fmla="*/ 12312 h 147367"/>
                <a:gd name="connsiteX5" fmla="*/ 64991 w 146668"/>
                <a:gd name="connsiteY5" fmla="*/ 73766 h 147367"/>
                <a:gd name="connsiteX6" fmla="*/ 4259 w 146668"/>
                <a:gd name="connsiteY6" fmla="*/ 135220 h 147367"/>
                <a:gd name="connsiteX7" fmla="*/ 311 w 146668"/>
                <a:gd name="connsiteY7" fmla="*/ 141335 h 147367"/>
                <a:gd name="connsiteX8" fmla="*/ 6385 w 146668"/>
                <a:gd name="connsiteY8" fmla="*/ 147450 h 147367"/>
                <a:gd name="connsiteX9" fmla="*/ 13065 w 146668"/>
                <a:gd name="connsiteY9" fmla="*/ 143169 h 147367"/>
                <a:gd name="connsiteX10" fmla="*/ 73494 w 146668"/>
                <a:gd name="connsiteY10" fmla="*/ 82327 h 147367"/>
                <a:gd name="connsiteX11" fmla="*/ 136352 w 146668"/>
                <a:gd name="connsiteY11" fmla="*/ 145615 h 147367"/>
                <a:gd name="connsiteX12" fmla="*/ 140907 w 146668"/>
                <a:gd name="connsiteY12" fmla="*/ 147450 h 147367"/>
                <a:gd name="connsiteX13" fmla="*/ 146980 w 146668"/>
                <a:gd name="connsiteY13" fmla="*/ 141335 h 147367"/>
                <a:gd name="connsiteX14" fmla="*/ 146069 w 146668"/>
                <a:gd name="connsiteY14" fmla="*/ 137972 h 147367"/>
                <a:gd name="connsiteX15" fmla="*/ 82300 w 146668"/>
                <a:gd name="connsiteY15" fmla="*/ 73766 h 147367"/>
                <a:gd name="connsiteX16" fmla="*/ 137870 w 146668"/>
                <a:gd name="connsiteY16" fmla="*/ 17815 h 147367"/>
                <a:gd name="connsiteX17" fmla="*/ 145461 w 146668"/>
                <a:gd name="connsiteY17" fmla="*/ 10172 h 147367"/>
                <a:gd name="connsiteX18" fmla="*/ 146980 w 146668"/>
                <a:gd name="connsiteY18" fmla="*/ 6197 h 147367"/>
                <a:gd name="connsiteX19" fmla="*/ 140907 w 146668"/>
                <a:gd name="connsiteY19" fmla="*/ 82 h 147367"/>
                <a:gd name="connsiteX20" fmla="*/ 133922 w 146668"/>
                <a:gd name="connsiteY20" fmla="*/ 4669 h 147367"/>
                <a:gd name="connsiteX21" fmla="*/ 73797 w 146668"/>
                <a:gd name="connsiteY21" fmla="*/ 65205 h 147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668" h="147367">
                  <a:moveTo>
                    <a:pt x="73797" y="65205"/>
                  </a:moveTo>
                  <a:lnTo>
                    <a:pt x="13065" y="4363"/>
                  </a:lnTo>
                  <a:cubicBezTo>
                    <a:pt x="9421" y="694"/>
                    <a:pt x="8814" y="82"/>
                    <a:pt x="6385" y="82"/>
                  </a:cubicBezTo>
                  <a:cubicBezTo>
                    <a:pt x="3348" y="82"/>
                    <a:pt x="311" y="2834"/>
                    <a:pt x="311" y="6197"/>
                  </a:cubicBezTo>
                  <a:cubicBezTo>
                    <a:pt x="311" y="8337"/>
                    <a:pt x="919" y="8949"/>
                    <a:pt x="4259" y="12312"/>
                  </a:cubicBezTo>
                  <a:lnTo>
                    <a:pt x="64991" y="73766"/>
                  </a:lnTo>
                  <a:lnTo>
                    <a:pt x="4259" y="135220"/>
                  </a:lnTo>
                  <a:cubicBezTo>
                    <a:pt x="919" y="138583"/>
                    <a:pt x="311" y="139195"/>
                    <a:pt x="311" y="141335"/>
                  </a:cubicBezTo>
                  <a:cubicBezTo>
                    <a:pt x="311" y="144698"/>
                    <a:pt x="3348" y="147450"/>
                    <a:pt x="6385" y="147450"/>
                  </a:cubicBezTo>
                  <a:cubicBezTo>
                    <a:pt x="8814" y="147450"/>
                    <a:pt x="9421" y="146838"/>
                    <a:pt x="13065" y="143169"/>
                  </a:cubicBezTo>
                  <a:lnTo>
                    <a:pt x="73494" y="82327"/>
                  </a:lnTo>
                  <a:lnTo>
                    <a:pt x="136352" y="145615"/>
                  </a:lnTo>
                  <a:cubicBezTo>
                    <a:pt x="136959" y="145921"/>
                    <a:pt x="139085" y="147450"/>
                    <a:pt x="140907" y="147450"/>
                  </a:cubicBezTo>
                  <a:cubicBezTo>
                    <a:pt x="144550" y="147450"/>
                    <a:pt x="146980" y="144698"/>
                    <a:pt x="146980" y="141335"/>
                  </a:cubicBezTo>
                  <a:cubicBezTo>
                    <a:pt x="146980" y="140723"/>
                    <a:pt x="146980" y="139500"/>
                    <a:pt x="146069" y="137972"/>
                  </a:cubicBezTo>
                  <a:cubicBezTo>
                    <a:pt x="145765" y="137360"/>
                    <a:pt x="97483" y="89359"/>
                    <a:pt x="82300" y="73766"/>
                  </a:cubicBezTo>
                  <a:lnTo>
                    <a:pt x="137870" y="17815"/>
                  </a:lnTo>
                  <a:cubicBezTo>
                    <a:pt x="139388" y="15981"/>
                    <a:pt x="143943" y="12006"/>
                    <a:pt x="145461" y="10172"/>
                  </a:cubicBezTo>
                  <a:cubicBezTo>
                    <a:pt x="145765" y="9560"/>
                    <a:pt x="146980" y="8337"/>
                    <a:pt x="146980" y="6197"/>
                  </a:cubicBezTo>
                  <a:cubicBezTo>
                    <a:pt x="146980" y="2834"/>
                    <a:pt x="144550" y="82"/>
                    <a:pt x="140907" y="82"/>
                  </a:cubicBezTo>
                  <a:cubicBezTo>
                    <a:pt x="138477" y="82"/>
                    <a:pt x="137263" y="1305"/>
                    <a:pt x="133922" y="4669"/>
                  </a:cubicBezTo>
                  <a:lnTo>
                    <a:pt x="73797" y="65205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19" name="Freeform: Shape 1918">
              <a:extLst>
                <a:ext uri="{FF2B5EF4-FFF2-40B4-BE49-F238E27FC236}">
                  <a16:creationId xmlns:a16="http://schemas.microsoft.com/office/drawing/2014/main" id="{62F7B018-AF67-9EC4-CCE6-53F63FDB25D7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2609899" y="3272697"/>
              <a:ext cx="139987" cy="197814"/>
            </a:xfrm>
            <a:custGeom>
              <a:avLst/>
              <a:gdLst>
                <a:gd name="connsiteX0" fmla="*/ 139095 w 139987"/>
                <a:gd name="connsiteY0" fmla="*/ 18733 h 197814"/>
                <a:gd name="connsiteX1" fmla="*/ 140309 w 139987"/>
                <a:gd name="connsiteY1" fmla="*/ 11701 h 197814"/>
                <a:gd name="connsiteX2" fmla="*/ 131503 w 139987"/>
                <a:gd name="connsiteY2" fmla="*/ 3446 h 197814"/>
                <a:gd name="connsiteX3" fmla="*/ 120875 w 139987"/>
                <a:gd name="connsiteY3" fmla="*/ 9866 h 197814"/>
                <a:gd name="connsiteX4" fmla="*/ 116624 w 139987"/>
                <a:gd name="connsiteY4" fmla="*/ 26376 h 197814"/>
                <a:gd name="connsiteX5" fmla="*/ 110550 w 139987"/>
                <a:gd name="connsiteY5" fmla="*/ 50836 h 197814"/>
                <a:gd name="connsiteX6" fmla="*/ 96886 w 139987"/>
                <a:gd name="connsiteY6" fmla="*/ 105869 h 197814"/>
                <a:gd name="connsiteX7" fmla="*/ 62572 w 139987"/>
                <a:gd name="connsiteY7" fmla="*/ 131857 h 197814"/>
                <a:gd name="connsiteX8" fmla="*/ 43745 w 139987"/>
                <a:gd name="connsiteY8" fmla="*/ 107092 h 197814"/>
                <a:gd name="connsiteX9" fmla="*/ 59232 w 139987"/>
                <a:gd name="connsiteY9" fmla="*/ 47167 h 197814"/>
                <a:gd name="connsiteX10" fmla="*/ 65305 w 139987"/>
                <a:gd name="connsiteY10" fmla="*/ 25153 h 197814"/>
                <a:gd name="connsiteX11" fmla="*/ 40405 w 139987"/>
                <a:gd name="connsiteY11" fmla="*/ 82 h 197814"/>
                <a:gd name="connsiteX12" fmla="*/ 321 w 139987"/>
                <a:gd name="connsiteY12" fmla="*/ 47167 h 197814"/>
                <a:gd name="connsiteX13" fmla="*/ 3965 w 139987"/>
                <a:gd name="connsiteY13" fmla="*/ 50224 h 197814"/>
                <a:gd name="connsiteX14" fmla="*/ 8824 w 139987"/>
                <a:gd name="connsiteY14" fmla="*/ 44721 h 197814"/>
                <a:gd name="connsiteX15" fmla="*/ 39494 w 139987"/>
                <a:gd name="connsiteY15" fmla="*/ 6809 h 197814"/>
                <a:gd name="connsiteX16" fmla="*/ 47085 w 139987"/>
                <a:gd name="connsiteY16" fmla="*/ 16593 h 197814"/>
                <a:gd name="connsiteX17" fmla="*/ 41923 w 139987"/>
                <a:gd name="connsiteY17" fmla="*/ 37994 h 197814"/>
                <a:gd name="connsiteX18" fmla="*/ 24311 w 139987"/>
                <a:gd name="connsiteY18" fmla="*/ 102200 h 197814"/>
                <a:gd name="connsiteX19" fmla="*/ 61357 w 139987"/>
                <a:gd name="connsiteY19" fmla="*/ 138583 h 197814"/>
                <a:gd name="connsiteX20" fmla="*/ 92027 w 139987"/>
                <a:gd name="connsiteY20" fmla="*/ 124825 h 197814"/>
                <a:gd name="connsiteX21" fmla="*/ 72289 w 139987"/>
                <a:gd name="connsiteY21" fmla="*/ 171909 h 197814"/>
                <a:gd name="connsiteX22" fmla="*/ 38886 w 139987"/>
                <a:gd name="connsiteY22" fmla="*/ 191171 h 197814"/>
                <a:gd name="connsiteX23" fmla="*/ 15808 w 139987"/>
                <a:gd name="connsiteY23" fmla="*/ 178330 h 197814"/>
                <a:gd name="connsiteX24" fmla="*/ 28865 w 139987"/>
                <a:gd name="connsiteY24" fmla="*/ 174661 h 197814"/>
                <a:gd name="connsiteX25" fmla="*/ 34939 w 139987"/>
                <a:gd name="connsiteY25" fmla="*/ 162125 h 197814"/>
                <a:gd name="connsiteX26" fmla="*/ 23703 w 139987"/>
                <a:gd name="connsiteY26" fmla="*/ 151424 h 197814"/>
                <a:gd name="connsiteX27" fmla="*/ 6698 w 139987"/>
                <a:gd name="connsiteY27" fmla="*/ 171298 h 197814"/>
                <a:gd name="connsiteX28" fmla="*/ 38886 w 139987"/>
                <a:gd name="connsiteY28" fmla="*/ 197897 h 197814"/>
                <a:gd name="connsiteX29" fmla="*/ 109943 w 139987"/>
                <a:gd name="connsiteY29" fmla="*/ 135526 h 197814"/>
                <a:gd name="connsiteX30" fmla="*/ 139095 w 139987"/>
                <a:gd name="connsiteY30" fmla="*/ 18733 h 197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9987" h="197814">
                  <a:moveTo>
                    <a:pt x="139095" y="18733"/>
                  </a:moveTo>
                  <a:cubicBezTo>
                    <a:pt x="140309" y="14452"/>
                    <a:pt x="140309" y="13841"/>
                    <a:pt x="140309" y="11701"/>
                  </a:cubicBezTo>
                  <a:cubicBezTo>
                    <a:pt x="140309" y="6197"/>
                    <a:pt x="136058" y="3446"/>
                    <a:pt x="131503" y="3446"/>
                  </a:cubicBezTo>
                  <a:cubicBezTo>
                    <a:pt x="128466" y="3446"/>
                    <a:pt x="123608" y="5280"/>
                    <a:pt x="120875" y="9866"/>
                  </a:cubicBezTo>
                  <a:cubicBezTo>
                    <a:pt x="120268" y="11395"/>
                    <a:pt x="117838" y="20873"/>
                    <a:pt x="116624" y="26376"/>
                  </a:cubicBezTo>
                  <a:cubicBezTo>
                    <a:pt x="114498" y="34326"/>
                    <a:pt x="112372" y="42581"/>
                    <a:pt x="110550" y="50836"/>
                  </a:cubicBezTo>
                  <a:lnTo>
                    <a:pt x="96886" y="105869"/>
                  </a:lnTo>
                  <a:cubicBezTo>
                    <a:pt x="95671" y="110455"/>
                    <a:pt x="82614" y="131857"/>
                    <a:pt x="62572" y="131857"/>
                  </a:cubicBezTo>
                  <a:cubicBezTo>
                    <a:pt x="47085" y="131857"/>
                    <a:pt x="43745" y="118404"/>
                    <a:pt x="43745" y="107092"/>
                  </a:cubicBezTo>
                  <a:cubicBezTo>
                    <a:pt x="43745" y="93028"/>
                    <a:pt x="48907" y="74072"/>
                    <a:pt x="59232" y="47167"/>
                  </a:cubicBezTo>
                  <a:cubicBezTo>
                    <a:pt x="64090" y="34631"/>
                    <a:pt x="65305" y="31268"/>
                    <a:pt x="65305" y="25153"/>
                  </a:cubicBezTo>
                  <a:cubicBezTo>
                    <a:pt x="65305" y="11395"/>
                    <a:pt x="55588" y="82"/>
                    <a:pt x="40405" y="82"/>
                  </a:cubicBezTo>
                  <a:cubicBezTo>
                    <a:pt x="11557" y="82"/>
                    <a:pt x="321" y="44415"/>
                    <a:pt x="321" y="47167"/>
                  </a:cubicBezTo>
                  <a:cubicBezTo>
                    <a:pt x="321" y="50224"/>
                    <a:pt x="3358" y="50224"/>
                    <a:pt x="3965" y="50224"/>
                  </a:cubicBezTo>
                  <a:cubicBezTo>
                    <a:pt x="7002" y="50224"/>
                    <a:pt x="7306" y="49613"/>
                    <a:pt x="8824" y="44721"/>
                  </a:cubicBezTo>
                  <a:cubicBezTo>
                    <a:pt x="17023" y="15981"/>
                    <a:pt x="29169" y="6809"/>
                    <a:pt x="39494" y="6809"/>
                  </a:cubicBezTo>
                  <a:cubicBezTo>
                    <a:pt x="41923" y="6809"/>
                    <a:pt x="47085" y="6809"/>
                    <a:pt x="47085" y="16593"/>
                  </a:cubicBezTo>
                  <a:cubicBezTo>
                    <a:pt x="47085" y="24236"/>
                    <a:pt x="44049" y="32185"/>
                    <a:pt x="41923" y="37994"/>
                  </a:cubicBezTo>
                  <a:cubicBezTo>
                    <a:pt x="29776" y="70403"/>
                    <a:pt x="24311" y="87830"/>
                    <a:pt x="24311" y="102200"/>
                  </a:cubicBezTo>
                  <a:cubicBezTo>
                    <a:pt x="24311" y="129411"/>
                    <a:pt x="43441" y="138583"/>
                    <a:pt x="61357" y="138583"/>
                  </a:cubicBezTo>
                  <a:cubicBezTo>
                    <a:pt x="73200" y="138583"/>
                    <a:pt x="83525" y="133386"/>
                    <a:pt x="92027" y="124825"/>
                  </a:cubicBezTo>
                  <a:cubicBezTo>
                    <a:pt x="88079" y="140723"/>
                    <a:pt x="84436" y="155705"/>
                    <a:pt x="72289" y="171909"/>
                  </a:cubicBezTo>
                  <a:cubicBezTo>
                    <a:pt x="64394" y="182304"/>
                    <a:pt x="52855" y="191171"/>
                    <a:pt x="38886" y="191171"/>
                  </a:cubicBezTo>
                  <a:cubicBezTo>
                    <a:pt x="34635" y="191171"/>
                    <a:pt x="20970" y="190253"/>
                    <a:pt x="15808" y="178330"/>
                  </a:cubicBezTo>
                  <a:cubicBezTo>
                    <a:pt x="20667" y="178330"/>
                    <a:pt x="24614" y="178330"/>
                    <a:pt x="28865" y="174661"/>
                  </a:cubicBezTo>
                  <a:cubicBezTo>
                    <a:pt x="31902" y="171909"/>
                    <a:pt x="34939" y="167934"/>
                    <a:pt x="34939" y="162125"/>
                  </a:cubicBezTo>
                  <a:cubicBezTo>
                    <a:pt x="34939" y="152647"/>
                    <a:pt x="26740" y="151424"/>
                    <a:pt x="23703" y="151424"/>
                  </a:cubicBezTo>
                  <a:cubicBezTo>
                    <a:pt x="16719" y="151424"/>
                    <a:pt x="6698" y="156316"/>
                    <a:pt x="6698" y="171298"/>
                  </a:cubicBezTo>
                  <a:cubicBezTo>
                    <a:pt x="6698" y="186585"/>
                    <a:pt x="20059" y="197897"/>
                    <a:pt x="38886" y="197897"/>
                  </a:cubicBezTo>
                  <a:cubicBezTo>
                    <a:pt x="70163" y="197897"/>
                    <a:pt x="101441" y="170075"/>
                    <a:pt x="109943" y="135526"/>
                  </a:cubicBezTo>
                  <a:lnTo>
                    <a:pt x="139095" y="18733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0" name="Freeform: Shape 1919">
              <a:extLst>
                <a:ext uri="{FF2B5EF4-FFF2-40B4-BE49-F238E27FC236}">
                  <a16:creationId xmlns:a16="http://schemas.microsoft.com/office/drawing/2014/main" id="{F7385850-2825-F90E-EC67-E07E1C53377D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3022831" y="3151013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90 h 366889"/>
                <a:gd name="connsiteX3" fmla="*/ 0 w 12146"/>
                <a:gd name="connsiteY3" fmla="*/ 366890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90"/>
                  </a:lnTo>
                  <a:lnTo>
                    <a:pt x="0" y="36689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1" name="Freeform: Shape 1920">
              <a:extLst>
                <a:ext uri="{FF2B5EF4-FFF2-40B4-BE49-F238E27FC236}">
                  <a16:creationId xmlns:a16="http://schemas.microsoft.com/office/drawing/2014/main" id="{A41718BA-6081-06B3-BC7D-4E705539D4A9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6820134" y="3517903"/>
              <a:ext cx="6214843" cy="12229"/>
            </a:xfrm>
            <a:custGeom>
              <a:avLst/>
              <a:gdLst>
                <a:gd name="connsiteX0" fmla="*/ 0 w 6214843"/>
                <a:gd name="connsiteY0" fmla="*/ 0 h 12229"/>
                <a:gd name="connsiteX1" fmla="*/ 6214843 w 6214843"/>
                <a:gd name="connsiteY1" fmla="*/ 0 h 12229"/>
                <a:gd name="connsiteX2" fmla="*/ 6214843 w 6214843"/>
                <a:gd name="connsiteY2" fmla="*/ 12229 h 12229"/>
                <a:gd name="connsiteX3" fmla="*/ 0 w 6214843"/>
                <a:gd name="connsiteY3" fmla="*/ 12229 h 1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843" h="12229">
                  <a:moveTo>
                    <a:pt x="0" y="0"/>
                  </a:moveTo>
                  <a:lnTo>
                    <a:pt x="6214843" y="0"/>
                  </a:lnTo>
                  <a:lnTo>
                    <a:pt x="6214843" y="12229"/>
                  </a:lnTo>
                  <a:lnTo>
                    <a:pt x="0" y="1222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2" name="Freeform: Shape 1921">
              <a:extLst>
                <a:ext uri="{FF2B5EF4-FFF2-40B4-BE49-F238E27FC236}">
                  <a16:creationId xmlns:a16="http://schemas.microsoft.com/office/drawing/2014/main" id="{59883BA6-F574-1DEF-AE8A-BE55B80C2FF2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6820134" y="353013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3" name="Freeform: Shape 1922">
              <a:extLst>
                <a:ext uri="{FF2B5EF4-FFF2-40B4-BE49-F238E27FC236}">
                  <a16:creationId xmlns:a16="http://schemas.microsoft.com/office/drawing/2014/main" id="{3F53453D-86C3-EC5D-A78E-0BCC39645A08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7382404" y="3583330"/>
              <a:ext cx="127841" cy="210349"/>
            </a:xfrm>
            <a:custGeom>
              <a:avLst/>
              <a:gdLst>
                <a:gd name="connsiteX0" fmla="*/ 127991 w 127841"/>
                <a:gd name="connsiteY0" fmla="*/ 105881 h 210349"/>
                <a:gd name="connsiteX1" fmla="*/ 115845 w 127841"/>
                <a:gd name="connsiteY1" fmla="*/ 34338 h 210349"/>
                <a:gd name="connsiteX2" fmla="*/ 64222 w 127841"/>
                <a:gd name="connsiteY2" fmla="*/ 95 h 210349"/>
                <a:gd name="connsiteX3" fmla="*/ 11385 w 127841"/>
                <a:gd name="connsiteY3" fmla="*/ 36478 h 210349"/>
                <a:gd name="connsiteX4" fmla="*/ 150 w 127841"/>
                <a:gd name="connsiteY4" fmla="*/ 105881 h 210349"/>
                <a:gd name="connsiteX5" fmla="*/ 13814 w 127841"/>
                <a:gd name="connsiteY5" fmla="*/ 179565 h 210349"/>
                <a:gd name="connsiteX6" fmla="*/ 63919 w 127841"/>
                <a:gd name="connsiteY6" fmla="*/ 210445 h 210349"/>
                <a:gd name="connsiteX7" fmla="*/ 116756 w 127841"/>
                <a:gd name="connsiteY7" fmla="*/ 174979 h 210349"/>
                <a:gd name="connsiteX8" fmla="*/ 127991 w 127841"/>
                <a:gd name="connsiteY8" fmla="*/ 105881 h 210349"/>
                <a:gd name="connsiteX9" fmla="*/ 63919 w 127841"/>
                <a:gd name="connsiteY9" fmla="*/ 203718 h 210349"/>
                <a:gd name="connsiteX10" fmla="*/ 28694 w 127841"/>
                <a:gd name="connsiteY10" fmla="*/ 166724 h 210349"/>
                <a:gd name="connsiteX11" fmla="*/ 25354 w 127841"/>
                <a:gd name="connsiteY11" fmla="*/ 102212 h 210349"/>
                <a:gd name="connsiteX12" fmla="*/ 27783 w 127841"/>
                <a:gd name="connsiteY12" fmla="*/ 45956 h 210349"/>
                <a:gd name="connsiteX13" fmla="*/ 63919 w 127841"/>
                <a:gd name="connsiteY13" fmla="*/ 6821 h 210349"/>
                <a:gd name="connsiteX14" fmla="*/ 99751 w 127841"/>
                <a:gd name="connsiteY14" fmla="*/ 42593 h 210349"/>
                <a:gd name="connsiteX15" fmla="*/ 102787 w 127841"/>
                <a:gd name="connsiteY15" fmla="*/ 102212 h 210349"/>
                <a:gd name="connsiteX16" fmla="*/ 99447 w 127841"/>
                <a:gd name="connsiteY16" fmla="*/ 165501 h 210349"/>
                <a:gd name="connsiteX17" fmla="*/ 63919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7991" y="105881"/>
                  </a:moveTo>
                  <a:cubicBezTo>
                    <a:pt x="127991" y="81422"/>
                    <a:pt x="126473" y="56963"/>
                    <a:pt x="115845" y="34338"/>
                  </a:cubicBezTo>
                  <a:cubicBezTo>
                    <a:pt x="101876" y="4987"/>
                    <a:pt x="76976" y="95"/>
                    <a:pt x="64222" y="95"/>
                  </a:cubicBezTo>
                  <a:cubicBezTo>
                    <a:pt x="46003" y="95"/>
                    <a:pt x="23835" y="8044"/>
                    <a:pt x="11385" y="36478"/>
                  </a:cubicBezTo>
                  <a:cubicBezTo>
                    <a:pt x="1668" y="57574"/>
                    <a:pt x="150" y="81422"/>
                    <a:pt x="150" y="105881"/>
                  </a:cubicBezTo>
                  <a:cubicBezTo>
                    <a:pt x="150" y="128812"/>
                    <a:pt x="1364" y="156329"/>
                    <a:pt x="13814" y="179565"/>
                  </a:cubicBezTo>
                  <a:cubicBezTo>
                    <a:pt x="26872" y="204330"/>
                    <a:pt x="49039" y="210445"/>
                    <a:pt x="63919" y="210445"/>
                  </a:cubicBezTo>
                  <a:cubicBezTo>
                    <a:pt x="80316" y="210445"/>
                    <a:pt x="103395" y="204024"/>
                    <a:pt x="116756" y="174979"/>
                  </a:cubicBezTo>
                  <a:cubicBezTo>
                    <a:pt x="126473" y="153883"/>
                    <a:pt x="127991" y="130035"/>
                    <a:pt x="127991" y="105881"/>
                  </a:cubicBezTo>
                  <a:close/>
                  <a:moveTo>
                    <a:pt x="63919" y="203718"/>
                  </a:moveTo>
                  <a:cubicBezTo>
                    <a:pt x="52076" y="203718"/>
                    <a:pt x="34160" y="196075"/>
                    <a:pt x="28694" y="166724"/>
                  </a:cubicBezTo>
                  <a:cubicBezTo>
                    <a:pt x="25354" y="148379"/>
                    <a:pt x="25354" y="120251"/>
                    <a:pt x="25354" y="102212"/>
                  </a:cubicBezTo>
                  <a:cubicBezTo>
                    <a:pt x="25354" y="82645"/>
                    <a:pt x="25354" y="62466"/>
                    <a:pt x="27783" y="45956"/>
                  </a:cubicBezTo>
                  <a:cubicBezTo>
                    <a:pt x="33552" y="9573"/>
                    <a:pt x="56327" y="6821"/>
                    <a:pt x="63919" y="6821"/>
                  </a:cubicBezTo>
                  <a:cubicBezTo>
                    <a:pt x="73939" y="6821"/>
                    <a:pt x="93981" y="12324"/>
                    <a:pt x="99751" y="42593"/>
                  </a:cubicBezTo>
                  <a:cubicBezTo>
                    <a:pt x="102787" y="59714"/>
                    <a:pt x="102787" y="82951"/>
                    <a:pt x="102787" y="102212"/>
                  </a:cubicBezTo>
                  <a:cubicBezTo>
                    <a:pt x="102787" y="125143"/>
                    <a:pt x="102787" y="145933"/>
                    <a:pt x="99447" y="165501"/>
                  </a:cubicBezTo>
                  <a:cubicBezTo>
                    <a:pt x="94892" y="194546"/>
                    <a:pt x="77583" y="203718"/>
                    <a:pt x="63919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4" name="Freeform: Shape 1923">
              <a:extLst>
                <a:ext uri="{FF2B5EF4-FFF2-40B4-BE49-F238E27FC236}">
                  <a16:creationId xmlns:a16="http://schemas.microsoft.com/office/drawing/2014/main" id="{F4B22482-0028-95A1-B196-6FB0AC8AD3FF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8060674" y="353013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6" name="Freeform: Shape 1925">
              <a:extLst>
                <a:ext uri="{FF2B5EF4-FFF2-40B4-BE49-F238E27FC236}">
                  <a16:creationId xmlns:a16="http://schemas.microsoft.com/office/drawing/2014/main" id="{7B96D369-53B8-E748-26BB-B15A96FE47BF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8368205" y="3583330"/>
              <a:ext cx="100208" cy="203623"/>
            </a:xfrm>
            <a:custGeom>
              <a:avLst/>
              <a:gdLst>
                <a:gd name="connsiteX0" fmla="*/ 62432 w 100208"/>
                <a:gd name="connsiteY0" fmla="*/ 8044 h 203623"/>
                <a:gd name="connsiteX1" fmla="*/ 55448 w 100208"/>
                <a:gd name="connsiteY1" fmla="*/ 95 h 203623"/>
                <a:gd name="connsiteX2" fmla="*/ 182 w 100208"/>
                <a:gd name="connsiteY2" fmla="*/ 19662 h 203623"/>
                <a:gd name="connsiteX3" fmla="*/ 182 w 100208"/>
                <a:gd name="connsiteY3" fmla="*/ 29140 h 203623"/>
                <a:gd name="connsiteX4" fmla="*/ 39961 w 100208"/>
                <a:gd name="connsiteY4" fmla="*/ 21191 h 203623"/>
                <a:gd name="connsiteX5" fmla="*/ 39961 w 100208"/>
                <a:gd name="connsiteY5" fmla="*/ 179565 h 203623"/>
                <a:gd name="connsiteX6" fmla="*/ 11721 w 100208"/>
                <a:gd name="connsiteY6" fmla="*/ 194240 h 203623"/>
                <a:gd name="connsiteX7" fmla="*/ 2004 w 100208"/>
                <a:gd name="connsiteY7" fmla="*/ 194240 h 203623"/>
                <a:gd name="connsiteX8" fmla="*/ 2004 w 100208"/>
                <a:gd name="connsiteY8" fmla="*/ 203718 h 203623"/>
                <a:gd name="connsiteX9" fmla="*/ 51197 w 100208"/>
                <a:gd name="connsiteY9" fmla="*/ 202801 h 203623"/>
                <a:gd name="connsiteX10" fmla="*/ 100390 w 100208"/>
                <a:gd name="connsiteY10" fmla="*/ 203718 h 203623"/>
                <a:gd name="connsiteX11" fmla="*/ 100390 w 100208"/>
                <a:gd name="connsiteY11" fmla="*/ 194240 h 203623"/>
                <a:gd name="connsiteX12" fmla="*/ 90673 w 100208"/>
                <a:gd name="connsiteY12" fmla="*/ 194240 h 203623"/>
                <a:gd name="connsiteX13" fmla="*/ 62432 w 100208"/>
                <a:gd name="connsiteY13" fmla="*/ 179565 h 203623"/>
                <a:gd name="connsiteX14" fmla="*/ 62432 w 100208"/>
                <a:gd name="connsiteY14" fmla="*/ 8044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432" y="8044"/>
                  </a:moveTo>
                  <a:cubicBezTo>
                    <a:pt x="62432" y="706"/>
                    <a:pt x="62432" y="95"/>
                    <a:pt x="55448" y="95"/>
                  </a:cubicBezTo>
                  <a:cubicBezTo>
                    <a:pt x="36621" y="19662"/>
                    <a:pt x="9899" y="19662"/>
                    <a:pt x="182" y="19662"/>
                  </a:cubicBezTo>
                  <a:lnTo>
                    <a:pt x="182" y="29140"/>
                  </a:lnTo>
                  <a:cubicBezTo>
                    <a:pt x="6255" y="29140"/>
                    <a:pt x="24171" y="29140"/>
                    <a:pt x="39961" y="21191"/>
                  </a:cubicBezTo>
                  <a:lnTo>
                    <a:pt x="39961" y="179565"/>
                  </a:lnTo>
                  <a:cubicBezTo>
                    <a:pt x="39961" y="190572"/>
                    <a:pt x="39050" y="194240"/>
                    <a:pt x="11721" y="194240"/>
                  </a:cubicBezTo>
                  <a:lnTo>
                    <a:pt x="2004" y="194240"/>
                  </a:lnTo>
                  <a:lnTo>
                    <a:pt x="2004" y="203718"/>
                  </a:lnTo>
                  <a:cubicBezTo>
                    <a:pt x="12632" y="202801"/>
                    <a:pt x="39050" y="202801"/>
                    <a:pt x="51197" y="202801"/>
                  </a:cubicBezTo>
                  <a:cubicBezTo>
                    <a:pt x="63343" y="202801"/>
                    <a:pt x="89762" y="202801"/>
                    <a:pt x="100390" y="203718"/>
                  </a:cubicBezTo>
                  <a:lnTo>
                    <a:pt x="100390" y="194240"/>
                  </a:lnTo>
                  <a:lnTo>
                    <a:pt x="90673" y="194240"/>
                  </a:lnTo>
                  <a:cubicBezTo>
                    <a:pt x="63343" y="194240"/>
                    <a:pt x="62432" y="190877"/>
                    <a:pt x="62432" y="179565"/>
                  </a:cubicBezTo>
                  <a:lnTo>
                    <a:pt x="62432" y="8044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7" name="Freeform: Shape 1926">
              <a:extLst>
                <a:ext uri="{FF2B5EF4-FFF2-40B4-BE49-F238E27FC236}">
                  <a16:creationId xmlns:a16="http://schemas.microsoft.com/office/drawing/2014/main" id="{EBA43BBD-1BDD-9D8A-46A2-83A795F344E1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8519125" y="3754545"/>
              <a:ext cx="32188" cy="32408"/>
            </a:xfrm>
            <a:custGeom>
              <a:avLst/>
              <a:gdLst>
                <a:gd name="connsiteX0" fmla="*/ 32375 w 32188"/>
                <a:gd name="connsiteY0" fmla="*/ 16299 h 32408"/>
                <a:gd name="connsiteX1" fmla="*/ 16281 w 32188"/>
                <a:gd name="connsiteY1" fmla="*/ 95 h 32408"/>
                <a:gd name="connsiteX2" fmla="*/ 187 w 32188"/>
                <a:gd name="connsiteY2" fmla="*/ 16299 h 32408"/>
                <a:gd name="connsiteX3" fmla="*/ 16281 w 32188"/>
                <a:gd name="connsiteY3" fmla="*/ 32503 h 32408"/>
                <a:gd name="connsiteX4" fmla="*/ 32375 w 32188"/>
                <a:gd name="connsiteY4" fmla="*/ 16299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375" y="16299"/>
                  </a:moveTo>
                  <a:cubicBezTo>
                    <a:pt x="32375" y="7433"/>
                    <a:pt x="25087" y="95"/>
                    <a:pt x="16281" y="95"/>
                  </a:cubicBezTo>
                  <a:cubicBezTo>
                    <a:pt x="7474" y="95"/>
                    <a:pt x="187" y="7433"/>
                    <a:pt x="187" y="16299"/>
                  </a:cubicBezTo>
                  <a:cubicBezTo>
                    <a:pt x="187" y="25166"/>
                    <a:pt x="7474" y="32503"/>
                    <a:pt x="16281" y="32503"/>
                  </a:cubicBezTo>
                  <a:cubicBezTo>
                    <a:pt x="25087" y="32503"/>
                    <a:pt x="32375" y="25166"/>
                    <a:pt x="32375" y="16299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8" name="Freeform: Shape 1927">
              <a:extLst>
                <a:ext uri="{FF2B5EF4-FFF2-40B4-BE49-F238E27FC236}">
                  <a16:creationId xmlns:a16="http://schemas.microsoft.com/office/drawing/2014/main" id="{C29C4752-3477-E00E-2813-3E24F0D578C0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8589204" y="3583330"/>
              <a:ext cx="127841" cy="210349"/>
            </a:xfrm>
            <a:custGeom>
              <a:avLst/>
              <a:gdLst>
                <a:gd name="connsiteX0" fmla="*/ 128031 w 127841"/>
                <a:gd name="connsiteY0" fmla="*/ 105881 h 210349"/>
                <a:gd name="connsiteX1" fmla="*/ 115884 w 127841"/>
                <a:gd name="connsiteY1" fmla="*/ 34338 h 210349"/>
                <a:gd name="connsiteX2" fmla="*/ 64262 w 127841"/>
                <a:gd name="connsiteY2" fmla="*/ 95 h 210349"/>
                <a:gd name="connsiteX3" fmla="*/ 11425 w 127841"/>
                <a:gd name="connsiteY3" fmla="*/ 36478 h 210349"/>
                <a:gd name="connsiteX4" fmla="*/ 189 w 127841"/>
                <a:gd name="connsiteY4" fmla="*/ 105881 h 210349"/>
                <a:gd name="connsiteX5" fmla="*/ 13854 w 127841"/>
                <a:gd name="connsiteY5" fmla="*/ 179565 h 210349"/>
                <a:gd name="connsiteX6" fmla="*/ 63958 w 127841"/>
                <a:gd name="connsiteY6" fmla="*/ 210445 h 210349"/>
                <a:gd name="connsiteX7" fmla="*/ 116795 w 127841"/>
                <a:gd name="connsiteY7" fmla="*/ 174979 h 210349"/>
                <a:gd name="connsiteX8" fmla="*/ 128031 w 127841"/>
                <a:gd name="connsiteY8" fmla="*/ 105881 h 210349"/>
                <a:gd name="connsiteX9" fmla="*/ 63958 w 127841"/>
                <a:gd name="connsiteY9" fmla="*/ 203718 h 210349"/>
                <a:gd name="connsiteX10" fmla="*/ 28733 w 127841"/>
                <a:gd name="connsiteY10" fmla="*/ 166724 h 210349"/>
                <a:gd name="connsiteX11" fmla="*/ 25393 w 127841"/>
                <a:gd name="connsiteY11" fmla="*/ 102212 h 210349"/>
                <a:gd name="connsiteX12" fmla="*/ 27822 w 127841"/>
                <a:gd name="connsiteY12" fmla="*/ 45956 h 210349"/>
                <a:gd name="connsiteX13" fmla="*/ 63958 w 127841"/>
                <a:gd name="connsiteY13" fmla="*/ 6821 h 210349"/>
                <a:gd name="connsiteX14" fmla="*/ 99790 w 127841"/>
                <a:gd name="connsiteY14" fmla="*/ 42593 h 210349"/>
                <a:gd name="connsiteX15" fmla="*/ 102827 w 127841"/>
                <a:gd name="connsiteY15" fmla="*/ 102212 h 210349"/>
                <a:gd name="connsiteX16" fmla="*/ 99487 w 127841"/>
                <a:gd name="connsiteY16" fmla="*/ 165501 h 210349"/>
                <a:gd name="connsiteX17" fmla="*/ 63958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1" y="105881"/>
                  </a:moveTo>
                  <a:cubicBezTo>
                    <a:pt x="128031" y="81422"/>
                    <a:pt x="126512" y="56963"/>
                    <a:pt x="115884" y="34338"/>
                  </a:cubicBezTo>
                  <a:cubicBezTo>
                    <a:pt x="101916" y="4987"/>
                    <a:pt x="77016" y="95"/>
                    <a:pt x="64262" y="95"/>
                  </a:cubicBezTo>
                  <a:cubicBezTo>
                    <a:pt x="46042" y="95"/>
                    <a:pt x="23875" y="8044"/>
                    <a:pt x="11425" y="36478"/>
                  </a:cubicBezTo>
                  <a:cubicBezTo>
                    <a:pt x="1708" y="57574"/>
                    <a:pt x="189" y="81422"/>
                    <a:pt x="189" y="105881"/>
                  </a:cubicBezTo>
                  <a:cubicBezTo>
                    <a:pt x="189" y="128812"/>
                    <a:pt x="1404" y="156329"/>
                    <a:pt x="13854" y="179565"/>
                  </a:cubicBezTo>
                  <a:cubicBezTo>
                    <a:pt x="26912" y="204330"/>
                    <a:pt x="49079" y="210445"/>
                    <a:pt x="63958" y="210445"/>
                  </a:cubicBezTo>
                  <a:cubicBezTo>
                    <a:pt x="80356" y="210445"/>
                    <a:pt x="103434" y="204024"/>
                    <a:pt x="116795" y="174979"/>
                  </a:cubicBezTo>
                  <a:cubicBezTo>
                    <a:pt x="126512" y="153883"/>
                    <a:pt x="128031" y="130035"/>
                    <a:pt x="128031" y="105881"/>
                  </a:cubicBezTo>
                  <a:close/>
                  <a:moveTo>
                    <a:pt x="63958" y="203718"/>
                  </a:moveTo>
                  <a:cubicBezTo>
                    <a:pt x="52115" y="203718"/>
                    <a:pt x="34199" y="196075"/>
                    <a:pt x="28733" y="166724"/>
                  </a:cubicBezTo>
                  <a:cubicBezTo>
                    <a:pt x="25393" y="148379"/>
                    <a:pt x="25393" y="120251"/>
                    <a:pt x="25393" y="102212"/>
                  </a:cubicBezTo>
                  <a:cubicBezTo>
                    <a:pt x="25393" y="82645"/>
                    <a:pt x="25393" y="62466"/>
                    <a:pt x="27822" y="45956"/>
                  </a:cubicBezTo>
                  <a:cubicBezTo>
                    <a:pt x="33592" y="9573"/>
                    <a:pt x="56367" y="6821"/>
                    <a:pt x="63958" y="6821"/>
                  </a:cubicBezTo>
                  <a:cubicBezTo>
                    <a:pt x="73979" y="6821"/>
                    <a:pt x="94021" y="12324"/>
                    <a:pt x="99790" y="42593"/>
                  </a:cubicBezTo>
                  <a:cubicBezTo>
                    <a:pt x="102827" y="59714"/>
                    <a:pt x="102827" y="82951"/>
                    <a:pt x="102827" y="102212"/>
                  </a:cubicBezTo>
                  <a:cubicBezTo>
                    <a:pt x="102827" y="125143"/>
                    <a:pt x="102827" y="145933"/>
                    <a:pt x="99487" y="165501"/>
                  </a:cubicBezTo>
                  <a:cubicBezTo>
                    <a:pt x="94932" y="194546"/>
                    <a:pt x="77623" y="203718"/>
                    <a:pt x="63958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29" name="Freeform: Shape 1928">
              <a:extLst>
                <a:ext uri="{FF2B5EF4-FFF2-40B4-BE49-F238E27FC236}">
                  <a16:creationId xmlns:a16="http://schemas.microsoft.com/office/drawing/2014/main" id="{85167679-0215-E32D-42A7-78FCBFB92C9D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8741035" y="3583330"/>
              <a:ext cx="127841" cy="210349"/>
            </a:xfrm>
            <a:custGeom>
              <a:avLst/>
              <a:gdLst>
                <a:gd name="connsiteX0" fmla="*/ 128036 w 127841"/>
                <a:gd name="connsiteY0" fmla="*/ 105881 h 210349"/>
                <a:gd name="connsiteX1" fmla="*/ 115889 w 127841"/>
                <a:gd name="connsiteY1" fmla="*/ 34338 h 210349"/>
                <a:gd name="connsiteX2" fmla="*/ 64267 w 127841"/>
                <a:gd name="connsiteY2" fmla="*/ 95 h 210349"/>
                <a:gd name="connsiteX3" fmla="*/ 11430 w 127841"/>
                <a:gd name="connsiteY3" fmla="*/ 36478 h 210349"/>
                <a:gd name="connsiteX4" fmla="*/ 194 w 127841"/>
                <a:gd name="connsiteY4" fmla="*/ 105881 h 210349"/>
                <a:gd name="connsiteX5" fmla="*/ 13859 w 127841"/>
                <a:gd name="connsiteY5" fmla="*/ 179565 h 210349"/>
                <a:gd name="connsiteX6" fmla="*/ 63963 w 127841"/>
                <a:gd name="connsiteY6" fmla="*/ 210445 h 210349"/>
                <a:gd name="connsiteX7" fmla="*/ 116800 w 127841"/>
                <a:gd name="connsiteY7" fmla="*/ 174979 h 210349"/>
                <a:gd name="connsiteX8" fmla="*/ 128036 w 127841"/>
                <a:gd name="connsiteY8" fmla="*/ 105881 h 210349"/>
                <a:gd name="connsiteX9" fmla="*/ 63963 w 127841"/>
                <a:gd name="connsiteY9" fmla="*/ 203718 h 210349"/>
                <a:gd name="connsiteX10" fmla="*/ 28738 w 127841"/>
                <a:gd name="connsiteY10" fmla="*/ 166724 h 210349"/>
                <a:gd name="connsiteX11" fmla="*/ 25398 w 127841"/>
                <a:gd name="connsiteY11" fmla="*/ 102212 h 210349"/>
                <a:gd name="connsiteX12" fmla="*/ 27827 w 127841"/>
                <a:gd name="connsiteY12" fmla="*/ 45956 h 210349"/>
                <a:gd name="connsiteX13" fmla="*/ 63963 w 127841"/>
                <a:gd name="connsiteY13" fmla="*/ 6821 h 210349"/>
                <a:gd name="connsiteX14" fmla="*/ 99795 w 127841"/>
                <a:gd name="connsiteY14" fmla="*/ 42593 h 210349"/>
                <a:gd name="connsiteX15" fmla="*/ 102832 w 127841"/>
                <a:gd name="connsiteY15" fmla="*/ 102212 h 210349"/>
                <a:gd name="connsiteX16" fmla="*/ 99492 w 127841"/>
                <a:gd name="connsiteY16" fmla="*/ 165501 h 210349"/>
                <a:gd name="connsiteX17" fmla="*/ 63963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6" y="105881"/>
                  </a:moveTo>
                  <a:cubicBezTo>
                    <a:pt x="128036" y="81422"/>
                    <a:pt x="126517" y="56963"/>
                    <a:pt x="115889" y="34338"/>
                  </a:cubicBezTo>
                  <a:cubicBezTo>
                    <a:pt x="101921" y="4987"/>
                    <a:pt x="77021" y="95"/>
                    <a:pt x="64267" y="95"/>
                  </a:cubicBezTo>
                  <a:cubicBezTo>
                    <a:pt x="46047" y="95"/>
                    <a:pt x="23880" y="8044"/>
                    <a:pt x="11430" y="36478"/>
                  </a:cubicBezTo>
                  <a:cubicBezTo>
                    <a:pt x="1713" y="57574"/>
                    <a:pt x="194" y="81422"/>
                    <a:pt x="194" y="105881"/>
                  </a:cubicBezTo>
                  <a:cubicBezTo>
                    <a:pt x="194" y="128812"/>
                    <a:pt x="1409" y="156329"/>
                    <a:pt x="13859" y="179565"/>
                  </a:cubicBezTo>
                  <a:cubicBezTo>
                    <a:pt x="26916" y="204330"/>
                    <a:pt x="49084" y="210445"/>
                    <a:pt x="63963" y="210445"/>
                  </a:cubicBezTo>
                  <a:cubicBezTo>
                    <a:pt x="80361" y="210445"/>
                    <a:pt x="103439" y="204024"/>
                    <a:pt x="116800" y="174979"/>
                  </a:cubicBezTo>
                  <a:cubicBezTo>
                    <a:pt x="126517" y="153883"/>
                    <a:pt x="128036" y="130035"/>
                    <a:pt x="128036" y="105881"/>
                  </a:cubicBezTo>
                  <a:close/>
                  <a:moveTo>
                    <a:pt x="63963" y="203718"/>
                  </a:moveTo>
                  <a:cubicBezTo>
                    <a:pt x="52120" y="203718"/>
                    <a:pt x="34204" y="196075"/>
                    <a:pt x="28738" y="166724"/>
                  </a:cubicBezTo>
                  <a:cubicBezTo>
                    <a:pt x="25398" y="148379"/>
                    <a:pt x="25398" y="120251"/>
                    <a:pt x="25398" y="102212"/>
                  </a:cubicBezTo>
                  <a:cubicBezTo>
                    <a:pt x="25398" y="82645"/>
                    <a:pt x="25398" y="62466"/>
                    <a:pt x="27827" y="45956"/>
                  </a:cubicBezTo>
                  <a:cubicBezTo>
                    <a:pt x="33597" y="9573"/>
                    <a:pt x="56372" y="6821"/>
                    <a:pt x="63963" y="6821"/>
                  </a:cubicBezTo>
                  <a:cubicBezTo>
                    <a:pt x="73984" y="6821"/>
                    <a:pt x="94026" y="12324"/>
                    <a:pt x="99795" y="42593"/>
                  </a:cubicBezTo>
                  <a:cubicBezTo>
                    <a:pt x="102832" y="59714"/>
                    <a:pt x="102832" y="82951"/>
                    <a:pt x="102832" y="102212"/>
                  </a:cubicBezTo>
                  <a:cubicBezTo>
                    <a:pt x="102832" y="125143"/>
                    <a:pt x="102832" y="145933"/>
                    <a:pt x="99492" y="165501"/>
                  </a:cubicBezTo>
                  <a:cubicBezTo>
                    <a:pt x="94937" y="194546"/>
                    <a:pt x="77628" y="203718"/>
                    <a:pt x="63963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30" name="Freeform: Shape 1929">
              <a:extLst>
                <a:ext uri="{FF2B5EF4-FFF2-40B4-BE49-F238E27FC236}">
                  <a16:creationId xmlns:a16="http://schemas.microsoft.com/office/drawing/2014/main" id="{C961C8D4-DD63-CFAA-8F78-2E69344D78EA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8892866" y="3583330"/>
              <a:ext cx="127841" cy="210349"/>
            </a:xfrm>
            <a:custGeom>
              <a:avLst/>
              <a:gdLst>
                <a:gd name="connsiteX0" fmla="*/ 128041 w 127841"/>
                <a:gd name="connsiteY0" fmla="*/ 105881 h 210349"/>
                <a:gd name="connsiteX1" fmla="*/ 115894 w 127841"/>
                <a:gd name="connsiteY1" fmla="*/ 34338 h 210349"/>
                <a:gd name="connsiteX2" fmla="*/ 64272 w 127841"/>
                <a:gd name="connsiteY2" fmla="*/ 95 h 210349"/>
                <a:gd name="connsiteX3" fmla="*/ 11435 w 127841"/>
                <a:gd name="connsiteY3" fmla="*/ 36478 h 210349"/>
                <a:gd name="connsiteX4" fmla="*/ 199 w 127841"/>
                <a:gd name="connsiteY4" fmla="*/ 105881 h 210349"/>
                <a:gd name="connsiteX5" fmla="*/ 13864 w 127841"/>
                <a:gd name="connsiteY5" fmla="*/ 179565 h 210349"/>
                <a:gd name="connsiteX6" fmla="*/ 63968 w 127841"/>
                <a:gd name="connsiteY6" fmla="*/ 210445 h 210349"/>
                <a:gd name="connsiteX7" fmla="*/ 116805 w 127841"/>
                <a:gd name="connsiteY7" fmla="*/ 174979 h 210349"/>
                <a:gd name="connsiteX8" fmla="*/ 128041 w 127841"/>
                <a:gd name="connsiteY8" fmla="*/ 105881 h 210349"/>
                <a:gd name="connsiteX9" fmla="*/ 63968 w 127841"/>
                <a:gd name="connsiteY9" fmla="*/ 203718 h 210349"/>
                <a:gd name="connsiteX10" fmla="*/ 28743 w 127841"/>
                <a:gd name="connsiteY10" fmla="*/ 166724 h 210349"/>
                <a:gd name="connsiteX11" fmla="*/ 25403 w 127841"/>
                <a:gd name="connsiteY11" fmla="*/ 102212 h 210349"/>
                <a:gd name="connsiteX12" fmla="*/ 27832 w 127841"/>
                <a:gd name="connsiteY12" fmla="*/ 45956 h 210349"/>
                <a:gd name="connsiteX13" fmla="*/ 63968 w 127841"/>
                <a:gd name="connsiteY13" fmla="*/ 6821 h 210349"/>
                <a:gd name="connsiteX14" fmla="*/ 99800 w 127841"/>
                <a:gd name="connsiteY14" fmla="*/ 42593 h 210349"/>
                <a:gd name="connsiteX15" fmla="*/ 102837 w 127841"/>
                <a:gd name="connsiteY15" fmla="*/ 102212 h 210349"/>
                <a:gd name="connsiteX16" fmla="*/ 99497 w 127841"/>
                <a:gd name="connsiteY16" fmla="*/ 165501 h 210349"/>
                <a:gd name="connsiteX17" fmla="*/ 63968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41" y="105881"/>
                  </a:moveTo>
                  <a:cubicBezTo>
                    <a:pt x="128041" y="81422"/>
                    <a:pt x="126522" y="56963"/>
                    <a:pt x="115894" y="34338"/>
                  </a:cubicBezTo>
                  <a:cubicBezTo>
                    <a:pt x="101926" y="4987"/>
                    <a:pt x="77026" y="95"/>
                    <a:pt x="64272" y="95"/>
                  </a:cubicBezTo>
                  <a:cubicBezTo>
                    <a:pt x="46052" y="95"/>
                    <a:pt x="23885" y="8044"/>
                    <a:pt x="11435" y="36478"/>
                  </a:cubicBezTo>
                  <a:cubicBezTo>
                    <a:pt x="1718" y="57574"/>
                    <a:pt x="199" y="81422"/>
                    <a:pt x="199" y="105881"/>
                  </a:cubicBezTo>
                  <a:cubicBezTo>
                    <a:pt x="199" y="128812"/>
                    <a:pt x="1414" y="156329"/>
                    <a:pt x="13864" y="179565"/>
                  </a:cubicBezTo>
                  <a:cubicBezTo>
                    <a:pt x="26921" y="204330"/>
                    <a:pt x="49089" y="210445"/>
                    <a:pt x="63968" y="210445"/>
                  </a:cubicBezTo>
                  <a:cubicBezTo>
                    <a:pt x="80366" y="210445"/>
                    <a:pt x="103444" y="204024"/>
                    <a:pt x="116805" y="174979"/>
                  </a:cubicBezTo>
                  <a:cubicBezTo>
                    <a:pt x="126522" y="153883"/>
                    <a:pt x="128041" y="130035"/>
                    <a:pt x="128041" y="105881"/>
                  </a:cubicBezTo>
                  <a:close/>
                  <a:moveTo>
                    <a:pt x="63968" y="203718"/>
                  </a:moveTo>
                  <a:cubicBezTo>
                    <a:pt x="52125" y="203718"/>
                    <a:pt x="34209" y="196075"/>
                    <a:pt x="28743" y="166724"/>
                  </a:cubicBezTo>
                  <a:cubicBezTo>
                    <a:pt x="25403" y="148379"/>
                    <a:pt x="25403" y="120251"/>
                    <a:pt x="25403" y="102212"/>
                  </a:cubicBezTo>
                  <a:cubicBezTo>
                    <a:pt x="25403" y="82645"/>
                    <a:pt x="25403" y="62466"/>
                    <a:pt x="27832" y="45956"/>
                  </a:cubicBezTo>
                  <a:cubicBezTo>
                    <a:pt x="33602" y="9573"/>
                    <a:pt x="56377" y="6821"/>
                    <a:pt x="63968" y="6821"/>
                  </a:cubicBezTo>
                  <a:cubicBezTo>
                    <a:pt x="73989" y="6821"/>
                    <a:pt x="94031" y="12324"/>
                    <a:pt x="99800" y="42593"/>
                  </a:cubicBezTo>
                  <a:cubicBezTo>
                    <a:pt x="102837" y="59714"/>
                    <a:pt x="102837" y="82951"/>
                    <a:pt x="102837" y="102212"/>
                  </a:cubicBezTo>
                  <a:cubicBezTo>
                    <a:pt x="102837" y="125143"/>
                    <a:pt x="102837" y="145933"/>
                    <a:pt x="99497" y="165501"/>
                  </a:cubicBezTo>
                  <a:cubicBezTo>
                    <a:pt x="94942" y="194546"/>
                    <a:pt x="77633" y="203718"/>
                    <a:pt x="63968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31" name="Freeform: Shape 1930">
              <a:extLst>
                <a:ext uri="{FF2B5EF4-FFF2-40B4-BE49-F238E27FC236}">
                  <a16:creationId xmlns:a16="http://schemas.microsoft.com/office/drawing/2014/main" id="{2CB02C0D-F4C4-4DAB-559D-D32E3B16451B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9301213" y="353013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33" name="Freeform: Shape 1932">
              <a:extLst>
                <a:ext uri="{FF2B5EF4-FFF2-40B4-BE49-F238E27FC236}">
                  <a16:creationId xmlns:a16="http://schemas.microsoft.com/office/drawing/2014/main" id="{1E1780D4-6F56-E37D-238A-6843932A6CB8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9593561" y="3583330"/>
              <a:ext cx="127841" cy="210349"/>
            </a:xfrm>
            <a:custGeom>
              <a:avLst/>
              <a:gdLst>
                <a:gd name="connsiteX0" fmla="*/ 128064 w 127841"/>
                <a:gd name="connsiteY0" fmla="*/ 105881 h 210349"/>
                <a:gd name="connsiteX1" fmla="*/ 115917 w 127841"/>
                <a:gd name="connsiteY1" fmla="*/ 34338 h 210349"/>
                <a:gd name="connsiteX2" fmla="*/ 64295 w 127841"/>
                <a:gd name="connsiteY2" fmla="*/ 95 h 210349"/>
                <a:gd name="connsiteX3" fmla="*/ 11458 w 127841"/>
                <a:gd name="connsiteY3" fmla="*/ 36478 h 210349"/>
                <a:gd name="connsiteX4" fmla="*/ 222 w 127841"/>
                <a:gd name="connsiteY4" fmla="*/ 105881 h 210349"/>
                <a:gd name="connsiteX5" fmla="*/ 13887 w 127841"/>
                <a:gd name="connsiteY5" fmla="*/ 179565 h 210349"/>
                <a:gd name="connsiteX6" fmla="*/ 63991 w 127841"/>
                <a:gd name="connsiteY6" fmla="*/ 210445 h 210349"/>
                <a:gd name="connsiteX7" fmla="*/ 116828 w 127841"/>
                <a:gd name="connsiteY7" fmla="*/ 174979 h 210349"/>
                <a:gd name="connsiteX8" fmla="*/ 128064 w 127841"/>
                <a:gd name="connsiteY8" fmla="*/ 105881 h 210349"/>
                <a:gd name="connsiteX9" fmla="*/ 63991 w 127841"/>
                <a:gd name="connsiteY9" fmla="*/ 203718 h 210349"/>
                <a:gd name="connsiteX10" fmla="*/ 28766 w 127841"/>
                <a:gd name="connsiteY10" fmla="*/ 166724 h 210349"/>
                <a:gd name="connsiteX11" fmla="*/ 25426 w 127841"/>
                <a:gd name="connsiteY11" fmla="*/ 102212 h 210349"/>
                <a:gd name="connsiteX12" fmla="*/ 27855 w 127841"/>
                <a:gd name="connsiteY12" fmla="*/ 45956 h 210349"/>
                <a:gd name="connsiteX13" fmla="*/ 63991 w 127841"/>
                <a:gd name="connsiteY13" fmla="*/ 6821 h 210349"/>
                <a:gd name="connsiteX14" fmla="*/ 99823 w 127841"/>
                <a:gd name="connsiteY14" fmla="*/ 42593 h 210349"/>
                <a:gd name="connsiteX15" fmla="*/ 102860 w 127841"/>
                <a:gd name="connsiteY15" fmla="*/ 102212 h 210349"/>
                <a:gd name="connsiteX16" fmla="*/ 99520 w 127841"/>
                <a:gd name="connsiteY16" fmla="*/ 165501 h 210349"/>
                <a:gd name="connsiteX17" fmla="*/ 63991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64" y="105881"/>
                  </a:moveTo>
                  <a:cubicBezTo>
                    <a:pt x="128064" y="81422"/>
                    <a:pt x="126545" y="56963"/>
                    <a:pt x="115917" y="34338"/>
                  </a:cubicBezTo>
                  <a:cubicBezTo>
                    <a:pt x="101949" y="4987"/>
                    <a:pt x="77049" y="95"/>
                    <a:pt x="64295" y="95"/>
                  </a:cubicBezTo>
                  <a:cubicBezTo>
                    <a:pt x="46075" y="95"/>
                    <a:pt x="23908" y="8044"/>
                    <a:pt x="11458" y="36478"/>
                  </a:cubicBezTo>
                  <a:cubicBezTo>
                    <a:pt x="1741" y="57574"/>
                    <a:pt x="222" y="81422"/>
                    <a:pt x="222" y="105881"/>
                  </a:cubicBezTo>
                  <a:cubicBezTo>
                    <a:pt x="222" y="128812"/>
                    <a:pt x="1437" y="156329"/>
                    <a:pt x="13887" y="179565"/>
                  </a:cubicBezTo>
                  <a:cubicBezTo>
                    <a:pt x="26944" y="204330"/>
                    <a:pt x="49112" y="210445"/>
                    <a:pt x="63991" y="210445"/>
                  </a:cubicBezTo>
                  <a:cubicBezTo>
                    <a:pt x="80389" y="210445"/>
                    <a:pt x="103467" y="204024"/>
                    <a:pt x="116828" y="174979"/>
                  </a:cubicBezTo>
                  <a:cubicBezTo>
                    <a:pt x="126545" y="153883"/>
                    <a:pt x="128064" y="130035"/>
                    <a:pt x="128064" y="105881"/>
                  </a:cubicBezTo>
                  <a:close/>
                  <a:moveTo>
                    <a:pt x="63991" y="203718"/>
                  </a:moveTo>
                  <a:cubicBezTo>
                    <a:pt x="52148" y="203718"/>
                    <a:pt x="34232" y="196075"/>
                    <a:pt x="28766" y="166724"/>
                  </a:cubicBezTo>
                  <a:cubicBezTo>
                    <a:pt x="25426" y="148379"/>
                    <a:pt x="25426" y="120251"/>
                    <a:pt x="25426" y="102212"/>
                  </a:cubicBezTo>
                  <a:cubicBezTo>
                    <a:pt x="25426" y="82645"/>
                    <a:pt x="25426" y="62466"/>
                    <a:pt x="27855" y="45956"/>
                  </a:cubicBezTo>
                  <a:cubicBezTo>
                    <a:pt x="33625" y="9573"/>
                    <a:pt x="56400" y="6821"/>
                    <a:pt x="63991" y="6821"/>
                  </a:cubicBezTo>
                  <a:cubicBezTo>
                    <a:pt x="74012" y="6821"/>
                    <a:pt x="94054" y="12324"/>
                    <a:pt x="99823" y="42593"/>
                  </a:cubicBezTo>
                  <a:cubicBezTo>
                    <a:pt x="102860" y="59714"/>
                    <a:pt x="102860" y="82951"/>
                    <a:pt x="102860" y="102212"/>
                  </a:cubicBezTo>
                  <a:cubicBezTo>
                    <a:pt x="102860" y="125143"/>
                    <a:pt x="102860" y="145933"/>
                    <a:pt x="99520" y="165501"/>
                  </a:cubicBezTo>
                  <a:cubicBezTo>
                    <a:pt x="94965" y="194546"/>
                    <a:pt x="77656" y="203718"/>
                    <a:pt x="63991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34" name="Freeform: Shape 1933">
              <a:extLst>
                <a:ext uri="{FF2B5EF4-FFF2-40B4-BE49-F238E27FC236}">
                  <a16:creationId xmlns:a16="http://schemas.microsoft.com/office/drawing/2014/main" id="{9FD9DEF1-3A7E-F013-B12C-4C441A5AB948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9759665" y="3754545"/>
              <a:ext cx="32188" cy="32408"/>
            </a:xfrm>
            <a:custGeom>
              <a:avLst/>
              <a:gdLst>
                <a:gd name="connsiteX0" fmla="*/ 32415 w 32188"/>
                <a:gd name="connsiteY0" fmla="*/ 16299 h 32408"/>
                <a:gd name="connsiteX1" fmla="*/ 16321 w 32188"/>
                <a:gd name="connsiteY1" fmla="*/ 95 h 32408"/>
                <a:gd name="connsiteX2" fmla="*/ 227 w 32188"/>
                <a:gd name="connsiteY2" fmla="*/ 16299 h 32408"/>
                <a:gd name="connsiteX3" fmla="*/ 16321 w 32188"/>
                <a:gd name="connsiteY3" fmla="*/ 32503 h 32408"/>
                <a:gd name="connsiteX4" fmla="*/ 32415 w 32188"/>
                <a:gd name="connsiteY4" fmla="*/ 16299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15" y="16299"/>
                  </a:moveTo>
                  <a:cubicBezTo>
                    <a:pt x="32415" y="7433"/>
                    <a:pt x="25128" y="95"/>
                    <a:pt x="16321" y="95"/>
                  </a:cubicBezTo>
                  <a:cubicBezTo>
                    <a:pt x="7515" y="95"/>
                    <a:pt x="227" y="7433"/>
                    <a:pt x="227" y="16299"/>
                  </a:cubicBezTo>
                  <a:cubicBezTo>
                    <a:pt x="227" y="25166"/>
                    <a:pt x="7515" y="32503"/>
                    <a:pt x="16321" y="32503"/>
                  </a:cubicBezTo>
                  <a:cubicBezTo>
                    <a:pt x="25128" y="32503"/>
                    <a:pt x="32415" y="25166"/>
                    <a:pt x="32415" y="16299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35" name="Freeform: Shape 1934">
              <a:extLst>
                <a:ext uri="{FF2B5EF4-FFF2-40B4-BE49-F238E27FC236}">
                  <a16:creationId xmlns:a16="http://schemas.microsoft.com/office/drawing/2014/main" id="{1EA0996E-D0A8-B9EF-E834-548D2A848E33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9830654" y="3583330"/>
              <a:ext cx="126019" cy="210349"/>
            </a:xfrm>
            <a:custGeom>
              <a:avLst/>
              <a:gdLst>
                <a:gd name="connsiteX0" fmla="*/ 27560 w 126019"/>
                <a:gd name="connsiteY0" fmla="*/ 103435 h 210349"/>
                <a:gd name="connsiteX1" fmla="*/ 27560 w 126019"/>
                <a:gd name="connsiteY1" fmla="*/ 96098 h 210349"/>
                <a:gd name="connsiteX2" fmla="*/ 80700 w 126019"/>
                <a:gd name="connsiteY2" fmla="*/ 7738 h 210349"/>
                <a:gd name="connsiteX3" fmla="*/ 107422 w 126019"/>
                <a:gd name="connsiteY3" fmla="*/ 19968 h 210349"/>
                <a:gd name="connsiteX4" fmla="*/ 90721 w 126019"/>
                <a:gd name="connsiteY4" fmla="*/ 33726 h 210349"/>
                <a:gd name="connsiteX5" fmla="*/ 104689 w 126019"/>
                <a:gd name="connsiteY5" fmla="*/ 47790 h 210349"/>
                <a:gd name="connsiteX6" fmla="*/ 118658 w 126019"/>
                <a:gd name="connsiteY6" fmla="*/ 33115 h 210349"/>
                <a:gd name="connsiteX7" fmla="*/ 80093 w 126019"/>
                <a:gd name="connsiteY7" fmla="*/ 95 h 210349"/>
                <a:gd name="connsiteX8" fmla="*/ 230 w 126019"/>
                <a:gd name="connsiteY8" fmla="*/ 107104 h 210349"/>
                <a:gd name="connsiteX9" fmla="*/ 63695 w 126019"/>
                <a:gd name="connsiteY9" fmla="*/ 210445 h 210349"/>
                <a:gd name="connsiteX10" fmla="*/ 126249 w 126019"/>
                <a:gd name="connsiteY10" fmla="*/ 141347 h 210349"/>
                <a:gd name="connsiteX11" fmla="*/ 65517 w 126019"/>
                <a:gd name="connsiteY11" fmla="*/ 73167 h 210349"/>
                <a:gd name="connsiteX12" fmla="*/ 27560 w 126019"/>
                <a:gd name="connsiteY12" fmla="*/ 103435 h 210349"/>
                <a:gd name="connsiteX13" fmla="*/ 63695 w 126019"/>
                <a:gd name="connsiteY13" fmla="*/ 201884 h 210349"/>
                <a:gd name="connsiteX14" fmla="*/ 33633 w 126019"/>
                <a:gd name="connsiteY14" fmla="*/ 178953 h 210349"/>
                <a:gd name="connsiteX15" fmla="*/ 28167 w 126019"/>
                <a:gd name="connsiteY15" fmla="*/ 134621 h 210349"/>
                <a:gd name="connsiteX16" fmla="*/ 65214 w 126019"/>
                <a:gd name="connsiteY16" fmla="*/ 80199 h 210349"/>
                <a:gd name="connsiteX17" fmla="*/ 93454 w 126019"/>
                <a:gd name="connsiteY17" fmla="*/ 99155 h 210349"/>
                <a:gd name="connsiteX18" fmla="*/ 98920 w 126019"/>
                <a:gd name="connsiteY18" fmla="*/ 141042 h 210349"/>
                <a:gd name="connsiteX19" fmla="*/ 93758 w 126019"/>
                <a:gd name="connsiteY19" fmla="*/ 182011 h 210349"/>
                <a:gd name="connsiteX20" fmla="*/ 63695 w 126019"/>
                <a:gd name="connsiteY20" fmla="*/ 20188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10349">
                  <a:moveTo>
                    <a:pt x="27560" y="103435"/>
                  </a:moveTo>
                  <a:lnTo>
                    <a:pt x="27560" y="96098"/>
                  </a:lnTo>
                  <a:cubicBezTo>
                    <a:pt x="27560" y="18745"/>
                    <a:pt x="65214" y="7738"/>
                    <a:pt x="80700" y="7738"/>
                  </a:cubicBezTo>
                  <a:cubicBezTo>
                    <a:pt x="87988" y="7738"/>
                    <a:pt x="100742" y="9573"/>
                    <a:pt x="107422" y="19968"/>
                  </a:cubicBezTo>
                  <a:cubicBezTo>
                    <a:pt x="102868" y="19968"/>
                    <a:pt x="90721" y="19968"/>
                    <a:pt x="90721" y="33726"/>
                  </a:cubicBezTo>
                  <a:cubicBezTo>
                    <a:pt x="90721" y="43204"/>
                    <a:pt x="98009" y="47790"/>
                    <a:pt x="104689" y="47790"/>
                  </a:cubicBezTo>
                  <a:cubicBezTo>
                    <a:pt x="109548" y="47790"/>
                    <a:pt x="118658" y="45039"/>
                    <a:pt x="118658" y="33115"/>
                  </a:cubicBezTo>
                  <a:cubicBezTo>
                    <a:pt x="118658" y="14770"/>
                    <a:pt x="105297" y="95"/>
                    <a:pt x="80093" y="95"/>
                  </a:cubicBezTo>
                  <a:cubicBezTo>
                    <a:pt x="41224" y="95"/>
                    <a:pt x="230" y="39535"/>
                    <a:pt x="230" y="107104"/>
                  </a:cubicBezTo>
                  <a:cubicBezTo>
                    <a:pt x="230" y="188737"/>
                    <a:pt x="35455" y="210445"/>
                    <a:pt x="63695" y="210445"/>
                  </a:cubicBezTo>
                  <a:cubicBezTo>
                    <a:pt x="97402" y="210445"/>
                    <a:pt x="126249" y="181705"/>
                    <a:pt x="126249" y="141347"/>
                  </a:cubicBezTo>
                  <a:cubicBezTo>
                    <a:pt x="126249" y="102518"/>
                    <a:pt x="99224" y="73167"/>
                    <a:pt x="65517" y="73167"/>
                  </a:cubicBezTo>
                  <a:cubicBezTo>
                    <a:pt x="44868" y="73167"/>
                    <a:pt x="33633" y="88760"/>
                    <a:pt x="27560" y="103435"/>
                  </a:cubicBezTo>
                  <a:close/>
                  <a:moveTo>
                    <a:pt x="63695" y="201884"/>
                  </a:moveTo>
                  <a:cubicBezTo>
                    <a:pt x="44565" y="201884"/>
                    <a:pt x="35455" y="183540"/>
                    <a:pt x="33633" y="178953"/>
                  </a:cubicBezTo>
                  <a:cubicBezTo>
                    <a:pt x="28167" y="164584"/>
                    <a:pt x="28167" y="140124"/>
                    <a:pt x="28167" y="134621"/>
                  </a:cubicBezTo>
                  <a:cubicBezTo>
                    <a:pt x="28167" y="110773"/>
                    <a:pt x="37884" y="80199"/>
                    <a:pt x="65214" y="80199"/>
                  </a:cubicBezTo>
                  <a:cubicBezTo>
                    <a:pt x="70072" y="80199"/>
                    <a:pt x="84041" y="80199"/>
                    <a:pt x="93454" y="99155"/>
                  </a:cubicBezTo>
                  <a:cubicBezTo>
                    <a:pt x="98920" y="110467"/>
                    <a:pt x="98920" y="126060"/>
                    <a:pt x="98920" y="141042"/>
                  </a:cubicBezTo>
                  <a:cubicBezTo>
                    <a:pt x="98920" y="155717"/>
                    <a:pt x="98920" y="171004"/>
                    <a:pt x="93758" y="182011"/>
                  </a:cubicBezTo>
                  <a:cubicBezTo>
                    <a:pt x="84648" y="200355"/>
                    <a:pt x="70679" y="201884"/>
                    <a:pt x="63695" y="20188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36" name="Freeform: Shape 1935">
              <a:extLst>
                <a:ext uri="{FF2B5EF4-FFF2-40B4-BE49-F238E27FC236}">
                  <a16:creationId xmlns:a16="http://schemas.microsoft.com/office/drawing/2014/main" id="{C88C59F6-C75A-E69D-BAB7-54788DBC5C2A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9981574" y="3583330"/>
              <a:ext cx="127841" cy="210349"/>
            </a:xfrm>
            <a:custGeom>
              <a:avLst/>
              <a:gdLst>
                <a:gd name="connsiteX0" fmla="*/ 128076 w 127841"/>
                <a:gd name="connsiteY0" fmla="*/ 105881 h 210349"/>
                <a:gd name="connsiteX1" fmla="*/ 115930 w 127841"/>
                <a:gd name="connsiteY1" fmla="*/ 34338 h 210349"/>
                <a:gd name="connsiteX2" fmla="*/ 64308 w 127841"/>
                <a:gd name="connsiteY2" fmla="*/ 95 h 210349"/>
                <a:gd name="connsiteX3" fmla="*/ 11470 w 127841"/>
                <a:gd name="connsiteY3" fmla="*/ 36478 h 210349"/>
                <a:gd name="connsiteX4" fmla="*/ 235 w 127841"/>
                <a:gd name="connsiteY4" fmla="*/ 105881 h 210349"/>
                <a:gd name="connsiteX5" fmla="*/ 13900 w 127841"/>
                <a:gd name="connsiteY5" fmla="*/ 179565 h 210349"/>
                <a:gd name="connsiteX6" fmla="*/ 64004 w 127841"/>
                <a:gd name="connsiteY6" fmla="*/ 210445 h 210349"/>
                <a:gd name="connsiteX7" fmla="*/ 116841 w 127841"/>
                <a:gd name="connsiteY7" fmla="*/ 174979 h 210349"/>
                <a:gd name="connsiteX8" fmla="*/ 128076 w 127841"/>
                <a:gd name="connsiteY8" fmla="*/ 105881 h 210349"/>
                <a:gd name="connsiteX9" fmla="*/ 64004 w 127841"/>
                <a:gd name="connsiteY9" fmla="*/ 203718 h 210349"/>
                <a:gd name="connsiteX10" fmla="*/ 28779 w 127841"/>
                <a:gd name="connsiteY10" fmla="*/ 166724 h 210349"/>
                <a:gd name="connsiteX11" fmla="*/ 25439 w 127841"/>
                <a:gd name="connsiteY11" fmla="*/ 102212 h 210349"/>
                <a:gd name="connsiteX12" fmla="*/ 27868 w 127841"/>
                <a:gd name="connsiteY12" fmla="*/ 45956 h 210349"/>
                <a:gd name="connsiteX13" fmla="*/ 64004 w 127841"/>
                <a:gd name="connsiteY13" fmla="*/ 6821 h 210349"/>
                <a:gd name="connsiteX14" fmla="*/ 99836 w 127841"/>
                <a:gd name="connsiteY14" fmla="*/ 42593 h 210349"/>
                <a:gd name="connsiteX15" fmla="*/ 102873 w 127841"/>
                <a:gd name="connsiteY15" fmla="*/ 102212 h 210349"/>
                <a:gd name="connsiteX16" fmla="*/ 99532 w 127841"/>
                <a:gd name="connsiteY16" fmla="*/ 165501 h 210349"/>
                <a:gd name="connsiteX17" fmla="*/ 64004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76" y="105881"/>
                  </a:moveTo>
                  <a:cubicBezTo>
                    <a:pt x="128076" y="81422"/>
                    <a:pt x="126558" y="56963"/>
                    <a:pt x="115930" y="34338"/>
                  </a:cubicBezTo>
                  <a:cubicBezTo>
                    <a:pt x="101962" y="4987"/>
                    <a:pt x="77061" y="95"/>
                    <a:pt x="64308" y="95"/>
                  </a:cubicBezTo>
                  <a:cubicBezTo>
                    <a:pt x="46088" y="95"/>
                    <a:pt x="23921" y="8044"/>
                    <a:pt x="11470" y="36478"/>
                  </a:cubicBezTo>
                  <a:cubicBezTo>
                    <a:pt x="1753" y="57574"/>
                    <a:pt x="235" y="81422"/>
                    <a:pt x="235" y="105881"/>
                  </a:cubicBezTo>
                  <a:cubicBezTo>
                    <a:pt x="235" y="128812"/>
                    <a:pt x="1450" y="156329"/>
                    <a:pt x="13900" y="179565"/>
                  </a:cubicBezTo>
                  <a:cubicBezTo>
                    <a:pt x="26957" y="204330"/>
                    <a:pt x="49124" y="210445"/>
                    <a:pt x="64004" y="210445"/>
                  </a:cubicBezTo>
                  <a:cubicBezTo>
                    <a:pt x="80402" y="210445"/>
                    <a:pt x="103480" y="204024"/>
                    <a:pt x="116841" y="174979"/>
                  </a:cubicBezTo>
                  <a:cubicBezTo>
                    <a:pt x="126558" y="153883"/>
                    <a:pt x="128076" y="130035"/>
                    <a:pt x="128076" y="105881"/>
                  </a:cubicBezTo>
                  <a:close/>
                  <a:moveTo>
                    <a:pt x="64004" y="203718"/>
                  </a:moveTo>
                  <a:cubicBezTo>
                    <a:pt x="52161" y="203718"/>
                    <a:pt x="34245" y="196075"/>
                    <a:pt x="28779" y="166724"/>
                  </a:cubicBezTo>
                  <a:cubicBezTo>
                    <a:pt x="25439" y="148379"/>
                    <a:pt x="25439" y="120251"/>
                    <a:pt x="25439" y="102212"/>
                  </a:cubicBezTo>
                  <a:cubicBezTo>
                    <a:pt x="25439" y="82645"/>
                    <a:pt x="25439" y="62466"/>
                    <a:pt x="27868" y="45956"/>
                  </a:cubicBezTo>
                  <a:cubicBezTo>
                    <a:pt x="33638" y="9573"/>
                    <a:pt x="56412" y="6821"/>
                    <a:pt x="64004" y="6821"/>
                  </a:cubicBezTo>
                  <a:cubicBezTo>
                    <a:pt x="74025" y="6821"/>
                    <a:pt x="94066" y="12324"/>
                    <a:pt x="99836" y="42593"/>
                  </a:cubicBezTo>
                  <a:cubicBezTo>
                    <a:pt x="102873" y="59714"/>
                    <a:pt x="102873" y="82951"/>
                    <a:pt x="102873" y="102212"/>
                  </a:cubicBezTo>
                  <a:cubicBezTo>
                    <a:pt x="102873" y="125143"/>
                    <a:pt x="102873" y="145933"/>
                    <a:pt x="99532" y="165501"/>
                  </a:cubicBezTo>
                  <a:cubicBezTo>
                    <a:pt x="94977" y="194546"/>
                    <a:pt x="77669" y="203718"/>
                    <a:pt x="64004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37" name="Freeform: Shape 1936">
              <a:extLst>
                <a:ext uri="{FF2B5EF4-FFF2-40B4-BE49-F238E27FC236}">
                  <a16:creationId xmlns:a16="http://schemas.microsoft.com/office/drawing/2014/main" id="{97D18E63-0F8E-84B5-35BC-27D4EABC26DE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0133406" y="3583330"/>
              <a:ext cx="127841" cy="210349"/>
            </a:xfrm>
            <a:custGeom>
              <a:avLst/>
              <a:gdLst>
                <a:gd name="connsiteX0" fmla="*/ 128081 w 127841"/>
                <a:gd name="connsiteY0" fmla="*/ 105881 h 210349"/>
                <a:gd name="connsiteX1" fmla="*/ 115935 w 127841"/>
                <a:gd name="connsiteY1" fmla="*/ 34338 h 210349"/>
                <a:gd name="connsiteX2" fmla="*/ 64313 w 127841"/>
                <a:gd name="connsiteY2" fmla="*/ 95 h 210349"/>
                <a:gd name="connsiteX3" fmla="*/ 11475 w 127841"/>
                <a:gd name="connsiteY3" fmla="*/ 36478 h 210349"/>
                <a:gd name="connsiteX4" fmla="*/ 240 w 127841"/>
                <a:gd name="connsiteY4" fmla="*/ 105881 h 210349"/>
                <a:gd name="connsiteX5" fmla="*/ 13905 w 127841"/>
                <a:gd name="connsiteY5" fmla="*/ 179565 h 210349"/>
                <a:gd name="connsiteX6" fmla="*/ 64009 w 127841"/>
                <a:gd name="connsiteY6" fmla="*/ 210445 h 210349"/>
                <a:gd name="connsiteX7" fmla="*/ 116846 w 127841"/>
                <a:gd name="connsiteY7" fmla="*/ 174979 h 210349"/>
                <a:gd name="connsiteX8" fmla="*/ 128081 w 127841"/>
                <a:gd name="connsiteY8" fmla="*/ 105881 h 210349"/>
                <a:gd name="connsiteX9" fmla="*/ 64009 w 127841"/>
                <a:gd name="connsiteY9" fmla="*/ 203718 h 210349"/>
                <a:gd name="connsiteX10" fmla="*/ 28784 w 127841"/>
                <a:gd name="connsiteY10" fmla="*/ 166724 h 210349"/>
                <a:gd name="connsiteX11" fmla="*/ 25444 w 127841"/>
                <a:gd name="connsiteY11" fmla="*/ 102212 h 210349"/>
                <a:gd name="connsiteX12" fmla="*/ 27873 w 127841"/>
                <a:gd name="connsiteY12" fmla="*/ 45956 h 210349"/>
                <a:gd name="connsiteX13" fmla="*/ 64009 w 127841"/>
                <a:gd name="connsiteY13" fmla="*/ 6821 h 210349"/>
                <a:gd name="connsiteX14" fmla="*/ 99841 w 127841"/>
                <a:gd name="connsiteY14" fmla="*/ 42593 h 210349"/>
                <a:gd name="connsiteX15" fmla="*/ 102877 w 127841"/>
                <a:gd name="connsiteY15" fmla="*/ 102212 h 210349"/>
                <a:gd name="connsiteX16" fmla="*/ 99537 w 127841"/>
                <a:gd name="connsiteY16" fmla="*/ 165501 h 210349"/>
                <a:gd name="connsiteX17" fmla="*/ 64009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81" y="105881"/>
                  </a:moveTo>
                  <a:cubicBezTo>
                    <a:pt x="128081" y="81422"/>
                    <a:pt x="126563" y="56963"/>
                    <a:pt x="115935" y="34338"/>
                  </a:cubicBezTo>
                  <a:cubicBezTo>
                    <a:pt x="101967" y="4987"/>
                    <a:pt x="77066" y="95"/>
                    <a:pt x="64313" y="95"/>
                  </a:cubicBezTo>
                  <a:cubicBezTo>
                    <a:pt x="46093" y="95"/>
                    <a:pt x="23926" y="8044"/>
                    <a:pt x="11475" y="36478"/>
                  </a:cubicBezTo>
                  <a:cubicBezTo>
                    <a:pt x="1758" y="57574"/>
                    <a:pt x="240" y="81422"/>
                    <a:pt x="240" y="105881"/>
                  </a:cubicBezTo>
                  <a:cubicBezTo>
                    <a:pt x="240" y="128812"/>
                    <a:pt x="1455" y="156329"/>
                    <a:pt x="13905" y="179565"/>
                  </a:cubicBezTo>
                  <a:cubicBezTo>
                    <a:pt x="26962" y="204330"/>
                    <a:pt x="49129" y="210445"/>
                    <a:pt x="64009" y="210445"/>
                  </a:cubicBezTo>
                  <a:cubicBezTo>
                    <a:pt x="80407" y="210445"/>
                    <a:pt x="103485" y="204024"/>
                    <a:pt x="116846" y="174979"/>
                  </a:cubicBezTo>
                  <a:cubicBezTo>
                    <a:pt x="126563" y="153883"/>
                    <a:pt x="128081" y="130035"/>
                    <a:pt x="128081" y="105881"/>
                  </a:cubicBezTo>
                  <a:close/>
                  <a:moveTo>
                    <a:pt x="64009" y="203718"/>
                  </a:moveTo>
                  <a:cubicBezTo>
                    <a:pt x="52166" y="203718"/>
                    <a:pt x="34250" y="196075"/>
                    <a:pt x="28784" y="166724"/>
                  </a:cubicBezTo>
                  <a:cubicBezTo>
                    <a:pt x="25444" y="148379"/>
                    <a:pt x="25444" y="120251"/>
                    <a:pt x="25444" y="102212"/>
                  </a:cubicBezTo>
                  <a:cubicBezTo>
                    <a:pt x="25444" y="82645"/>
                    <a:pt x="25444" y="62466"/>
                    <a:pt x="27873" y="45956"/>
                  </a:cubicBezTo>
                  <a:cubicBezTo>
                    <a:pt x="33643" y="9573"/>
                    <a:pt x="56417" y="6821"/>
                    <a:pt x="64009" y="6821"/>
                  </a:cubicBezTo>
                  <a:cubicBezTo>
                    <a:pt x="74030" y="6821"/>
                    <a:pt x="94071" y="12324"/>
                    <a:pt x="99841" y="42593"/>
                  </a:cubicBezTo>
                  <a:cubicBezTo>
                    <a:pt x="102877" y="59714"/>
                    <a:pt x="102877" y="82951"/>
                    <a:pt x="102877" y="102212"/>
                  </a:cubicBezTo>
                  <a:cubicBezTo>
                    <a:pt x="102877" y="125143"/>
                    <a:pt x="102877" y="145933"/>
                    <a:pt x="99537" y="165501"/>
                  </a:cubicBezTo>
                  <a:cubicBezTo>
                    <a:pt x="94982" y="194546"/>
                    <a:pt x="77674" y="203718"/>
                    <a:pt x="64009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38" name="Freeform: Shape 1937">
              <a:extLst>
                <a:ext uri="{FF2B5EF4-FFF2-40B4-BE49-F238E27FC236}">
                  <a16:creationId xmlns:a16="http://schemas.microsoft.com/office/drawing/2014/main" id="{ACD314FD-FACE-2590-F47B-00EDAD55C801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0541753" y="353013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0" name="Freeform: Shape 1939">
              <a:extLst>
                <a:ext uri="{FF2B5EF4-FFF2-40B4-BE49-F238E27FC236}">
                  <a16:creationId xmlns:a16="http://schemas.microsoft.com/office/drawing/2014/main" id="{97E347EC-5BC6-2480-7DA2-59C6C531506C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0849284" y="3583330"/>
              <a:ext cx="100208" cy="203623"/>
            </a:xfrm>
            <a:custGeom>
              <a:avLst/>
              <a:gdLst>
                <a:gd name="connsiteX0" fmla="*/ 62514 w 100208"/>
                <a:gd name="connsiteY0" fmla="*/ 8044 h 203623"/>
                <a:gd name="connsiteX1" fmla="*/ 55529 w 100208"/>
                <a:gd name="connsiteY1" fmla="*/ 95 h 203623"/>
                <a:gd name="connsiteX2" fmla="*/ 263 w 100208"/>
                <a:gd name="connsiteY2" fmla="*/ 19662 h 203623"/>
                <a:gd name="connsiteX3" fmla="*/ 263 w 100208"/>
                <a:gd name="connsiteY3" fmla="*/ 29140 h 203623"/>
                <a:gd name="connsiteX4" fmla="*/ 40043 w 100208"/>
                <a:gd name="connsiteY4" fmla="*/ 21191 h 203623"/>
                <a:gd name="connsiteX5" fmla="*/ 40043 w 100208"/>
                <a:gd name="connsiteY5" fmla="*/ 179565 h 203623"/>
                <a:gd name="connsiteX6" fmla="*/ 11802 w 100208"/>
                <a:gd name="connsiteY6" fmla="*/ 194240 h 203623"/>
                <a:gd name="connsiteX7" fmla="*/ 2085 w 100208"/>
                <a:gd name="connsiteY7" fmla="*/ 194240 h 203623"/>
                <a:gd name="connsiteX8" fmla="*/ 2085 w 100208"/>
                <a:gd name="connsiteY8" fmla="*/ 203718 h 203623"/>
                <a:gd name="connsiteX9" fmla="*/ 51278 w 100208"/>
                <a:gd name="connsiteY9" fmla="*/ 202801 h 203623"/>
                <a:gd name="connsiteX10" fmla="*/ 100471 w 100208"/>
                <a:gd name="connsiteY10" fmla="*/ 203718 h 203623"/>
                <a:gd name="connsiteX11" fmla="*/ 100471 w 100208"/>
                <a:gd name="connsiteY11" fmla="*/ 194240 h 203623"/>
                <a:gd name="connsiteX12" fmla="*/ 90754 w 100208"/>
                <a:gd name="connsiteY12" fmla="*/ 194240 h 203623"/>
                <a:gd name="connsiteX13" fmla="*/ 62514 w 100208"/>
                <a:gd name="connsiteY13" fmla="*/ 179565 h 203623"/>
                <a:gd name="connsiteX14" fmla="*/ 62514 w 100208"/>
                <a:gd name="connsiteY14" fmla="*/ 8044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514" y="8044"/>
                  </a:moveTo>
                  <a:cubicBezTo>
                    <a:pt x="62514" y="706"/>
                    <a:pt x="62514" y="95"/>
                    <a:pt x="55529" y="95"/>
                  </a:cubicBezTo>
                  <a:cubicBezTo>
                    <a:pt x="36702" y="19662"/>
                    <a:pt x="9980" y="19662"/>
                    <a:pt x="263" y="19662"/>
                  </a:cubicBezTo>
                  <a:lnTo>
                    <a:pt x="263" y="29140"/>
                  </a:lnTo>
                  <a:cubicBezTo>
                    <a:pt x="6336" y="29140"/>
                    <a:pt x="24252" y="29140"/>
                    <a:pt x="40043" y="21191"/>
                  </a:cubicBezTo>
                  <a:lnTo>
                    <a:pt x="40043" y="179565"/>
                  </a:lnTo>
                  <a:cubicBezTo>
                    <a:pt x="40043" y="190572"/>
                    <a:pt x="39132" y="194240"/>
                    <a:pt x="11802" y="194240"/>
                  </a:cubicBezTo>
                  <a:lnTo>
                    <a:pt x="2085" y="194240"/>
                  </a:lnTo>
                  <a:lnTo>
                    <a:pt x="2085" y="203718"/>
                  </a:lnTo>
                  <a:cubicBezTo>
                    <a:pt x="12713" y="202801"/>
                    <a:pt x="39132" y="202801"/>
                    <a:pt x="51278" y="202801"/>
                  </a:cubicBezTo>
                  <a:cubicBezTo>
                    <a:pt x="63425" y="202801"/>
                    <a:pt x="89843" y="202801"/>
                    <a:pt x="100471" y="203718"/>
                  </a:cubicBezTo>
                  <a:lnTo>
                    <a:pt x="100471" y="194240"/>
                  </a:lnTo>
                  <a:lnTo>
                    <a:pt x="90754" y="194240"/>
                  </a:lnTo>
                  <a:cubicBezTo>
                    <a:pt x="63425" y="194240"/>
                    <a:pt x="62514" y="190877"/>
                    <a:pt x="62514" y="179565"/>
                  </a:cubicBezTo>
                  <a:lnTo>
                    <a:pt x="62514" y="8044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1" name="Freeform: Shape 1940">
              <a:extLst>
                <a:ext uri="{FF2B5EF4-FFF2-40B4-BE49-F238E27FC236}">
                  <a16:creationId xmlns:a16="http://schemas.microsoft.com/office/drawing/2014/main" id="{2EB64A96-747B-1A3E-30A5-260FDDD46BD8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1000204" y="3754545"/>
              <a:ext cx="32188" cy="32408"/>
            </a:xfrm>
            <a:custGeom>
              <a:avLst/>
              <a:gdLst>
                <a:gd name="connsiteX0" fmla="*/ 32456 w 32188"/>
                <a:gd name="connsiteY0" fmla="*/ 16299 h 32408"/>
                <a:gd name="connsiteX1" fmla="*/ 16362 w 32188"/>
                <a:gd name="connsiteY1" fmla="*/ 95 h 32408"/>
                <a:gd name="connsiteX2" fmla="*/ 268 w 32188"/>
                <a:gd name="connsiteY2" fmla="*/ 16299 h 32408"/>
                <a:gd name="connsiteX3" fmla="*/ 16362 w 32188"/>
                <a:gd name="connsiteY3" fmla="*/ 32503 h 32408"/>
                <a:gd name="connsiteX4" fmla="*/ 32456 w 32188"/>
                <a:gd name="connsiteY4" fmla="*/ 16299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56" y="16299"/>
                  </a:moveTo>
                  <a:cubicBezTo>
                    <a:pt x="32456" y="7433"/>
                    <a:pt x="25168" y="95"/>
                    <a:pt x="16362" y="95"/>
                  </a:cubicBezTo>
                  <a:cubicBezTo>
                    <a:pt x="7556" y="95"/>
                    <a:pt x="268" y="7433"/>
                    <a:pt x="268" y="16299"/>
                  </a:cubicBezTo>
                  <a:cubicBezTo>
                    <a:pt x="268" y="25166"/>
                    <a:pt x="7556" y="32503"/>
                    <a:pt x="16362" y="32503"/>
                  </a:cubicBezTo>
                  <a:cubicBezTo>
                    <a:pt x="25168" y="32503"/>
                    <a:pt x="32456" y="25166"/>
                    <a:pt x="32456" y="16299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2" name="Freeform: Shape 1941">
              <a:extLst>
                <a:ext uri="{FF2B5EF4-FFF2-40B4-BE49-F238E27FC236}">
                  <a16:creationId xmlns:a16="http://schemas.microsoft.com/office/drawing/2014/main" id="{0EC6F4F1-06CA-1544-6115-55AFB2FF6C37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1070283" y="3583330"/>
              <a:ext cx="127841" cy="210349"/>
            </a:xfrm>
            <a:custGeom>
              <a:avLst/>
              <a:gdLst>
                <a:gd name="connsiteX0" fmla="*/ 128112 w 127841"/>
                <a:gd name="connsiteY0" fmla="*/ 105881 h 210349"/>
                <a:gd name="connsiteX1" fmla="*/ 115966 w 127841"/>
                <a:gd name="connsiteY1" fmla="*/ 34338 h 210349"/>
                <a:gd name="connsiteX2" fmla="*/ 64343 w 127841"/>
                <a:gd name="connsiteY2" fmla="*/ 95 h 210349"/>
                <a:gd name="connsiteX3" fmla="*/ 11506 w 127841"/>
                <a:gd name="connsiteY3" fmla="*/ 36478 h 210349"/>
                <a:gd name="connsiteX4" fmla="*/ 271 w 127841"/>
                <a:gd name="connsiteY4" fmla="*/ 105881 h 210349"/>
                <a:gd name="connsiteX5" fmla="*/ 13935 w 127841"/>
                <a:gd name="connsiteY5" fmla="*/ 179565 h 210349"/>
                <a:gd name="connsiteX6" fmla="*/ 64040 w 127841"/>
                <a:gd name="connsiteY6" fmla="*/ 210445 h 210349"/>
                <a:gd name="connsiteX7" fmla="*/ 116877 w 127841"/>
                <a:gd name="connsiteY7" fmla="*/ 174979 h 210349"/>
                <a:gd name="connsiteX8" fmla="*/ 128112 w 127841"/>
                <a:gd name="connsiteY8" fmla="*/ 105881 h 210349"/>
                <a:gd name="connsiteX9" fmla="*/ 64040 w 127841"/>
                <a:gd name="connsiteY9" fmla="*/ 203718 h 210349"/>
                <a:gd name="connsiteX10" fmla="*/ 28815 w 127841"/>
                <a:gd name="connsiteY10" fmla="*/ 166724 h 210349"/>
                <a:gd name="connsiteX11" fmla="*/ 25475 w 127841"/>
                <a:gd name="connsiteY11" fmla="*/ 102212 h 210349"/>
                <a:gd name="connsiteX12" fmla="*/ 27904 w 127841"/>
                <a:gd name="connsiteY12" fmla="*/ 45956 h 210349"/>
                <a:gd name="connsiteX13" fmla="*/ 64040 w 127841"/>
                <a:gd name="connsiteY13" fmla="*/ 6821 h 210349"/>
                <a:gd name="connsiteX14" fmla="*/ 99872 w 127841"/>
                <a:gd name="connsiteY14" fmla="*/ 42593 h 210349"/>
                <a:gd name="connsiteX15" fmla="*/ 102908 w 127841"/>
                <a:gd name="connsiteY15" fmla="*/ 102212 h 210349"/>
                <a:gd name="connsiteX16" fmla="*/ 99568 w 127841"/>
                <a:gd name="connsiteY16" fmla="*/ 165501 h 210349"/>
                <a:gd name="connsiteX17" fmla="*/ 64040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12" y="105881"/>
                  </a:moveTo>
                  <a:cubicBezTo>
                    <a:pt x="128112" y="81422"/>
                    <a:pt x="126594" y="56963"/>
                    <a:pt x="115966" y="34338"/>
                  </a:cubicBezTo>
                  <a:cubicBezTo>
                    <a:pt x="101997" y="4987"/>
                    <a:pt x="77097" y="95"/>
                    <a:pt x="64343" y="95"/>
                  </a:cubicBezTo>
                  <a:cubicBezTo>
                    <a:pt x="46124" y="95"/>
                    <a:pt x="23956" y="8044"/>
                    <a:pt x="11506" y="36478"/>
                  </a:cubicBezTo>
                  <a:cubicBezTo>
                    <a:pt x="1789" y="57574"/>
                    <a:pt x="271" y="81422"/>
                    <a:pt x="271" y="105881"/>
                  </a:cubicBezTo>
                  <a:cubicBezTo>
                    <a:pt x="271" y="128812"/>
                    <a:pt x="1485" y="156329"/>
                    <a:pt x="13935" y="179565"/>
                  </a:cubicBezTo>
                  <a:cubicBezTo>
                    <a:pt x="26993" y="204330"/>
                    <a:pt x="49160" y="210445"/>
                    <a:pt x="64040" y="210445"/>
                  </a:cubicBezTo>
                  <a:cubicBezTo>
                    <a:pt x="80437" y="210445"/>
                    <a:pt x="103516" y="204024"/>
                    <a:pt x="116877" y="174979"/>
                  </a:cubicBezTo>
                  <a:cubicBezTo>
                    <a:pt x="126594" y="153883"/>
                    <a:pt x="128112" y="130035"/>
                    <a:pt x="128112" y="105881"/>
                  </a:cubicBezTo>
                  <a:close/>
                  <a:moveTo>
                    <a:pt x="64040" y="203718"/>
                  </a:moveTo>
                  <a:cubicBezTo>
                    <a:pt x="52197" y="203718"/>
                    <a:pt x="34281" y="196075"/>
                    <a:pt x="28815" y="166724"/>
                  </a:cubicBezTo>
                  <a:cubicBezTo>
                    <a:pt x="25475" y="148379"/>
                    <a:pt x="25475" y="120251"/>
                    <a:pt x="25475" y="102212"/>
                  </a:cubicBezTo>
                  <a:cubicBezTo>
                    <a:pt x="25475" y="82645"/>
                    <a:pt x="25475" y="62466"/>
                    <a:pt x="27904" y="45956"/>
                  </a:cubicBezTo>
                  <a:cubicBezTo>
                    <a:pt x="33673" y="9573"/>
                    <a:pt x="56448" y="6821"/>
                    <a:pt x="64040" y="6821"/>
                  </a:cubicBezTo>
                  <a:cubicBezTo>
                    <a:pt x="74060" y="6821"/>
                    <a:pt x="94102" y="12324"/>
                    <a:pt x="99872" y="42593"/>
                  </a:cubicBezTo>
                  <a:cubicBezTo>
                    <a:pt x="102908" y="59714"/>
                    <a:pt x="102908" y="82951"/>
                    <a:pt x="102908" y="102212"/>
                  </a:cubicBezTo>
                  <a:cubicBezTo>
                    <a:pt x="102908" y="125143"/>
                    <a:pt x="102908" y="145933"/>
                    <a:pt x="99568" y="165501"/>
                  </a:cubicBezTo>
                  <a:cubicBezTo>
                    <a:pt x="95013" y="194546"/>
                    <a:pt x="77704" y="203718"/>
                    <a:pt x="64040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3" name="Freeform: Shape 1942">
              <a:extLst>
                <a:ext uri="{FF2B5EF4-FFF2-40B4-BE49-F238E27FC236}">
                  <a16:creationId xmlns:a16="http://schemas.microsoft.com/office/drawing/2014/main" id="{63CC0D4C-058D-3037-DDD6-A25AD713D045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1222114" y="3583330"/>
              <a:ext cx="127841" cy="210349"/>
            </a:xfrm>
            <a:custGeom>
              <a:avLst/>
              <a:gdLst>
                <a:gd name="connsiteX0" fmla="*/ 128117 w 127841"/>
                <a:gd name="connsiteY0" fmla="*/ 105881 h 210349"/>
                <a:gd name="connsiteX1" fmla="*/ 115971 w 127841"/>
                <a:gd name="connsiteY1" fmla="*/ 34338 h 210349"/>
                <a:gd name="connsiteX2" fmla="*/ 64348 w 127841"/>
                <a:gd name="connsiteY2" fmla="*/ 95 h 210349"/>
                <a:gd name="connsiteX3" fmla="*/ 11511 w 127841"/>
                <a:gd name="connsiteY3" fmla="*/ 36478 h 210349"/>
                <a:gd name="connsiteX4" fmla="*/ 276 w 127841"/>
                <a:gd name="connsiteY4" fmla="*/ 105881 h 210349"/>
                <a:gd name="connsiteX5" fmla="*/ 13940 w 127841"/>
                <a:gd name="connsiteY5" fmla="*/ 179565 h 210349"/>
                <a:gd name="connsiteX6" fmla="*/ 64045 w 127841"/>
                <a:gd name="connsiteY6" fmla="*/ 210445 h 210349"/>
                <a:gd name="connsiteX7" fmla="*/ 116882 w 127841"/>
                <a:gd name="connsiteY7" fmla="*/ 174979 h 210349"/>
                <a:gd name="connsiteX8" fmla="*/ 128117 w 127841"/>
                <a:gd name="connsiteY8" fmla="*/ 105881 h 210349"/>
                <a:gd name="connsiteX9" fmla="*/ 64045 w 127841"/>
                <a:gd name="connsiteY9" fmla="*/ 203718 h 210349"/>
                <a:gd name="connsiteX10" fmla="*/ 28820 w 127841"/>
                <a:gd name="connsiteY10" fmla="*/ 166724 h 210349"/>
                <a:gd name="connsiteX11" fmla="*/ 25480 w 127841"/>
                <a:gd name="connsiteY11" fmla="*/ 102212 h 210349"/>
                <a:gd name="connsiteX12" fmla="*/ 27909 w 127841"/>
                <a:gd name="connsiteY12" fmla="*/ 45956 h 210349"/>
                <a:gd name="connsiteX13" fmla="*/ 64045 w 127841"/>
                <a:gd name="connsiteY13" fmla="*/ 6821 h 210349"/>
                <a:gd name="connsiteX14" fmla="*/ 99877 w 127841"/>
                <a:gd name="connsiteY14" fmla="*/ 42593 h 210349"/>
                <a:gd name="connsiteX15" fmla="*/ 102913 w 127841"/>
                <a:gd name="connsiteY15" fmla="*/ 102212 h 210349"/>
                <a:gd name="connsiteX16" fmla="*/ 99573 w 127841"/>
                <a:gd name="connsiteY16" fmla="*/ 165501 h 210349"/>
                <a:gd name="connsiteX17" fmla="*/ 64045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17" y="105881"/>
                  </a:moveTo>
                  <a:cubicBezTo>
                    <a:pt x="128117" y="81422"/>
                    <a:pt x="126599" y="56963"/>
                    <a:pt x="115971" y="34338"/>
                  </a:cubicBezTo>
                  <a:cubicBezTo>
                    <a:pt x="102002" y="4987"/>
                    <a:pt x="77102" y="95"/>
                    <a:pt x="64348" y="95"/>
                  </a:cubicBezTo>
                  <a:cubicBezTo>
                    <a:pt x="46129" y="95"/>
                    <a:pt x="23961" y="8044"/>
                    <a:pt x="11511" y="36478"/>
                  </a:cubicBezTo>
                  <a:cubicBezTo>
                    <a:pt x="1794" y="57574"/>
                    <a:pt x="276" y="81422"/>
                    <a:pt x="276" y="105881"/>
                  </a:cubicBezTo>
                  <a:cubicBezTo>
                    <a:pt x="276" y="128812"/>
                    <a:pt x="1490" y="156329"/>
                    <a:pt x="13940" y="179565"/>
                  </a:cubicBezTo>
                  <a:cubicBezTo>
                    <a:pt x="26998" y="204330"/>
                    <a:pt x="49165" y="210445"/>
                    <a:pt x="64045" y="210445"/>
                  </a:cubicBezTo>
                  <a:cubicBezTo>
                    <a:pt x="80442" y="210445"/>
                    <a:pt x="103521" y="204024"/>
                    <a:pt x="116882" y="174979"/>
                  </a:cubicBezTo>
                  <a:cubicBezTo>
                    <a:pt x="126599" y="153883"/>
                    <a:pt x="128117" y="130035"/>
                    <a:pt x="128117" y="105881"/>
                  </a:cubicBezTo>
                  <a:close/>
                  <a:moveTo>
                    <a:pt x="64045" y="203718"/>
                  </a:moveTo>
                  <a:cubicBezTo>
                    <a:pt x="52202" y="203718"/>
                    <a:pt x="34286" y="196075"/>
                    <a:pt x="28820" y="166724"/>
                  </a:cubicBezTo>
                  <a:cubicBezTo>
                    <a:pt x="25480" y="148379"/>
                    <a:pt x="25480" y="120251"/>
                    <a:pt x="25480" y="102212"/>
                  </a:cubicBezTo>
                  <a:cubicBezTo>
                    <a:pt x="25480" y="82645"/>
                    <a:pt x="25480" y="62466"/>
                    <a:pt x="27909" y="45956"/>
                  </a:cubicBezTo>
                  <a:cubicBezTo>
                    <a:pt x="33678" y="9573"/>
                    <a:pt x="56453" y="6821"/>
                    <a:pt x="64045" y="6821"/>
                  </a:cubicBezTo>
                  <a:cubicBezTo>
                    <a:pt x="74065" y="6821"/>
                    <a:pt x="94107" y="12324"/>
                    <a:pt x="99877" y="42593"/>
                  </a:cubicBezTo>
                  <a:cubicBezTo>
                    <a:pt x="102913" y="59714"/>
                    <a:pt x="102913" y="82951"/>
                    <a:pt x="102913" y="102212"/>
                  </a:cubicBezTo>
                  <a:cubicBezTo>
                    <a:pt x="102913" y="125143"/>
                    <a:pt x="102913" y="145933"/>
                    <a:pt x="99573" y="165501"/>
                  </a:cubicBezTo>
                  <a:cubicBezTo>
                    <a:pt x="95018" y="194546"/>
                    <a:pt x="77709" y="203718"/>
                    <a:pt x="64045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4" name="Freeform: Shape 1943">
              <a:extLst>
                <a:ext uri="{FF2B5EF4-FFF2-40B4-BE49-F238E27FC236}">
                  <a16:creationId xmlns:a16="http://schemas.microsoft.com/office/drawing/2014/main" id="{294EB25C-34CF-E806-532A-470E4468A083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1373945" y="3583330"/>
              <a:ext cx="127841" cy="210349"/>
            </a:xfrm>
            <a:custGeom>
              <a:avLst/>
              <a:gdLst>
                <a:gd name="connsiteX0" fmla="*/ 128122 w 127841"/>
                <a:gd name="connsiteY0" fmla="*/ 105881 h 210349"/>
                <a:gd name="connsiteX1" fmla="*/ 115976 w 127841"/>
                <a:gd name="connsiteY1" fmla="*/ 34338 h 210349"/>
                <a:gd name="connsiteX2" fmla="*/ 64353 w 127841"/>
                <a:gd name="connsiteY2" fmla="*/ 95 h 210349"/>
                <a:gd name="connsiteX3" fmla="*/ 11516 w 127841"/>
                <a:gd name="connsiteY3" fmla="*/ 36478 h 210349"/>
                <a:gd name="connsiteX4" fmla="*/ 281 w 127841"/>
                <a:gd name="connsiteY4" fmla="*/ 105881 h 210349"/>
                <a:gd name="connsiteX5" fmla="*/ 13945 w 127841"/>
                <a:gd name="connsiteY5" fmla="*/ 179565 h 210349"/>
                <a:gd name="connsiteX6" fmla="*/ 64050 w 127841"/>
                <a:gd name="connsiteY6" fmla="*/ 210445 h 210349"/>
                <a:gd name="connsiteX7" fmla="*/ 116887 w 127841"/>
                <a:gd name="connsiteY7" fmla="*/ 174979 h 210349"/>
                <a:gd name="connsiteX8" fmla="*/ 128122 w 127841"/>
                <a:gd name="connsiteY8" fmla="*/ 105881 h 210349"/>
                <a:gd name="connsiteX9" fmla="*/ 64050 w 127841"/>
                <a:gd name="connsiteY9" fmla="*/ 203718 h 210349"/>
                <a:gd name="connsiteX10" fmla="*/ 28825 w 127841"/>
                <a:gd name="connsiteY10" fmla="*/ 166724 h 210349"/>
                <a:gd name="connsiteX11" fmla="*/ 25485 w 127841"/>
                <a:gd name="connsiteY11" fmla="*/ 102212 h 210349"/>
                <a:gd name="connsiteX12" fmla="*/ 27914 w 127841"/>
                <a:gd name="connsiteY12" fmla="*/ 45956 h 210349"/>
                <a:gd name="connsiteX13" fmla="*/ 64050 w 127841"/>
                <a:gd name="connsiteY13" fmla="*/ 6821 h 210349"/>
                <a:gd name="connsiteX14" fmla="*/ 99882 w 127841"/>
                <a:gd name="connsiteY14" fmla="*/ 42593 h 210349"/>
                <a:gd name="connsiteX15" fmla="*/ 102918 w 127841"/>
                <a:gd name="connsiteY15" fmla="*/ 102212 h 210349"/>
                <a:gd name="connsiteX16" fmla="*/ 99578 w 127841"/>
                <a:gd name="connsiteY16" fmla="*/ 165501 h 210349"/>
                <a:gd name="connsiteX17" fmla="*/ 64050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22" y="105881"/>
                  </a:moveTo>
                  <a:cubicBezTo>
                    <a:pt x="128122" y="81422"/>
                    <a:pt x="126604" y="56963"/>
                    <a:pt x="115976" y="34338"/>
                  </a:cubicBezTo>
                  <a:cubicBezTo>
                    <a:pt x="102007" y="4987"/>
                    <a:pt x="77107" y="95"/>
                    <a:pt x="64353" y="95"/>
                  </a:cubicBezTo>
                  <a:cubicBezTo>
                    <a:pt x="46134" y="95"/>
                    <a:pt x="23966" y="8044"/>
                    <a:pt x="11516" y="36478"/>
                  </a:cubicBezTo>
                  <a:cubicBezTo>
                    <a:pt x="1799" y="57574"/>
                    <a:pt x="281" y="81422"/>
                    <a:pt x="281" y="105881"/>
                  </a:cubicBezTo>
                  <a:cubicBezTo>
                    <a:pt x="281" y="128812"/>
                    <a:pt x="1495" y="156329"/>
                    <a:pt x="13945" y="179565"/>
                  </a:cubicBezTo>
                  <a:cubicBezTo>
                    <a:pt x="27003" y="204330"/>
                    <a:pt x="49170" y="210445"/>
                    <a:pt x="64050" y="210445"/>
                  </a:cubicBezTo>
                  <a:cubicBezTo>
                    <a:pt x="80447" y="210445"/>
                    <a:pt x="103526" y="204024"/>
                    <a:pt x="116887" y="174979"/>
                  </a:cubicBezTo>
                  <a:cubicBezTo>
                    <a:pt x="126604" y="153883"/>
                    <a:pt x="128122" y="130035"/>
                    <a:pt x="128122" y="105881"/>
                  </a:cubicBezTo>
                  <a:close/>
                  <a:moveTo>
                    <a:pt x="64050" y="203718"/>
                  </a:moveTo>
                  <a:cubicBezTo>
                    <a:pt x="52207" y="203718"/>
                    <a:pt x="34291" y="196075"/>
                    <a:pt x="28825" y="166724"/>
                  </a:cubicBezTo>
                  <a:cubicBezTo>
                    <a:pt x="25485" y="148379"/>
                    <a:pt x="25485" y="120251"/>
                    <a:pt x="25485" y="102212"/>
                  </a:cubicBezTo>
                  <a:cubicBezTo>
                    <a:pt x="25485" y="82645"/>
                    <a:pt x="25485" y="62466"/>
                    <a:pt x="27914" y="45956"/>
                  </a:cubicBezTo>
                  <a:cubicBezTo>
                    <a:pt x="33683" y="9573"/>
                    <a:pt x="56458" y="6821"/>
                    <a:pt x="64050" y="6821"/>
                  </a:cubicBezTo>
                  <a:cubicBezTo>
                    <a:pt x="74070" y="6821"/>
                    <a:pt x="94112" y="12324"/>
                    <a:pt x="99882" y="42593"/>
                  </a:cubicBezTo>
                  <a:cubicBezTo>
                    <a:pt x="102918" y="59714"/>
                    <a:pt x="102918" y="82951"/>
                    <a:pt x="102918" y="102212"/>
                  </a:cubicBezTo>
                  <a:cubicBezTo>
                    <a:pt x="102918" y="125143"/>
                    <a:pt x="102918" y="145933"/>
                    <a:pt x="99578" y="165501"/>
                  </a:cubicBezTo>
                  <a:cubicBezTo>
                    <a:pt x="95023" y="194546"/>
                    <a:pt x="77714" y="203718"/>
                    <a:pt x="64050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5" name="Freeform: Shape 1944">
              <a:extLst>
                <a:ext uri="{FF2B5EF4-FFF2-40B4-BE49-F238E27FC236}">
                  <a16:creationId xmlns:a16="http://schemas.microsoft.com/office/drawing/2014/main" id="{EA0C3BD7-75B1-7D3F-CB22-4CEDE7A1CC89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1782292" y="353013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7" name="Freeform: Shape 1946">
              <a:extLst>
                <a:ext uri="{FF2B5EF4-FFF2-40B4-BE49-F238E27FC236}">
                  <a16:creationId xmlns:a16="http://schemas.microsoft.com/office/drawing/2014/main" id="{B619BB56-3D22-74CA-0835-4F4B9E7AAD9D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2074640" y="3583330"/>
              <a:ext cx="127841" cy="210349"/>
            </a:xfrm>
            <a:custGeom>
              <a:avLst/>
              <a:gdLst>
                <a:gd name="connsiteX0" fmla="*/ 128145 w 127841"/>
                <a:gd name="connsiteY0" fmla="*/ 105881 h 210349"/>
                <a:gd name="connsiteX1" fmla="*/ 115999 w 127841"/>
                <a:gd name="connsiteY1" fmla="*/ 34338 h 210349"/>
                <a:gd name="connsiteX2" fmla="*/ 64376 w 127841"/>
                <a:gd name="connsiteY2" fmla="*/ 95 h 210349"/>
                <a:gd name="connsiteX3" fmla="*/ 11539 w 127841"/>
                <a:gd name="connsiteY3" fmla="*/ 36478 h 210349"/>
                <a:gd name="connsiteX4" fmla="*/ 304 w 127841"/>
                <a:gd name="connsiteY4" fmla="*/ 105881 h 210349"/>
                <a:gd name="connsiteX5" fmla="*/ 13968 w 127841"/>
                <a:gd name="connsiteY5" fmla="*/ 179565 h 210349"/>
                <a:gd name="connsiteX6" fmla="*/ 64073 w 127841"/>
                <a:gd name="connsiteY6" fmla="*/ 210445 h 210349"/>
                <a:gd name="connsiteX7" fmla="*/ 116910 w 127841"/>
                <a:gd name="connsiteY7" fmla="*/ 174979 h 210349"/>
                <a:gd name="connsiteX8" fmla="*/ 128145 w 127841"/>
                <a:gd name="connsiteY8" fmla="*/ 105881 h 210349"/>
                <a:gd name="connsiteX9" fmla="*/ 64073 w 127841"/>
                <a:gd name="connsiteY9" fmla="*/ 203718 h 210349"/>
                <a:gd name="connsiteX10" fmla="*/ 28848 w 127841"/>
                <a:gd name="connsiteY10" fmla="*/ 166724 h 210349"/>
                <a:gd name="connsiteX11" fmla="*/ 25508 w 127841"/>
                <a:gd name="connsiteY11" fmla="*/ 102212 h 210349"/>
                <a:gd name="connsiteX12" fmla="*/ 27937 w 127841"/>
                <a:gd name="connsiteY12" fmla="*/ 45956 h 210349"/>
                <a:gd name="connsiteX13" fmla="*/ 64073 w 127841"/>
                <a:gd name="connsiteY13" fmla="*/ 6821 h 210349"/>
                <a:gd name="connsiteX14" fmla="*/ 99905 w 127841"/>
                <a:gd name="connsiteY14" fmla="*/ 42593 h 210349"/>
                <a:gd name="connsiteX15" fmla="*/ 102941 w 127841"/>
                <a:gd name="connsiteY15" fmla="*/ 102212 h 210349"/>
                <a:gd name="connsiteX16" fmla="*/ 99601 w 127841"/>
                <a:gd name="connsiteY16" fmla="*/ 165501 h 210349"/>
                <a:gd name="connsiteX17" fmla="*/ 64073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45" y="105881"/>
                  </a:moveTo>
                  <a:cubicBezTo>
                    <a:pt x="128145" y="81422"/>
                    <a:pt x="126627" y="56963"/>
                    <a:pt x="115999" y="34338"/>
                  </a:cubicBezTo>
                  <a:cubicBezTo>
                    <a:pt x="102030" y="4987"/>
                    <a:pt x="77130" y="95"/>
                    <a:pt x="64376" y="95"/>
                  </a:cubicBezTo>
                  <a:cubicBezTo>
                    <a:pt x="46157" y="95"/>
                    <a:pt x="23989" y="8044"/>
                    <a:pt x="11539" y="36478"/>
                  </a:cubicBezTo>
                  <a:cubicBezTo>
                    <a:pt x="1822" y="57574"/>
                    <a:pt x="304" y="81422"/>
                    <a:pt x="304" y="105881"/>
                  </a:cubicBezTo>
                  <a:cubicBezTo>
                    <a:pt x="304" y="128812"/>
                    <a:pt x="1518" y="156329"/>
                    <a:pt x="13968" y="179565"/>
                  </a:cubicBezTo>
                  <a:cubicBezTo>
                    <a:pt x="27026" y="204330"/>
                    <a:pt x="49193" y="210445"/>
                    <a:pt x="64073" y="210445"/>
                  </a:cubicBezTo>
                  <a:cubicBezTo>
                    <a:pt x="80470" y="210445"/>
                    <a:pt x="103549" y="204024"/>
                    <a:pt x="116910" y="174979"/>
                  </a:cubicBezTo>
                  <a:cubicBezTo>
                    <a:pt x="126627" y="153883"/>
                    <a:pt x="128145" y="130035"/>
                    <a:pt x="128145" y="105881"/>
                  </a:cubicBezTo>
                  <a:close/>
                  <a:moveTo>
                    <a:pt x="64073" y="203718"/>
                  </a:moveTo>
                  <a:cubicBezTo>
                    <a:pt x="52230" y="203718"/>
                    <a:pt x="34314" y="196075"/>
                    <a:pt x="28848" y="166724"/>
                  </a:cubicBezTo>
                  <a:cubicBezTo>
                    <a:pt x="25508" y="148379"/>
                    <a:pt x="25508" y="120251"/>
                    <a:pt x="25508" y="102212"/>
                  </a:cubicBezTo>
                  <a:cubicBezTo>
                    <a:pt x="25508" y="82645"/>
                    <a:pt x="25508" y="62466"/>
                    <a:pt x="27937" y="45956"/>
                  </a:cubicBezTo>
                  <a:cubicBezTo>
                    <a:pt x="33706" y="9573"/>
                    <a:pt x="56481" y="6821"/>
                    <a:pt x="64073" y="6821"/>
                  </a:cubicBezTo>
                  <a:cubicBezTo>
                    <a:pt x="74093" y="6821"/>
                    <a:pt x="94135" y="12324"/>
                    <a:pt x="99905" y="42593"/>
                  </a:cubicBezTo>
                  <a:cubicBezTo>
                    <a:pt x="102941" y="59714"/>
                    <a:pt x="102941" y="82951"/>
                    <a:pt x="102941" y="102212"/>
                  </a:cubicBezTo>
                  <a:cubicBezTo>
                    <a:pt x="102941" y="125143"/>
                    <a:pt x="102941" y="145933"/>
                    <a:pt x="99601" y="165501"/>
                  </a:cubicBezTo>
                  <a:cubicBezTo>
                    <a:pt x="95046" y="194546"/>
                    <a:pt x="77737" y="203718"/>
                    <a:pt x="64073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8" name="Freeform: Shape 1947">
              <a:extLst>
                <a:ext uri="{FF2B5EF4-FFF2-40B4-BE49-F238E27FC236}">
                  <a16:creationId xmlns:a16="http://schemas.microsoft.com/office/drawing/2014/main" id="{A19DCBA9-85A8-2ED1-D7C1-59A79E8FFD46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2240743" y="3754545"/>
              <a:ext cx="32188" cy="32408"/>
            </a:xfrm>
            <a:custGeom>
              <a:avLst/>
              <a:gdLst>
                <a:gd name="connsiteX0" fmla="*/ 32497 w 32188"/>
                <a:gd name="connsiteY0" fmla="*/ 16299 h 32408"/>
                <a:gd name="connsiteX1" fmla="*/ 16403 w 32188"/>
                <a:gd name="connsiteY1" fmla="*/ 95 h 32408"/>
                <a:gd name="connsiteX2" fmla="*/ 309 w 32188"/>
                <a:gd name="connsiteY2" fmla="*/ 16299 h 32408"/>
                <a:gd name="connsiteX3" fmla="*/ 16403 w 32188"/>
                <a:gd name="connsiteY3" fmla="*/ 32503 h 32408"/>
                <a:gd name="connsiteX4" fmla="*/ 32497 w 32188"/>
                <a:gd name="connsiteY4" fmla="*/ 16299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97" y="16299"/>
                  </a:moveTo>
                  <a:cubicBezTo>
                    <a:pt x="32497" y="7433"/>
                    <a:pt x="25209" y="95"/>
                    <a:pt x="16403" y="95"/>
                  </a:cubicBezTo>
                  <a:cubicBezTo>
                    <a:pt x="7597" y="95"/>
                    <a:pt x="309" y="7433"/>
                    <a:pt x="309" y="16299"/>
                  </a:cubicBezTo>
                  <a:cubicBezTo>
                    <a:pt x="309" y="25166"/>
                    <a:pt x="7597" y="32503"/>
                    <a:pt x="16403" y="32503"/>
                  </a:cubicBezTo>
                  <a:cubicBezTo>
                    <a:pt x="25209" y="32503"/>
                    <a:pt x="32497" y="25166"/>
                    <a:pt x="32497" y="16299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49" name="Freeform: Shape 1948">
              <a:extLst>
                <a:ext uri="{FF2B5EF4-FFF2-40B4-BE49-F238E27FC236}">
                  <a16:creationId xmlns:a16="http://schemas.microsoft.com/office/drawing/2014/main" id="{0A99F85F-DF50-6A2D-3AC1-0FE0B8DA802D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2311733" y="3583330"/>
              <a:ext cx="126019" cy="210349"/>
            </a:xfrm>
            <a:custGeom>
              <a:avLst/>
              <a:gdLst>
                <a:gd name="connsiteX0" fmla="*/ 27641 w 126019"/>
                <a:gd name="connsiteY0" fmla="*/ 103435 h 210349"/>
                <a:gd name="connsiteX1" fmla="*/ 27641 w 126019"/>
                <a:gd name="connsiteY1" fmla="*/ 96098 h 210349"/>
                <a:gd name="connsiteX2" fmla="*/ 80782 w 126019"/>
                <a:gd name="connsiteY2" fmla="*/ 7738 h 210349"/>
                <a:gd name="connsiteX3" fmla="*/ 107504 w 126019"/>
                <a:gd name="connsiteY3" fmla="*/ 19968 h 210349"/>
                <a:gd name="connsiteX4" fmla="*/ 90802 w 126019"/>
                <a:gd name="connsiteY4" fmla="*/ 33726 h 210349"/>
                <a:gd name="connsiteX5" fmla="*/ 104771 w 126019"/>
                <a:gd name="connsiteY5" fmla="*/ 47790 h 210349"/>
                <a:gd name="connsiteX6" fmla="*/ 118739 w 126019"/>
                <a:gd name="connsiteY6" fmla="*/ 33115 h 210349"/>
                <a:gd name="connsiteX7" fmla="*/ 80174 w 126019"/>
                <a:gd name="connsiteY7" fmla="*/ 95 h 210349"/>
                <a:gd name="connsiteX8" fmla="*/ 311 w 126019"/>
                <a:gd name="connsiteY8" fmla="*/ 107104 h 210349"/>
                <a:gd name="connsiteX9" fmla="*/ 63777 w 126019"/>
                <a:gd name="connsiteY9" fmla="*/ 210445 h 210349"/>
                <a:gd name="connsiteX10" fmla="*/ 126331 w 126019"/>
                <a:gd name="connsiteY10" fmla="*/ 141347 h 210349"/>
                <a:gd name="connsiteX11" fmla="*/ 65599 w 126019"/>
                <a:gd name="connsiteY11" fmla="*/ 73167 h 210349"/>
                <a:gd name="connsiteX12" fmla="*/ 27641 w 126019"/>
                <a:gd name="connsiteY12" fmla="*/ 103435 h 210349"/>
                <a:gd name="connsiteX13" fmla="*/ 63777 w 126019"/>
                <a:gd name="connsiteY13" fmla="*/ 201884 h 210349"/>
                <a:gd name="connsiteX14" fmla="*/ 33714 w 126019"/>
                <a:gd name="connsiteY14" fmla="*/ 178953 h 210349"/>
                <a:gd name="connsiteX15" fmla="*/ 28248 w 126019"/>
                <a:gd name="connsiteY15" fmla="*/ 134621 h 210349"/>
                <a:gd name="connsiteX16" fmla="*/ 65295 w 126019"/>
                <a:gd name="connsiteY16" fmla="*/ 80199 h 210349"/>
                <a:gd name="connsiteX17" fmla="*/ 93535 w 126019"/>
                <a:gd name="connsiteY17" fmla="*/ 99155 h 210349"/>
                <a:gd name="connsiteX18" fmla="*/ 99001 w 126019"/>
                <a:gd name="connsiteY18" fmla="*/ 141042 h 210349"/>
                <a:gd name="connsiteX19" fmla="*/ 93839 w 126019"/>
                <a:gd name="connsiteY19" fmla="*/ 182011 h 210349"/>
                <a:gd name="connsiteX20" fmla="*/ 63777 w 126019"/>
                <a:gd name="connsiteY20" fmla="*/ 20188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10349">
                  <a:moveTo>
                    <a:pt x="27641" y="103435"/>
                  </a:moveTo>
                  <a:lnTo>
                    <a:pt x="27641" y="96098"/>
                  </a:lnTo>
                  <a:cubicBezTo>
                    <a:pt x="27641" y="18745"/>
                    <a:pt x="65295" y="7738"/>
                    <a:pt x="80782" y="7738"/>
                  </a:cubicBezTo>
                  <a:cubicBezTo>
                    <a:pt x="88070" y="7738"/>
                    <a:pt x="100823" y="9573"/>
                    <a:pt x="107504" y="19968"/>
                  </a:cubicBezTo>
                  <a:cubicBezTo>
                    <a:pt x="102949" y="19968"/>
                    <a:pt x="90802" y="19968"/>
                    <a:pt x="90802" y="33726"/>
                  </a:cubicBezTo>
                  <a:cubicBezTo>
                    <a:pt x="90802" y="43204"/>
                    <a:pt x="98090" y="47790"/>
                    <a:pt x="104771" y="47790"/>
                  </a:cubicBezTo>
                  <a:cubicBezTo>
                    <a:pt x="109629" y="47790"/>
                    <a:pt x="118739" y="45039"/>
                    <a:pt x="118739" y="33115"/>
                  </a:cubicBezTo>
                  <a:cubicBezTo>
                    <a:pt x="118739" y="14770"/>
                    <a:pt x="105378" y="95"/>
                    <a:pt x="80174" y="95"/>
                  </a:cubicBezTo>
                  <a:cubicBezTo>
                    <a:pt x="41306" y="95"/>
                    <a:pt x="311" y="39535"/>
                    <a:pt x="311" y="107104"/>
                  </a:cubicBezTo>
                  <a:cubicBezTo>
                    <a:pt x="311" y="188737"/>
                    <a:pt x="35536" y="210445"/>
                    <a:pt x="63777" y="210445"/>
                  </a:cubicBezTo>
                  <a:cubicBezTo>
                    <a:pt x="97483" y="210445"/>
                    <a:pt x="126331" y="181705"/>
                    <a:pt x="126331" y="141347"/>
                  </a:cubicBezTo>
                  <a:cubicBezTo>
                    <a:pt x="126331" y="102518"/>
                    <a:pt x="99305" y="73167"/>
                    <a:pt x="65599" y="73167"/>
                  </a:cubicBezTo>
                  <a:cubicBezTo>
                    <a:pt x="44950" y="73167"/>
                    <a:pt x="33714" y="88760"/>
                    <a:pt x="27641" y="103435"/>
                  </a:cubicBezTo>
                  <a:close/>
                  <a:moveTo>
                    <a:pt x="63777" y="201884"/>
                  </a:moveTo>
                  <a:cubicBezTo>
                    <a:pt x="44646" y="201884"/>
                    <a:pt x="35536" y="183540"/>
                    <a:pt x="33714" y="178953"/>
                  </a:cubicBezTo>
                  <a:cubicBezTo>
                    <a:pt x="28248" y="164584"/>
                    <a:pt x="28248" y="140124"/>
                    <a:pt x="28248" y="134621"/>
                  </a:cubicBezTo>
                  <a:cubicBezTo>
                    <a:pt x="28248" y="110773"/>
                    <a:pt x="37965" y="80199"/>
                    <a:pt x="65295" y="80199"/>
                  </a:cubicBezTo>
                  <a:cubicBezTo>
                    <a:pt x="70154" y="80199"/>
                    <a:pt x="84122" y="80199"/>
                    <a:pt x="93535" y="99155"/>
                  </a:cubicBezTo>
                  <a:cubicBezTo>
                    <a:pt x="99001" y="110467"/>
                    <a:pt x="99001" y="126060"/>
                    <a:pt x="99001" y="141042"/>
                  </a:cubicBezTo>
                  <a:cubicBezTo>
                    <a:pt x="99001" y="155717"/>
                    <a:pt x="99001" y="171004"/>
                    <a:pt x="93839" y="182011"/>
                  </a:cubicBezTo>
                  <a:cubicBezTo>
                    <a:pt x="84729" y="200355"/>
                    <a:pt x="70761" y="201884"/>
                    <a:pt x="63777" y="20188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0" name="Freeform: Shape 1949">
              <a:extLst>
                <a:ext uri="{FF2B5EF4-FFF2-40B4-BE49-F238E27FC236}">
                  <a16:creationId xmlns:a16="http://schemas.microsoft.com/office/drawing/2014/main" id="{D1BDF2D6-CAD1-B673-6355-EA999BE45F67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2462653" y="3583330"/>
              <a:ext cx="127841" cy="210349"/>
            </a:xfrm>
            <a:custGeom>
              <a:avLst/>
              <a:gdLst>
                <a:gd name="connsiteX0" fmla="*/ 128158 w 127841"/>
                <a:gd name="connsiteY0" fmla="*/ 105881 h 210349"/>
                <a:gd name="connsiteX1" fmla="*/ 116011 w 127841"/>
                <a:gd name="connsiteY1" fmla="*/ 34338 h 210349"/>
                <a:gd name="connsiteX2" fmla="*/ 64389 w 127841"/>
                <a:gd name="connsiteY2" fmla="*/ 95 h 210349"/>
                <a:gd name="connsiteX3" fmla="*/ 11552 w 127841"/>
                <a:gd name="connsiteY3" fmla="*/ 36478 h 210349"/>
                <a:gd name="connsiteX4" fmla="*/ 316 w 127841"/>
                <a:gd name="connsiteY4" fmla="*/ 105881 h 210349"/>
                <a:gd name="connsiteX5" fmla="*/ 13981 w 127841"/>
                <a:gd name="connsiteY5" fmla="*/ 179565 h 210349"/>
                <a:gd name="connsiteX6" fmla="*/ 64085 w 127841"/>
                <a:gd name="connsiteY6" fmla="*/ 210445 h 210349"/>
                <a:gd name="connsiteX7" fmla="*/ 116922 w 127841"/>
                <a:gd name="connsiteY7" fmla="*/ 174979 h 210349"/>
                <a:gd name="connsiteX8" fmla="*/ 128158 w 127841"/>
                <a:gd name="connsiteY8" fmla="*/ 105881 h 210349"/>
                <a:gd name="connsiteX9" fmla="*/ 64085 w 127841"/>
                <a:gd name="connsiteY9" fmla="*/ 203718 h 210349"/>
                <a:gd name="connsiteX10" fmla="*/ 28861 w 127841"/>
                <a:gd name="connsiteY10" fmla="*/ 166724 h 210349"/>
                <a:gd name="connsiteX11" fmla="*/ 25520 w 127841"/>
                <a:gd name="connsiteY11" fmla="*/ 102212 h 210349"/>
                <a:gd name="connsiteX12" fmla="*/ 27950 w 127841"/>
                <a:gd name="connsiteY12" fmla="*/ 45956 h 210349"/>
                <a:gd name="connsiteX13" fmla="*/ 64085 w 127841"/>
                <a:gd name="connsiteY13" fmla="*/ 6821 h 210349"/>
                <a:gd name="connsiteX14" fmla="*/ 99917 w 127841"/>
                <a:gd name="connsiteY14" fmla="*/ 42593 h 210349"/>
                <a:gd name="connsiteX15" fmla="*/ 102954 w 127841"/>
                <a:gd name="connsiteY15" fmla="*/ 102212 h 210349"/>
                <a:gd name="connsiteX16" fmla="*/ 99614 w 127841"/>
                <a:gd name="connsiteY16" fmla="*/ 165501 h 210349"/>
                <a:gd name="connsiteX17" fmla="*/ 64085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58" y="105881"/>
                  </a:moveTo>
                  <a:cubicBezTo>
                    <a:pt x="128158" y="81422"/>
                    <a:pt x="126639" y="56963"/>
                    <a:pt x="116011" y="34338"/>
                  </a:cubicBezTo>
                  <a:cubicBezTo>
                    <a:pt x="102043" y="4987"/>
                    <a:pt x="77143" y="95"/>
                    <a:pt x="64389" y="95"/>
                  </a:cubicBezTo>
                  <a:cubicBezTo>
                    <a:pt x="46169" y="95"/>
                    <a:pt x="24002" y="8044"/>
                    <a:pt x="11552" y="36478"/>
                  </a:cubicBezTo>
                  <a:cubicBezTo>
                    <a:pt x="1835" y="57574"/>
                    <a:pt x="316" y="81422"/>
                    <a:pt x="316" y="105881"/>
                  </a:cubicBezTo>
                  <a:cubicBezTo>
                    <a:pt x="316" y="128812"/>
                    <a:pt x="1531" y="156329"/>
                    <a:pt x="13981" y="179565"/>
                  </a:cubicBezTo>
                  <a:cubicBezTo>
                    <a:pt x="27039" y="204330"/>
                    <a:pt x="49206" y="210445"/>
                    <a:pt x="64085" y="210445"/>
                  </a:cubicBezTo>
                  <a:cubicBezTo>
                    <a:pt x="80483" y="210445"/>
                    <a:pt x="103561" y="204024"/>
                    <a:pt x="116922" y="174979"/>
                  </a:cubicBezTo>
                  <a:cubicBezTo>
                    <a:pt x="126639" y="153883"/>
                    <a:pt x="128158" y="130035"/>
                    <a:pt x="128158" y="105881"/>
                  </a:cubicBezTo>
                  <a:close/>
                  <a:moveTo>
                    <a:pt x="64085" y="203718"/>
                  </a:moveTo>
                  <a:cubicBezTo>
                    <a:pt x="52242" y="203718"/>
                    <a:pt x="34326" y="196075"/>
                    <a:pt x="28861" y="166724"/>
                  </a:cubicBezTo>
                  <a:cubicBezTo>
                    <a:pt x="25520" y="148379"/>
                    <a:pt x="25520" y="120251"/>
                    <a:pt x="25520" y="102212"/>
                  </a:cubicBezTo>
                  <a:cubicBezTo>
                    <a:pt x="25520" y="82645"/>
                    <a:pt x="25520" y="62466"/>
                    <a:pt x="27950" y="45956"/>
                  </a:cubicBezTo>
                  <a:cubicBezTo>
                    <a:pt x="33719" y="9573"/>
                    <a:pt x="56494" y="6821"/>
                    <a:pt x="64085" y="6821"/>
                  </a:cubicBezTo>
                  <a:cubicBezTo>
                    <a:pt x="74106" y="6821"/>
                    <a:pt x="94148" y="12324"/>
                    <a:pt x="99917" y="42593"/>
                  </a:cubicBezTo>
                  <a:cubicBezTo>
                    <a:pt x="102954" y="59714"/>
                    <a:pt x="102954" y="82951"/>
                    <a:pt x="102954" y="102212"/>
                  </a:cubicBezTo>
                  <a:cubicBezTo>
                    <a:pt x="102954" y="125143"/>
                    <a:pt x="102954" y="145933"/>
                    <a:pt x="99614" y="165501"/>
                  </a:cubicBezTo>
                  <a:cubicBezTo>
                    <a:pt x="95059" y="194546"/>
                    <a:pt x="77750" y="203718"/>
                    <a:pt x="64085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1" name="Freeform: Shape 1950">
              <a:extLst>
                <a:ext uri="{FF2B5EF4-FFF2-40B4-BE49-F238E27FC236}">
                  <a16:creationId xmlns:a16="http://schemas.microsoft.com/office/drawing/2014/main" id="{BFB06CE7-D467-6AD1-3BE5-B9F149D52E00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2614484" y="3583330"/>
              <a:ext cx="127841" cy="210349"/>
            </a:xfrm>
            <a:custGeom>
              <a:avLst/>
              <a:gdLst>
                <a:gd name="connsiteX0" fmla="*/ 128163 w 127841"/>
                <a:gd name="connsiteY0" fmla="*/ 105881 h 210349"/>
                <a:gd name="connsiteX1" fmla="*/ 116016 w 127841"/>
                <a:gd name="connsiteY1" fmla="*/ 34338 h 210349"/>
                <a:gd name="connsiteX2" fmla="*/ 64394 w 127841"/>
                <a:gd name="connsiteY2" fmla="*/ 95 h 210349"/>
                <a:gd name="connsiteX3" fmla="*/ 11557 w 127841"/>
                <a:gd name="connsiteY3" fmla="*/ 36478 h 210349"/>
                <a:gd name="connsiteX4" fmla="*/ 321 w 127841"/>
                <a:gd name="connsiteY4" fmla="*/ 105881 h 210349"/>
                <a:gd name="connsiteX5" fmla="*/ 13986 w 127841"/>
                <a:gd name="connsiteY5" fmla="*/ 179565 h 210349"/>
                <a:gd name="connsiteX6" fmla="*/ 64090 w 127841"/>
                <a:gd name="connsiteY6" fmla="*/ 210445 h 210349"/>
                <a:gd name="connsiteX7" fmla="*/ 116927 w 127841"/>
                <a:gd name="connsiteY7" fmla="*/ 174979 h 210349"/>
                <a:gd name="connsiteX8" fmla="*/ 128163 w 127841"/>
                <a:gd name="connsiteY8" fmla="*/ 105881 h 210349"/>
                <a:gd name="connsiteX9" fmla="*/ 64090 w 127841"/>
                <a:gd name="connsiteY9" fmla="*/ 203718 h 210349"/>
                <a:gd name="connsiteX10" fmla="*/ 28866 w 127841"/>
                <a:gd name="connsiteY10" fmla="*/ 166724 h 210349"/>
                <a:gd name="connsiteX11" fmla="*/ 25525 w 127841"/>
                <a:gd name="connsiteY11" fmla="*/ 102212 h 210349"/>
                <a:gd name="connsiteX12" fmla="*/ 27955 w 127841"/>
                <a:gd name="connsiteY12" fmla="*/ 45956 h 210349"/>
                <a:gd name="connsiteX13" fmla="*/ 64090 w 127841"/>
                <a:gd name="connsiteY13" fmla="*/ 6821 h 210349"/>
                <a:gd name="connsiteX14" fmla="*/ 99922 w 127841"/>
                <a:gd name="connsiteY14" fmla="*/ 42593 h 210349"/>
                <a:gd name="connsiteX15" fmla="*/ 102959 w 127841"/>
                <a:gd name="connsiteY15" fmla="*/ 102212 h 210349"/>
                <a:gd name="connsiteX16" fmla="*/ 99619 w 127841"/>
                <a:gd name="connsiteY16" fmla="*/ 165501 h 210349"/>
                <a:gd name="connsiteX17" fmla="*/ 64090 w 127841"/>
                <a:gd name="connsiteY17" fmla="*/ 20371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63" y="105881"/>
                  </a:moveTo>
                  <a:cubicBezTo>
                    <a:pt x="128163" y="81422"/>
                    <a:pt x="126644" y="56963"/>
                    <a:pt x="116016" y="34338"/>
                  </a:cubicBezTo>
                  <a:cubicBezTo>
                    <a:pt x="102048" y="4987"/>
                    <a:pt x="77148" y="95"/>
                    <a:pt x="64394" y="95"/>
                  </a:cubicBezTo>
                  <a:cubicBezTo>
                    <a:pt x="46174" y="95"/>
                    <a:pt x="24007" y="8044"/>
                    <a:pt x="11557" y="36478"/>
                  </a:cubicBezTo>
                  <a:cubicBezTo>
                    <a:pt x="1840" y="57574"/>
                    <a:pt x="321" y="81422"/>
                    <a:pt x="321" y="105881"/>
                  </a:cubicBezTo>
                  <a:cubicBezTo>
                    <a:pt x="321" y="128812"/>
                    <a:pt x="1536" y="156329"/>
                    <a:pt x="13986" y="179565"/>
                  </a:cubicBezTo>
                  <a:cubicBezTo>
                    <a:pt x="27044" y="204330"/>
                    <a:pt x="49211" y="210445"/>
                    <a:pt x="64090" y="210445"/>
                  </a:cubicBezTo>
                  <a:cubicBezTo>
                    <a:pt x="80488" y="210445"/>
                    <a:pt x="103566" y="204024"/>
                    <a:pt x="116927" y="174979"/>
                  </a:cubicBezTo>
                  <a:cubicBezTo>
                    <a:pt x="126644" y="153883"/>
                    <a:pt x="128163" y="130035"/>
                    <a:pt x="128163" y="105881"/>
                  </a:cubicBezTo>
                  <a:close/>
                  <a:moveTo>
                    <a:pt x="64090" y="203718"/>
                  </a:moveTo>
                  <a:cubicBezTo>
                    <a:pt x="52247" y="203718"/>
                    <a:pt x="34331" y="196075"/>
                    <a:pt x="28866" y="166724"/>
                  </a:cubicBezTo>
                  <a:cubicBezTo>
                    <a:pt x="25525" y="148379"/>
                    <a:pt x="25525" y="120251"/>
                    <a:pt x="25525" y="102212"/>
                  </a:cubicBezTo>
                  <a:cubicBezTo>
                    <a:pt x="25525" y="82645"/>
                    <a:pt x="25525" y="62466"/>
                    <a:pt x="27955" y="45956"/>
                  </a:cubicBezTo>
                  <a:cubicBezTo>
                    <a:pt x="33724" y="9573"/>
                    <a:pt x="56499" y="6821"/>
                    <a:pt x="64090" y="6821"/>
                  </a:cubicBezTo>
                  <a:cubicBezTo>
                    <a:pt x="74111" y="6821"/>
                    <a:pt x="94153" y="12324"/>
                    <a:pt x="99922" y="42593"/>
                  </a:cubicBezTo>
                  <a:cubicBezTo>
                    <a:pt x="102959" y="59714"/>
                    <a:pt x="102959" y="82951"/>
                    <a:pt x="102959" y="102212"/>
                  </a:cubicBezTo>
                  <a:cubicBezTo>
                    <a:pt x="102959" y="125143"/>
                    <a:pt x="102959" y="145933"/>
                    <a:pt x="99619" y="165501"/>
                  </a:cubicBezTo>
                  <a:cubicBezTo>
                    <a:pt x="95064" y="194546"/>
                    <a:pt x="77755" y="203718"/>
                    <a:pt x="64090" y="20371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2" name="Freeform: Shape 1951">
              <a:extLst>
                <a:ext uri="{FF2B5EF4-FFF2-40B4-BE49-F238E27FC236}">
                  <a16:creationId xmlns:a16="http://schemas.microsoft.com/office/drawing/2014/main" id="{AA4BCD30-B4AA-EB5F-9F5E-287997BFD6A1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3022831" y="353013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3" name="Freeform: Shape 1952">
              <a:extLst>
                <a:ext uri="{FF2B5EF4-FFF2-40B4-BE49-F238E27FC236}">
                  <a16:creationId xmlns:a16="http://schemas.microsoft.com/office/drawing/2014/main" id="{1C04DD4B-0B81-1ABC-831F-19778DC5945A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6820134" y="389702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4" name="Freeform: Shape 1953">
              <a:extLst>
                <a:ext uri="{FF2B5EF4-FFF2-40B4-BE49-F238E27FC236}">
                  <a16:creationId xmlns:a16="http://schemas.microsoft.com/office/drawing/2014/main" id="{BE269953-905A-9824-970C-16A6D06E56A1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7397588" y="3950219"/>
              <a:ext cx="100208" cy="203623"/>
            </a:xfrm>
            <a:custGeom>
              <a:avLst/>
              <a:gdLst>
                <a:gd name="connsiteX0" fmla="*/ 62400 w 100208"/>
                <a:gd name="connsiteY0" fmla="*/ 8056 h 203623"/>
                <a:gd name="connsiteX1" fmla="*/ 55416 w 100208"/>
                <a:gd name="connsiteY1" fmla="*/ 107 h 203623"/>
                <a:gd name="connsiteX2" fmla="*/ 150 w 100208"/>
                <a:gd name="connsiteY2" fmla="*/ 19674 h 203623"/>
                <a:gd name="connsiteX3" fmla="*/ 150 w 100208"/>
                <a:gd name="connsiteY3" fmla="*/ 29152 h 203623"/>
                <a:gd name="connsiteX4" fmla="*/ 39929 w 100208"/>
                <a:gd name="connsiteY4" fmla="*/ 21203 h 203623"/>
                <a:gd name="connsiteX5" fmla="*/ 39929 w 100208"/>
                <a:gd name="connsiteY5" fmla="*/ 179577 h 203623"/>
                <a:gd name="connsiteX6" fmla="*/ 11689 w 100208"/>
                <a:gd name="connsiteY6" fmla="*/ 194252 h 203623"/>
                <a:gd name="connsiteX7" fmla="*/ 1972 w 100208"/>
                <a:gd name="connsiteY7" fmla="*/ 194252 h 203623"/>
                <a:gd name="connsiteX8" fmla="*/ 1972 w 100208"/>
                <a:gd name="connsiteY8" fmla="*/ 203730 h 203623"/>
                <a:gd name="connsiteX9" fmla="*/ 51165 w 100208"/>
                <a:gd name="connsiteY9" fmla="*/ 202813 h 203623"/>
                <a:gd name="connsiteX10" fmla="*/ 100358 w 100208"/>
                <a:gd name="connsiteY10" fmla="*/ 203730 h 203623"/>
                <a:gd name="connsiteX11" fmla="*/ 100358 w 100208"/>
                <a:gd name="connsiteY11" fmla="*/ 194252 h 203623"/>
                <a:gd name="connsiteX12" fmla="*/ 90641 w 100208"/>
                <a:gd name="connsiteY12" fmla="*/ 194252 h 203623"/>
                <a:gd name="connsiteX13" fmla="*/ 62400 w 100208"/>
                <a:gd name="connsiteY13" fmla="*/ 179577 h 203623"/>
                <a:gd name="connsiteX14" fmla="*/ 62400 w 100208"/>
                <a:gd name="connsiteY14" fmla="*/ 8056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400" y="8056"/>
                  </a:moveTo>
                  <a:cubicBezTo>
                    <a:pt x="62400" y="718"/>
                    <a:pt x="62400" y="107"/>
                    <a:pt x="55416" y="107"/>
                  </a:cubicBezTo>
                  <a:cubicBezTo>
                    <a:pt x="36589" y="19674"/>
                    <a:pt x="9867" y="19674"/>
                    <a:pt x="150" y="19674"/>
                  </a:cubicBezTo>
                  <a:lnTo>
                    <a:pt x="150" y="29152"/>
                  </a:lnTo>
                  <a:cubicBezTo>
                    <a:pt x="6223" y="29152"/>
                    <a:pt x="24139" y="29152"/>
                    <a:pt x="39929" y="21203"/>
                  </a:cubicBezTo>
                  <a:lnTo>
                    <a:pt x="39929" y="179577"/>
                  </a:lnTo>
                  <a:cubicBezTo>
                    <a:pt x="39929" y="190584"/>
                    <a:pt x="39018" y="194252"/>
                    <a:pt x="11689" y="194252"/>
                  </a:cubicBezTo>
                  <a:lnTo>
                    <a:pt x="1972" y="194252"/>
                  </a:lnTo>
                  <a:lnTo>
                    <a:pt x="1972" y="203730"/>
                  </a:lnTo>
                  <a:cubicBezTo>
                    <a:pt x="12600" y="202813"/>
                    <a:pt x="39018" y="202813"/>
                    <a:pt x="51165" y="202813"/>
                  </a:cubicBezTo>
                  <a:cubicBezTo>
                    <a:pt x="63311" y="202813"/>
                    <a:pt x="89730" y="202813"/>
                    <a:pt x="100358" y="203730"/>
                  </a:cubicBezTo>
                  <a:lnTo>
                    <a:pt x="100358" y="194252"/>
                  </a:lnTo>
                  <a:lnTo>
                    <a:pt x="90641" y="194252"/>
                  </a:lnTo>
                  <a:cubicBezTo>
                    <a:pt x="63311" y="194252"/>
                    <a:pt x="62400" y="190889"/>
                    <a:pt x="62400" y="179577"/>
                  </a:cubicBezTo>
                  <a:lnTo>
                    <a:pt x="62400" y="8056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5" name="Freeform: Shape 1954">
              <a:extLst>
                <a:ext uri="{FF2B5EF4-FFF2-40B4-BE49-F238E27FC236}">
                  <a16:creationId xmlns:a16="http://schemas.microsoft.com/office/drawing/2014/main" id="{C86CE7BB-23D2-7646-56B8-E1D8B6D9CCCD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8060674" y="389702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7" name="Freeform: Shape 1956">
              <a:extLst>
                <a:ext uri="{FF2B5EF4-FFF2-40B4-BE49-F238E27FC236}">
                  <a16:creationId xmlns:a16="http://schemas.microsoft.com/office/drawing/2014/main" id="{8DDFC46F-728F-209C-0388-83FC7E1F5434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8353933" y="3950219"/>
              <a:ext cx="126019" cy="210349"/>
            </a:xfrm>
            <a:custGeom>
              <a:avLst/>
              <a:gdLst>
                <a:gd name="connsiteX0" fmla="*/ 75490 w 126019"/>
                <a:gd name="connsiteY0" fmla="*/ 96110 h 210349"/>
                <a:gd name="connsiteX1" fmla="*/ 118002 w 126019"/>
                <a:gd name="connsiteY1" fmla="*/ 42299 h 210349"/>
                <a:gd name="connsiteX2" fmla="*/ 62128 w 126019"/>
                <a:gd name="connsiteY2" fmla="*/ 107 h 210349"/>
                <a:gd name="connsiteX3" fmla="*/ 8380 w 126019"/>
                <a:gd name="connsiteY3" fmla="*/ 41688 h 210349"/>
                <a:gd name="connsiteX4" fmla="*/ 23867 w 126019"/>
                <a:gd name="connsiteY4" fmla="*/ 57586 h 210349"/>
                <a:gd name="connsiteX5" fmla="*/ 39354 w 126019"/>
                <a:gd name="connsiteY5" fmla="*/ 41993 h 210349"/>
                <a:gd name="connsiteX6" fmla="*/ 20527 w 126019"/>
                <a:gd name="connsiteY6" fmla="*/ 26706 h 210349"/>
                <a:gd name="connsiteX7" fmla="*/ 60914 w 126019"/>
                <a:gd name="connsiteY7" fmla="*/ 7750 h 210349"/>
                <a:gd name="connsiteX8" fmla="*/ 90065 w 126019"/>
                <a:gd name="connsiteY8" fmla="*/ 41993 h 210349"/>
                <a:gd name="connsiteX9" fmla="*/ 81563 w 126019"/>
                <a:gd name="connsiteY9" fmla="*/ 76848 h 210349"/>
                <a:gd name="connsiteX10" fmla="*/ 54537 w 126019"/>
                <a:gd name="connsiteY10" fmla="*/ 92746 h 210349"/>
                <a:gd name="connsiteX11" fmla="*/ 42694 w 126019"/>
                <a:gd name="connsiteY11" fmla="*/ 93664 h 210349"/>
                <a:gd name="connsiteX12" fmla="*/ 38139 w 126019"/>
                <a:gd name="connsiteY12" fmla="*/ 97332 h 210349"/>
                <a:gd name="connsiteX13" fmla="*/ 45427 w 126019"/>
                <a:gd name="connsiteY13" fmla="*/ 100696 h 210349"/>
                <a:gd name="connsiteX14" fmla="*/ 58788 w 126019"/>
                <a:gd name="connsiteY14" fmla="*/ 100696 h 210349"/>
                <a:gd name="connsiteX15" fmla="*/ 94924 w 126019"/>
                <a:gd name="connsiteY15" fmla="*/ 151449 h 210349"/>
                <a:gd name="connsiteX16" fmla="*/ 60610 w 126019"/>
                <a:gd name="connsiteY16" fmla="*/ 201896 h 210349"/>
                <a:gd name="connsiteX17" fmla="*/ 14150 w 126019"/>
                <a:gd name="connsiteY17" fmla="*/ 178660 h 210349"/>
                <a:gd name="connsiteX18" fmla="*/ 34192 w 126019"/>
                <a:gd name="connsiteY18" fmla="*/ 161844 h 210349"/>
                <a:gd name="connsiteX19" fmla="*/ 17187 w 126019"/>
                <a:gd name="connsiteY19" fmla="*/ 144722 h 210349"/>
                <a:gd name="connsiteX20" fmla="*/ 182 w 126019"/>
                <a:gd name="connsiteY20" fmla="*/ 162455 h 210349"/>
                <a:gd name="connsiteX21" fmla="*/ 61521 w 126019"/>
                <a:gd name="connsiteY21" fmla="*/ 210457 h 210349"/>
                <a:gd name="connsiteX22" fmla="*/ 126201 w 126019"/>
                <a:gd name="connsiteY22" fmla="*/ 151449 h 210349"/>
                <a:gd name="connsiteX23" fmla="*/ 75490 w 126019"/>
                <a:gd name="connsiteY23" fmla="*/ 9611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10349">
                  <a:moveTo>
                    <a:pt x="75490" y="96110"/>
                  </a:moveTo>
                  <a:cubicBezTo>
                    <a:pt x="100390" y="87854"/>
                    <a:pt x="118002" y="66453"/>
                    <a:pt x="118002" y="42299"/>
                  </a:cubicBezTo>
                  <a:cubicBezTo>
                    <a:pt x="118002" y="17228"/>
                    <a:pt x="91280" y="107"/>
                    <a:pt x="62128" y="107"/>
                  </a:cubicBezTo>
                  <a:cubicBezTo>
                    <a:pt x="31459" y="107"/>
                    <a:pt x="8380" y="18451"/>
                    <a:pt x="8380" y="41688"/>
                  </a:cubicBezTo>
                  <a:cubicBezTo>
                    <a:pt x="8380" y="51777"/>
                    <a:pt x="15061" y="57586"/>
                    <a:pt x="23867" y="57586"/>
                  </a:cubicBezTo>
                  <a:cubicBezTo>
                    <a:pt x="33281" y="57586"/>
                    <a:pt x="39354" y="50860"/>
                    <a:pt x="39354" y="41993"/>
                  </a:cubicBezTo>
                  <a:cubicBezTo>
                    <a:pt x="39354" y="26706"/>
                    <a:pt x="25082" y="26706"/>
                    <a:pt x="20527" y="26706"/>
                  </a:cubicBezTo>
                  <a:cubicBezTo>
                    <a:pt x="29940" y="11725"/>
                    <a:pt x="49982" y="7750"/>
                    <a:pt x="60914" y="7750"/>
                  </a:cubicBezTo>
                  <a:cubicBezTo>
                    <a:pt x="73364" y="7750"/>
                    <a:pt x="90065" y="14477"/>
                    <a:pt x="90065" y="41993"/>
                  </a:cubicBezTo>
                  <a:cubicBezTo>
                    <a:pt x="90065" y="45662"/>
                    <a:pt x="89458" y="63395"/>
                    <a:pt x="81563" y="76848"/>
                  </a:cubicBezTo>
                  <a:cubicBezTo>
                    <a:pt x="72453" y="91523"/>
                    <a:pt x="62128" y="92441"/>
                    <a:pt x="54537" y="92746"/>
                  </a:cubicBezTo>
                  <a:cubicBezTo>
                    <a:pt x="52108" y="93052"/>
                    <a:pt x="44820" y="93664"/>
                    <a:pt x="42694" y="93664"/>
                  </a:cubicBezTo>
                  <a:cubicBezTo>
                    <a:pt x="40265" y="93969"/>
                    <a:pt x="38139" y="94275"/>
                    <a:pt x="38139" y="97332"/>
                  </a:cubicBezTo>
                  <a:cubicBezTo>
                    <a:pt x="38139" y="100696"/>
                    <a:pt x="40265" y="100696"/>
                    <a:pt x="45427" y="100696"/>
                  </a:cubicBezTo>
                  <a:lnTo>
                    <a:pt x="58788" y="100696"/>
                  </a:lnTo>
                  <a:cubicBezTo>
                    <a:pt x="83688" y="100696"/>
                    <a:pt x="94924" y="121486"/>
                    <a:pt x="94924" y="151449"/>
                  </a:cubicBezTo>
                  <a:cubicBezTo>
                    <a:pt x="94924" y="193029"/>
                    <a:pt x="73971" y="201896"/>
                    <a:pt x="60610" y="201896"/>
                  </a:cubicBezTo>
                  <a:cubicBezTo>
                    <a:pt x="47553" y="201896"/>
                    <a:pt x="24778" y="196698"/>
                    <a:pt x="14150" y="178660"/>
                  </a:cubicBezTo>
                  <a:cubicBezTo>
                    <a:pt x="24778" y="180188"/>
                    <a:pt x="34192" y="173462"/>
                    <a:pt x="34192" y="161844"/>
                  </a:cubicBezTo>
                  <a:cubicBezTo>
                    <a:pt x="34192" y="150837"/>
                    <a:pt x="25993" y="144722"/>
                    <a:pt x="17187" y="144722"/>
                  </a:cubicBezTo>
                  <a:cubicBezTo>
                    <a:pt x="9899" y="144722"/>
                    <a:pt x="182" y="149003"/>
                    <a:pt x="182" y="162455"/>
                  </a:cubicBezTo>
                  <a:cubicBezTo>
                    <a:pt x="182" y="190278"/>
                    <a:pt x="28422" y="210457"/>
                    <a:pt x="61521" y="210457"/>
                  </a:cubicBezTo>
                  <a:cubicBezTo>
                    <a:pt x="98568" y="210457"/>
                    <a:pt x="126201" y="182634"/>
                    <a:pt x="126201" y="151449"/>
                  </a:cubicBezTo>
                  <a:cubicBezTo>
                    <a:pt x="126201" y="126378"/>
                    <a:pt x="107070" y="102530"/>
                    <a:pt x="75490" y="9611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8" name="Freeform: Shape 1957">
              <a:extLst>
                <a:ext uri="{FF2B5EF4-FFF2-40B4-BE49-F238E27FC236}">
                  <a16:creationId xmlns:a16="http://schemas.microsoft.com/office/drawing/2014/main" id="{427DBA74-CCA6-F40D-FABA-7E7A6846F378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8519125" y="4121434"/>
              <a:ext cx="32188" cy="32408"/>
            </a:xfrm>
            <a:custGeom>
              <a:avLst/>
              <a:gdLst>
                <a:gd name="connsiteX0" fmla="*/ 32375 w 32188"/>
                <a:gd name="connsiteY0" fmla="*/ 16311 h 32408"/>
                <a:gd name="connsiteX1" fmla="*/ 16281 w 32188"/>
                <a:gd name="connsiteY1" fmla="*/ 107 h 32408"/>
                <a:gd name="connsiteX2" fmla="*/ 187 w 32188"/>
                <a:gd name="connsiteY2" fmla="*/ 16311 h 32408"/>
                <a:gd name="connsiteX3" fmla="*/ 16281 w 32188"/>
                <a:gd name="connsiteY3" fmla="*/ 32515 h 32408"/>
                <a:gd name="connsiteX4" fmla="*/ 32375 w 32188"/>
                <a:gd name="connsiteY4" fmla="*/ 16311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375" y="16311"/>
                  </a:moveTo>
                  <a:cubicBezTo>
                    <a:pt x="32375" y="7445"/>
                    <a:pt x="25087" y="107"/>
                    <a:pt x="16281" y="107"/>
                  </a:cubicBezTo>
                  <a:cubicBezTo>
                    <a:pt x="7474" y="107"/>
                    <a:pt x="187" y="7445"/>
                    <a:pt x="187" y="16311"/>
                  </a:cubicBezTo>
                  <a:cubicBezTo>
                    <a:pt x="187" y="25178"/>
                    <a:pt x="7474" y="32515"/>
                    <a:pt x="16281" y="32515"/>
                  </a:cubicBezTo>
                  <a:cubicBezTo>
                    <a:pt x="25087" y="32515"/>
                    <a:pt x="32375" y="25178"/>
                    <a:pt x="32375" y="16311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59" name="Freeform: Shape 1958">
              <a:extLst>
                <a:ext uri="{FF2B5EF4-FFF2-40B4-BE49-F238E27FC236}">
                  <a16:creationId xmlns:a16="http://schemas.microsoft.com/office/drawing/2014/main" id="{0E3E3B55-3356-5189-7654-5B35E3E91109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8589204" y="3950219"/>
              <a:ext cx="127841" cy="210349"/>
            </a:xfrm>
            <a:custGeom>
              <a:avLst/>
              <a:gdLst>
                <a:gd name="connsiteX0" fmla="*/ 128031 w 127841"/>
                <a:gd name="connsiteY0" fmla="*/ 105893 h 210349"/>
                <a:gd name="connsiteX1" fmla="*/ 115884 w 127841"/>
                <a:gd name="connsiteY1" fmla="*/ 34350 h 210349"/>
                <a:gd name="connsiteX2" fmla="*/ 64262 w 127841"/>
                <a:gd name="connsiteY2" fmla="*/ 107 h 210349"/>
                <a:gd name="connsiteX3" fmla="*/ 11425 w 127841"/>
                <a:gd name="connsiteY3" fmla="*/ 36490 h 210349"/>
                <a:gd name="connsiteX4" fmla="*/ 189 w 127841"/>
                <a:gd name="connsiteY4" fmla="*/ 105893 h 210349"/>
                <a:gd name="connsiteX5" fmla="*/ 13854 w 127841"/>
                <a:gd name="connsiteY5" fmla="*/ 179577 h 210349"/>
                <a:gd name="connsiteX6" fmla="*/ 63958 w 127841"/>
                <a:gd name="connsiteY6" fmla="*/ 210457 h 210349"/>
                <a:gd name="connsiteX7" fmla="*/ 116795 w 127841"/>
                <a:gd name="connsiteY7" fmla="*/ 174991 h 210349"/>
                <a:gd name="connsiteX8" fmla="*/ 128031 w 127841"/>
                <a:gd name="connsiteY8" fmla="*/ 105893 h 210349"/>
                <a:gd name="connsiteX9" fmla="*/ 63958 w 127841"/>
                <a:gd name="connsiteY9" fmla="*/ 203730 h 210349"/>
                <a:gd name="connsiteX10" fmla="*/ 28733 w 127841"/>
                <a:gd name="connsiteY10" fmla="*/ 166736 h 210349"/>
                <a:gd name="connsiteX11" fmla="*/ 25393 w 127841"/>
                <a:gd name="connsiteY11" fmla="*/ 102224 h 210349"/>
                <a:gd name="connsiteX12" fmla="*/ 27822 w 127841"/>
                <a:gd name="connsiteY12" fmla="*/ 45968 h 210349"/>
                <a:gd name="connsiteX13" fmla="*/ 63958 w 127841"/>
                <a:gd name="connsiteY13" fmla="*/ 6833 h 210349"/>
                <a:gd name="connsiteX14" fmla="*/ 99790 w 127841"/>
                <a:gd name="connsiteY14" fmla="*/ 42605 h 210349"/>
                <a:gd name="connsiteX15" fmla="*/ 102827 w 127841"/>
                <a:gd name="connsiteY15" fmla="*/ 102224 h 210349"/>
                <a:gd name="connsiteX16" fmla="*/ 99487 w 127841"/>
                <a:gd name="connsiteY16" fmla="*/ 165513 h 210349"/>
                <a:gd name="connsiteX17" fmla="*/ 63958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1" y="105893"/>
                  </a:moveTo>
                  <a:cubicBezTo>
                    <a:pt x="128031" y="81434"/>
                    <a:pt x="126512" y="56975"/>
                    <a:pt x="115884" y="34350"/>
                  </a:cubicBezTo>
                  <a:cubicBezTo>
                    <a:pt x="101916" y="4999"/>
                    <a:pt x="77016" y="107"/>
                    <a:pt x="64262" y="107"/>
                  </a:cubicBezTo>
                  <a:cubicBezTo>
                    <a:pt x="46042" y="107"/>
                    <a:pt x="23875" y="8056"/>
                    <a:pt x="11425" y="36490"/>
                  </a:cubicBezTo>
                  <a:cubicBezTo>
                    <a:pt x="1708" y="57586"/>
                    <a:pt x="189" y="81434"/>
                    <a:pt x="189" y="105893"/>
                  </a:cubicBezTo>
                  <a:cubicBezTo>
                    <a:pt x="189" y="128824"/>
                    <a:pt x="1404" y="156341"/>
                    <a:pt x="13854" y="179577"/>
                  </a:cubicBezTo>
                  <a:cubicBezTo>
                    <a:pt x="26912" y="204342"/>
                    <a:pt x="49079" y="210457"/>
                    <a:pt x="63958" y="210457"/>
                  </a:cubicBezTo>
                  <a:cubicBezTo>
                    <a:pt x="80356" y="210457"/>
                    <a:pt x="103434" y="204036"/>
                    <a:pt x="116795" y="174991"/>
                  </a:cubicBezTo>
                  <a:cubicBezTo>
                    <a:pt x="126512" y="153895"/>
                    <a:pt x="128031" y="130047"/>
                    <a:pt x="128031" y="105893"/>
                  </a:cubicBezTo>
                  <a:close/>
                  <a:moveTo>
                    <a:pt x="63958" y="203730"/>
                  </a:moveTo>
                  <a:cubicBezTo>
                    <a:pt x="52115" y="203730"/>
                    <a:pt x="34199" y="196087"/>
                    <a:pt x="28733" y="166736"/>
                  </a:cubicBezTo>
                  <a:cubicBezTo>
                    <a:pt x="25393" y="148391"/>
                    <a:pt x="25393" y="120263"/>
                    <a:pt x="25393" y="102224"/>
                  </a:cubicBezTo>
                  <a:cubicBezTo>
                    <a:pt x="25393" y="82657"/>
                    <a:pt x="25393" y="62478"/>
                    <a:pt x="27822" y="45968"/>
                  </a:cubicBezTo>
                  <a:cubicBezTo>
                    <a:pt x="33592" y="9585"/>
                    <a:pt x="56367" y="6833"/>
                    <a:pt x="63958" y="6833"/>
                  </a:cubicBezTo>
                  <a:cubicBezTo>
                    <a:pt x="73979" y="6833"/>
                    <a:pt x="94021" y="12336"/>
                    <a:pt x="99790" y="42605"/>
                  </a:cubicBezTo>
                  <a:cubicBezTo>
                    <a:pt x="102827" y="59726"/>
                    <a:pt x="102827" y="82963"/>
                    <a:pt x="102827" y="102224"/>
                  </a:cubicBezTo>
                  <a:cubicBezTo>
                    <a:pt x="102827" y="125155"/>
                    <a:pt x="102827" y="145945"/>
                    <a:pt x="99487" y="165513"/>
                  </a:cubicBezTo>
                  <a:cubicBezTo>
                    <a:pt x="94932" y="194558"/>
                    <a:pt x="77623" y="203730"/>
                    <a:pt x="63958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0" name="Freeform: Shape 1959">
              <a:extLst>
                <a:ext uri="{FF2B5EF4-FFF2-40B4-BE49-F238E27FC236}">
                  <a16:creationId xmlns:a16="http://schemas.microsoft.com/office/drawing/2014/main" id="{9FD58DF1-60EA-218E-4D06-597AE63B3AEF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8741035" y="3950219"/>
              <a:ext cx="127841" cy="210349"/>
            </a:xfrm>
            <a:custGeom>
              <a:avLst/>
              <a:gdLst>
                <a:gd name="connsiteX0" fmla="*/ 128036 w 127841"/>
                <a:gd name="connsiteY0" fmla="*/ 105893 h 210349"/>
                <a:gd name="connsiteX1" fmla="*/ 115889 w 127841"/>
                <a:gd name="connsiteY1" fmla="*/ 34350 h 210349"/>
                <a:gd name="connsiteX2" fmla="*/ 64267 w 127841"/>
                <a:gd name="connsiteY2" fmla="*/ 107 h 210349"/>
                <a:gd name="connsiteX3" fmla="*/ 11430 w 127841"/>
                <a:gd name="connsiteY3" fmla="*/ 36490 h 210349"/>
                <a:gd name="connsiteX4" fmla="*/ 194 w 127841"/>
                <a:gd name="connsiteY4" fmla="*/ 105893 h 210349"/>
                <a:gd name="connsiteX5" fmla="*/ 13859 w 127841"/>
                <a:gd name="connsiteY5" fmla="*/ 179577 h 210349"/>
                <a:gd name="connsiteX6" fmla="*/ 63963 w 127841"/>
                <a:gd name="connsiteY6" fmla="*/ 210457 h 210349"/>
                <a:gd name="connsiteX7" fmla="*/ 116800 w 127841"/>
                <a:gd name="connsiteY7" fmla="*/ 174991 h 210349"/>
                <a:gd name="connsiteX8" fmla="*/ 128036 w 127841"/>
                <a:gd name="connsiteY8" fmla="*/ 105893 h 210349"/>
                <a:gd name="connsiteX9" fmla="*/ 63963 w 127841"/>
                <a:gd name="connsiteY9" fmla="*/ 203730 h 210349"/>
                <a:gd name="connsiteX10" fmla="*/ 28738 w 127841"/>
                <a:gd name="connsiteY10" fmla="*/ 166736 h 210349"/>
                <a:gd name="connsiteX11" fmla="*/ 25398 w 127841"/>
                <a:gd name="connsiteY11" fmla="*/ 102224 h 210349"/>
                <a:gd name="connsiteX12" fmla="*/ 27827 w 127841"/>
                <a:gd name="connsiteY12" fmla="*/ 45968 h 210349"/>
                <a:gd name="connsiteX13" fmla="*/ 63963 w 127841"/>
                <a:gd name="connsiteY13" fmla="*/ 6833 h 210349"/>
                <a:gd name="connsiteX14" fmla="*/ 99795 w 127841"/>
                <a:gd name="connsiteY14" fmla="*/ 42605 h 210349"/>
                <a:gd name="connsiteX15" fmla="*/ 102832 w 127841"/>
                <a:gd name="connsiteY15" fmla="*/ 102224 h 210349"/>
                <a:gd name="connsiteX16" fmla="*/ 99492 w 127841"/>
                <a:gd name="connsiteY16" fmla="*/ 165513 h 210349"/>
                <a:gd name="connsiteX17" fmla="*/ 63963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6" y="105893"/>
                  </a:moveTo>
                  <a:cubicBezTo>
                    <a:pt x="128036" y="81434"/>
                    <a:pt x="126517" y="56975"/>
                    <a:pt x="115889" y="34350"/>
                  </a:cubicBezTo>
                  <a:cubicBezTo>
                    <a:pt x="101921" y="4999"/>
                    <a:pt x="77021" y="107"/>
                    <a:pt x="64267" y="107"/>
                  </a:cubicBezTo>
                  <a:cubicBezTo>
                    <a:pt x="46047" y="107"/>
                    <a:pt x="23880" y="8056"/>
                    <a:pt x="11430" y="36490"/>
                  </a:cubicBezTo>
                  <a:cubicBezTo>
                    <a:pt x="1713" y="57586"/>
                    <a:pt x="194" y="81434"/>
                    <a:pt x="194" y="105893"/>
                  </a:cubicBezTo>
                  <a:cubicBezTo>
                    <a:pt x="194" y="128824"/>
                    <a:pt x="1409" y="156341"/>
                    <a:pt x="13859" y="179577"/>
                  </a:cubicBezTo>
                  <a:cubicBezTo>
                    <a:pt x="26916" y="204342"/>
                    <a:pt x="49084" y="210457"/>
                    <a:pt x="63963" y="210457"/>
                  </a:cubicBezTo>
                  <a:cubicBezTo>
                    <a:pt x="80361" y="210457"/>
                    <a:pt x="103439" y="204036"/>
                    <a:pt x="116800" y="174991"/>
                  </a:cubicBezTo>
                  <a:cubicBezTo>
                    <a:pt x="126517" y="153895"/>
                    <a:pt x="128036" y="130047"/>
                    <a:pt x="128036" y="105893"/>
                  </a:cubicBezTo>
                  <a:close/>
                  <a:moveTo>
                    <a:pt x="63963" y="203730"/>
                  </a:moveTo>
                  <a:cubicBezTo>
                    <a:pt x="52120" y="203730"/>
                    <a:pt x="34204" y="196087"/>
                    <a:pt x="28738" y="166736"/>
                  </a:cubicBezTo>
                  <a:cubicBezTo>
                    <a:pt x="25398" y="148391"/>
                    <a:pt x="25398" y="120263"/>
                    <a:pt x="25398" y="102224"/>
                  </a:cubicBezTo>
                  <a:cubicBezTo>
                    <a:pt x="25398" y="82657"/>
                    <a:pt x="25398" y="62478"/>
                    <a:pt x="27827" y="45968"/>
                  </a:cubicBezTo>
                  <a:cubicBezTo>
                    <a:pt x="33597" y="9585"/>
                    <a:pt x="56372" y="6833"/>
                    <a:pt x="63963" y="6833"/>
                  </a:cubicBezTo>
                  <a:cubicBezTo>
                    <a:pt x="73984" y="6833"/>
                    <a:pt x="94026" y="12336"/>
                    <a:pt x="99795" y="42605"/>
                  </a:cubicBezTo>
                  <a:cubicBezTo>
                    <a:pt x="102832" y="59726"/>
                    <a:pt x="102832" y="82963"/>
                    <a:pt x="102832" y="102224"/>
                  </a:cubicBezTo>
                  <a:cubicBezTo>
                    <a:pt x="102832" y="125155"/>
                    <a:pt x="102832" y="145945"/>
                    <a:pt x="99492" y="165513"/>
                  </a:cubicBezTo>
                  <a:cubicBezTo>
                    <a:pt x="94937" y="194558"/>
                    <a:pt x="77628" y="203730"/>
                    <a:pt x="63963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1" name="Freeform: Shape 1960">
              <a:extLst>
                <a:ext uri="{FF2B5EF4-FFF2-40B4-BE49-F238E27FC236}">
                  <a16:creationId xmlns:a16="http://schemas.microsoft.com/office/drawing/2014/main" id="{7F9CF356-9BC0-5140-F93E-65A03A2CA723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8892866" y="3950219"/>
              <a:ext cx="127841" cy="210349"/>
            </a:xfrm>
            <a:custGeom>
              <a:avLst/>
              <a:gdLst>
                <a:gd name="connsiteX0" fmla="*/ 128041 w 127841"/>
                <a:gd name="connsiteY0" fmla="*/ 105893 h 210349"/>
                <a:gd name="connsiteX1" fmla="*/ 115894 w 127841"/>
                <a:gd name="connsiteY1" fmla="*/ 34350 h 210349"/>
                <a:gd name="connsiteX2" fmla="*/ 64272 w 127841"/>
                <a:gd name="connsiteY2" fmla="*/ 107 h 210349"/>
                <a:gd name="connsiteX3" fmla="*/ 11435 w 127841"/>
                <a:gd name="connsiteY3" fmla="*/ 36490 h 210349"/>
                <a:gd name="connsiteX4" fmla="*/ 199 w 127841"/>
                <a:gd name="connsiteY4" fmla="*/ 105893 h 210349"/>
                <a:gd name="connsiteX5" fmla="*/ 13864 w 127841"/>
                <a:gd name="connsiteY5" fmla="*/ 179577 h 210349"/>
                <a:gd name="connsiteX6" fmla="*/ 63968 w 127841"/>
                <a:gd name="connsiteY6" fmla="*/ 210457 h 210349"/>
                <a:gd name="connsiteX7" fmla="*/ 116805 w 127841"/>
                <a:gd name="connsiteY7" fmla="*/ 174991 h 210349"/>
                <a:gd name="connsiteX8" fmla="*/ 128041 w 127841"/>
                <a:gd name="connsiteY8" fmla="*/ 105893 h 210349"/>
                <a:gd name="connsiteX9" fmla="*/ 63968 w 127841"/>
                <a:gd name="connsiteY9" fmla="*/ 203730 h 210349"/>
                <a:gd name="connsiteX10" fmla="*/ 28743 w 127841"/>
                <a:gd name="connsiteY10" fmla="*/ 166736 h 210349"/>
                <a:gd name="connsiteX11" fmla="*/ 25403 w 127841"/>
                <a:gd name="connsiteY11" fmla="*/ 102224 h 210349"/>
                <a:gd name="connsiteX12" fmla="*/ 27832 w 127841"/>
                <a:gd name="connsiteY12" fmla="*/ 45968 h 210349"/>
                <a:gd name="connsiteX13" fmla="*/ 63968 w 127841"/>
                <a:gd name="connsiteY13" fmla="*/ 6833 h 210349"/>
                <a:gd name="connsiteX14" fmla="*/ 99800 w 127841"/>
                <a:gd name="connsiteY14" fmla="*/ 42605 h 210349"/>
                <a:gd name="connsiteX15" fmla="*/ 102837 w 127841"/>
                <a:gd name="connsiteY15" fmla="*/ 102224 h 210349"/>
                <a:gd name="connsiteX16" fmla="*/ 99497 w 127841"/>
                <a:gd name="connsiteY16" fmla="*/ 165513 h 210349"/>
                <a:gd name="connsiteX17" fmla="*/ 63968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41" y="105893"/>
                  </a:moveTo>
                  <a:cubicBezTo>
                    <a:pt x="128041" y="81434"/>
                    <a:pt x="126522" y="56975"/>
                    <a:pt x="115894" y="34350"/>
                  </a:cubicBezTo>
                  <a:cubicBezTo>
                    <a:pt x="101926" y="4999"/>
                    <a:pt x="77026" y="107"/>
                    <a:pt x="64272" y="107"/>
                  </a:cubicBezTo>
                  <a:cubicBezTo>
                    <a:pt x="46052" y="107"/>
                    <a:pt x="23885" y="8056"/>
                    <a:pt x="11435" y="36490"/>
                  </a:cubicBezTo>
                  <a:cubicBezTo>
                    <a:pt x="1718" y="57586"/>
                    <a:pt x="199" y="81434"/>
                    <a:pt x="199" y="105893"/>
                  </a:cubicBezTo>
                  <a:cubicBezTo>
                    <a:pt x="199" y="128824"/>
                    <a:pt x="1414" y="156341"/>
                    <a:pt x="13864" y="179577"/>
                  </a:cubicBezTo>
                  <a:cubicBezTo>
                    <a:pt x="26921" y="204342"/>
                    <a:pt x="49089" y="210457"/>
                    <a:pt x="63968" y="210457"/>
                  </a:cubicBezTo>
                  <a:cubicBezTo>
                    <a:pt x="80366" y="210457"/>
                    <a:pt x="103444" y="204036"/>
                    <a:pt x="116805" y="174991"/>
                  </a:cubicBezTo>
                  <a:cubicBezTo>
                    <a:pt x="126522" y="153895"/>
                    <a:pt x="128041" y="130047"/>
                    <a:pt x="128041" y="105893"/>
                  </a:cubicBezTo>
                  <a:close/>
                  <a:moveTo>
                    <a:pt x="63968" y="203730"/>
                  </a:moveTo>
                  <a:cubicBezTo>
                    <a:pt x="52125" y="203730"/>
                    <a:pt x="34209" y="196087"/>
                    <a:pt x="28743" y="166736"/>
                  </a:cubicBezTo>
                  <a:cubicBezTo>
                    <a:pt x="25403" y="148391"/>
                    <a:pt x="25403" y="120263"/>
                    <a:pt x="25403" y="102224"/>
                  </a:cubicBezTo>
                  <a:cubicBezTo>
                    <a:pt x="25403" y="82657"/>
                    <a:pt x="25403" y="62478"/>
                    <a:pt x="27832" y="45968"/>
                  </a:cubicBezTo>
                  <a:cubicBezTo>
                    <a:pt x="33602" y="9585"/>
                    <a:pt x="56377" y="6833"/>
                    <a:pt x="63968" y="6833"/>
                  </a:cubicBezTo>
                  <a:cubicBezTo>
                    <a:pt x="73989" y="6833"/>
                    <a:pt x="94031" y="12336"/>
                    <a:pt x="99800" y="42605"/>
                  </a:cubicBezTo>
                  <a:cubicBezTo>
                    <a:pt x="102837" y="59726"/>
                    <a:pt x="102837" y="82963"/>
                    <a:pt x="102837" y="102224"/>
                  </a:cubicBezTo>
                  <a:cubicBezTo>
                    <a:pt x="102837" y="125155"/>
                    <a:pt x="102837" y="145945"/>
                    <a:pt x="99497" y="165513"/>
                  </a:cubicBezTo>
                  <a:cubicBezTo>
                    <a:pt x="94942" y="194558"/>
                    <a:pt x="77633" y="203730"/>
                    <a:pt x="63968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2" name="Freeform: Shape 1961">
              <a:extLst>
                <a:ext uri="{FF2B5EF4-FFF2-40B4-BE49-F238E27FC236}">
                  <a16:creationId xmlns:a16="http://schemas.microsoft.com/office/drawing/2014/main" id="{DE216B38-ED87-F183-05B5-65217E91DDAD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9301213" y="389702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4" name="Freeform: Shape 1963">
              <a:extLst>
                <a:ext uri="{FF2B5EF4-FFF2-40B4-BE49-F238E27FC236}">
                  <a16:creationId xmlns:a16="http://schemas.microsoft.com/office/drawing/2014/main" id="{2CD22776-7BDD-AA1F-48ED-B1606AC414F9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9608744" y="3950219"/>
              <a:ext cx="100208" cy="203623"/>
            </a:xfrm>
            <a:custGeom>
              <a:avLst/>
              <a:gdLst>
                <a:gd name="connsiteX0" fmla="*/ 62473 w 100208"/>
                <a:gd name="connsiteY0" fmla="*/ 8056 h 203623"/>
                <a:gd name="connsiteX1" fmla="*/ 55489 w 100208"/>
                <a:gd name="connsiteY1" fmla="*/ 107 h 203623"/>
                <a:gd name="connsiteX2" fmla="*/ 222 w 100208"/>
                <a:gd name="connsiteY2" fmla="*/ 19674 h 203623"/>
                <a:gd name="connsiteX3" fmla="*/ 222 w 100208"/>
                <a:gd name="connsiteY3" fmla="*/ 29152 h 203623"/>
                <a:gd name="connsiteX4" fmla="*/ 40002 w 100208"/>
                <a:gd name="connsiteY4" fmla="*/ 21203 h 203623"/>
                <a:gd name="connsiteX5" fmla="*/ 40002 w 100208"/>
                <a:gd name="connsiteY5" fmla="*/ 179577 h 203623"/>
                <a:gd name="connsiteX6" fmla="*/ 11761 w 100208"/>
                <a:gd name="connsiteY6" fmla="*/ 194252 h 203623"/>
                <a:gd name="connsiteX7" fmla="*/ 2044 w 100208"/>
                <a:gd name="connsiteY7" fmla="*/ 194252 h 203623"/>
                <a:gd name="connsiteX8" fmla="*/ 2044 w 100208"/>
                <a:gd name="connsiteY8" fmla="*/ 203730 h 203623"/>
                <a:gd name="connsiteX9" fmla="*/ 51237 w 100208"/>
                <a:gd name="connsiteY9" fmla="*/ 202813 h 203623"/>
                <a:gd name="connsiteX10" fmla="*/ 100430 w 100208"/>
                <a:gd name="connsiteY10" fmla="*/ 203730 h 203623"/>
                <a:gd name="connsiteX11" fmla="*/ 100430 w 100208"/>
                <a:gd name="connsiteY11" fmla="*/ 194252 h 203623"/>
                <a:gd name="connsiteX12" fmla="*/ 90713 w 100208"/>
                <a:gd name="connsiteY12" fmla="*/ 194252 h 203623"/>
                <a:gd name="connsiteX13" fmla="*/ 62473 w 100208"/>
                <a:gd name="connsiteY13" fmla="*/ 179577 h 203623"/>
                <a:gd name="connsiteX14" fmla="*/ 62473 w 100208"/>
                <a:gd name="connsiteY14" fmla="*/ 8056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473" y="8056"/>
                  </a:moveTo>
                  <a:cubicBezTo>
                    <a:pt x="62473" y="718"/>
                    <a:pt x="62473" y="107"/>
                    <a:pt x="55489" y="107"/>
                  </a:cubicBezTo>
                  <a:cubicBezTo>
                    <a:pt x="36662" y="19674"/>
                    <a:pt x="9939" y="19674"/>
                    <a:pt x="222" y="19674"/>
                  </a:cubicBezTo>
                  <a:lnTo>
                    <a:pt x="222" y="29152"/>
                  </a:lnTo>
                  <a:cubicBezTo>
                    <a:pt x="6296" y="29152"/>
                    <a:pt x="24212" y="29152"/>
                    <a:pt x="40002" y="21203"/>
                  </a:cubicBezTo>
                  <a:lnTo>
                    <a:pt x="40002" y="179577"/>
                  </a:lnTo>
                  <a:cubicBezTo>
                    <a:pt x="40002" y="190584"/>
                    <a:pt x="39091" y="194252"/>
                    <a:pt x="11761" y="194252"/>
                  </a:cubicBezTo>
                  <a:lnTo>
                    <a:pt x="2044" y="194252"/>
                  </a:lnTo>
                  <a:lnTo>
                    <a:pt x="2044" y="203730"/>
                  </a:lnTo>
                  <a:cubicBezTo>
                    <a:pt x="12672" y="202813"/>
                    <a:pt x="39091" y="202813"/>
                    <a:pt x="51237" y="202813"/>
                  </a:cubicBezTo>
                  <a:cubicBezTo>
                    <a:pt x="63384" y="202813"/>
                    <a:pt x="89802" y="202813"/>
                    <a:pt x="100430" y="203730"/>
                  </a:cubicBezTo>
                  <a:lnTo>
                    <a:pt x="100430" y="194252"/>
                  </a:lnTo>
                  <a:lnTo>
                    <a:pt x="90713" y="194252"/>
                  </a:lnTo>
                  <a:cubicBezTo>
                    <a:pt x="63384" y="194252"/>
                    <a:pt x="62473" y="190889"/>
                    <a:pt x="62473" y="179577"/>
                  </a:cubicBezTo>
                  <a:lnTo>
                    <a:pt x="62473" y="8056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5" name="Freeform: Shape 1964">
              <a:extLst>
                <a:ext uri="{FF2B5EF4-FFF2-40B4-BE49-F238E27FC236}">
                  <a16:creationId xmlns:a16="http://schemas.microsoft.com/office/drawing/2014/main" id="{2E1D08A2-FCE4-4657-1EB9-9FFC26223FEF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9759665" y="4121434"/>
              <a:ext cx="32188" cy="32408"/>
            </a:xfrm>
            <a:custGeom>
              <a:avLst/>
              <a:gdLst>
                <a:gd name="connsiteX0" fmla="*/ 32415 w 32188"/>
                <a:gd name="connsiteY0" fmla="*/ 16311 h 32408"/>
                <a:gd name="connsiteX1" fmla="*/ 16321 w 32188"/>
                <a:gd name="connsiteY1" fmla="*/ 107 h 32408"/>
                <a:gd name="connsiteX2" fmla="*/ 227 w 32188"/>
                <a:gd name="connsiteY2" fmla="*/ 16311 h 32408"/>
                <a:gd name="connsiteX3" fmla="*/ 16321 w 32188"/>
                <a:gd name="connsiteY3" fmla="*/ 32515 h 32408"/>
                <a:gd name="connsiteX4" fmla="*/ 32415 w 32188"/>
                <a:gd name="connsiteY4" fmla="*/ 16311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15" y="16311"/>
                  </a:moveTo>
                  <a:cubicBezTo>
                    <a:pt x="32415" y="7445"/>
                    <a:pt x="25128" y="107"/>
                    <a:pt x="16321" y="107"/>
                  </a:cubicBezTo>
                  <a:cubicBezTo>
                    <a:pt x="7515" y="107"/>
                    <a:pt x="227" y="7445"/>
                    <a:pt x="227" y="16311"/>
                  </a:cubicBezTo>
                  <a:cubicBezTo>
                    <a:pt x="227" y="25178"/>
                    <a:pt x="7515" y="32515"/>
                    <a:pt x="16321" y="32515"/>
                  </a:cubicBezTo>
                  <a:cubicBezTo>
                    <a:pt x="25128" y="32515"/>
                    <a:pt x="32415" y="25178"/>
                    <a:pt x="32415" y="16311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6" name="Freeform: Shape 1965">
              <a:extLst>
                <a:ext uri="{FF2B5EF4-FFF2-40B4-BE49-F238E27FC236}">
                  <a16:creationId xmlns:a16="http://schemas.microsoft.com/office/drawing/2014/main" id="{F223CCEF-415E-DE3D-BA8E-EC84B559E7A0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9830654" y="3950219"/>
              <a:ext cx="126019" cy="210349"/>
            </a:xfrm>
            <a:custGeom>
              <a:avLst/>
              <a:gdLst>
                <a:gd name="connsiteX0" fmla="*/ 98920 w 126019"/>
                <a:gd name="connsiteY0" fmla="*/ 106505 h 210349"/>
                <a:gd name="connsiteX1" fmla="*/ 98920 w 126019"/>
                <a:gd name="connsiteY1" fmla="*/ 116288 h 210349"/>
                <a:gd name="connsiteX2" fmla="*/ 49727 w 126019"/>
                <a:gd name="connsiteY2" fmla="*/ 201896 h 210349"/>
                <a:gd name="connsiteX3" fmla="*/ 19968 w 126019"/>
                <a:gd name="connsiteY3" fmla="*/ 190889 h 210349"/>
                <a:gd name="connsiteX4" fmla="*/ 35758 w 126019"/>
                <a:gd name="connsiteY4" fmla="*/ 176825 h 210349"/>
                <a:gd name="connsiteX5" fmla="*/ 21790 w 126019"/>
                <a:gd name="connsiteY5" fmla="*/ 162761 h 210349"/>
                <a:gd name="connsiteX6" fmla="*/ 7822 w 126019"/>
                <a:gd name="connsiteY6" fmla="*/ 177437 h 210349"/>
                <a:gd name="connsiteX7" fmla="*/ 50030 w 126019"/>
                <a:gd name="connsiteY7" fmla="*/ 210457 h 210349"/>
                <a:gd name="connsiteX8" fmla="*/ 126249 w 126019"/>
                <a:gd name="connsiteY8" fmla="*/ 103142 h 210349"/>
                <a:gd name="connsiteX9" fmla="*/ 64303 w 126019"/>
                <a:gd name="connsiteY9" fmla="*/ 107 h 210349"/>
                <a:gd name="connsiteX10" fmla="*/ 19664 w 126019"/>
                <a:gd name="connsiteY10" fmla="*/ 19368 h 210349"/>
                <a:gd name="connsiteX11" fmla="*/ 230 w 126019"/>
                <a:gd name="connsiteY11" fmla="*/ 68899 h 210349"/>
                <a:gd name="connsiteX12" fmla="*/ 60962 w 126019"/>
                <a:gd name="connsiteY12" fmla="*/ 137079 h 210349"/>
                <a:gd name="connsiteX13" fmla="*/ 98920 w 126019"/>
                <a:gd name="connsiteY13" fmla="*/ 106505 h 210349"/>
                <a:gd name="connsiteX14" fmla="*/ 61266 w 126019"/>
                <a:gd name="connsiteY14" fmla="*/ 130047 h 210349"/>
                <a:gd name="connsiteX15" fmla="*/ 33025 w 126019"/>
                <a:gd name="connsiteY15" fmla="*/ 110785 h 210349"/>
                <a:gd name="connsiteX16" fmla="*/ 27560 w 126019"/>
                <a:gd name="connsiteY16" fmla="*/ 69204 h 210349"/>
                <a:gd name="connsiteX17" fmla="*/ 33936 w 126019"/>
                <a:gd name="connsiteY17" fmla="*/ 27012 h 210349"/>
                <a:gd name="connsiteX18" fmla="*/ 64303 w 126019"/>
                <a:gd name="connsiteY18" fmla="*/ 7750 h 210349"/>
                <a:gd name="connsiteX19" fmla="*/ 93454 w 126019"/>
                <a:gd name="connsiteY19" fmla="*/ 31904 h 210349"/>
                <a:gd name="connsiteX20" fmla="*/ 98313 w 126019"/>
                <a:gd name="connsiteY20" fmla="*/ 75013 h 210349"/>
                <a:gd name="connsiteX21" fmla="*/ 61266 w 126019"/>
                <a:gd name="connsiteY21" fmla="*/ 13004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10349">
                  <a:moveTo>
                    <a:pt x="98920" y="106505"/>
                  </a:moveTo>
                  <a:lnTo>
                    <a:pt x="98920" y="116288"/>
                  </a:lnTo>
                  <a:cubicBezTo>
                    <a:pt x="98920" y="187832"/>
                    <a:pt x="67339" y="201896"/>
                    <a:pt x="49727" y="201896"/>
                  </a:cubicBezTo>
                  <a:cubicBezTo>
                    <a:pt x="44565" y="201896"/>
                    <a:pt x="28167" y="201284"/>
                    <a:pt x="19968" y="190889"/>
                  </a:cubicBezTo>
                  <a:cubicBezTo>
                    <a:pt x="33329" y="190889"/>
                    <a:pt x="35758" y="182023"/>
                    <a:pt x="35758" y="176825"/>
                  </a:cubicBezTo>
                  <a:cubicBezTo>
                    <a:pt x="35758" y="167347"/>
                    <a:pt x="28471" y="162761"/>
                    <a:pt x="21790" y="162761"/>
                  </a:cubicBezTo>
                  <a:cubicBezTo>
                    <a:pt x="16931" y="162761"/>
                    <a:pt x="7822" y="165513"/>
                    <a:pt x="7822" y="177437"/>
                  </a:cubicBezTo>
                  <a:cubicBezTo>
                    <a:pt x="7822" y="197921"/>
                    <a:pt x="24219" y="210457"/>
                    <a:pt x="50030" y="210457"/>
                  </a:cubicBezTo>
                  <a:cubicBezTo>
                    <a:pt x="89203" y="210457"/>
                    <a:pt x="126249" y="168876"/>
                    <a:pt x="126249" y="103142"/>
                  </a:cubicBezTo>
                  <a:cubicBezTo>
                    <a:pt x="126249" y="20897"/>
                    <a:pt x="91328" y="107"/>
                    <a:pt x="64303" y="107"/>
                  </a:cubicBezTo>
                  <a:cubicBezTo>
                    <a:pt x="47601" y="107"/>
                    <a:pt x="32722" y="5610"/>
                    <a:pt x="19664" y="19368"/>
                  </a:cubicBezTo>
                  <a:cubicBezTo>
                    <a:pt x="7214" y="33127"/>
                    <a:pt x="230" y="45968"/>
                    <a:pt x="230" y="68899"/>
                  </a:cubicBezTo>
                  <a:cubicBezTo>
                    <a:pt x="230" y="107116"/>
                    <a:pt x="26952" y="137079"/>
                    <a:pt x="60962" y="137079"/>
                  </a:cubicBezTo>
                  <a:cubicBezTo>
                    <a:pt x="79486" y="137079"/>
                    <a:pt x="91936" y="124238"/>
                    <a:pt x="98920" y="106505"/>
                  </a:cubicBezTo>
                  <a:close/>
                  <a:moveTo>
                    <a:pt x="61266" y="130047"/>
                  </a:moveTo>
                  <a:cubicBezTo>
                    <a:pt x="56407" y="130047"/>
                    <a:pt x="42439" y="130047"/>
                    <a:pt x="33025" y="110785"/>
                  </a:cubicBezTo>
                  <a:cubicBezTo>
                    <a:pt x="27560" y="99473"/>
                    <a:pt x="27560" y="84186"/>
                    <a:pt x="27560" y="69204"/>
                  </a:cubicBezTo>
                  <a:cubicBezTo>
                    <a:pt x="27560" y="52694"/>
                    <a:pt x="27560" y="38324"/>
                    <a:pt x="33936" y="27012"/>
                  </a:cubicBezTo>
                  <a:cubicBezTo>
                    <a:pt x="42135" y="11725"/>
                    <a:pt x="53674" y="7750"/>
                    <a:pt x="64303" y="7750"/>
                  </a:cubicBezTo>
                  <a:cubicBezTo>
                    <a:pt x="78271" y="7750"/>
                    <a:pt x="88292" y="18145"/>
                    <a:pt x="93454" y="31904"/>
                  </a:cubicBezTo>
                  <a:cubicBezTo>
                    <a:pt x="97098" y="41688"/>
                    <a:pt x="98313" y="60949"/>
                    <a:pt x="98313" y="75013"/>
                  </a:cubicBezTo>
                  <a:cubicBezTo>
                    <a:pt x="98313" y="100390"/>
                    <a:pt x="87988" y="130047"/>
                    <a:pt x="61266" y="13004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7" name="Freeform: Shape 1966">
              <a:extLst>
                <a:ext uri="{FF2B5EF4-FFF2-40B4-BE49-F238E27FC236}">
                  <a16:creationId xmlns:a16="http://schemas.microsoft.com/office/drawing/2014/main" id="{1EF5B2E2-5DD2-BC0D-D80F-C452A2D5180C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9981574" y="3950219"/>
              <a:ext cx="127841" cy="210349"/>
            </a:xfrm>
            <a:custGeom>
              <a:avLst/>
              <a:gdLst>
                <a:gd name="connsiteX0" fmla="*/ 128076 w 127841"/>
                <a:gd name="connsiteY0" fmla="*/ 105893 h 210349"/>
                <a:gd name="connsiteX1" fmla="*/ 115930 w 127841"/>
                <a:gd name="connsiteY1" fmla="*/ 34350 h 210349"/>
                <a:gd name="connsiteX2" fmla="*/ 64308 w 127841"/>
                <a:gd name="connsiteY2" fmla="*/ 107 h 210349"/>
                <a:gd name="connsiteX3" fmla="*/ 11470 w 127841"/>
                <a:gd name="connsiteY3" fmla="*/ 36490 h 210349"/>
                <a:gd name="connsiteX4" fmla="*/ 235 w 127841"/>
                <a:gd name="connsiteY4" fmla="*/ 105893 h 210349"/>
                <a:gd name="connsiteX5" fmla="*/ 13900 w 127841"/>
                <a:gd name="connsiteY5" fmla="*/ 179577 h 210349"/>
                <a:gd name="connsiteX6" fmla="*/ 64004 w 127841"/>
                <a:gd name="connsiteY6" fmla="*/ 210457 h 210349"/>
                <a:gd name="connsiteX7" fmla="*/ 116841 w 127841"/>
                <a:gd name="connsiteY7" fmla="*/ 174991 h 210349"/>
                <a:gd name="connsiteX8" fmla="*/ 128076 w 127841"/>
                <a:gd name="connsiteY8" fmla="*/ 105893 h 210349"/>
                <a:gd name="connsiteX9" fmla="*/ 64004 w 127841"/>
                <a:gd name="connsiteY9" fmla="*/ 203730 h 210349"/>
                <a:gd name="connsiteX10" fmla="*/ 28779 w 127841"/>
                <a:gd name="connsiteY10" fmla="*/ 166736 h 210349"/>
                <a:gd name="connsiteX11" fmla="*/ 25439 w 127841"/>
                <a:gd name="connsiteY11" fmla="*/ 102224 h 210349"/>
                <a:gd name="connsiteX12" fmla="*/ 27868 w 127841"/>
                <a:gd name="connsiteY12" fmla="*/ 45968 h 210349"/>
                <a:gd name="connsiteX13" fmla="*/ 64004 w 127841"/>
                <a:gd name="connsiteY13" fmla="*/ 6833 h 210349"/>
                <a:gd name="connsiteX14" fmla="*/ 99836 w 127841"/>
                <a:gd name="connsiteY14" fmla="*/ 42605 h 210349"/>
                <a:gd name="connsiteX15" fmla="*/ 102873 w 127841"/>
                <a:gd name="connsiteY15" fmla="*/ 102224 h 210349"/>
                <a:gd name="connsiteX16" fmla="*/ 99532 w 127841"/>
                <a:gd name="connsiteY16" fmla="*/ 165513 h 210349"/>
                <a:gd name="connsiteX17" fmla="*/ 64004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76" y="105893"/>
                  </a:moveTo>
                  <a:cubicBezTo>
                    <a:pt x="128076" y="81434"/>
                    <a:pt x="126558" y="56975"/>
                    <a:pt x="115930" y="34350"/>
                  </a:cubicBezTo>
                  <a:cubicBezTo>
                    <a:pt x="101962" y="4999"/>
                    <a:pt x="77061" y="107"/>
                    <a:pt x="64308" y="107"/>
                  </a:cubicBezTo>
                  <a:cubicBezTo>
                    <a:pt x="46088" y="107"/>
                    <a:pt x="23921" y="8056"/>
                    <a:pt x="11470" y="36490"/>
                  </a:cubicBezTo>
                  <a:cubicBezTo>
                    <a:pt x="1753" y="57586"/>
                    <a:pt x="235" y="81434"/>
                    <a:pt x="235" y="105893"/>
                  </a:cubicBezTo>
                  <a:cubicBezTo>
                    <a:pt x="235" y="128824"/>
                    <a:pt x="1450" y="156341"/>
                    <a:pt x="13900" y="179577"/>
                  </a:cubicBezTo>
                  <a:cubicBezTo>
                    <a:pt x="26957" y="204342"/>
                    <a:pt x="49124" y="210457"/>
                    <a:pt x="64004" y="210457"/>
                  </a:cubicBezTo>
                  <a:cubicBezTo>
                    <a:pt x="80402" y="210457"/>
                    <a:pt x="103480" y="204036"/>
                    <a:pt x="116841" y="174991"/>
                  </a:cubicBezTo>
                  <a:cubicBezTo>
                    <a:pt x="126558" y="153895"/>
                    <a:pt x="128076" y="130047"/>
                    <a:pt x="128076" y="105893"/>
                  </a:cubicBezTo>
                  <a:close/>
                  <a:moveTo>
                    <a:pt x="64004" y="203730"/>
                  </a:moveTo>
                  <a:cubicBezTo>
                    <a:pt x="52161" y="203730"/>
                    <a:pt x="34245" y="196087"/>
                    <a:pt x="28779" y="166736"/>
                  </a:cubicBezTo>
                  <a:cubicBezTo>
                    <a:pt x="25439" y="148391"/>
                    <a:pt x="25439" y="120263"/>
                    <a:pt x="25439" y="102224"/>
                  </a:cubicBezTo>
                  <a:cubicBezTo>
                    <a:pt x="25439" y="82657"/>
                    <a:pt x="25439" y="62478"/>
                    <a:pt x="27868" y="45968"/>
                  </a:cubicBezTo>
                  <a:cubicBezTo>
                    <a:pt x="33638" y="9585"/>
                    <a:pt x="56412" y="6833"/>
                    <a:pt x="64004" y="6833"/>
                  </a:cubicBezTo>
                  <a:cubicBezTo>
                    <a:pt x="74025" y="6833"/>
                    <a:pt x="94066" y="12336"/>
                    <a:pt x="99836" y="42605"/>
                  </a:cubicBezTo>
                  <a:cubicBezTo>
                    <a:pt x="102873" y="59726"/>
                    <a:pt x="102873" y="82963"/>
                    <a:pt x="102873" y="102224"/>
                  </a:cubicBezTo>
                  <a:cubicBezTo>
                    <a:pt x="102873" y="125155"/>
                    <a:pt x="102873" y="145945"/>
                    <a:pt x="99532" y="165513"/>
                  </a:cubicBezTo>
                  <a:cubicBezTo>
                    <a:pt x="94977" y="194558"/>
                    <a:pt x="77669" y="203730"/>
                    <a:pt x="64004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8" name="Freeform: Shape 1967">
              <a:extLst>
                <a:ext uri="{FF2B5EF4-FFF2-40B4-BE49-F238E27FC236}">
                  <a16:creationId xmlns:a16="http://schemas.microsoft.com/office/drawing/2014/main" id="{DAC13652-FA8E-04E5-48C9-039E78C98FF0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0133406" y="3950219"/>
              <a:ext cx="127841" cy="210349"/>
            </a:xfrm>
            <a:custGeom>
              <a:avLst/>
              <a:gdLst>
                <a:gd name="connsiteX0" fmla="*/ 128081 w 127841"/>
                <a:gd name="connsiteY0" fmla="*/ 105893 h 210349"/>
                <a:gd name="connsiteX1" fmla="*/ 115935 w 127841"/>
                <a:gd name="connsiteY1" fmla="*/ 34350 h 210349"/>
                <a:gd name="connsiteX2" fmla="*/ 64313 w 127841"/>
                <a:gd name="connsiteY2" fmla="*/ 107 h 210349"/>
                <a:gd name="connsiteX3" fmla="*/ 11475 w 127841"/>
                <a:gd name="connsiteY3" fmla="*/ 36490 h 210349"/>
                <a:gd name="connsiteX4" fmla="*/ 240 w 127841"/>
                <a:gd name="connsiteY4" fmla="*/ 105893 h 210349"/>
                <a:gd name="connsiteX5" fmla="*/ 13905 w 127841"/>
                <a:gd name="connsiteY5" fmla="*/ 179577 h 210349"/>
                <a:gd name="connsiteX6" fmla="*/ 64009 w 127841"/>
                <a:gd name="connsiteY6" fmla="*/ 210457 h 210349"/>
                <a:gd name="connsiteX7" fmla="*/ 116846 w 127841"/>
                <a:gd name="connsiteY7" fmla="*/ 174991 h 210349"/>
                <a:gd name="connsiteX8" fmla="*/ 128081 w 127841"/>
                <a:gd name="connsiteY8" fmla="*/ 105893 h 210349"/>
                <a:gd name="connsiteX9" fmla="*/ 64009 w 127841"/>
                <a:gd name="connsiteY9" fmla="*/ 203730 h 210349"/>
                <a:gd name="connsiteX10" fmla="*/ 28784 w 127841"/>
                <a:gd name="connsiteY10" fmla="*/ 166736 h 210349"/>
                <a:gd name="connsiteX11" fmla="*/ 25444 w 127841"/>
                <a:gd name="connsiteY11" fmla="*/ 102224 h 210349"/>
                <a:gd name="connsiteX12" fmla="*/ 27873 w 127841"/>
                <a:gd name="connsiteY12" fmla="*/ 45968 h 210349"/>
                <a:gd name="connsiteX13" fmla="*/ 64009 w 127841"/>
                <a:gd name="connsiteY13" fmla="*/ 6833 h 210349"/>
                <a:gd name="connsiteX14" fmla="*/ 99841 w 127841"/>
                <a:gd name="connsiteY14" fmla="*/ 42605 h 210349"/>
                <a:gd name="connsiteX15" fmla="*/ 102877 w 127841"/>
                <a:gd name="connsiteY15" fmla="*/ 102224 h 210349"/>
                <a:gd name="connsiteX16" fmla="*/ 99537 w 127841"/>
                <a:gd name="connsiteY16" fmla="*/ 165513 h 210349"/>
                <a:gd name="connsiteX17" fmla="*/ 64009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81" y="105893"/>
                  </a:moveTo>
                  <a:cubicBezTo>
                    <a:pt x="128081" y="81434"/>
                    <a:pt x="126563" y="56975"/>
                    <a:pt x="115935" y="34350"/>
                  </a:cubicBezTo>
                  <a:cubicBezTo>
                    <a:pt x="101967" y="4999"/>
                    <a:pt x="77066" y="107"/>
                    <a:pt x="64313" y="107"/>
                  </a:cubicBezTo>
                  <a:cubicBezTo>
                    <a:pt x="46093" y="107"/>
                    <a:pt x="23926" y="8056"/>
                    <a:pt x="11475" y="36490"/>
                  </a:cubicBezTo>
                  <a:cubicBezTo>
                    <a:pt x="1758" y="57586"/>
                    <a:pt x="240" y="81434"/>
                    <a:pt x="240" y="105893"/>
                  </a:cubicBezTo>
                  <a:cubicBezTo>
                    <a:pt x="240" y="128824"/>
                    <a:pt x="1455" y="156341"/>
                    <a:pt x="13905" y="179577"/>
                  </a:cubicBezTo>
                  <a:cubicBezTo>
                    <a:pt x="26962" y="204342"/>
                    <a:pt x="49129" y="210457"/>
                    <a:pt x="64009" y="210457"/>
                  </a:cubicBezTo>
                  <a:cubicBezTo>
                    <a:pt x="80407" y="210457"/>
                    <a:pt x="103485" y="204036"/>
                    <a:pt x="116846" y="174991"/>
                  </a:cubicBezTo>
                  <a:cubicBezTo>
                    <a:pt x="126563" y="153895"/>
                    <a:pt x="128081" y="130047"/>
                    <a:pt x="128081" y="105893"/>
                  </a:cubicBezTo>
                  <a:close/>
                  <a:moveTo>
                    <a:pt x="64009" y="203730"/>
                  </a:moveTo>
                  <a:cubicBezTo>
                    <a:pt x="52166" y="203730"/>
                    <a:pt x="34250" y="196087"/>
                    <a:pt x="28784" y="166736"/>
                  </a:cubicBezTo>
                  <a:cubicBezTo>
                    <a:pt x="25444" y="148391"/>
                    <a:pt x="25444" y="120263"/>
                    <a:pt x="25444" y="102224"/>
                  </a:cubicBezTo>
                  <a:cubicBezTo>
                    <a:pt x="25444" y="82657"/>
                    <a:pt x="25444" y="62478"/>
                    <a:pt x="27873" y="45968"/>
                  </a:cubicBezTo>
                  <a:cubicBezTo>
                    <a:pt x="33643" y="9585"/>
                    <a:pt x="56417" y="6833"/>
                    <a:pt x="64009" y="6833"/>
                  </a:cubicBezTo>
                  <a:cubicBezTo>
                    <a:pt x="74030" y="6833"/>
                    <a:pt x="94071" y="12336"/>
                    <a:pt x="99841" y="42605"/>
                  </a:cubicBezTo>
                  <a:cubicBezTo>
                    <a:pt x="102877" y="59726"/>
                    <a:pt x="102877" y="82963"/>
                    <a:pt x="102877" y="102224"/>
                  </a:cubicBezTo>
                  <a:cubicBezTo>
                    <a:pt x="102877" y="125155"/>
                    <a:pt x="102877" y="145945"/>
                    <a:pt x="99537" y="165513"/>
                  </a:cubicBezTo>
                  <a:cubicBezTo>
                    <a:pt x="94982" y="194558"/>
                    <a:pt x="77674" y="203730"/>
                    <a:pt x="64009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69" name="Freeform: Shape 1968">
              <a:extLst>
                <a:ext uri="{FF2B5EF4-FFF2-40B4-BE49-F238E27FC236}">
                  <a16:creationId xmlns:a16="http://schemas.microsoft.com/office/drawing/2014/main" id="{E8F39B23-067B-D9C7-E07F-DE2CA03BB035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0541753" y="389702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71" name="Freeform: Shape 1970">
              <a:extLst>
                <a:ext uri="{FF2B5EF4-FFF2-40B4-BE49-F238E27FC236}">
                  <a16:creationId xmlns:a16="http://schemas.microsoft.com/office/drawing/2014/main" id="{0DFCCB0E-8398-80FD-EBB9-5A20567F2554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0835012" y="3950219"/>
              <a:ext cx="126019" cy="210349"/>
            </a:xfrm>
            <a:custGeom>
              <a:avLst/>
              <a:gdLst>
                <a:gd name="connsiteX0" fmla="*/ 98953 w 126019"/>
                <a:gd name="connsiteY0" fmla="*/ 106505 h 210349"/>
                <a:gd name="connsiteX1" fmla="*/ 98953 w 126019"/>
                <a:gd name="connsiteY1" fmla="*/ 116288 h 210349"/>
                <a:gd name="connsiteX2" fmla="*/ 49760 w 126019"/>
                <a:gd name="connsiteY2" fmla="*/ 201896 h 210349"/>
                <a:gd name="connsiteX3" fmla="*/ 20001 w 126019"/>
                <a:gd name="connsiteY3" fmla="*/ 190889 h 210349"/>
                <a:gd name="connsiteX4" fmla="*/ 35791 w 126019"/>
                <a:gd name="connsiteY4" fmla="*/ 176825 h 210349"/>
                <a:gd name="connsiteX5" fmla="*/ 21823 w 126019"/>
                <a:gd name="connsiteY5" fmla="*/ 162761 h 210349"/>
                <a:gd name="connsiteX6" fmla="*/ 7855 w 126019"/>
                <a:gd name="connsiteY6" fmla="*/ 177437 h 210349"/>
                <a:gd name="connsiteX7" fmla="*/ 50063 w 126019"/>
                <a:gd name="connsiteY7" fmla="*/ 210457 h 210349"/>
                <a:gd name="connsiteX8" fmla="*/ 126282 w 126019"/>
                <a:gd name="connsiteY8" fmla="*/ 103142 h 210349"/>
                <a:gd name="connsiteX9" fmla="*/ 64336 w 126019"/>
                <a:gd name="connsiteY9" fmla="*/ 107 h 210349"/>
                <a:gd name="connsiteX10" fmla="*/ 19697 w 126019"/>
                <a:gd name="connsiteY10" fmla="*/ 19368 h 210349"/>
                <a:gd name="connsiteX11" fmla="*/ 263 w 126019"/>
                <a:gd name="connsiteY11" fmla="*/ 68899 h 210349"/>
                <a:gd name="connsiteX12" fmla="*/ 60995 w 126019"/>
                <a:gd name="connsiteY12" fmla="*/ 137079 h 210349"/>
                <a:gd name="connsiteX13" fmla="*/ 98953 w 126019"/>
                <a:gd name="connsiteY13" fmla="*/ 106505 h 210349"/>
                <a:gd name="connsiteX14" fmla="*/ 61299 w 126019"/>
                <a:gd name="connsiteY14" fmla="*/ 130047 h 210349"/>
                <a:gd name="connsiteX15" fmla="*/ 33058 w 126019"/>
                <a:gd name="connsiteY15" fmla="*/ 110785 h 210349"/>
                <a:gd name="connsiteX16" fmla="*/ 27592 w 126019"/>
                <a:gd name="connsiteY16" fmla="*/ 69204 h 210349"/>
                <a:gd name="connsiteX17" fmla="*/ 33969 w 126019"/>
                <a:gd name="connsiteY17" fmla="*/ 27012 h 210349"/>
                <a:gd name="connsiteX18" fmla="*/ 64336 w 126019"/>
                <a:gd name="connsiteY18" fmla="*/ 7750 h 210349"/>
                <a:gd name="connsiteX19" fmla="*/ 93487 w 126019"/>
                <a:gd name="connsiteY19" fmla="*/ 31904 h 210349"/>
                <a:gd name="connsiteX20" fmla="*/ 98346 w 126019"/>
                <a:gd name="connsiteY20" fmla="*/ 75013 h 210349"/>
                <a:gd name="connsiteX21" fmla="*/ 61299 w 126019"/>
                <a:gd name="connsiteY21" fmla="*/ 13004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10349">
                  <a:moveTo>
                    <a:pt x="98953" y="106505"/>
                  </a:moveTo>
                  <a:lnTo>
                    <a:pt x="98953" y="116288"/>
                  </a:lnTo>
                  <a:cubicBezTo>
                    <a:pt x="98953" y="187832"/>
                    <a:pt x="67372" y="201896"/>
                    <a:pt x="49760" y="201896"/>
                  </a:cubicBezTo>
                  <a:cubicBezTo>
                    <a:pt x="44598" y="201896"/>
                    <a:pt x="28200" y="201284"/>
                    <a:pt x="20001" y="190889"/>
                  </a:cubicBezTo>
                  <a:cubicBezTo>
                    <a:pt x="33362" y="190889"/>
                    <a:pt x="35791" y="182023"/>
                    <a:pt x="35791" y="176825"/>
                  </a:cubicBezTo>
                  <a:cubicBezTo>
                    <a:pt x="35791" y="167347"/>
                    <a:pt x="28503" y="162761"/>
                    <a:pt x="21823" y="162761"/>
                  </a:cubicBezTo>
                  <a:cubicBezTo>
                    <a:pt x="16964" y="162761"/>
                    <a:pt x="7855" y="165513"/>
                    <a:pt x="7855" y="177437"/>
                  </a:cubicBezTo>
                  <a:cubicBezTo>
                    <a:pt x="7855" y="197921"/>
                    <a:pt x="24252" y="210457"/>
                    <a:pt x="50063" y="210457"/>
                  </a:cubicBezTo>
                  <a:cubicBezTo>
                    <a:pt x="89236" y="210457"/>
                    <a:pt x="126282" y="168876"/>
                    <a:pt x="126282" y="103142"/>
                  </a:cubicBezTo>
                  <a:cubicBezTo>
                    <a:pt x="126282" y="20897"/>
                    <a:pt x="91361" y="107"/>
                    <a:pt x="64336" y="107"/>
                  </a:cubicBezTo>
                  <a:cubicBezTo>
                    <a:pt x="47634" y="107"/>
                    <a:pt x="32755" y="5610"/>
                    <a:pt x="19697" y="19368"/>
                  </a:cubicBezTo>
                  <a:cubicBezTo>
                    <a:pt x="7247" y="33127"/>
                    <a:pt x="263" y="45968"/>
                    <a:pt x="263" y="68899"/>
                  </a:cubicBezTo>
                  <a:cubicBezTo>
                    <a:pt x="263" y="107116"/>
                    <a:pt x="26985" y="137079"/>
                    <a:pt x="60995" y="137079"/>
                  </a:cubicBezTo>
                  <a:cubicBezTo>
                    <a:pt x="79519" y="137079"/>
                    <a:pt x="91969" y="124238"/>
                    <a:pt x="98953" y="106505"/>
                  </a:cubicBezTo>
                  <a:close/>
                  <a:moveTo>
                    <a:pt x="61299" y="130047"/>
                  </a:moveTo>
                  <a:cubicBezTo>
                    <a:pt x="56440" y="130047"/>
                    <a:pt x="42472" y="130047"/>
                    <a:pt x="33058" y="110785"/>
                  </a:cubicBezTo>
                  <a:cubicBezTo>
                    <a:pt x="27592" y="99473"/>
                    <a:pt x="27592" y="84186"/>
                    <a:pt x="27592" y="69204"/>
                  </a:cubicBezTo>
                  <a:cubicBezTo>
                    <a:pt x="27592" y="52694"/>
                    <a:pt x="27592" y="38324"/>
                    <a:pt x="33969" y="27012"/>
                  </a:cubicBezTo>
                  <a:cubicBezTo>
                    <a:pt x="42168" y="11725"/>
                    <a:pt x="53707" y="7750"/>
                    <a:pt x="64336" y="7750"/>
                  </a:cubicBezTo>
                  <a:cubicBezTo>
                    <a:pt x="78304" y="7750"/>
                    <a:pt x="88325" y="18145"/>
                    <a:pt x="93487" y="31904"/>
                  </a:cubicBezTo>
                  <a:cubicBezTo>
                    <a:pt x="97131" y="41688"/>
                    <a:pt x="98346" y="60949"/>
                    <a:pt x="98346" y="75013"/>
                  </a:cubicBezTo>
                  <a:cubicBezTo>
                    <a:pt x="98346" y="100390"/>
                    <a:pt x="88021" y="130047"/>
                    <a:pt x="61299" y="13004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72" name="Freeform: Shape 1971">
              <a:extLst>
                <a:ext uri="{FF2B5EF4-FFF2-40B4-BE49-F238E27FC236}">
                  <a16:creationId xmlns:a16="http://schemas.microsoft.com/office/drawing/2014/main" id="{C0E297E4-C24D-64B2-9C81-2D390569B117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1000204" y="4121434"/>
              <a:ext cx="32188" cy="32408"/>
            </a:xfrm>
            <a:custGeom>
              <a:avLst/>
              <a:gdLst>
                <a:gd name="connsiteX0" fmla="*/ 32456 w 32188"/>
                <a:gd name="connsiteY0" fmla="*/ 16311 h 32408"/>
                <a:gd name="connsiteX1" fmla="*/ 16362 w 32188"/>
                <a:gd name="connsiteY1" fmla="*/ 107 h 32408"/>
                <a:gd name="connsiteX2" fmla="*/ 268 w 32188"/>
                <a:gd name="connsiteY2" fmla="*/ 16311 h 32408"/>
                <a:gd name="connsiteX3" fmla="*/ 16362 w 32188"/>
                <a:gd name="connsiteY3" fmla="*/ 32515 h 32408"/>
                <a:gd name="connsiteX4" fmla="*/ 32456 w 32188"/>
                <a:gd name="connsiteY4" fmla="*/ 16311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56" y="16311"/>
                  </a:moveTo>
                  <a:cubicBezTo>
                    <a:pt x="32456" y="7445"/>
                    <a:pt x="25168" y="107"/>
                    <a:pt x="16362" y="107"/>
                  </a:cubicBezTo>
                  <a:cubicBezTo>
                    <a:pt x="7556" y="107"/>
                    <a:pt x="268" y="7445"/>
                    <a:pt x="268" y="16311"/>
                  </a:cubicBezTo>
                  <a:cubicBezTo>
                    <a:pt x="268" y="25178"/>
                    <a:pt x="7556" y="32515"/>
                    <a:pt x="16362" y="32515"/>
                  </a:cubicBezTo>
                  <a:cubicBezTo>
                    <a:pt x="25168" y="32515"/>
                    <a:pt x="32456" y="25178"/>
                    <a:pt x="32456" y="16311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73" name="Freeform: Shape 1972">
              <a:extLst>
                <a:ext uri="{FF2B5EF4-FFF2-40B4-BE49-F238E27FC236}">
                  <a16:creationId xmlns:a16="http://schemas.microsoft.com/office/drawing/2014/main" id="{9F9D5EE5-4A2B-0690-AC94-85AA328C5E8F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1070283" y="3950219"/>
              <a:ext cx="127841" cy="210349"/>
            </a:xfrm>
            <a:custGeom>
              <a:avLst/>
              <a:gdLst>
                <a:gd name="connsiteX0" fmla="*/ 128112 w 127841"/>
                <a:gd name="connsiteY0" fmla="*/ 105893 h 210349"/>
                <a:gd name="connsiteX1" fmla="*/ 115966 w 127841"/>
                <a:gd name="connsiteY1" fmla="*/ 34350 h 210349"/>
                <a:gd name="connsiteX2" fmla="*/ 64343 w 127841"/>
                <a:gd name="connsiteY2" fmla="*/ 107 h 210349"/>
                <a:gd name="connsiteX3" fmla="*/ 11506 w 127841"/>
                <a:gd name="connsiteY3" fmla="*/ 36490 h 210349"/>
                <a:gd name="connsiteX4" fmla="*/ 271 w 127841"/>
                <a:gd name="connsiteY4" fmla="*/ 105893 h 210349"/>
                <a:gd name="connsiteX5" fmla="*/ 13935 w 127841"/>
                <a:gd name="connsiteY5" fmla="*/ 179577 h 210349"/>
                <a:gd name="connsiteX6" fmla="*/ 64040 w 127841"/>
                <a:gd name="connsiteY6" fmla="*/ 210457 h 210349"/>
                <a:gd name="connsiteX7" fmla="*/ 116877 w 127841"/>
                <a:gd name="connsiteY7" fmla="*/ 174991 h 210349"/>
                <a:gd name="connsiteX8" fmla="*/ 128112 w 127841"/>
                <a:gd name="connsiteY8" fmla="*/ 105893 h 210349"/>
                <a:gd name="connsiteX9" fmla="*/ 64040 w 127841"/>
                <a:gd name="connsiteY9" fmla="*/ 203730 h 210349"/>
                <a:gd name="connsiteX10" fmla="*/ 28815 w 127841"/>
                <a:gd name="connsiteY10" fmla="*/ 166736 h 210349"/>
                <a:gd name="connsiteX11" fmla="*/ 25475 w 127841"/>
                <a:gd name="connsiteY11" fmla="*/ 102224 h 210349"/>
                <a:gd name="connsiteX12" fmla="*/ 27904 w 127841"/>
                <a:gd name="connsiteY12" fmla="*/ 45968 h 210349"/>
                <a:gd name="connsiteX13" fmla="*/ 64040 w 127841"/>
                <a:gd name="connsiteY13" fmla="*/ 6833 h 210349"/>
                <a:gd name="connsiteX14" fmla="*/ 99872 w 127841"/>
                <a:gd name="connsiteY14" fmla="*/ 42605 h 210349"/>
                <a:gd name="connsiteX15" fmla="*/ 102908 w 127841"/>
                <a:gd name="connsiteY15" fmla="*/ 102224 h 210349"/>
                <a:gd name="connsiteX16" fmla="*/ 99568 w 127841"/>
                <a:gd name="connsiteY16" fmla="*/ 165513 h 210349"/>
                <a:gd name="connsiteX17" fmla="*/ 64040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12" y="105893"/>
                  </a:moveTo>
                  <a:cubicBezTo>
                    <a:pt x="128112" y="81434"/>
                    <a:pt x="126594" y="56975"/>
                    <a:pt x="115966" y="34350"/>
                  </a:cubicBezTo>
                  <a:cubicBezTo>
                    <a:pt x="101997" y="4999"/>
                    <a:pt x="77097" y="107"/>
                    <a:pt x="64343" y="107"/>
                  </a:cubicBezTo>
                  <a:cubicBezTo>
                    <a:pt x="46124" y="107"/>
                    <a:pt x="23956" y="8056"/>
                    <a:pt x="11506" y="36490"/>
                  </a:cubicBezTo>
                  <a:cubicBezTo>
                    <a:pt x="1789" y="57586"/>
                    <a:pt x="271" y="81434"/>
                    <a:pt x="271" y="105893"/>
                  </a:cubicBezTo>
                  <a:cubicBezTo>
                    <a:pt x="271" y="128824"/>
                    <a:pt x="1485" y="156341"/>
                    <a:pt x="13935" y="179577"/>
                  </a:cubicBezTo>
                  <a:cubicBezTo>
                    <a:pt x="26993" y="204342"/>
                    <a:pt x="49160" y="210457"/>
                    <a:pt x="64040" y="210457"/>
                  </a:cubicBezTo>
                  <a:cubicBezTo>
                    <a:pt x="80437" y="210457"/>
                    <a:pt x="103516" y="204036"/>
                    <a:pt x="116877" y="174991"/>
                  </a:cubicBezTo>
                  <a:cubicBezTo>
                    <a:pt x="126594" y="153895"/>
                    <a:pt x="128112" y="130047"/>
                    <a:pt x="128112" y="105893"/>
                  </a:cubicBezTo>
                  <a:close/>
                  <a:moveTo>
                    <a:pt x="64040" y="203730"/>
                  </a:moveTo>
                  <a:cubicBezTo>
                    <a:pt x="52197" y="203730"/>
                    <a:pt x="34281" y="196087"/>
                    <a:pt x="28815" y="166736"/>
                  </a:cubicBezTo>
                  <a:cubicBezTo>
                    <a:pt x="25475" y="148391"/>
                    <a:pt x="25475" y="120263"/>
                    <a:pt x="25475" y="102224"/>
                  </a:cubicBezTo>
                  <a:cubicBezTo>
                    <a:pt x="25475" y="82657"/>
                    <a:pt x="25475" y="62478"/>
                    <a:pt x="27904" y="45968"/>
                  </a:cubicBezTo>
                  <a:cubicBezTo>
                    <a:pt x="33673" y="9585"/>
                    <a:pt x="56448" y="6833"/>
                    <a:pt x="64040" y="6833"/>
                  </a:cubicBezTo>
                  <a:cubicBezTo>
                    <a:pt x="74060" y="6833"/>
                    <a:pt x="94102" y="12336"/>
                    <a:pt x="99872" y="42605"/>
                  </a:cubicBezTo>
                  <a:cubicBezTo>
                    <a:pt x="102908" y="59726"/>
                    <a:pt x="102908" y="82963"/>
                    <a:pt x="102908" y="102224"/>
                  </a:cubicBezTo>
                  <a:cubicBezTo>
                    <a:pt x="102908" y="125155"/>
                    <a:pt x="102908" y="145945"/>
                    <a:pt x="99568" y="165513"/>
                  </a:cubicBezTo>
                  <a:cubicBezTo>
                    <a:pt x="95013" y="194558"/>
                    <a:pt x="77704" y="203730"/>
                    <a:pt x="64040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74" name="Freeform: Shape 1973">
              <a:extLst>
                <a:ext uri="{FF2B5EF4-FFF2-40B4-BE49-F238E27FC236}">
                  <a16:creationId xmlns:a16="http://schemas.microsoft.com/office/drawing/2014/main" id="{54106D76-6C2B-4B16-2440-19056062F6F3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1222114" y="3950219"/>
              <a:ext cx="127841" cy="210349"/>
            </a:xfrm>
            <a:custGeom>
              <a:avLst/>
              <a:gdLst>
                <a:gd name="connsiteX0" fmla="*/ 128117 w 127841"/>
                <a:gd name="connsiteY0" fmla="*/ 105893 h 210349"/>
                <a:gd name="connsiteX1" fmla="*/ 115971 w 127841"/>
                <a:gd name="connsiteY1" fmla="*/ 34350 h 210349"/>
                <a:gd name="connsiteX2" fmla="*/ 64348 w 127841"/>
                <a:gd name="connsiteY2" fmla="*/ 107 h 210349"/>
                <a:gd name="connsiteX3" fmla="*/ 11511 w 127841"/>
                <a:gd name="connsiteY3" fmla="*/ 36490 h 210349"/>
                <a:gd name="connsiteX4" fmla="*/ 276 w 127841"/>
                <a:gd name="connsiteY4" fmla="*/ 105893 h 210349"/>
                <a:gd name="connsiteX5" fmla="*/ 13940 w 127841"/>
                <a:gd name="connsiteY5" fmla="*/ 179577 h 210349"/>
                <a:gd name="connsiteX6" fmla="*/ 64045 w 127841"/>
                <a:gd name="connsiteY6" fmla="*/ 210457 h 210349"/>
                <a:gd name="connsiteX7" fmla="*/ 116882 w 127841"/>
                <a:gd name="connsiteY7" fmla="*/ 174991 h 210349"/>
                <a:gd name="connsiteX8" fmla="*/ 128117 w 127841"/>
                <a:gd name="connsiteY8" fmla="*/ 105893 h 210349"/>
                <a:gd name="connsiteX9" fmla="*/ 64045 w 127841"/>
                <a:gd name="connsiteY9" fmla="*/ 203730 h 210349"/>
                <a:gd name="connsiteX10" fmla="*/ 28820 w 127841"/>
                <a:gd name="connsiteY10" fmla="*/ 166736 h 210349"/>
                <a:gd name="connsiteX11" fmla="*/ 25480 w 127841"/>
                <a:gd name="connsiteY11" fmla="*/ 102224 h 210349"/>
                <a:gd name="connsiteX12" fmla="*/ 27909 w 127841"/>
                <a:gd name="connsiteY12" fmla="*/ 45968 h 210349"/>
                <a:gd name="connsiteX13" fmla="*/ 64045 w 127841"/>
                <a:gd name="connsiteY13" fmla="*/ 6833 h 210349"/>
                <a:gd name="connsiteX14" fmla="*/ 99877 w 127841"/>
                <a:gd name="connsiteY14" fmla="*/ 42605 h 210349"/>
                <a:gd name="connsiteX15" fmla="*/ 102913 w 127841"/>
                <a:gd name="connsiteY15" fmla="*/ 102224 h 210349"/>
                <a:gd name="connsiteX16" fmla="*/ 99573 w 127841"/>
                <a:gd name="connsiteY16" fmla="*/ 165513 h 210349"/>
                <a:gd name="connsiteX17" fmla="*/ 64045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17" y="105893"/>
                  </a:moveTo>
                  <a:cubicBezTo>
                    <a:pt x="128117" y="81434"/>
                    <a:pt x="126599" y="56975"/>
                    <a:pt x="115971" y="34350"/>
                  </a:cubicBezTo>
                  <a:cubicBezTo>
                    <a:pt x="102002" y="4999"/>
                    <a:pt x="77102" y="107"/>
                    <a:pt x="64348" y="107"/>
                  </a:cubicBezTo>
                  <a:cubicBezTo>
                    <a:pt x="46129" y="107"/>
                    <a:pt x="23961" y="8056"/>
                    <a:pt x="11511" y="36490"/>
                  </a:cubicBezTo>
                  <a:cubicBezTo>
                    <a:pt x="1794" y="57586"/>
                    <a:pt x="276" y="81434"/>
                    <a:pt x="276" y="105893"/>
                  </a:cubicBezTo>
                  <a:cubicBezTo>
                    <a:pt x="276" y="128824"/>
                    <a:pt x="1490" y="156341"/>
                    <a:pt x="13940" y="179577"/>
                  </a:cubicBezTo>
                  <a:cubicBezTo>
                    <a:pt x="26998" y="204342"/>
                    <a:pt x="49165" y="210457"/>
                    <a:pt x="64045" y="210457"/>
                  </a:cubicBezTo>
                  <a:cubicBezTo>
                    <a:pt x="80442" y="210457"/>
                    <a:pt x="103521" y="204036"/>
                    <a:pt x="116882" y="174991"/>
                  </a:cubicBezTo>
                  <a:cubicBezTo>
                    <a:pt x="126599" y="153895"/>
                    <a:pt x="128117" y="130047"/>
                    <a:pt x="128117" y="105893"/>
                  </a:cubicBezTo>
                  <a:close/>
                  <a:moveTo>
                    <a:pt x="64045" y="203730"/>
                  </a:moveTo>
                  <a:cubicBezTo>
                    <a:pt x="52202" y="203730"/>
                    <a:pt x="34286" y="196087"/>
                    <a:pt x="28820" y="166736"/>
                  </a:cubicBezTo>
                  <a:cubicBezTo>
                    <a:pt x="25480" y="148391"/>
                    <a:pt x="25480" y="120263"/>
                    <a:pt x="25480" y="102224"/>
                  </a:cubicBezTo>
                  <a:cubicBezTo>
                    <a:pt x="25480" y="82657"/>
                    <a:pt x="25480" y="62478"/>
                    <a:pt x="27909" y="45968"/>
                  </a:cubicBezTo>
                  <a:cubicBezTo>
                    <a:pt x="33678" y="9585"/>
                    <a:pt x="56453" y="6833"/>
                    <a:pt x="64045" y="6833"/>
                  </a:cubicBezTo>
                  <a:cubicBezTo>
                    <a:pt x="74065" y="6833"/>
                    <a:pt x="94107" y="12336"/>
                    <a:pt x="99877" y="42605"/>
                  </a:cubicBezTo>
                  <a:cubicBezTo>
                    <a:pt x="102913" y="59726"/>
                    <a:pt x="102913" y="82963"/>
                    <a:pt x="102913" y="102224"/>
                  </a:cubicBezTo>
                  <a:cubicBezTo>
                    <a:pt x="102913" y="125155"/>
                    <a:pt x="102913" y="145945"/>
                    <a:pt x="99573" y="165513"/>
                  </a:cubicBezTo>
                  <a:cubicBezTo>
                    <a:pt x="95018" y="194558"/>
                    <a:pt x="77709" y="203730"/>
                    <a:pt x="64045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75" name="Freeform: Shape 1974">
              <a:extLst>
                <a:ext uri="{FF2B5EF4-FFF2-40B4-BE49-F238E27FC236}">
                  <a16:creationId xmlns:a16="http://schemas.microsoft.com/office/drawing/2014/main" id="{CA01C837-7760-D7D9-0855-3D99C89E5F8A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1373945" y="3950219"/>
              <a:ext cx="127841" cy="210349"/>
            </a:xfrm>
            <a:custGeom>
              <a:avLst/>
              <a:gdLst>
                <a:gd name="connsiteX0" fmla="*/ 128122 w 127841"/>
                <a:gd name="connsiteY0" fmla="*/ 105893 h 210349"/>
                <a:gd name="connsiteX1" fmla="*/ 115976 w 127841"/>
                <a:gd name="connsiteY1" fmla="*/ 34350 h 210349"/>
                <a:gd name="connsiteX2" fmla="*/ 64353 w 127841"/>
                <a:gd name="connsiteY2" fmla="*/ 107 h 210349"/>
                <a:gd name="connsiteX3" fmla="*/ 11516 w 127841"/>
                <a:gd name="connsiteY3" fmla="*/ 36490 h 210349"/>
                <a:gd name="connsiteX4" fmla="*/ 281 w 127841"/>
                <a:gd name="connsiteY4" fmla="*/ 105893 h 210349"/>
                <a:gd name="connsiteX5" fmla="*/ 13945 w 127841"/>
                <a:gd name="connsiteY5" fmla="*/ 179577 h 210349"/>
                <a:gd name="connsiteX6" fmla="*/ 64050 w 127841"/>
                <a:gd name="connsiteY6" fmla="*/ 210457 h 210349"/>
                <a:gd name="connsiteX7" fmla="*/ 116887 w 127841"/>
                <a:gd name="connsiteY7" fmla="*/ 174991 h 210349"/>
                <a:gd name="connsiteX8" fmla="*/ 128122 w 127841"/>
                <a:gd name="connsiteY8" fmla="*/ 105893 h 210349"/>
                <a:gd name="connsiteX9" fmla="*/ 64050 w 127841"/>
                <a:gd name="connsiteY9" fmla="*/ 203730 h 210349"/>
                <a:gd name="connsiteX10" fmla="*/ 28825 w 127841"/>
                <a:gd name="connsiteY10" fmla="*/ 166736 h 210349"/>
                <a:gd name="connsiteX11" fmla="*/ 25485 w 127841"/>
                <a:gd name="connsiteY11" fmla="*/ 102224 h 210349"/>
                <a:gd name="connsiteX12" fmla="*/ 27914 w 127841"/>
                <a:gd name="connsiteY12" fmla="*/ 45968 h 210349"/>
                <a:gd name="connsiteX13" fmla="*/ 64050 w 127841"/>
                <a:gd name="connsiteY13" fmla="*/ 6833 h 210349"/>
                <a:gd name="connsiteX14" fmla="*/ 99882 w 127841"/>
                <a:gd name="connsiteY14" fmla="*/ 42605 h 210349"/>
                <a:gd name="connsiteX15" fmla="*/ 102918 w 127841"/>
                <a:gd name="connsiteY15" fmla="*/ 102224 h 210349"/>
                <a:gd name="connsiteX16" fmla="*/ 99578 w 127841"/>
                <a:gd name="connsiteY16" fmla="*/ 165513 h 210349"/>
                <a:gd name="connsiteX17" fmla="*/ 64050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22" y="105893"/>
                  </a:moveTo>
                  <a:cubicBezTo>
                    <a:pt x="128122" y="81434"/>
                    <a:pt x="126604" y="56975"/>
                    <a:pt x="115976" y="34350"/>
                  </a:cubicBezTo>
                  <a:cubicBezTo>
                    <a:pt x="102007" y="4999"/>
                    <a:pt x="77107" y="107"/>
                    <a:pt x="64353" y="107"/>
                  </a:cubicBezTo>
                  <a:cubicBezTo>
                    <a:pt x="46134" y="107"/>
                    <a:pt x="23966" y="8056"/>
                    <a:pt x="11516" y="36490"/>
                  </a:cubicBezTo>
                  <a:cubicBezTo>
                    <a:pt x="1799" y="57586"/>
                    <a:pt x="281" y="81434"/>
                    <a:pt x="281" y="105893"/>
                  </a:cubicBezTo>
                  <a:cubicBezTo>
                    <a:pt x="281" y="128824"/>
                    <a:pt x="1495" y="156341"/>
                    <a:pt x="13945" y="179577"/>
                  </a:cubicBezTo>
                  <a:cubicBezTo>
                    <a:pt x="27003" y="204342"/>
                    <a:pt x="49170" y="210457"/>
                    <a:pt x="64050" y="210457"/>
                  </a:cubicBezTo>
                  <a:cubicBezTo>
                    <a:pt x="80447" y="210457"/>
                    <a:pt x="103526" y="204036"/>
                    <a:pt x="116887" y="174991"/>
                  </a:cubicBezTo>
                  <a:cubicBezTo>
                    <a:pt x="126604" y="153895"/>
                    <a:pt x="128122" y="130047"/>
                    <a:pt x="128122" y="105893"/>
                  </a:cubicBezTo>
                  <a:close/>
                  <a:moveTo>
                    <a:pt x="64050" y="203730"/>
                  </a:moveTo>
                  <a:cubicBezTo>
                    <a:pt x="52207" y="203730"/>
                    <a:pt x="34291" y="196087"/>
                    <a:pt x="28825" y="166736"/>
                  </a:cubicBezTo>
                  <a:cubicBezTo>
                    <a:pt x="25485" y="148391"/>
                    <a:pt x="25485" y="120263"/>
                    <a:pt x="25485" y="102224"/>
                  </a:cubicBezTo>
                  <a:cubicBezTo>
                    <a:pt x="25485" y="82657"/>
                    <a:pt x="25485" y="62478"/>
                    <a:pt x="27914" y="45968"/>
                  </a:cubicBezTo>
                  <a:cubicBezTo>
                    <a:pt x="33683" y="9585"/>
                    <a:pt x="56458" y="6833"/>
                    <a:pt x="64050" y="6833"/>
                  </a:cubicBezTo>
                  <a:cubicBezTo>
                    <a:pt x="74070" y="6833"/>
                    <a:pt x="94112" y="12336"/>
                    <a:pt x="99882" y="42605"/>
                  </a:cubicBezTo>
                  <a:cubicBezTo>
                    <a:pt x="102918" y="59726"/>
                    <a:pt x="102918" y="82963"/>
                    <a:pt x="102918" y="102224"/>
                  </a:cubicBezTo>
                  <a:cubicBezTo>
                    <a:pt x="102918" y="125155"/>
                    <a:pt x="102918" y="145945"/>
                    <a:pt x="99578" y="165513"/>
                  </a:cubicBezTo>
                  <a:cubicBezTo>
                    <a:pt x="95023" y="194558"/>
                    <a:pt x="77714" y="203730"/>
                    <a:pt x="64050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76" name="Freeform: Shape 1975">
              <a:extLst>
                <a:ext uri="{FF2B5EF4-FFF2-40B4-BE49-F238E27FC236}">
                  <a16:creationId xmlns:a16="http://schemas.microsoft.com/office/drawing/2014/main" id="{31A2D11C-B78D-5BD0-8A34-485B1E4611DA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1782292" y="389702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78" name="Freeform: Shape 1977">
              <a:extLst>
                <a:ext uri="{FF2B5EF4-FFF2-40B4-BE49-F238E27FC236}">
                  <a16:creationId xmlns:a16="http://schemas.microsoft.com/office/drawing/2014/main" id="{18CA8496-0405-C353-E4C4-A5F1DC8FEF0E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2077980" y="3950219"/>
              <a:ext cx="121160" cy="210349"/>
            </a:xfrm>
            <a:custGeom>
              <a:avLst/>
              <a:gdLst>
                <a:gd name="connsiteX0" fmla="*/ 121465 w 121160"/>
                <a:gd name="connsiteY0" fmla="*/ 142276 h 210349"/>
                <a:gd name="connsiteX1" fmla="*/ 63769 w 121160"/>
                <a:gd name="connsiteY1" fmla="*/ 75319 h 210349"/>
                <a:gd name="connsiteX2" fmla="*/ 25204 w 121160"/>
                <a:gd name="connsiteY2" fmla="*/ 90912 h 210349"/>
                <a:gd name="connsiteX3" fmla="*/ 25204 w 121160"/>
                <a:gd name="connsiteY3" fmla="*/ 31292 h 210349"/>
                <a:gd name="connsiteX4" fmla="*/ 51015 w 121160"/>
                <a:gd name="connsiteY4" fmla="*/ 35267 h 210349"/>
                <a:gd name="connsiteX5" fmla="*/ 109622 w 121160"/>
                <a:gd name="connsiteY5" fmla="*/ 3470 h 210349"/>
                <a:gd name="connsiteX6" fmla="*/ 106585 w 121160"/>
                <a:gd name="connsiteY6" fmla="*/ 107 h 210349"/>
                <a:gd name="connsiteX7" fmla="*/ 104156 w 121160"/>
                <a:gd name="connsiteY7" fmla="*/ 1024 h 210349"/>
                <a:gd name="connsiteX8" fmla="*/ 62858 w 121160"/>
                <a:gd name="connsiteY8" fmla="*/ 9890 h 210349"/>
                <a:gd name="connsiteX9" fmla="*/ 22471 w 121160"/>
                <a:gd name="connsiteY9" fmla="*/ 1330 h 210349"/>
                <a:gd name="connsiteX10" fmla="*/ 18827 w 121160"/>
                <a:gd name="connsiteY10" fmla="*/ 413 h 210349"/>
                <a:gd name="connsiteX11" fmla="*/ 15790 w 121160"/>
                <a:gd name="connsiteY11" fmla="*/ 7750 h 210349"/>
                <a:gd name="connsiteX12" fmla="*/ 15790 w 121160"/>
                <a:gd name="connsiteY12" fmla="*/ 98250 h 210349"/>
                <a:gd name="connsiteX13" fmla="*/ 20042 w 121160"/>
                <a:gd name="connsiteY13" fmla="*/ 106199 h 210349"/>
                <a:gd name="connsiteX14" fmla="*/ 23989 w 121160"/>
                <a:gd name="connsiteY14" fmla="*/ 103447 h 210349"/>
                <a:gd name="connsiteX15" fmla="*/ 63162 w 121160"/>
                <a:gd name="connsiteY15" fmla="*/ 82045 h 210349"/>
                <a:gd name="connsiteX16" fmla="*/ 88973 w 121160"/>
                <a:gd name="connsiteY16" fmla="*/ 101613 h 210349"/>
                <a:gd name="connsiteX17" fmla="*/ 94439 w 121160"/>
                <a:gd name="connsiteY17" fmla="*/ 140136 h 210349"/>
                <a:gd name="connsiteX18" fmla="*/ 87151 w 121160"/>
                <a:gd name="connsiteY18" fmla="*/ 182023 h 210349"/>
                <a:gd name="connsiteX19" fmla="*/ 54659 w 121160"/>
                <a:gd name="connsiteY19" fmla="*/ 201896 h 210349"/>
                <a:gd name="connsiteX20" fmla="*/ 10021 w 121160"/>
                <a:gd name="connsiteY20" fmla="*/ 167653 h 210349"/>
                <a:gd name="connsiteX21" fmla="*/ 15183 w 121160"/>
                <a:gd name="connsiteY21" fmla="*/ 168264 h 210349"/>
                <a:gd name="connsiteX22" fmla="*/ 30366 w 121160"/>
                <a:gd name="connsiteY22" fmla="*/ 153283 h 210349"/>
                <a:gd name="connsiteX23" fmla="*/ 15183 w 121160"/>
                <a:gd name="connsiteY23" fmla="*/ 138302 h 210349"/>
                <a:gd name="connsiteX24" fmla="*/ 304 w 121160"/>
                <a:gd name="connsiteY24" fmla="*/ 154506 h 210349"/>
                <a:gd name="connsiteX25" fmla="*/ 55266 w 121160"/>
                <a:gd name="connsiteY25" fmla="*/ 210457 h 210349"/>
                <a:gd name="connsiteX26" fmla="*/ 121465 w 121160"/>
                <a:gd name="connsiteY26" fmla="*/ 142276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10349">
                  <a:moveTo>
                    <a:pt x="121465" y="142276"/>
                  </a:moveTo>
                  <a:cubicBezTo>
                    <a:pt x="121465" y="105893"/>
                    <a:pt x="96564" y="75319"/>
                    <a:pt x="63769" y="75319"/>
                  </a:cubicBezTo>
                  <a:cubicBezTo>
                    <a:pt x="49193" y="75319"/>
                    <a:pt x="36136" y="80211"/>
                    <a:pt x="25204" y="90912"/>
                  </a:cubicBezTo>
                  <a:lnTo>
                    <a:pt x="25204" y="31292"/>
                  </a:lnTo>
                  <a:cubicBezTo>
                    <a:pt x="31277" y="33127"/>
                    <a:pt x="41298" y="35267"/>
                    <a:pt x="51015" y="35267"/>
                  </a:cubicBezTo>
                  <a:cubicBezTo>
                    <a:pt x="88365" y="35267"/>
                    <a:pt x="109622" y="7445"/>
                    <a:pt x="109622" y="3470"/>
                  </a:cubicBezTo>
                  <a:cubicBezTo>
                    <a:pt x="109622" y="1635"/>
                    <a:pt x="108711" y="107"/>
                    <a:pt x="106585" y="107"/>
                  </a:cubicBezTo>
                  <a:cubicBezTo>
                    <a:pt x="106281" y="107"/>
                    <a:pt x="105674" y="107"/>
                    <a:pt x="104156" y="1024"/>
                  </a:cubicBezTo>
                  <a:cubicBezTo>
                    <a:pt x="98083" y="3776"/>
                    <a:pt x="83203" y="9890"/>
                    <a:pt x="62858" y="9890"/>
                  </a:cubicBezTo>
                  <a:cubicBezTo>
                    <a:pt x="50711" y="9890"/>
                    <a:pt x="36743" y="7750"/>
                    <a:pt x="22471" y="1330"/>
                  </a:cubicBezTo>
                  <a:cubicBezTo>
                    <a:pt x="20042" y="413"/>
                    <a:pt x="19434" y="413"/>
                    <a:pt x="18827" y="413"/>
                  </a:cubicBezTo>
                  <a:cubicBezTo>
                    <a:pt x="15790" y="413"/>
                    <a:pt x="15790" y="2858"/>
                    <a:pt x="15790" y="7750"/>
                  </a:cubicBezTo>
                  <a:lnTo>
                    <a:pt x="15790" y="98250"/>
                  </a:lnTo>
                  <a:cubicBezTo>
                    <a:pt x="15790" y="103753"/>
                    <a:pt x="15790" y="106199"/>
                    <a:pt x="20042" y="106199"/>
                  </a:cubicBezTo>
                  <a:cubicBezTo>
                    <a:pt x="22167" y="106199"/>
                    <a:pt x="22775" y="105282"/>
                    <a:pt x="23989" y="103447"/>
                  </a:cubicBezTo>
                  <a:cubicBezTo>
                    <a:pt x="27330" y="98555"/>
                    <a:pt x="38565" y="82045"/>
                    <a:pt x="63162" y="82045"/>
                  </a:cubicBezTo>
                  <a:cubicBezTo>
                    <a:pt x="78952" y="82045"/>
                    <a:pt x="86543" y="96110"/>
                    <a:pt x="88973" y="101613"/>
                  </a:cubicBezTo>
                  <a:cubicBezTo>
                    <a:pt x="93831" y="112925"/>
                    <a:pt x="94439" y="124849"/>
                    <a:pt x="94439" y="140136"/>
                  </a:cubicBezTo>
                  <a:cubicBezTo>
                    <a:pt x="94439" y="150837"/>
                    <a:pt x="94439" y="169182"/>
                    <a:pt x="87151" y="182023"/>
                  </a:cubicBezTo>
                  <a:cubicBezTo>
                    <a:pt x="79863" y="193947"/>
                    <a:pt x="68627" y="201896"/>
                    <a:pt x="54659" y="201896"/>
                  </a:cubicBezTo>
                  <a:cubicBezTo>
                    <a:pt x="32492" y="201896"/>
                    <a:pt x="15183" y="185692"/>
                    <a:pt x="10021" y="167653"/>
                  </a:cubicBezTo>
                  <a:cubicBezTo>
                    <a:pt x="10932" y="167959"/>
                    <a:pt x="11843" y="168264"/>
                    <a:pt x="15183" y="168264"/>
                  </a:cubicBezTo>
                  <a:cubicBezTo>
                    <a:pt x="25204" y="168264"/>
                    <a:pt x="30366" y="160621"/>
                    <a:pt x="30366" y="153283"/>
                  </a:cubicBezTo>
                  <a:cubicBezTo>
                    <a:pt x="30366" y="145945"/>
                    <a:pt x="25204" y="138302"/>
                    <a:pt x="15183" y="138302"/>
                  </a:cubicBezTo>
                  <a:cubicBezTo>
                    <a:pt x="10932" y="138302"/>
                    <a:pt x="304" y="140442"/>
                    <a:pt x="304" y="154506"/>
                  </a:cubicBezTo>
                  <a:cubicBezTo>
                    <a:pt x="304" y="180800"/>
                    <a:pt x="21256" y="210457"/>
                    <a:pt x="55266" y="210457"/>
                  </a:cubicBezTo>
                  <a:cubicBezTo>
                    <a:pt x="90491" y="210457"/>
                    <a:pt x="121465" y="181106"/>
                    <a:pt x="121465" y="142276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79" name="Freeform: Shape 1978">
              <a:extLst>
                <a:ext uri="{FF2B5EF4-FFF2-40B4-BE49-F238E27FC236}">
                  <a16:creationId xmlns:a16="http://schemas.microsoft.com/office/drawing/2014/main" id="{D5518AF8-371D-59FD-E809-5CB1E9C57278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2240743" y="4121434"/>
              <a:ext cx="32188" cy="32408"/>
            </a:xfrm>
            <a:custGeom>
              <a:avLst/>
              <a:gdLst>
                <a:gd name="connsiteX0" fmla="*/ 32497 w 32188"/>
                <a:gd name="connsiteY0" fmla="*/ 16311 h 32408"/>
                <a:gd name="connsiteX1" fmla="*/ 16403 w 32188"/>
                <a:gd name="connsiteY1" fmla="*/ 107 h 32408"/>
                <a:gd name="connsiteX2" fmla="*/ 309 w 32188"/>
                <a:gd name="connsiteY2" fmla="*/ 16311 h 32408"/>
                <a:gd name="connsiteX3" fmla="*/ 16403 w 32188"/>
                <a:gd name="connsiteY3" fmla="*/ 32515 h 32408"/>
                <a:gd name="connsiteX4" fmla="*/ 32497 w 32188"/>
                <a:gd name="connsiteY4" fmla="*/ 16311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97" y="16311"/>
                  </a:moveTo>
                  <a:cubicBezTo>
                    <a:pt x="32497" y="7445"/>
                    <a:pt x="25209" y="107"/>
                    <a:pt x="16403" y="107"/>
                  </a:cubicBezTo>
                  <a:cubicBezTo>
                    <a:pt x="7597" y="107"/>
                    <a:pt x="309" y="7445"/>
                    <a:pt x="309" y="16311"/>
                  </a:cubicBezTo>
                  <a:cubicBezTo>
                    <a:pt x="309" y="25178"/>
                    <a:pt x="7597" y="32515"/>
                    <a:pt x="16403" y="32515"/>
                  </a:cubicBezTo>
                  <a:cubicBezTo>
                    <a:pt x="25209" y="32515"/>
                    <a:pt x="32497" y="25178"/>
                    <a:pt x="32497" y="16311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0" name="Freeform: Shape 1979">
              <a:extLst>
                <a:ext uri="{FF2B5EF4-FFF2-40B4-BE49-F238E27FC236}">
                  <a16:creationId xmlns:a16="http://schemas.microsoft.com/office/drawing/2014/main" id="{DB487F37-7BDE-3FB9-AB70-152AF7ADF431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12315984" y="3947162"/>
              <a:ext cx="130270" cy="213407"/>
            </a:xfrm>
            <a:custGeom>
              <a:avLst/>
              <a:gdLst>
                <a:gd name="connsiteX0" fmla="*/ 127849 w 130270"/>
                <a:gd name="connsiteY0" fmla="*/ 20591 h 213407"/>
                <a:gd name="connsiteX1" fmla="*/ 130582 w 130270"/>
                <a:gd name="connsiteY1" fmla="*/ 9891 h 213407"/>
                <a:gd name="connsiteX2" fmla="*/ 56792 w 130270"/>
                <a:gd name="connsiteY2" fmla="*/ 9891 h 213407"/>
                <a:gd name="connsiteX3" fmla="*/ 17924 w 130270"/>
                <a:gd name="connsiteY3" fmla="*/ 107 h 213407"/>
                <a:gd name="connsiteX4" fmla="*/ 10332 w 130270"/>
                <a:gd name="connsiteY4" fmla="*/ 107 h 213407"/>
                <a:gd name="connsiteX5" fmla="*/ 311 w 130270"/>
                <a:gd name="connsiteY5" fmla="*/ 63089 h 213407"/>
                <a:gd name="connsiteX6" fmla="*/ 7903 w 130270"/>
                <a:gd name="connsiteY6" fmla="*/ 63089 h 213407"/>
                <a:gd name="connsiteX7" fmla="*/ 15494 w 130270"/>
                <a:gd name="connsiteY7" fmla="*/ 35267 h 213407"/>
                <a:gd name="connsiteX8" fmla="*/ 45253 w 130270"/>
                <a:gd name="connsiteY8" fmla="*/ 33433 h 213407"/>
                <a:gd name="connsiteX9" fmla="*/ 108111 w 130270"/>
                <a:gd name="connsiteY9" fmla="*/ 33433 h 213407"/>
                <a:gd name="connsiteX10" fmla="*/ 74101 w 130270"/>
                <a:gd name="connsiteY10" fmla="*/ 81740 h 213407"/>
                <a:gd name="connsiteX11" fmla="*/ 36751 w 130270"/>
                <a:gd name="connsiteY11" fmla="*/ 196698 h 213407"/>
                <a:gd name="connsiteX12" fmla="*/ 50719 w 130270"/>
                <a:gd name="connsiteY12" fmla="*/ 213514 h 213407"/>
                <a:gd name="connsiteX13" fmla="*/ 64688 w 130270"/>
                <a:gd name="connsiteY13" fmla="*/ 196698 h 213407"/>
                <a:gd name="connsiteX14" fmla="*/ 64688 w 130270"/>
                <a:gd name="connsiteY14" fmla="*/ 181106 h 213407"/>
                <a:gd name="connsiteX15" fmla="*/ 68028 w 130270"/>
                <a:gd name="connsiteY15" fmla="*/ 130964 h 213407"/>
                <a:gd name="connsiteX16" fmla="*/ 86855 w 130270"/>
                <a:gd name="connsiteY16" fmla="*/ 78682 h 213407"/>
                <a:gd name="connsiteX17" fmla="*/ 127849 w 130270"/>
                <a:gd name="connsiteY17" fmla="*/ 20591 h 213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3407">
                  <a:moveTo>
                    <a:pt x="127849" y="20591"/>
                  </a:moveTo>
                  <a:cubicBezTo>
                    <a:pt x="130582" y="16923"/>
                    <a:pt x="130582" y="16311"/>
                    <a:pt x="130582" y="9891"/>
                  </a:cubicBezTo>
                  <a:lnTo>
                    <a:pt x="56792" y="9891"/>
                  </a:lnTo>
                  <a:cubicBezTo>
                    <a:pt x="19746" y="9891"/>
                    <a:pt x="19138" y="5916"/>
                    <a:pt x="17924" y="107"/>
                  </a:cubicBezTo>
                  <a:lnTo>
                    <a:pt x="10332" y="107"/>
                  </a:lnTo>
                  <a:lnTo>
                    <a:pt x="311" y="63089"/>
                  </a:lnTo>
                  <a:lnTo>
                    <a:pt x="7903" y="63089"/>
                  </a:lnTo>
                  <a:cubicBezTo>
                    <a:pt x="8814" y="58198"/>
                    <a:pt x="11547" y="38936"/>
                    <a:pt x="15494" y="35267"/>
                  </a:cubicBezTo>
                  <a:cubicBezTo>
                    <a:pt x="17620" y="33433"/>
                    <a:pt x="41306" y="33433"/>
                    <a:pt x="45253" y="33433"/>
                  </a:cubicBezTo>
                  <a:lnTo>
                    <a:pt x="108111" y="33433"/>
                  </a:lnTo>
                  <a:cubicBezTo>
                    <a:pt x="104771" y="38324"/>
                    <a:pt x="80782" y="71650"/>
                    <a:pt x="74101" y="81740"/>
                  </a:cubicBezTo>
                  <a:cubicBezTo>
                    <a:pt x="46772" y="123015"/>
                    <a:pt x="36751" y="165513"/>
                    <a:pt x="36751" y="196698"/>
                  </a:cubicBezTo>
                  <a:cubicBezTo>
                    <a:pt x="36751" y="199756"/>
                    <a:pt x="36751" y="213514"/>
                    <a:pt x="50719" y="213514"/>
                  </a:cubicBezTo>
                  <a:cubicBezTo>
                    <a:pt x="64688" y="213514"/>
                    <a:pt x="64688" y="199756"/>
                    <a:pt x="64688" y="196698"/>
                  </a:cubicBezTo>
                  <a:lnTo>
                    <a:pt x="64688" y="181106"/>
                  </a:lnTo>
                  <a:cubicBezTo>
                    <a:pt x="64688" y="164290"/>
                    <a:pt x="65599" y="147474"/>
                    <a:pt x="68028" y="130964"/>
                  </a:cubicBezTo>
                  <a:cubicBezTo>
                    <a:pt x="69243" y="123932"/>
                    <a:pt x="73494" y="97638"/>
                    <a:pt x="86855" y="78682"/>
                  </a:cubicBezTo>
                  <a:lnTo>
                    <a:pt x="127849" y="20591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1" name="Freeform: Shape 1980">
              <a:extLst>
                <a:ext uri="{FF2B5EF4-FFF2-40B4-BE49-F238E27FC236}">
                  <a16:creationId xmlns:a16="http://schemas.microsoft.com/office/drawing/2014/main" id="{EEA852C3-41B8-7FA4-C148-B5AD269E6BEB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2462653" y="3950219"/>
              <a:ext cx="127841" cy="210349"/>
            </a:xfrm>
            <a:custGeom>
              <a:avLst/>
              <a:gdLst>
                <a:gd name="connsiteX0" fmla="*/ 128158 w 127841"/>
                <a:gd name="connsiteY0" fmla="*/ 105893 h 210349"/>
                <a:gd name="connsiteX1" fmla="*/ 116011 w 127841"/>
                <a:gd name="connsiteY1" fmla="*/ 34350 h 210349"/>
                <a:gd name="connsiteX2" fmla="*/ 64389 w 127841"/>
                <a:gd name="connsiteY2" fmla="*/ 107 h 210349"/>
                <a:gd name="connsiteX3" fmla="*/ 11552 w 127841"/>
                <a:gd name="connsiteY3" fmla="*/ 36490 h 210349"/>
                <a:gd name="connsiteX4" fmla="*/ 316 w 127841"/>
                <a:gd name="connsiteY4" fmla="*/ 105893 h 210349"/>
                <a:gd name="connsiteX5" fmla="*/ 13981 w 127841"/>
                <a:gd name="connsiteY5" fmla="*/ 179577 h 210349"/>
                <a:gd name="connsiteX6" fmla="*/ 64085 w 127841"/>
                <a:gd name="connsiteY6" fmla="*/ 210457 h 210349"/>
                <a:gd name="connsiteX7" fmla="*/ 116922 w 127841"/>
                <a:gd name="connsiteY7" fmla="*/ 174991 h 210349"/>
                <a:gd name="connsiteX8" fmla="*/ 128158 w 127841"/>
                <a:gd name="connsiteY8" fmla="*/ 105893 h 210349"/>
                <a:gd name="connsiteX9" fmla="*/ 64085 w 127841"/>
                <a:gd name="connsiteY9" fmla="*/ 203730 h 210349"/>
                <a:gd name="connsiteX10" fmla="*/ 28861 w 127841"/>
                <a:gd name="connsiteY10" fmla="*/ 166736 h 210349"/>
                <a:gd name="connsiteX11" fmla="*/ 25520 w 127841"/>
                <a:gd name="connsiteY11" fmla="*/ 102224 h 210349"/>
                <a:gd name="connsiteX12" fmla="*/ 27950 w 127841"/>
                <a:gd name="connsiteY12" fmla="*/ 45968 h 210349"/>
                <a:gd name="connsiteX13" fmla="*/ 64085 w 127841"/>
                <a:gd name="connsiteY13" fmla="*/ 6833 h 210349"/>
                <a:gd name="connsiteX14" fmla="*/ 99917 w 127841"/>
                <a:gd name="connsiteY14" fmla="*/ 42605 h 210349"/>
                <a:gd name="connsiteX15" fmla="*/ 102954 w 127841"/>
                <a:gd name="connsiteY15" fmla="*/ 102224 h 210349"/>
                <a:gd name="connsiteX16" fmla="*/ 99614 w 127841"/>
                <a:gd name="connsiteY16" fmla="*/ 165513 h 210349"/>
                <a:gd name="connsiteX17" fmla="*/ 64085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58" y="105893"/>
                  </a:moveTo>
                  <a:cubicBezTo>
                    <a:pt x="128158" y="81434"/>
                    <a:pt x="126639" y="56975"/>
                    <a:pt x="116011" y="34350"/>
                  </a:cubicBezTo>
                  <a:cubicBezTo>
                    <a:pt x="102043" y="4999"/>
                    <a:pt x="77143" y="107"/>
                    <a:pt x="64389" y="107"/>
                  </a:cubicBezTo>
                  <a:cubicBezTo>
                    <a:pt x="46169" y="107"/>
                    <a:pt x="24002" y="8056"/>
                    <a:pt x="11552" y="36490"/>
                  </a:cubicBezTo>
                  <a:cubicBezTo>
                    <a:pt x="1835" y="57586"/>
                    <a:pt x="316" y="81434"/>
                    <a:pt x="316" y="105893"/>
                  </a:cubicBezTo>
                  <a:cubicBezTo>
                    <a:pt x="316" y="128824"/>
                    <a:pt x="1531" y="156341"/>
                    <a:pt x="13981" y="179577"/>
                  </a:cubicBezTo>
                  <a:cubicBezTo>
                    <a:pt x="27039" y="204342"/>
                    <a:pt x="49206" y="210457"/>
                    <a:pt x="64085" y="210457"/>
                  </a:cubicBezTo>
                  <a:cubicBezTo>
                    <a:pt x="80483" y="210457"/>
                    <a:pt x="103561" y="204036"/>
                    <a:pt x="116922" y="174991"/>
                  </a:cubicBezTo>
                  <a:cubicBezTo>
                    <a:pt x="126639" y="153895"/>
                    <a:pt x="128158" y="130047"/>
                    <a:pt x="128158" y="105893"/>
                  </a:cubicBezTo>
                  <a:close/>
                  <a:moveTo>
                    <a:pt x="64085" y="203730"/>
                  </a:moveTo>
                  <a:cubicBezTo>
                    <a:pt x="52242" y="203730"/>
                    <a:pt x="34326" y="196087"/>
                    <a:pt x="28861" y="166736"/>
                  </a:cubicBezTo>
                  <a:cubicBezTo>
                    <a:pt x="25520" y="148391"/>
                    <a:pt x="25520" y="120263"/>
                    <a:pt x="25520" y="102224"/>
                  </a:cubicBezTo>
                  <a:cubicBezTo>
                    <a:pt x="25520" y="82657"/>
                    <a:pt x="25520" y="62478"/>
                    <a:pt x="27950" y="45968"/>
                  </a:cubicBezTo>
                  <a:cubicBezTo>
                    <a:pt x="33719" y="9585"/>
                    <a:pt x="56494" y="6833"/>
                    <a:pt x="64085" y="6833"/>
                  </a:cubicBezTo>
                  <a:cubicBezTo>
                    <a:pt x="74106" y="6833"/>
                    <a:pt x="94148" y="12336"/>
                    <a:pt x="99917" y="42605"/>
                  </a:cubicBezTo>
                  <a:cubicBezTo>
                    <a:pt x="102954" y="59726"/>
                    <a:pt x="102954" y="82963"/>
                    <a:pt x="102954" y="102224"/>
                  </a:cubicBezTo>
                  <a:cubicBezTo>
                    <a:pt x="102954" y="125155"/>
                    <a:pt x="102954" y="145945"/>
                    <a:pt x="99614" y="165513"/>
                  </a:cubicBezTo>
                  <a:cubicBezTo>
                    <a:pt x="95059" y="194558"/>
                    <a:pt x="77750" y="203730"/>
                    <a:pt x="64085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2" name="Freeform: Shape 1981">
              <a:extLst>
                <a:ext uri="{FF2B5EF4-FFF2-40B4-BE49-F238E27FC236}">
                  <a16:creationId xmlns:a16="http://schemas.microsoft.com/office/drawing/2014/main" id="{C8FEE198-4603-BAEF-EF24-C6484D534D2A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2614484" y="3950219"/>
              <a:ext cx="127841" cy="210349"/>
            </a:xfrm>
            <a:custGeom>
              <a:avLst/>
              <a:gdLst>
                <a:gd name="connsiteX0" fmla="*/ 128163 w 127841"/>
                <a:gd name="connsiteY0" fmla="*/ 105893 h 210349"/>
                <a:gd name="connsiteX1" fmla="*/ 116016 w 127841"/>
                <a:gd name="connsiteY1" fmla="*/ 34350 h 210349"/>
                <a:gd name="connsiteX2" fmla="*/ 64394 w 127841"/>
                <a:gd name="connsiteY2" fmla="*/ 107 h 210349"/>
                <a:gd name="connsiteX3" fmla="*/ 11557 w 127841"/>
                <a:gd name="connsiteY3" fmla="*/ 36490 h 210349"/>
                <a:gd name="connsiteX4" fmla="*/ 321 w 127841"/>
                <a:gd name="connsiteY4" fmla="*/ 105893 h 210349"/>
                <a:gd name="connsiteX5" fmla="*/ 13986 w 127841"/>
                <a:gd name="connsiteY5" fmla="*/ 179577 h 210349"/>
                <a:gd name="connsiteX6" fmla="*/ 64090 w 127841"/>
                <a:gd name="connsiteY6" fmla="*/ 210457 h 210349"/>
                <a:gd name="connsiteX7" fmla="*/ 116927 w 127841"/>
                <a:gd name="connsiteY7" fmla="*/ 174991 h 210349"/>
                <a:gd name="connsiteX8" fmla="*/ 128163 w 127841"/>
                <a:gd name="connsiteY8" fmla="*/ 105893 h 210349"/>
                <a:gd name="connsiteX9" fmla="*/ 64090 w 127841"/>
                <a:gd name="connsiteY9" fmla="*/ 203730 h 210349"/>
                <a:gd name="connsiteX10" fmla="*/ 28866 w 127841"/>
                <a:gd name="connsiteY10" fmla="*/ 166736 h 210349"/>
                <a:gd name="connsiteX11" fmla="*/ 25525 w 127841"/>
                <a:gd name="connsiteY11" fmla="*/ 102224 h 210349"/>
                <a:gd name="connsiteX12" fmla="*/ 27955 w 127841"/>
                <a:gd name="connsiteY12" fmla="*/ 45968 h 210349"/>
                <a:gd name="connsiteX13" fmla="*/ 64090 w 127841"/>
                <a:gd name="connsiteY13" fmla="*/ 6833 h 210349"/>
                <a:gd name="connsiteX14" fmla="*/ 99922 w 127841"/>
                <a:gd name="connsiteY14" fmla="*/ 42605 h 210349"/>
                <a:gd name="connsiteX15" fmla="*/ 102959 w 127841"/>
                <a:gd name="connsiteY15" fmla="*/ 102224 h 210349"/>
                <a:gd name="connsiteX16" fmla="*/ 99619 w 127841"/>
                <a:gd name="connsiteY16" fmla="*/ 165513 h 210349"/>
                <a:gd name="connsiteX17" fmla="*/ 64090 w 127841"/>
                <a:gd name="connsiteY17" fmla="*/ 20373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63" y="105893"/>
                  </a:moveTo>
                  <a:cubicBezTo>
                    <a:pt x="128163" y="81434"/>
                    <a:pt x="126644" y="56975"/>
                    <a:pt x="116016" y="34350"/>
                  </a:cubicBezTo>
                  <a:cubicBezTo>
                    <a:pt x="102048" y="4999"/>
                    <a:pt x="77148" y="107"/>
                    <a:pt x="64394" y="107"/>
                  </a:cubicBezTo>
                  <a:cubicBezTo>
                    <a:pt x="46174" y="107"/>
                    <a:pt x="24007" y="8056"/>
                    <a:pt x="11557" y="36490"/>
                  </a:cubicBezTo>
                  <a:cubicBezTo>
                    <a:pt x="1840" y="57586"/>
                    <a:pt x="321" y="81434"/>
                    <a:pt x="321" y="105893"/>
                  </a:cubicBezTo>
                  <a:cubicBezTo>
                    <a:pt x="321" y="128824"/>
                    <a:pt x="1536" y="156341"/>
                    <a:pt x="13986" y="179577"/>
                  </a:cubicBezTo>
                  <a:cubicBezTo>
                    <a:pt x="27044" y="204342"/>
                    <a:pt x="49211" y="210457"/>
                    <a:pt x="64090" y="210457"/>
                  </a:cubicBezTo>
                  <a:cubicBezTo>
                    <a:pt x="80488" y="210457"/>
                    <a:pt x="103566" y="204036"/>
                    <a:pt x="116927" y="174991"/>
                  </a:cubicBezTo>
                  <a:cubicBezTo>
                    <a:pt x="126644" y="153895"/>
                    <a:pt x="128163" y="130047"/>
                    <a:pt x="128163" y="105893"/>
                  </a:cubicBezTo>
                  <a:close/>
                  <a:moveTo>
                    <a:pt x="64090" y="203730"/>
                  </a:moveTo>
                  <a:cubicBezTo>
                    <a:pt x="52247" y="203730"/>
                    <a:pt x="34331" y="196087"/>
                    <a:pt x="28866" y="166736"/>
                  </a:cubicBezTo>
                  <a:cubicBezTo>
                    <a:pt x="25525" y="148391"/>
                    <a:pt x="25525" y="120263"/>
                    <a:pt x="25525" y="102224"/>
                  </a:cubicBezTo>
                  <a:cubicBezTo>
                    <a:pt x="25525" y="82657"/>
                    <a:pt x="25525" y="62478"/>
                    <a:pt x="27955" y="45968"/>
                  </a:cubicBezTo>
                  <a:cubicBezTo>
                    <a:pt x="33724" y="9585"/>
                    <a:pt x="56499" y="6833"/>
                    <a:pt x="64090" y="6833"/>
                  </a:cubicBezTo>
                  <a:cubicBezTo>
                    <a:pt x="74111" y="6833"/>
                    <a:pt x="94153" y="12336"/>
                    <a:pt x="99922" y="42605"/>
                  </a:cubicBezTo>
                  <a:cubicBezTo>
                    <a:pt x="102959" y="59726"/>
                    <a:pt x="102959" y="82963"/>
                    <a:pt x="102959" y="102224"/>
                  </a:cubicBezTo>
                  <a:cubicBezTo>
                    <a:pt x="102959" y="125155"/>
                    <a:pt x="102959" y="145945"/>
                    <a:pt x="99619" y="165513"/>
                  </a:cubicBezTo>
                  <a:cubicBezTo>
                    <a:pt x="95064" y="194558"/>
                    <a:pt x="77755" y="203730"/>
                    <a:pt x="64090" y="20373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3" name="Freeform: Shape 1982">
              <a:extLst>
                <a:ext uri="{FF2B5EF4-FFF2-40B4-BE49-F238E27FC236}">
                  <a16:creationId xmlns:a16="http://schemas.microsoft.com/office/drawing/2014/main" id="{DA055344-3CB3-CDE5-E2BA-7321158ED894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3022831" y="3897022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4" name="Freeform: Shape 1983">
              <a:extLst>
                <a:ext uri="{FF2B5EF4-FFF2-40B4-BE49-F238E27FC236}">
                  <a16:creationId xmlns:a16="http://schemas.microsoft.com/office/drawing/2014/main" id="{87ABE705-35D6-B9EC-8189-C09730A99D43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6820134" y="4263911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5" name="Freeform: Shape 1984">
              <a:extLst>
                <a:ext uri="{FF2B5EF4-FFF2-40B4-BE49-F238E27FC236}">
                  <a16:creationId xmlns:a16="http://schemas.microsoft.com/office/drawing/2014/main" id="{7512550C-B5CA-EF91-C7C1-FFF2A26711A4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7385745" y="4317109"/>
              <a:ext cx="121160" cy="203623"/>
            </a:xfrm>
            <a:custGeom>
              <a:avLst/>
              <a:gdLst>
                <a:gd name="connsiteX0" fmla="*/ 23532 w 121160"/>
                <a:gd name="connsiteY0" fmla="*/ 180200 h 203623"/>
                <a:gd name="connsiteX1" fmla="*/ 55720 w 121160"/>
                <a:gd name="connsiteY1" fmla="*/ 148709 h 203623"/>
                <a:gd name="connsiteX2" fmla="*/ 121311 w 121160"/>
                <a:gd name="connsiteY2" fmla="*/ 59433 h 203623"/>
                <a:gd name="connsiteX3" fmla="*/ 56934 w 121160"/>
                <a:gd name="connsiteY3" fmla="*/ 119 h 203623"/>
                <a:gd name="connsiteX4" fmla="*/ 150 w 121160"/>
                <a:gd name="connsiteY4" fmla="*/ 55458 h 203623"/>
                <a:gd name="connsiteX5" fmla="*/ 16244 w 121160"/>
                <a:gd name="connsiteY5" fmla="*/ 72579 h 203623"/>
                <a:gd name="connsiteX6" fmla="*/ 32034 w 121160"/>
                <a:gd name="connsiteY6" fmla="*/ 56375 h 203623"/>
                <a:gd name="connsiteX7" fmla="*/ 15940 w 121160"/>
                <a:gd name="connsiteY7" fmla="*/ 40477 h 203623"/>
                <a:gd name="connsiteX8" fmla="*/ 11993 w 121160"/>
                <a:gd name="connsiteY8" fmla="*/ 40782 h 203623"/>
                <a:gd name="connsiteX9" fmla="*/ 52987 w 121160"/>
                <a:gd name="connsiteY9" fmla="*/ 9597 h 203623"/>
                <a:gd name="connsiteX10" fmla="*/ 93677 w 121160"/>
                <a:gd name="connsiteY10" fmla="*/ 59433 h 203623"/>
                <a:gd name="connsiteX11" fmla="*/ 61793 w 121160"/>
                <a:gd name="connsiteY11" fmla="*/ 127001 h 203623"/>
                <a:gd name="connsiteX12" fmla="*/ 3490 w 121160"/>
                <a:gd name="connsiteY12" fmla="*/ 192430 h 203623"/>
                <a:gd name="connsiteX13" fmla="*/ 150 w 121160"/>
                <a:gd name="connsiteY13" fmla="*/ 203742 h 203623"/>
                <a:gd name="connsiteX14" fmla="*/ 112808 w 121160"/>
                <a:gd name="connsiteY14" fmla="*/ 203742 h 203623"/>
                <a:gd name="connsiteX15" fmla="*/ 121311 w 121160"/>
                <a:gd name="connsiteY15" fmla="*/ 150543 h 203623"/>
                <a:gd name="connsiteX16" fmla="*/ 113719 w 121160"/>
                <a:gd name="connsiteY16" fmla="*/ 150543 h 203623"/>
                <a:gd name="connsiteX17" fmla="*/ 107038 w 121160"/>
                <a:gd name="connsiteY17" fmla="*/ 177754 h 203623"/>
                <a:gd name="connsiteX18" fmla="*/ 78191 w 121160"/>
                <a:gd name="connsiteY18" fmla="*/ 180200 h 203623"/>
                <a:gd name="connsiteX19" fmla="*/ 23532 w 121160"/>
                <a:gd name="connsiteY19" fmla="*/ 180200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3623">
                  <a:moveTo>
                    <a:pt x="23532" y="180200"/>
                  </a:moveTo>
                  <a:lnTo>
                    <a:pt x="55720" y="148709"/>
                  </a:lnTo>
                  <a:cubicBezTo>
                    <a:pt x="103091" y="106517"/>
                    <a:pt x="121311" y="90007"/>
                    <a:pt x="121311" y="59433"/>
                  </a:cubicBezTo>
                  <a:cubicBezTo>
                    <a:pt x="121311" y="24578"/>
                    <a:pt x="93981" y="119"/>
                    <a:pt x="56934" y="119"/>
                  </a:cubicBezTo>
                  <a:cubicBezTo>
                    <a:pt x="22621" y="119"/>
                    <a:pt x="150" y="28247"/>
                    <a:pt x="150" y="55458"/>
                  </a:cubicBezTo>
                  <a:cubicBezTo>
                    <a:pt x="150" y="72579"/>
                    <a:pt x="15333" y="72579"/>
                    <a:pt x="16244" y="72579"/>
                  </a:cubicBezTo>
                  <a:cubicBezTo>
                    <a:pt x="21406" y="72579"/>
                    <a:pt x="32034" y="68911"/>
                    <a:pt x="32034" y="56375"/>
                  </a:cubicBezTo>
                  <a:cubicBezTo>
                    <a:pt x="32034" y="48426"/>
                    <a:pt x="26568" y="40477"/>
                    <a:pt x="15940" y="40477"/>
                  </a:cubicBezTo>
                  <a:cubicBezTo>
                    <a:pt x="13511" y="40477"/>
                    <a:pt x="12904" y="40477"/>
                    <a:pt x="11993" y="40782"/>
                  </a:cubicBezTo>
                  <a:cubicBezTo>
                    <a:pt x="18977" y="20909"/>
                    <a:pt x="35374" y="9597"/>
                    <a:pt x="52987" y="9597"/>
                  </a:cubicBezTo>
                  <a:cubicBezTo>
                    <a:pt x="80620" y="9597"/>
                    <a:pt x="93677" y="34362"/>
                    <a:pt x="93677" y="59433"/>
                  </a:cubicBezTo>
                  <a:cubicBezTo>
                    <a:pt x="93677" y="83892"/>
                    <a:pt x="78494" y="108045"/>
                    <a:pt x="61793" y="127001"/>
                  </a:cubicBezTo>
                  <a:lnTo>
                    <a:pt x="3490" y="192430"/>
                  </a:lnTo>
                  <a:cubicBezTo>
                    <a:pt x="150" y="195793"/>
                    <a:pt x="150" y="196405"/>
                    <a:pt x="150" y="203742"/>
                  </a:cubicBezTo>
                  <a:lnTo>
                    <a:pt x="112808" y="203742"/>
                  </a:lnTo>
                  <a:lnTo>
                    <a:pt x="121311" y="150543"/>
                  </a:lnTo>
                  <a:lnTo>
                    <a:pt x="113719" y="150543"/>
                  </a:lnTo>
                  <a:cubicBezTo>
                    <a:pt x="112201" y="159716"/>
                    <a:pt x="110075" y="173168"/>
                    <a:pt x="107038" y="177754"/>
                  </a:cubicBezTo>
                  <a:cubicBezTo>
                    <a:pt x="104913" y="180200"/>
                    <a:pt x="84871" y="180200"/>
                    <a:pt x="78191" y="180200"/>
                  </a:cubicBezTo>
                  <a:lnTo>
                    <a:pt x="23532" y="18020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6" name="Freeform: Shape 1985">
              <a:extLst>
                <a:ext uri="{FF2B5EF4-FFF2-40B4-BE49-F238E27FC236}">
                  <a16:creationId xmlns:a16="http://schemas.microsoft.com/office/drawing/2014/main" id="{2F6FCBD6-1D5C-B2DA-651A-BF04B7207A78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8060674" y="4263911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8" name="Freeform: Shape 1987">
              <a:extLst>
                <a:ext uri="{FF2B5EF4-FFF2-40B4-BE49-F238E27FC236}">
                  <a16:creationId xmlns:a16="http://schemas.microsoft.com/office/drawing/2014/main" id="{98F046A7-7A4D-FD82-F901-94C7FA0D36D7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8356362" y="4317109"/>
              <a:ext cx="121160" cy="210349"/>
            </a:xfrm>
            <a:custGeom>
              <a:avLst/>
              <a:gdLst>
                <a:gd name="connsiteX0" fmla="*/ 121342 w 121160"/>
                <a:gd name="connsiteY0" fmla="*/ 142288 h 210349"/>
                <a:gd name="connsiteX1" fmla="*/ 63647 w 121160"/>
                <a:gd name="connsiteY1" fmla="*/ 75331 h 210349"/>
                <a:gd name="connsiteX2" fmla="*/ 25082 w 121160"/>
                <a:gd name="connsiteY2" fmla="*/ 90924 h 210349"/>
                <a:gd name="connsiteX3" fmla="*/ 25082 w 121160"/>
                <a:gd name="connsiteY3" fmla="*/ 31304 h 210349"/>
                <a:gd name="connsiteX4" fmla="*/ 50893 w 121160"/>
                <a:gd name="connsiteY4" fmla="*/ 35279 h 210349"/>
                <a:gd name="connsiteX5" fmla="*/ 109500 w 121160"/>
                <a:gd name="connsiteY5" fmla="*/ 3482 h 210349"/>
                <a:gd name="connsiteX6" fmla="*/ 106463 w 121160"/>
                <a:gd name="connsiteY6" fmla="*/ 119 h 210349"/>
                <a:gd name="connsiteX7" fmla="*/ 104034 w 121160"/>
                <a:gd name="connsiteY7" fmla="*/ 1036 h 210349"/>
                <a:gd name="connsiteX8" fmla="*/ 62736 w 121160"/>
                <a:gd name="connsiteY8" fmla="*/ 9902 h 210349"/>
                <a:gd name="connsiteX9" fmla="*/ 22349 w 121160"/>
                <a:gd name="connsiteY9" fmla="*/ 1342 h 210349"/>
                <a:gd name="connsiteX10" fmla="*/ 18705 w 121160"/>
                <a:gd name="connsiteY10" fmla="*/ 424 h 210349"/>
                <a:gd name="connsiteX11" fmla="*/ 15668 w 121160"/>
                <a:gd name="connsiteY11" fmla="*/ 7762 h 210349"/>
                <a:gd name="connsiteX12" fmla="*/ 15668 w 121160"/>
                <a:gd name="connsiteY12" fmla="*/ 98262 h 210349"/>
                <a:gd name="connsiteX13" fmla="*/ 19920 w 121160"/>
                <a:gd name="connsiteY13" fmla="*/ 106211 h 210349"/>
                <a:gd name="connsiteX14" fmla="*/ 23867 w 121160"/>
                <a:gd name="connsiteY14" fmla="*/ 103459 h 210349"/>
                <a:gd name="connsiteX15" fmla="*/ 63039 w 121160"/>
                <a:gd name="connsiteY15" fmla="*/ 82057 h 210349"/>
                <a:gd name="connsiteX16" fmla="*/ 88851 w 121160"/>
                <a:gd name="connsiteY16" fmla="*/ 101625 h 210349"/>
                <a:gd name="connsiteX17" fmla="*/ 94317 w 121160"/>
                <a:gd name="connsiteY17" fmla="*/ 140148 h 210349"/>
                <a:gd name="connsiteX18" fmla="*/ 87029 w 121160"/>
                <a:gd name="connsiteY18" fmla="*/ 182035 h 210349"/>
                <a:gd name="connsiteX19" fmla="*/ 54537 w 121160"/>
                <a:gd name="connsiteY19" fmla="*/ 201908 h 210349"/>
                <a:gd name="connsiteX20" fmla="*/ 9899 w 121160"/>
                <a:gd name="connsiteY20" fmla="*/ 167665 h 210349"/>
                <a:gd name="connsiteX21" fmla="*/ 15061 w 121160"/>
                <a:gd name="connsiteY21" fmla="*/ 168276 h 210349"/>
                <a:gd name="connsiteX22" fmla="*/ 30244 w 121160"/>
                <a:gd name="connsiteY22" fmla="*/ 153295 h 210349"/>
                <a:gd name="connsiteX23" fmla="*/ 15061 w 121160"/>
                <a:gd name="connsiteY23" fmla="*/ 138314 h 210349"/>
                <a:gd name="connsiteX24" fmla="*/ 182 w 121160"/>
                <a:gd name="connsiteY24" fmla="*/ 154518 h 210349"/>
                <a:gd name="connsiteX25" fmla="*/ 55144 w 121160"/>
                <a:gd name="connsiteY25" fmla="*/ 210469 h 210349"/>
                <a:gd name="connsiteX26" fmla="*/ 121342 w 121160"/>
                <a:gd name="connsiteY26" fmla="*/ 14228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10349">
                  <a:moveTo>
                    <a:pt x="121342" y="142288"/>
                  </a:moveTo>
                  <a:cubicBezTo>
                    <a:pt x="121342" y="105905"/>
                    <a:pt x="96442" y="75331"/>
                    <a:pt x="63647" y="75331"/>
                  </a:cubicBezTo>
                  <a:cubicBezTo>
                    <a:pt x="49071" y="75331"/>
                    <a:pt x="36014" y="80223"/>
                    <a:pt x="25082" y="90924"/>
                  </a:cubicBezTo>
                  <a:lnTo>
                    <a:pt x="25082" y="31304"/>
                  </a:lnTo>
                  <a:cubicBezTo>
                    <a:pt x="31155" y="33139"/>
                    <a:pt x="41176" y="35279"/>
                    <a:pt x="50893" y="35279"/>
                  </a:cubicBezTo>
                  <a:cubicBezTo>
                    <a:pt x="88243" y="35279"/>
                    <a:pt x="109500" y="7457"/>
                    <a:pt x="109500" y="3482"/>
                  </a:cubicBezTo>
                  <a:cubicBezTo>
                    <a:pt x="109500" y="1647"/>
                    <a:pt x="108589" y="119"/>
                    <a:pt x="106463" y="119"/>
                  </a:cubicBezTo>
                  <a:cubicBezTo>
                    <a:pt x="106159" y="119"/>
                    <a:pt x="105552" y="119"/>
                    <a:pt x="104034" y="1036"/>
                  </a:cubicBezTo>
                  <a:cubicBezTo>
                    <a:pt x="97961" y="3788"/>
                    <a:pt x="83081" y="9902"/>
                    <a:pt x="62736" y="9902"/>
                  </a:cubicBezTo>
                  <a:cubicBezTo>
                    <a:pt x="50589" y="9902"/>
                    <a:pt x="36621" y="7762"/>
                    <a:pt x="22349" y="1342"/>
                  </a:cubicBezTo>
                  <a:cubicBezTo>
                    <a:pt x="19920" y="424"/>
                    <a:pt x="19312" y="424"/>
                    <a:pt x="18705" y="424"/>
                  </a:cubicBezTo>
                  <a:cubicBezTo>
                    <a:pt x="15668" y="424"/>
                    <a:pt x="15668" y="2870"/>
                    <a:pt x="15668" y="7762"/>
                  </a:cubicBezTo>
                  <a:lnTo>
                    <a:pt x="15668" y="98262"/>
                  </a:lnTo>
                  <a:cubicBezTo>
                    <a:pt x="15668" y="103765"/>
                    <a:pt x="15668" y="106211"/>
                    <a:pt x="19920" y="106211"/>
                  </a:cubicBezTo>
                  <a:cubicBezTo>
                    <a:pt x="22045" y="106211"/>
                    <a:pt x="22652" y="105294"/>
                    <a:pt x="23867" y="103459"/>
                  </a:cubicBezTo>
                  <a:cubicBezTo>
                    <a:pt x="27207" y="98567"/>
                    <a:pt x="38443" y="82057"/>
                    <a:pt x="63039" y="82057"/>
                  </a:cubicBezTo>
                  <a:cubicBezTo>
                    <a:pt x="78830" y="82057"/>
                    <a:pt x="86421" y="96121"/>
                    <a:pt x="88851" y="101625"/>
                  </a:cubicBezTo>
                  <a:cubicBezTo>
                    <a:pt x="93709" y="112937"/>
                    <a:pt x="94317" y="124861"/>
                    <a:pt x="94317" y="140148"/>
                  </a:cubicBezTo>
                  <a:cubicBezTo>
                    <a:pt x="94317" y="150849"/>
                    <a:pt x="94317" y="169194"/>
                    <a:pt x="87029" y="182035"/>
                  </a:cubicBezTo>
                  <a:cubicBezTo>
                    <a:pt x="79741" y="193959"/>
                    <a:pt x="68505" y="201908"/>
                    <a:pt x="54537" y="201908"/>
                  </a:cubicBezTo>
                  <a:cubicBezTo>
                    <a:pt x="32370" y="201908"/>
                    <a:pt x="15061" y="185704"/>
                    <a:pt x="9899" y="167665"/>
                  </a:cubicBezTo>
                  <a:cubicBezTo>
                    <a:pt x="10810" y="167971"/>
                    <a:pt x="11721" y="168276"/>
                    <a:pt x="15061" y="168276"/>
                  </a:cubicBezTo>
                  <a:cubicBezTo>
                    <a:pt x="25082" y="168276"/>
                    <a:pt x="30244" y="160633"/>
                    <a:pt x="30244" y="153295"/>
                  </a:cubicBezTo>
                  <a:cubicBezTo>
                    <a:pt x="30244" y="145957"/>
                    <a:pt x="25082" y="138314"/>
                    <a:pt x="15061" y="138314"/>
                  </a:cubicBezTo>
                  <a:cubicBezTo>
                    <a:pt x="10810" y="138314"/>
                    <a:pt x="182" y="140454"/>
                    <a:pt x="182" y="154518"/>
                  </a:cubicBezTo>
                  <a:cubicBezTo>
                    <a:pt x="182" y="180812"/>
                    <a:pt x="21134" y="210469"/>
                    <a:pt x="55144" y="210469"/>
                  </a:cubicBezTo>
                  <a:cubicBezTo>
                    <a:pt x="90369" y="210469"/>
                    <a:pt x="121342" y="181118"/>
                    <a:pt x="121342" y="14228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89" name="Freeform: Shape 1988">
              <a:extLst>
                <a:ext uri="{FF2B5EF4-FFF2-40B4-BE49-F238E27FC236}">
                  <a16:creationId xmlns:a16="http://schemas.microsoft.com/office/drawing/2014/main" id="{2A95CCC3-A7CC-4905-7F54-34A1D1209E39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8519125" y="4488324"/>
              <a:ext cx="32188" cy="32408"/>
            </a:xfrm>
            <a:custGeom>
              <a:avLst/>
              <a:gdLst>
                <a:gd name="connsiteX0" fmla="*/ 32375 w 32188"/>
                <a:gd name="connsiteY0" fmla="*/ 16323 h 32408"/>
                <a:gd name="connsiteX1" fmla="*/ 16281 w 32188"/>
                <a:gd name="connsiteY1" fmla="*/ 119 h 32408"/>
                <a:gd name="connsiteX2" fmla="*/ 187 w 32188"/>
                <a:gd name="connsiteY2" fmla="*/ 16323 h 32408"/>
                <a:gd name="connsiteX3" fmla="*/ 16281 w 32188"/>
                <a:gd name="connsiteY3" fmla="*/ 32527 h 32408"/>
                <a:gd name="connsiteX4" fmla="*/ 32375 w 32188"/>
                <a:gd name="connsiteY4" fmla="*/ 16323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375" y="16323"/>
                  </a:moveTo>
                  <a:cubicBezTo>
                    <a:pt x="32375" y="7457"/>
                    <a:pt x="25087" y="119"/>
                    <a:pt x="16281" y="119"/>
                  </a:cubicBezTo>
                  <a:cubicBezTo>
                    <a:pt x="7474" y="119"/>
                    <a:pt x="187" y="7457"/>
                    <a:pt x="187" y="16323"/>
                  </a:cubicBezTo>
                  <a:cubicBezTo>
                    <a:pt x="187" y="25190"/>
                    <a:pt x="7474" y="32527"/>
                    <a:pt x="16281" y="32527"/>
                  </a:cubicBezTo>
                  <a:cubicBezTo>
                    <a:pt x="25087" y="32527"/>
                    <a:pt x="32375" y="25190"/>
                    <a:pt x="32375" y="16323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0" name="Freeform: Shape 1989">
              <a:extLst>
                <a:ext uri="{FF2B5EF4-FFF2-40B4-BE49-F238E27FC236}">
                  <a16:creationId xmlns:a16="http://schemas.microsoft.com/office/drawing/2014/main" id="{81542F11-D552-B1E6-2571-481078A2927F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8589204" y="4317109"/>
              <a:ext cx="127841" cy="210349"/>
            </a:xfrm>
            <a:custGeom>
              <a:avLst/>
              <a:gdLst>
                <a:gd name="connsiteX0" fmla="*/ 128031 w 127841"/>
                <a:gd name="connsiteY0" fmla="*/ 105905 h 210349"/>
                <a:gd name="connsiteX1" fmla="*/ 115884 w 127841"/>
                <a:gd name="connsiteY1" fmla="*/ 34362 h 210349"/>
                <a:gd name="connsiteX2" fmla="*/ 64262 w 127841"/>
                <a:gd name="connsiteY2" fmla="*/ 119 h 210349"/>
                <a:gd name="connsiteX3" fmla="*/ 11425 w 127841"/>
                <a:gd name="connsiteY3" fmla="*/ 36502 h 210349"/>
                <a:gd name="connsiteX4" fmla="*/ 189 w 127841"/>
                <a:gd name="connsiteY4" fmla="*/ 105905 h 210349"/>
                <a:gd name="connsiteX5" fmla="*/ 13854 w 127841"/>
                <a:gd name="connsiteY5" fmla="*/ 179589 h 210349"/>
                <a:gd name="connsiteX6" fmla="*/ 63958 w 127841"/>
                <a:gd name="connsiteY6" fmla="*/ 210469 h 210349"/>
                <a:gd name="connsiteX7" fmla="*/ 116795 w 127841"/>
                <a:gd name="connsiteY7" fmla="*/ 175003 h 210349"/>
                <a:gd name="connsiteX8" fmla="*/ 128031 w 127841"/>
                <a:gd name="connsiteY8" fmla="*/ 105905 h 210349"/>
                <a:gd name="connsiteX9" fmla="*/ 63958 w 127841"/>
                <a:gd name="connsiteY9" fmla="*/ 203742 h 210349"/>
                <a:gd name="connsiteX10" fmla="*/ 28733 w 127841"/>
                <a:gd name="connsiteY10" fmla="*/ 166748 h 210349"/>
                <a:gd name="connsiteX11" fmla="*/ 25393 w 127841"/>
                <a:gd name="connsiteY11" fmla="*/ 102236 h 210349"/>
                <a:gd name="connsiteX12" fmla="*/ 27822 w 127841"/>
                <a:gd name="connsiteY12" fmla="*/ 45980 h 210349"/>
                <a:gd name="connsiteX13" fmla="*/ 63958 w 127841"/>
                <a:gd name="connsiteY13" fmla="*/ 6845 h 210349"/>
                <a:gd name="connsiteX14" fmla="*/ 99790 w 127841"/>
                <a:gd name="connsiteY14" fmla="*/ 42617 h 210349"/>
                <a:gd name="connsiteX15" fmla="*/ 102827 w 127841"/>
                <a:gd name="connsiteY15" fmla="*/ 102236 h 210349"/>
                <a:gd name="connsiteX16" fmla="*/ 99487 w 127841"/>
                <a:gd name="connsiteY16" fmla="*/ 165525 h 210349"/>
                <a:gd name="connsiteX17" fmla="*/ 63958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1" y="105905"/>
                  </a:moveTo>
                  <a:cubicBezTo>
                    <a:pt x="128031" y="81446"/>
                    <a:pt x="126512" y="56987"/>
                    <a:pt x="115884" y="34362"/>
                  </a:cubicBezTo>
                  <a:cubicBezTo>
                    <a:pt x="101916" y="5011"/>
                    <a:pt x="77016" y="119"/>
                    <a:pt x="64262" y="119"/>
                  </a:cubicBezTo>
                  <a:cubicBezTo>
                    <a:pt x="46042" y="119"/>
                    <a:pt x="23875" y="8068"/>
                    <a:pt x="11425" y="36502"/>
                  </a:cubicBezTo>
                  <a:cubicBezTo>
                    <a:pt x="1708" y="57598"/>
                    <a:pt x="189" y="81446"/>
                    <a:pt x="189" y="105905"/>
                  </a:cubicBezTo>
                  <a:cubicBezTo>
                    <a:pt x="189" y="128836"/>
                    <a:pt x="1404" y="156352"/>
                    <a:pt x="13854" y="179589"/>
                  </a:cubicBezTo>
                  <a:cubicBezTo>
                    <a:pt x="26912" y="204354"/>
                    <a:pt x="49079" y="210469"/>
                    <a:pt x="63958" y="210469"/>
                  </a:cubicBezTo>
                  <a:cubicBezTo>
                    <a:pt x="80356" y="210469"/>
                    <a:pt x="103434" y="204048"/>
                    <a:pt x="116795" y="175003"/>
                  </a:cubicBezTo>
                  <a:cubicBezTo>
                    <a:pt x="126512" y="153907"/>
                    <a:pt x="128031" y="130059"/>
                    <a:pt x="128031" y="105905"/>
                  </a:cubicBezTo>
                  <a:close/>
                  <a:moveTo>
                    <a:pt x="63958" y="203742"/>
                  </a:moveTo>
                  <a:cubicBezTo>
                    <a:pt x="52115" y="203742"/>
                    <a:pt x="34199" y="196099"/>
                    <a:pt x="28733" y="166748"/>
                  </a:cubicBezTo>
                  <a:cubicBezTo>
                    <a:pt x="25393" y="148403"/>
                    <a:pt x="25393" y="120275"/>
                    <a:pt x="25393" y="102236"/>
                  </a:cubicBezTo>
                  <a:cubicBezTo>
                    <a:pt x="25393" y="82669"/>
                    <a:pt x="25393" y="62490"/>
                    <a:pt x="27822" y="45980"/>
                  </a:cubicBezTo>
                  <a:cubicBezTo>
                    <a:pt x="33592" y="9597"/>
                    <a:pt x="56367" y="6845"/>
                    <a:pt x="63958" y="6845"/>
                  </a:cubicBezTo>
                  <a:cubicBezTo>
                    <a:pt x="73979" y="6845"/>
                    <a:pt x="94021" y="12348"/>
                    <a:pt x="99790" y="42617"/>
                  </a:cubicBezTo>
                  <a:cubicBezTo>
                    <a:pt x="102827" y="59738"/>
                    <a:pt x="102827" y="82975"/>
                    <a:pt x="102827" y="102236"/>
                  </a:cubicBezTo>
                  <a:cubicBezTo>
                    <a:pt x="102827" y="125167"/>
                    <a:pt x="102827" y="145957"/>
                    <a:pt x="99487" y="165525"/>
                  </a:cubicBezTo>
                  <a:cubicBezTo>
                    <a:pt x="94932" y="194570"/>
                    <a:pt x="77623" y="203742"/>
                    <a:pt x="63958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1" name="Freeform: Shape 1990">
              <a:extLst>
                <a:ext uri="{FF2B5EF4-FFF2-40B4-BE49-F238E27FC236}">
                  <a16:creationId xmlns:a16="http://schemas.microsoft.com/office/drawing/2014/main" id="{9217AC92-58C8-A857-C66C-E736B6A5AEB6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8741035" y="4317109"/>
              <a:ext cx="127841" cy="210349"/>
            </a:xfrm>
            <a:custGeom>
              <a:avLst/>
              <a:gdLst>
                <a:gd name="connsiteX0" fmla="*/ 128036 w 127841"/>
                <a:gd name="connsiteY0" fmla="*/ 105905 h 210349"/>
                <a:gd name="connsiteX1" fmla="*/ 115889 w 127841"/>
                <a:gd name="connsiteY1" fmla="*/ 34362 h 210349"/>
                <a:gd name="connsiteX2" fmla="*/ 64267 w 127841"/>
                <a:gd name="connsiteY2" fmla="*/ 119 h 210349"/>
                <a:gd name="connsiteX3" fmla="*/ 11430 w 127841"/>
                <a:gd name="connsiteY3" fmla="*/ 36502 h 210349"/>
                <a:gd name="connsiteX4" fmla="*/ 194 w 127841"/>
                <a:gd name="connsiteY4" fmla="*/ 105905 h 210349"/>
                <a:gd name="connsiteX5" fmla="*/ 13859 w 127841"/>
                <a:gd name="connsiteY5" fmla="*/ 179589 h 210349"/>
                <a:gd name="connsiteX6" fmla="*/ 63963 w 127841"/>
                <a:gd name="connsiteY6" fmla="*/ 210469 h 210349"/>
                <a:gd name="connsiteX7" fmla="*/ 116800 w 127841"/>
                <a:gd name="connsiteY7" fmla="*/ 175003 h 210349"/>
                <a:gd name="connsiteX8" fmla="*/ 128036 w 127841"/>
                <a:gd name="connsiteY8" fmla="*/ 105905 h 210349"/>
                <a:gd name="connsiteX9" fmla="*/ 63963 w 127841"/>
                <a:gd name="connsiteY9" fmla="*/ 203742 h 210349"/>
                <a:gd name="connsiteX10" fmla="*/ 28738 w 127841"/>
                <a:gd name="connsiteY10" fmla="*/ 166748 h 210349"/>
                <a:gd name="connsiteX11" fmla="*/ 25398 w 127841"/>
                <a:gd name="connsiteY11" fmla="*/ 102236 h 210349"/>
                <a:gd name="connsiteX12" fmla="*/ 27827 w 127841"/>
                <a:gd name="connsiteY12" fmla="*/ 45980 h 210349"/>
                <a:gd name="connsiteX13" fmla="*/ 63963 w 127841"/>
                <a:gd name="connsiteY13" fmla="*/ 6845 h 210349"/>
                <a:gd name="connsiteX14" fmla="*/ 99795 w 127841"/>
                <a:gd name="connsiteY14" fmla="*/ 42617 h 210349"/>
                <a:gd name="connsiteX15" fmla="*/ 102832 w 127841"/>
                <a:gd name="connsiteY15" fmla="*/ 102236 h 210349"/>
                <a:gd name="connsiteX16" fmla="*/ 99492 w 127841"/>
                <a:gd name="connsiteY16" fmla="*/ 165525 h 210349"/>
                <a:gd name="connsiteX17" fmla="*/ 63963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6" y="105905"/>
                  </a:moveTo>
                  <a:cubicBezTo>
                    <a:pt x="128036" y="81446"/>
                    <a:pt x="126517" y="56987"/>
                    <a:pt x="115889" y="34362"/>
                  </a:cubicBezTo>
                  <a:cubicBezTo>
                    <a:pt x="101921" y="5011"/>
                    <a:pt x="77021" y="119"/>
                    <a:pt x="64267" y="119"/>
                  </a:cubicBezTo>
                  <a:cubicBezTo>
                    <a:pt x="46047" y="119"/>
                    <a:pt x="23880" y="8068"/>
                    <a:pt x="11430" y="36502"/>
                  </a:cubicBezTo>
                  <a:cubicBezTo>
                    <a:pt x="1713" y="57598"/>
                    <a:pt x="194" y="81446"/>
                    <a:pt x="194" y="105905"/>
                  </a:cubicBezTo>
                  <a:cubicBezTo>
                    <a:pt x="194" y="128836"/>
                    <a:pt x="1409" y="156352"/>
                    <a:pt x="13859" y="179589"/>
                  </a:cubicBezTo>
                  <a:cubicBezTo>
                    <a:pt x="26916" y="204354"/>
                    <a:pt x="49084" y="210469"/>
                    <a:pt x="63963" y="210469"/>
                  </a:cubicBezTo>
                  <a:cubicBezTo>
                    <a:pt x="80361" y="210469"/>
                    <a:pt x="103439" y="204048"/>
                    <a:pt x="116800" y="175003"/>
                  </a:cubicBezTo>
                  <a:cubicBezTo>
                    <a:pt x="126517" y="153907"/>
                    <a:pt x="128036" y="130059"/>
                    <a:pt x="128036" y="105905"/>
                  </a:cubicBezTo>
                  <a:close/>
                  <a:moveTo>
                    <a:pt x="63963" y="203742"/>
                  </a:moveTo>
                  <a:cubicBezTo>
                    <a:pt x="52120" y="203742"/>
                    <a:pt x="34204" y="196099"/>
                    <a:pt x="28738" y="166748"/>
                  </a:cubicBezTo>
                  <a:cubicBezTo>
                    <a:pt x="25398" y="148403"/>
                    <a:pt x="25398" y="120275"/>
                    <a:pt x="25398" y="102236"/>
                  </a:cubicBezTo>
                  <a:cubicBezTo>
                    <a:pt x="25398" y="82669"/>
                    <a:pt x="25398" y="62490"/>
                    <a:pt x="27827" y="45980"/>
                  </a:cubicBezTo>
                  <a:cubicBezTo>
                    <a:pt x="33597" y="9597"/>
                    <a:pt x="56372" y="6845"/>
                    <a:pt x="63963" y="6845"/>
                  </a:cubicBezTo>
                  <a:cubicBezTo>
                    <a:pt x="73984" y="6845"/>
                    <a:pt x="94026" y="12348"/>
                    <a:pt x="99795" y="42617"/>
                  </a:cubicBezTo>
                  <a:cubicBezTo>
                    <a:pt x="102832" y="59738"/>
                    <a:pt x="102832" y="82975"/>
                    <a:pt x="102832" y="102236"/>
                  </a:cubicBezTo>
                  <a:cubicBezTo>
                    <a:pt x="102832" y="125167"/>
                    <a:pt x="102832" y="145957"/>
                    <a:pt x="99492" y="165525"/>
                  </a:cubicBezTo>
                  <a:cubicBezTo>
                    <a:pt x="94937" y="194570"/>
                    <a:pt x="77628" y="203742"/>
                    <a:pt x="63963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2" name="Freeform: Shape 1991">
              <a:extLst>
                <a:ext uri="{FF2B5EF4-FFF2-40B4-BE49-F238E27FC236}">
                  <a16:creationId xmlns:a16="http://schemas.microsoft.com/office/drawing/2014/main" id="{7BC8E2DD-35DD-8E56-67A2-5A94A4E52DE8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8892866" y="4317109"/>
              <a:ext cx="127841" cy="210349"/>
            </a:xfrm>
            <a:custGeom>
              <a:avLst/>
              <a:gdLst>
                <a:gd name="connsiteX0" fmla="*/ 128041 w 127841"/>
                <a:gd name="connsiteY0" fmla="*/ 105905 h 210349"/>
                <a:gd name="connsiteX1" fmla="*/ 115894 w 127841"/>
                <a:gd name="connsiteY1" fmla="*/ 34362 h 210349"/>
                <a:gd name="connsiteX2" fmla="*/ 64272 w 127841"/>
                <a:gd name="connsiteY2" fmla="*/ 119 h 210349"/>
                <a:gd name="connsiteX3" fmla="*/ 11435 w 127841"/>
                <a:gd name="connsiteY3" fmla="*/ 36502 h 210349"/>
                <a:gd name="connsiteX4" fmla="*/ 199 w 127841"/>
                <a:gd name="connsiteY4" fmla="*/ 105905 h 210349"/>
                <a:gd name="connsiteX5" fmla="*/ 13864 w 127841"/>
                <a:gd name="connsiteY5" fmla="*/ 179589 h 210349"/>
                <a:gd name="connsiteX6" fmla="*/ 63968 w 127841"/>
                <a:gd name="connsiteY6" fmla="*/ 210469 h 210349"/>
                <a:gd name="connsiteX7" fmla="*/ 116805 w 127841"/>
                <a:gd name="connsiteY7" fmla="*/ 175003 h 210349"/>
                <a:gd name="connsiteX8" fmla="*/ 128041 w 127841"/>
                <a:gd name="connsiteY8" fmla="*/ 105905 h 210349"/>
                <a:gd name="connsiteX9" fmla="*/ 63968 w 127841"/>
                <a:gd name="connsiteY9" fmla="*/ 203742 h 210349"/>
                <a:gd name="connsiteX10" fmla="*/ 28743 w 127841"/>
                <a:gd name="connsiteY10" fmla="*/ 166748 h 210349"/>
                <a:gd name="connsiteX11" fmla="*/ 25403 w 127841"/>
                <a:gd name="connsiteY11" fmla="*/ 102236 h 210349"/>
                <a:gd name="connsiteX12" fmla="*/ 27832 w 127841"/>
                <a:gd name="connsiteY12" fmla="*/ 45980 h 210349"/>
                <a:gd name="connsiteX13" fmla="*/ 63968 w 127841"/>
                <a:gd name="connsiteY13" fmla="*/ 6845 h 210349"/>
                <a:gd name="connsiteX14" fmla="*/ 99800 w 127841"/>
                <a:gd name="connsiteY14" fmla="*/ 42617 h 210349"/>
                <a:gd name="connsiteX15" fmla="*/ 102837 w 127841"/>
                <a:gd name="connsiteY15" fmla="*/ 102236 h 210349"/>
                <a:gd name="connsiteX16" fmla="*/ 99497 w 127841"/>
                <a:gd name="connsiteY16" fmla="*/ 165525 h 210349"/>
                <a:gd name="connsiteX17" fmla="*/ 63968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41" y="105905"/>
                  </a:moveTo>
                  <a:cubicBezTo>
                    <a:pt x="128041" y="81446"/>
                    <a:pt x="126522" y="56987"/>
                    <a:pt x="115894" y="34362"/>
                  </a:cubicBezTo>
                  <a:cubicBezTo>
                    <a:pt x="101926" y="5011"/>
                    <a:pt x="77026" y="119"/>
                    <a:pt x="64272" y="119"/>
                  </a:cubicBezTo>
                  <a:cubicBezTo>
                    <a:pt x="46052" y="119"/>
                    <a:pt x="23885" y="8068"/>
                    <a:pt x="11435" y="36502"/>
                  </a:cubicBezTo>
                  <a:cubicBezTo>
                    <a:pt x="1718" y="57598"/>
                    <a:pt x="199" y="81446"/>
                    <a:pt x="199" y="105905"/>
                  </a:cubicBezTo>
                  <a:cubicBezTo>
                    <a:pt x="199" y="128836"/>
                    <a:pt x="1414" y="156352"/>
                    <a:pt x="13864" y="179589"/>
                  </a:cubicBezTo>
                  <a:cubicBezTo>
                    <a:pt x="26921" y="204354"/>
                    <a:pt x="49089" y="210469"/>
                    <a:pt x="63968" y="210469"/>
                  </a:cubicBezTo>
                  <a:cubicBezTo>
                    <a:pt x="80366" y="210469"/>
                    <a:pt x="103444" y="204048"/>
                    <a:pt x="116805" y="175003"/>
                  </a:cubicBezTo>
                  <a:cubicBezTo>
                    <a:pt x="126522" y="153907"/>
                    <a:pt x="128041" y="130059"/>
                    <a:pt x="128041" y="105905"/>
                  </a:cubicBezTo>
                  <a:close/>
                  <a:moveTo>
                    <a:pt x="63968" y="203742"/>
                  </a:moveTo>
                  <a:cubicBezTo>
                    <a:pt x="52125" y="203742"/>
                    <a:pt x="34209" y="196099"/>
                    <a:pt x="28743" y="166748"/>
                  </a:cubicBezTo>
                  <a:cubicBezTo>
                    <a:pt x="25403" y="148403"/>
                    <a:pt x="25403" y="120275"/>
                    <a:pt x="25403" y="102236"/>
                  </a:cubicBezTo>
                  <a:cubicBezTo>
                    <a:pt x="25403" y="82669"/>
                    <a:pt x="25403" y="62490"/>
                    <a:pt x="27832" y="45980"/>
                  </a:cubicBezTo>
                  <a:cubicBezTo>
                    <a:pt x="33602" y="9597"/>
                    <a:pt x="56377" y="6845"/>
                    <a:pt x="63968" y="6845"/>
                  </a:cubicBezTo>
                  <a:cubicBezTo>
                    <a:pt x="73989" y="6845"/>
                    <a:pt x="94031" y="12348"/>
                    <a:pt x="99800" y="42617"/>
                  </a:cubicBezTo>
                  <a:cubicBezTo>
                    <a:pt x="102837" y="59738"/>
                    <a:pt x="102837" y="82975"/>
                    <a:pt x="102837" y="102236"/>
                  </a:cubicBezTo>
                  <a:cubicBezTo>
                    <a:pt x="102837" y="125167"/>
                    <a:pt x="102837" y="145957"/>
                    <a:pt x="99497" y="165525"/>
                  </a:cubicBezTo>
                  <a:cubicBezTo>
                    <a:pt x="94942" y="194570"/>
                    <a:pt x="77633" y="203742"/>
                    <a:pt x="63968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3" name="Freeform: Shape 1992">
              <a:extLst>
                <a:ext uri="{FF2B5EF4-FFF2-40B4-BE49-F238E27FC236}">
                  <a16:creationId xmlns:a16="http://schemas.microsoft.com/office/drawing/2014/main" id="{B884FA31-23ED-083A-FC46-485DB288C174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9301213" y="4263911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5" name="Freeform: Shape 1994">
              <a:extLst>
                <a:ext uri="{FF2B5EF4-FFF2-40B4-BE49-F238E27FC236}">
                  <a16:creationId xmlns:a16="http://schemas.microsoft.com/office/drawing/2014/main" id="{D7E5CAF0-CC80-E251-588B-14C1A6B494FB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9594472" y="4317109"/>
              <a:ext cx="126019" cy="210349"/>
            </a:xfrm>
            <a:custGeom>
              <a:avLst/>
              <a:gdLst>
                <a:gd name="connsiteX0" fmla="*/ 75530 w 126019"/>
                <a:gd name="connsiteY0" fmla="*/ 96121 h 210349"/>
                <a:gd name="connsiteX1" fmla="*/ 118043 w 126019"/>
                <a:gd name="connsiteY1" fmla="*/ 42311 h 210349"/>
                <a:gd name="connsiteX2" fmla="*/ 62169 w 126019"/>
                <a:gd name="connsiteY2" fmla="*/ 119 h 210349"/>
                <a:gd name="connsiteX3" fmla="*/ 8421 w 126019"/>
                <a:gd name="connsiteY3" fmla="*/ 41700 h 210349"/>
                <a:gd name="connsiteX4" fmla="*/ 23908 w 126019"/>
                <a:gd name="connsiteY4" fmla="*/ 57598 h 210349"/>
                <a:gd name="connsiteX5" fmla="*/ 39395 w 126019"/>
                <a:gd name="connsiteY5" fmla="*/ 42005 h 210349"/>
                <a:gd name="connsiteX6" fmla="*/ 20568 w 126019"/>
                <a:gd name="connsiteY6" fmla="*/ 26718 h 210349"/>
                <a:gd name="connsiteX7" fmla="*/ 60955 w 126019"/>
                <a:gd name="connsiteY7" fmla="*/ 7762 h 210349"/>
                <a:gd name="connsiteX8" fmla="*/ 90106 w 126019"/>
                <a:gd name="connsiteY8" fmla="*/ 42005 h 210349"/>
                <a:gd name="connsiteX9" fmla="*/ 81603 w 126019"/>
                <a:gd name="connsiteY9" fmla="*/ 76860 h 210349"/>
                <a:gd name="connsiteX10" fmla="*/ 54578 w 126019"/>
                <a:gd name="connsiteY10" fmla="*/ 92758 h 210349"/>
                <a:gd name="connsiteX11" fmla="*/ 42735 w 126019"/>
                <a:gd name="connsiteY11" fmla="*/ 93676 h 210349"/>
                <a:gd name="connsiteX12" fmla="*/ 38180 w 126019"/>
                <a:gd name="connsiteY12" fmla="*/ 97344 h 210349"/>
                <a:gd name="connsiteX13" fmla="*/ 45468 w 126019"/>
                <a:gd name="connsiteY13" fmla="*/ 100708 h 210349"/>
                <a:gd name="connsiteX14" fmla="*/ 58829 w 126019"/>
                <a:gd name="connsiteY14" fmla="*/ 100708 h 210349"/>
                <a:gd name="connsiteX15" fmla="*/ 94965 w 126019"/>
                <a:gd name="connsiteY15" fmla="*/ 151461 h 210349"/>
                <a:gd name="connsiteX16" fmla="*/ 60651 w 126019"/>
                <a:gd name="connsiteY16" fmla="*/ 201908 h 210349"/>
                <a:gd name="connsiteX17" fmla="*/ 14191 w 126019"/>
                <a:gd name="connsiteY17" fmla="*/ 178672 h 210349"/>
                <a:gd name="connsiteX18" fmla="*/ 34232 w 126019"/>
                <a:gd name="connsiteY18" fmla="*/ 161856 h 210349"/>
                <a:gd name="connsiteX19" fmla="*/ 17227 w 126019"/>
                <a:gd name="connsiteY19" fmla="*/ 144734 h 210349"/>
                <a:gd name="connsiteX20" fmla="*/ 222 w 126019"/>
                <a:gd name="connsiteY20" fmla="*/ 162467 h 210349"/>
                <a:gd name="connsiteX21" fmla="*/ 61562 w 126019"/>
                <a:gd name="connsiteY21" fmla="*/ 210469 h 210349"/>
                <a:gd name="connsiteX22" fmla="*/ 126242 w 126019"/>
                <a:gd name="connsiteY22" fmla="*/ 151461 h 210349"/>
                <a:gd name="connsiteX23" fmla="*/ 75530 w 126019"/>
                <a:gd name="connsiteY23" fmla="*/ 96121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10349">
                  <a:moveTo>
                    <a:pt x="75530" y="96121"/>
                  </a:moveTo>
                  <a:cubicBezTo>
                    <a:pt x="100430" y="87866"/>
                    <a:pt x="118043" y="66465"/>
                    <a:pt x="118043" y="42311"/>
                  </a:cubicBezTo>
                  <a:cubicBezTo>
                    <a:pt x="118043" y="17240"/>
                    <a:pt x="91321" y="119"/>
                    <a:pt x="62169" y="119"/>
                  </a:cubicBezTo>
                  <a:cubicBezTo>
                    <a:pt x="31499" y="119"/>
                    <a:pt x="8421" y="18463"/>
                    <a:pt x="8421" y="41700"/>
                  </a:cubicBezTo>
                  <a:cubicBezTo>
                    <a:pt x="8421" y="51789"/>
                    <a:pt x="15102" y="57598"/>
                    <a:pt x="23908" y="57598"/>
                  </a:cubicBezTo>
                  <a:cubicBezTo>
                    <a:pt x="33321" y="57598"/>
                    <a:pt x="39395" y="50872"/>
                    <a:pt x="39395" y="42005"/>
                  </a:cubicBezTo>
                  <a:cubicBezTo>
                    <a:pt x="39395" y="26718"/>
                    <a:pt x="25122" y="26718"/>
                    <a:pt x="20568" y="26718"/>
                  </a:cubicBezTo>
                  <a:cubicBezTo>
                    <a:pt x="29981" y="11737"/>
                    <a:pt x="50023" y="7762"/>
                    <a:pt x="60955" y="7762"/>
                  </a:cubicBezTo>
                  <a:cubicBezTo>
                    <a:pt x="73405" y="7762"/>
                    <a:pt x="90106" y="14489"/>
                    <a:pt x="90106" y="42005"/>
                  </a:cubicBezTo>
                  <a:cubicBezTo>
                    <a:pt x="90106" y="45674"/>
                    <a:pt x="89499" y="63407"/>
                    <a:pt x="81603" y="76860"/>
                  </a:cubicBezTo>
                  <a:cubicBezTo>
                    <a:pt x="72494" y="91535"/>
                    <a:pt x="62169" y="92453"/>
                    <a:pt x="54578" y="92758"/>
                  </a:cubicBezTo>
                  <a:cubicBezTo>
                    <a:pt x="52148" y="93064"/>
                    <a:pt x="44860" y="93676"/>
                    <a:pt x="42735" y="93676"/>
                  </a:cubicBezTo>
                  <a:cubicBezTo>
                    <a:pt x="40306" y="93981"/>
                    <a:pt x="38180" y="94287"/>
                    <a:pt x="38180" y="97344"/>
                  </a:cubicBezTo>
                  <a:cubicBezTo>
                    <a:pt x="38180" y="100708"/>
                    <a:pt x="40306" y="100708"/>
                    <a:pt x="45468" y="100708"/>
                  </a:cubicBezTo>
                  <a:lnTo>
                    <a:pt x="58829" y="100708"/>
                  </a:lnTo>
                  <a:cubicBezTo>
                    <a:pt x="83729" y="100708"/>
                    <a:pt x="94965" y="121498"/>
                    <a:pt x="94965" y="151461"/>
                  </a:cubicBezTo>
                  <a:cubicBezTo>
                    <a:pt x="94965" y="193041"/>
                    <a:pt x="74012" y="201908"/>
                    <a:pt x="60651" y="201908"/>
                  </a:cubicBezTo>
                  <a:cubicBezTo>
                    <a:pt x="47593" y="201908"/>
                    <a:pt x="24819" y="196710"/>
                    <a:pt x="14191" y="178672"/>
                  </a:cubicBezTo>
                  <a:cubicBezTo>
                    <a:pt x="24819" y="180200"/>
                    <a:pt x="34232" y="173474"/>
                    <a:pt x="34232" y="161856"/>
                  </a:cubicBezTo>
                  <a:cubicBezTo>
                    <a:pt x="34232" y="150849"/>
                    <a:pt x="26033" y="144734"/>
                    <a:pt x="17227" y="144734"/>
                  </a:cubicBezTo>
                  <a:cubicBezTo>
                    <a:pt x="9939" y="144734"/>
                    <a:pt x="222" y="149015"/>
                    <a:pt x="222" y="162467"/>
                  </a:cubicBezTo>
                  <a:cubicBezTo>
                    <a:pt x="222" y="190290"/>
                    <a:pt x="28463" y="210469"/>
                    <a:pt x="61562" y="210469"/>
                  </a:cubicBezTo>
                  <a:cubicBezTo>
                    <a:pt x="98609" y="210469"/>
                    <a:pt x="126242" y="182646"/>
                    <a:pt x="126242" y="151461"/>
                  </a:cubicBezTo>
                  <a:cubicBezTo>
                    <a:pt x="126242" y="126390"/>
                    <a:pt x="107111" y="102542"/>
                    <a:pt x="75530" y="96121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6" name="Freeform: Shape 1995">
              <a:extLst>
                <a:ext uri="{FF2B5EF4-FFF2-40B4-BE49-F238E27FC236}">
                  <a16:creationId xmlns:a16="http://schemas.microsoft.com/office/drawing/2014/main" id="{18621F58-C101-D8E3-4C7C-664B7728942F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9759665" y="4488324"/>
              <a:ext cx="32188" cy="32408"/>
            </a:xfrm>
            <a:custGeom>
              <a:avLst/>
              <a:gdLst>
                <a:gd name="connsiteX0" fmla="*/ 32415 w 32188"/>
                <a:gd name="connsiteY0" fmla="*/ 16323 h 32408"/>
                <a:gd name="connsiteX1" fmla="*/ 16321 w 32188"/>
                <a:gd name="connsiteY1" fmla="*/ 119 h 32408"/>
                <a:gd name="connsiteX2" fmla="*/ 227 w 32188"/>
                <a:gd name="connsiteY2" fmla="*/ 16323 h 32408"/>
                <a:gd name="connsiteX3" fmla="*/ 16321 w 32188"/>
                <a:gd name="connsiteY3" fmla="*/ 32527 h 32408"/>
                <a:gd name="connsiteX4" fmla="*/ 32415 w 32188"/>
                <a:gd name="connsiteY4" fmla="*/ 16323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15" y="16323"/>
                  </a:moveTo>
                  <a:cubicBezTo>
                    <a:pt x="32415" y="7457"/>
                    <a:pt x="25128" y="119"/>
                    <a:pt x="16321" y="119"/>
                  </a:cubicBezTo>
                  <a:cubicBezTo>
                    <a:pt x="7515" y="119"/>
                    <a:pt x="227" y="7457"/>
                    <a:pt x="227" y="16323"/>
                  </a:cubicBezTo>
                  <a:cubicBezTo>
                    <a:pt x="227" y="25190"/>
                    <a:pt x="7515" y="32527"/>
                    <a:pt x="16321" y="32527"/>
                  </a:cubicBezTo>
                  <a:cubicBezTo>
                    <a:pt x="25128" y="32527"/>
                    <a:pt x="32415" y="25190"/>
                    <a:pt x="32415" y="16323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7" name="Freeform: Shape 1996">
              <a:extLst>
                <a:ext uri="{FF2B5EF4-FFF2-40B4-BE49-F238E27FC236}">
                  <a16:creationId xmlns:a16="http://schemas.microsoft.com/office/drawing/2014/main" id="{EC8EEE52-B8CB-E514-2E42-6B572F4AB53D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9826403" y="4313746"/>
              <a:ext cx="134521" cy="206986"/>
            </a:xfrm>
            <a:custGeom>
              <a:avLst/>
              <a:gdLst>
                <a:gd name="connsiteX0" fmla="*/ 81004 w 134521"/>
                <a:gd name="connsiteY0" fmla="*/ 156658 h 206986"/>
                <a:gd name="connsiteX1" fmla="*/ 81004 w 134521"/>
                <a:gd name="connsiteY1" fmla="*/ 183258 h 206986"/>
                <a:gd name="connsiteX2" fmla="*/ 57926 w 134521"/>
                <a:gd name="connsiteY2" fmla="*/ 197628 h 206986"/>
                <a:gd name="connsiteX3" fmla="*/ 51549 w 134521"/>
                <a:gd name="connsiteY3" fmla="*/ 197628 h 206986"/>
                <a:gd name="connsiteX4" fmla="*/ 51549 w 134521"/>
                <a:gd name="connsiteY4" fmla="*/ 207106 h 206986"/>
                <a:gd name="connsiteX5" fmla="*/ 92543 w 134521"/>
                <a:gd name="connsiteY5" fmla="*/ 206188 h 206986"/>
                <a:gd name="connsiteX6" fmla="*/ 133841 w 134521"/>
                <a:gd name="connsiteY6" fmla="*/ 207106 h 206986"/>
                <a:gd name="connsiteX7" fmla="*/ 133841 w 134521"/>
                <a:gd name="connsiteY7" fmla="*/ 197628 h 206986"/>
                <a:gd name="connsiteX8" fmla="*/ 127464 w 134521"/>
                <a:gd name="connsiteY8" fmla="*/ 197628 h 206986"/>
                <a:gd name="connsiteX9" fmla="*/ 104386 w 134521"/>
                <a:gd name="connsiteY9" fmla="*/ 183258 h 206986"/>
                <a:gd name="connsiteX10" fmla="*/ 104386 w 134521"/>
                <a:gd name="connsiteY10" fmla="*/ 156658 h 206986"/>
                <a:gd name="connsiteX11" fmla="*/ 134752 w 134521"/>
                <a:gd name="connsiteY11" fmla="*/ 156658 h 206986"/>
                <a:gd name="connsiteX12" fmla="*/ 134752 w 134521"/>
                <a:gd name="connsiteY12" fmla="*/ 147180 h 206986"/>
                <a:gd name="connsiteX13" fmla="*/ 104386 w 134521"/>
                <a:gd name="connsiteY13" fmla="*/ 147180 h 206986"/>
                <a:gd name="connsiteX14" fmla="*/ 104386 w 134521"/>
                <a:gd name="connsiteY14" fmla="*/ 8068 h 206986"/>
                <a:gd name="connsiteX15" fmla="*/ 99527 w 134521"/>
                <a:gd name="connsiteY15" fmla="*/ 119 h 206986"/>
                <a:gd name="connsiteX16" fmla="*/ 93454 w 134521"/>
                <a:gd name="connsiteY16" fmla="*/ 3788 h 206986"/>
                <a:gd name="connsiteX17" fmla="*/ 230 w 134521"/>
                <a:gd name="connsiteY17" fmla="*/ 147180 h 206986"/>
                <a:gd name="connsiteX18" fmla="*/ 230 w 134521"/>
                <a:gd name="connsiteY18" fmla="*/ 156658 h 206986"/>
                <a:gd name="connsiteX19" fmla="*/ 81004 w 134521"/>
                <a:gd name="connsiteY19" fmla="*/ 156658 h 206986"/>
                <a:gd name="connsiteX20" fmla="*/ 82826 w 134521"/>
                <a:gd name="connsiteY20" fmla="*/ 147180 h 206986"/>
                <a:gd name="connsiteX21" fmla="*/ 8733 w 134521"/>
                <a:gd name="connsiteY21" fmla="*/ 147180 h 206986"/>
                <a:gd name="connsiteX22" fmla="*/ 82826 w 134521"/>
                <a:gd name="connsiteY22" fmla="*/ 33139 h 206986"/>
                <a:gd name="connsiteX23" fmla="*/ 82826 w 134521"/>
                <a:gd name="connsiteY23" fmla="*/ 147180 h 20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986">
                  <a:moveTo>
                    <a:pt x="81004" y="156658"/>
                  </a:moveTo>
                  <a:lnTo>
                    <a:pt x="81004" y="183258"/>
                  </a:lnTo>
                  <a:cubicBezTo>
                    <a:pt x="81004" y="194264"/>
                    <a:pt x="80397" y="197628"/>
                    <a:pt x="57926" y="197628"/>
                  </a:cubicBezTo>
                  <a:lnTo>
                    <a:pt x="51549" y="197628"/>
                  </a:lnTo>
                  <a:lnTo>
                    <a:pt x="51549" y="207106"/>
                  </a:lnTo>
                  <a:cubicBezTo>
                    <a:pt x="63999" y="206188"/>
                    <a:pt x="79789" y="206188"/>
                    <a:pt x="92543" y="206188"/>
                  </a:cubicBezTo>
                  <a:cubicBezTo>
                    <a:pt x="105297" y="206188"/>
                    <a:pt x="121391" y="206188"/>
                    <a:pt x="133841" y="207106"/>
                  </a:cubicBezTo>
                  <a:lnTo>
                    <a:pt x="133841" y="197628"/>
                  </a:lnTo>
                  <a:lnTo>
                    <a:pt x="127464" y="197628"/>
                  </a:lnTo>
                  <a:cubicBezTo>
                    <a:pt x="104993" y="197628"/>
                    <a:pt x="104386" y="194264"/>
                    <a:pt x="104386" y="183258"/>
                  </a:cubicBezTo>
                  <a:lnTo>
                    <a:pt x="104386" y="156658"/>
                  </a:lnTo>
                  <a:lnTo>
                    <a:pt x="134752" y="156658"/>
                  </a:lnTo>
                  <a:lnTo>
                    <a:pt x="134752" y="147180"/>
                  </a:lnTo>
                  <a:lnTo>
                    <a:pt x="104386" y="147180"/>
                  </a:lnTo>
                  <a:lnTo>
                    <a:pt x="104386" y="8068"/>
                  </a:lnTo>
                  <a:cubicBezTo>
                    <a:pt x="104386" y="1953"/>
                    <a:pt x="104386" y="119"/>
                    <a:pt x="99527" y="119"/>
                  </a:cubicBezTo>
                  <a:cubicBezTo>
                    <a:pt x="96794" y="119"/>
                    <a:pt x="95883" y="119"/>
                    <a:pt x="93454" y="3788"/>
                  </a:cubicBezTo>
                  <a:lnTo>
                    <a:pt x="230" y="147180"/>
                  </a:lnTo>
                  <a:lnTo>
                    <a:pt x="230" y="156658"/>
                  </a:lnTo>
                  <a:lnTo>
                    <a:pt x="81004" y="156658"/>
                  </a:lnTo>
                  <a:close/>
                  <a:moveTo>
                    <a:pt x="82826" y="147180"/>
                  </a:moveTo>
                  <a:lnTo>
                    <a:pt x="8733" y="147180"/>
                  </a:lnTo>
                  <a:lnTo>
                    <a:pt x="82826" y="33139"/>
                  </a:lnTo>
                  <a:lnTo>
                    <a:pt x="82826" y="14718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8" name="Freeform: Shape 1997">
              <a:extLst>
                <a:ext uri="{FF2B5EF4-FFF2-40B4-BE49-F238E27FC236}">
                  <a16:creationId xmlns:a16="http://schemas.microsoft.com/office/drawing/2014/main" id="{E6808560-6FAE-1BD4-0849-E0EF4DCDC159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9981574" y="4317109"/>
              <a:ext cx="127841" cy="210349"/>
            </a:xfrm>
            <a:custGeom>
              <a:avLst/>
              <a:gdLst>
                <a:gd name="connsiteX0" fmla="*/ 128076 w 127841"/>
                <a:gd name="connsiteY0" fmla="*/ 105905 h 210349"/>
                <a:gd name="connsiteX1" fmla="*/ 115930 w 127841"/>
                <a:gd name="connsiteY1" fmla="*/ 34362 h 210349"/>
                <a:gd name="connsiteX2" fmla="*/ 64308 w 127841"/>
                <a:gd name="connsiteY2" fmla="*/ 119 h 210349"/>
                <a:gd name="connsiteX3" fmla="*/ 11470 w 127841"/>
                <a:gd name="connsiteY3" fmla="*/ 36502 h 210349"/>
                <a:gd name="connsiteX4" fmla="*/ 235 w 127841"/>
                <a:gd name="connsiteY4" fmla="*/ 105905 h 210349"/>
                <a:gd name="connsiteX5" fmla="*/ 13900 w 127841"/>
                <a:gd name="connsiteY5" fmla="*/ 179589 h 210349"/>
                <a:gd name="connsiteX6" fmla="*/ 64004 w 127841"/>
                <a:gd name="connsiteY6" fmla="*/ 210469 h 210349"/>
                <a:gd name="connsiteX7" fmla="*/ 116841 w 127841"/>
                <a:gd name="connsiteY7" fmla="*/ 175003 h 210349"/>
                <a:gd name="connsiteX8" fmla="*/ 128076 w 127841"/>
                <a:gd name="connsiteY8" fmla="*/ 105905 h 210349"/>
                <a:gd name="connsiteX9" fmla="*/ 64004 w 127841"/>
                <a:gd name="connsiteY9" fmla="*/ 203742 h 210349"/>
                <a:gd name="connsiteX10" fmla="*/ 28779 w 127841"/>
                <a:gd name="connsiteY10" fmla="*/ 166748 h 210349"/>
                <a:gd name="connsiteX11" fmla="*/ 25439 w 127841"/>
                <a:gd name="connsiteY11" fmla="*/ 102236 h 210349"/>
                <a:gd name="connsiteX12" fmla="*/ 27868 w 127841"/>
                <a:gd name="connsiteY12" fmla="*/ 45980 h 210349"/>
                <a:gd name="connsiteX13" fmla="*/ 64004 w 127841"/>
                <a:gd name="connsiteY13" fmla="*/ 6845 h 210349"/>
                <a:gd name="connsiteX14" fmla="*/ 99836 w 127841"/>
                <a:gd name="connsiteY14" fmla="*/ 42617 h 210349"/>
                <a:gd name="connsiteX15" fmla="*/ 102873 w 127841"/>
                <a:gd name="connsiteY15" fmla="*/ 102236 h 210349"/>
                <a:gd name="connsiteX16" fmla="*/ 99532 w 127841"/>
                <a:gd name="connsiteY16" fmla="*/ 165525 h 210349"/>
                <a:gd name="connsiteX17" fmla="*/ 64004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76" y="105905"/>
                  </a:moveTo>
                  <a:cubicBezTo>
                    <a:pt x="128076" y="81446"/>
                    <a:pt x="126558" y="56987"/>
                    <a:pt x="115930" y="34362"/>
                  </a:cubicBezTo>
                  <a:cubicBezTo>
                    <a:pt x="101962" y="5011"/>
                    <a:pt x="77061" y="119"/>
                    <a:pt x="64308" y="119"/>
                  </a:cubicBezTo>
                  <a:cubicBezTo>
                    <a:pt x="46088" y="119"/>
                    <a:pt x="23921" y="8068"/>
                    <a:pt x="11470" y="36502"/>
                  </a:cubicBezTo>
                  <a:cubicBezTo>
                    <a:pt x="1753" y="57598"/>
                    <a:pt x="235" y="81446"/>
                    <a:pt x="235" y="105905"/>
                  </a:cubicBezTo>
                  <a:cubicBezTo>
                    <a:pt x="235" y="128836"/>
                    <a:pt x="1450" y="156352"/>
                    <a:pt x="13900" y="179589"/>
                  </a:cubicBezTo>
                  <a:cubicBezTo>
                    <a:pt x="26957" y="204354"/>
                    <a:pt x="49124" y="210469"/>
                    <a:pt x="64004" y="210469"/>
                  </a:cubicBezTo>
                  <a:cubicBezTo>
                    <a:pt x="80402" y="210469"/>
                    <a:pt x="103480" y="204048"/>
                    <a:pt x="116841" y="175003"/>
                  </a:cubicBezTo>
                  <a:cubicBezTo>
                    <a:pt x="126558" y="153907"/>
                    <a:pt x="128076" y="130059"/>
                    <a:pt x="128076" y="105905"/>
                  </a:cubicBezTo>
                  <a:close/>
                  <a:moveTo>
                    <a:pt x="64004" y="203742"/>
                  </a:moveTo>
                  <a:cubicBezTo>
                    <a:pt x="52161" y="203742"/>
                    <a:pt x="34245" y="196099"/>
                    <a:pt x="28779" y="166748"/>
                  </a:cubicBezTo>
                  <a:cubicBezTo>
                    <a:pt x="25439" y="148403"/>
                    <a:pt x="25439" y="120275"/>
                    <a:pt x="25439" y="102236"/>
                  </a:cubicBezTo>
                  <a:cubicBezTo>
                    <a:pt x="25439" y="82669"/>
                    <a:pt x="25439" y="62490"/>
                    <a:pt x="27868" y="45980"/>
                  </a:cubicBezTo>
                  <a:cubicBezTo>
                    <a:pt x="33638" y="9597"/>
                    <a:pt x="56412" y="6845"/>
                    <a:pt x="64004" y="6845"/>
                  </a:cubicBezTo>
                  <a:cubicBezTo>
                    <a:pt x="74025" y="6845"/>
                    <a:pt x="94066" y="12348"/>
                    <a:pt x="99836" y="42617"/>
                  </a:cubicBezTo>
                  <a:cubicBezTo>
                    <a:pt x="102873" y="59738"/>
                    <a:pt x="102873" y="82975"/>
                    <a:pt x="102873" y="102236"/>
                  </a:cubicBezTo>
                  <a:cubicBezTo>
                    <a:pt x="102873" y="125167"/>
                    <a:pt x="102873" y="145957"/>
                    <a:pt x="99532" y="165525"/>
                  </a:cubicBezTo>
                  <a:cubicBezTo>
                    <a:pt x="94977" y="194570"/>
                    <a:pt x="77669" y="203742"/>
                    <a:pt x="64004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99" name="Freeform: Shape 1998">
              <a:extLst>
                <a:ext uri="{FF2B5EF4-FFF2-40B4-BE49-F238E27FC236}">
                  <a16:creationId xmlns:a16="http://schemas.microsoft.com/office/drawing/2014/main" id="{B559A732-694F-FF15-733C-0DA6703D4BA7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10133406" y="4317109"/>
              <a:ext cx="127841" cy="210349"/>
            </a:xfrm>
            <a:custGeom>
              <a:avLst/>
              <a:gdLst>
                <a:gd name="connsiteX0" fmla="*/ 128081 w 127841"/>
                <a:gd name="connsiteY0" fmla="*/ 105905 h 210349"/>
                <a:gd name="connsiteX1" fmla="*/ 115935 w 127841"/>
                <a:gd name="connsiteY1" fmla="*/ 34362 h 210349"/>
                <a:gd name="connsiteX2" fmla="*/ 64313 w 127841"/>
                <a:gd name="connsiteY2" fmla="*/ 119 h 210349"/>
                <a:gd name="connsiteX3" fmla="*/ 11475 w 127841"/>
                <a:gd name="connsiteY3" fmla="*/ 36502 h 210349"/>
                <a:gd name="connsiteX4" fmla="*/ 240 w 127841"/>
                <a:gd name="connsiteY4" fmla="*/ 105905 h 210349"/>
                <a:gd name="connsiteX5" fmla="*/ 13905 w 127841"/>
                <a:gd name="connsiteY5" fmla="*/ 179589 h 210349"/>
                <a:gd name="connsiteX6" fmla="*/ 64009 w 127841"/>
                <a:gd name="connsiteY6" fmla="*/ 210469 h 210349"/>
                <a:gd name="connsiteX7" fmla="*/ 116846 w 127841"/>
                <a:gd name="connsiteY7" fmla="*/ 175003 h 210349"/>
                <a:gd name="connsiteX8" fmla="*/ 128081 w 127841"/>
                <a:gd name="connsiteY8" fmla="*/ 105905 h 210349"/>
                <a:gd name="connsiteX9" fmla="*/ 64009 w 127841"/>
                <a:gd name="connsiteY9" fmla="*/ 203742 h 210349"/>
                <a:gd name="connsiteX10" fmla="*/ 28784 w 127841"/>
                <a:gd name="connsiteY10" fmla="*/ 166748 h 210349"/>
                <a:gd name="connsiteX11" fmla="*/ 25444 w 127841"/>
                <a:gd name="connsiteY11" fmla="*/ 102236 h 210349"/>
                <a:gd name="connsiteX12" fmla="*/ 27873 w 127841"/>
                <a:gd name="connsiteY12" fmla="*/ 45980 h 210349"/>
                <a:gd name="connsiteX13" fmla="*/ 64009 w 127841"/>
                <a:gd name="connsiteY13" fmla="*/ 6845 h 210349"/>
                <a:gd name="connsiteX14" fmla="*/ 99841 w 127841"/>
                <a:gd name="connsiteY14" fmla="*/ 42617 h 210349"/>
                <a:gd name="connsiteX15" fmla="*/ 102877 w 127841"/>
                <a:gd name="connsiteY15" fmla="*/ 102236 h 210349"/>
                <a:gd name="connsiteX16" fmla="*/ 99537 w 127841"/>
                <a:gd name="connsiteY16" fmla="*/ 165525 h 210349"/>
                <a:gd name="connsiteX17" fmla="*/ 64009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81" y="105905"/>
                  </a:moveTo>
                  <a:cubicBezTo>
                    <a:pt x="128081" y="81446"/>
                    <a:pt x="126563" y="56987"/>
                    <a:pt x="115935" y="34362"/>
                  </a:cubicBezTo>
                  <a:cubicBezTo>
                    <a:pt x="101967" y="5011"/>
                    <a:pt x="77066" y="119"/>
                    <a:pt x="64313" y="119"/>
                  </a:cubicBezTo>
                  <a:cubicBezTo>
                    <a:pt x="46093" y="119"/>
                    <a:pt x="23926" y="8068"/>
                    <a:pt x="11475" y="36502"/>
                  </a:cubicBezTo>
                  <a:cubicBezTo>
                    <a:pt x="1758" y="57598"/>
                    <a:pt x="240" y="81446"/>
                    <a:pt x="240" y="105905"/>
                  </a:cubicBezTo>
                  <a:cubicBezTo>
                    <a:pt x="240" y="128836"/>
                    <a:pt x="1455" y="156352"/>
                    <a:pt x="13905" y="179589"/>
                  </a:cubicBezTo>
                  <a:cubicBezTo>
                    <a:pt x="26962" y="204354"/>
                    <a:pt x="49129" y="210469"/>
                    <a:pt x="64009" y="210469"/>
                  </a:cubicBezTo>
                  <a:cubicBezTo>
                    <a:pt x="80407" y="210469"/>
                    <a:pt x="103485" y="204048"/>
                    <a:pt x="116846" y="175003"/>
                  </a:cubicBezTo>
                  <a:cubicBezTo>
                    <a:pt x="126563" y="153907"/>
                    <a:pt x="128081" y="130059"/>
                    <a:pt x="128081" y="105905"/>
                  </a:cubicBezTo>
                  <a:close/>
                  <a:moveTo>
                    <a:pt x="64009" y="203742"/>
                  </a:moveTo>
                  <a:cubicBezTo>
                    <a:pt x="52166" y="203742"/>
                    <a:pt x="34250" y="196099"/>
                    <a:pt x="28784" y="166748"/>
                  </a:cubicBezTo>
                  <a:cubicBezTo>
                    <a:pt x="25444" y="148403"/>
                    <a:pt x="25444" y="120275"/>
                    <a:pt x="25444" y="102236"/>
                  </a:cubicBezTo>
                  <a:cubicBezTo>
                    <a:pt x="25444" y="82669"/>
                    <a:pt x="25444" y="62490"/>
                    <a:pt x="27873" y="45980"/>
                  </a:cubicBezTo>
                  <a:cubicBezTo>
                    <a:pt x="33643" y="9597"/>
                    <a:pt x="56417" y="6845"/>
                    <a:pt x="64009" y="6845"/>
                  </a:cubicBezTo>
                  <a:cubicBezTo>
                    <a:pt x="74030" y="6845"/>
                    <a:pt x="94071" y="12348"/>
                    <a:pt x="99841" y="42617"/>
                  </a:cubicBezTo>
                  <a:cubicBezTo>
                    <a:pt x="102877" y="59738"/>
                    <a:pt x="102877" y="82975"/>
                    <a:pt x="102877" y="102236"/>
                  </a:cubicBezTo>
                  <a:cubicBezTo>
                    <a:pt x="102877" y="125167"/>
                    <a:pt x="102877" y="145957"/>
                    <a:pt x="99537" y="165525"/>
                  </a:cubicBezTo>
                  <a:cubicBezTo>
                    <a:pt x="94982" y="194570"/>
                    <a:pt x="77674" y="203742"/>
                    <a:pt x="64009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00" name="Freeform: Shape 1999">
              <a:extLst>
                <a:ext uri="{FF2B5EF4-FFF2-40B4-BE49-F238E27FC236}">
                  <a16:creationId xmlns:a16="http://schemas.microsoft.com/office/drawing/2014/main" id="{3630B86F-A255-1671-9B49-D7DE11BFD42C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10541753" y="4263911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02" name="Freeform: Shape 2001">
              <a:extLst>
                <a:ext uri="{FF2B5EF4-FFF2-40B4-BE49-F238E27FC236}">
                  <a16:creationId xmlns:a16="http://schemas.microsoft.com/office/drawing/2014/main" id="{48EB08E8-F6BC-D58D-BD4E-6C0C87C556DD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10761526" y="4317109"/>
              <a:ext cx="121160" cy="203623"/>
            </a:xfrm>
            <a:custGeom>
              <a:avLst/>
              <a:gdLst>
                <a:gd name="connsiteX0" fmla="*/ 23642 w 121160"/>
                <a:gd name="connsiteY0" fmla="*/ 180200 h 203623"/>
                <a:gd name="connsiteX1" fmla="*/ 55830 w 121160"/>
                <a:gd name="connsiteY1" fmla="*/ 148709 h 203623"/>
                <a:gd name="connsiteX2" fmla="*/ 121421 w 121160"/>
                <a:gd name="connsiteY2" fmla="*/ 59433 h 203623"/>
                <a:gd name="connsiteX3" fmla="*/ 57045 w 121160"/>
                <a:gd name="connsiteY3" fmla="*/ 119 h 203623"/>
                <a:gd name="connsiteX4" fmla="*/ 260 w 121160"/>
                <a:gd name="connsiteY4" fmla="*/ 55458 h 203623"/>
                <a:gd name="connsiteX5" fmla="*/ 16355 w 121160"/>
                <a:gd name="connsiteY5" fmla="*/ 72579 h 203623"/>
                <a:gd name="connsiteX6" fmla="*/ 32145 w 121160"/>
                <a:gd name="connsiteY6" fmla="*/ 56375 h 203623"/>
                <a:gd name="connsiteX7" fmla="*/ 16051 w 121160"/>
                <a:gd name="connsiteY7" fmla="*/ 40477 h 203623"/>
                <a:gd name="connsiteX8" fmla="*/ 12103 w 121160"/>
                <a:gd name="connsiteY8" fmla="*/ 40782 h 203623"/>
                <a:gd name="connsiteX9" fmla="*/ 53098 w 121160"/>
                <a:gd name="connsiteY9" fmla="*/ 9597 h 203623"/>
                <a:gd name="connsiteX10" fmla="*/ 93788 w 121160"/>
                <a:gd name="connsiteY10" fmla="*/ 59433 h 203623"/>
                <a:gd name="connsiteX11" fmla="*/ 61904 w 121160"/>
                <a:gd name="connsiteY11" fmla="*/ 127001 h 203623"/>
                <a:gd name="connsiteX12" fmla="*/ 3601 w 121160"/>
                <a:gd name="connsiteY12" fmla="*/ 192430 h 203623"/>
                <a:gd name="connsiteX13" fmla="*/ 260 w 121160"/>
                <a:gd name="connsiteY13" fmla="*/ 203742 h 203623"/>
                <a:gd name="connsiteX14" fmla="*/ 112919 w 121160"/>
                <a:gd name="connsiteY14" fmla="*/ 203742 h 203623"/>
                <a:gd name="connsiteX15" fmla="*/ 121421 w 121160"/>
                <a:gd name="connsiteY15" fmla="*/ 150543 h 203623"/>
                <a:gd name="connsiteX16" fmla="*/ 113830 w 121160"/>
                <a:gd name="connsiteY16" fmla="*/ 150543 h 203623"/>
                <a:gd name="connsiteX17" fmla="*/ 107149 w 121160"/>
                <a:gd name="connsiteY17" fmla="*/ 177754 h 203623"/>
                <a:gd name="connsiteX18" fmla="*/ 78301 w 121160"/>
                <a:gd name="connsiteY18" fmla="*/ 180200 h 203623"/>
                <a:gd name="connsiteX19" fmla="*/ 23642 w 121160"/>
                <a:gd name="connsiteY19" fmla="*/ 180200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3623">
                  <a:moveTo>
                    <a:pt x="23642" y="180200"/>
                  </a:moveTo>
                  <a:lnTo>
                    <a:pt x="55830" y="148709"/>
                  </a:lnTo>
                  <a:cubicBezTo>
                    <a:pt x="103202" y="106517"/>
                    <a:pt x="121421" y="90007"/>
                    <a:pt x="121421" y="59433"/>
                  </a:cubicBezTo>
                  <a:cubicBezTo>
                    <a:pt x="121421" y="24578"/>
                    <a:pt x="94092" y="119"/>
                    <a:pt x="57045" y="119"/>
                  </a:cubicBezTo>
                  <a:cubicBezTo>
                    <a:pt x="22731" y="119"/>
                    <a:pt x="260" y="28247"/>
                    <a:pt x="260" y="55458"/>
                  </a:cubicBezTo>
                  <a:cubicBezTo>
                    <a:pt x="260" y="72579"/>
                    <a:pt x="15444" y="72579"/>
                    <a:pt x="16355" y="72579"/>
                  </a:cubicBezTo>
                  <a:cubicBezTo>
                    <a:pt x="21517" y="72579"/>
                    <a:pt x="32145" y="68911"/>
                    <a:pt x="32145" y="56375"/>
                  </a:cubicBezTo>
                  <a:cubicBezTo>
                    <a:pt x="32145" y="48426"/>
                    <a:pt x="26679" y="40477"/>
                    <a:pt x="16051" y="40477"/>
                  </a:cubicBezTo>
                  <a:cubicBezTo>
                    <a:pt x="13622" y="40477"/>
                    <a:pt x="13014" y="40477"/>
                    <a:pt x="12103" y="40782"/>
                  </a:cubicBezTo>
                  <a:cubicBezTo>
                    <a:pt x="19087" y="20909"/>
                    <a:pt x="35485" y="9597"/>
                    <a:pt x="53098" y="9597"/>
                  </a:cubicBezTo>
                  <a:cubicBezTo>
                    <a:pt x="80731" y="9597"/>
                    <a:pt x="93788" y="34362"/>
                    <a:pt x="93788" y="59433"/>
                  </a:cubicBezTo>
                  <a:cubicBezTo>
                    <a:pt x="93788" y="83892"/>
                    <a:pt x="78605" y="108045"/>
                    <a:pt x="61904" y="127001"/>
                  </a:cubicBezTo>
                  <a:lnTo>
                    <a:pt x="3601" y="192430"/>
                  </a:lnTo>
                  <a:cubicBezTo>
                    <a:pt x="260" y="195793"/>
                    <a:pt x="260" y="196405"/>
                    <a:pt x="260" y="203742"/>
                  </a:cubicBezTo>
                  <a:lnTo>
                    <a:pt x="112919" y="203742"/>
                  </a:lnTo>
                  <a:lnTo>
                    <a:pt x="121421" y="150543"/>
                  </a:lnTo>
                  <a:lnTo>
                    <a:pt x="113830" y="150543"/>
                  </a:lnTo>
                  <a:cubicBezTo>
                    <a:pt x="112311" y="159716"/>
                    <a:pt x="110186" y="173168"/>
                    <a:pt x="107149" y="177754"/>
                  </a:cubicBezTo>
                  <a:cubicBezTo>
                    <a:pt x="105024" y="180200"/>
                    <a:pt x="84982" y="180200"/>
                    <a:pt x="78301" y="180200"/>
                  </a:cubicBezTo>
                  <a:lnTo>
                    <a:pt x="23642" y="180200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03" name="Freeform: Shape 2002">
              <a:extLst>
                <a:ext uri="{FF2B5EF4-FFF2-40B4-BE49-F238E27FC236}">
                  <a16:creationId xmlns:a16="http://schemas.microsoft.com/office/drawing/2014/main" id="{17931A79-C52F-E765-663A-D7E199236B7C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10913357" y="4317109"/>
              <a:ext cx="121160" cy="210349"/>
            </a:xfrm>
            <a:custGeom>
              <a:avLst/>
              <a:gdLst>
                <a:gd name="connsiteX0" fmla="*/ 121426 w 121160"/>
                <a:gd name="connsiteY0" fmla="*/ 142288 h 210349"/>
                <a:gd name="connsiteX1" fmla="*/ 63731 w 121160"/>
                <a:gd name="connsiteY1" fmla="*/ 75331 h 210349"/>
                <a:gd name="connsiteX2" fmla="*/ 25166 w 121160"/>
                <a:gd name="connsiteY2" fmla="*/ 90924 h 210349"/>
                <a:gd name="connsiteX3" fmla="*/ 25166 w 121160"/>
                <a:gd name="connsiteY3" fmla="*/ 31304 h 210349"/>
                <a:gd name="connsiteX4" fmla="*/ 50977 w 121160"/>
                <a:gd name="connsiteY4" fmla="*/ 35279 h 210349"/>
                <a:gd name="connsiteX5" fmla="*/ 109584 w 121160"/>
                <a:gd name="connsiteY5" fmla="*/ 3482 h 210349"/>
                <a:gd name="connsiteX6" fmla="*/ 106547 w 121160"/>
                <a:gd name="connsiteY6" fmla="*/ 119 h 210349"/>
                <a:gd name="connsiteX7" fmla="*/ 104118 w 121160"/>
                <a:gd name="connsiteY7" fmla="*/ 1036 h 210349"/>
                <a:gd name="connsiteX8" fmla="*/ 62820 w 121160"/>
                <a:gd name="connsiteY8" fmla="*/ 9902 h 210349"/>
                <a:gd name="connsiteX9" fmla="*/ 22433 w 121160"/>
                <a:gd name="connsiteY9" fmla="*/ 1342 h 210349"/>
                <a:gd name="connsiteX10" fmla="*/ 18789 w 121160"/>
                <a:gd name="connsiteY10" fmla="*/ 424 h 210349"/>
                <a:gd name="connsiteX11" fmla="*/ 15752 w 121160"/>
                <a:gd name="connsiteY11" fmla="*/ 7762 h 210349"/>
                <a:gd name="connsiteX12" fmla="*/ 15752 w 121160"/>
                <a:gd name="connsiteY12" fmla="*/ 98262 h 210349"/>
                <a:gd name="connsiteX13" fmla="*/ 20003 w 121160"/>
                <a:gd name="connsiteY13" fmla="*/ 106211 h 210349"/>
                <a:gd name="connsiteX14" fmla="*/ 23951 w 121160"/>
                <a:gd name="connsiteY14" fmla="*/ 103459 h 210349"/>
                <a:gd name="connsiteX15" fmla="*/ 63123 w 121160"/>
                <a:gd name="connsiteY15" fmla="*/ 82057 h 210349"/>
                <a:gd name="connsiteX16" fmla="*/ 88935 w 121160"/>
                <a:gd name="connsiteY16" fmla="*/ 101625 h 210349"/>
                <a:gd name="connsiteX17" fmla="*/ 94400 w 121160"/>
                <a:gd name="connsiteY17" fmla="*/ 140148 h 210349"/>
                <a:gd name="connsiteX18" fmla="*/ 87113 w 121160"/>
                <a:gd name="connsiteY18" fmla="*/ 182035 h 210349"/>
                <a:gd name="connsiteX19" fmla="*/ 54621 w 121160"/>
                <a:gd name="connsiteY19" fmla="*/ 201908 h 210349"/>
                <a:gd name="connsiteX20" fmla="*/ 9983 w 121160"/>
                <a:gd name="connsiteY20" fmla="*/ 167665 h 210349"/>
                <a:gd name="connsiteX21" fmla="*/ 15145 w 121160"/>
                <a:gd name="connsiteY21" fmla="*/ 168276 h 210349"/>
                <a:gd name="connsiteX22" fmla="*/ 30328 w 121160"/>
                <a:gd name="connsiteY22" fmla="*/ 153295 h 210349"/>
                <a:gd name="connsiteX23" fmla="*/ 15145 w 121160"/>
                <a:gd name="connsiteY23" fmla="*/ 138314 h 210349"/>
                <a:gd name="connsiteX24" fmla="*/ 265 w 121160"/>
                <a:gd name="connsiteY24" fmla="*/ 154518 h 210349"/>
                <a:gd name="connsiteX25" fmla="*/ 55228 w 121160"/>
                <a:gd name="connsiteY25" fmla="*/ 210469 h 210349"/>
                <a:gd name="connsiteX26" fmla="*/ 121426 w 121160"/>
                <a:gd name="connsiteY26" fmla="*/ 142288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10349">
                  <a:moveTo>
                    <a:pt x="121426" y="142288"/>
                  </a:moveTo>
                  <a:cubicBezTo>
                    <a:pt x="121426" y="105905"/>
                    <a:pt x="96526" y="75331"/>
                    <a:pt x="63731" y="75331"/>
                  </a:cubicBezTo>
                  <a:cubicBezTo>
                    <a:pt x="49155" y="75331"/>
                    <a:pt x="36098" y="80223"/>
                    <a:pt x="25166" y="90924"/>
                  </a:cubicBezTo>
                  <a:lnTo>
                    <a:pt x="25166" y="31304"/>
                  </a:lnTo>
                  <a:cubicBezTo>
                    <a:pt x="31239" y="33139"/>
                    <a:pt x="41260" y="35279"/>
                    <a:pt x="50977" y="35279"/>
                  </a:cubicBezTo>
                  <a:cubicBezTo>
                    <a:pt x="88327" y="35279"/>
                    <a:pt x="109584" y="7457"/>
                    <a:pt x="109584" y="3482"/>
                  </a:cubicBezTo>
                  <a:cubicBezTo>
                    <a:pt x="109584" y="1647"/>
                    <a:pt x="108673" y="119"/>
                    <a:pt x="106547" y="119"/>
                  </a:cubicBezTo>
                  <a:cubicBezTo>
                    <a:pt x="106243" y="119"/>
                    <a:pt x="105636" y="119"/>
                    <a:pt x="104118" y="1036"/>
                  </a:cubicBezTo>
                  <a:cubicBezTo>
                    <a:pt x="98044" y="3788"/>
                    <a:pt x="83165" y="9902"/>
                    <a:pt x="62820" y="9902"/>
                  </a:cubicBezTo>
                  <a:cubicBezTo>
                    <a:pt x="50673" y="9902"/>
                    <a:pt x="36705" y="7762"/>
                    <a:pt x="22433" y="1342"/>
                  </a:cubicBezTo>
                  <a:cubicBezTo>
                    <a:pt x="20003" y="424"/>
                    <a:pt x="19396" y="424"/>
                    <a:pt x="18789" y="424"/>
                  </a:cubicBezTo>
                  <a:cubicBezTo>
                    <a:pt x="15752" y="424"/>
                    <a:pt x="15752" y="2870"/>
                    <a:pt x="15752" y="7762"/>
                  </a:cubicBezTo>
                  <a:lnTo>
                    <a:pt x="15752" y="98262"/>
                  </a:lnTo>
                  <a:cubicBezTo>
                    <a:pt x="15752" y="103765"/>
                    <a:pt x="15752" y="106211"/>
                    <a:pt x="20003" y="106211"/>
                  </a:cubicBezTo>
                  <a:cubicBezTo>
                    <a:pt x="22129" y="106211"/>
                    <a:pt x="22736" y="105294"/>
                    <a:pt x="23951" y="103459"/>
                  </a:cubicBezTo>
                  <a:cubicBezTo>
                    <a:pt x="27291" y="98567"/>
                    <a:pt x="38527" y="82057"/>
                    <a:pt x="63123" y="82057"/>
                  </a:cubicBezTo>
                  <a:cubicBezTo>
                    <a:pt x="78914" y="82057"/>
                    <a:pt x="86505" y="96121"/>
                    <a:pt x="88935" y="101625"/>
                  </a:cubicBezTo>
                  <a:cubicBezTo>
                    <a:pt x="93793" y="112937"/>
                    <a:pt x="94400" y="124861"/>
                    <a:pt x="94400" y="140148"/>
                  </a:cubicBezTo>
                  <a:cubicBezTo>
                    <a:pt x="94400" y="150849"/>
                    <a:pt x="94400" y="169194"/>
                    <a:pt x="87113" y="182035"/>
                  </a:cubicBezTo>
                  <a:cubicBezTo>
                    <a:pt x="79825" y="193959"/>
                    <a:pt x="68589" y="201908"/>
                    <a:pt x="54621" y="201908"/>
                  </a:cubicBezTo>
                  <a:cubicBezTo>
                    <a:pt x="32454" y="201908"/>
                    <a:pt x="15145" y="185704"/>
                    <a:pt x="9983" y="167665"/>
                  </a:cubicBezTo>
                  <a:cubicBezTo>
                    <a:pt x="10894" y="167971"/>
                    <a:pt x="11805" y="168276"/>
                    <a:pt x="15145" y="168276"/>
                  </a:cubicBezTo>
                  <a:cubicBezTo>
                    <a:pt x="25166" y="168276"/>
                    <a:pt x="30328" y="160633"/>
                    <a:pt x="30328" y="153295"/>
                  </a:cubicBezTo>
                  <a:cubicBezTo>
                    <a:pt x="30328" y="145957"/>
                    <a:pt x="25166" y="138314"/>
                    <a:pt x="15145" y="138314"/>
                  </a:cubicBezTo>
                  <a:cubicBezTo>
                    <a:pt x="10894" y="138314"/>
                    <a:pt x="265" y="140454"/>
                    <a:pt x="265" y="154518"/>
                  </a:cubicBezTo>
                  <a:cubicBezTo>
                    <a:pt x="265" y="180812"/>
                    <a:pt x="21218" y="210469"/>
                    <a:pt x="55228" y="210469"/>
                  </a:cubicBezTo>
                  <a:cubicBezTo>
                    <a:pt x="90453" y="210469"/>
                    <a:pt x="121426" y="181118"/>
                    <a:pt x="121426" y="142288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04" name="Freeform: Shape 2003">
              <a:extLst>
                <a:ext uri="{FF2B5EF4-FFF2-40B4-BE49-F238E27FC236}">
                  <a16:creationId xmlns:a16="http://schemas.microsoft.com/office/drawing/2014/main" id="{6DD9F25B-836B-D003-C019-F0F73D07EFE1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11076120" y="4488324"/>
              <a:ext cx="32188" cy="32408"/>
            </a:xfrm>
            <a:custGeom>
              <a:avLst/>
              <a:gdLst>
                <a:gd name="connsiteX0" fmla="*/ 32459 w 32188"/>
                <a:gd name="connsiteY0" fmla="*/ 16323 h 32408"/>
                <a:gd name="connsiteX1" fmla="*/ 16364 w 32188"/>
                <a:gd name="connsiteY1" fmla="*/ 119 h 32408"/>
                <a:gd name="connsiteX2" fmla="*/ 270 w 32188"/>
                <a:gd name="connsiteY2" fmla="*/ 16323 h 32408"/>
                <a:gd name="connsiteX3" fmla="*/ 16364 w 32188"/>
                <a:gd name="connsiteY3" fmla="*/ 32527 h 32408"/>
                <a:gd name="connsiteX4" fmla="*/ 32459 w 32188"/>
                <a:gd name="connsiteY4" fmla="*/ 16323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59" y="16323"/>
                  </a:moveTo>
                  <a:cubicBezTo>
                    <a:pt x="32459" y="7457"/>
                    <a:pt x="25171" y="119"/>
                    <a:pt x="16364" y="119"/>
                  </a:cubicBezTo>
                  <a:cubicBezTo>
                    <a:pt x="7558" y="119"/>
                    <a:pt x="270" y="7457"/>
                    <a:pt x="270" y="16323"/>
                  </a:cubicBezTo>
                  <a:cubicBezTo>
                    <a:pt x="270" y="25190"/>
                    <a:pt x="7558" y="32527"/>
                    <a:pt x="16364" y="32527"/>
                  </a:cubicBezTo>
                  <a:cubicBezTo>
                    <a:pt x="25171" y="32527"/>
                    <a:pt x="32459" y="25190"/>
                    <a:pt x="32459" y="16323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05" name="Freeform: Shape 2004">
              <a:extLst>
                <a:ext uri="{FF2B5EF4-FFF2-40B4-BE49-F238E27FC236}">
                  <a16:creationId xmlns:a16="http://schemas.microsoft.com/office/drawing/2014/main" id="{96B4B15A-CB5E-5250-3936-C10E8DE77CE2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11146198" y="4317109"/>
              <a:ext cx="127841" cy="210349"/>
            </a:xfrm>
            <a:custGeom>
              <a:avLst/>
              <a:gdLst>
                <a:gd name="connsiteX0" fmla="*/ 128115 w 127841"/>
                <a:gd name="connsiteY0" fmla="*/ 105905 h 210349"/>
                <a:gd name="connsiteX1" fmla="*/ 115968 w 127841"/>
                <a:gd name="connsiteY1" fmla="*/ 34362 h 210349"/>
                <a:gd name="connsiteX2" fmla="*/ 64346 w 127841"/>
                <a:gd name="connsiteY2" fmla="*/ 119 h 210349"/>
                <a:gd name="connsiteX3" fmla="*/ 11509 w 127841"/>
                <a:gd name="connsiteY3" fmla="*/ 36502 h 210349"/>
                <a:gd name="connsiteX4" fmla="*/ 273 w 127841"/>
                <a:gd name="connsiteY4" fmla="*/ 105905 h 210349"/>
                <a:gd name="connsiteX5" fmla="*/ 13938 w 127841"/>
                <a:gd name="connsiteY5" fmla="*/ 179589 h 210349"/>
                <a:gd name="connsiteX6" fmla="*/ 64042 w 127841"/>
                <a:gd name="connsiteY6" fmla="*/ 210469 h 210349"/>
                <a:gd name="connsiteX7" fmla="*/ 116879 w 127841"/>
                <a:gd name="connsiteY7" fmla="*/ 175003 h 210349"/>
                <a:gd name="connsiteX8" fmla="*/ 128115 w 127841"/>
                <a:gd name="connsiteY8" fmla="*/ 105905 h 210349"/>
                <a:gd name="connsiteX9" fmla="*/ 64042 w 127841"/>
                <a:gd name="connsiteY9" fmla="*/ 203742 h 210349"/>
                <a:gd name="connsiteX10" fmla="*/ 28817 w 127841"/>
                <a:gd name="connsiteY10" fmla="*/ 166748 h 210349"/>
                <a:gd name="connsiteX11" fmla="*/ 25477 w 127841"/>
                <a:gd name="connsiteY11" fmla="*/ 102236 h 210349"/>
                <a:gd name="connsiteX12" fmla="*/ 27906 w 127841"/>
                <a:gd name="connsiteY12" fmla="*/ 45980 h 210349"/>
                <a:gd name="connsiteX13" fmla="*/ 64042 w 127841"/>
                <a:gd name="connsiteY13" fmla="*/ 6845 h 210349"/>
                <a:gd name="connsiteX14" fmla="*/ 99874 w 127841"/>
                <a:gd name="connsiteY14" fmla="*/ 42617 h 210349"/>
                <a:gd name="connsiteX15" fmla="*/ 102911 w 127841"/>
                <a:gd name="connsiteY15" fmla="*/ 102236 h 210349"/>
                <a:gd name="connsiteX16" fmla="*/ 99570 w 127841"/>
                <a:gd name="connsiteY16" fmla="*/ 165525 h 210349"/>
                <a:gd name="connsiteX17" fmla="*/ 64042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15" y="105905"/>
                  </a:moveTo>
                  <a:cubicBezTo>
                    <a:pt x="128115" y="81446"/>
                    <a:pt x="126596" y="56987"/>
                    <a:pt x="115968" y="34362"/>
                  </a:cubicBezTo>
                  <a:cubicBezTo>
                    <a:pt x="102000" y="5011"/>
                    <a:pt x="77100" y="119"/>
                    <a:pt x="64346" y="119"/>
                  </a:cubicBezTo>
                  <a:cubicBezTo>
                    <a:pt x="46126" y="119"/>
                    <a:pt x="23959" y="8068"/>
                    <a:pt x="11509" y="36502"/>
                  </a:cubicBezTo>
                  <a:cubicBezTo>
                    <a:pt x="1792" y="57598"/>
                    <a:pt x="273" y="81446"/>
                    <a:pt x="273" y="105905"/>
                  </a:cubicBezTo>
                  <a:cubicBezTo>
                    <a:pt x="273" y="128836"/>
                    <a:pt x="1488" y="156352"/>
                    <a:pt x="13938" y="179589"/>
                  </a:cubicBezTo>
                  <a:cubicBezTo>
                    <a:pt x="26995" y="204354"/>
                    <a:pt x="49163" y="210469"/>
                    <a:pt x="64042" y="210469"/>
                  </a:cubicBezTo>
                  <a:cubicBezTo>
                    <a:pt x="80440" y="210469"/>
                    <a:pt x="103518" y="204048"/>
                    <a:pt x="116879" y="175003"/>
                  </a:cubicBezTo>
                  <a:cubicBezTo>
                    <a:pt x="126596" y="153907"/>
                    <a:pt x="128115" y="130059"/>
                    <a:pt x="128115" y="105905"/>
                  </a:cubicBezTo>
                  <a:close/>
                  <a:moveTo>
                    <a:pt x="64042" y="203742"/>
                  </a:moveTo>
                  <a:cubicBezTo>
                    <a:pt x="52199" y="203742"/>
                    <a:pt x="34283" y="196099"/>
                    <a:pt x="28817" y="166748"/>
                  </a:cubicBezTo>
                  <a:cubicBezTo>
                    <a:pt x="25477" y="148403"/>
                    <a:pt x="25477" y="120275"/>
                    <a:pt x="25477" y="102236"/>
                  </a:cubicBezTo>
                  <a:cubicBezTo>
                    <a:pt x="25477" y="82669"/>
                    <a:pt x="25477" y="62490"/>
                    <a:pt x="27906" y="45980"/>
                  </a:cubicBezTo>
                  <a:cubicBezTo>
                    <a:pt x="33676" y="9597"/>
                    <a:pt x="56451" y="6845"/>
                    <a:pt x="64042" y="6845"/>
                  </a:cubicBezTo>
                  <a:cubicBezTo>
                    <a:pt x="74063" y="6845"/>
                    <a:pt x="94105" y="12348"/>
                    <a:pt x="99874" y="42617"/>
                  </a:cubicBezTo>
                  <a:cubicBezTo>
                    <a:pt x="102911" y="59738"/>
                    <a:pt x="102911" y="82975"/>
                    <a:pt x="102911" y="102236"/>
                  </a:cubicBezTo>
                  <a:cubicBezTo>
                    <a:pt x="102911" y="125167"/>
                    <a:pt x="102911" y="145957"/>
                    <a:pt x="99570" y="165525"/>
                  </a:cubicBezTo>
                  <a:cubicBezTo>
                    <a:pt x="95016" y="194570"/>
                    <a:pt x="77707" y="203742"/>
                    <a:pt x="64042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06" name="Freeform: Shape 2005">
              <a:extLst>
                <a:ext uri="{FF2B5EF4-FFF2-40B4-BE49-F238E27FC236}">
                  <a16:creationId xmlns:a16="http://schemas.microsoft.com/office/drawing/2014/main" id="{A9D4F4F1-61E0-DF97-55C1-C2A9D3875E2A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11298030" y="4317109"/>
              <a:ext cx="127841" cy="210349"/>
            </a:xfrm>
            <a:custGeom>
              <a:avLst/>
              <a:gdLst>
                <a:gd name="connsiteX0" fmla="*/ 128120 w 127841"/>
                <a:gd name="connsiteY0" fmla="*/ 105905 h 210349"/>
                <a:gd name="connsiteX1" fmla="*/ 115973 w 127841"/>
                <a:gd name="connsiteY1" fmla="*/ 34362 h 210349"/>
                <a:gd name="connsiteX2" fmla="*/ 64351 w 127841"/>
                <a:gd name="connsiteY2" fmla="*/ 119 h 210349"/>
                <a:gd name="connsiteX3" fmla="*/ 11514 w 127841"/>
                <a:gd name="connsiteY3" fmla="*/ 36502 h 210349"/>
                <a:gd name="connsiteX4" fmla="*/ 278 w 127841"/>
                <a:gd name="connsiteY4" fmla="*/ 105905 h 210349"/>
                <a:gd name="connsiteX5" fmla="*/ 13943 w 127841"/>
                <a:gd name="connsiteY5" fmla="*/ 179589 h 210349"/>
                <a:gd name="connsiteX6" fmla="*/ 64047 w 127841"/>
                <a:gd name="connsiteY6" fmla="*/ 210469 h 210349"/>
                <a:gd name="connsiteX7" fmla="*/ 116884 w 127841"/>
                <a:gd name="connsiteY7" fmla="*/ 175003 h 210349"/>
                <a:gd name="connsiteX8" fmla="*/ 128120 w 127841"/>
                <a:gd name="connsiteY8" fmla="*/ 105905 h 210349"/>
                <a:gd name="connsiteX9" fmla="*/ 64047 w 127841"/>
                <a:gd name="connsiteY9" fmla="*/ 203742 h 210349"/>
                <a:gd name="connsiteX10" fmla="*/ 28822 w 127841"/>
                <a:gd name="connsiteY10" fmla="*/ 166748 h 210349"/>
                <a:gd name="connsiteX11" fmla="*/ 25482 w 127841"/>
                <a:gd name="connsiteY11" fmla="*/ 102236 h 210349"/>
                <a:gd name="connsiteX12" fmla="*/ 27911 w 127841"/>
                <a:gd name="connsiteY12" fmla="*/ 45980 h 210349"/>
                <a:gd name="connsiteX13" fmla="*/ 64047 w 127841"/>
                <a:gd name="connsiteY13" fmla="*/ 6845 h 210349"/>
                <a:gd name="connsiteX14" fmla="*/ 99879 w 127841"/>
                <a:gd name="connsiteY14" fmla="*/ 42617 h 210349"/>
                <a:gd name="connsiteX15" fmla="*/ 102916 w 127841"/>
                <a:gd name="connsiteY15" fmla="*/ 102236 h 210349"/>
                <a:gd name="connsiteX16" fmla="*/ 99575 w 127841"/>
                <a:gd name="connsiteY16" fmla="*/ 165525 h 210349"/>
                <a:gd name="connsiteX17" fmla="*/ 64047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20" y="105905"/>
                  </a:moveTo>
                  <a:cubicBezTo>
                    <a:pt x="128120" y="81446"/>
                    <a:pt x="126601" y="56987"/>
                    <a:pt x="115973" y="34362"/>
                  </a:cubicBezTo>
                  <a:cubicBezTo>
                    <a:pt x="102005" y="5011"/>
                    <a:pt x="77105" y="119"/>
                    <a:pt x="64351" y="119"/>
                  </a:cubicBezTo>
                  <a:cubicBezTo>
                    <a:pt x="46131" y="119"/>
                    <a:pt x="23964" y="8068"/>
                    <a:pt x="11514" y="36502"/>
                  </a:cubicBezTo>
                  <a:cubicBezTo>
                    <a:pt x="1796" y="57598"/>
                    <a:pt x="278" y="81446"/>
                    <a:pt x="278" y="105905"/>
                  </a:cubicBezTo>
                  <a:cubicBezTo>
                    <a:pt x="278" y="128836"/>
                    <a:pt x="1493" y="156352"/>
                    <a:pt x="13943" y="179589"/>
                  </a:cubicBezTo>
                  <a:cubicBezTo>
                    <a:pt x="27000" y="204354"/>
                    <a:pt x="49168" y="210469"/>
                    <a:pt x="64047" y="210469"/>
                  </a:cubicBezTo>
                  <a:cubicBezTo>
                    <a:pt x="80445" y="210469"/>
                    <a:pt x="103523" y="204048"/>
                    <a:pt x="116884" y="175003"/>
                  </a:cubicBezTo>
                  <a:cubicBezTo>
                    <a:pt x="126601" y="153907"/>
                    <a:pt x="128120" y="130059"/>
                    <a:pt x="128120" y="105905"/>
                  </a:cubicBezTo>
                  <a:close/>
                  <a:moveTo>
                    <a:pt x="64047" y="203742"/>
                  </a:moveTo>
                  <a:cubicBezTo>
                    <a:pt x="52204" y="203742"/>
                    <a:pt x="34288" y="196099"/>
                    <a:pt x="28822" y="166748"/>
                  </a:cubicBezTo>
                  <a:cubicBezTo>
                    <a:pt x="25482" y="148403"/>
                    <a:pt x="25482" y="120275"/>
                    <a:pt x="25482" y="102236"/>
                  </a:cubicBezTo>
                  <a:cubicBezTo>
                    <a:pt x="25482" y="82669"/>
                    <a:pt x="25482" y="62490"/>
                    <a:pt x="27911" y="45980"/>
                  </a:cubicBezTo>
                  <a:cubicBezTo>
                    <a:pt x="33681" y="9597"/>
                    <a:pt x="56456" y="6845"/>
                    <a:pt x="64047" y="6845"/>
                  </a:cubicBezTo>
                  <a:cubicBezTo>
                    <a:pt x="74068" y="6845"/>
                    <a:pt x="94110" y="12348"/>
                    <a:pt x="99879" y="42617"/>
                  </a:cubicBezTo>
                  <a:cubicBezTo>
                    <a:pt x="102916" y="59738"/>
                    <a:pt x="102916" y="82975"/>
                    <a:pt x="102916" y="102236"/>
                  </a:cubicBezTo>
                  <a:cubicBezTo>
                    <a:pt x="102916" y="125167"/>
                    <a:pt x="102916" y="145957"/>
                    <a:pt x="99575" y="165525"/>
                  </a:cubicBezTo>
                  <a:cubicBezTo>
                    <a:pt x="95021" y="194570"/>
                    <a:pt x="77712" y="203742"/>
                    <a:pt x="64047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07" name="Freeform: Shape 2006">
              <a:extLst>
                <a:ext uri="{FF2B5EF4-FFF2-40B4-BE49-F238E27FC236}">
                  <a16:creationId xmlns:a16="http://schemas.microsoft.com/office/drawing/2014/main" id="{20C5D27F-D861-23ED-F5DB-BA21BF3E92DA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11449861" y="4317109"/>
              <a:ext cx="127841" cy="210349"/>
            </a:xfrm>
            <a:custGeom>
              <a:avLst/>
              <a:gdLst>
                <a:gd name="connsiteX0" fmla="*/ 128125 w 127841"/>
                <a:gd name="connsiteY0" fmla="*/ 105905 h 210349"/>
                <a:gd name="connsiteX1" fmla="*/ 115978 w 127841"/>
                <a:gd name="connsiteY1" fmla="*/ 34362 h 210349"/>
                <a:gd name="connsiteX2" fmla="*/ 64356 w 127841"/>
                <a:gd name="connsiteY2" fmla="*/ 119 h 210349"/>
                <a:gd name="connsiteX3" fmla="*/ 11519 w 127841"/>
                <a:gd name="connsiteY3" fmla="*/ 36502 h 210349"/>
                <a:gd name="connsiteX4" fmla="*/ 283 w 127841"/>
                <a:gd name="connsiteY4" fmla="*/ 105905 h 210349"/>
                <a:gd name="connsiteX5" fmla="*/ 13948 w 127841"/>
                <a:gd name="connsiteY5" fmla="*/ 179589 h 210349"/>
                <a:gd name="connsiteX6" fmla="*/ 64052 w 127841"/>
                <a:gd name="connsiteY6" fmla="*/ 210469 h 210349"/>
                <a:gd name="connsiteX7" fmla="*/ 116889 w 127841"/>
                <a:gd name="connsiteY7" fmla="*/ 175003 h 210349"/>
                <a:gd name="connsiteX8" fmla="*/ 128125 w 127841"/>
                <a:gd name="connsiteY8" fmla="*/ 105905 h 210349"/>
                <a:gd name="connsiteX9" fmla="*/ 64052 w 127841"/>
                <a:gd name="connsiteY9" fmla="*/ 203742 h 210349"/>
                <a:gd name="connsiteX10" fmla="*/ 28827 w 127841"/>
                <a:gd name="connsiteY10" fmla="*/ 166748 h 210349"/>
                <a:gd name="connsiteX11" fmla="*/ 25487 w 127841"/>
                <a:gd name="connsiteY11" fmla="*/ 102236 h 210349"/>
                <a:gd name="connsiteX12" fmla="*/ 27916 w 127841"/>
                <a:gd name="connsiteY12" fmla="*/ 45980 h 210349"/>
                <a:gd name="connsiteX13" fmla="*/ 64052 w 127841"/>
                <a:gd name="connsiteY13" fmla="*/ 6845 h 210349"/>
                <a:gd name="connsiteX14" fmla="*/ 99884 w 127841"/>
                <a:gd name="connsiteY14" fmla="*/ 42617 h 210349"/>
                <a:gd name="connsiteX15" fmla="*/ 102921 w 127841"/>
                <a:gd name="connsiteY15" fmla="*/ 102236 h 210349"/>
                <a:gd name="connsiteX16" fmla="*/ 99580 w 127841"/>
                <a:gd name="connsiteY16" fmla="*/ 165525 h 210349"/>
                <a:gd name="connsiteX17" fmla="*/ 64052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25" y="105905"/>
                  </a:moveTo>
                  <a:cubicBezTo>
                    <a:pt x="128125" y="81446"/>
                    <a:pt x="126606" y="56987"/>
                    <a:pt x="115978" y="34362"/>
                  </a:cubicBezTo>
                  <a:cubicBezTo>
                    <a:pt x="102010" y="5011"/>
                    <a:pt x="77109" y="119"/>
                    <a:pt x="64356" y="119"/>
                  </a:cubicBezTo>
                  <a:cubicBezTo>
                    <a:pt x="46136" y="119"/>
                    <a:pt x="23969" y="8068"/>
                    <a:pt x="11519" y="36502"/>
                  </a:cubicBezTo>
                  <a:cubicBezTo>
                    <a:pt x="1801" y="57598"/>
                    <a:pt x="283" y="81446"/>
                    <a:pt x="283" y="105905"/>
                  </a:cubicBezTo>
                  <a:cubicBezTo>
                    <a:pt x="283" y="128836"/>
                    <a:pt x="1498" y="156352"/>
                    <a:pt x="13948" y="179589"/>
                  </a:cubicBezTo>
                  <a:cubicBezTo>
                    <a:pt x="27005" y="204354"/>
                    <a:pt x="49173" y="210469"/>
                    <a:pt x="64052" y="210469"/>
                  </a:cubicBezTo>
                  <a:cubicBezTo>
                    <a:pt x="80450" y="210469"/>
                    <a:pt x="103528" y="204048"/>
                    <a:pt x="116889" y="175003"/>
                  </a:cubicBezTo>
                  <a:cubicBezTo>
                    <a:pt x="126606" y="153907"/>
                    <a:pt x="128125" y="130059"/>
                    <a:pt x="128125" y="105905"/>
                  </a:cubicBezTo>
                  <a:close/>
                  <a:moveTo>
                    <a:pt x="64052" y="203742"/>
                  </a:moveTo>
                  <a:cubicBezTo>
                    <a:pt x="52209" y="203742"/>
                    <a:pt x="34293" y="196099"/>
                    <a:pt x="28827" y="166748"/>
                  </a:cubicBezTo>
                  <a:cubicBezTo>
                    <a:pt x="25487" y="148403"/>
                    <a:pt x="25487" y="120275"/>
                    <a:pt x="25487" y="102236"/>
                  </a:cubicBezTo>
                  <a:cubicBezTo>
                    <a:pt x="25487" y="82669"/>
                    <a:pt x="25487" y="62490"/>
                    <a:pt x="27916" y="45980"/>
                  </a:cubicBezTo>
                  <a:cubicBezTo>
                    <a:pt x="33686" y="9597"/>
                    <a:pt x="56461" y="6845"/>
                    <a:pt x="64052" y="6845"/>
                  </a:cubicBezTo>
                  <a:cubicBezTo>
                    <a:pt x="74073" y="6845"/>
                    <a:pt x="94115" y="12348"/>
                    <a:pt x="99884" y="42617"/>
                  </a:cubicBezTo>
                  <a:cubicBezTo>
                    <a:pt x="102921" y="59738"/>
                    <a:pt x="102921" y="82975"/>
                    <a:pt x="102921" y="102236"/>
                  </a:cubicBezTo>
                  <a:cubicBezTo>
                    <a:pt x="102921" y="125167"/>
                    <a:pt x="102921" y="145957"/>
                    <a:pt x="99580" y="165525"/>
                  </a:cubicBezTo>
                  <a:cubicBezTo>
                    <a:pt x="95026" y="194570"/>
                    <a:pt x="77717" y="203742"/>
                    <a:pt x="64052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08" name="Freeform: Shape 2007">
              <a:extLst>
                <a:ext uri="{FF2B5EF4-FFF2-40B4-BE49-F238E27FC236}">
                  <a16:creationId xmlns:a16="http://schemas.microsoft.com/office/drawing/2014/main" id="{3DAD6014-C488-B5FB-A678-952B4A2523C9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11782292" y="4263911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0" name="Freeform: Shape 2009">
              <a:extLst>
                <a:ext uri="{FF2B5EF4-FFF2-40B4-BE49-F238E27FC236}">
                  <a16:creationId xmlns:a16="http://schemas.microsoft.com/office/drawing/2014/main" id="{02FE1964-CA39-1EAD-BC95-13E3A29A48AE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12013908" y="4317109"/>
              <a:ext cx="100208" cy="203623"/>
            </a:xfrm>
            <a:custGeom>
              <a:avLst/>
              <a:gdLst>
                <a:gd name="connsiteX0" fmla="*/ 62552 w 100208"/>
                <a:gd name="connsiteY0" fmla="*/ 8068 h 203623"/>
                <a:gd name="connsiteX1" fmla="*/ 55568 w 100208"/>
                <a:gd name="connsiteY1" fmla="*/ 119 h 203623"/>
                <a:gd name="connsiteX2" fmla="*/ 301 w 100208"/>
                <a:gd name="connsiteY2" fmla="*/ 19686 h 203623"/>
                <a:gd name="connsiteX3" fmla="*/ 301 w 100208"/>
                <a:gd name="connsiteY3" fmla="*/ 29164 h 203623"/>
                <a:gd name="connsiteX4" fmla="*/ 40081 w 100208"/>
                <a:gd name="connsiteY4" fmla="*/ 21215 h 203623"/>
                <a:gd name="connsiteX5" fmla="*/ 40081 w 100208"/>
                <a:gd name="connsiteY5" fmla="*/ 179589 h 203623"/>
                <a:gd name="connsiteX6" fmla="*/ 11840 w 100208"/>
                <a:gd name="connsiteY6" fmla="*/ 194264 h 203623"/>
                <a:gd name="connsiteX7" fmla="*/ 2123 w 100208"/>
                <a:gd name="connsiteY7" fmla="*/ 194264 h 203623"/>
                <a:gd name="connsiteX8" fmla="*/ 2123 w 100208"/>
                <a:gd name="connsiteY8" fmla="*/ 203742 h 203623"/>
                <a:gd name="connsiteX9" fmla="*/ 51316 w 100208"/>
                <a:gd name="connsiteY9" fmla="*/ 202825 h 203623"/>
                <a:gd name="connsiteX10" fmla="*/ 100509 w 100208"/>
                <a:gd name="connsiteY10" fmla="*/ 203742 h 203623"/>
                <a:gd name="connsiteX11" fmla="*/ 100509 w 100208"/>
                <a:gd name="connsiteY11" fmla="*/ 194264 h 203623"/>
                <a:gd name="connsiteX12" fmla="*/ 90792 w 100208"/>
                <a:gd name="connsiteY12" fmla="*/ 194264 h 203623"/>
                <a:gd name="connsiteX13" fmla="*/ 62552 w 100208"/>
                <a:gd name="connsiteY13" fmla="*/ 179589 h 203623"/>
                <a:gd name="connsiteX14" fmla="*/ 62552 w 100208"/>
                <a:gd name="connsiteY14" fmla="*/ 8068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552" y="8068"/>
                  </a:moveTo>
                  <a:cubicBezTo>
                    <a:pt x="62552" y="730"/>
                    <a:pt x="62552" y="119"/>
                    <a:pt x="55568" y="119"/>
                  </a:cubicBezTo>
                  <a:cubicBezTo>
                    <a:pt x="36741" y="19686"/>
                    <a:pt x="10018" y="19686"/>
                    <a:pt x="301" y="19686"/>
                  </a:cubicBezTo>
                  <a:lnTo>
                    <a:pt x="301" y="29164"/>
                  </a:lnTo>
                  <a:cubicBezTo>
                    <a:pt x="6374" y="29164"/>
                    <a:pt x="24290" y="29164"/>
                    <a:pt x="40081" y="21215"/>
                  </a:cubicBezTo>
                  <a:lnTo>
                    <a:pt x="40081" y="179589"/>
                  </a:lnTo>
                  <a:cubicBezTo>
                    <a:pt x="40081" y="190595"/>
                    <a:pt x="39170" y="194264"/>
                    <a:pt x="11840" y="194264"/>
                  </a:cubicBezTo>
                  <a:lnTo>
                    <a:pt x="2123" y="194264"/>
                  </a:lnTo>
                  <a:lnTo>
                    <a:pt x="2123" y="203742"/>
                  </a:lnTo>
                  <a:cubicBezTo>
                    <a:pt x="12751" y="202825"/>
                    <a:pt x="39170" y="202825"/>
                    <a:pt x="51316" y="202825"/>
                  </a:cubicBezTo>
                  <a:cubicBezTo>
                    <a:pt x="63463" y="202825"/>
                    <a:pt x="89881" y="202825"/>
                    <a:pt x="100509" y="203742"/>
                  </a:cubicBezTo>
                  <a:lnTo>
                    <a:pt x="100509" y="194264"/>
                  </a:lnTo>
                  <a:lnTo>
                    <a:pt x="90792" y="194264"/>
                  </a:lnTo>
                  <a:cubicBezTo>
                    <a:pt x="63463" y="194264"/>
                    <a:pt x="62552" y="190901"/>
                    <a:pt x="62552" y="179589"/>
                  </a:cubicBezTo>
                  <a:lnTo>
                    <a:pt x="62552" y="8068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1" name="Freeform: Shape 2010">
              <a:extLst>
                <a:ext uri="{FF2B5EF4-FFF2-40B4-BE49-F238E27FC236}">
                  <a16:creationId xmlns:a16="http://schemas.microsoft.com/office/drawing/2014/main" id="{E4BF58C0-7E28-6941-51FD-064C1E0DE02E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12155718" y="4314051"/>
              <a:ext cx="130270" cy="213407"/>
            </a:xfrm>
            <a:custGeom>
              <a:avLst/>
              <a:gdLst>
                <a:gd name="connsiteX0" fmla="*/ 127844 w 130270"/>
                <a:gd name="connsiteY0" fmla="*/ 20603 h 213407"/>
                <a:gd name="connsiteX1" fmla="*/ 130577 w 130270"/>
                <a:gd name="connsiteY1" fmla="*/ 9902 h 213407"/>
                <a:gd name="connsiteX2" fmla="*/ 56787 w 130270"/>
                <a:gd name="connsiteY2" fmla="*/ 9902 h 213407"/>
                <a:gd name="connsiteX3" fmla="*/ 17919 w 130270"/>
                <a:gd name="connsiteY3" fmla="*/ 119 h 213407"/>
                <a:gd name="connsiteX4" fmla="*/ 10327 w 130270"/>
                <a:gd name="connsiteY4" fmla="*/ 119 h 213407"/>
                <a:gd name="connsiteX5" fmla="*/ 306 w 130270"/>
                <a:gd name="connsiteY5" fmla="*/ 63101 h 213407"/>
                <a:gd name="connsiteX6" fmla="*/ 7898 w 130270"/>
                <a:gd name="connsiteY6" fmla="*/ 63101 h 213407"/>
                <a:gd name="connsiteX7" fmla="*/ 15489 w 130270"/>
                <a:gd name="connsiteY7" fmla="*/ 35279 h 213407"/>
                <a:gd name="connsiteX8" fmla="*/ 45248 w 130270"/>
                <a:gd name="connsiteY8" fmla="*/ 33445 h 213407"/>
                <a:gd name="connsiteX9" fmla="*/ 108106 w 130270"/>
                <a:gd name="connsiteY9" fmla="*/ 33445 h 213407"/>
                <a:gd name="connsiteX10" fmla="*/ 74096 w 130270"/>
                <a:gd name="connsiteY10" fmla="*/ 81752 h 213407"/>
                <a:gd name="connsiteX11" fmla="*/ 36746 w 130270"/>
                <a:gd name="connsiteY11" fmla="*/ 196710 h 213407"/>
                <a:gd name="connsiteX12" fmla="*/ 50714 w 130270"/>
                <a:gd name="connsiteY12" fmla="*/ 213526 h 213407"/>
                <a:gd name="connsiteX13" fmla="*/ 64682 w 130270"/>
                <a:gd name="connsiteY13" fmla="*/ 196710 h 213407"/>
                <a:gd name="connsiteX14" fmla="*/ 64682 w 130270"/>
                <a:gd name="connsiteY14" fmla="*/ 181118 h 213407"/>
                <a:gd name="connsiteX15" fmla="*/ 68023 w 130270"/>
                <a:gd name="connsiteY15" fmla="*/ 130976 h 213407"/>
                <a:gd name="connsiteX16" fmla="*/ 86850 w 130270"/>
                <a:gd name="connsiteY16" fmla="*/ 78694 h 213407"/>
                <a:gd name="connsiteX17" fmla="*/ 127844 w 130270"/>
                <a:gd name="connsiteY17" fmla="*/ 20603 h 213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3407">
                  <a:moveTo>
                    <a:pt x="127844" y="20603"/>
                  </a:moveTo>
                  <a:cubicBezTo>
                    <a:pt x="130577" y="16935"/>
                    <a:pt x="130577" y="16323"/>
                    <a:pt x="130577" y="9902"/>
                  </a:cubicBezTo>
                  <a:lnTo>
                    <a:pt x="56787" y="9902"/>
                  </a:lnTo>
                  <a:cubicBezTo>
                    <a:pt x="19740" y="9902"/>
                    <a:pt x="19133" y="5928"/>
                    <a:pt x="17919" y="119"/>
                  </a:cubicBezTo>
                  <a:lnTo>
                    <a:pt x="10327" y="119"/>
                  </a:lnTo>
                  <a:lnTo>
                    <a:pt x="306" y="63101"/>
                  </a:lnTo>
                  <a:lnTo>
                    <a:pt x="7898" y="63101"/>
                  </a:lnTo>
                  <a:cubicBezTo>
                    <a:pt x="8809" y="58210"/>
                    <a:pt x="11542" y="38948"/>
                    <a:pt x="15489" y="35279"/>
                  </a:cubicBezTo>
                  <a:cubicBezTo>
                    <a:pt x="17615" y="33445"/>
                    <a:pt x="41300" y="33445"/>
                    <a:pt x="45248" y="33445"/>
                  </a:cubicBezTo>
                  <a:lnTo>
                    <a:pt x="108106" y="33445"/>
                  </a:lnTo>
                  <a:cubicBezTo>
                    <a:pt x="104766" y="38336"/>
                    <a:pt x="80776" y="71662"/>
                    <a:pt x="74096" y="81752"/>
                  </a:cubicBezTo>
                  <a:cubicBezTo>
                    <a:pt x="46766" y="123027"/>
                    <a:pt x="36746" y="165525"/>
                    <a:pt x="36746" y="196710"/>
                  </a:cubicBezTo>
                  <a:cubicBezTo>
                    <a:pt x="36746" y="199768"/>
                    <a:pt x="36746" y="213526"/>
                    <a:pt x="50714" y="213526"/>
                  </a:cubicBezTo>
                  <a:cubicBezTo>
                    <a:pt x="64682" y="213526"/>
                    <a:pt x="64682" y="199768"/>
                    <a:pt x="64682" y="196710"/>
                  </a:cubicBezTo>
                  <a:lnTo>
                    <a:pt x="64682" y="181118"/>
                  </a:lnTo>
                  <a:cubicBezTo>
                    <a:pt x="64682" y="164302"/>
                    <a:pt x="65593" y="147486"/>
                    <a:pt x="68023" y="130976"/>
                  </a:cubicBezTo>
                  <a:cubicBezTo>
                    <a:pt x="69237" y="123944"/>
                    <a:pt x="73489" y="97650"/>
                    <a:pt x="86850" y="78694"/>
                  </a:cubicBezTo>
                  <a:lnTo>
                    <a:pt x="127844" y="20603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2" name="Freeform: Shape 2011">
              <a:extLst>
                <a:ext uri="{FF2B5EF4-FFF2-40B4-BE49-F238E27FC236}">
                  <a16:creationId xmlns:a16="http://schemas.microsoft.com/office/drawing/2014/main" id="{BC19DA23-23FE-0849-79E4-ECC8E062FF8C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12316659" y="4488324"/>
              <a:ext cx="32188" cy="32408"/>
            </a:xfrm>
            <a:custGeom>
              <a:avLst/>
              <a:gdLst>
                <a:gd name="connsiteX0" fmla="*/ 32499 w 32188"/>
                <a:gd name="connsiteY0" fmla="*/ 16323 h 32408"/>
                <a:gd name="connsiteX1" fmla="*/ 16405 w 32188"/>
                <a:gd name="connsiteY1" fmla="*/ 119 h 32408"/>
                <a:gd name="connsiteX2" fmla="*/ 311 w 32188"/>
                <a:gd name="connsiteY2" fmla="*/ 16323 h 32408"/>
                <a:gd name="connsiteX3" fmla="*/ 16405 w 32188"/>
                <a:gd name="connsiteY3" fmla="*/ 32527 h 32408"/>
                <a:gd name="connsiteX4" fmla="*/ 32499 w 32188"/>
                <a:gd name="connsiteY4" fmla="*/ 16323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99" y="16323"/>
                  </a:moveTo>
                  <a:cubicBezTo>
                    <a:pt x="32499" y="7457"/>
                    <a:pt x="25211" y="119"/>
                    <a:pt x="16405" y="119"/>
                  </a:cubicBezTo>
                  <a:cubicBezTo>
                    <a:pt x="7599" y="119"/>
                    <a:pt x="311" y="7457"/>
                    <a:pt x="311" y="16323"/>
                  </a:cubicBezTo>
                  <a:cubicBezTo>
                    <a:pt x="311" y="25190"/>
                    <a:pt x="7599" y="32527"/>
                    <a:pt x="16405" y="32527"/>
                  </a:cubicBezTo>
                  <a:cubicBezTo>
                    <a:pt x="25211" y="32527"/>
                    <a:pt x="32499" y="25190"/>
                    <a:pt x="32499" y="16323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3" name="Freeform: Shape 2012">
              <a:extLst>
                <a:ext uri="{FF2B5EF4-FFF2-40B4-BE49-F238E27FC236}">
                  <a16:creationId xmlns:a16="http://schemas.microsoft.com/office/drawing/2014/main" id="{F9163DB5-8AA9-0A53-D49D-1A666C3A6D2C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12386738" y="4317109"/>
              <a:ext cx="127841" cy="210349"/>
            </a:xfrm>
            <a:custGeom>
              <a:avLst/>
              <a:gdLst>
                <a:gd name="connsiteX0" fmla="*/ 128155 w 127841"/>
                <a:gd name="connsiteY0" fmla="*/ 105905 h 210349"/>
                <a:gd name="connsiteX1" fmla="*/ 116009 w 127841"/>
                <a:gd name="connsiteY1" fmla="*/ 34362 h 210349"/>
                <a:gd name="connsiteX2" fmla="*/ 64386 w 127841"/>
                <a:gd name="connsiteY2" fmla="*/ 119 h 210349"/>
                <a:gd name="connsiteX3" fmla="*/ 11549 w 127841"/>
                <a:gd name="connsiteY3" fmla="*/ 36502 h 210349"/>
                <a:gd name="connsiteX4" fmla="*/ 314 w 127841"/>
                <a:gd name="connsiteY4" fmla="*/ 105905 h 210349"/>
                <a:gd name="connsiteX5" fmla="*/ 13979 w 127841"/>
                <a:gd name="connsiteY5" fmla="*/ 179589 h 210349"/>
                <a:gd name="connsiteX6" fmla="*/ 64083 w 127841"/>
                <a:gd name="connsiteY6" fmla="*/ 210469 h 210349"/>
                <a:gd name="connsiteX7" fmla="*/ 116920 w 127841"/>
                <a:gd name="connsiteY7" fmla="*/ 175003 h 210349"/>
                <a:gd name="connsiteX8" fmla="*/ 128155 w 127841"/>
                <a:gd name="connsiteY8" fmla="*/ 105905 h 210349"/>
                <a:gd name="connsiteX9" fmla="*/ 64083 w 127841"/>
                <a:gd name="connsiteY9" fmla="*/ 203742 h 210349"/>
                <a:gd name="connsiteX10" fmla="*/ 28858 w 127841"/>
                <a:gd name="connsiteY10" fmla="*/ 166748 h 210349"/>
                <a:gd name="connsiteX11" fmla="*/ 25518 w 127841"/>
                <a:gd name="connsiteY11" fmla="*/ 102236 h 210349"/>
                <a:gd name="connsiteX12" fmla="*/ 27947 w 127841"/>
                <a:gd name="connsiteY12" fmla="*/ 45980 h 210349"/>
                <a:gd name="connsiteX13" fmla="*/ 64083 w 127841"/>
                <a:gd name="connsiteY13" fmla="*/ 6845 h 210349"/>
                <a:gd name="connsiteX14" fmla="*/ 99915 w 127841"/>
                <a:gd name="connsiteY14" fmla="*/ 42617 h 210349"/>
                <a:gd name="connsiteX15" fmla="*/ 102951 w 127841"/>
                <a:gd name="connsiteY15" fmla="*/ 102236 h 210349"/>
                <a:gd name="connsiteX16" fmla="*/ 99611 w 127841"/>
                <a:gd name="connsiteY16" fmla="*/ 165525 h 210349"/>
                <a:gd name="connsiteX17" fmla="*/ 64083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55" y="105905"/>
                  </a:moveTo>
                  <a:cubicBezTo>
                    <a:pt x="128155" y="81446"/>
                    <a:pt x="126637" y="56987"/>
                    <a:pt x="116009" y="34362"/>
                  </a:cubicBezTo>
                  <a:cubicBezTo>
                    <a:pt x="102040" y="5011"/>
                    <a:pt x="77140" y="119"/>
                    <a:pt x="64386" y="119"/>
                  </a:cubicBezTo>
                  <a:cubicBezTo>
                    <a:pt x="46167" y="119"/>
                    <a:pt x="24000" y="8068"/>
                    <a:pt x="11549" y="36502"/>
                  </a:cubicBezTo>
                  <a:cubicBezTo>
                    <a:pt x="1832" y="57598"/>
                    <a:pt x="314" y="81446"/>
                    <a:pt x="314" y="105905"/>
                  </a:cubicBezTo>
                  <a:cubicBezTo>
                    <a:pt x="314" y="128836"/>
                    <a:pt x="1529" y="156352"/>
                    <a:pt x="13979" y="179589"/>
                  </a:cubicBezTo>
                  <a:cubicBezTo>
                    <a:pt x="27036" y="204354"/>
                    <a:pt x="49203" y="210469"/>
                    <a:pt x="64083" y="210469"/>
                  </a:cubicBezTo>
                  <a:cubicBezTo>
                    <a:pt x="80480" y="210469"/>
                    <a:pt x="103559" y="204048"/>
                    <a:pt x="116920" y="175003"/>
                  </a:cubicBezTo>
                  <a:cubicBezTo>
                    <a:pt x="126637" y="153907"/>
                    <a:pt x="128155" y="130059"/>
                    <a:pt x="128155" y="105905"/>
                  </a:cubicBezTo>
                  <a:close/>
                  <a:moveTo>
                    <a:pt x="64083" y="203742"/>
                  </a:moveTo>
                  <a:cubicBezTo>
                    <a:pt x="52240" y="203742"/>
                    <a:pt x="34324" y="196099"/>
                    <a:pt x="28858" y="166748"/>
                  </a:cubicBezTo>
                  <a:cubicBezTo>
                    <a:pt x="25518" y="148403"/>
                    <a:pt x="25518" y="120275"/>
                    <a:pt x="25518" y="102236"/>
                  </a:cubicBezTo>
                  <a:cubicBezTo>
                    <a:pt x="25518" y="82669"/>
                    <a:pt x="25518" y="62490"/>
                    <a:pt x="27947" y="45980"/>
                  </a:cubicBezTo>
                  <a:cubicBezTo>
                    <a:pt x="33717" y="9597"/>
                    <a:pt x="56491" y="6845"/>
                    <a:pt x="64083" y="6845"/>
                  </a:cubicBezTo>
                  <a:cubicBezTo>
                    <a:pt x="74104" y="6845"/>
                    <a:pt x="94145" y="12348"/>
                    <a:pt x="99915" y="42617"/>
                  </a:cubicBezTo>
                  <a:cubicBezTo>
                    <a:pt x="102951" y="59738"/>
                    <a:pt x="102951" y="82975"/>
                    <a:pt x="102951" y="102236"/>
                  </a:cubicBezTo>
                  <a:cubicBezTo>
                    <a:pt x="102951" y="125167"/>
                    <a:pt x="102951" y="145957"/>
                    <a:pt x="99611" y="165525"/>
                  </a:cubicBezTo>
                  <a:cubicBezTo>
                    <a:pt x="95056" y="194570"/>
                    <a:pt x="77748" y="203742"/>
                    <a:pt x="64083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4" name="Freeform: Shape 2013">
              <a:extLst>
                <a:ext uri="{FF2B5EF4-FFF2-40B4-BE49-F238E27FC236}">
                  <a16:creationId xmlns:a16="http://schemas.microsoft.com/office/drawing/2014/main" id="{FBD670BD-B19E-3109-A9FD-72D6A4315043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12538569" y="4317109"/>
              <a:ext cx="127841" cy="210349"/>
            </a:xfrm>
            <a:custGeom>
              <a:avLst/>
              <a:gdLst>
                <a:gd name="connsiteX0" fmla="*/ 128160 w 127841"/>
                <a:gd name="connsiteY0" fmla="*/ 105905 h 210349"/>
                <a:gd name="connsiteX1" fmla="*/ 116014 w 127841"/>
                <a:gd name="connsiteY1" fmla="*/ 34362 h 210349"/>
                <a:gd name="connsiteX2" fmla="*/ 64391 w 127841"/>
                <a:gd name="connsiteY2" fmla="*/ 119 h 210349"/>
                <a:gd name="connsiteX3" fmla="*/ 11554 w 127841"/>
                <a:gd name="connsiteY3" fmla="*/ 36502 h 210349"/>
                <a:gd name="connsiteX4" fmla="*/ 319 w 127841"/>
                <a:gd name="connsiteY4" fmla="*/ 105905 h 210349"/>
                <a:gd name="connsiteX5" fmla="*/ 13984 w 127841"/>
                <a:gd name="connsiteY5" fmla="*/ 179589 h 210349"/>
                <a:gd name="connsiteX6" fmla="*/ 64088 w 127841"/>
                <a:gd name="connsiteY6" fmla="*/ 210469 h 210349"/>
                <a:gd name="connsiteX7" fmla="*/ 116925 w 127841"/>
                <a:gd name="connsiteY7" fmla="*/ 175003 h 210349"/>
                <a:gd name="connsiteX8" fmla="*/ 128160 w 127841"/>
                <a:gd name="connsiteY8" fmla="*/ 105905 h 210349"/>
                <a:gd name="connsiteX9" fmla="*/ 64088 w 127841"/>
                <a:gd name="connsiteY9" fmla="*/ 203742 h 210349"/>
                <a:gd name="connsiteX10" fmla="*/ 28863 w 127841"/>
                <a:gd name="connsiteY10" fmla="*/ 166748 h 210349"/>
                <a:gd name="connsiteX11" fmla="*/ 25523 w 127841"/>
                <a:gd name="connsiteY11" fmla="*/ 102236 h 210349"/>
                <a:gd name="connsiteX12" fmla="*/ 27952 w 127841"/>
                <a:gd name="connsiteY12" fmla="*/ 45980 h 210349"/>
                <a:gd name="connsiteX13" fmla="*/ 64088 w 127841"/>
                <a:gd name="connsiteY13" fmla="*/ 6845 h 210349"/>
                <a:gd name="connsiteX14" fmla="*/ 99920 w 127841"/>
                <a:gd name="connsiteY14" fmla="*/ 42617 h 210349"/>
                <a:gd name="connsiteX15" fmla="*/ 102956 w 127841"/>
                <a:gd name="connsiteY15" fmla="*/ 102236 h 210349"/>
                <a:gd name="connsiteX16" fmla="*/ 99616 w 127841"/>
                <a:gd name="connsiteY16" fmla="*/ 165525 h 210349"/>
                <a:gd name="connsiteX17" fmla="*/ 64088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60" y="105905"/>
                  </a:moveTo>
                  <a:cubicBezTo>
                    <a:pt x="128160" y="81446"/>
                    <a:pt x="126642" y="56987"/>
                    <a:pt x="116014" y="34362"/>
                  </a:cubicBezTo>
                  <a:cubicBezTo>
                    <a:pt x="102045" y="5011"/>
                    <a:pt x="77145" y="119"/>
                    <a:pt x="64391" y="119"/>
                  </a:cubicBezTo>
                  <a:cubicBezTo>
                    <a:pt x="46172" y="119"/>
                    <a:pt x="24004" y="8068"/>
                    <a:pt x="11554" y="36502"/>
                  </a:cubicBezTo>
                  <a:cubicBezTo>
                    <a:pt x="1837" y="57598"/>
                    <a:pt x="319" y="81446"/>
                    <a:pt x="319" y="105905"/>
                  </a:cubicBezTo>
                  <a:cubicBezTo>
                    <a:pt x="319" y="128836"/>
                    <a:pt x="1534" y="156352"/>
                    <a:pt x="13984" y="179589"/>
                  </a:cubicBezTo>
                  <a:cubicBezTo>
                    <a:pt x="27041" y="204354"/>
                    <a:pt x="49208" y="210469"/>
                    <a:pt x="64088" y="210469"/>
                  </a:cubicBezTo>
                  <a:cubicBezTo>
                    <a:pt x="80485" y="210469"/>
                    <a:pt x="103564" y="204048"/>
                    <a:pt x="116925" y="175003"/>
                  </a:cubicBezTo>
                  <a:cubicBezTo>
                    <a:pt x="126642" y="153907"/>
                    <a:pt x="128160" y="130059"/>
                    <a:pt x="128160" y="105905"/>
                  </a:cubicBezTo>
                  <a:close/>
                  <a:moveTo>
                    <a:pt x="64088" y="203742"/>
                  </a:moveTo>
                  <a:cubicBezTo>
                    <a:pt x="52245" y="203742"/>
                    <a:pt x="34329" y="196099"/>
                    <a:pt x="28863" y="166748"/>
                  </a:cubicBezTo>
                  <a:cubicBezTo>
                    <a:pt x="25523" y="148403"/>
                    <a:pt x="25523" y="120275"/>
                    <a:pt x="25523" y="102236"/>
                  </a:cubicBezTo>
                  <a:cubicBezTo>
                    <a:pt x="25523" y="82669"/>
                    <a:pt x="25523" y="62490"/>
                    <a:pt x="27952" y="45980"/>
                  </a:cubicBezTo>
                  <a:cubicBezTo>
                    <a:pt x="33722" y="9597"/>
                    <a:pt x="56496" y="6845"/>
                    <a:pt x="64088" y="6845"/>
                  </a:cubicBezTo>
                  <a:cubicBezTo>
                    <a:pt x="74109" y="6845"/>
                    <a:pt x="94150" y="12348"/>
                    <a:pt x="99920" y="42617"/>
                  </a:cubicBezTo>
                  <a:cubicBezTo>
                    <a:pt x="102956" y="59738"/>
                    <a:pt x="102956" y="82975"/>
                    <a:pt x="102956" y="102236"/>
                  </a:cubicBezTo>
                  <a:cubicBezTo>
                    <a:pt x="102956" y="125167"/>
                    <a:pt x="102956" y="145957"/>
                    <a:pt x="99616" y="165525"/>
                  </a:cubicBezTo>
                  <a:cubicBezTo>
                    <a:pt x="95061" y="194570"/>
                    <a:pt x="77753" y="203742"/>
                    <a:pt x="64088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5" name="Freeform: Shape 2014">
              <a:extLst>
                <a:ext uri="{FF2B5EF4-FFF2-40B4-BE49-F238E27FC236}">
                  <a16:creationId xmlns:a16="http://schemas.microsoft.com/office/drawing/2014/main" id="{CB34589A-25B7-1BA3-93E1-08C3D4E70CC4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12690400" y="4317109"/>
              <a:ext cx="127841" cy="210349"/>
            </a:xfrm>
            <a:custGeom>
              <a:avLst/>
              <a:gdLst>
                <a:gd name="connsiteX0" fmla="*/ 128165 w 127841"/>
                <a:gd name="connsiteY0" fmla="*/ 105905 h 210349"/>
                <a:gd name="connsiteX1" fmla="*/ 116019 w 127841"/>
                <a:gd name="connsiteY1" fmla="*/ 34362 h 210349"/>
                <a:gd name="connsiteX2" fmla="*/ 64396 w 127841"/>
                <a:gd name="connsiteY2" fmla="*/ 119 h 210349"/>
                <a:gd name="connsiteX3" fmla="*/ 11559 w 127841"/>
                <a:gd name="connsiteY3" fmla="*/ 36502 h 210349"/>
                <a:gd name="connsiteX4" fmla="*/ 324 w 127841"/>
                <a:gd name="connsiteY4" fmla="*/ 105905 h 210349"/>
                <a:gd name="connsiteX5" fmla="*/ 13989 w 127841"/>
                <a:gd name="connsiteY5" fmla="*/ 179589 h 210349"/>
                <a:gd name="connsiteX6" fmla="*/ 64093 w 127841"/>
                <a:gd name="connsiteY6" fmla="*/ 210469 h 210349"/>
                <a:gd name="connsiteX7" fmla="*/ 116930 w 127841"/>
                <a:gd name="connsiteY7" fmla="*/ 175003 h 210349"/>
                <a:gd name="connsiteX8" fmla="*/ 128165 w 127841"/>
                <a:gd name="connsiteY8" fmla="*/ 105905 h 210349"/>
                <a:gd name="connsiteX9" fmla="*/ 64093 w 127841"/>
                <a:gd name="connsiteY9" fmla="*/ 203742 h 210349"/>
                <a:gd name="connsiteX10" fmla="*/ 28868 w 127841"/>
                <a:gd name="connsiteY10" fmla="*/ 166748 h 210349"/>
                <a:gd name="connsiteX11" fmla="*/ 25528 w 127841"/>
                <a:gd name="connsiteY11" fmla="*/ 102236 h 210349"/>
                <a:gd name="connsiteX12" fmla="*/ 27957 w 127841"/>
                <a:gd name="connsiteY12" fmla="*/ 45980 h 210349"/>
                <a:gd name="connsiteX13" fmla="*/ 64093 w 127841"/>
                <a:gd name="connsiteY13" fmla="*/ 6845 h 210349"/>
                <a:gd name="connsiteX14" fmla="*/ 99925 w 127841"/>
                <a:gd name="connsiteY14" fmla="*/ 42617 h 210349"/>
                <a:gd name="connsiteX15" fmla="*/ 102961 w 127841"/>
                <a:gd name="connsiteY15" fmla="*/ 102236 h 210349"/>
                <a:gd name="connsiteX16" fmla="*/ 99621 w 127841"/>
                <a:gd name="connsiteY16" fmla="*/ 165525 h 210349"/>
                <a:gd name="connsiteX17" fmla="*/ 64093 w 127841"/>
                <a:gd name="connsiteY17" fmla="*/ 20374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65" y="105905"/>
                  </a:moveTo>
                  <a:cubicBezTo>
                    <a:pt x="128165" y="81446"/>
                    <a:pt x="126647" y="56987"/>
                    <a:pt x="116019" y="34362"/>
                  </a:cubicBezTo>
                  <a:cubicBezTo>
                    <a:pt x="102050" y="5011"/>
                    <a:pt x="77150" y="119"/>
                    <a:pt x="64396" y="119"/>
                  </a:cubicBezTo>
                  <a:cubicBezTo>
                    <a:pt x="46177" y="119"/>
                    <a:pt x="24009" y="8068"/>
                    <a:pt x="11559" y="36502"/>
                  </a:cubicBezTo>
                  <a:cubicBezTo>
                    <a:pt x="1842" y="57598"/>
                    <a:pt x="324" y="81446"/>
                    <a:pt x="324" y="105905"/>
                  </a:cubicBezTo>
                  <a:cubicBezTo>
                    <a:pt x="324" y="128836"/>
                    <a:pt x="1539" y="156352"/>
                    <a:pt x="13989" y="179589"/>
                  </a:cubicBezTo>
                  <a:cubicBezTo>
                    <a:pt x="27046" y="204354"/>
                    <a:pt x="49213" y="210469"/>
                    <a:pt x="64093" y="210469"/>
                  </a:cubicBezTo>
                  <a:cubicBezTo>
                    <a:pt x="80490" y="210469"/>
                    <a:pt x="103569" y="204048"/>
                    <a:pt x="116930" y="175003"/>
                  </a:cubicBezTo>
                  <a:cubicBezTo>
                    <a:pt x="126647" y="153907"/>
                    <a:pt x="128165" y="130059"/>
                    <a:pt x="128165" y="105905"/>
                  </a:cubicBezTo>
                  <a:close/>
                  <a:moveTo>
                    <a:pt x="64093" y="203742"/>
                  </a:moveTo>
                  <a:cubicBezTo>
                    <a:pt x="52250" y="203742"/>
                    <a:pt x="34334" y="196099"/>
                    <a:pt x="28868" y="166748"/>
                  </a:cubicBezTo>
                  <a:cubicBezTo>
                    <a:pt x="25528" y="148403"/>
                    <a:pt x="25528" y="120275"/>
                    <a:pt x="25528" y="102236"/>
                  </a:cubicBezTo>
                  <a:cubicBezTo>
                    <a:pt x="25528" y="82669"/>
                    <a:pt x="25528" y="62490"/>
                    <a:pt x="27957" y="45980"/>
                  </a:cubicBezTo>
                  <a:cubicBezTo>
                    <a:pt x="33727" y="9597"/>
                    <a:pt x="56501" y="6845"/>
                    <a:pt x="64093" y="6845"/>
                  </a:cubicBezTo>
                  <a:cubicBezTo>
                    <a:pt x="74114" y="6845"/>
                    <a:pt x="94155" y="12348"/>
                    <a:pt x="99925" y="42617"/>
                  </a:cubicBezTo>
                  <a:cubicBezTo>
                    <a:pt x="102961" y="59738"/>
                    <a:pt x="102961" y="82975"/>
                    <a:pt x="102961" y="102236"/>
                  </a:cubicBezTo>
                  <a:cubicBezTo>
                    <a:pt x="102961" y="125167"/>
                    <a:pt x="102961" y="145957"/>
                    <a:pt x="99621" y="165525"/>
                  </a:cubicBezTo>
                  <a:cubicBezTo>
                    <a:pt x="95066" y="194570"/>
                    <a:pt x="77758" y="203742"/>
                    <a:pt x="64093" y="20374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6" name="Freeform: Shape 2015">
              <a:extLst>
                <a:ext uri="{FF2B5EF4-FFF2-40B4-BE49-F238E27FC236}">
                  <a16:creationId xmlns:a16="http://schemas.microsoft.com/office/drawing/2014/main" id="{10D4F985-4660-6229-BB4C-E84153F565CC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13022831" y="4263911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7" name="Freeform: Shape 2016">
              <a:extLst>
                <a:ext uri="{FF2B5EF4-FFF2-40B4-BE49-F238E27FC236}">
                  <a16:creationId xmlns:a16="http://schemas.microsoft.com/office/drawing/2014/main" id="{E9181AAA-3EAF-592D-CD2D-9A4CC868F006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6820134" y="4630800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8" name="Freeform: Shape 2017">
              <a:extLst>
                <a:ext uri="{FF2B5EF4-FFF2-40B4-BE49-F238E27FC236}">
                  <a16:creationId xmlns:a16="http://schemas.microsoft.com/office/drawing/2014/main" id="{78BDDA74-001A-43C1-B62D-844F7A71479E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7383315" y="4683998"/>
              <a:ext cx="126019" cy="210349"/>
            </a:xfrm>
            <a:custGeom>
              <a:avLst/>
              <a:gdLst>
                <a:gd name="connsiteX0" fmla="*/ 75458 w 126019"/>
                <a:gd name="connsiteY0" fmla="*/ 96133 h 210349"/>
                <a:gd name="connsiteX1" fmla="*/ 117970 w 126019"/>
                <a:gd name="connsiteY1" fmla="*/ 42323 h 210349"/>
                <a:gd name="connsiteX2" fmla="*/ 62097 w 126019"/>
                <a:gd name="connsiteY2" fmla="*/ 131 h 210349"/>
                <a:gd name="connsiteX3" fmla="*/ 8349 w 126019"/>
                <a:gd name="connsiteY3" fmla="*/ 41712 h 210349"/>
                <a:gd name="connsiteX4" fmla="*/ 23835 w 126019"/>
                <a:gd name="connsiteY4" fmla="*/ 57610 h 210349"/>
                <a:gd name="connsiteX5" fmla="*/ 39322 w 126019"/>
                <a:gd name="connsiteY5" fmla="*/ 42017 h 210349"/>
                <a:gd name="connsiteX6" fmla="*/ 20495 w 126019"/>
                <a:gd name="connsiteY6" fmla="*/ 26730 h 210349"/>
                <a:gd name="connsiteX7" fmla="*/ 60882 w 126019"/>
                <a:gd name="connsiteY7" fmla="*/ 7774 h 210349"/>
                <a:gd name="connsiteX8" fmla="*/ 90033 w 126019"/>
                <a:gd name="connsiteY8" fmla="*/ 42017 h 210349"/>
                <a:gd name="connsiteX9" fmla="*/ 81531 w 126019"/>
                <a:gd name="connsiteY9" fmla="*/ 76872 h 210349"/>
                <a:gd name="connsiteX10" fmla="*/ 54505 w 126019"/>
                <a:gd name="connsiteY10" fmla="*/ 92770 h 210349"/>
                <a:gd name="connsiteX11" fmla="*/ 42662 w 126019"/>
                <a:gd name="connsiteY11" fmla="*/ 93688 h 210349"/>
                <a:gd name="connsiteX12" fmla="*/ 38107 w 126019"/>
                <a:gd name="connsiteY12" fmla="*/ 97356 h 210349"/>
                <a:gd name="connsiteX13" fmla="*/ 45395 w 126019"/>
                <a:gd name="connsiteY13" fmla="*/ 100720 h 210349"/>
                <a:gd name="connsiteX14" fmla="*/ 58756 w 126019"/>
                <a:gd name="connsiteY14" fmla="*/ 100720 h 210349"/>
                <a:gd name="connsiteX15" fmla="*/ 94892 w 126019"/>
                <a:gd name="connsiteY15" fmla="*/ 151473 h 210349"/>
                <a:gd name="connsiteX16" fmla="*/ 60578 w 126019"/>
                <a:gd name="connsiteY16" fmla="*/ 201920 h 210349"/>
                <a:gd name="connsiteX17" fmla="*/ 14118 w 126019"/>
                <a:gd name="connsiteY17" fmla="*/ 178684 h 210349"/>
                <a:gd name="connsiteX18" fmla="*/ 34160 w 126019"/>
                <a:gd name="connsiteY18" fmla="*/ 161868 h 210349"/>
                <a:gd name="connsiteX19" fmla="*/ 17155 w 126019"/>
                <a:gd name="connsiteY19" fmla="*/ 144746 h 210349"/>
                <a:gd name="connsiteX20" fmla="*/ 150 w 126019"/>
                <a:gd name="connsiteY20" fmla="*/ 162479 h 210349"/>
                <a:gd name="connsiteX21" fmla="*/ 61489 w 126019"/>
                <a:gd name="connsiteY21" fmla="*/ 210481 h 210349"/>
                <a:gd name="connsiteX22" fmla="*/ 126169 w 126019"/>
                <a:gd name="connsiteY22" fmla="*/ 151473 h 210349"/>
                <a:gd name="connsiteX23" fmla="*/ 75458 w 126019"/>
                <a:gd name="connsiteY23" fmla="*/ 96133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10349">
                  <a:moveTo>
                    <a:pt x="75458" y="96133"/>
                  </a:moveTo>
                  <a:cubicBezTo>
                    <a:pt x="100358" y="87878"/>
                    <a:pt x="117970" y="66477"/>
                    <a:pt x="117970" y="42323"/>
                  </a:cubicBezTo>
                  <a:cubicBezTo>
                    <a:pt x="117970" y="17252"/>
                    <a:pt x="91248" y="131"/>
                    <a:pt x="62097" y="131"/>
                  </a:cubicBezTo>
                  <a:cubicBezTo>
                    <a:pt x="31427" y="131"/>
                    <a:pt x="8349" y="18475"/>
                    <a:pt x="8349" y="41712"/>
                  </a:cubicBezTo>
                  <a:cubicBezTo>
                    <a:pt x="8349" y="51801"/>
                    <a:pt x="15029" y="57610"/>
                    <a:pt x="23835" y="57610"/>
                  </a:cubicBezTo>
                  <a:cubicBezTo>
                    <a:pt x="33249" y="57610"/>
                    <a:pt x="39322" y="50884"/>
                    <a:pt x="39322" y="42017"/>
                  </a:cubicBezTo>
                  <a:cubicBezTo>
                    <a:pt x="39322" y="26730"/>
                    <a:pt x="25050" y="26730"/>
                    <a:pt x="20495" y="26730"/>
                  </a:cubicBezTo>
                  <a:cubicBezTo>
                    <a:pt x="29909" y="11749"/>
                    <a:pt x="49950" y="7774"/>
                    <a:pt x="60882" y="7774"/>
                  </a:cubicBezTo>
                  <a:cubicBezTo>
                    <a:pt x="73332" y="7774"/>
                    <a:pt x="90033" y="14501"/>
                    <a:pt x="90033" y="42017"/>
                  </a:cubicBezTo>
                  <a:cubicBezTo>
                    <a:pt x="90033" y="45686"/>
                    <a:pt x="89426" y="63419"/>
                    <a:pt x="81531" y="76872"/>
                  </a:cubicBezTo>
                  <a:cubicBezTo>
                    <a:pt x="72421" y="91547"/>
                    <a:pt x="62097" y="92465"/>
                    <a:pt x="54505" y="92770"/>
                  </a:cubicBezTo>
                  <a:cubicBezTo>
                    <a:pt x="52076" y="93076"/>
                    <a:pt x="44788" y="93688"/>
                    <a:pt x="42662" y="93688"/>
                  </a:cubicBezTo>
                  <a:cubicBezTo>
                    <a:pt x="40233" y="93993"/>
                    <a:pt x="38107" y="94299"/>
                    <a:pt x="38107" y="97356"/>
                  </a:cubicBezTo>
                  <a:cubicBezTo>
                    <a:pt x="38107" y="100720"/>
                    <a:pt x="40233" y="100720"/>
                    <a:pt x="45395" y="100720"/>
                  </a:cubicBezTo>
                  <a:lnTo>
                    <a:pt x="58756" y="100720"/>
                  </a:lnTo>
                  <a:cubicBezTo>
                    <a:pt x="83657" y="100720"/>
                    <a:pt x="94892" y="121510"/>
                    <a:pt x="94892" y="151473"/>
                  </a:cubicBezTo>
                  <a:cubicBezTo>
                    <a:pt x="94892" y="193053"/>
                    <a:pt x="73939" y="201920"/>
                    <a:pt x="60578" y="201920"/>
                  </a:cubicBezTo>
                  <a:cubicBezTo>
                    <a:pt x="47521" y="201920"/>
                    <a:pt x="24746" y="196722"/>
                    <a:pt x="14118" y="178684"/>
                  </a:cubicBezTo>
                  <a:cubicBezTo>
                    <a:pt x="24746" y="180212"/>
                    <a:pt x="34160" y="173486"/>
                    <a:pt x="34160" y="161868"/>
                  </a:cubicBezTo>
                  <a:cubicBezTo>
                    <a:pt x="34160" y="150861"/>
                    <a:pt x="25961" y="144746"/>
                    <a:pt x="17155" y="144746"/>
                  </a:cubicBezTo>
                  <a:cubicBezTo>
                    <a:pt x="9867" y="144746"/>
                    <a:pt x="150" y="149027"/>
                    <a:pt x="150" y="162479"/>
                  </a:cubicBezTo>
                  <a:cubicBezTo>
                    <a:pt x="150" y="190302"/>
                    <a:pt x="28390" y="210481"/>
                    <a:pt x="61489" y="210481"/>
                  </a:cubicBezTo>
                  <a:cubicBezTo>
                    <a:pt x="98536" y="210481"/>
                    <a:pt x="126169" y="182658"/>
                    <a:pt x="126169" y="151473"/>
                  </a:cubicBezTo>
                  <a:cubicBezTo>
                    <a:pt x="126169" y="126402"/>
                    <a:pt x="107038" y="102554"/>
                    <a:pt x="75458" y="96133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19" name="Freeform: Shape 2018">
              <a:extLst>
                <a:ext uri="{FF2B5EF4-FFF2-40B4-BE49-F238E27FC236}">
                  <a16:creationId xmlns:a16="http://schemas.microsoft.com/office/drawing/2014/main" id="{F8E6EDE4-16CA-60A9-E878-0174BB77C9C4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8060674" y="4630800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21" name="Freeform: Shape 2020">
              <a:extLst>
                <a:ext uri="{FF2B5EF4-FFF2-40B4-BE49-F238E27FC236}">
                  <a16:creationId xmlns:a16="http://schemas.microsoft.com/office/drawing/2014/main" id="{3FEB1410-A4C4-7CC6-162D-101294308C6D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8358184" y="4680941"/>
              <a:ext cx="130270" cy="213407"/>
            </a:xfrm>
            <a:custGeom>
              <a:avLst/>
              <a:gdLst>
                <a:gd name="connsiteX0" fmla="*/ 127719 w 130270"/>
                <a:gd name="connsiteY0" fmla="*/ 20615 h 213407"/>
                <a:gd name="connsiteX1" fmla="*/ 130452 w 130270"/>
                <a:gd name="connsiteY1" fmla="*/ 9914 h 213407"/>
                <a:gd name="connsiteX2" fmla="*/ 56663 w 130270"/>
                <a:gd name="connsiteY2" fmla="*/ 9914 h 213407"/>
                <a:gd name="connsiteX3" fmla="*/ 17794 w 130270"/>
                <a:gd name="connsiteY3" fmla="*/ 131 h 213407"/>
                <a:gd name="connsiteX4" fmla="*/ 10202 w 130270"/>
                <a:gd name="connsiteY4" fmla="*/ 131 h 213407"/>
                <a:gd name="connsiteX5" fmla="*/ 182 w 130270"/>
                <a:gd name="connsiteY5" fmla="*/ 63113 h 213407"/>
                <a:gd name="connsiteX6" fmla="*/ 7773 w 130270"/>
                <a:gd name="connsiteY6" fmla="*/ 63113 h 213407"/>
                <a:gd name="connsiteX7" fmla="*/ 15365 w 130270"/>
                <a:gd name="connsiteY7" fmla="*/ 35291 h 213407"/>
                <a:gd name="connsiteX8" fmla="*/ 45123 w 130270"/>
                <a:gd name="connsiteY8" fmla="*/ 33457 h 213407"/>
                <a:gd name="connsiteX9" fmla="*/ 107981 w 130270"/>
                <a:gd name="connsiteY9" fmla="*/ 33457 h 213407"/>
                <a:gd name="connsiteX10" fmla="*/ 73971 w 130270"/>
                <a:gd name="connsiteY10" fmla="*/ 81764 h 213407"/>
                <a:gd name="connsiteX11" fmla="*/ 36621 w 130270"/>
                <a:gd name="connsiteY11" fmla="*/ 196722 h 213407"/>
                <a:gd name="connsiteX12" fmla="*/ 50589 w 130270"/>
                <a:gd name="connsiteY12" fmla="*/ 213538 h 213407"/>
                <a:gd name="connsiteX13" fmla="*/ 64558 w 130270"/>
                <a:gd name="connsiteY13" fmla="*/ 196722 h 213407"/>
                <a:gd name="connsiteX14" fmla="*/ 64558 w 130270"/>
                <a:gd name="connsiteY14" fmla="*/ 181129 h 213407"/>
                <a:gd name="connsiteX15" fmla="*/ 67898 w 130270"/>
                <a:gd name="connsiteY15" fmla="*/ 130988 h 213407"/>
                <a:gd name="connsiteX16" fmla="*/ 86725 w 130270"/>
                <a:gd name="connsiteY16" fmla="*/ 78706 h 213407"/>
                <a:gd name="connsiteX17" fmla="*/ 127719 w 130270"/>
                <a:gd name="connsiteY17" fmla="*/ 20615 h 213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3407">
                  <a:moveTo>
                    <a:pt x="127719" y="20615"/>
                  </a:moveTo>
                  <a:cubicBezTo>
                    <a:pt x="130452" y="16946"/>
                    <a:pt x="130452" y="16335"/>
                    <a:pt x="130452" y="9914"/>
                  </a:cubicBezTo>
                  <a:lnTo>
                    <a:pt x="56663" y="9914"/>
                  </a:lnTo>
                  <a:cubicBezTo>
                    <a:pt x="19616" y="9914"/>
                    <a:pt x="19009" y="5940"/>
                    <a:pt x="17794" y="131"/>
                  </a:cubicBezTo>
                  <a:lnTo>
                    <a:pt x="10202" y="131"/>
                  </a:lnTo>
                  <a:lnTo>
                    <a:pt x="182" y="63113"/>
                  </a:lnTo>
                  <a:lnTo>
                    <a:pt x="7773" y="63113"/>
                  </a:lnTo>
                  <a:cubicBezTo>
                    <a:pt x="8684" y="58222"/>
                    <a:pt x="11417" y="38960"/>
                    <a:pt x="15365" y="35291"/>
                  </a:cubicBezTo>
                  <a:cubicBezTo>
                    <a:pt x="17490" y="33457"/>
                    <a:pt x="41176" y="33457"/>
                    <a:pt x="45123" y="33457"/>
                  </a:cubicBezTo>
                  <a:lnTo>
                    <a:pt x="107981" y="33457"/>
                  </a:lnTo>
                  <a:cubicBezTo>
                    <a:pt x="104641" y="38348"/>
                    <a:pt x="80652" y="71674"/>
                    <a:pt x="73971" y="81764"/>
                  </a:cubicBezTo>
                  <a:cubicBezTo>
                    <a:pt x="46642" y="123039"/>
                    <a:pt x="36621" y="165537"/>
                    <a:pt x="36621" y="196722"/>
                  </a:cubicBezTo>
                  <a:cubicBezTo>
                    <a:pt x="36621" y="199780"/>
                    <a:pt x="36621" y="213538"/>
                    <a:pt x="50589" y="213538"/>
                  </a:cubicBezTo>
                  <a:cubicBezTo>
                    <a:pt x="64558" y="213538"/>
                    <a:pt x="64558" y="199780"/>
                    <a:pt x="64558" y="196722"/>
                  </a:cubicBezTo>
                  <a:lnTo>
                    <a:pt x="64558" y="181129"/>
                  </a:lnTo>
                  <a:cubicBezTo>
                    <a:pt x="64558" y="164314"/>
                    <a:pt x="65469" y="147498"/>
                    <a:pt x="67898" y="130988"/>
                  </a:cubicBezTo>
                  <a:cubicBezTo>
                    <a:pt x="69113" y="123956"/>
                    <a:pt x="73364" y="97662"/>
                    <a:pt x="86725" y="78706"/>
                  </a:cubicBezTo>
                  <a:lnTo>
                    <a:pt x="127719" y="20615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22" name="Freeform: Shape 2021">
              <a:extLst>
                <a:ext uri="{FF2B5EF4-FFF2-40B4-BE49-F238E27FC236}">
                  <a16:creationId xmlns:a16="http://schemas.microsoft.com/office/drawing/2014/main" id="{4EC4E539-3AEE-FF34-826B-3BB8C0BACB94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8519125" y="4855213"/>
              <a:ext cx="32188" cy="32408"/>
            </a:xfrm>
            <a:custGeom>
              <a:avLst/>
              <a:gdLst>
                <a:gd name="connsiteX0" fmla="*/ 32375 w 32188"/>
                <a:gd name="connsiteY0" fmla="*/ 16335 h 32408"/>
                <a:gd name="connsiteX1" fmla="*/ 16281 w 32188"/>
                <a:gd name="connsiteY1" fmla="*/ 131 h 32408"/>
                <a:gd name="connsiteX2" fmla="*/ 187 w 32188"/>
                <a:gd name="connsiteY2" fmla="*/ 16335 h 32408"/>
                <a:gd name="connsiteX3" fmla="*/ 16281 w 32188"/>
                <a:gd name="connsiteY3" fmla="*/ 32539 h 32408"/>
                <a:gd name="connsiteX4" fmla="*/ 32375 w 32188"/>
                <a:gd name="connsiteY4" fmla="*/ 16335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375" y="16335"/>
                  </a:moveTo>
                  <a:cubicBezTo>
                    <a:pt x="32375" y="7469"/>
                    <a:pt x="25087" y="131"/>
                    <a:pt x="16281" y="131"/>
                  </a:cubicBezTo>
                  <a:cubicBezTo>
                    <a:pt x="7474" y="131"/>
                    <a:pt x="187" y="7469"/>
                    <a:pt x="187" y="16335"/>
                  </a:cubicBezTo>
                  <a:cubicBezTo>
                    <a:pt x="187" y="25201"/>
                    <a:pt x="7474" y="32539"/>
                    <a:pt x="16281" y="32539"/>
                  </a:cubicBezTo>
                  <a:cubicBezTo>
                    <a:pt x="25087" y="32539"/>
                    <a:pt x="32375" y="25202"/>
                    <a:pt x="32375" y="16335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23" name="Freeform: Shape 2022">
              <a:extLst>
                <a:ext uri="{FF2B5EF4-FFF2-40B4-BE49-F238E27FC236}">
                  <a16:creationId xmlns:a16="http://schemas.microsoft.com/office/drawing/2014/main" id="{E7AB4027-F339-780E-5F8B-BEECF55FB7F8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8589204" y="4683998"/>
              <a:ext cx="127841" cy="210349"/>
            </a:xfrm>
            <a:custGeom>
              <a:avLst/>
              <a:gdLst>
                <a:gd name="connsiteX0" fmla="*/ 128031 w 127841"/>
                <a:gd name="connsiteY0" fmla="*/ 105917 h 210349"/>
                <a:gd name="connsiteX1" fmla="*/ 115884 w 127841"/>
                <a:gd name="connsiteY1" fmla="*/ 34374 h 210349"/>
                <a:gd name="connsiteX2" fmla="*/ 64262 w 127841"/>
                <a:gd name="connsiteY2" fmla="*/ 131 h 210349"/>
                <a:gd name="connsiteX3" fmla="*/ 11425 w 127841"/>
                <a:gd name="connsiteY3" fmla="*/ 36514 h 210349"/>
                <a:gd name="connsiteX4" fmla="*/ 189 w 127841"/>
                <a:gd name="connsiteY4" fmla="*/ 105917 h 210349"/>
                <a:gd name="connsiteX5" fmla="*/ 13854 w 127841"/>
                <a:gd name="connsiteY5" fmla="*/ 179601 h 210349"/>
                <a:gd name="connsiteX6" fmla="*/ 63958 w 127841"/>
                <a:gd name="connsiteY6" fmla="*/ 210481 h 210349"/>
                <a:gd name="connsiteX7" fmla="*/ 116795 w 127841"/>
                <a:gd name="connsiteY7" fmla="*/ 175015 h 210349"/>
                <a:gd name="connsiteX8" fmla="*/ 128031 w 127841"/>
                <a:gd name="connsiteY8" fmla="*/ 105917 h 210349"/>
                <a:gd name="connsiteX9" fmla="*/ 63958 w 127841"/>
                <a:gd name="connsiteY9" fmla="*/ 203754 h 210349"/>
                <a:gd name="connsiteX10" fmla="*/ 28733 w 127841"/>
                <a:gd name="connsiteY10" fmla="*/ 166760 h 210349"/>
                <a:gd name="connsiteX11" fmla="*/ 25393 w 127841"/>
                <a:gd name="connsiteY11" fmla="*/ 102248 h 210349"/>
                <a:gd name="connsiteX12" fmla="*/ 27822 w 127841"/>
                <a:gd name="connsiteY12" fmla="*/ 45992 h 210349"/>
                <a:gd name="connsiteX13" fmla="*/ 63958 w 127841"/>
                <a:gd name="connsiteY13" fmla="*/ 6857 h 210349"/>
                <a:gd name="connsiteX14" fmla="*/ 99790 w 127841"/>
                <a:gd name="connsiteY14" fmla="*/ 42629 h 210349"/>
                <a:gd name="connsiteX15" fmla="*/ 102827 w 127841"/>
                <a:gd name="connsiteY15" fmla="*/ 102248 h 210349"/>
                <a:gd name="connsiteX16" fmla="*/ 99487 w 127841"/>
                <a:gd name="connsiteY16" fmla="*/ 165537 h 210349"/>
                <a:gd name="connsiteX17" fmla="*/ 63958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1" y="105917"/>
                  </a:moveTo>
                  <a:cubicBezTo>
                    <a:pt x="128031" y="81458"/>
                    <a:pt x="126512" y="56999"/>
                    <a:pt x="115884" y="34374"/>
                  </a:cubicBezTo>
                  <a:cubicBezTo>
                    <a:pt x="101916" y="5023"/>
                    <a:pt x="77016" y="131"/>
                    <a:pt x="64262" y="131"/>
                  </a:cubicBezTo>
                  <a:cubicBezTo>
                    <a:pt x="46042" y="131"/>
                    <a:pt x="23875" y="8080"/>
                    <a:pt x="11425" y="36514"/>
                  </a:cubicBezTo>
                  <a:cubicBezTo>
                    <a:pt x="1708" y="57610"/>
                    <a:pt x="189" y="81458"/>
                    <a:pt x="189" y="105917"/>
                  </a:cubicBezTo>
                  <a:cubicBezTo>
                    <a:pt x="189" y="128848"/>
                    <a:pt x="1404" y="156364"/>
                    <a:pt x="13854" y="179601"/>
                  </a:cubicBezTo>
                  <a:cubicBezTo>
                    <a:pt x="26912" y="204366"/>
                    <a:pt x="49079" y="210481"/>
                    <a:pt x="63958" y="210481"/>
                  </a:cubicBezTo>
                  <a:cubicBezTo>
                    <a:pt x="80356" y="210481"/>
                    <a:pt x="103434" y="204060"/>
                    <a:pt x="116795" y="175015"/>
                  </a:cubicBezTo>
                  <a:cubicBezTo>
                    <a:pt x="126512" y="153919"/>
                    <a:pt x="128031" y="130071"/>
                    <a:pt x="128031" y="105917"/>
                  </a:cubicBezTo>
                  <a:close/>
                  <a:moveTo>
                    <a:pt x="63958" y="203754"/>
                  </a:moveTo>
                  <a:cubicBezTo>
                    <a:pt x="52115" y="203754"/>
                    <a:pt x="34199" y="196111"/>
                    <a:pt x="28733" y="166760"/>
                  </a:cubicBezTo>
                  <a:cubicBezTo>
                    <a:pt x="25393" y="148415"/>
                    <a:pt x="25393" y="120287"/>
                    <a:pt x="25393" y="102248"/>
                  </a:cubicBezTo>
                  <a:cubicBezTo>
                    <a:pt x="25393" y="82681"/>
                    <a:pt x="25393" y="62502"/>
                    <a:pt x="27822" y="45992"/>
                  </a:cubicBezTo>
                  <a:cubicBezTo>
                    <a:pt x="33592" y="9609"/>
                    <a:pt x="56367" y="6857"/>
                    <a:pt x="63958" y="6857"/>
                  </a:cubicBezTo>
                  <a:cubicBezTo>
                    <a:pt x="73979" y="6857"/>
                    <a:pt x="94021" y="12360"/>
                    <a:pt x="99790" y="42629"/>
                  </a:cubicBezTo>
                  <a:cubicBezTo>
                    <a:pt x="102827" y="59750"/>
                    <a:pt x="102827" y="82987"/>
                    <a:pt x="102827" y="102248"/>
                  </a:cubicBezTo>
                  <a:cubicBezTo>
                    <a:pt x="102827" y="125179"/>
                    <a:pt x="102827" y="145969"/>
                    <a:pt x="99487" y="165537"/>
                  </a:cubicBezTo>
                  <a:cubicBezTo>
                    <a:pt x="94932" y="194582"/>
                    <a:pt x="77623" y="203754"/>
                    <a:pt x="63958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24" name="Freeform: Shape 2023">
              <a:extLst>
                <a:ext uri="{FF2B5EF4-FFF2-40B4-BE49-F238E27FC236}">
                  <a16:creationId xmlns:a16="http://schemas.microsoft.com/office/drawing/2014/main" id="{CFD3B02D-6106-E9D2-224D-5DA63E5A4E35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8741035" y="4683998"/>
              <a:ext cx="127841" cy="210349"/>
            </a:xfrm>
            <a:custGeom>
              <a:avLst/>
              <a:gdLst>
                <a:gd name="connsiteX0" fmla="*/ 128036 w 127841"/>
                <a:gd name="connsiteY0" fmla="*/ 105917 h 210349"/>
                <a:gd name="connsiteX1" fmla="*/ 115889 w 127841"/>
                <a:gd name="connsiteY1" fmla="*/ 34374 h 210349"/>
                <a:gd name="connsiteX2" fmla="*/ 64267 w 127841"/>
                <a:gd name="connsiteY2" fmla="*/ 131 h 210349"/>
                <a:gd name="connsiteX3" fmla="*/ 11430 w 127841"/>
                <a:gd name="connsiteY3" fmla="*/ 36514 h 210349"/>
                <a:gd name="connsiteX4" fmla="*/ 194 w 127841"/>
                <a:gd name="connsiteY4" fmla="*/ 105917 h 210349"/>
                <a:gd name="connsiteX5" fmla="*/ 13859 w 127841"/>
                <a:gd name="connsiteY5" fmla="*/ 179601 h 210349"/>
                <a:gd name="connsiteX6" fmla="*/ 63963 w 127841"/>
                <a:gd name="connsiteY6" fmla="*/ 210481 h 210349"/>
                <a:gd name="connsiteX7" fmla="*/ 116800 w 127841"/>
                <a:gd name="connsiteY7" fmla="*/ 175015 h 210349"/>
                <a:gd name="connsiteX8" fmla="*/ 128036 w 127841"/>
                <a:gd name="connsiteY8" fmla="*/ 105917 h 210349"/>
                <a:gd name="connsiteX9" fmla="*/ 63963 w 127841"/>
                <a:gd name="connsiteY9" fmla="*/ 203754 h 210349"/>
                <a:gd name="connsiteX10" fmla="*/ 28738 w 127841"/>
                <a:gd name="connsiteY10" fmla="*/ 166760 h 210349"/>
                <a:gd name="connsiteX11" fmla="*/ 25398 w 127841"/>
                <a:gd name="connsiteY11" fmla="*/ 102248 h 210349"/>
                <a:gd name="connsiteX12" fmla="*/ 27827 w 127841"/>
                <a:gd name="connsiteY12" fmla="*/ 45992 h 210349"/>
                <a:gd name="connsiteX13" fmla="*/ 63963 w 127841"/>
                <a:gd name="connsiteY13" fmla="*/ 6857 h 210349"/>
                <a:gd name="connsiteX14" fmla="*/ 99795 w 127841"/>
                <a:gd name="connsiteY14" fmla="*/ 42629 h 210349"/>
                <a:gd name="connsiteX15" fmla="*/ 102832 w 127841"/>
                <a:gd name="connsiteY15" fmla="*/ 102248 h 210349"/>
                <a:gd name="connsiteX16" fmla="*/ 99492 w 127841"/>
                <a:gd name="connsiteY16" fmla="*/ 165537 h 210349"/>
                <a:gd name="connsiteX17" fmla="*/ 63963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6" y="105917"/>
                  </a:moveTo>
                  <a:cubicBezTo>
                    <a:pt x="128036" y="81458"/>
                    <a:pt x="126517" y="56999"/>
                    <a:pt x="115889" y="34374"/>
                  </a:cubicBezTo>
                  <a:cubicBezTo>
                    <a:pt x="101921" y="5023"/>
                    <a:pt x="77021" y="131"/>
                    <a:pt x="64267" y="131"/>
                  </a:cubicBezTo>
                  <a:cubicBezTo>
                    <a:pt x="46047" y="131"/>
                    <a:pt x="23880" y="8080"/>
                    <a:pt x="11430" y="36514"/>
                  </a:cubicBezTo>
                  <a:cubicBezTo>
                    <a:pt x="1713" y="57610"/>
                    <a:pt x="194" y="81458"/>
                    <a:pt x="194" y="105917"/>
                  </a:cubicBezTo>
                  <a:cubicBezTo>
                    <a:pt x="194" y="128848"/>
                    <a:pt x="1409" y="156364"/>
                    <a:pt x="13859" y="179601"/>
                  </a:cubicBezTo>
                  <a:cubicBezTo>
                    <a:pt x="26916" y="204366"/>
                    <a:pt x="49084" y="210481"/>
                    <a:pt x="63963" y="210481"/>
                  </a:cubicBezTo>
                  <a:cubicBezTo>
                    <a:pt x="80361" y="210481"/>
                    <a:pt x="103439" y="204060"/>
                    <a:pt x="116800" y="175015"/>
                  </a:cubicBezTo>
                  <a:cubicBezTo>
                    <a:pt x="126517" y="153919"/>
                    <a:pt x="128036" y="130071"/>
                    <a:pt x="128036" y="105917"/>
                  </a:cubicBezTo>
                  <a:close/>
                  <a:moveTo>
                    <a:pt x="63963" y="203754"/>
                  </a:moveTo>
                  <a:cubicBezTo>
                    <a:pt x="52120" y="203754"/>
                    <a:pt x="34204" y="196111"/>
                    <a:pt x="28738" y="166760"/>
                  </a:cubicBezTo>
                  <a:cubicBezTo>
                    <a:pt x="25398" y="148415"/>
                    <a:pt x="25398" y="120287"/>
                    <a:pt x="25398" y="102248"/>
                  </a:cubicBezTo>
                  <a:cubicBezTo>
                    <a:pt x="25398" y="82681"/>
                    <a:pt x="25398" y="62502"/>
                    <a:pt x="27827" y="45992"/>
                  </a:cubicBezTo>
                  <a:cubicBezTo>
                    <a:pt x="33597" y="9609"/>
                    <a:pt x="56372" y="6857"/>
                    <a:pt x="63963" y="6857"/>
                  </a:cubicBezTo>
                  <a:cubicBezTo>
                    <a:pt x="73984" y="6857"/>
                    <a:pt x="94026" y="12360"/>
                    <a:pt x="99795" y="42629"/>
                  </a:cubicBezTo>
                  <a:cubicBezTo>
                    <a:pt x="102832" y="59750"/>
                    <a:pt x="102832" y="82987"/>
                    <a:pt x="102832" y="102248"/>
                  </a:cubicBezTo>
                  <a:cubicBezTo>
                    <a:pt x="102832" y="125179"/>
                    <a:pt x="102832" y="145969"/>
                    <a:pt x="99492" y="165537"/>
                  </a:cubicBezTo>
                  <a:cubicBezTo>
                    <a:pt x="94937" y="194582"/>
                    <a:pt x="77628" y="203754"/>
                    <a:pt x="63963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25" name="Freeform: Shape 2024">
              <a:extLst>
                <a:ext uri="{FF2B5EF4-FFF2-40B4-BE49-F238E27FC236}">
                  <a16:creationId xmlns:a16="http://schemas.microsoft.com/office/drawing/2014/main" id="{970D22FC-ED00-86B4-7A46-1088C89848EF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8892866" y="4683998"/>
              <a:ext cx="127841" cy="210349"/>
            </a:xfrm>
            <a:custGeom>
              <a:avLst/>
              <a:gdLst>
                <a:gd name="connsiteX0" fmla="*/ 128041 w 127841"/>
                <a:gd name="connsiteY0" fmla="*/ 105917 h 210349"/>
                <a:gd name="connsiteX1" fmla="*/ 115894 w 127841"/>
                <a:gd name="connsiteY1" fmla="*/ 34374 h 210349"/>
                <a:gd name="connsiteX2" fmla="*/ 64272 w 127841"/>
                <a:gd name="connsiteY2" fmla="*/ 131 h 210349"/>
                <a:gd name="connsiteX3" fmla="*/ 11435 w 127841"/>
                <a:gd name="connsiteY3" fmla="*/ 36514 h 210349"/>
                <a:gd name="connsiteX4" fmla="*/ 199 w 127841"/>
                <a:gd name="connsiteY4" fmla="*/ 105917 h 210349"/>
                <a:gd name="connsiteX5" fmla="*/ 13864 w 127841"/>
                <a:gd name="connsiteY5" fmla="*/ 179601 h 210349"/>
                <a:gd name="connsiteX6" fmla="*/ 63968 w 127841"/>
                <a:gd name="connsiteY6" fmla="*/ 210481 h 210349"/>
                <a:gd name="connsiteX7" fmla="*/ 116805 w 127841"/>
                <a:gd name="connsiteY7" fmla="*/ 175015 h 210349"/>
                <a:gd name="connsiteX8" fmla="*/ 128041 w 127841"/>
                <a:gd name="connsiteY8" fmla="*/ 105917 h 210349"/>
                <a:gd name="connsiteX9" fmla="*/ 63968 w 127841"/>
                <a:gd name="connsiteY9" fmla="*/ 203754 h 210349"/>
                <a:gd name="connsiteX10" fmla="*/ 28743 w 127841"/>
                <a:gd name="connsiteY10" fmla="*/ 166760 h 210349"/>
                <a:gd name="connsiteX11" fmla="*/ 25403 w 127841"/>
                <a:gd name="connsiteY11" fmla="*/ 102248 h 210349"/>
                <a:gd name="connsiteX12" fmla="*/ 27832 w 127841"/>
                <a:gd name="connsiteY12" fmla="*/ 45992 h 210349"/>
                <a:gd name="connsiteX13" fmla="*/ 63968 w 127841"/>
                <a:gd name="connsiteY13" fmla="*/ 6857 h 210349"/>
                <a:gd name="connsiteX14" fmla="*/ 99800 w 127841"/>
                <a:gd name="connsiteY14" fmla="*/ 42629 h 210349"/>
                <a:gd name="connsiteX15" fmla="*/ 102837 w 127841"/>
                <a:gd name="connsiteY15" fmla="*/ 102248 h 210349"/>
                <a:gd name="connsiteX16" fmla="*/ 99497 w 127841"/>
                <a:gd name="connsiteY16" fmla="*/ 165537 h 210349"/>
                <a:gd name="connsiteX17" fmla="*/ 63968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41" y="105917"/>
                  </a:moveTo>
                  <a:cubicBezTo>
                    <a:pt x="128041" y="81458"/>
                    <a:pt x="126522" y="56999"/>
                    <a:pt x="115894" y="34374"/>
                  </a:cubicBezTo>
                  <a:cubicBezTo>
                    <a:pt x="101926" y="5023"/>
                    <a:pt x="77026" y="131"/>
                    <a:pt x="64272" y="131"/>
                  </a:cubicBezTo>
                  <a:cubicBezTo>
                    <a:pt x="46052" y="131"/>
                    <a:pt x="23885" y="8080"/>
                    <a:pt x="11435" y="36514"/>
                  </a:cubicBezTo>
                  <a:cubicBezTo>
                    <a:pt x="1718" y="57610"/>
                    <a:pt x="199" y="81458"/>
                    <a:pt x="199" y="105917"/>
                  </a:cubicBezTo>
                  <a:cubicBezTo>
                    <a:pt x="199" y="128848"/>
                    <a:pt x="1414" y="156364"/>
                    <a:pt x="13864" y="179601"/>
                  </a:cubicBezTo>
                  <a:cubicBezTo>
                    <a:pt x="26921" y="204366"/>
                    <a:pt x="49089" y="210481"/>
                    <a:pt x="63968" y="210481"/>
                  </a:cubicBezTo>
                  <a:cubicBezTo>
                    <a:pt x="80366" y="210481"/>
                    <a:pt x="103444" y="204060"/>
                    <a:pt x="116805" y="175015"/>
                  </a:cubicBezTo>
                  <a:cubicBezTo>
                    <a:pt x="126522" y="153919"/>
                    <a:pt x="128041" y="130071"/>
                    <a:pt x="128041" y="105917"/>
                  </a:cubicBezTo>
                  <a:close/>
                  <a:moveTo>
                    <a:pt x="63968" y="203754"/>
                  </a:moveTo>
                  <a:cubicBezTo>
                    <a:pt x="52125" y="203754"/>
                    <a:pt x="34209" y="196111"/>
                    <a:pt x="28743" y="166760"/>
                  </a:cubicBezTo>
                  <a:cubicBezTo>
                    <a:pt x="25403" y="148415"/>
                    <a:pt x="25403" y="120287"/>
                    <a:pt x="25403" y="102248"/>
                  </a:cubicBezTo>
                  <a:cubicBezTo>
                    <a:pt x="25403" y="82681"/>
                    <a:pt x="25403" y="62502"/>
                    <a:pt x="27832" y="45992"/>
                  </a:cubicBezTo>
                  <a:cubicBezTo>
                    <a:pt x="33602" y="9609"/>
                    <a:pt x="56377" y="6857"/>
                    <a:pt x="63968" y="6857"/>
                  </a:cubicBezTo>
                  <a:cubicBezTo>
                    <a:pt x="73989" y="6857"/>
                    <a:pt x="94031" y="12360"/>
                    <a:pt x="99800" y="42629"/>
                  </a:cubicBezTo>
                  <a:cubicBezTo>
                    <a:pt x="102837" y="59750"/>
                    <a:pt x="102837" y="82987"/>
                    <a:pt x="102837" y="102248"/>
                  </a:cubicBezTo>
                  <a:cubicBezTo>
                    <a:pt x="102837" y="125179"/>
                    <a:pt x="102837" y="145969"/>
                    <a:pt x="99497" y="165537"/>
                  </a:cubicBezTo>
                  <a:cubicBezTo>
                    <a:pt x="94942" y="194582"/>
                    <a:pt x="77633" y="203754"/>
                    <a:pt x="63968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26" name="Freeform: Shape 2025">
              <a:extLst>
                <a:ext uri="{FF2B5EF4-FFF2-40B4-BE49-F238E27FC236}">
                  <a16:creationId xmlns:a16="http://schemas.microsoft.com/office/drawing/2014/main" id="{9DBF7560-B4B9-087B-064B-21BB29BFEC0D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9301213" y="4630800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28" name="Freeform: Shape 2027">
              <a:extLst>
                <a:ext uri="{FF2B5EF4-FFF2-40B4-BE49-F238E27FC236}">
                  <a16:creationId xmlns:a16="http://schemas.microsoft.com/office/drawing/2014/main" id="{A169563B-7CA8-D965-7D0A-BDD822BD3B8B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9596902" y="4683998"/>
              <a:ext cx="121160" cy="210349"/>
            </a:xfrm>
            <a:custGeom>
              <a:avLst/>
              <a:gdLst>
                <a:gd name="connsiteX0" fmla="*/ 121383 w 121160"/>
                <a:gd name="connsiteY0" fmla="*/ 142300 h 210349"/>
                <a:gd name="connsiteX1" fmla="*/ 63687 w 121160"/>
                <a:gd name="connsiteY1" fmla="*/ 75343 h 210349"/>
                <a:gd name="connsiteX2" fmla="*/ 25122 w 121160"/>
                <a:gd name="connsiteY2" fmla="*/ 90936 h 210349"/>
                <a:gd name="connsiteX3" fmla="*/ 25122 w 121160"/>
                <a:gd name="connsiteY3" fmla="*/ 31316 h 210349"/>
                <a:gd name="connsiteX4" fmla="*/ 50934 w 121160"/>
                <a:gd name="connsiteY4" fmla="*/ 35291 h 210349"/>
                <a:gd name="connsiteX5" fmla="*/ 109540 w 121160"/>
                <a:gd name="connsiteY5" fmla="*/ 3494 h 210349"/>
                <a:gd name="connsiteX6" fmla="*/ 106504 w 121160"/>
                <a:gd name="connsiteY6" fmla="*/ 131 h 210349"/>
                <a:gd name="connsiteX7" fmla="*/ 104074 w 121160"/>
                <a:gd name="connsiteY7" fmla="*/ 1048 h 210349"/>
                <a:gd name="connsiteX8" fmla="*/ 62777 w 121160"/>
                <a:gd name="connsiteY8" fmla="*/ 9914 h 210349"/>
                <a:gd name="connsiteX9" fmla="*/ 22390 w 121160"/>
                <a:gd name="connsiteY9" fmla="*/ 1354 h 210349"/>
                <a:gd name="connsiteX10" fmla="*/ 18746 w 121160"/>
                <a:gd name="connsiteY10" fmla="*/ 436 h 210349"/>
                <a:gd name="connsiteX11" fmla="*/ 15709 w 121160"/>
                <a:gd name="connsiteY11" fmla="*/ 7774 h 210349"/>
                <a:gd name="connsiteX12" fmla="*/ 15709 w 121160"/>
                <a:gd name="connsiteY12" fmla="*/ 98274 h 210349"/>
                <a:gd name="connsiteX13" fmla="*/ 19960 w 121160"/>
                <a:gd name="connsiteY13" fmla="*/ 106223 h 210349"/>
                <a:gd name="connsiteX14" fmla="*/ 23908 w 121160"/>
                <a:gd name="connsiteY14" fmla="*/ 103471 h 210349"/>
                <a:gd name="connsiteX15" fmla="*/ 63080 w 121160"/>
                <a:gd name="connsiteY15" fmla="*/ 82069 h 210349"/>
                <a:gd name="connsiteX16" fmla="*/ 88891 w 121160"/>
                <a:gd name="connsiteY16" fmla="*/ 101637 h 210349"/>
                <a:gd name="connsiteX17" fmla="*/ 94357 w 121160"/>
                <a:gd name="connsiteY17" fmla="*/ 140160 h 210349"/>
                <a:gd name="connsiteX18" fmla="*/ 87069 w 121160"/>
                <a:gd name="connsiteY18" fmla="*/ 182047 h 210349"/>
                <a:gd name="connsiteX19" fmla="*/ 54578 w 121160"/>
                <a:gd name="connsiteY19" fmla="*/ 201920 h 210349"/>
                <a:gd name="connsiteX20" fmla="*/ 9939 w 121160"/>
                <a:gd name="connsiteY20" fmla="*/ 167677 h 210349"/>
                <a:gd name="connsiteX21" fmla="*/ 15102 w 121160"/>
                <a:gd name="connsiteY21" fmla="*/ 168288 h 210349"/>
                <a:gd name="connsiteX22" fmla="*/ 30285 w 121160"/>
                <a:gd name="connsiteY22" fmla="*/ 153307 h 210349"/>
                <a:gd name="connsiteX23" fmla="*/ 15102 w 121160"/>
                <a:gd name="connsiteY23" fmla="*/ 138326 h 210349"/>
                <a:gd name="connsiteX24" fmla="*/ 222 w 121160"/>
                <a:gd name="connsiteY24" fmla="*/ 154530 h 210349"/>
                <a:gd name="connsiteX25" fmla="*/ 55185 w 121160"/>
                <a:gd name="connsiteY25" fmla="*/ 210481 h 210349"/>
                <a:gd name="connsiteX26" fmla="*/ 121383 w 121160"/>
                <a:gd name="connsiteY26" fmla="*/ 142300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10349">
                  <a:moveTo>
                    <a:pt x="121383" y="142300"/>
                  </a:moveTo>
                  <a:cubicBezTo>
                    <a:pt x="121383" y="105917"/>
                    <a:pt x="96483" y="75343"/>
                    <a:pt x="63687" y="75343"/>
                  </a:cubicBezTo>
                  <a:cubicBezTo>
                    <a:pt x="49112" y="75343"/>
                    <a:pt x="36054" y="80235"/>
                    <a:pt x="25122" y="90936"/>
                  </a:cubicBezTo>
                  <a:lnTo>
                    <a:pt x="25122" y="31316"/>
                  </a:lnTo>
                  <a:cubicBezTo>
                    <a:pt x="31196" y="33151"/>
                    <a:pt x="41217" y="35291"/>
                    <a:pt x="50934" y="35291"/>
                  </a:cubicBezTo>
                  <a:cubicBezTo>
                    <a:pt x="88284" y="35291"/>
                    <a:pt x="109540" y="7468"/>
                    <a:pt x="109540" y="3494"/>
                  </a:cubicBezTo>
                  <a:cubicBezTo>
                    <a:pt x="109540" y="1659"/>
                    <a:pt x="108629" y="131"/>
                    <a:pt x="106504" y="131"/>
                  </a:cubicBezTo>
                  <a:cubicBezTo>
                    <a:pt x="106200" y="131"/>
                    <a:pt x="105593" y="131"/>
                    <a:pt x="104074" y="1048"/>
                  </a:cubicBezTo>
                  <a:cubicBezTo>
                    <a:pt x="98001" y="3800"/>
                    <a:pt x="83122" y="9914"/>
                    <a:pt x="62777" y="9914"/>
                  </a:cubicBezTo>
                  <a:cubicBezTo>
                    <a:pt x="50630" y="9914"/>
                    <a:pt x="36662" y="7774"/>
                    <a:pt x="22390" y="1354"/>
                  </a:cubicBezTo>
                  <a:cubicBezTo>
                    <a:pt x="19960" y="436"/>
                    <a:pt x="19353" y="436"/>
                    <a:pt x="18746" y="436"/>
                  </a:cubicBezTo>
                  <a:cubicBezTo>
                    <a:pt x="15709" y="436"/>
                    <a:pt x="15709" y="2882"/>
                    <a:pt x="15709" y="7774"/>
                  </a:cubicBezTo>
                  <a:lnTo>
                    <a:pt x="15709" y="98274"/>
                  </a:lnTo>
                  <a:cubicBezTo>
                    <a:pt x="15709" y="103777"/>
                    <a:pt x="15709" y="106223"/>
                    <a:pt x="19960" y="106223"/>
                  </a:cubicBezTo>
                  <a:cubicBezTo>
                    <a:pt x="22086" y="106223"/>
                    <a:pt x="22693" y="105306"/>
                    <a:pt x="23908" y="103471"/>
                  </a:cubicBezTo>
                  <a:cubicBezTo>
                    <a:pt x="27248" y="98579"/>
                    <a:pt x="38484" y="82069"/>
                    <a:pt x="63080" y="82069"/>
                  </a:cubicBezTo>
                  <a:cubicBezTo>
                    <a:pt x="78871" y="82069"/>
                    <a:pt x="86462" y="96133"/>
                    <a:pt x="88891" y="101637"/>
                  </a:cubicBezTo>
                  <a:cubicBezTo>
                    <a:pt x="93750" y="112949"/>
                    <a:pt x="94357" y="124873"/>
                    <a:pt x="94357" y="140160"/>
                  </a:cubicBezTo>
                  <a:cubicBezTo>
                    <a:pt x="94357" y="150861"/>
                    <a:pt x="94357" y="169206"/>
                    <a:pt x="87069" y="182047"/>
                  </a:cubicBezTo>
                  <a:cubicBezTo>
                    <a:pt x="79782" y="193971"/>
                    <a:pt x="68546" y="201920"/>
                    <a:pt x="54578" y="201920"/>
                  </a:cubicBezTo>
                  <a:cubicBezTo>
                    <a:pt x="32410" y="201920"/>
                    <a:pt x="15102" y="185716"/>
                    <a:pt x="9939" y="167677"/>
                  </a:cubicBezTo>
                  <a:cubicBezTo>
                    <a:pt x="10850" y="167983"/>
                    <a:pt x="11761" y="168288"/>
                    <a:pt x="15102" y="168288"/>
                  </a:cubicBezTo>
                  <a:cubicBezTo>
                    <a:pt x="25122" y="168288"/>
                    <a:pt x="30285" y="160645"/>
                    <a:pt x="30285" y="153307"/>
                  </a:cubicBezTo>
                  <a:cubicBezTo>
                    <a:pt x="30285" y="145969"/>
                    <a:pt x="25122" y="138326"/>
                    <a:pt x="15102" y="138326"/>
                  </a:cubicBezTo>
                  <a:cubicBezTo>
                    <a:pt x="10850" y="138326"/>
                    <a:pt x="222" y="140466"/>
                    <a:pt x="222" y="154530"/>
                  </a:cubicBezTo>
                  <a:cubicBezTo>
                    <a:pt x="222" y="180824"/>
                    <a:pt x="21175" y="210481"/>
                    <a:pt x="55185" y="210481"/>
                  </a:cubicBezTo>
                  <a:cubicBezTo>
                    <a:pt x="90410" y="210481"/>
                    <a:pt x="121383" y="181129"/>
                    <a:pt x="121383" y="142300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29" name="Freeform: Shape 2028">
              <a:extLst>
                <a:ext uri="{FF2B5EF4-FFF2-40B4-BE49-F238E27FC236}">
                  <a16:creationId xmlns:a16="http://schemas.microsoft.com/office/drawing/2014/main" id="{DC348344-895A-17CC-6534-0A91EA3412F7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9759665" y="4855213"/>
              <a:ext cx="32188" cy="32408"/>
            </a:xfrm>
            <a:custGeom>
              <a:avLst/>
              <a:gdLst>
                <a:gd name="connsiteX0" fmla="*/ 32415 w 32188"/>
                <a:gd name="connsiteY0" fmla="*/ 16335 h 32408"/>
                <a:gd name="connsiteX1" fmla="*/ 16321 w 32188"/>
                <a:gd name="connsiteY1" fmla="*/ 131 h 32408"/>
                <a:gd name="connsiteX2" fmla="*/ 227 w 32188"/>
                <a:gd name="connsiteY2" fmla="*/ 16335 h 32408"/>
                <a:gd name="connsiteX3" fmla="*/ 16321 w 32188"/>
                <a:gd name="connsiteY3" fmla="*/ 32539 h 32408"/>
                <a:gd name="connsiteX4" fmla="*/ 32415 w 32188"/>
                <a:gd name="connsiteY4" fmla="*/ 16335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15" y="16335"/>
                  </a:moveTo>
                  <a:cubicBezTo>
                    <a:pt x="32415" y="7469"/>
                    <a:pt x="25128" y="131"/>
                    <a:pt x="16321" y="131"/>
                  </a:cubicBezTo>
                  <a:cubicBezTo>
                    <a:pt x="7515" y="131"/>
                    <a:pt x="227" y="7469"/>
                    <a:pt x="227" y="16335"/>
                  </a:cubicBezTo>
                  <a:cubicBezTo>
                    <a:pt x="227" y="25201"/>
                    <a:pt x="7515" y="32539"/>
                    <a:pt x="16321" y="32539"/>
                  </a:cubicBezTo>
                  <a:cubicBezTo>
                    <a:pt x="25128" y="32539"/>
                    <a:pt x="32415" y="25202"/>
                    <a:pt x="32415" y="16335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0" name="Freeform: Shape 2029">
              <a:extLst>
                <a:ext uri="{FF2B5EF4-FFF2-40B4-BE49-F238E27FC236}">
                  <a16:creationId xmlns:a16="http://schemas.microsoft.com/office/drawing/2014/main" id="{B6EBB8F3-76E0-1FD9-1AA9-046E732F2AF3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9826403" y="4680635"/>
              <a:ext cx="134521" cy="206986"/>
            </a:xfrm>
            <a:custGeom>
              <a:avLst/>
              <a:gdLst>
                <a:gd name="connsiteX0" fmla="*/ 81004 w 134521"/>
                <a:gd name="connsiteY0" fmla="*/ 156670 h 206986"/>
                <a:gd name="connsiteX1" fmla="*/ 81004 w 134521"/>
                <a:gd name="connsiteY1" fmla="*/ 183270 h 206986"/>
                <a:gd name="connsiteX2" fmla="*/ 57926 w 134521"/>
                <a:gd name="connsiteY2" fmla="*/ 197639 h 206986"/>
                <a:gd name="connsiteX3" fmla="*/ 51549 w 134521"/>
                <a:gd name="connsiteY3" fmla="*/ 197639 h 206986"/>
                <a:gd name="connsiteX4" fmla="*/ 51549 w 134521"/>
                <a:gd name="connsiteY4" fmla="*/ 207117 h 206986"/>
                <a:gd name="connsiteX5" fmla="*/ 92543 w 134521"/>
                <a:gd name="connsiteY5" fmla="*/ 206200 h 206986"/>
                <a:gd name="connsiteX6" fmla="*/ 133841 w 134521"/>
                <a:gd name="connsiteY6" fmla="*/ 207117 h 206986"/>
                <a:gd name="connsiteX7" fmla="*/ 133841 w 134521"/>
                <a:gd name="connsiteY7" fmla="*/ 197639 h 206986"/>
                <a:gd name="connsiteX8" fmla="*/ 127464 w 134521"/>
                <a:gd name="connsiteY8" fmla="*/ 197639 h 206986"/>
                <a:gd name="connsiteX9" fmla="*/ 104386 w 134521"/>
                <a:gd name="connsiteY9" fmla="*/ 183270 h 206986"/>
                <a:gd name="connsiteX10" fmla="*/ 104386 w 134521"/>
                <a:gd name="connsiteY10" fmla="*/ 156670 h 206986"/>
                <a:gd name="connsiteX11" fmla="*/ 134752 w 134521"/>
                <a:gd name="connsiteY11" fmla="*/ 156670 h 206986"/>
                <a:gd name="connsiteX12" fmla="*/ 134752 w 134521"/>
                <a:gd name="connsiteY12" fmla="*/ 147192 h 206986"/>
                <a:gd name="connsiteX13" fmla="*/ 104386 w 134521"/>
                <a:gd name="connsiteY13" fmla="*/ 147192 h 206986"/>
                <a:gd name="connsiteX14" fmla="*/ 104386 w 134521"/>
                <a:gd name="connsiteY14" fmla="*/ 8080 h 206986"/>
                <a:gd name="connsiteX15" fmla="*/ 99527 w 134521"/>
                <a:gd name="connsiteY15" fmla="*/ 131 h 206986"/>
                <a:gd name="connsiteX16" fmla="*/ 93454 w 134521"/>
                <a:gd name="connsiteY16" fmla="*/ 3800 h 206986"/>
                <a:gd name="connsiteX17" fmla="*/ 230 w 134521"/>
                <a:gd name="connsiteY17" fmla="*/ 147192 h 206986"/>
                <a:gd name="connsiteX18" fmla="*/ 230 w 134521"/>
                <a:gd name="connsiteY18" fmla="*/ 156670 h 206986"/>
                <a:gd name="connsiteX19" fmla="*/ 81004 w 134521"/>
                <a:gd name="connsiteY19" fmla="*/ 156670 h 206986"/>
                <a:gd name="connsiteX20" fmla="*/ 82826 w 134521"/>
                <a:gd name="connsiteY20" fmla="*/ 147192 h 206986"/>
                <a:gd name="connsiteX21" fmla="*/ 8733 w 134521"/>
                <a:gd name="connsiteY21" fmla="*/ 147192 h 206986"/>
                <a:gd name="connsiteX22" fmla="*/ 82826 w 134521"/>
                <a:gd name="connsiteY22" fmla="*/ 33151 h 206986"/>
                <a:gd name="connsiteX23" fmla="*/ 82826 w 134521"/>
                <a:gd name="connsiteY23" fmla="*/ 147192 h 20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986">
                  <a:moveTo>
                    <a:pt x="81004" y="156670"/>
                  </a:moveTo>
                  <a:lnTo>
                    <a:pt x="81004" y="183270"/>
                  </a:lnTo>
                  <a:cubicBezTo>
                    <a:pt x="81004" y="194276"/>
                    <a:pt x="80397" y="197639"/>
                    <a:pt x="57926" y="197639"/>
                  </a:cubicBezTo>
                  <a:lnTo>
                    <a:pt x="51549" y="197639"/>
                  </a:lnTo>
                  <a:lnTo>
                    <a:pt x="51549" y="207117"/>
                  </a:lnTo>
                  <a:cubicBezTo>
                    <a:pt x="63999" y="206200"/>
                    <a:pt x="79789" y="206200"/>
                    <a:pt x="92543" y="206200"/>
                  </a:cubicBezTo>
                  <a:cubicBezTo>
                    <a:pt x="105297" y="206200"/>
                    <a:pt x="121391" y="206200"/>
                    <a:pt x="133841" y="207117"/>
                  </a:cubicBezTo>
                  <a:lnTo>
                    <a:pt x="133841" y="197639"/>
                  </a:lnTo>
                  <a:lnTo>
                    <a:pt x="127464" y="197639"/>
                  </a:lnTo>
                  <a:cubicBezTo>
                    <a:pt x="104993" y="197639"/>
                    <a:pt x="104386" y="194276"/>
                    <a:pt x="104386" y="183270"/>
                  </a:cubicBezTo>
                  <a:lnTo>
                    <a:pt x="104386" y="156670"/>
                  </a:lnTo>
                  <a:lnTo>
                    <a:pt x="134752" y="156670"/>
                  </a:lnTo>
                  <a:lnTo>
                    <a:pt x="134752" y="147192"/>
                  </a:lnTo>
                  <a:lnTo>
                    <a:pt x="104386" y="147192"/>
                  </a:lnTo>
                  <a:lnTo>
                    <a:pt x="104386" y="8080"/>
                  </a:lnTo>
                  <a:cubicBezTo>
                    <a:pt x="104386" y="1965"/>
                    <a:pt x="104386" y="131"/>
                    <a:pt x="99527" y="131"/>
                  </a:cubicBezTo>
                  <a:cubicBezTo>
                    <a:pt x="96794" y="131"/>
                    <a:pt x="95883" y="131"/>
                    <a:pt x="93454" y="3800"/>
                  </a:cubicBezTo>
                  <a:lnTo>
                    <a:pt x="230" y="147192"/>
                  </a:lnTo>
                  <a:lnTo>
                    <a:pt x="230" y="156670"/>
                  </a:lnTo>
                  <a:lnTo>
                    <a:pt x="81004" y="156670"/>
                  </a:lnTo>
                  <a:close/>
                  <a:moveTo>
                    <a:pt x="82826" y="147192"/>
                  </a:moveTo>
                  <a:lnTo>
                    <a:pt x="8733" y="147192"/>
                  </a:lnTo>
                  <a:lnTo>
                    <a:pt x="82826" y="33151"/>
                  </a:lnTo>
                  <a:lnTo>
                    <a:pt x="82826" y="147192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1" name="Freeform: Shape 2030">
              <a:extLst>
                <a:ext uri="{FF2B5EF4-FFF2-40B4-BE49-F238E27FC236}">
                  <a16:creationId xmlns:a16="http://schemas.microsoft.com/office/drawing/2014/main" id="{7C1E7434-A1DA-F528-DC74-CC02AFE22BAE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9981574" y="4683998"/>
              <a:ext cx="127841" cy="210349"/>
            </a:xfrm>
            <a:custGeom>
              <a:avLst/>
              <a:gdLst>
                <a:gd name="connsiteX0" fmla="*/ 128076 w 127841"/>
                <a:gd name="connsiteY0" fmla="*/ 105917 h 210349"/>
                <a:gd name="connsiteX1" fmla="*/ 115930 w 127841"/>
                <a:gd name="connsiteY1" fmla="*/ 34374 h 210349"/>
                <a:gd name="connsiteX2" fmla="*/ 64308 w 127841"/>
                <a:gd name="connsiteY2" fmla="*/ 131 h 210349"/>
                <a:gd name="connsiteX3" fmla="*/ 11470 w 127841"/>
                <a:gd name="connsiteY3" fmla="*/ 36514 h 210349"/>
                <a:gd name="connsiteX4" fmla="*/ 235 w 127841"/>
                <a:gd name="connsiteY4" fmla="*/ 105917 h 210349"/>
                <a:gd name="connsiteX5" fmla="*/ 13900 w 127841"/>
                <a:gd name="connsiteY5" fmla="*/ 179601 h 210349"/>
                <a:gd name="connsiteX6" fmla="*/ 64004 w 127841"/>
                <a:gd name="connsiteY6" fmla="*/ 210481 h 210349"/>
                <a:gd name="connsiteX7" fmla="*/ 116841 w 127841"/>
                <a:gd name="connsiteY7" fmla="*/ 175015 h 210349"/>
                <a:gd name="connsiteX8" fmla="*/ 128076 w 127841"/>
                <a:gd name="connsiteY8" fmla="*/ 105917 h 210349"/>
                <a:gd name="connsiteX9" fmla="*/ 64004 w 127841"/>
                <a:gd name="connsiteY9" fmla="*/ 203754 h 210349"/>
                <a:gd name="connsiteX10" fmla="*/ 28779 w 127841"/>
                <a:gd name="connsiteY10" fmla="*/ 166760 h 210349"/>
                <a:gd name="connsiteX11" fmla="*/ 25439 w 127841"/>
                <a:gd name="connsiteY11" fmla="*/ 102248 h 210349"/>
                <a:gd name="connsiteX12" fmla="*/ 27868 w 127841"/>
                <a:gd name="connsiteY12" fmla="*/ 45992 h 210349"/>
                <a:gd name="connsiteX13" fmla="*/ 64004 w 127841"/>
                <a:gd name="connsiteY13" fmla="*/ 6857 h 210349"/>
                <a:gd name="connsiteX14" fmla="*/ 99836 w 127841"/>
                <a:gd name="connsiteY14" fmla="*/ 42629 h 210349"/>
                <a:gd name="connsiteX15" fmla="*/ 102873 w 127841"/>
                <a:gd name="connsiteY15" fmla="*/ 102248 h 210349"/>
                <a:gd name="connsiteX16" fmla="*/ 99532 w 127841"/>
                <a:gd name="connsiteY16" fmla="*/ 165537 h 210349"/>
                <a:gd name="connsiteX17" fmla="*/ 64004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76" y="105917"/>
                  </a:moveTo>
                  <a:cubicBezTo>
                    <a:pt x="128076" y="81458"/>
                    <a:pt x="126558" y="56999"/>
                    <a:pt x="115930" y="34374"/>
                  </a:cubicBezTo>
                  <a:cubicBezTo>
                    <a:pt x="101962" y="5023"/>
                    <a:pt x="77061" y="131"/>
                    <a:pt x="64308" y="131"/>
                  </a:cubicBezTo>
                  <a:cubicBezTo>
                    <a:pt x="46088" y="131"/>
                    <a:pt x="23921" y="8080"/>
                    <a:pt x="11470" y="36514"/>
                  </a:cubicBezTo>
                  <a:cubicBezTo>
                    <a:pt x="1753" y="57610"/>
                    <a:pt x="235" y="81458"/>
                    <a:pt x="235" y="105917"/>
                  </a:cubicBezTo>
                  <a:cubicBezTo>
                    <a:pt x="235" y="128848"/>
                    <a:pt x="1450" y="156364"/>
                    <a:pt x="13900" y="179601"/>
                  </a:cubicBezTo>
                  <a:cubicBezTo>
                    <a:pt x="26957" y="204366"/>
                    <a:pt x="49124" y="210481"/>
                    <a:pt x="64004" y="210481"/>
                  </a:cubicBezTo>
                  <a:cubicBezTo>
                    <a:pt x="80402" y="210481"/>
                    <a:pt x="103480" y="204060"/>
                    <a:pt x="116841" y="175015"/>
                  </a:cubicBezTo>
                  <a:cubicBezTo>
                    <a:pt x="126558" y="153919"/>
                    <a:pt x="128076" y="130071"/>
                    <a:pt x="128076" y="105917"/>
                  </a:cubicBezTo>
                  <a:close/>
                  <a:moveTo>
                    <a:pt x="64004" y="203754"/>
                  </a:moveTo>
                  <a:cubicBezTo>
                    <a:pt x="52161" y="203754"/>
                    <a:pt x="34245" y="196111"/>
                    <a:pt x="28779" y="166760"/>
                  </a:cubicBezTo>
                  <a:cubicBezTo>
                    <a:pt x="25439" y="148415"/>
                    <a:pt x="25439" y="120287"/>
                    <a:pt x="25439" y="102248"/>
                  </a:cubicBezTo>
                  <a:cubicBezTo>
                    <a:pt x="25439" y="82681"/>
                    <a:pt x="25439" y="62502"/>
                    <a:pt x="27868" y="45992"/>
                  </a:cubicBezTo>
                  <a:cubicBezTo>
                    <a:pt x="33638" y="9609"/>
                    <a:pt x="56412" y="6857"/>
                    <a:pt x="64004" y="6857"/>
                  </a:cubicBezTo>
                  <a:cubicBezTo>
                    <a:pt x="74025" y="6857"/>
                    <a:pt x="94066" y="12360"/>
                    <a:pt x="99836" y="42629"/>
                  </a:cubicBezTo>
                  <a:cubicBezTo>
                    <a:pt x="102873" y="59750"/>
                    <a:pt x="102873" y="82987"/>
                    <a:pt x="102873" y="102248"/>
                  </a:cubicBezTo>
                  <a:cubicBezTo>
                    <a:pt x="102873" y="125179"/>
                    <a:pt x="102873" y="145969"/>
                    <a:pt x="99532" y="165537"/>
                  </a:cubicBezTo>
                  <a:cubicBezTo>
                    <a:pt x="94977" y="194582"/>
                    <a:pt x="77669" y="203754"/>
                    <a:pt x="64004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2" name="Freeform: Shape 2031">
              <a:extLst>
                <a:ext uri="{FF2B5EF4-FFF2-40B4-BE49-F238E27FC236}">
                  <a16:creationId xmlns:a16="http://schemas.microsoft.com/office/drawing/2014/main" id="{75B1DFEF-19DB-E5FE-B1C7-ED76451EF692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10133406" y="4683998"/>
              <a:ext cx="127841" cy="210349"/>
            </a:xfrm>
            <a:custGeom>
              <a:avLst/>
              <a:gdLst>
                <a:gd name="connsiteX0" fmla="*/ 128081 w 127841"/>
                <a:gd name="connsiteY0" fmla="*/ 105917 h 210349"/>
                <a:gd name="connsiteX1" fmla="*/ 115935 w 127841"/>
                <a:gd name="connsiteY1" fmla="*/ 34374 h 210349"/>
                <a:gd name="connsiteX2" fmla="*/ 64313 w 127841"/>
                <a:gd name="connsiteY2" fmla="*/ 131 h 210349"/>
                <a:gd name="connsiteX3" fmla="*/ 11475 w 127841"/>
                <a:gd name="connsiteY3" fmla="*/ 36514 h 210349"/>
                <a:gd name="connsiteX4" fmla="*/ 240 w 127841"/>
                <a:gd name="connsiteY4" fmla="*/ 105917 h 210349"/>
                <a:gd name="connsiteX5" fmla="*/ 13905 w 127841"/>
                <a:gd name="connsiteY5" fmla="*/ 179601 h 210349"/>
                <a:gd name="connsiteX6" fmla="*/ 64009 w 127841"/>
                <a:gd name="connsiteY6" fmla="*/ 210481 h 210349"/>
                <a:gd name="connsiteX7" fmla="*/ 116846 w 127841"/>
                <a:gd name="connsiteY7" fmla="*/ 175015 h 210349"/>
                <a:gd name="connsiteX8" fmla="*/ 128081 w 127841"/>
                <a:gd name="connsiteY8" fmla="*/ 105917 h 210349"/>
                <a:gd name="connsiteX9" fmla="*/ 64009 w 127841"/>
                <a:gd name="connsiteY9" fmla="*/ 203754 h 210349"/>
                <a:gd name="connsiteX10" fmla="*/ 28784 w 127841"/>
                <a:gd name="connsiteY10" fmla="*/ 166760 h 210349"/>
                <a:gd name="connsiteX11" fmla="*/ 25444 w 127841"/>
                <a:gd name="connsiteY11" fmla="*/ 102248 h 210349"/>
                <a:gd name="connsiteX12" fmla="*/ 27873 w 127841"/>
                <a:gd name="connsiteY12" fmla="*/ 45992 h 210349"/>
                <a:gd name="connsiteX13" fmla="*/ 64009 w 127841"/>
                <a:gd name="connsiteY13" fmla="*/ 6857 h 210349"/>
                <a:gd name="connsiteX14" fmla="*/ 99841 w 127841"/>
                <a:gd name="connsiteY14" fmla="*/ 42629 h 210349"/>
                <a:gd name="connsiteX15" fmla="*/ 102877 w 127841"/>
                <a:gd name="connsiteY15" fmla="*/ 102248 h 210349"/>
                <a:gd name="connsiteX16" fmla="*/ 99537 w 127841"/>
                <a:gd name="connsiteY16" fmla="*/ 165537 h 210349"/>
                <a:gd name="connsiteX17" fmla="*/ 64009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81" y="105917"/>
                  </a:moveTo>
                  <a:cubicBezTo>
                    <a:pt x="128081" y="81458"/>
                    <a:pt x="126563" y="56999"/>
                    <a:pt x="115935" y="34374"/>
                  </a:cubicBezTo>
                  <a:cubicBezTo>
                    <a:pt x="101967" y="5023"/>
                    <a:pt x="77066" y="131"/>
                    <a:pt x="64313" y="131"/>
                  </a:cubicBezTo>
                  <a:cubicBezTo>
                    <a:pt x="46093" y="131"/>
                    <a:pt x="23926" y="8080"/>
                    <a:pt x="11475" y="36514"/>
                  </a:cubicBezTo>
                  <a:cubicBezTo>
                    <a:pt x="1758" y="57610"/>
                    <a:pt x="240" y="81458"/>
                    <a:pt x="240" y="105917"/>
                  </a:cubicBezTo>
                  <a:cubicBezTo>
                    <a:pt x="240" y="128848"/>
                    <a:pt x="1455" y="156364"/>
                    <a:pt x="13905" y="179601"/>
                  </a:cubicBezTo>
                  <a:cubicBezTo>
                    <a:pt x="26962" y="204366"/>
                    <a:pt x="49129" y="210481"/>
                    <a:pt x="64009" y="210481"/>
                  </a:cubicBezTo>
                  <a:cubicBezTo>
                    <a:pt x="80407" y="210481"/>
                    <a:pt x="103485" y="204060"/>
                    <a:pt x="116846" y="175015"/>
                  </a:cubicBezTo>
                  <a:cubicBezTo>
                    <a:pt x="126563" y="153919"/>
                    <a:pt x="128081" y="130071"/>
                    <a:pt x="128081" y="105917"/>
                  </a:cubicBezTo>
                  <a:close/>
                  <a:moveTo>
                    <a:pt x="64009" y="203754"/>
                  </a:moveTo>
                  <a:cubicBezTo>
                    <a:pt x="52166" y="203754"/>
                    <a:pt x="34250" y="196111"/>
                    <a:pt x="28784" y="166760"/>
                  </a:cubicBezTo>
                  <a:cubicBezTo>
                    <a:pt x="25444" y="148415"/>
                    <a:pt x="25444" y="120287"/>
                    <a:pt x="25444" y="102248"/>
                  </a:cubicBezTo>
                  <a:cubicBezTo>
                    <a:pt x="25444" y="82681"/>
                    <a:pt x="25444" y="62502"/>
                    <a:pt x="27873" y="45992"/>
                  </a:cubicBezTo>
                  <a:cubicBezTo>
                    <a:pt x="33643" y="9609"/>
                    <a:pt x="56417" y="6857"/>
                    <a:pt x="64009" y="6857"/>
                  </a:cubicBezTo>
                  <a:cubicBezTo>
                    <a:pt x="74030" y="6857"/>
                    <a:pt x="94071" y="12360"/>
                    <a:pt x="99841" y="42629"/>
                  </a:cubicBezTo>
                  <a:cubicBezTo>
                    <a:pt x="102877" y="59750"/>
                    <a:pt x="102877" y="82987"/>
                    <a:pt x="102877" y="102248"/>
                  </a:cubicBezTo>
                  <a:cubicBezTo>
                    <a:pt x="102877" y="125179"/>
                    <a:pt x="102877" y="145969"/>
                    <a:pt x="99537" y="165537"/>
                  </a:cubicBezTo>
                  <a:cubicBezTo>
                    <a:pt x="94982" y="194582"/>
                    <a:pt x="77674" y="203754"/>
                    <a:pt x="64009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3" name="Freeform: Shape 2032">
              <a:extLst>
                <a:ext uri="{FF2B5EF4-FFF2-40B4-BE49-F238E27FC236}">
                  <a16:creationId xmlns:a16="http://schemas.microsoft.com/office/drawing/2014/main" id="{52541A95-E4E0-D42A-B066-E05E80C3EC23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0541753" y="4630800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5" name="Freeform: Shape 2034">
              <a:extLst>
                <a:ext uri="{FF2B5EF4-FFF2-40B4-BE49-F238E27FC236}">
                  <a16:creationId xmlns:a16="http://schemas.microsoft.com/office/drawing/2014/main" id="{0321960C-A5FB-9941-912D-88B35CA2A175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10754845" y="4680635"/>
              <a:ext cx="134521" cy="206986"/>
            </a:xfrm>
            <a:custGeom>
              <a:avLst/>
              <a:gdLst>
                <a:gd name="connsiteX0" fmla="*/ 81034 w 134521"/>
                <a:gd name="connsiteY0" fmla="*/ 156670 h 206986"/>
                <a:gd name="connsiteX1" fmla="*/ 81034 w 134521"/>
                <a:gd name="connsiteY1" fmla="*/ 183270 h 206986"/>
                <a:gd name="connsiteX2" fmla="*/ 57956 w 134521"/>
                <a:gd name="connsiteY2" fmla="*/ 197639 h 206986"/>
                <a:gd name="connsiteX3" fmla="*/ 51579 w 134521"/>
                <a:gd name="connsiteY3" fmla="*/ 197639 h 206986"/>
                <a:gd name="connsiteX4" fmla="*/ 51579 w 134521"/>
                <a:gd name="connsiteY4" fmla="*/ 207117 h 206986"/>
                <a:gd name="connsiteX5" fmla="*/ 92574 w 134521"/>
                <a:gd name="connsiteY5" fmla="*/ 206200 h 206986"/>
                <a:gd name="connsiteX6" fmla="*/ 133871 w 134521"/>
                <a:gd name="connsiteY6" fmla="*/ 207117 h 206986"/>
                <a:gd name="connsiteX7" fmla="*/ 133871 w 134521"/>
                <a:gd name="connsiteY7" fmla="*/ 197639 h 206986"/>
                <a:gd name="connsiteX8" fmla="*/ 127495 w 134521"/>
                <a:gd name="connsiteY8" fmla="*/ 197639 h 206986"/>
                <a:gd name="connsiteX9" fmla="*/ 104416 w 134521"/>
                <a:gd name="connsiteY9" fmla="*/ 183270 h 206986"/>
                <a:gd name="connsiteX10" fmla="*/ 104416 w 134521"/>
                <a:gd name="connsiteY10" fmla="*/ 156670 h 206986"/>
                <a:gd name="connsiteX11" fmla="*/ 134782 w 134521"/>
                <a:gd name="connsiteY11" fmla="*/ 156670 h 206986"/>
                <a:gd name="connsiteX12" fmla="*/ 134782 w 134521"/>
                <a:gd name="connsiteY12" fmla="*/ 147192 h 206986"/>
                <a:gd name="connsiteX13" fmla="*/ 104416 w 134521"/>
                <a:gd name="connsiteY13" fmla="*/ 147192 h 206986"/>
                <a:gd name="connsiteX14" fmla="*/ 104416 w 134521"/>
                <a:gd name="connsiteY14" fmla="*/ 8080 h 206986"/>
                <a:gd name="connsiteX15" fmla="*/ 99558 w 134521"/>
                <a:gd name="connsiteY15" fmla="*/ 131 h 206986"/>
                <a:gd name="connsiteX16" fmla="*/ 93484 w 134521"/>
                <a:gd name="connsiteY16" fmla="*/ 3800 h 206986"/>
                <a:gd name="connsiteX17" fmla="*/ 260 w 134521"/>
                <a:gd name="connsiteY17" fmla="*/ 147192 h 206986"/>
                <a:gd name="connsiteX18" fmla="*/ 260 w 134521"/>
                <a:gd name="connsiteY18" fmla="*/ 156670 h 206986"/>
                <a:gd name="connsiteX19" fmla="*/ 81034 w 134521"/>
                <a:gd name="connsiteY19" fmla="*/ 156670 h 206986"/>
                <a:gd name="connsiteX20" fmla="*/ 82856 w 134521"/>
                <a:gd name="connsiteY20" fmla="*/ 147192 h 206986"/>
                <a:gd name="connsiteX21" fmla="*/ 8763 w 134521"/>
                <a:gd name="connsiteY21" fmla="*/ 147192 h 206986"/>
                <a:gd name="connsiteX22" fmla="*/ 82856 w 134521"/>
                <a:gd name="connsiteY22" fmla="*/ 33151 h 206986"/>
                <a:gd name="connsiteX23" fmla="*/ 82856 w 134521"/>
                <a:gd name="connsiteY23" fmla="*/ 147192 h 20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986">
                  <a:moveTo>
                    <a:pt x="81034" y="156670"/>
                  </a:moveTo>
                  <a:lnTo>
                    <a:pt x="81034" y="183270"/>
                  </a:lnTo>
                  <a:cubicBezTo>
                    <a:pt x="81034" y="194276"/>
                    <a:pt x="80427" y="197639"/>
                    <a:pt x="57956" y="197639"/>
                  </a:cubicBezTo>
                  <a:lnTo>
                    <a:pt x="51579" y="197639"/>
                  </a:lnTo>
                  <a:lnTo>
                    <a:pt x="51579" y="207117"/>
                  </a:lnTo>
                  <a:cubicBezTo>
                    <a:pt x="64029" y="206200"/>
                    <a:pt x="79820" y="206200"/>
                    <a:pt x="92574" y="206200"/>
                  </a:cubicBezTo>
                  <a:cubicBezTo>
                    <a:pt x="105327" y="206200"/>
                    <a:pt x="121421" y="206200"/>
                    <a:pt x="133871" y="207117"/>
                  </a:cubicBezTo>
                  <a:lnTo>
                    <a:pt x="133871" y="197639"/>
                  </a:lnTo>
                  <a:lnTo>
                    <a:pt x="127495" y="197639"/>
                  </a:lnTo>
                  <a:cubicBezTo>
                    <a:pt x="105024" y="197639"/>
                    <a:pt x="104416" y="194276"/>
                    <a:pt x="104416" y="183270"/>
                  </a:cubicBezTo>
                  <a:lnTo>
                    <a:pt x="104416" y="156670"/>
                  </a:lnTo>
                  <a:lnTo>
                    <a:pt x="134782" y="156670"/>
                  </a:lnTo>
                  <a:lnTo>
                    <a:pt x="134782" y="147192"/>
                  </a:lnTo>
                  <a:lnTo>
                    <a:pt x="104416" y="147192"/>
                  </a:lnTo>
                  <a:lnTo>
                    <a:pt x="104416" y="8080"/>
                  </a:lnTo>
                  <a:cubicBezTo>
                    <a:pt x="104416" y="1965"/>
                    <a:pt x="104416" y="131"/>
                    <a:pt x="99558" y="131"/>
                  </a:cubicBezTo>
                  <a:cubicBezTo>
                    <a:pt x="96825" y="131"/>
                    <a:pt x="95914" y="131"/>
                    <a:pt x="93484" y="3800"/>
                  </a:cubicBezTo>
                  <a:lnTo>
                    <a:pt x="260" y="147192"/>
                  </a:lnTo>
                  <a:lnTo>
                    <a:pt x="260" y="156670"/>
                  </a:lnTo>
                  <a:lnTo>
                    <a:pt x="81034" y="156670"/>
                  </a:lnTo>
                  <a:close/>
                  <a:moveTo>
                    <a:pt x="82856" y="147192"/>
                  </a:moveTo>
                  <a:lnTo>
                    <a:pt x="8763" y="147192"/>
                  </a:lnTo>
                  <a:lnTo>
                    <a:pt x="82856" y="33151"/>
                  </a:lnTo>
                  <a:lnTo>
                    <a:pt x="82856" y="147192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6" name="Freeform: Shape 2035">
              <a:extLst>
                <a:ext uri="{FF2B5EF4-FFF2-40B4-BE49-F238E27FC236}">
                  <a16:creationId xmlns:a16="http://schemas.microsoft.com/office/drawing/2014/main" id="{3E11E8C7-D56D-9B4D-EA7B-D32C6F487D0E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0910928" y="4683998"/>
              <a:ext cx="126019" cy="210349"/>
            </a:xfrm>
            <a:custGeom>
              <a:avLst/>
              <a:gdLst>
                <a:gd name="connsiteX0" fmla="*/ 98955 w 126019"/>
                <a:gd name="connsiteY0" fmla="*/ 106529 h 210349"/>
                <a:gd name="connsiteX1" fmla="*/ 98955 w 126019"/>
                <a:gd name="connsiteY1" fmla="*/ 116312 h 210349"/>
                <a:gd name="connsiteX2" fmla="*/ 49762 w 126019"/>
                <a:gd name="connsiteY2" fmla="*/ 201920 h 210349"/>
                <a:gd name="connsiteX3" fmla="*/ 20003 w 126019"/>
                <a:gd name="connsiteY3" fmla="*/ 190913 h 210349"/>
                <a:gd name="connsiteX4" fmla="*/ 35794 w 126019"/>
                <a:gd name="connsiteY4" fmla="*/ 176849 h 210349"/>
                <a:gd name="connsiteX5" fmla="*/ 21825 w 126019"/>
                <a:gd name="connsiteY5" fmla="*/ 162785 h 210349"/>
                <a:gd name="connsiteX6" fmla="*/ 7857 w 126019"/>
                <a:gd name="connsiteY6" fmla="*/ 177461 h 210349"/>
                <a:gd name="connsiteX7" fmla="*/ 50066 w 126019"/>
                <a:gd name="connsiteY7" fmla="*/ 210481 h 210349"/>
                <a:gd name="connsiteX8" fmla="*/ 126285 w 126019"/>
                <a:gd name="connsiteY8" fmla="*/ 103165 h 210349"/>
                <a:gd name="connsiteX9" fmla="*/ 64338 w 126019"/>
                <a:gd name="connsiteY9" fmla="*/ 131 h 210349"/>
                <a:gd name="connsiteX10" fmla="*/ 19700 w 126019"/>
                <a:gd name="connsiteY10" fmla="*/ 19392 h 210349"/>
                <a:gd name="connsiteX11" fmla="*/ 265 w 126019"/>
                <a:gd name="connsiteY11" fmla="*/ 68922 h 210349"/>
                <a:gd name="connsiteX12" fmla="*/ 60998 w 126019"/>
                <a:gd name="connsiteY12" fmla="*/ 137103 h 210349"/>
                <a:gd name="connsiteX13" fmla="*/ 98955 w 126019"/>
                <a:gd name="connsiteY13" fmla="*/ 106529 h 210349"/>
                <a:gd name="connsiteX14" fmla="*/ 61301 w 126019"/>
                <a:gd name="connsiteY14" fmla="*/ 130071 h 210349"/>
                <a:gd name="connsiteX15" fmla="*/ 33061 w 126019"/>
                <a:gd name="connsiteY15" fmla="*/ 110809 h 210349"/>
                <a:gd name="connsiteX16" fmla="*/ 27595 w 126019"/>
                <a:gd name="connsiteY16" fmla="*/ 69228 h 210349"/>
                <a:gd name="connsiteX17" fmla="*/ 33972 w 126019"/>
                <a:gd name="connsiteY17" fmla="*/ 27036 h 210349"/>
                <a:gd name="connsiteX18" fmla="*/ 64338 w 126019"/>
                <a:gd name="connsiteY18" fmla="*/ 7774 h 210349"/>
                <a:gd name="connsiteX19" fmla="*/ 93489 w 126019"/>
                <a:gd name="connsiteY19" fmla="*/ 31928 h 210349"/>
                <a:gd name="connsiteX20" fmla="*/ 98348 w 126019"/>
                <a:gd name="connsiteY20" fmla="*/ 75037 h 210349"/>
                <a:gd name="connsiteX21" fmla="*/ 61301 w 126019"/>
                <a:gd name="connsiteY21" fmla="*/ 130071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10349">
                  <a:moveTo>
                    <a:pt x="98955" y="106529"/>
                  </a:moveTo>
                  <a:lnTo>
                    <a:pt x="98955" y="116312"/>
                  </a:lnTo>
                  <a:cubicBezTo>
                    <a:pt x="98955" y="187856"/>
                    <a:pt x="67375" y="201920"/>
                    <a:pt x="49762" y="201920"/>
                  </a:cubicBezTo>
                  <a:cubicBezTo>
                    <a:pt x="44600" y="201920"/>
                    <a:pt x="28202" y="201308"/>
                    <a:pt x="20003" y="190913"/>
                  </a:cubicBezTo>
                  <a:cubicBezTo>
                    <a:pt x="33365" y="190913"/>
                    <a:pt x="35794" y="182047"/>
                    <a:pt x="35794" y="176849"/>
                  </a:cubicBezTo>
                  <a:cubicBezTo>
                    <a:pt x="35794" y="167371"/>
                    <a:pt x="28506" y="162785"/>
                    <a:pt x="21825" y="162785"/>
                  </a:cubicBezTo>
                  <a:cubicBezTo>
                    <a:pt x="16967" y="162785"/>
                    <a:pt x="7857" y="165537"/>
                    <a:pt x="7857" y="177461"/>
                  </a:cubicBezTo>
                  <a:cubicBezTo>
                    <a:pt x="7857" y="197945"/>
                    <a:pt x="24255" y="210481"/>
                    <a:pt x="50066" y="210481"/>
                  </a:cubicBezTo>
                  <a:cubicBezTo>
                    <a:pt x="89238" y="210481"/>
                    <a:pt x="126285" y="168900"/>
                    <a:pt x="126285" y="103165"/>
                  </a:cubicBezTo>
                  <a:cubicBezTo>
                    <a:pt x="126285" y="20921"/>
                    <a:pt x="91364" y="131"/>
                    <a:pt x="64338" y="131"/>
                  </a:cubicBezTo>
                  <a:cubicBezTo>
                    <a:pt x="47637" y="131"/>
                    <a:pt x="32757" y="5634"/>
                    <a:pt x="19700" y="19392"/>
                  </a:cubicBezTo>
                  <a:cubicBezTo>
                    <a:pt x="7250" y="33151"/>
                    <a:pt x="265" y="45992"/>
                    <a:pt x="265" y="68922"/>
                  </a:cubicBezTo>
                  <a:cubicBezTo>
                    <a:pt x="265" y="107140"/>
                    <a:pt x="26988" y="137103"/>
                    <a:pt x="60998" y="137103"/>
                  </a:cubicBezTo>
                  <a:cubicBezTo>
                    <a:pt x="79521" y="137103"/>
                    <a:pt x="91971" y="124262"/>
                    <a:pt x="98955" y="106529"/>
                  </a:cubicBezTo>
                  <a:close/>
                  <a:moveTo>
                    <a:pt x="61301" y="130071"/>
                  </a:moveTo>
                  <a:cubicBezTo>
                    <a:pt x="56443" y="130071"/>
                    <a:pt x="42474" y="130071"/>
                    <a:pt x="33061" y="110809"/>
                  </a:cubicBezTo>
                  <a:cubicBezTo>
                    <a:pt x="27595" y="99497"/>
                    <a:pt x="27595" y="84210"/>
                    <a:pt x="27595" y="69228"/>
                  </a:cubicBezTo>
                  <a:cubicBezTo>
                    <a:pt x="27595" y="52718"/>
                    <a:pt x="27595" y="38348"/>
                    <a:pt x="33972" y="27036"/>
                  </a:cubicBezTo>
                  <a:cubicBezTo>
                    <a:pt x="42171" y="11749"/>
                    <a:pt x="53710" y="7774"/>
                    <a:pt x="64338" y="7774"/>
                  </a:cubicBezTo>
                  <a:cubicBezTo>
                    <a:pt x="78306" y="7774"/>
                    <a:pt x="88327" y="18169"/>
                    <a:pt x="93489" y="31928"/>
                  </a:cubicBezTo>
                  <a:cubicBezTo>
                    <a:pt x="97133" y="41712"/>
                    <a:pt x="98348" y="60973"/>
                    <a:pt x="98348" y="75037"/>
                  </a:cubicBezTo>
                  <a:cubicBezTo>
                    <a:pt x="98348" y="100414"/>
                    <a:pt x="88024" y="130071"/>
                    <a:pt x="61301" y="130071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7" name="Freeform: Shape 2036">
              <a:extLst>
                <a:ext uri="{FF2B5EF4-FFF2-40B4-BE49-F238E27FC236}">
                  <a16:creationId xmlns:a16="http://schemas.microsoft.com/office/drawing/2014/main" id="{A75327E8-16B7-1057-65A5-C0748577BFA3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1076120" y="4855213"/>
              <a:ext cx="32188" cy="32408"/>
            </a:xfrm>
            <a:custGeom>
              <a:avLst/>
              <a:gdLst>
                <a:gd name="connsiteX0" fmla="*/ 32459 w 32188"/>
                <a:gd name="connsiteY0" fmla="*/ 16335 h 32408"/>
                <a:gd name="connsiteX1" fmla="*/ 16364 w 32188"/>
                <a:gd name="connsiteY1" fmla="*/ 131 h 32408"/>
                <a:gd name="connsiteX2" fmla="*/ 270 w 32188"/>
                <a:gd name="connsiteY2" fmla="*/ 16335 h 32408"/>
                <a:gd name="connsiteX3" fmla="*/ 16364 w 32188"/>
                <a:gd name="connsiteY3" fmla="*/ 32539 h 32408"/>
                <a:gd name="connsiteX4" fmla="*/ 32459 w 32188"/>
                <a:gd name="connsiteY4" fmla="*/ 16335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59" y="16335"/>
                  </a:moveTo>
                  <a:cubicBezTo>
                    <a:pt x="32459" y="7469"/>
                    <a:pt x="25171" y="131"/>
                    <a:pt x="16364" y="131"/>
                  </a:cubicBezTo>
                  <a:cubicBezTo>
                    <a:pt x="7558" y="131"/>
                    <a:pt x="270" y="7469"/>
                    <a:pt x="270" y="16335"/>
                  </a:cubicBezTo>
                  <a:cubicBezTo>
                    <a:pt x="270" y="25201"/>
                    <a:pt x="7558" y="32539"/>
                    <a:pt x="16364" y="32539"/>
                  </a:cubicBezTo>
                  <a:cubicBezTo>
                    <a:pt x="25171" y="32539"/>
                    <a:pt x="32459" y="25202"/>
                    <a:pt x="32459" y="16335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8" name="Freeform: Shape 2037">
              <a:extLst>
                <a:ext uri="{FF2B5EF4-FFF2-40B4-BE49-F238E27FC236}">
                  <a16:creationId xmlns:a16="http://schemas.microsoft.com/office/drawing/2014/main" id="{9A7EFE1F-7BA9-5062-C7EF-B6C231B59207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11146198" y="4683998"/>
              <a:ext cx="127841" cy="210349"/>
            </a:xfrm>
            <a:custGeom>
              <a:avLst/>
              <a:gdLst>
                <a:gd name="connsiteX0" fmla="*/ 128115 w 127841"/>
                <a:gd name="connsiteY0" fmla="*/ 105917 h 210349"/>
                <a:gd name="connsiteX1" fmla="*/ 115968 w 127841"/>
                <a:gd name="connsiteY1" fmla="*/ 34374 h 210349"/>
                <a:gd name="connsiteX2" fmla="*/ 64346 w 127841"/>
                <a:gd name="connsiteY2" fmla="*/ 131 h 210349"/>
                <a:gd name="connsiteX3" fmla="*/ 11509 w 127841"/>
                <a:gd name="connsiteY3" fmla="*/ 36514 h 210349"/>
                <a:gd name="connsiteX4" fmla="*/ 273 w 127841"/>
                <a:gd name="connsiteY4" fmla="*/ 105917 h 210349"/>
                <a:gd name="connsiteX5" fmla="*/ 13938 w 127841"/>
                <a:gd name="connsiteY5" fmla="*/ 179601 h 210349"/>
                <a:gd name="connsiteX6" fmla="*/ 64042 w 127841"/>
                <a:gd name="connsiteY6" fmla="*/ 210481 h 210349"/>
                <a:gd name="connsiteX7" fmla="*/ 116879 w 127841"/>
                <a:gd name="connsiteY7" fmla="*/ 175015 h 210349"/>
                <a:gd name="connsiteX8" fmla="*/ 128115 w 127841"/>
                <a:gd name="connsiteY8" fmla="*/ 105917 h 210349"/>
                <a:gd name="connsiteX9" fmla="*/ 64042 w 127841"/>
                <a:gd name="connsiteY9" fmla="*/ 203754 h 210349"/>
                <a:gd name="connsiteX10" fmla="*/ 28817 w 127841"/>
                <a:gd name="connsiteY10" fmla="*/ 166760 h 210349"/>
                <a:gd name="connsiteX11" fmla="*/ 25477 w 127841"/>
                <a:gd name="connsiteY11" fmla="*/ 102248 h 210349"/>
                <a:gd name="connsiteX12" fmla="*/ 27906 w 127841"/>
                <a:gd name="connsiteY12" fmla="*/ 45992 h 210349"/>
                <a:gd name="connsiteX13" fmla="*/ 64042 w 127841"/>
                <a:gd name="connsiteY13" fmla="*/ 6857 h 210349"/>
                <a:gd name="connsiteX14" fmla="*/ 99874 w 127841"/>
                <a:gd name="connsiteY14" fmla="*/ 42629 h 210349"/>
                <a:gd name="connsiteX15" fmla="*/ 102911 w 127841"/>
                <a:gd name="connsiteY15" fmla="*/ 102248 h 210349"/>
                <a:gd name="connsiteX16" fmla="*/ 99570 w 127841"/>
                <a:gd name="connsiteY16" fmla="*/ 165537 h 210349"/>
                <a:gd name="connsiteX17" fmla="*/ 64042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15" y="105917"/>
                  </a:moveTo>
                  <a:cubicBezTo>
                    <a:pt x="128115" y="81458"/>
                    <a:pt x="126596" y="56999"/>
                    <a:pt x="115968" y="34374"/>
                  </a:cubicBezTo>
                  <a:cubicBezTo>
                    <a:pt x="102000" y="5023"/>
                    <a:pt x="77100" y="131"/>
                    <a:pt x="64346" y="131"/>
                  </a:cubicBezTo>
                  <a:cubicBezTo>
                    <a:pt x="46126" y="131"/>
                    <a:pt x="23959" y="8080"/>
                    <a:pt x="11509" y="36514"/>
                  </a:cubicBezTo>
                  <a:cubicBezTo>
                    <a:pt x="1792" y="57610"/>
                    <a:pt x="273" y="81458"/>
                    <a:pt x="273" y="105917"/>
                  </a:cubicBezTo>
                  <a:cubicBezTo>
                    <a:pt x="273" y="128848"/>
                    <a:pt x="1488" y="156364"/>
                    <a:pt x="13938" y="179601"/>
                  </a:cubicBezTo>
                  <a:cubicBezTo>
                    <a:pt x="26995" y="204366"/>
                    <a:pt x="49163" y="210481"/>
                    <a:pt x="64042" y="210481"/>
                  </a:cubicBezTo>
                  <a:cubicBezTo>
                    <a:pt x="80440" y="210481"/>
                    <a:pt x="103518" y="204060"/>
                    <a:pt x="116879" y="175015"/>
                  </a:cubicBezTo>
                  <a:cubicBezTo>
                    <a:pt x="126596" y="153919"/>
                    <a:pt x="128115" y="130071"/>
                    <a:pt x="128115" y="105917"/>
                  </a:cubicBezTo>
                  <a:close/>
                  <a:moveTo>
                    <a:pt x="64042" y="203754"/>
                  </a:moveTo>
                  <a:cubicBezTo>
                    <a:pt x="52199" y="203754"/>
                    <a:pt x="34283" y="196111"/>
                    <a:pt x="28817" y="166760"/>
                  </a:cubicBezTo>
                  <a:cubicBezTo>
                    <a:pt x="25477" y="148415"/>
                    <a:pt x="25477" y="120287"/>
                    <a:pt x="25477" y="102248"/>
                  </a:cubicBezTo>
                  <a:cubicBezTo>
                    <a:pt x="25477" y="82681"/>
                    <a:pt x="25477" y="62502"/>
                    <a:pt x="27906" y="45992"/>
                  </a:cubicBezTo>
                  <a:cubicBezTo>
                    <a:pt x="33676" y="9609"/>
                    <a:pt x="56451" y="6857"/>
                    <a:pt x="64042" y="6857"/>
                  </a:cubicBezTo>
                  <a:cubicBezTo>
                    <a:pt x="74063" y="6857"/>
                    <a:pt x="94105" y="12360"/>
                    <a:pt x="99874" y="42629"/>
                  </a:cubicBezTo>
                  <a:cubicBezTo>
                    <a:pt x="102911" y="59750"/>
                    <a:pt x="102911" y="82987"/>
                    <a:pt x="102911" y="102248"/>
                  </a:cubicBezTo>
                  <a:cubicBezTo>
                    <a:pt x="102911" y="125179"/>
                    <a:pt x="102911" y="145969"/>
                    <a:pt x="99570" y="165537"/>
                  </a:cubicBezTo>
                  <a:cubicBezTo>
                    <a:pt x="95016" y="194582"/>
                    <a:pt x="77707" y="203754"/>
                    <a:pt x="64042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9" name="Freeform: Shape 2038">
              <a:extLst>
                <a:ext uri="{FF2B5EF4-FFF2-40B4-BE49-F238E27FC236}">
                  <a16:creationId xmlns:a16="http://schemas.microsoft.com/office/drawing/2014/main" id="{E81285CF-9B35-89F2-253E-9CB13EE4DF55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11298030" y="4683998"/>
              <a:ext cx="127841" cy="210349"/>
            </a:xfrm>
            <a:custGeom>
              <a:avLst/>
              <a:gdLst>
                <a:gd name="connsiteX0" fmla="*/ 128120 w 127841"/>
                <a:gd name="connsiteY0" fmla="*/ 105917 h 210349"/>
                <a:gd name="connsiteX1" fmla="*/ 115973 w 127841"/>
                <a:gd name="connsiteY1" fmla="*/ 34374 h 210349"/>
                <a:gd name="connsiteX2" fmla="*/ 64351 w 127841"/>
                <a:gd name="connsiteY2" fmla="*/ 131 h 210349"/>
                <a:gd name="connsiteX3" fmla="*/ 11514 w 127841"/>
                <a:gd name="connsiteY3" fmla="*/ 36514 h 210349"/>
                <a:gd name="connsiteX4" fmla="*/ 278 w 127841"/>
                <a:gd name="connsiteY4" fmla="*/ 105917 h 210349"/>
                <a:gd name="connsiteX5" fmla="*/ 13943 w 127841"/>
                <a:gd name="connsiteY5" fmla="*/ 179601 h 210349"/>
                <a:gd name="connsiteX6" fmla="*/ 64047 w 127841"/>
                <a:gd name="connsiteY6" fmla="*/ 210481 h 210349"/>
                <a:gd name="connsiteX7" fmla="*/ 116884 w 127841"/>
                <a:gd name="connsiteY7" fmla="*/ 175015 h 210349"/>
                <a:gd name="connsiteX8" fmla="*/ 128120 w 127841"/>
                <a:gd name="connsiteY8" fmla="*/ 105917 h 210349"/>
                <a:gd name="connsiteX9" fmla="*/ 64047 w 127841"/>
                <a:gd name="connsiteY9" fmla="*/ 203754 h 210349"/>
                <a:gd name="connsiteX10" fmla="*/ 28822 w 127841"/>
                <a:gd name="connsiteY10" fmla="*/ 166760 h 210349"/>
                <a:gd name="connsiteX11" fmla="*/ 25482 w 127841"/>
                <a:gd name="connsiteY11" fmla="*/ 102248 h 210349"/>
                <a:gd name="connsiteX12" fmla="*/ 27911 w 127841"/>
                <a:gd name="connsiteY12" fmla="*/ 45992 h 210349"/>
                <a:gd name="connsiteX13" fmla="*/ 64047 w 127841"/>
                <a:gd name="connsiteY13" fmla="*/ 6857 h 210349"/>
                <a:gd name="connsiteX14" fmla="*/ 99879 w 127841"/>
                <a:gd name="connsiteY14" fmla="*/ 42629 h 210349"/>
                <a:gd name="connsiteX15" fmla="*/ 102916 w 127841"/>
                <a:gd name="connsiteY15" fmla="*/ 102248 h 210349"/>
                <a:gd name="connsiteX16" fmla="*/ 99575 w 127841"/>
                <a:gd name="connsiteY16" fmla="*/ 165537 h 210349"/>
                <a:gd name="connsiteX17" fmla="*/ 64047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20" y="105917"/>
                  </a:moveTo>
                  <a:cubicBezTo>
                    <a:pt x="128120" y="81458"/>
                    <a:pt x="126601" y="56999"/>
                    <a:pt x="115973" y="34374"/>
                  </a:cubicBezTo>
                  <a:cubicBezTo>
                    <a:pt x="102005" y="5023"/>
                    <a:pt x="77105" y="131"/>
                    <a:pt x="64351" y="131"/>
                  </a:cubicBezTo>
                  <a:cubicBezTo>
                    <a:pt x="46131" y="131"/>
                    <a:pt x="23964" y="8080"/>
                    <a:pt x="11514" y="36514"/>
                  </a:cubicBezTo>
                  <a:cubicBezTo>
                    <a:pt x="1796" y="57610"/>
                    <a:pt x="278" y="81458"/>
                    <a:pt x="278" y="105917"/>
                  </a:cubicBezTo>
                  <a:cubicBezTo>
                    <a:pt x="278" y="128848"/>
                    <a:pt x="1493" y="156364"/>
                    <a:pt x="13943" y="179601"/>
                  </a:cubicBezTo>
                  <a:cubicBezTo>
                    <a:pt x="27000" y="204366"/>
                    <a:pt x="49168" y="210481"/>
                    <a:pt x="64047" y="210481"/>
                  </a:cubicBezTo>
                  <a:cubicBezTo>
                    <a:pt x="80445" y="210481"/>
                    <a:pt x="103523" y="204060"/>
                    <a:pt x="116884" y="175015"/>
                  </a:cubicBezTo>
                  <a:cubicBezTo>
                    <a:pt x="126601" y="153919"/>
                    <a:pt x="128120" y="130071"/>
                    <a:pt x="128120" y="105917"/>
                  </a:cubicBezTo>
                  <a:close/>
                  <a:moveTo>
                    <a:pt x="64047" y="203754"/>
                  </a:moveTo>
                  <a:cubicBezTo>
                    <a:pt x="52204" y="203754"/>
                    <a:pt x="34288" y="196111"/>
                    <a:pt x="28822" y="166760"/>
                  </a:cubicBezTo>
                  <a:cubicBezTo>
                    <a:pt x="25482" y="148415"/>
                    <a:pt x="25482" y="120287"/>
                    <a:pt x="25482" y="102248"/>
                  </a:cubicBezTo>
                  <a:cubicBezTo>
                    <a:pt x="25482" y="82681"/>
                    <a:pt x="25482" y="62502"/>
                    <a:pt x="27911" y="45992"/>
                  </a:cubicBezTo>
                  <a:cubicBezTo>
                    <a:pt x="33681" y="9609"/>
                    <a:pt x="56456" y="6857"/>
                    <a:pt x="64047" y="6857"/>
                  </a:cubicBezTo>
                  <a:cubicBezTo>
                    <a:pt x="74068" y="6857"/>
                    <a:pt x="94110" y="12360"/>
                    <a:pt x="99879" y="42629"/>
                  </a:cubicBezTo>
                  <a:cubicBezTo>
                    <a:pt x="102916" y="59750"/>
                    <a:pt x="102916" y="82987"/>
                    <a:pt x="102916" y="102248"/>
                  </a:cubicBezTo>
                  <a:cubicBezTo>
                    <a:pt x="102916" y="125179"/>
                    <a:pt x="102916" y="145969"/>
                    <a:pt x="99575" y="165537"/>
                  </a:cubicBezTo>
                  <a:cubicBezTo>
                    <a:pt x="95021" y="194582"/>
                    <a:pt x="77712" y="203754"/>
                    <a:pt x="64047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0" name="Freeform: Shape 2039">
              <a:extLst>
                <a:ext uri="{FF2B5EF4-FFF2-40B4-BE49-F238E27FC236}">
                  <a16:creationId xmlns:a16="http://schemas.microsoft.com/office/drawing/2014/main" id="{BF39F650-C92C-AF11-CF31-A26E5086A545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11449861" y="4683998"/>
              <a:ext cx="127841" cy="210349"/>
            </a:xfrm>
            <a:custGeom>
              <a:avLst/>
              <a:gdLst>
                <a:gd name="connsiteX0" fmla="*/ 128125 w 127841"/>
                <a:gd name="connsiteY0" fmla="*/ 105917 h 210349"/>
                <a:gd name="connsiteX1" fmla="*/ 115978 w 127841"/>
                <a:gd name="connsiteY1" fmla="*/ 34374 h 210349"/>
                <a:gd name="connsiteX2" fmla="*/ 64356 w 127841"/>
                <a:gd name="connsiteY2" fmla="*/ 131 h 210349"/>
                <a:gd name="connsiteX3" fmla="*/ 11519 w 127841"/>
                <a:gd name="connsiteY3" fmla="*/ 36514 h 210349"/>
                <a:gd name="connsiteX4" fmla="*/ 283 w 127841"/>
                <a:gd name="connsiteY4" fmla="*/ 105917 h 210349"/>
                <a:gd name="connsiteX5" fmla="*/ 13948 w 127841"/>
                <a:gd name="connsiteY5" fmla="*/ 179601 h 210349"/>
                <a:gd name="connsiteX6" fmla="*/ 64052 w 127841"/>
                <a:gd name="connsiteY6" fmla="*/ 210481 h 210349"/>
                <a:gd name="connsiteX7" fmla="*/ 116889 w 127841"/>
                <a:gd name="connsiteY7" fmla="*/ 175015 h 210349"/>
                <a:gd name="connsiteX8" fmla="*/ 128125 w 127841"/>
                <a:gd name="connsiteY8" fmla="*/ 105917 h 210349"/>
                <a:gd name="connsiteX9" fmla="*/ 64052 w 127841"/>
                <a:gd name="connsiteY9" fmla="*/ 203754 h 210349"/>
                <a:gd name="connsiteX10" fmla="*/ 28827 w 127841"/>
                <a:gd name="connsiteY10" fmla="*/ 166760 h 210349"/>
                <a:gd name="connsiteX11" fmla="*/ 25487 w 127841"/>
                <a:gd name="connsiteY11" fmla="*/ 102248 h 210349"/>
                <a:gd name="connsiteX12" fmla="*/ 27916 w 127841"/>
                <a:gd name="connsiteY12" fmla="*/ 45992 h 210349"/>
                <a:gd name="connsiteX13" fmla="*/ 64052 w 127841"/>
                <a:gd name="connsiteY13" fmla="*/ 6857 h 210349"/>
                <a:gd name="connsiteX14" fmla="*/ 99884 w 127841"/>
                <a:gd name="connsiteY14" fmla="*/ 42629 h 210349"/>
                <a:gd name="connsiteX15" fmla="*/ 102921 w 127841"/>
                <a:gd name="connsiteY15" fmla="*/ 102248 h 210349"/>
                <a:gd name="connsiteX16" fmla="*/ 99580 w 127841"/>
                <a:gd name="connsiteY16" fmla="*/ 165537 h 210349"/>
                <a:gd name="connsiteX17" fmla="*/ 64052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25" y="105917"/>
                  </a:moveTo>
                  <a:cubicBezTo>
                    <a:pt x="128125" y="81458"/>
                    <a:pt x="126606" y="56999"/>
                    <a:pt x="115978" y="34374"/>
                  </a:cubicBezTo>
                  <a:cubicBezTo>
                    <a:pt x="102010" y="5023"/>
                    <a:pt x="77109" y="131"/>
                    <a:pt x="64356" y="131"/>
                  </a:cubicBezTo>
                  <a:cubicBezTo>
                    <a:pt x="46136" y="131"/>
                    <a:pt x="23969" y="8080"/>
                    <a:pt x="11519" y="36514"/>
                  </a:cubicBezTo>
                  <a:cubicBezTo>
                    <a:pt x="1801" y="57610"/>
                    <a:pt x="283" y="81458"/>
                    <a:pt x="283" y="105917"/>
                  </a:cubicBezTo>
                  <a:cubicBezTo>
                    <a:pt x="283" y="128848"/>
                    <a:pt x="1498" y="156364"/>
                    <a:pt x="13948" y="179601"/>
                  </a:cubicBezTo>
                  <a:cubicBezTo>
                    <a:pt x="27005" y="204366"/>
                    <a:pt x="49173" y="210481"/>
                    <a:pt x="64052" y="210481"/>
                  </a:cubicBezTo>
                  <a:cubicBezTo>
                    <a:pt x="80450" y="210481"/>
                    <a:pt x="103528" y="204060"/>
                    <a:pt x="116889" y="175015"/>
                  </a:cubicBezTo>
                  <a:cubicBezTo>
                    <a:pt x="126606" y="153919"/>
                    <a:pt x="128125" y="130071"/>
                    <a:pt x="128125" y="105917"/>
                  </a:cubicBezTo>
                  <a:close/>
                  <a:moveTo>
                    <a:pt x="64052" y="203754"/>
                  </a:moveTo>
                  <a:cubicBezTo>
                    <a:pt x="52209" y="203754"/>
                    <a:pt x="34293" y="196111"/>
                    <a:pt x="28827" y="166760"/>
                  </a:cubicBezTo>
                  <a:cubicBezTo>
                    <a:pt x="25487" y="148415"/>
                    <a:pt x="25487" y="120287"/>
                    <a:pt x="25487" y="102248"/>
                  </a:cubicBezTo>
                  <a:cubicBezTo>
                    <a:pt x="25487" y="82681"/>
                    <a:pt x="25487" y="62502"/>
                    <a:pt x="27916" y="45992"/>
                  </a:cubicBezTo>
                  <a:cubicBezTo>
                    <a:pt x="33686" y="9609"/>
                    <a:pt x="56461" y="6857"/>
                    <a:pt x="64052" y="6857"/>
                  </a:cubicBezTo>
                  <a:cubicBezTo>
                    <a:pt x="74073" y="6857"/>
                    <a:pt x="94115" y="12360"/>
                    <a:pt x="99884" y="42629"/>
                  </a:cubicBezTo>
                  <a:cubicBezTo>
                    <a:pt x="102921" y="59750"/>
                    <a:pt x="102921" y="82987"/>
                    <a:pt x="102921" y="102248"/>
                  </a:cubicBezTo>
                  <a:cubicBezTo>
                    <a:pt x="102921" y="125179"/>
                    <a:pt x="102921" y="145969"/>
                    <a:pt x="99580" y="165537"/>
                  </a:cubicBezTo>
                  <a:cubicBezTo>
                    <a:pt x="95026" y="194582"/>
                    <a:pt x="77717" y="203754"/>
                    <a:pt x="64052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1" name="Freeform: Shape 2040">
              <a:extLst>
                <a:ext uri="{FF2B5EF4-FFF2-40B4-BE49-F238E27FC236}">
                  <a16:creationId xmlns:a16="http://schemas.microsoft.com/office/drawing/2014/main" id="{B57349C6-49D4-8AF7-F225-5C8A0D00DDFA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11782292" y="4630800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3" name="Freeform: Shape 2042">
              <a:extLst>
                <a:ext uri="{FF2B5EF4-FFF2-40B4-BE49-F238E27FC236}">
                  <a16:creationId xmlns:a16="http://schemas.microsoft.com/office/drawing/2014/main" id="{2A593C30-11C7-2F06-E056-ECF969250FCF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11999636" y="4683998"/>
              <a:ext cx="126019" cy="210349"/>
            </a:xfrm>
            <a:custGeom>
              <a:avLst/>
              <a:gdLst>
                <a:gd name="connsiteX0" fmla="*/ 75609 w 126019"/>
                <a:gd name="connsiteY0" fmla="*/ 96133 h 210349"/>
                <a:gd name="connsiteX1" fmla="*/ 118122 w 126019"/>
                <a:gd name="connsiteY1" fmla="*/ 42323 h 210349"/>
                <a:gd name="connsiteX2" fmla="*/ 62248 w 126019"/>
                <a:gd name="connsiteY2" fmla="*/ 131 h 210349"/>
                <a:gd name="connsiteX3" fmla="*/ 8500 w 126019"/>
                <a:gd name="connsiteY3" fmla="*/ 41712 h 210349"/>
                <a:gd name="connsiteX4" fmla="*/ 23987 w 126019"/>
                <a:gd name="connsiteY4" fmla="*/ 57610 h 210349"/>
                <a:gd name="connsiteX5" fmla="*/ 39473 w 126019"/>
                <a:gd name="connsiteY5" fmla="*/ 42017 h 210349"/>
                <a:gd name="connsiteX6" fmla="*/ 20646 w 126019"/>
                <a:gd name="connsiteY6" fmla="*/ 26730 h 210349"/>
                <a:gd name="connsiteX7" fmla="*/ 61033 w 126019"/>
                <a:gd name="connsiteY7" fmla="*/ 7774 h 210349"/>
                <a:gd name="connsiteX8" fmla="*/ 90185 w 126019"/>
                <a:gd name="connsiteY8" fmla="*/ 42017 h 210349"/>
                <a:gd name="connsiteX9" fmla="*/ 81682 w 126019"/>
                <a:gd name="connsiteY9" fmla="*/ 76872 h 210349"/>
                <a:gd name="connsiteX10" fmla="*/ 54657 w 126019"/>
                <a:gd name="connsiteY10" fmla="*/ 92770 h 210349"/>
                <a:gd name="connsiteX11" fmla="*/ 42814 w 126019"/>
                <a:gd name="connsiteY11" fmla="*/ 93688 h 210349"/>
                <a:gd name="connsiteX12" fmla="*/ 38259 w 126019"/>
                <a:gd name="connsiteY12" fmla="*/ 97356 h 210349"/>
                <a:gd name="connsiteX13" fmla="*/ 45547 w 126019"/>
                <a:gd name="connsiteY13" fmla="*/ 100720 h 210349"/>
                <a:gd name="connsiteX14" fmla="*/ 58908 w 126019"/>
                <a:gd name="connsiteY14" fmla="*/ 100720 h 210349"/>
                <a:gd name="connsiteX15" fmla="*/ 95044 w 126019"/>
                <a:gd name="connsiteY15" fmla="*/ 151473 h 210349"/>
                <a:gd name="connsiteX16" fmla="*/ 60730 w 126019"/>
                <a:gd name="connsiteY16" fmla="*/ 201920 h 210349"/>
                <a:gd name="connsiteX17" fmla="*/ 14270 w 126019"/>
                <a:gd name="connsiteY17" fmla="*/ 178684 h 210349"/>
                <a:gd name="connsiteX18" fmla="*/ 34311 w 126019"/>
                <a:gd name="connsiteY18" fmla="*/ 161868 h 210349"/>
                <a:gd name="connsiteX19" fmla="*/ 17306 w 126019"/>
                <a:gd name="connsiteY19" fmla="*/ 144746 h 210349"/>
                <a:gd name="connsiteX20" fmla="*/ 301 w 126019"/>
                <a:gd name="connsiteY20" fmla="*/ 162479 h 210349"/>
                <a:gd name="connsiteX21" fmla="*/ 61641 w 126019"/>
                <a:gd name="connsiteY21" fmla="*/ 210481 h 210349"/>
                <a:gd name="connsiteX22" fmla="*/ 126321 w 126019"/>
                <a:gd name="connsiteY22" fmla="*/ 151473 h 210349"/>
                <a:gd name="connsiteX23" fmla="*/ 75609 w 126019"/>
                <a:gd name="connsiteY23" fmla="*/ 96133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10349">
                  <a:moveTo>
                    <a:pt x="75609" y="96133"/>
                  </a:moveTo>
                  <a:cubicBezTo>
                    <a:pt x="100509" y="87878"/>
                    <a:pt x="118122" y="66477"/>
                    <a:pt x="118122" y="42323"/>
                  </a:cubicBezTo>
                  <a:cubicBezTo>
                    <a:pt x="118122" y="17252"/>
                    <a:pt x="91400" y="131"/>
                    <a:pt x="62248" y="131"/>
                  </a:cubicBezTo>
                  <a:cubicBezTo>
                    <a:pt x="31578" y="131"/>
                    <a:pt x="8500" y="18475"/>
                    <a:pt x="8500" y="41712"/>
                  </a:cubicBezTo>
                  <a:cubicBezTo>
                    <a:pt x="8500" y="51801"/>
                    <a:pt x="15181" y="57610"/>
                    <a:pt x="23987" y="57610"/>
                  </a:cubicBezTo>
                  <a:cubicBezTo>
                    <a:pt x="33400" y="57610"/>
                    <a:pt x="39473" y="50884"/>
                    <a:pt x="39473" y="42017"/>
                  </a:cubicBezTo>
                  <a:cubicBezTo>
                    <a:pt x="39473" y="26730"/>
                    <a:pt x="25201" y="26730"/>
                    <a:pt x="20646" y="26730"/>
                  </a:cubicBezTo>
                  <a:cubicBezTo>
                    <a:pt x="30060" y="11749"/>
                    <a:pt x="50102" y="7774"/>
                    <a:pt x="61033" y="7774"/>
                  </a:cubicBezTo>
                  <a:cubicBezTo>
                    <a:pt x="73484" y="7774"/>
                    <a:pt x="90185" y="14501"/>
                    <a:pt x="90185" y="42017"/>
                  </a:cubicBezTo>
                  <a:cubicBezTo>
                    <a:pt x="90185" y="45686"/>
                    <a:pt x="89578" y="63419"/>
                    <a:pt x="81682" y="76872"/>
                  </a:cubicBezTo>
                  <a:cubicBezTo>
                    <a:pt x="72573" y="91547"/>
                    <a:pt x="62248" y="92465"/>
                    <a:pt x="54657" y="92770"/>
                  </a:cubicBezTo>
                  <a:cubicBezTo>
                    <a:pt x="52227" y="93076"/>
                    <a:pt x="44939" y="93688"/>
                    <a:pt x="42814" y="93688"/>
                  </a:cubicBezTo>
                  <a:cubicBezTo>
                    <a:pt x="40384" y="93993"/>
                    <a:pt x="38259" y="94299"/>
                    <a:pt x="38259" y="97356"/>
                  </a:cubicBezTo>
                  <a:cubicBezTo>
                    <a:pt x="38259" y="100720"/>
                    <a:pt x="40384" y="100720"/>
                    <a:pt x="45547" y="100720"/>
                  </a:cubicBezTo>
                  <a:lnTo>
                    <a:pt x="58908" y="100720"/>
                  </a:lnTo>
                  <a:cubicBezTo>
                    <a:pt x="83808" y="100720"/>
                    <a:pt x="95044" y="121510"/>
                    <a:pt x="95044" y="151473"/>
                  </a:cubicBezTo>
                  <a:cubicBezTo>
                    <a:pt x="95044" y="193053"/>
                    <a:pt x="74091" y="201920"/>
                    <a:pt x="60730" y="201920"/>
                  </a:cubicBezTo>
                  <a:cubicBezTo>
                    <a:pt x="47672" y="201920"/>
                    <a:pt x="24898" y="196722"/>
                    <a:pt x="14270" y="178684"/>
                  </a:cubicBezTo>
                  <a:cubicBezTo>
                    <a:pt x="24898" y="180212"/>
                    <a:pt x="34311" y="173486"/>
                    <a:pt x="34311" y="161868"/>
                  </a:cubicBezTo>
                  <a:cubicBezTo>
                    <a:pt x="34311" y="150861"/>
                    <a:pt x="26112" y="144746"/>
                    <a:pt x="17306" y="144746"/>
                  </a:cubicBezTo>
                  <a:cubicBezTo>
                    <a:pt x="10018" y="144746"/>
                    <a:pt x="301" y="149027"/>
                    <a:pt x="301" y="162479"/>
                  </a:cubicBezTo>
                  <a:cubicBezTo>
                    <a:pt x="301" y="190302"/>
                    <a:pt x="28542" y="210481"/>
                    <a:pt x="61641" y="210481"/>
                  </a:cubicBezTo>
                  <a:cubicBezTo>
                    <a:pt x="98687" y="210481"/>
                    <a:pt x="126321" y="182658"/>
                    <a:pt x="126321" y="151473"/>
                  </a:cubicBezTo>
                  <a:cubicBezTo>
                    <a:pt x="126321" y="126402"/>
                    <a:pt x="107190" y="102554"/>
                    <a:pt x="75609" y="96133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4" name="Freeform: Shape 2043">
              <a:extLst>
                <a:ext uri="{FF2B5EF4-FFF2-40B4-BE49-F238E27FC236}">
                  <a16:creationId xmlns:a16="http://schemas.microsoft.com/office/drawing/2014/main" id="{070DBB19-7F3A-A62D-AC8B-9ABE6DC76958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12155718" y="4680941"/>
              <a:ext cx="130270" cy="213407"/>
            </a:xfrm>
            <a:custGeom>
              <a:avLst/>
              <a:gdLst>
                <a:gd name="connsiteX0" fmla="*/ 127844 w 130270"/>
                <a:gd name="connsiteY0" fmla="*/ 20615 h 213407"/>
                <a:gd name="connsiteX1" fmla="*/ 130577 w 130270"/>
                <a:gd name="connsiteY1" fmla="*/ 9914 h 213407"/>
                <a:gd name="connsiteX2" fmla="*/ 56787 w 130270"/>
                <a:gd name="connsiteY2" fmla="*/ 9914 h 213407"/>
                <a:gd name="connsiteX3" fmla="*/ 17919 w 130270"/>
                <a:gd name="connsiteY3" fmla="*/ 131 h 213407"/>
                <a:gd name="connsiteX4" fmla="*/ 10327 w 130270"/>
                <a:gd name="connsiteY4" fmla="*/ 131 h 213407"/>
                <a:gd name="connsiteX5" fmla="*/ 306 w 130270"/>
                <a:gd name="connsiteY5" fmla="*/ 63113 h 213407"/>
                <a:gd name="connsiteX6" fmla="*/ 7898 w 130270"/>
                <a:gd name="connsiteY6" fmla="*/ 63113 h 213407"/>
                <a:gd name="connsiteX7" fmla="*/ 15489 w 130270"/>
                <a:gd name="connsiteY7" fmla="*/ 35291 h 213407"/>
                <a:gd name="connsiteX8" fmla="*/ 45248 w 130270"/>
                <a:gd name="connsiteY8" fmla="*/ 33457 h 213407"/>
                <a:gd name="connsiteX9" fmla="*/ 108106 w 130270"/>
                <a:gd name="connsiteY9" fmla="*/ 33457 h 213407"/>
                <a:gd name="connsiteX10" fmla="*/ 74096 w 130270"/>
                <a:gd name="connsiteY10" fmla="*/ 81764 h 213407"/>
                <a:gd name="connsiteX11" fmla="*/ 36746 w 130270"/>
                <a:gd name="connsiteY11" fmla="*/ 196722 h 213407"/>
                <a:gd name="connsiteX12" fmla="*/ 50714 w 130270"/>
                <a:gd name="connsiteY12" fmla="*/ 213538 h 213407"/>
                <a:gd name="connsiteX13" fmla="*/ 64682 w 130270"/>
                <a:gd name="connsiteY13" fmla="*/ 196722 h 213407"/>
                <a:gd name="connsiteX14" fmla="*/ 64682 w 130270"/>
                <a:gd name="connsiteY14" fmla="*/ 181129 h 213407"/>
                <a:gd name="connsiteX15" fmla="*/ 68023 w 130270"/>
                <a:gd name="connsiteY15" fmla="*/ 130988 h 213407"/>
                <a:gd name="connsiteX16" fmla="*/ 86850 w 130270"/>
                <a:gd name="connsiteY16" fmla="*/ 78706 h 213407"/>
                <a:gd name="connsiteX17" fmla="*/ 127844 w 130270"/>
                <a:gd name="connsiteY17" fmla="*/ 20615 h 213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3407">
                  <a:moveTo>
                    <a:pt x="127844" y="20615"/>
                  </a:moveTo>
                  <a:cubicBezTo>
                    <a:pt x="130577" y="16946"/>
                    <a:pt x="130577" y="16335"/>
                    <a:pt x="130577" y="9914"/>
                  </a:cubicBezTo>
                  <a:lnTo>
                    <a:pt x="56787" y="9914"/>
                  </a:lnTo>
                  <a:cubicBezTo>
                    <a:pt x="19740" y="9914"/>
                    <a:pt x="19133" y="5940"/>
                    <a:pt x="17919" y="131"/>
                  </a:cubicBezTo>
                  <a:lnTo>
                    <a:pt x="10327" y="131"/>
                  </a:lnTo>
                  <a:lnTo>
                    <a:pt x="306" y="63113"/>
                  </a:lnTo>
                  <a:lnTo>
                    <a:pt x="7898" y="63113"/>
                  </a:lnTo>
                  <a:cubicBezTo>
                    <a:pt x="8809" y="58222"/>
                    <a:pt x="11542" y="38960"/>
                    <a:pt x="15489" y="35291"/>
                  </a:cubicBezTo>
                  <a:cubicBezTo>
                    <a:pt x="17615" y="33457"/>
                    <a:pt x="41300" y="33457"/>
                    <a:pt x="45248" y="33457"/>
                  </a:cubicBezTo>
                  <a:lnTo>
                    <a:pt x="108106" y="33457"/>
                  </a:lnTo>
                  <a:cubicBezTo>
                    <a:pt x="104766" y="38348"/>
                    <a:pt x="80776" y="71674"/>
                    <a:pt x="74096" y="81764"/>
                  </a:cubicBezTo>
                  <a:cubicBezTo>
                    <a:pt x="46766" y="123039"/>
                    <a:pt x="36746" y="165537"/>
                    <a:pt x="36746" y="196722"/>
                  </a:cubicBezTo>
                  <a:cubicBezTo>
                    <a:pt x="36746" y="199780"/>
                    <a:pt x="36746" y="213538"/>
                    <a:pt x="50714" y="213538"/>
                  </a:cubicBezTo>
                  <a:cubicBezTo>
                    <a:pt x="64682" y="213538"/>
                    <a:pt x="64682" y="199780"/>
                    <a:pt x="64682" y="196722"/>
                  </a:cubicBezTo>
                  <a:lnTo>
                    <a:pt x="64682" y="181129"/>
                  </a:lnTo>
                  <a:cubicBezTo>
                    <a:pt x="64682" y="164314"/>
                    <a:pt x="65593" y="147498"/>
                    <a:pt x="68023" y="130988"/>
                  </a:cubicBezTo>
                  <a:cubicBezTo>
                    <a:pt x="69237" y="123956"/>
                    <a:pt x="73489" y="97662"/>
                    <a:pt x="86850" y="78706"/>
                  </a:cubicBezTo>
                  <a:lnTo>
                    <a:pt x="127844" y="20615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5" name="Freeform: Shape 2044">
              <a:extLst>
                <a:ext uri="{FF2B5EF4-FFF2-40B4-BE49-F238E27FC236}">
                  <a16:creationId xmlns:a16="http://schemas.microsoft.com/office/drawing/2014/main" id="{D6DF1AA6-2C29-FB28-6F08-A0313CA18A86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12316659" y="4855213"/>
              <a:ext cx="32188" cy="32408"/>
            </a:xfrm>
            <a:custGeom>
              <a:avLst/>
              <a:gdLst>
                <a:gd name="connsiteX0" fmla="*/ 32499 w 32188"/>
                <a:gd name="connsiteY0" fmla="*/ 16335 h 32408"/>
                <a:gd name="connsiteX1" fmla="*/ 16405 w 32188"/>
                <a:gd name="connsiteY1" fmla="*/ 131 h 32408"/>
                <a:gd name="connsiteX2" fmla="*/ 311 w 32188"/>
                <a:gd name="connsiteY2" fmla="*/ 16335 h 32408"/>
                <a:gd name="connsiteX3" fmla="*/ 16405 w 32188"/>
                <a:gd name="connsiteY3" fmla="*/ 32539 h 32408"/>
                <a:gd name="connsiteX4" fmla="*/ 32499 w 32188"/>
                <a:gd name="connsiteY4" fmla="*/ 16335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99" y="16335"/>
                  </a:moveTo>
                  <a:cubicBezTo>
                    <a:pt x="32499" y="7469"/>
                    <a:pt x="25211" y="131"/>
                    <a:pt x="16405" y="131"/>
                  </a:cubicBezTo>
                  <a:cubicBezTo>
                    <a:pt x="7599" y="131"/>
                    <a:pt x="311" y="7469"/>
                    <a:pt x="311" y="16335"/>
                  </a:cubicBezTo>
                  <a:cubicBezTo>
                    <a:pt x="311" y="25201"/>
                    <a:pt x="7599" y="32539"/>
                    <a:pt x="16405" y="32539"/>
                  </a:cubicBezTo>
                  <a:cubicBezTo>
                    <a:pt x="25211" y="32539"/>
                    <a:pt x="32499" y="25202"/>
                    <a:pt x="32499" y="16335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6" name="Freeform: Shape 2045">
              <a:extLst>
                <a:ext uri="{FF2B5EF4-FFF2-40B4-BE49-F238E27FC236}">
                  <a16:creationId xmlns:a16="http://schemas.microsoft.com/office/drawing/2014/main" id="{051F3C51-B5A1-02A4-F18F-59D5C3EBAD59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12387649" y="4683998"/>
              <a:ext cx="126019" cy="210349"/>
            </a:xfrm>
            <a:custGeom>
              <a:avLst/>
              <a:gdLst>
                <a:gd name="connsiteX0" fmla="*/ 37057 w 126019"/>
                <a:gd name="connsiteY0" fmla="*/ 64031 h 210349"/>
                <a:gd name="connsiteX1" fmla="*/ 21874 w 126019"/>
                <a:gd name="connsiteY1" fmla="*/ 39266 h 210349"/>
                <a:gd name="connsiteX2" fmla="*/ 63172 w 126019"/>
                <a:gd name="connsiteY2" fmla="*/ 7774 h 210349"/>
                <a:gd name="connsiteX3" fmla="*/ 104773 w 126019"/>
                <a:gd name="connsiteY3" fmla="*/ 45686 h 210349"/>
                <a:gd name="connsiteX4" fmla="*/ 74711 w 126019"/>
                <a:gd name="connsiteY4" fmla="*/ 88490 h 210349"/>
                <a:gd name="connsiteX5" fmla="*/ 37057 w 126019"/>
                <a:gd name="connsiteY5" fmla="*/ 64031 h 210349"/>
                <a:gd name="connsiteX6" fmla="*/ 81391 w 126019"/>
                <a:gd name="connsiteY6" fmla="*/ 93076 h 210349"/>
                <a:gd name="connsiteX7" fmla="*/ 118134 w 126019"/>
                <a:gd name="connsiteY7" fmla="*/ 45686 h 210349"/>
                <a:gd name="connsiteX8" fmla="*/ 63475 w 126019"/>
                <a:gd name="connsiteY8" fmla="*/ 131 h 210349"/>
                <a:gd name="connsiteX9" fmla="*/ 8513 w 126019"/>
                <a:gd name="connsiteY9" fmla="*/ 51189 h 210349"/>
                <a:gd name="connsiteX10" fmla="*/ 21874 w 126019"/>
                <a:gd name="connsiteY10" fmla="*/ 84821 h 210349"/>
                <a:gd name="connsiteX11" fmla="*/ 44041 w 126019"/>
                <a:gd name="connsiteY11" fmla="*/ 101331 h 210349"/>
                <a:gd name="connsiteX12" fmla="*/ 314 w 126019"/>
                <a:gd name="connsiteY12" fmla="*/ 157587 h 210349"/>
                <a:gd name="connsiteX13" fmla="*/ 63172 w 126019"/>
                <a:gd name="connsiteY13" fmla="*/ 210481 h 210349"/>
                <a:gd name="connsiteX14" fmla="*/ 126333 w 126019"/>
                <a:gd name="connsiteY14" fmla="*/ 152390 h 210349"/>
                <a:gd name="connsiteX15" fmla="*/ 111454 w 126019"/>
                <a:gd name="connsiteY15" fmla="*/ 114784 h 210349"/>
                <a:gd name="connsiteX16" fmla="*/ 81391 w 126019"/>
                <a:gd name="connsiteY16" fmla="*/ 93076 h 210349"/>
                <a:gd name="connsiteX17" fmla="*/ 51025 w 126019"/>
                <a:gd name="connsiteY17" fmla="*/ 105917 h 210349"/>
                <a:gd name="connsiteX18" fmla="*/ 88376 w 126019"/>
                <a:gd name="connsiteY18" fmla="*/ 129765 h 210349"/>
                <a:gd name="connsiteX19" fmla="*/ 111150 w 126019"/>
                <a:gd name="connsiteY19" fmla="*/ 163396 h 210349"/>
                <a:gd name="connsiteX20" fmla="*/ 63475 w 126019"/>
                <a:gd name="connsiteY20" fmla="*/ 201920 h 210349"/>
                <a:gd name="connsiteX21" fmla="*/ 15497 w 126019"/>
                <a:gd name="connsiteY21" fmla="*/ 157587 h 210349"/>
                <a:gd name="connsiteX22" fmla="*/ 51025 w 126019"/>
                <a:gd name="connsiteY22" fmla="*/ 10591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019" h="210349">
                  <a:moveTo>
                    <a:pt x="37057" y="64031"/>
                  </a:moveTo>
                  <a:cubicBezTo>
                    <a:pt x="23089" y="54858"/>
                    <a:pt x="21874" y="44463"/>
                    <a:pt x="21874" y="39266"/>
                  </a:cubicBezTo>
                  <a:cubicBezTo>
                    <a:pt x="21874" y="20615"/>
                    <a:pt x="41612" y="7774"/>
                    <a:pt x="63172" y="7774"/>
                  </a:cubicBezTo>
                  <a:cubicBezTo>
                    <a:pt x="85339" y="7774"/>
                    <a:pt x="104773" y="23673"/>
                    <a:pt x="104773" y="45686"/>
                  </a:cubicBezTo>
                  <a:cubicBezTo>
                    <a:pt x="104773" y="63113"/>
                    <a:pt x="92931" y="77789"/>
                    <a:pt x="74711" y="88490"/>
                  </a:cubicBezTo>
                  <a:lnTo>
                    <a:pt x="37057" y="64031"/>
                  </a:lnTo>
                  <a:close/>
                  <a:moveTo>
                    <a:pt x="81391" y="93076"/>
                  </a:moveTo>
                  <a:cubicBezTo>
                    <a:pt x="103255" y="81764"/>
                    <a:pt x="118134" y="65865"/>
                    <a:pt x="118134" y="45686"/>
                  </a:cubicBezTo>
                  <a:cubicBezTo>
                    <a:pt x="118134" y="17558"/>
                    <a:pt x="91109" y="131"/>
                    <a:pt x="63475" y="131"/>
                  </a:cubicBezTo>
                  <a:cubicBezTo>
                    <a:pt x="33109" y="131"/>
                    <a:pt x="8513" y="22756"/>
                    <a:pt x="8513" y="51189"/>
                  </a:cubicBezTo>
                  <a:cubicBezTo>
                    <a:pt x="8513" y="56693"/>
                    <a:pt x="9120" y="70451"/>
                    <a:pt x="21874" y="84821"/>
                  </a:cubicBezTo>
                  <a:cubicBezTo>
                    <a:pt x="25214" y="88490"/>
                    <a:pt x="36450" y="96133"/>
                    <a:pt x="44041" y="101331"/>
                  </a:cubicBezTo>
                  <a:cubicBezTo>
                    <a:pt x="26429" y="110198"/>
                    <a:pt x="314" y="127319"/>
                    <a:pt x="314" y="157587"/>
                  </a:cubicBezTo>
                  <a:cubicBezTo>
                    <a:pt x="314" y="189996"/>
                    <a:pt x="31287" y="210481"/>
                    <a:pt x="63172" y="210481"/>
                  </a:cubicBezTo>
                  <a:cubicBezTo>
                    <a:pt x="97486" y="210481"/>
                    <a:pt x="126333" y="185104"/>
                    <a:pt x="126333" y="152390"/>
                  </a:cubicBezTo>
                  <a:cubicBezTo>
                    <a:pt x="126333" y="141383"/>
                    <a:pt x="122993" y="127625"/>
                    <a:pt x="111454" y="114784"/>
                  </a:cubicBezTo>
                  <a:cubicBezTo>
                    <a:pt x="105684" y="108363"/>
                    <a:pt x="100826" y="105306"/>
                    <a:pt x="81391" y="93076"/>
                  </a:cubicBezTo>
                  <a:close/>
                  <a:moveTo>
                    <a:pt x="51025" y="105917"/>
                  </a:moveTo>
                  <a:lnTo>
                    <a:pt x="88376" y="129765"/>
                  </a:lnTo>
                  <a:cubicBezTo>
                    <a:pt x="96878" y="135574"/>
                    <a:pt x="111150" y="144746"/>
                    <a:pt x="111150" y="163396"/>
                  </a:cubicBezTo>
                  <a:cubicBezTo>
                    <a:pt x="111150" y="186021"/>
                    <a:pt x="88376" y="201920"/>
                    <a:pt x="63475" y="201920"/>
                  </a:cubicBezTo>
                  <a:cubicBezTo>
                    <a:pt x="37361" y="201920"/>
                    <a:pt x="15497" y="182964"/>
                    <a:pt x="15497" y="157587"/>
                  </a:cubicBezTo>
                  <a:cubicBezTo>
                    <a:pt x="15497" y="139854"/>
                    <a:pt x="25214" y="120287"/>
                    <a:pt x="51025" y="10591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7" name="Freeform: Shape 2046">
              <a:extLst>
                <a:ext uri="{FF2B5EF4-FFF2-40B4-BE49-F238E27FC236}">
                  <a16:creationId xmlns:a16="http://schemas.microsoft.com/office/drawing/2014/main" id="{3920FAE4-80B0-07DD-2E53-B1BAF99FDBB3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12538569" y="4683998"/>
              <a:ext cx="127841" cy="210349"/>
            </a:xfrm>
            <a:custGeom>
              <a:avLst/>
              <a:gdLst>
                <a:gd name="connsiteX0" fmla="*/ 128160 w 127841"/>
                <a:gd name="connsiteY0" fmla="*/ 105917 h 210349"/>
                <a:gd name="connsiteX1" fmla="*/ 116014 w 127841"/>
                <a:gd name="connsiteY1" fmla="*/ 34374 h 210349"/>
                <a:gd name="connsiteX2" fmla="*/ 64391 w 127841"/>
                <a:gd name="connsiteY2" fmla="*/ 131 h 210349"/>
                <a:gd name="connsiteX3" fmla="*/ 11554 w 127841"/>
                <a:gd name="connsiteY3" fmla="*/ 36514 h 210349"/>
                <a:gd name="connsiteX4" fmla="*/ 319 w 127841"/>
                <a:gd name="connsiteY4" fmla="*/ 105917 h 210349"/>
                <a:gd name="connsiteX5" fmla="*/ 13984 w 127841"/>
                <a:gd name="connsiteY5" fmla="*/ 179601 h 210349"/>
                <a:gd name="connsiteX6" fmla="*/ 64088 w 127841"/>
                <a:gd name="connsiteY6" fmla="*/ 210481 h 210349"/>
                <a:gd name="connsiteX7" fmla="*/ 116925 w 127841"/>
                <a:gd name="connsiteY7" fmla="*/ 175015 h 210349"/>
                <a:gd name="connsiteX8" fmla="*/ 128160 w 127841"/>
                <a:gd name="connsiteY8" fmla="*/ 105917 h 210349"/>
                <a:gd name="connsiteX9" fmla="*/ 64088 w 127841"/>
                <a:gd name="connsiteY9" fmla="*/ 203754 h 210349"/>
                <a:gd name="connsiteX10" fmla="*/ 28863 w 127841"/>
                <a:gd name="connsiteY10" fmla="*/ 166760 h 210349"/>
                <a:gd name="connsiteX11" fmla="*/ 25523 w 127841"/>
                <a:gd name="connsiteY11" fmla="*/ 102248 h 210349"/>
                <a:gd name="connsiteX12" fmla="*/ 27952 w 127841"/>
                <a:gd name="connsiteY12" fmla="*/ 45992 h 210349"/>
                <a:gd name="connsiteX13" fmla="*/ 64088 w 127841"/>
                <a:gd name="connsiteY13" fmla="*/ 6857 h 210349"/>
                <a:gd name="connsiteX14" fmla="*/ 99920 w 127841"/>
                <a:gd name="connsiteY14" fmla="*/ 42629 h 210349"/>
                <a:gd name="connsiteX15" fmla="*/ 102956 w 127841"/>
                <a:gd name="connsiteY15" fmla="*/ 102248 h 210349"/>
                <a:gd name="connsiteX16" fmla="*/ 99616 w 127841"/>
                <a:gd name="connsiteY16" fmla="*/ 165537 h 210349"/>
                <a:gd name="connsiteX17" fmla="*/ 64088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60" y="105917"/>
                  </a:moveTo>
                  <a:cubicBezTo>
                    <a:pt x="128160" y="81458"/>
                    <a:pt x="126642" y="56999"/>
                    <a:pt x="116014" y="34374"/>
                  </a:cubicBezTo>
                  <a:cubicBezTo>
                    <a:pt x="102045" y="5023"/>
                    <a:pt x="77145" y="131"/>
                    <a:pt x="64391" y="131"/>
                  </a:cubicBezTo>
                  <a:cubicBezTo>
                    <a:pt x="46172" y="131"/>
                    <a:pt x="24004" y="8080"/>
                    <a:pt x="11554" y="36514"/>
                  </a:cubicBezTo>
                  <a:cubicBezTo>
                    <a:pt x="1837" y="57610"/>
                    <a:pt x="319" y="81458"/>
                    <a:pt x="319" y="105917"/>
                  </a:cubicBezTo>
                  <a:cubicBezTo>
                    <a:pt x="319" y="128848"/>
                    <a:pt x="1534" y="156364"/>
                    <a:pt x="13984" y="179601"/>
                  </a:cubicBezTo>
                  <a:cubicBezTo>
                    <a:pt x="27041" y="204366"/>
                    <a:pt x="49208" y="210481"/>
                    <a:pt x="64088" y="210481"/>
                  </a:cubicBezTo>
                  <a:cubicBezTo>
                    <a:pt x="80485" y="210481"/>
                    <a:pt x="103564" y="204060"/>
                    <a:pt x="116925" y="175015"/>
                  </a:cubicBezTo>
                  <a:cubicBezTo>
                    <a:pt x="126642" y="153919"/>
                    <a:pt x="128160" y="130071"/>
                    <a:pt x="128160" y="105917"/>
                  </a:cubicBezTo>
                  <a:close/>
                  <a:moveTo>
                    <a:pt x="64088" y="203754"/>
                  </a:moveTo>
                  <a:cubicBezTo>
                    <a:pt x="52245" y="203754"/>
                    <a:pt x="34329" y="196111"/>
                    <a:pt x="28863" y="166760"/>
                  </a:cubicBezTo>
                  <a:cubicBezTo>
                    <a:pt x="25523" y="148415"/>
                    <a:pt x="25523" y="120287"/>
                    <a:pt x="25523" y="102248"/>
                  </a:cubicBezTo>
                  <a:cubicBezTo>
                    <a:pt x="25523" y="82681"/>
                    <a:pt x="25523" y="62502"/>
                    <a:pt x="27952" y="45992"/>
                  </a:cubicBezTo>
                  <a:cubicBezTo>
                    <a:pt x="33722" y="9609"/>
                    <a:pt x="56496" y="6857"/>
                    <a:pt x="64088" y="6857"/>
                  </a:cubicBezTo>
                  <a:cubicBezTo>
                    <a:pt x="74109" y="6857"/>
                    <a:pt x="94150" y="12360"/>
                    <a:pt x="99920" y="42629"/>
                  </a:cubicBezTo>
                  <a:cubicBezTo>
                    <a:pt x="102956" y="59750"/>
                    <a:pt x="102956" y="82987"/>
                    <a:pt x="102956" y="102248"/>
                  </a:cubicBezTo>
                  <a:cubicBezTo>
                    <a:pt x="102956" y="125179"/>
                    <a:pt x="102956" y="145969"/>
                    <a:pt x="99616" y="165537"/>
                  </a:cubicBezTo>
                  <a:cubicBezTo>
                    <a:pt x="95061" y="194582"/>
                    <a:pt x="77753" y="203754"/>
                    <a:pt x="64088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8" name="Freeform: Shape 2047">
              <a:extLst>
                <a:ext uri="{FF2B5EF4-FFF2-40B4-BE49-F238E27FC236}">
                  <a16:creationId xmlns:a16="http://schemas.microsoft.com/office/drawing/2014/main" id="{604570F8-7ED8-30CA-5675-39FF449049BA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12690400" y="4683998"/>
              <a:ext cx="127841" cy="210349"/>
            </a:xfrm>
            <a:custGeom>
              <a:avLst/>
              <a:gdLst>
                <a:gd name="connsiteX0" fmla="*/ 128165 w 127841"/>
                <a:gd name="connsiteY0" fmla="*/ 105917 h 210349"/>
                <a:gd name="connsiteX1" fmla="*/ 116019 w 127841"/>
                <a:gd name="connsiteY1" fmla="*/ 34374 h 210349"/>
                <a:gd name="connsiteX2" fmla="*/ 64396 w 127841"/>
                <a:gd name="connsiteY2" fmla="*/ 131 h 210349"/>
                <a:gd name="connsiteX3" fmla="*/ 11559 w 127841"/>
                <a:gd name="connsiteY3" fmla="*/ 36514 h 210349"/>
                <a:gd name="connsiteX4" fmla="*/ 324 w 127841"/>
                <a:gd name="connsiteY4" fmla="*/ 105917 h 210349"/>
                <a:gd name="connsiteX5" fmla="*/ 13989 w 127841"/>
                <a:gd name="connsiteY5" fmla="*/ 179601 h 210349"/>
                <a:gd name="connsiteX6" fmla="*/ 64093 w 127841"/>
                <a:gd name="connsiteY6" fmla="*/ 210481 h 210349"/>
                <a:gd name="connsiteX7" fmla="*/ 116930 w 127841"/>
                <a:gd name="connsiteY7" fmla="*/ 175015 h 210349"/>
                <a:gd name="connsiteX8" fmla="*/ 128165 w 127841"/>
                <a:gd name="connsiteY8" fmla="*/ 105917 h 210349"/>
                <a:gd name="connsiteX9" fmla="*/ 64093 w 127841"/>
                <a:gd name="connsiteY9" fmla="*/ 203754 h 210349"/>
                <a:gd name="connsiteX10" fmla="*/ 28868 w 127841"/>
                <a:gd name="connsiteY10" fmla="*/ 166760 h 210349"/>
                <a:gd name="connsiteX11" fmla="*/ 25528 w 127841"/>
                <a:gd name="connsiteY11" fmla="*/ 102248 h 210349"/>
                <a:gd name="connsiteX12" fmla="*/ 27957 w 127841"/>
                <a:gd name="connsiteY12" fmla="*/ 45992 h 210349"/>
                <a:gd name="connsiteX13" fmla="*/ 64093 w 127841"/>
                <a:gd name="connsiteY13" fmla="*/ 6857 h 210349"/>
                <a:gd name="connsiteX14" fmla="*/ 99925 w 127841"/>
                <a:gd name="connsiteY14" fmla="*/ 42629 h 210349"/>
                <a:gd name="connsiteX15" fmla="*/ 102961 w 127841"/>
                <a:gd name="connsiteY15" fmla="*/ 102248 h 210349"/>
                <a:gd name="connsiteX16" fmla="*/ 99621 w 127841"/>
                <a:gd name="connsiteY16" fmla="*/ 165537 h 210349"/>
                <a:gd name="connsiteX17" fmla="*/ 64093 w 127841"/>
                <a:gd name="connsiteY17" fmla="*/ 203754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65" y="105917"/>
                  </a:moveTo>
                  <a:cubicBezTo>
                    <a:pt x="128165" y="81458"/>
                    <a:pt x="126647" y="56999"/>
                    <a:pt x="116019" y="34374"/>
                  </a:cubicBezTo>
                  <a:cubicBezTo>
                    <a:pt x="102050" y="5023"/>
                    <a:pt x="77150" y="131"/>
                    <a:pt x="64396" y="131"/>
                  </a:cubicBezTo>
                  <a:cubicBezTo>
                    <a:pt x="46177" y="131"/>
                    <a:pt x="24009" y="8080"/>
                    <a:pt x="11559" y="36514"/>
                  </a:cubicBezTo>
                  <a:cubicBezTo>
                    <a:pt x="1842" y="57610"/>
                    <a:pt x="324" y="81458"/>
                    <a:pt x="324" y="105917"/>
                  </a:cubicBezTo>
                  <a:cubicBezTo>
                    <a:pt x="324" y="128848"/>
                    <a:pt x="1539" y="156364"/>
                    <a:pt x="13989" y="179601"/>
                  </a:cubicBezTo>
                  <a:cubicBezTo>
                    <a:pt x="27046" y="204366"/>
                    <a:pt x="49213" y="210481"/>
                    <a:pt x="64093" y="210481"/>
                  </a:cubicBezTo>
                  <a:cubicBezTo>
                    <a:pt x="80490" y="210481"/>
                    <a:pt x="103569" y="204060"/>
                    <a:pt x="116930" y="175015"/>
                  </a:cubicBezTo>
                  <a:cubicBezTo>
                    <a:pt x="126647" y="153919"/>
                    <a:pt x="128165" y="130071"/>
                    <a:pt x="128165" y="105917"/>
                  </a:cubicBezTo>
                  <a:close/>
                  <a:moveTo>
                    <a:pt x="64093" y="203754"/>
                  </a:moveTo>
                  <a:cubicBezTo>
                    <a:pt x="52250" y="203754"/>
                    <a:pt x="34334" y="196111"/>
                    <a:pt x="28868" y="166760"/>
                  </a:cubicBezTo>
                  <a:cubicBezTo>
                    <a:pt x="25528" y="148415"/>
                    <a:pt x="25528" y="120287"/>
                    <a:pt x="25528" y="102248"/>
                  </a:cubicBezTo>
                  <a:cubicBezTo>
                    <a:pt x="25528" y="82681"/>
                    <a:pt x="25528" y="62502"/>
                    <a:pt x="27957" y="45992"/>
                  </a:cubicBezTo>
                  <a:cubicBezTo>
                    <a:pt x="33727" y="9609"/>
                    <a:pt x="56501" y="6857"/>
                    <a:pt x="64093" y="6857"/>
                  </a:cubicBezTo>
                  <a:cubicBezTo>
                    <a:pt x="74114" y="6857"/>
                    <a:pt x="94155" y="12360"/>
                    <a:pt x="99925" y="42629"/>
                  </a:cubicBezTo>
                  <a:cubicBezTo>
                    <a:pt x="102961" y="59750"/>
                    <a:pt x="102961" y="82987"/>
                    <a:pt x="102961" y="102248"/>
                  </a:cubicBezTo>
                  <a:cubicBezTo>
                    <a:pt x="102961" y="125179"/>
                    <a:pt x="102961" y="145969"/>
                    <a:pt x="99621" y="165537"/>
                  </a:cubicBezTo>
                  <a:cubicBezTo>
                    <a:pt x="95066" y="194582"/>
                    <a:pt x="77758" y="203754"/>
                    <a:pt x="64093" y="203754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9" name="Freeform: Shape 2048">
              <a:extLst>
                <a:ext uri="{FF2B5EF4-FFF2-40B4-BE49-F238E27FC236}">
                  <a16:creationId xmlns:a16="http://schemas.microsoft.com/office/drawing/2014/main" id="{5BDE4FCF-5924-B3EA-04A9-92F90A40F00F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13022831" y="4630800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0" name="Freeform: Shape 2049">
              <a:extLst>
                <a:ext uri="{FF2B5EF4-FFF2-40B4-BE49-F238E27FC236}">
                  <a16:creationId xmlns:a16="http://schemas.microsoft.com/office/drawing/2014/main" id="{1714B1F0-55E2-55F5-E91C-F81BD27975CE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6820134" y="4997690"/>
              <a:ext cx="6214843" cy="12229"/>
            </a:xfrm>
            <a:custGeom>
              <a:avLst/>
              <a:gdLst>
                <a:gd name="connsiteX0" fmla="*/ 0 w 6214843"/>
                <a:gd name="connsiteY0" fmla="*/ 0 h 12229"/>
                <a:gd name="connsiteX1" fmla="*/ 6214843 w 6214843"/>
                <a:gd name="connsiteY1" fmla="*/ 0 h 12229"/>
                <a:gd name="connsiteX2" fmla="*/ 6214843 w 6214843"/>
                <a:gd name="connsiteY2" fmla="*/ 12229 h 12229"/>
                <a:gd name="connsiteX3" fmla="*/ 0 w 6214843"/>
                <a:gd name="connsiteY3" fmla="*/ 12229 h 1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843" h="12229">
                  <a:moveTo>
                    <a:pt x="0" y="0"/>
                  </a:moveTo>
                  <a:lnTo>
                    <a:pt x="6214843" y="0"/>
                  </a:lnTo>
                  <a:lnTo>
                    <a:pt x="6214843" y="12229"/>
                  </a:lnTo>
                  <a:lnTo>
                    <a:pt x="0" y="1222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1" name="Freeform: Shape 2050">
              <a:extLst>
                <a:ext uri="{FF2B5EF4-FFF2-40B4-BE49-F238E27FC236}">
                  <a16:creationId xmlns:a16="http://schemas.microsoft.com/office/drawing/2014/main" id="{D65D1430-AE61-8152-2AFE-ACEDA430F5ED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6820134" y="5009919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2" name="Freeform: Shape 2051">
              <a:extLst>
                <a:ext uri="{FF2B5EF4-FFF2-40B4-BE49-F238E27FC236}">
                  <a16:creationId xmlns:a16="http://schemas.microsoft.com/office/drawing/2014/main" id="{B733F65F-9101-CFFA-2EE0-787348351C5F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7383315" y="5063117"/>
              <a:ext cx="126019" cy="210349"/>
            </a:xfrm>
            <a:custGeom>
              <a:avLst/>
              <a:gdLst>
                <a:gd name="connsiteX0" fmla="*/ 75458 w 126019"/>
                <a:gd name="connsiteY0" fmla="*/ 96146 h 210349"/>
                <a:gd name="connsiteX1" fmla="*/ 117970 w 126019"/>
                <a:gd name="connsiteY1" fmla="*/ 42335 h 210349"/>
                <a:gd name="connsiteX2" fmla="*/ 62097 w 126019"/>
                <a:gd name="connsiteY2" fmla="*/ 143 h 210349"/>
                <a:gd name="connsiteX3" fmla="*/ 8349 w 126019"/>
                <a:gd name="connsiteY3" fmla="*/ 41724 h 210349"/>
                <a:gd name="connsiteX4" fmla="*/ 23835 w 126019"/>
                <a:gd name="connsiteY4" fmla="*/ 57622 h 210349"/>
                <a:gd name="connsiteX5" fmla="*/ 39322 w 126019"/>
                <a:gd name="connsiteY5" fmla="*/ 42030 h 210349"/>
                <a:gd name="connsiteX6" fmla="*/ 20495 w 126019"/>
                <a:gd name="connsiteY6" fmla="*/ 26743 h 210349"/>
                <a:gd name="connsiteX7" fmla="*/ 60882 w 126019"/>
                <a:gd name="connsiteY7" fmla="*/ 7787 h 210349"/>
                <a:gd name="connsiteX8" fmla="*/ 90033 w 126019"/>
                <a:gd name="connsiteY8" fmla="*/ 42030 h 210349"/>
                <a:gd name="connsiteX9" fmla="*/ 81531 w 126019"/>
                <a:gd name="connsiteY9" fmla="*/ 76884 h 210349"/>
                <a:gd name="connsiteX10" fmla="*/ 54505 w 126019"/>
                <a:gd name="connsiteY10" fmla="*/ 92783 h 210349"/>
                <a:gd name="connsiteX11" fmla="*/ 42662 w 126019"/>
                <a:gd name="connsiteY11" fmla="*/ 93700 h 210349"/>
                <a:gd name="connsiteX12" fmla="*/ 38107 w 126019"/>
                <a:gd name="connsiteY12" fmla="*/ 97369 h 210349"/>
                <a:gd name="connsiteX13" fmla="*/ 45395 w 126019"/>
                <a:gd name="connsiteY13" fmla="*/ 100732 h 210349"/>
                <a:gd name="connsiteX14" fmla="*/ 58756 w 126019"/>
                <a:gd name="connsiteY14" fmla="*/ 100732 h 210349"/>
                <a:gd name="connsiteX15" fmla="*/ 94892 w 126019"/>
                <a:gd name="connsiteY15" fmla="*/ 151485 h 210349"/>
                <a:gd name="connsiteX16" fmla="*/ 60578 w 126019"/>
                <a:gd name="connsiteY16" fmla="*/ 201932 h 210349"/>
                <a:gd name="connsiteX17" fmla="*/ 14118 w 126019"/>
                <a:gd name="connsiteY17" fmla="*/ 178696 h 210349"/>
                <a:gd name="connsiteX18" fmla="*/ 34160 w 126019"/>
                <a:gd name="connsiteY18" fmla="*/ 161880 h 210349"/>
                <a:gd name="connsiteX19" fmla="*/ 17155 w 126019"/>
                <a:gd name="connsiteY19" fmla="*/ 144759 h 210349"/>
                <a:gd name="connsiteX20" fmla="*/ 150 w 126019"/>
                <a:gd name="connsiteY20" fmla="*/ 162492 h 210349"/>
                <a:gd name="connsiteX21" fmla="*/ 61489 w 126019"/>
                <a:gd name="connsiteY21" fmla="*/ 210493 h 210349"/>
                <a:gd name="connsiteX22" fmla="*/ 126169 w 126019"/>
                <a:gd name="connsiteY22" fmla="*/ 151485 h 210349"/>
                <a:gd name="connsiteX23" fmla="*/ 75458 w 126019"/>
                <a:gd name="connsiteY23" fmla="*/ 96146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10349">
                  <a:moveTo>
                    <a:pt x="75458" y="96146"/>
                  </a:moveTo>
                  <a:cubicBezTo>
                    <a:pt x="100358" y="87891"/>
                    <a:pt x="117970" y="66489"/>
                    <a:pt x="117970" y="42335"/>
                  </a:cubicBezTo>
                  <a:cubicBezTo>
                    <a:pt x="117970" y="17265"/>
                    <a:pt x="91248" y="143"/>
                    <a:pt x="62097" y="143"/>
                  </a:cubicBezTo>
                  <a:cubicBezTo>
                    <a:pt x="31427" y="143"/>
                    <a:pt x="8349" y="18488"/>
                    <a:pt x="8349" y="41724"/>
                  </a:cubicBezTo>
                  <a:cubicBezTo>
                    <a:pt x="8349" y="51813"/>
                    <a:pt x="15029" y="57622"/>
                    <a:pt x="23835" y="57622"/>
                  </a:cubicBezTo>
                  <a:cubicBezTo>
                    <a:pt x="33249" y="57622"/>
                    <a:pt x="39322" y="50896"/>
                    <a:pt x="39322" y="42030"/>
                  </a:cubicBezTo>
                  <a:cubicBezTo>
                    <a:pt x="39322" y="26743"/>
                    <a:pt x="25050" y="26743"/>
                    <a:pt x="20495" y="26743"/>
                  </a:cubicBezTo>
                  <a:cubicBezTo>
                    <a:pt x="29909" y="11761"/>
                    <a:pt x="49950" y="7787"/>
                    <a:pt x="60882" y="7787"/>
                  </a:cubicBezTo>
                  <a:cubicBezTo>
                    <a:pt x="73332" y="7787"/>
                    <a:pt x="90033" y="14513"/>
                    <a:pt x="90033" y="42030"/>
                  </a:cubicBezTo>
                  <a:cubicBezTo>
                    <a:pt x="90033" y="45698"/>
                    <a:pt x="89426" y="63431"/>
                    <a:pt x="81531" y="76884"/>
                  </a:cubicBezTo>
                  <a:cubicBezTo>
                    <a:pt x="72421" y="91560"/>
                    <a:pt x="62097" y="92477"/>
                    <a:pt x="54505" y="92783"/>
                  </a:cubicBezTo>
                  <a:cubicBezTo>
                    <a:pt x="52076" y="93088"/>
                    <a:pt x="44788" y="93700"/>
                    <a:pt x="42662" y="93700"/>
                  </a:cubicBezTo>
                  <a:cubicBezTo>
                    <a:pt x="40233" y="94006"/>
                    <a:pt x="38107" y="94311"/>
                    <a:pt x="38107" y="97369"/>
                  </a:cubicBezTo>
                  <a:cubicBezTo>
                    <a:pt x="38107" y="100732"/>
                    <a:pt x="40233" y="100732"/>
                    <a:pt x="45395" y="100732"/>
                  </a:cubicBezTo>
                  <a:lnTo>
                    <a:pt x="58756" y="100732"/>
                  </a:lnTo>
                  <a:cubicBezTo>
                    <a:pt x="83657" y="100732"/>
                    <a:pt x="94892" y="121522"/>
                    <a:pt x="94892" y="151485"/>
                  </a:cubicBezTo>
                  <a:cubicBezTo>
                    <a:pt x="94892" y="193066"/>
                    <a:pt x="73939" y="201932"/>
                    <a:pt x="60578" y="201932"/>
                  </a:cubicBezTo>
                  <a:cubicBezTo>
                    <a:pt x="47521" y="201932"/>
                    <a:pt x="24746" y="196735"/>
                    <a:pt x="14118" y="178696"/>
                  </a:cubicBezTo>
                  <a:cubicBezTo>
                    <a:pt x="24746" y="180225"/>
                    <a:pt x="34160" y="173498"/>
                    <a:pt x="34160" y="161880"/>
                  </a:cubicBezTo>
                  <a:cubicBezTo>
                    <a:pt x="34160" y="150873"/>
                    <a:pt x="25961" y="144759"/>
                    <a:pt x="17155" y="144759"/>
                  </a:cubicBezTo>
                  <a:cubicBezTo>
                    <a:pt x="9867" y="144759"/>
                    <a:pt x="150" y="149039"/>
                    <a:pt x="150" y="162492"/>
                  </a:cubicBezTo>
                  <a:cubicBezTo>
                    <a:pt x="150" y="190314"/>
                    <a:pt x="28390" y="210493"/>
                    <a:pt x="61489" y="210493"/>
                  </a:cubicBezTo>
                  <a:cubicBezTo>
                    <a:pt x="98536" y="210493"/>
                    <a:pt x="126169" y="182671"/>
                    <a:pt x="126169" y="151485"/>
                  </a:cubicBezTo>
                  <a:cubicBezTo>
                    <a:pt x="126169" y="126414"/>
                    <a:pt x="107038" y="102566"/>
                    <a:pt x="75458" y="96146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3AD2CBC0-27B7-4272-BFDD-28C531B44D57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8060674" y="5009919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5" name="Freeform: Shape 2054">
              <a:extLst>
                <a:ext uri="{FF2B5EF4-FFF2-40B4-BE49-F238E27FC236}">
                  <a16:creationId xmlns:a16="http://schemas.microsoft.com/office/drawing/2014/main" id="{54118EC6-5C6C-6C90-4537-0F381C323B70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8292290" y="5063117"/>
              <a:ext cx="100208" cy="203623"/>
            </a:xfrm>
            <a:custGeom>
              <a:avLst/>
              <a:gdLst>
                <a:gd name="connsiteX0" fmla="*/ 62430 w 100208"/>
                <a:gd name="connsiteY0" fmla="*/ 8092 h 203623"/>
                <a:gd name="connsiteX1" fmla="*/ 55445 w 100208"/>
                <a:gd name="connsiteY1" fmla="*/ 143 h 203623"/>
                <a:gd name="connsiteX2" fmla="*/ 179 w 100208"/>
                <a:gd name="connsiteY2" fmla="*/ 19710 h 203623"/>
                <a:gd name="connsiteX3" fmla="*/ 179 w 100208"/>
                <a:gd name="connsiteY3" fmla="*/ 29188 h 203623"/>
                <a:gd name="connsiteX4" fmla="*/ 39959 w 100208"/>
                <a:gd name="connsiteY4" fmla="*/ 21239 h 203623"/>
                <a:gd name="connsiteX5" fmla="*/ 39959 w 100208"/>
                <a:gd name="connsiteY5" fmla="*/ 179613 h 203623"/>
                <a:gd name="connsiteX6" fmla="*/ 11718 w 100208"/>
                <a:gd name="connsiteY6" fmla="*/ 194289 h 203623"/>
                <a:gd name="connsiteX7" fmla="*/ 2001 w 100208"/>
                <a:gd name="connsiteY7" fmla="*/ 194289 h 203623"/>
                <a:gd name="connsiteX8" fmla="*/ 2001 w 100208"/>
                <a:gd name="connsiteY8" fmla="*/ 203767 h 203623"/>
                <a:gd name="connsiteX9" fmla="*/ 51194 w 100208"/>
                <a:gd name="connsiteY9" fmla="*/ 202849 h 203623"/>
                <a:gd name="connsiteX10" fmla="*/ 100387 w 100208"/>
                <a:gd name="connsiteY10" fmla="*/ 203767 h 203623"/>
                <a:gd name="connsiteX11" fmla="*/ 100387 w 100208"/>
                <a:gd name="connsiteY11" fmla="*/ 194289 h 203623"/>
                <a:gd name="connsiteX12" fmla="*/ 90670 w 100208"/>
                <a:gd name="connsiteY12" fmla="*/ 194289 h 203623"/>
                <a:gd name="connsiteX13" fmla="*/ 62430 w 100208"/>
                <a:gd name="connsiteY13" fmla="*/ 179613 h 203623"/>
                <a:gd name="connsiteX14" fmla="*/ 62430 w 100208"/>
                <a:gd name="connsiteY14" fmla="*/ 8092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430" y="8092"/>
                  </a:moveTo>
                  <a:cubicBezTo>
                    <a:pt x="62430" y="755"/>
                    <a:pt x="62430" y="143"/>
                    <a:pt x="55445" y="143"/>
                  </a:cubicBezTo>
                  <a:cubicBezTo>
                    <a:pt x="36618" y="19710"/>
                    <a:pt x="9896" y="19710"/>
                    <a:pt x="179" y="19710"/>
                  </a:cubicBezTo>
                  <a:lnTo>
                    <a:pt x="179" y="29188"/>
                  </a:lnTo>
                  <a:cubicBezTo>
                    <a:pt x="6252" y="29188"/>
                    <a:pt x="24168" y="29188"/>
                    <a:pt x="39959" y="21239"/>
                  </a:cubicBezTo>
                  <a:lnTo>
                    <a:pt x="39959" y="179613"/>
                  </a:lnTo>
                  <a:cubicBezTo>
                    <a:pt x="39959" y="190620"/>
                    <a:pt x="39048" y="194289"/>
                    <a:pt x="11718" y="194289"/>
                  </a:cubicBezTo>
                  <a:lnTo>
                    <a:pt x="2001" y="194289"/>
                  </a:lnTo>
                  <a:lnTo>
                    <a:pt x="2001" y="203767"/>
                  </a:lnTo>
                  <a:cubicBezTo>
                    <a:pt x="12629" y="202849"/>
                    <a:pt x="39048" y="202849"/>
                    <a:pt x="51194" y="202849"/>
                  </a:cubicBezTo>
                  <a:cubicBezTo>
                    <a:pt x="63341" y="202849"/>
                    <a:pt x="89759" y="202849"/>
                    <a:pt x="100387" y="203767"/>
                  </a:cubicBezTo>
                  <a:lnTo>
                    <a:pt x="100387" y="194289"/>
                  </a:lnTo>
                  <a:lnTo>
                    <a:pt x="90670" y="194289"/>
                  </a:lnTo>
                  <a:cubicBezTo>
                    <a:pt x="63341" y="194289"/>
                    <a:pt x="62430" y="190926"/>
                    <a:pt x="62430" y="179613"/>
                  </a:cubicBezTo>
                  <a:lnTo>
                    <a:pt x="62430" y="8092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6" name="Freeform: Shape 2055">
              <a:extLst>
                <a:ext uri="{FF2B5EF4-FFF2-40B4-BE49-F238E27FC236}">
                  <a16:creationId xmlns:a16="http://schemas.microsoft.com/office/drawing/2014/main" id="{00301232-0053-F53E-58AD-1106B3B43B98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8429849" y="5063117"/>
              <a:ext cx="126019" cy="210349"/>
            </a:xfrm>
            <a:custGeom>
              <a:avLst/>
              <a:gdLst>
                <a:gd name="connsiteX0" fmla="*/ 27514 w 126019"/>
                <a:gd name="connsiteY0" fmla="*/ 103484 h 210349"/>
                <a:gd name="connsiteX1" fmla="*/ 27514 w 126019"/>
                <a:gd name="connsiteY1" fmla="*/ 96146 h 210349"/>
                <a:gd name="connsiteX2" fmla="*/ 80654 w 126019"/>
                <a:gd name="connsiteY2" fmla="*/ 7787 h 210349"/>
                <a:gd name="connsiteX3" fmla="*/ 107376 w 126019"/>
                <a:gd name="connsiteY3" fmla="*/ 20016 h 210349"/>
                <a:gd name="connsiteX4" fmla="*/ 90675 w 126019"/>
                <a:gd name="connsiteY4" fmla="*/ 33775 h 210349"/>
                <a:gd name="connsiteX5" fmla="*/ 104644 w 126019"/>
                <a:gd name="connsiteY5" fmla="*/ 47839 h 210349"/>
                <a:gd name="connsiteX6" fmla="*/ 118612 w 126019"/>
                <a:gd name="connsiteY6" fmla="*/ 33163 h 210349"/>
                <a:gd name="connsiteX7" fmla="*/ 80047 w 126019"/>
                <a:gd name="connsiteY7" fmla="*/ 143 h 210349"/>
                <a:gd name="connsiteX8" fmla="*/ 184 w 126019"/>
                <a:gd name="connsiteY8" fmla="*/ 107152 h 210349"/>
                <a:gd name="connsiteX9" fmla="*/ 63649 w 126019"/>
                <a:gd name="connsiteY9" fmla="*/ 210493 h 210349"/>
                <a:gd name="connsiteX10" fmla="*/ 126204 w 126019"/>
                <a:gd name="connsiteY10" fmla="*/ 141395 h 210349"/>
                <a:gd name="connsiteX11" fmla="*/ 65471 w 126019"/>
                <a:gd name="connsiteY11" fmla="*/ 73215 h 210349"/>
                <a:gd name="connsiteX12" fmla="*/ 27514 w 126019"/>
                <a:gd name="connsiteY12" fmla="*/ 103484 h 210349"/>
                <a:gd name="connsiteX13" fmla="*/ 63649 w 126019"/>
                <a:gd name="connsiteY13" fmla="*/ 201932 h 210349"/>
                <a:gd name="connsiteX14" fmla="*/ 33587 w 126019"/>
                <a:gd name="connsiteY14" fmla="*/ 179002 h 210349"/>
                <a:gd name="connsiteX15" fmla="*/ 28121 w 126019"/>
                <a:gd name="connsiteY15" fmla="*/ 134669 h 210349"/>
                <a:gd name="connsiteX16" fmla="*/ 65168 w 126019"/>
                <a:gd name="connsiteY16" fmla="*/ 80247 h 210349"/>
                <a:gd name="connsiteX17" fmla="*/ 93408 w 126019"/>
                <a:gd name="connsiteY17" fmla="*/ 99203 h 210349"/>
                <a:gd name="connsiteX18" fmla="*/ 98874 w 126019"/>
                <a:gd name="connsiteY18" fmla="*/ 141090 h 210349"/>
                <a:gd name="connsiteX19" fmla="*/ 93712 w 126019"/>
                <a:gd name="connsiteY19" fmla="*/ 182059 h 210349"/>
                <a:gd name="connsiteX20" fmla="*/ 63649 w 126019"/>
                <a:gd name="connsiteY20" fmla="*/ 20193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10349">
                  <a:moveTo>
                    <a:pt x="27514" y="103484"/>
                  </a:moveTo>
                  <a:lnTo>
                    <a:pt x="27514" y="96146"/>
                  </a:lnTo>
                  <a:cubicBezTo>
                    <a:pt x="27514" y="18793"/>
                    <a:pt x="65168" y="7787"/>
                    <a:pt x="80654" y="7787"/>
                  </a:cubicBezTo>
                  <a:cubicBezTo>
                    <a:pt x="87942" y="7787"/>
                    <a:pt x="100696" y="9621"/>
                    <a:pt x="107376" y="20016"/>
                  </a:cubicBezTo>
                  <a:cubicBezTo>
                    <a:pt x="102822" y="20016"/>
                    <a:pt x="90675" y="20016"/>
                    <a:pt x="90675" y="33775"/>
                  </a:cubicBezTo>
                  <a:cubicBezTo>
                    <a:pt x="90675" y="43253"/>
                    <a:pt x="97963" y="47839"/>
                    <a:pt x="104644" y="47839"/>
                  </a:cubicBezTo>
                  <a:cubicBezTo>
                    <a:pt x="109502" y="47839"/>
                    <a:pt x="118612" y="45087"/>
                    <a:pt x="118612" y="33163"/>
                  </a:cubicBezTo>
                  <a:cubicBezTo>
                    <a:pt x="118612" y="14819"/>
                    <a:pt x="105251" y="143"/>
                    <a:pt x="80047" y="143"/>
                  </a:cubicBezTo>
                  <a:cubicBezTo>
                    <a:pt x="41178" y="143"/>
                    <a:pt x="184" y="39584"/>
                    <a:pt x="184" y="107152"/>
                  </a:cubicBezTo>
                  <a:cubicBezTo>
                    <a:pt x="184" y="188785"/>
                    <a:pt x="35409" y="210493"/>
                    <a:pt x="63649" y="210493"/>
                  </a:cubicBezTo>
                  <a:cubicBezTo>
                    <a:pt x="97356" y="210493"/>
                    <a:pt x="126204" y="181753"/>
                    <a:pt x="126204" y="141395"/>
                  </a:cubicBezTo>
                  <a:cubicBezTo>
                    <a:pt x="126204" y="102566"/>
                    <a:pt x="99178" y="73215"/>
                    <a:pt x="65471" y="73215"/>
                  </a:cubicBezTo>
                  <a:cubicBezTo>
                    <a:pt x="44822" y="73215"/>
                    <a:pt x="33587" y="88808"/>
                    <a:pt x="27514" y="103484"/>
                  </a:cubicBezTo>
                  <a:close/>
                  <a:moveTo>
                    <a:pt x="63649" y="201932"/>
                  </a:moveTo>
                  <a:cubicBezTo>
                    <a:pt x="44519" y="201932"/>
                    <a:pt x="35409" y="183588"/>
                    <a:pt x="33587" y="179002"/>
                  </a:cubicBezTo>
                  <a:cubicBezTo>
                    <a:pt x="28121" y="164632"/>
                    <a:pt x="28121" y="140173"/>
                    <a:pt x="28121" y="134669"/>
                  </a:cubicBezTo>
                  <a:cubicBezTo>
                    <a:pt x="28121" y="110821"/>
                    <a:pt x="37838" y="80247"/>
                    <a:pt x="65168" y="80247"/>
                  </a:cubicBezTo>
                  <a:cubicBezTo>
                    <a:pt x="70026" y="80247"/>
                    <a:pt x="83995" y="80247"/>
                    <a:pt x="93408" y="99203"/>
                  </a:cubicBezTo>
                  <a:cubicBezTo>
                    <a:pt x="98874" y="110516"/>
                    <a:pt x="98874" y="126108"/>
                    <a:pt x="98874" y="141090"/>
                  </a:cubicBezTo>
                  <a:cubicBezTo>
                    <a:pt x="98874" y="155765"/>
                    <a:pt x="98874" y="171052"/>
                    <a:pt x="93712" y="182059"/>
                  </a:cubicBezTo>
                  <a:cubicBezTo>
                    <a:pt x="84602" y="200404"/>
                    <a:pt x="70633" y="201932"/>
                    <a:pt x="63649" y="20193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7" name="Freeform: Shape 2056">
              <a:extLst>
                <a:ext uri="{FF2B5EF4-FFF2-40B4-BE49-F238E27FC236}">
                  <a16:creationId xmlns:a16="http://schemas.microsoft.com/office/drawing/2014/main" id="{223A82C0-F72A-9188-4B38-57712C462C59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8595041" y="5234332"/>
              <a:ext cx="32188" cy="32408"/>
            </a:xfrm>
            <a:custGeom>
              <a:avLst/>
              <a:gdLst>
                <a:gd name="connsiteX0" fmla="*/ 32377 w 32188"/>
                <a:gd name="connsiteY0" fmla="*/ 16347 h 32408"/>
                <a:gd name="connsiteX1" fmla="*/ 16283 w 32188"/>
                <a:gd name="connsiteY1" fmla="*/ 143 h 32408"/>
                <a:gd name="connsiteX2" fmla="*/ 189 w 32188"/>
                <a:gd name="connsiteY2" fmla="*/ 16347 h 32408"/>
                <a:gd name="connsiteX3" fmla="*/ 16283 w 32188"/>
                <a:gd name="connsiteY3" fmla="*/ 32552 h 32408"/>
                <a:gd name="connsiteX4" fmla="*/ 32377 w 32188"/>
                <a:gd name="connsiteY4" fmla="*/ 16347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377" y="16347"/>
                  </a:moveTo>
                  <a:cubicBezTo>
                    <a:pt x="32377" y="7481"/>
                    <a:pt x="25089" y="143"/>
                    <a:pt x="16283" y="143"/>
                  </a:cubicBezTo>
                  <a:cubicBezTo>
                    <a:pt x="7477" y="143"/>
                    <a:pt x="189" y="7481"/>
                    <a:pt x="189" y="16347"/>
                  </a:cubicBezTo>
                  <a:cubicBezTo>
                    <a:pt x="189" y="25214"/>
                    <a:pt x="7477" y="32552"/>
                    <a:pt x="16283" y="32552"/>
                  </a:cubicBezTo>
                  <a:cubicBezTo>
                    <a:pt x="25089" y="32552"/>
                    <a:pt x="32377" y="25214"/>
                    <a:pt x="32377" y="1634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207D3192-BB79-E758-89B8-249C5AD454EC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8665120" y="5063117"/>
              <a:ext cx="127841" cy="210349"/>
            </a:xfrm>
            <a:custGeom>
              <a:avLst/>
              <a:gdLst>
                <a:gd name="connsiteX0" fmla="*/ 128033 w 127841"/>
                <a:gd name="connsiteY0" fmla="*/ 105929 h 210349"/>
                <a:gd name="connsiteX1" fmla="*/ 115887 w 127841"/>
                <a:gd name="connsiteY1" fmla="*/ 34386 h 210349"/>
                <a:gd name="connsiteX2" fmla="*/ 64264 w 127841"/>
                <a:gd name="connsiteY2" fmla="*/ 143 h 210349"/>
                <a:gd name="connsiteX3" fmla="*/ 11427 w 127841"/>
                <a:gd name="connsiteY3" fmla="*/ 36526 h 210349"/>
                <a:gd name="connsiteX4" fmla="*/ 192 w 127841"/>
                <a:gd name="connsiteY4" fmla="*/ 105929 h 210349"/>
                <a:gd name="connsiteX5" fmla="*/ 13857 w 127841"/>
                <a:gd name="connsiteY5" fmla="*/ 179613 h 210349"/>
                <a:gd name="connsiteX6" fmla="*/ 63961 w 127841"/>
                <a:gd name="connsiteY6" fmla="*/ 210493 h 210349"/>
                <a:gd name="connsiteX7" fmla="*/ 116798 w 127841"/>
                <a:gd name="connsiteY7" fmla="*/ 175027 h 210349"/>
                <a:gd name="connsiteX8" fmla="*/ 128033 w 127841"/>
                <a:gd name="connsiteY8" fmla="*/ 105929 h 210349"/>
                <a:gd name="connsiteX9" fmla="*/ 63961 w 127841"/>
                <a:gd name="connsiteY9" fmla="*/ 203767 h 210349"/>
                <a:gd name="connsiteX10" fmla="*/ 28736 w 127841"/>
                <a:gd name="connsiteY10" fmla="*/ 166772 h 210349"/>
                <a:gd name="connsiteX11" fmla="*/ 25396 w 127841"/>
                <a:gd name="connsiteY11" fmla="*/ 102261 h 210349"/>
                <a:gd name="connsiteX12" fmla="*/ 27825 w 127841"/>
                <a:gd name="connsiteY12" fmla="*/ 46004 h 210349"/>
                <a:gd name="connsiteX13" fmla="*/ 63961 w 127841"/>
                <a:gd name="connsiteY13" fmla="*/ 6869 h 210349"/>
                <a:gd name="connsiteX14" fmla="*/ 99793 w 127841"/>
                <a:gd name="connsiteY14" fmla="*/ 42641 h 210349"/>
                <a:gd name="connsiteX15" fmla="*/ 102829 w 127841"/>
                <a:gd name="connsiteY15" fmla="*/ 102261 h 210349"/>
                <a:gd name="connsiteX16" fmla="*/ 99489 w 127841"/>
                <a:gd name="connsiteY16" fmla="*/ 165549 h 210349"/>
                <a:gd name="connsiteX17" fmla="*/ 63961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3" y="105929"/>
                  </a:moveTo>
                  <a:cubicBezTo>
                    <a:pt x="128033" y="81470"/>
                    <a:pt x="126515" y="57011"/>
                    <a:pt x="115887" y="34386"/>
                  </a:cubicBezTo>
                  <a:cubicBezTo>
                    <a:pt x="101918" y="5035"/>
                    <a:pt x="77018" y="143"/>
                    <a:pt x="64264" y="143"/>
                  </a:cubicBezTo>
                  <a:cubicBezTo>
                    <a:pt x="46045" y="143"/>
                    <a:pt x="23877" y="8092"/>
                    <a:pt x="11427" y="36526"/>
                  </a:cubicBezTo>
                  <a:cubicBezTo>
                    <a:pt x="1710" y="57622"/>
                    <a:pt x="192" y="81470"/>
                    <a:pt x="192" y="105929"/>
                  </a:cubicBezTo>
                  <a:cubicBezTo>
                    <a:pt x="192" y="128860"/>
                    <a:pt x="1406" y="156377"/>
                    <a:pt x="13857" y="179613"/>
                  </a:cubicBezTo>
                  <a:cubicBezTo>
                    <a:pt x="26914" y="204378"/>
                    <a:pt x="49081" y="210493"/>
                    <a:pt x="63961" y="210493"/>
                  </a:cubicBezTo>
                  <a:cubicBezTo>
                    <a:pt x="80358" y="210493"/>
                    <a:pt x="103437" y="204072"/>
                    <a:pt x="116798" y="175027"/>
                  </a:cubicBezTo>
                  <a:cubicBezTo>
                    <a:pt x="126515" y="153931"/>
                    <a:pt x="128033" y="130083"/>
                    <a:pt x="128033" y="105929"/>
                  </a:cubicBezTo>
                  <a:close/>
                  <a:moveTo>
                    <a:pt x="63961" y="203767"/>
                  </a:moveTo>
                  <a:cubicBezTo>
                    <a:pt x="52118" y="203767"/>
                    <a:pt x="34202" y="196123"/>
                    <a:pt x="28736" y="166772"/>
                  </a:cubicBezTo>
                  <a:cubicBezTo>
                    <a:pt x="25396" y="148428"/>
                    <a:pt x="25396" y="120299"/>
                    <a:pt x="25396" y="102261"/>
                  </a:cubicBezTo>
                  <a:cubicBezTo>
                    <a:pt x="25396" y="82693"/>
                    <a:pt x="25396" y="62514"/>
                    <a:pt x="27825" y="46004"/>
                  </a:cubicBezTo>
                  <a:cubicBezTo>
                    <a:pt x="33595" y="9621"/>
                    <a:pt x="56369" y="6869"/>
                    <a:pt x="63961" y="6869"/>
                  </a:cubicBezTo>
                  <a:cubicBezTo>
                    <a:pt x="73982" y="6869"/>
                    <a:pt x="94023" y="12373"/>
                    <a:pt x="99793" y="42641"/>
                  </a:cubicBezTo>
                  <a:cubicBezTo>
                    <a:pt x="102829" y="59763"/>
                    <a:pt x="102829" y="82999"/>
                    <a:pt x="102829" y="102261"/>
                  </a:cubicBezTo>
                  <a:cubicBezTo>
                    <a:pt x="102829" y="125191"/>
                    <a:pt x="102829" y="145982"/>
                    <a:pt x="99489" y="165549"/>
                  </a:cubicBezTo>
                  <a:cubicBezTo>
                    <a:pt x="94934" y="194594"/>
                    <a:pt x="77625" y="203767"/>
                    <a:pt x="63961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9" name="Freeform: Shape 2058">
              <a:extLst>
                <a:ext uri="{FF2B5EF4-FFF2-40B4-BE49-F238E27FC236}">
                  <a16:creationId xmlns:a16="http://schemas.microsoft.com/office/drawing/2014/main" id="{566A85C8-7D75-AB72-E198-42951CD438F8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8816951" y="5063117"/>
              <a:ext cx="127841" cy="210349"/>
            </a:xfrm>
            <a:custGeom>
              <a:avLst/>
              <a:gdLst>
                <a:gd name="connsiteX0" fmla="*/ 128038 w 127841"/>
                <a:gd name="connsiteY0" fmla="*/ 105929 h 210349"/>
                <a:gd name="connsiteX1" fmla="*/ 115892 w 127841"/>
                <a:gd name="connsiteY1" fmla="*/ 34386 h 210349"/>
                <a:gd name="connsiteX2" fmla="*/ 64269 w 127841"/>
                <a:gd name="connsiteY2" fmla="*/ 143 h 210349"/>
                <a:gd name="connsiteX3" fmla="*/ 11432 w 127841"/>
                <a:gd name="connsiteY3" fmla="*/ 36526 h 210349"/>
                <a:gd name="connsiteX4" fmla="*/ 197 w 127841"/>
                <a:gd name="connsiteY4" fmla="*/ 105929 h 210349"/>
                <a:gd name="connsiteX5" fmla="*/ 13862 w 127841"/>
                <a:gd name="connsiteY5" fmla="*/ 179613 h 210349"/>
                <a:gd name="connsiteX6" fmla="*/ 63966 w 127841"/>
                <a:gd name="connsiteY6" fmla="*/ 210493 h 210349"/>
                <a:gd name="connsiteX7" fmla="*/ 116803 w 127841"/>
                <a:gd name="connsiteY7" fmla="*/ 175027 h 210349"/>
                <a:gd name="connsiteX8" fmla="*/ 128038 w 127841"/>
                <a:gd name="connsiteY8" fmla="*/ 105929 h 210349"/>
                <a:gd name="connsiteX9" fmla="*/ 63966 w 127841"/>
                <a:gd name="connsiteY9" fmla="*/ 203767 h 210349"/>
                <a:gd name="connsiteX10" fmla="*/ 28741 w 127841"/>
                <a:gd name="connsiteY10" fmla="*/ 166772 h 210349"/>
                <a:gd name="connsiteX11" fmla="*/ 25401 w 127841"/>
                <a:gd name="connsiteY11" fmla="*/ 102261 h 210349"/>
                <a:gd name="connsiteX12" fmla="*/ 27830 w 127841"/>
                <a:gd name="connsiteY12" fmla="*/ 46004 h 210349"/>
                <a:gd name="connsiteX13" fmla="*/ 63966 w 127841"/>
                <a:gd name="connsiteY13" fmla="*/ 6869 h 210349"/>
                <a:gd name="connsiteX14" fmla="*/ 99798 w 127841"/>
                <a:gd name="connsiteY14" fmla="*/ 42641 h 210349"/>
                <a:gd name="connsiteX15" fmla="*/ 102834 w 127841"/>
                <a:gd name="connsiteY15" fmla="*/ 102261 h 210349"/>
                <a:gd name="connsiteX16" fmla="*/ 99494 w 127841"/>
                <a:gd name="connsiteY16" fmla="*/ 165549 h 210349"/>
                <a:gd name="connsiteX17" fmla="*/ 63966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38" y="105929"/>
                  </a:moveTo>
                  <a:cubicBezTo>
                    <a:pt x="128038" y="81470"/>
                    <a:pt x="126520" y="57011"/>
                    <a:pt x="115892" y="34386"/>
                  </a:cubicBezTo>
                  <a:cubicBezTo>
                    <a:pt x="101923" y="5035"/>
                    <a:pt x="77023" y="143"/>
                    <a:pt x="64269" y="143"/>
                  </a:cubicBezTo>
                  <a:cubicBezTo>
                    <a:pt x="46050" y="143"/>
                    <a:pt x="23882" y="8092"/>
                    <a:pt x="11432" y="36526"/>
                  </a:cubicBezTo>
                  <a:cubicBezTo>
                    <a:pt x="1715" y="57622"/>
                    <a:pt x="197" y="81470"/>
                    <a:pt x="197" y="105929"/>
                  </a:cubicBezTo>
                  <a:cubicBezTo>
                    <a:pt x="197" y="128860"/>
                    <a:pt x="1411" y="156377"/>
                    <a:pt x="13862" y="179613"/>
                  </a:cubicBezTo>
                  <a:cubicBezTo>
                    <a:pt x="26919" y="204378"/>
                    <a:pt x="49086" y="210493"/>
                    <a:pt x="63966" y="210493"/>
                  </a:cubicBezTo>
                  <a:cubicBezTo>
                    <a:pt x="80363" y="210493"/>
                    <a:pt x="103442" y="204072"/>
                    <a:pt x="116803" y="175027"/>
                  </a:cubicBezTo>
                  <a:cubicBezTo>
                    <a:pt x="126520" y="153931"/>
                    <a:pt x="128038" y="130083"/>
                    <a:pt x="128038" y="105929"/>
                  </a:cubicBezTo>
                  <a:close/>
                  <a:moveTo>
                    <a:pt x="63966" y="203767"/>
                  </a:moveTo>
                  <a:cubicBezTo>
                    <a:pt x="52123" y="203767"/>
                    <a:pt x="34207" y="196123"/>
                    <a:pt x="28741" y="166772"/>
                  </a:cubicBezTo>
                  <a:cubicBezTo>
                    <a:pt x="25401" y="148428"/>
                    <a:pt x="25401" y="120299"/>
                    <a:pt x="25401" y="102261"/>
                  </a:cubicBezTo>
                  <a:cubicBezTo>
                    <a:pt x="25401" y="82693"/>
                    <a:pt x="25401" y="62514"/>
                    <a:pt x="27830" y="46004"/>
                  </a:cubicBezTo>
                  <a:cubicBezTo>
                    <a:pt x="33600" y="9621"/>
                    <a:pt x="56374" y="6869"/>
                    <a:pt x="63966" y="6869"/>
                  </a:cubicBezTo>
                  <a:cubicBezTo>
                    <a:pt x="73987" y="6869"/>
                    <a:pt x="94028" y="12373"/>
                    <a:pt x="99798" y="42641"/>
                  </a:cubicBezTo>
                  <a:cubicBezTo>
                    <a:pt x="102834" y="59763"/>
                    <a:pt x="102834" y="82999"/>
                    <a:pt x="102834" y="102261"/>
                  </a:cubicBezTo>
                  <a:cubicBezTo>
                    <a:pt x="102834" y="125191"/>
                    <a:pt x="102834" y="145982"/>
                    <a:pt x="99494" y="165549"/>
                  </a:cubicBezTo>
                  <a:cubicBezTo>
                    <a:pt x="94939" y="194594"/>
                    <a:pt x="77630" y="203767"/>
                    <a:pt x="63966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2F928019-58BB-29E7-281A-E2546B27123E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8968782" y="5063117"/>
              <a:ext cx="127841" cy="210349"/>
            </a:xfrm>
            <a:custGeom>
              <a:avLst/>
              <a:gdLst>
                <a:gd name="connsiteX0" fmla="*/ 128043 w 127841"/>
                <a:gd name="connsiteY0" fmla="*/ 105929 h 210349"/>
                <a:gd name="connsiteX1" fmla="*/ 115897 w 127841"/>
                <a:gd name="connsiteY1" fmla="*/ 34386 h 210349"/>
                <a:gd name="connsiteX2" fmla="*/ 64274 w 127841"/>
                <a:gd name="connsiteY2" fmla="*/ 143 h 210349"/>
                <a:gd name="connsiteX3" fmla="*/ 11437 w 127841"/>
                <a:gd name="connsiteY3" fmla="*/ 36526 h 210349"/>
                <a:gd name="connsiteX4" fmla="*/ 202 w 127841"/>
                <a:gd name="connsiteY4" fmla="*/ 105929 h 210349"/>
                <a:gd name="connsiteX5" fmla="*/ 13867 w 127841"/>
                <a:gd name="connsiteY5" fmla="*/ 179613 h 210349"/>
                <a:gd name="connsiteX6" fmla="*/ 63971 w 127841"/>
                <a:gd name="connsiteY6" fmla="*/ 210493 h 210349"/>
                <a:gd name="connsiteX7" fmla="*/ 116808 w 127841"/>
                <a:gd name="connsiteY7" fmla="*/ 175027 h 210349"/>
                <a:gd name="connsiteX8" fmla="*/ 128043 w 127841"/>
                <a:gd name="connsiteY8" fmla="*/ 105929 h 210349"/>
                <a:gd name="connsiteX9" fmla="*/ 63971 w 127841"/>
                <a:gd name="connsiteY9" fmla="*/ 203767 h 210349"/>
                <a:gd name="connsiteX10" fmla="*/ 28746 w 127841"/>
                <a:gd name="connsiteY10" fmla="*/ 166772 h 210349"/>
                <a:gd name="connsiteX11" fmla="*/ 25406 w 127841"/>
                <a:gd name="connsiteY11" fmla="*/ 102261 h 210349"/>
                <a:gd name="connsiteX12" fmla="*/ 27835 w 127841"/>
                <a:gd name="connsiteY12" fmla="*/ 46004 h 210349"/>
                <a:gd name="connsiteX13" fmla="*/ 63971 w 127841"/>
                <a:gd name="connsiteY13" fmla="*/ 6869 h 210349"/>
                <a:gd name="connsiteX14" fmla="*/ 99803 w 127841"/>
                <a:gd name="connsiteY14" fmla="*/ 42641 h 210349"/>
                <a:gd name="connsiteX15" fmla="*/ 102839 w 127841"/>
                <a:gd name="connsiteY15" fmla="*/ 102261 h 210349"/>
                <a:gd name="connsiteX16" fmla="*/ 99499 w 127841"/>
                <a:gd name="connsiteY16" fmla="*/ 165549 h 210349"/>
                <a:gd name="connsiteX17" fmla="*/ 63971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43" y="105929"/>
                  </a:moveTo>
                  <a:cubicBezTo>
                    <a:pt x="128043" y="81470"/>
                    <a:pt x="126525" y="57011"/>
                    <a:pt x="115897" y="34386"/>
                  </a:cubicBezTo>
                  <a:cubicBezTo>
                    <a:pt x="101928" y="5035"/>
                    <a:pt x="77028" y="143"/>
                    <a:pt x="64274" y="143"/>
                  </a:cubicBezTo>
                  <a:cubicBezTo>
                    <a:pt x="46055" y="143"/>
                    <a:pt x="23887" y="8092"/>
                    <a:pt x="11437" y="36526"/>
                  </a:cubicBezTo>
                  <a:cubicBezTo>
                    <a:pt x="1720" y="57622"/>
                    <a:pt x="202" y="81470"/>
                    <a:pt x="202" y="105929"/>
                  </a:cubicBezTo>
                  <a:cubicBezTo>
                    <a:pt x="202" y="128860"/>
                    <a:pt x="1416" y="156377"/>
                    <a:pt x="13867" y="179613"/>
                  </a:cubicBezTo>
                  <a:cubicBezTo>
                    <a:pt x="26924" y="204378"/>
                    <a:pt x="49091" y="210493"/>
                    <a:pt x="63971" y="210493"/>
                  </a:cubicBezTo>
                  <a:cubicBezTo>
                    <a:pt x="80368" y="210493"/>
                    <a:pt x="103447" y="204072"/>
                    <a:pt x="116808" y="175027"/>
                  </a:cubicBezTo>
                  <a:cubicBezTo>
                    <a:pt x="126525" y="153931"/>
                    <a:pt x="128043" y="130083"/>
                    <a:pt x="128043" y="105929"/>
                  </a:cubicBezTo>
                  <a:close/>
                  <a:moveTo>
                    <a:pt x="63971" y="203767"/>
                  </a:moveTo>
                  <a:cubicBezTo>
                    <a:pt x="52128" y="203767"/>
                    <a:pt x="34212" y="196123"/>
                    <a:pt x="28746" y="166772"/>
                  </a:cubicBezTo>
                  <a:cubicBezTo>
                    <a:pt x="25406" y="148428"/>
                    <a:pt x="25406" y="120299"/>
                    <a:pt x="25406" y="102261"/>
                  </a:cubicBezTo>
                  <a:cubicBezTo>
                    <a:pt x="25406" y="82693"/>
                    <a:pt x="25406" y="62514"/>
                    <a:pt x="27835" y="46004"/>
                  </a:cubicBezTo>
                  <a:cubicBezTo>
                    <a:pt x="33605" y="9621"/>
                    <a:pt x="56379" y="6869"/>
                    <a:pt x="63971" y="6869"/>
                  </a:cubicBezTo>
                  <a:cubicBezTo>
                    <a:pt x="73991" y="6869"/>
                    <a:pt x="94033" y="12373"/>
                    <a:pt x="99803" y="42641"/>
                  </a:cubicBezTo>
                  <a:cubicBezTo>
                    <a:pt x="102839" y="59763"/>
                    <a:pt x="102839" y="82999"/>
                    <a:pt x="102839" y="102261"/>
                  </a:cubicBezTo>
                  <a:cubicBezTo>
                    <a:pt x="102839" y="125191"/>
                    <a:pt x="102839" y="145982"/>
                    <a:pt x="99499" y="165549"/>
                  </a:cubicBezTo>
                  <a:cubicBezTo>
                    <a:pt x="94944" y="194594"/>
                    <a:pt x="77635" y="203767"/>
                    <a:pt x="63971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47642E85-8980-BD74-872F-FEE4D3BDC523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9301213" y="5009919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69875D4B-5080-9C74-9581-E2C758BBA474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9532829" y="5063117"/>
              <a:ext cx="100208" cy="203623"/>
            </a:xfrm>
            <a:custGeom>
              <a:avLst/>
              <a:gdLst>
                <a:gd name="connsiteX0" fmla="*/ 62470 w 100208"/>
                <a:gd name="connsiteY0" fmla="*/ 8092 h 203623"/>
                <a:gd name="connsiteX1" fmla="*/ 55486 w 100208"/>
                <a:gd name="connsiteY1" fmla="*/ 143 h 203623"/>
                <a:gd name="connsiteX2" fmla="*/ 220 w 100208"/>
                <a:gd name="connsiteY2" fmla="*/ 19710 h 203623"/>
                <a:gd name="connsiteX3" fmla="*/ 220 w 100208"/>
                <a:gd name="connsiteY3" fmla="*/ 29188 h 203623"/>
                <a:gd name="connsiteX4" fmla="*/ 39999 w 100208"/>
                <a:gd name="connsiteY4" fmla="*/ 21239 h 203623"/>
                <a:gd name="connsiteX5" fmla="*/ 39999 w 100208"/>
                <a:gd name="connsiteY5" fmla="*/ 179613 h 203623"/>
                <a:gd name="connsiteX6" fmla="*/ 11759 w 100208"/>
                <a:gd name="connsiteY6" fmla="*/ 194289 h 203623"/>
                <a:gd name="connsiteX7" fmla="*/ 2042 w 100208"/>
                <a:gd name="connsiteY7" fmla="*/ 194289 h 203623"/>
                <a:gd name="connsiteX8" fmla="*/ 2042 w 100208"/>
                <a:gd name="connsiteY8" fmla="*/ 203767 h 203623"/>
                <a:gd name="connsiteX9" fmla="*/ 51235 w 100208"/>
                <a:gd name="connsiteY9" fmla="*/ 202849 h 203623"/>
                <a:gd name="connsiteX10" fmla="*/ 100428 w 100208"/>
                <a:gd name="connsiteY10" fmla="*/ 203767 h 203623"/>
                <a:gd name="connsiteX11" fmla="*/ 100428 w 100208"/>
                <a:gd name="connsiteY11" fmla="*/ 194289 h 203623"/>
                <a:gd name="connsiteX12" fmla="*/ 90711 w 100208"/>
                <a:gd name="connsiteY12" fmla="*/ 194289 h 203623"/>
                <a:gd name="connsiteX13" fmla="*/ 62470 w 100208"/>
                <a:gd name="connsiteY13" fmla="*/ 179613 h 203623"/>
                <a:gd name="connsiteX14" fmla="*/ 62470 w 100208"/>
                <a:gd name="connsiteY14" fmla="*/ 8092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470" y="8092"/>
                  </a:moveTo>
                  <a:cubicBezTo>
                    <a:pt x="62470" y="755"/>
                    <a:pt x="62470" y="143"/>
                    <a:pt x="55486" y="143"/>
                  </a:cubicBezTo>
                  <a:cubicBezTo>
                    <a:pt x="36659" y="19710"/>
                    <a:pt x="9937" y="19710"/>
                    <a:pt x="220" y="19710"/>
                  </a:cubicBezTo>
                  <a:lnTo>
                    <a:pt x="220" y="29188"/>
                  </a:lnTo>
                  <a:cubicBezTo>
                    <a:pt x="6293" y="29188"/>
                    <a:pt x="24209" y="29188"/>
                    <a:pt x="39999" y="21239"/>
                  </a:cubicBezTo>
                  <a:lnTo>
                    <a:pt x="39999" y="179613"/>
                  </a:lnTo>
                  <a:cubicBezTo>
                    <a:pt x="39999" y="190620"/>
                    <a:pt x="39088" y="194289"/>
                    <a:pt x="11759" y="194289"/>
                  </a:cubicBezTo>
                  <a:lnTo>
                    <a:pt x="2042" y="194289"/>
                  </a:lnTo>
                  <a:lnTo>
                    <a:pt x="2042" y="203767"/>
                  </a:lnTo>
                  <a:cubicBezTo>
                    <a:pt x="12670" y="202849"/>
                    <a:pt x="39088" y="202849"/>
                    <a:pt x="51235" y="202849"/>
                  </a:cubicBezTo>
                  <a:cubicBezTo>
                    <a:pt x="63381" y="202849"/>
                    <a:pt x="89800" y="202849"/>
                    <a:pt x="100428" y="203767"/>
                  </a:cubicBezTo>
                  <a:lnTo>
                    <a:pt x="100428" y="194289"/>
                  </a:lnTo>
                  <a:lnTo>
                    <a:pt x="90711" y="194289"/>
                  </a:lnTo>
                  <a:cubicBezTo>
                    <a:pt x="63381" y="194289"/>
                    <a:pt x="62470" y="190926"/>
                    <a:pt x="62470" y="179613"/>
                  </a:cubicBezTo>
                  <a:lnTo>
                    <a:pt x="62470" y="8092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D6DDC197-28B0-7FD6-C1CB-38166B0AE19D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9684660" y="5063117"/>
              <a:ext cx="100208" cy="203623"/>
            </a:xfrm>
            <a:custGeom>
              <a:avLst/>
              <a:gdLst>
                <a:gd name="connsiteX0" fmla="*/ 62475 w 100208"/>
                <a:gd name="connsiteY0" fmla="*/ 8092 h 203623"/>
                <a:gd name="connsiteX1" fmla="*/ 55491 w 100208"/>
                <a:gd name="connsiteY1" fmla="*/ 143 h 203623"/>
                <a:gd name="connsiteX2" fmla="*/ 225 w 100208"/>
                <a:gd name="connsiteY2" fmla="*/ 19710 h 203623"/>
                <a:gd name="connsiteX3" fmla="*/ 225 w 100208"/>
                <a:gd name="connsiteY3" fmla="*/ 29188 h 203623"/>
                <a:gd name="connsiteX4" fmla="*/ 40004 w 100208"/>
                <a:gd name="connsiteY4" fmla="*/ 21239 h 203623"/>
                <a:gd name="connsiteX5" fmla="*/ 40004 w 100208"/>
                <a:gd name="connsiteY5" fmla="*/ 179613 h 203623"/>
                <a:gd name="connsiteX6" fmla="*/ 11764 w 100208"/>
                <a:gd name="connsiteY6" fmla="*/ 194289 h 203623"/>
                <a:gd name="connsiteX7" fmla="*/ 2047 w 100208"/>
                <a:gd name="connsiteY7" fmla="*/ 194289 h 203623"/>
                <a:gd name="connsiteX8" fmla="*/ 2047 w 100208"/>
                <a:gd name="connsiteY8" fmla="*/ 203767 h 203623"/>
                <a:gd name="connsiteX9" fmla="*/ 51240 w 100208"/>
                <a:gd name="connsiteY9" fmla="*/ 202849 h 203623"/>
                <a:gd name="connsiteX10" fmla="*/ 100433 w 100208"/>
                <a:gd name="connsiteY10" fmla="*/ 203767 h 203623"/>
                <a:gd name="connsiteX11" fmla="*/ 100433 w 100208"/>
                <a:gd name="connsiteY11" fmla="*/ 194289 h 203623"/>
                <a:gd name="connsiteX12" fmla="*/ 90716 w 100208"/>
                <a:gd name="connsiteY12" fmla="*/ 194289 h 203623"/>
                <a:gd name="connsiteX13" fmla="*/ 62475 w 100208"/>
                <a:gd name="connsiteY13" fmla="*/ 179613 h 203623"/>
                <a:gd name="connsiteX14" fmla="*/ 62475 w 100208"/>
                <a:gd name="connsiteY14" fmla="*/ 8092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475" y="8092"/>
                  </a:moveTo>
                  <a:cubicBezTo>
                    <a:pt x="62475" y="755"/>
                    <a:pt x="62475" y="143"/>
                    <a:pt x="55491" y="143"/>
                  </a:cubicBezTo>
                  <a:cubicBezTo>
                    <a:pt x="36664" y="19710"/>
                    <a:pt x="9942" y="19710"/>
                    <a:pt x="225" y="19710"/>
                  </a:cubicBezTo>
                  <a:lnTo>
                    <a:pt x="225" y="29188"/>
                  </a:lnTo>
                  <a:cubicBezTo>
                    <a:pt x="6298" y="29188"/>
                    <a:pt x="24214" y="29188"/>
                    <a:pt x="40004" y="21239"/>
                  </a:cubicBezTo>
                  <a:lnTo>
                    <a:pt x="40004" y="179613"/>
                  </a:lnTo>
                  <a:cubicBezTo>
                    <a:pt x="40004" y="190620"/>
                    <a:pt x="39093" y="194289"/>
                    <a:pt x="11764" y="194289"/>
                  </a:cubicBezTo>
                  <a:lnTo>
                    <a:pt x="2047" y="194289"/>
                  </a:lnTo>
                  <a:lnTo>
                    <a:pt x="2047" y="203767"/>
                  </a:lnTo>
                  <a:cubicBezTo>
                    <a:pt x="12675" y="202849"/>
                    <a:pt x="39093" y="202849"/>
                    <a:pt x="51240" y="202849"/>
                  </a:cubicBezTo>
                  <a:cubicBezTo>
                    <a:pt x="63386" y="202849"/>
                    <a:pt x="89805" y="202849"/>
                    <a:pt x="100433" y="203767"/>
                  </a:cubicBezTo>
                  <a:lnTo>
                    <a:pt x="100433" y="194289"/>
                  </a:lnTo>
                  <a:lnTo>
                    <a:pt x="90716" y="194289"/>
                  </a:lnTo>
                  <a:cubicBezTo>
                    <a:pt x="63386" y="194289"/>
                    <a:pt x="62475" y="190926"/>
                    <a:pt x="62475" y="179613"/>
                  </a:cubicBezTo>
                  <a:lnTo>
                    <a:pt x="62475" y="8092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FB3BBC2E-E403-E810-17A4-782C1E50CFA9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9835581" y="5234332"/>
              <a:ext cx="32188" cy="32408"/>
            </a:xfrm>
            <a:custGeom>
              <a:avLst/>
              <a:gdLst>
                <a:gd name="connsiteX0" fmla="*/ 32418 w 32188"/>
                <a:gd name="connsiteY0" fmla="*/ 16347 h 32408"/>
                <a:gd name="connsiteX1" fmla="*/ 16324 w 32188"/>
                <a:gd name="connsiteY1" fmla="*/ 143 h 32408"/>
                <a:gd name="connsiteX2" fmla="*/ 230 w 32188"/>
                <a:gd name="connsiteY2" fmla="*/ 16347 h 32408"/>
                <a:gd name="connsiteX3" fmla="*/ 16324 w 32188"/>
                <a:gd name="connsiteY3" fmla="*/ 32552 h 32408"/>
                <a:gd name="connsiteX4" fmla="*/ 32418 w 32188"/>
                <a:gd name="connsiteY4" fmla="*/ 16347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18" y="16347"/>
                  </a:moveTo>
                  <a:cubicBezTo>
                    <a:pt x="32418" y="7481"/>
                    <a:pt x="25130" y="143"/>
                    <a:pt x="16324" y="143"/>
                  </a:cubicBezTo>
                  <a:cubicBezTo>
                    <a:pt x="7518" y="143"/>
                    <a:pt x="230" y="7481"/>
                    <a:pt x="230" y="16347"/>
                  </a:cubicBezTo>
                  <a:cubicBezTo>
                    <a:pt x="230" y="25214"/>
                    <a:pt x="7518" y="32552"/>
                    <a:pt x="16324" y="32552"/>
                  </a:cubicBezTo>
                  <a:cubicBezTo>
                    <a:pt x="25130" y="32552"/>
                    <a:pt x="32418" y="25214"/>
                    <a:pt x="32418" y="1634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633D26BA-45C3-9700-50F0-F73E1889228F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9906570" y="5063117"/>
              <a:ext cx="126019" cy="210349"/>
            </a:xfrm>
            <a:custGeom>
              <a:avLst/>
              <a:gdLst>
                <a:gd name="connsiteX0" fmla="*/ 75541 w 126019"/>
                <a:gd name="connsiteY0" fmla="*/ 96146 h 210349"/>
                <a:gd name="connsiteX1" fmla="*/ 118053 w 126019"/>
                <a:gd name="connsiteY1" fmla="*/ 42335 h 210349"/>
                <a:gd name="connsiteX2" fmla="*/ 62179 w 126019"/>
                <a:gd name="connsiteY2" fmla="*/ 143 h 210349"/>
                <a:gd name="connsiteX3" fmla="*/ 8431 w 126019"/>
                <a:gd name="connsiteY3" fmla="*/ 41724 h 210349"/>
                <a:gd name="connsiteX4" fmla="*/ 23918 w 126019"/>
                <a:gd name="connsiteY4" fmla="*/ 57622 h 210349"/>
                <a:gd name="connsiteX5" fmla="*/ 39405 w 126019"/>
                <a:gd name="connsiteY5" fmla="*/ 42030 h 210349"/>
                <a:gd name="connsiteX6" fmla="*/ 20578 w 126019"/>
                <a:gd name="connsiteY6" fmla="*/ 26743 h 210349"/>
                <a:gd name="connsiteX7" fmla="*/ 60965 w 126019"/>
                <a:gd name="connsiteY7" fmla="*/ 7787 h 210349"/>
                <a:gd name="connsiteX8" fmla="*/ 90116 w 126019"/>
                <a:gd name="connsiteY8" fmla="*/ 42030 h 210349"/>
                <a:gd name="connsiteX9" fmla="*/ 81614 w 126019"/>
                <a:gd name="connsiteY9" fmla="*/ 76884 h 210349"/>
                <a:gd name="connsiteX10" fmla="*/ 54588 w 126019"/>
                <a:gd name="connsiteY10" fmla="*/ 92783 h 210349"/>
                <a:gd name="connsiteX11" fmla="*/ 42745 w 126019"/>
                <a:gd name="connsiteY11" fmla="*/ 93700 h 210349"/>
                <a:gd name="connsiteX12" fmla="*/ 38190 w 126019"/>
                <a:gd name="connsiteY12" fmla="*/ 97369 h 210349"/>
                <a:gd name="connsiteX13" fmla="*/ 45478 w 126019"/>
                <a:gd name="connsiteY13" fmla="*/ 100732 h 210349"/>
                <a:gd name="connsiteX14" fmla="*/ 58839 w 126019"/>
                <a:gd name="connsiteY14" fmla="*/ 100732 h 210349"/>
                <a:gd name="connsiteX15" fmla="*/ 94975 w 126019"/>
                <a:gd name="connsiteY15" fmla="*/ 151485 h 210349"/>
                <a:gd name="connsiteX16" fmla="*/ 60661 w 126019"/>
                <a:gd name="connsiteY16" fmla="*/ 201932 h 210349"/>
                <a:gd name="connsiteX17" fmla="*/ 14201 w 126019"/>
                <a:gd name="connsiteY17" fmla="*/ 178696 h 210349"/>
                <a:gd name="connsiteX18" fmla="*/ 34243 w 126019"/>
                <a:gd name="connsiteY18" fmla="*/ 161880 h 210349"/>
                <a:gd name="connsiteX19" fmla="*/ 17238 w 126019"/>
                <a:gd name="connsiteY19" fmla="*/ 144759 h 210349"/>
                <a:gd name="connsiteX20" fmla="*/ 233 w 126019"/>
                <a:gd name="connsiteY20" fmla="*/ 162492 h 210349"/>
                <a:gd name="connsiteX21" fmla="*/ 61572 w 126019"/>
                <a:gd name="connsiteY21" fmla="*/ 210493 h 210349"/>
                <a:gd name="connsiteX22" fmla="*/ 126252 w 126019"/>
                <a:gd name="connsiteY22" fmla="*/ 151485 h 210349"/>
                <a:gd name="connsiteX23" fmla="*/ 75541 w 126019"/>
                <a:gd name="connsiteY23" fmla="*/ 96146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10349">
                  <a:moveTo>
                    <a:pt x="75541" y="96146"/>
                  </a:moveTo>
                  <a:cubicBezTo>
                    <a:pt x="100441" y="87891"/>
                    <a:pt x="118053" y="66489"/>
                    <a:pt x="118053" y="42335"/>
                  </a:cubicBezTo>
                  <a:cubicBezTo>
                    <a:pt x="118053" y="17265"/>
                    <a:pt x="91331" y="143"/>
                    <a:pt x="62179" y="143"/>
                  </a:cubicBezTo>
                  <a:cubicBezTo>
                    <a:pt x="31510" y="143"/>
                    <a:pt x="8431" y="18488"/>
                    <a:pt x="8431" y="41724"/>
                  </a:cubicBezTo>
                  <a:cubicBezTo>
                    <a:pt x="8431" y="51813"/>
                    <a:pt x="15112" y="57622"/>
                    <a:pt x="23918" y="57622"/>
                  </a:cubicBezTo>
                  <a:cubicBezTo>
                    <a:pt x="33332" y="57622"/>
                    <a:pt x="39405" y="50896"/>
                    <a:pt x="39405" y="42030"/>
                  </a:cubicBezTo>
                  <a:cubicBezTo>
                    <a:pt x="39405" y="26743"/>
                    <a:pt x="25133" y="26743"/>
                    <a:pt x="20578" y="26743"/>
                  </a:cubicBezTo>
                  <a:cubicBezTo>
                    <a:pt x="29991" y="11761"/>
                    <a:pt x="50033" y="7787"/>
                    <a:pt x="60965" y="7787"/>
                  </a:cubicBezTo>
                  <a:cubicBezTo>
                    <a:pt x="73415" y="7787"/>
                    <a:pt x="90116" y="14513"/>
                    <a:pt x="90116" y="42030"/>
                  </a:cubicBezTo>
                  <a:cubicBezTo>
                    <a:pt x="90116" y="45698"/>
                    <a:pt x="89509" y="63431"/>
                    <a:pt x="81614" y="76884"/>
                  </a:cubicBezTo>
                  <a:cubicBezTo>
                    <a:pt x="72504" y="91560"/>
                    <a:pt x="62179" y="92477"/>
                    <a:pt x="54588" y="92783"/>
                  </a:cubicBezTo>
                  <a:cubicBezTo>
                    <a:pt x="52159" y="93088"/>
                    <a:pt x="44871" y="93700"/>
                    <a:pt x="42745" y="93700"/>
                  </a:cubicBezTo>
                  <a:cubicBezTo>
                    <a:pt x="40316" y="94006"/>
                    <a:pt x="38190" y="94311"/>
                    <a:pt x="38190" y="97369"/>
                  </a:cubicBezTo>
                  <a:cubicBezTo>
                    <a:pt x="38190" y="100732"/>
                    <a:pt x="40316" y="100732"/>
                    <a:pt x="45478" y="100732"/>
                  </a:cubicBezTo>
                  <a:lnTo>
                    <a:pt x="58839" y="100732"/>
                  </a:lnTo>
                  <a:cubicBezTo>
                    <a:pt x="83739" y="100732"/>
                    <a:pt x="94975" y="121522"/>
                    <a:pt x="94975" y="151485"/>
                  </a:cubicBezTo>
                  <a:cubicBezTo>
                    <a:pt x="94975" y="193066"/>
                    <a:pt x="74022" y="201932"/>
                    <a:pt x="60661" y="201932"/>
                  </a:cubicBezTo>
                  <a:cubicBezTo>
                    <a:pt x="47604" y="201932"/>
                    <a:pt x="24829" y="196735"/>
                    <a:pt x="14201" y="178696"/>
                  </a:cubicBezTo>
                  <a:cubicBezTo>
                    <a:pt x="24829" y="180225"/>
                    <a:pt x="34243" y="173498"/>
                    <a:pt x="34243" y="161880"/>
                  </a:cubicBezTo>
                  <a:cubicBezTo>
                    <a:pt x="34243" y="150873"/>
                    <a:pt x="26044" y="144759"/>
                    <a:pt x="17238" y="144759"/>
                  </a:cubicBezTo>
                  <a:cubicBezTo>
                    <a:pt x="9950" y="144759"/>
                    <a:pt x="233" y="149039"/>
                    <a:pt x="233" y="162492"/>
                  </a:cubicBezTo>
                  <a:cubicBezTo>
                    <a:pt x="233" y="190314"/>
                    <a:pt x="28473" y="210493"/>
                    <a:pt x="61572" y="210493"/>
                  </a:cubicBezTo>
                  <a:cubicBezTo>
                    <a:pt x="98619" y="210493"/>
                    <a:pt x="126252" y="182671"/>
                    <a:pt x="126252" y="151485"/>
                  </a:cubicBezTo>
                  <a:cubicBezTo>
                    <a:pt x="126252" y="126414"/>
                    <a:pt x="107121" y="102566"/>
                    <a:pt x="75541" y="96146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16F48D05-760F-9B65-EB8B-B0D8DD88C77B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10057490" y="5063117"/>
              <a:ext cx="127841" cy="210349"/>
            </a:xfrm>
            <a:custGeom>
              <a:avLst/>
              <a:gdLst>
                <a:gd name="connsiteX0" fmla="*/ 128079 w 127841"/>
                <a:gd name="connsiteY0" fmla="*/ 105929 h 210349"/>
                <a:gd name="connsiteX1" fmla="*/ 115932 w 127841"/>
                <a:gd name="connsiteY1" fmla="*/ 34386 h 210349"/>
                <a:gd name="connsiteX2" fmla="*/ 64310 w 127841"/>
                <a:gd name="connsiteY2" fmla="*/ 143 h 210349"/>
                <a:gd name="connsiteX3" fmla="*/ 11473 w 127841"/>
                <a:gd name="connsiteY3" fmla="*/ 36526 h 210349"/>
                <a:gd name="connsiteX4" fmla="*/ 237 w 127841"/>
                <a:gd name="connsiteY4" fmla="*/ 105929 h 210349"/>
                <a:gd name="connsiteX5" fmla="*/ 13902 w 127841"/>
                <a:gd name="connsiteY5" fmla="*/ 179613 h 210349"/>
                <a:gd name="connsiteX6" fmla="*/ 64006 w 127841"/>
                <a:gd name="connsiteY6" fmla="*/ 210493 h 210349"/>
                <a:gd name="connsiteX7" fmla="*/ 116843 w 127841"/>
                <a:gd name="connsiteY7" fmla="*/ 175027 h 210349"/>
                <a:gd name="connsiteX8" fmla="*/ 128079 w 127841"/>
                <a:gd name="connsiteY8" fmla="*/ 105929 h 210349"/>
                <a:gd name="connsiteX9" fmla="*/ 64006 w 127841"/>
                <a:gd name="connsiteY9" fmla="*/ 203767 h 210349"/>
                <a:gd name="connsiteX10" fmla="*/ 28782 w 127841"/>
                <a:gd name="connsiteY10" fmla="*/ 166772 h 210349"/>
                <a:gd name="connsiteX11" fmla="*/ 25441 w 127841"/>
                <a:gd name="connsiteY11" fmla="*/ 102261 h 210349"/>
                <a:gd name="connsiteX12" fmla="*/ 27871 w 127841"/>
                <a:gd name="connsiteY12" fmla="*/ 46004 h 210349"/>
                <a:gd name="connsiteX13" fmla="*/ 64006 w 127841"/>
                <a:gd name="connsiteY13" fmla="*/ 6869 h 210349"/>
                <a:gd name="connsiteX14" fmla="*/ 99838 w 127841"/>
                <a:gd name="connsiteY14" fmla="*/ 42641 h 210349"/>
                <a:gd name="connsiteX15" fmla="*/ 102875 w 127841"/>
                <a:gd name="connsiteY15" fmla="*/ 102261 h 210349"/>
                <a:gd name="connsiteX16" fmla="*/ 99535 w 127841"/>
                <a:gd name="connsiteY16" fmla="*/ 165549 h 210349"/>
                <a:gd name="connsiteX17" fmla="*/ 64006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79" y="105929"/>
                  </a:moveTo>
                  <a:cubicBezTo>
                    <a:pt x="128079" y="81470"/>
                    <a:pt x="126561" y="57011"/>
                    <a:pt x="115932" y="34386"/>
                  </a:cubicBezTo>
                  <a:cubicBezTo>
                    <a:pt x="101964" y="5035"/>
                    <a:pt x="77064" y="143"/>
                    <a:pt x="64310" y="143"/>
                  </a:cubicBezTo>
                  <a:cubicBezTo>
                    <a:pt x="46090" y="143"/>
                    <a:pt x="23923" y="8092"/>
                    <a:pt x="11473" y="36526"/>
                  </a:cubicBezTo>
                  <a:cubicBezTo>
                    <a:pt x="1756" y="57622"/>
                    <a:pt x="237" y="81470"/>
                    <a:pt x="237" y="105929"/>
                  </a:cubicBezTo>
                  <a:cubicBezTo>
                    <a:pt x="237" y="128860"/>
                    <a:pt x="1452" y="156377"/>
                    <a:pt x="13902" y="179613"/>
                  </a:cubicBezTo>
                  <a:cubicBezTo>
                    <a:pt x="26960" y="204378"/>
                    <a:pt x="49127" y="210493"/>
                    <a:pt x="64006" y="210493"/>
                  </a:cubicBezTo>
                  <a:cubicBezTo>
                    <a:pt x="80404" y="210493"/>
                    <a:pt x="103482" y="204072"/>
                    <a:pt x="116843" y="175027"/>
                  </a:cubicBezTo>
                  <a:cubicBezTo>
                    <a:pt x="126561" y="153931"/>
                    <a:pt x="128079" y="130083"/>
                    <a:pt x="128079" y="105929"/>
                  </a:cubicBezTo>
                  <a:close/>
                  <a:moveTo>
                    <a:pt x="64006" y="203767"/>
                  </a:moveTo>
                  <a:cubicBezTo>
                    <a:pt x="52164" y="203767"/>
                    <a:pt x="34248" y="196123"/>
                    <a:pt x="28782" y="166772"/>
                  </a:cubicBezTo>
                  <a:cubicBezTo>
                    <a:pt x="25441" y="148428"/>
                    <a:pt x="25441" y="120299"/>
                    <a:pt x="25441" y="102261"/>
                  </a:cubicBezTo>
                  <a:cubicBezTo>
                    <a:pt x="25441" y="82693"/>
                    <a:pt x="25441" y="62514"/>
                    <a:pt x="27871" y="46004"/>
                  </a:cubicBezTo>
                  <a:cubicBezTo>
                    <a:pt x="33640" y="9621"/>
                    <a:pt x="56415" y="6869"/>
                    <a:pt x="64006" y="6869"/>
                  </a:cubicBezTo>
                  <a:cubicBezTo>
                    <a:pt x="74027" y="6869"/>
                    <a:pt x="94069" y="12373"/>
                    <a:pt x="99838" y="42641"/>
                  </a:cubicBezTo>
                  <a:cubicBezTo>
                    <a:pt x="102875" y="59763"/>
                    <a:pt x="102875" y="82999"/>
                    <a:pt x="102875" y="102261"/>
                  </a:cubicBezTo>
                  <a:cubicBezTo>
                    <a:pt x="102875" y="125191"/>
                    <a:pt x="102875" y="145982"/>
                    <a:pt x="99535" y="165549"/>
                  </a:cubicBezTo>
                  <a:cubicBezTo>
                    <a:pt x="94980" y="194594"/>
                    <a:pt x="77671" y="203767"/>
                    <a:pt x="64006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4EC0FD85-A761-FD49-F4A1-61DBFD0D4BBD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10209322" y="5063117"/>
              <a:ext cx="127841" cy="210349"/>
            </a:xfrm>
            <a:custGeom>
              <a:avLst/>
              <a:gdLst>
                <a:gd name="connsiteX0" fmla="*/ 128084 w 127841"/>
                <a:gd name="connsiteY0" fmla="*/ 105929 h 210349"/>
                <a:gd name="connsiteX1" fmla="*/ 115937 w 127841"/>
                <a:gd name="connsiteY1" fmla="*/ 34386 h 210349"/>
                <a:gd name="connsiteX2" fmla="*/ 64315 w 127841"/>
                <a:gd name="connsiteY2" fmla="*/ 143 h 210349"/>
                <a:gd name="connsiteX3" fmla="*/ 11478 w 127841"/>
                <a:gd name="connsiteY3" fmla="*/ 36526 h 210349"/>
                <a:gd name="connsiteX4" fmla="*/ 242 w 127841"/>
                <a:gd name="connsiteY4" fmla="*/ 105929 h 210349"/>
                <a:gd name="connsiteX5" fmla="*/ 13907 w 127841"/>
                <a:gd name="connsiteY5" fmla="*/ 179613 h 210349"/>
                <a:gd name="connsiteX6" fmla="*/ 64011 w 127841"/>
                <a:gd name="connsiteY6" fmla="*/ 210493 h 210349"/>
                <a:gd name="connsiteX7" fmla="*/ 116848 w 127841"/>
                <a:gd name="connsiteY7" fmla="*/ 175027 h 210349"/>
                <a:gd name="connsiteX8" fmla="*/ 128084 w 127841"/>
                <a:gd name="connsiteY8" fmla="*/ 105929 h 210349"/>
                <a:gd name="connsiteX9" fmla="*/ 64011 w 127841"/>
                <a:gd name="connsiteY9" fmla="*/ 203767 h 210349"/>
                <a:gd name="connsiteX10" fmla="*/ 28787 w 127841"/>
                <a:gd name="connsiteY10" fmla="*/ 166772 h 210349"/>
                <a:gd name="connsiteX11" fmla="*/ 25446 w 127841"/>
                <a:gd name="connsiteY11" fmla="*/ 102261 h 210349"/>
                <a:gd name="connsiteX12" fmla="*/ 27876 w 127841"/>
                <a:gd name="connsiteY12" fmla="*/ 46004 h 210349"/>
                <a:gd name="connsiteX13" fmla="*/ 64011 w 127841"/>
                <a:gd name="connsiteY13" fmla="*/ 6869 h 210349"/>
                <a:gd name="connsiteX14" fmla="*/ 99843 w 127841"/>
                <a:gd name="connsiteY14" fmla="*/ 42641 h 210349"/>
                <a:gd name="connsiteX15" fmla="*/ 102880 w 127841"/>
                <a:gd name="connsiteY15" fmla="*/ 102261 h 210349"/>
                <a:gd name="connsiteX16" fmla="*/ 99540 w 127841"/>
                <a:gd name="connsiteY16" fmla="*/ 165549 h 210349"/>
                <a:gd name="connsiteX17" fmla="*/ 64011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084" y="105929"/>
                  </a:moveTo>
                  <a:cubicBezTo>
                    <a:pt x="128084" y="81470"/>
                    <a:pt x="126566" y="57011"/>
                    <a:pt x="115937" y="34386"/>
                  </a:cubicBezTo>
                  <a:cubicBezTo>
                    <a:pt x="101969" y="5035"/>
                    <a:pt x="77069" y="143"/>
                    <a:pt x="64315" y="143"/>
                  </a:cubicBezTo>
                  <a:cubicBezTo>
                    <a:pt x="46095" y="143"/>
                    <a:pt x="23928" y="8092"/>
                    <a:pt x="11478" y="36526"/>
                  </a:cubicBezTo>
                  <a:cubicBezTo>
                    <a:pt x="1761" y="57622"/>
                    <a:pt x="242" y="81470"/>
                    <a:pt x="242" y="105929"/>
                  </a:cubicBezTo>
                  <a:cubicBezTo>
                    <a:pt x="242" y="128860"/>
                    <a:pt x="1457" y="156377"/>
                    <a:pt x="13907" y="179613"/>
                  </a:cubicBezTo>
                  <a:cubicBezTo>
                    <a:pt x="26965" y="204378"/>
                    <a:pt x="49132" y="210493"/>
                    <a:pt x="64011" y="210493"/>
                  </a:cubicBezTo>
                  <a:cubicBezTo>
                    <a:pt x="80409" y="210493"/>
                    <a:pt x="103487" y="204072"/>
                    <a:pt x="116848" y="175027"/>
                  </a:cubicBezTo>
                  <a:cubicBezTo>
                    <a:pt x="126566" y="153931"/>
                    <a:pt x="128084" y="130083"/>
                    <a:pt x="128084" y="105929"/>
                  </a:cubicBezTo>
                  <a:close/>
                  <a:moveTo>
                    <a:pt x="64011" y="203767"/>
                  </a:moveTo>
                  <a:cubicBezTo>
                    <a:pt x="52169" y="203767"/>
                    <a:pt x="34253" y="196123"/>
                    <a:pt x="28787" y="166772"/>
                  </a:cubicBezTo>
                  <a:cubicBezTo>
                    <a:pt x="25446" y="148428"/>
                    <a:pt x="25446" y="120299"/>
                    <a:pt x="25446" y="102261"/>
                  </a:cubicBezTo>
                  <a:cubicBezTo>
                    <a:pt x="25446" y="82693"/>
                    <a:pt x="25446" y="62514"/>
                    <a:pt x="27876" y="46004"/>
                  </a:cubicBezTo>
                  <a:cubicBezTo>
                    <a:pt x="33645" y="9621"/>
                    <a:pt x="56420" y="6869"/>
                    <a:pt x="64011" y="6869"/>
                  </a:cubicBezTo>
                  <a:cubicBezTo>
                    <a:pt x="74032" y="6869"/>
                    <a:pt x="94074" y="12373"/>
                    <a:pt x="99843" y="42641"/>
                  </a:cubicBezTo>
                  <a:cubicBezTo>
                    <a:pt x="102880" y="59763"/>
                    <a:pt x="102880" y="82999"/>
                    <a:pt x="102880" y="102261"/>
                  </a:cubicBezTo>
                  <a:cubicBezTo>
                    <a:pt x="102880" y="125191"/>
                    <a:pt x="102880" y="145982"/>
                    <a:pt x="99540" y="165549"/>
                  </a:cubicBezTo>
                  <a:cubicBezTo>
                    <a:pt x="94985" y="194594"/>
                    <a:pt x="77676" y="203767"/>
                    <a:pt x="64011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797AF5A9-FB02-3E5C-8529-2566C73B0A4D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10541753" y="5009919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8E90F309-1BF8-5D21-59B1-BB8B00B218D1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10759096" y="5063117"/>
              <a:ext cx="126019" cy="210349"/>
            </a:xfrm>
            <a:custGeom>
              <a:avLst/>
              <a:gdLst>
                <a:gd name="connsiteX0" fmla="*/ 37003 w 126019"/>
                <a:gd name="connsiteY0" fmla="*/ 64043 h 210349"/>
                <a:gd name="connsiteX1" fmla="*/ 21820 w 126019"/>
                <a:gd name="connsiteY1" fmla="*/ 39278 h 210349"/>
                <a:gd name="connsiteX2" fmla="*/ 63118 w 126019"/>
                <a:gd name="connsiteY2" fmla="*/ 7787 h 210349"/>
                <a:gd name="connsiteX3" fmla="*/ 104720 w 126019"/>
                <a:gd name="connsiteY3" fmla="*/ 45698 h 210349"/>
                <a:gd name="connsiteX4" fmla="*/ 74658 w 126019"/>
                <a:gd name="connsiteY4" fmla="*/ 88502 h 210349"/>
                <a:gd name="connsiteX5" fmla="*/ 37003 w 126019"/>
                <a:gd name="connsiteY5" fmla="*/ 64043 h 210349"/>
                <a:gd name="connsiteX6" fmla="*/ 81338 w 126019"/>
                <a:gd name="connsiteY6" fmla="*/ 93088 h 210349"/>
                <a:gd name="connsiteX7" fmla="*/ 118081 w 126019"/>
                <a:gd name="connsiteY7" fmla="*/ 45698 h 210349"/>
                <a:gd name="connsiteX8" fmla="*/ 63422 w 126019"/>
                <a:gd name="connsiteY8" fmla="*/ 143 h 210349"/>
                <a:gd name="connsiteX9" fmla="*/ 8459 w 126019"/>
                <a:gd name="connsiteY9" fmla="*/ 51202 h 210349"/>
                <a:gd name="connsiteX10" fmla="*/ 21820 w 126019"/>
                <a:gd name="connsiteY10" fmla="*/ 84833 h 210349"/>
                <a:gd name="connsiteX11" fmla="*/ 43988 w 126019"/>
                <a:gd name="connsiteY11" fmla="*/ 101343 h 210349"/>
                <a:gd name="connsiteX12" fmla="*/ 260 w 126019"/>
                <a:gd name="connsiteY12" fmla="*/ 157600 h 210349"/>
                <a:gd name="connsiteX13" fmla="*/ 63118 w 126019"/>
                <a:gd name="connsiteY13" fmla="*/ 210493 h 210349"/>
                <a:gd name="connsiteX14" fmla="*/ 126280 w 126019"/>
                <a:gd name="connsiteY14" fmla="*/ 152402 h 210349"/>
                <a:gd name="connsiteX15" fmla="*/ 111401 w 126019"/>
                <a:gd name="connsiteY15" fmla="*/ 114796 h 210349"/>
                <a:gd name="connsiteX16" fmla="*/ 81338 w 126019"/>
                <a:gd name="connsiteY16" fmla="*/ 93088 h 210349"/>
                <a:gd name="connsiteX17" fmla="*/ 50972 w 126019"/>
                <a:gd name="connsiteY17" fmla="*/ 105929 h 210349"/>
                <a:gd name="connsiteX18" fmla="*/ 88322 w 126019"/>
                <a:gd name="connsiteY18" fmla="*/ 129777 h 210349"/>
                <a:gd name="connsiteX19" fmla="*/ 111097 w 126019"/>
                <a:gd name="connsiteY19" fmla="*/ 163409 h 210349"/>
                <a:gd name="connsiteX20" fmla="*/ 63422 w 126019"/>
                <a:gd name="connsiteY20" fmla="*/ 201932 h 210349"/>
                <a:gd name="connsiteX21" fmla="*/ 15444 w 126019"/>
                <a:gd name="connsiteY21" fmla="*/ 157600 h 210349"/>
                <a:gd name="connsiteX22" fmla="*/ 50972 w 126019"/>
                <a:gd name="connsiteY22" fmla="*/ 105929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019" h="210349">
                  <a:moveTo>
                    <a:pt x="37003" y="64043"/>
                  </a:moveTo>
                  <a:cubicBezTo>
                    <a:pt x="23035" y="54871"/>
                    <a:pt x="21820" y="44476"/>
                    <a:pt x="21820" y="39278"/>
                  </a:cubicBezTo>
                  <a:cubicBezTo>
                    <a:pt x="21820" y="20628"/>
                    <a:pt x="41558" y="7787"/>
                    <a:pt x="63118" y="7787"/>
                  </a:cubicBezTo>
                  <a:cubicBezTo>
                    <a:pt x="85286" y="7787"/>
                    <a:pt x="104720" y="23685"/>
                    <a:pt x="104720" y="45698"/>
                  </a:cubicBezTo>
                  <a:cubicBezTo>
                    <a:pt x="104720" y="63126"/>
                    <a:pt x="92877" y="77801"/>
                    <a:pt x="74658" y="88502"/>
                  </a:cubicBezTo>
                  <a:lnTo>
                    <a:pt x="37003" y="64043"/>
                  </a:lnTo>
                  <a:close/>
                  <a:moveTo>
                    <a:pt x="81338" y="93088"/>
                  </a:moveTo>
                  <a:cubicBezTo>
                    <a:pt x="103202" y="81776"/>
                    <a:pt x="118081" y="65877"/>
                    <a:pt x="118081" y="45698"/>
                  </a:cubicBezTo>
                  <a:cubicBezTo>
                    <a:pt x="118081" y="17570"/>
                    <a:pt x="91055" y="143"/>
                    <a:pt x="63422" y="143"/>
                  </a:cubicBezTo>
                  <a:cubicBezTo>
                    <a:pt x="33056" y="143"/>
                    <a:pt x="8459" y="22768"/>
                    <a:pt x="8459" y="51202"/>
                  </a:cubicBezTo>
                  <a:cubicBezTo>
                    <a:pt x="8459" y="56705"/>
                    <a:pt x="9067" y="70464"/>
                    <a:pt x="21820" y="84833"/>
                  </a:cubicBezTo>
                  <a:cubicBezTo>
                    <a:pt x="25161" y="88502"/>
                    <a:pt x="36396" y="96146"/>
                    <a:pt x="43988" y="101343"/>
                  </a:cubicBezTo>
                  <a:cubicBezTo>
                    <a:pt x="26375" y="110210"/>
                    <a:pt x="260" y="127331"/>
                    <a:pt x="260" y="157600"/>
                  </a:cubicBezTo>
                  <a:cubicBezTo>
                    <a:pt x="260" y="190008"/>
                    <a:pt x="31234" y="210493"/>
                    <a:pt x="63118" y="210493"/>
                  </a:cubicBezTo>
                  <a:cubicBezTo>
                    <a:pt x="97432" y="210493"/>
                    <a:pt x="126280" y="185116"/>
                    <a:pt x="126280" y="152402"/>
                  </a:cubicBezTo>
                  <a:cubicBezTo>
                    <a:pt x="126280" y="141395"/>
                    <a:pt x="122940" y="127637"/>
                    <a:pt x="111401" y="114796"/>
                  </a:cubicBezTo>
                  <a:cubicBezTo>
                    <a:pt x="105631" y="108375"/>
                    <a:pt x="100772" y="105318"/>
                    <a:pt x="81338" y="93088"/>
                  </a:cubicBezTo>
                  <a:close/>
                  <a:moveTo>
                    <a:pt x="50972" y="105929"/>
                  </a:moveTo>
                  <a:lnTo>
                    <a:pt x="88322" y="129777"/>
                  </a:lnTo>
                  <a:cubicBezTo>
                    <a:pt x="96825" y="135586"/>
                    <a:pt x="111097" y="144759"/>
                    <a:pt x="111097" y="163409"/>
                  </a:cubicBezTo>
                  <a:cubicBezTo>
                    <a:pt x="111097" y="186034"/>
                    <a:pt x="88322" y="201932"/>
                    <a:pt x="63422" y="201932"/>
                  </a:cubicBezTo>
                  <a:cubicBezTo>
                    <a:pt x="37307" y="201932"/>
                    <a:pt x="15444" y="182976"/>
                    <a:pt x="15444" y="157600"/>
                  </a:cubicBezTo>
                  <a:cubicBezTo>
                    <a:pt x="15444" y="139867"/>
                    <a:pt x="25161" y="120299"/>
                    <a:pt x="50972" y="105929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CB96BF1E-D154-DFB1-3B74-6370E5E46AC0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10906676" y="5059754"/>
              <a:ext cx="134521" cy="206986"/>
            </a:xfrm>
            <a:custGeom>
              <a:avLst/>
              <a:gdLst>
                <a:gd name="connsiteX0" fmla="*/ 81039 w 134521"/>
                <a:gd name="connsiteY0" fmla="*/ 156683 h 206986"/>
                <a:gd name="connsiteX1" fmla="*/ 81039 w 134521"/>
                <a:gd name="connsiteY1" fmla="*/ 183282 h 206986"/>
                <a:gd name="connsiteX2" fmla="*/ 57961 w 134521"/>
                <a:gd name="connsiteY2" fmla="*/ 197652 h 206986"/>
                <a:gd name="connsiteX3" fmla="*/ 51584 w 134521"/>
                <a:gd name="connsiteY3" fmla="*/ 197652 h 206986"/>
                <a:gd name="connsiteX4" fmla="*/ 51584 w 134521"/>
                <a:gd name="connsiteY4" fmla="*/ 207130 h 206986"/>
                <a:gd name="connsiteX5" fmla="*/ 92579 w 134521"/>
                <a:gd name="connsiteY5" fmla="*/ 206213 h 206986"/>
                <a:gd name="connsiteX6" fmla="*/ 133876 w 134521"/>
                <a:gd name="connsiteY6" fmla="*/ 207130 h 206986"/>
                <a:gd name="connsiteX7" fmla="*/ 133876 w 134521"/>
                <a:gd name="connsiteY7" fmla="*/ 197652 h 206986"/>
                <a:gd name="connsiteX8" fmla="*/ 127500 w 134521"/>
                <a:gd name="connsiteY8" fmla="*/ 197652 h 206986"/>
                <a:gd name="connsiteX9" fmla="*/ 104421 w 134521"/>
                <a:gd name="connsiteY9" fmla="*/ 183282 h 206986"/>
                <a:gd name="connsiteX10" fmla="*/ 104421 w 134521"/>
                <a:gd name="connsiteY10" fmla="*/ 156683 h 206986"/>
                <a:gd name="connsiteX11" fmla="*/ 134787 w 134521"/>
                <a:gd name="connsiteY11" fmla="*/ 156683 h 206986"/>
                <a:gd name="connsiteX12" fmla="*/ 134787 w 134521"/>
                <a:gd name="connsiteY12" fmla="*/ 147205 h 206986"/>
                <a:gd name="connsiteX13" fmla="*/ 104421 w 134521"/>
                <a:gd name="connsiteY13" fmla="*/ 147205 h 206986"/>
                <a:gd name="connsiteX14" fmla="*/ 104421 w 134521"/>
                <a:gd name="connsiteY14" fmla="*/ 8092 h 206986"/>
                <a:gd name="connsiteX15" fmla="*/ 99563 w 134521"/>
                <a:gd name="connsiteY15" fmla="*/ 143 h 206986"/>
                <a:gd name="connsiteX16" fmla="*/ 93489 w 134521"/>
                <a:gd name="connsiteY16" fmla="*/ 3812 h 206986"/>
                <a:gd name="connsiteX17" fmla="*/ 265 w 134521"/>
                <a:gd name="connsiteY17" fmla="*/ 147205 h 206986"/>
                <a:gd name="connsiteX18" fmla="*/ 265 w 134521"/>
                <a:gd name="connsiteY18" fmla="*/ 156683 h 206986"/>
                <a:gd name="connsiteX19" fmla="*/ 81039 w 134521"/>
                <a:gd name="connsiteY19" fmla="*/ 156683 h 206986"/>
                <a:gd name="connsiteX20" fmla="*/ 82861 w 134521"/>
                <a:gd name="connsiteY20" fmla="*/ 147205 h 206986"/>
                <a:gd name="connsiteX21" fmla="*/ 8768 w 134521"/>
                <a:gd name="connsiteY21" fmla="*/ 147205 h 206986"/>
                <a:gd name="connsiteX22" fmla="*/ 82861 w 134521"/>
                <a:gd name="connsiteY22" fmla="*/ 33163 h 206986"/>
                <a:gd name="connsiteX23" fmla="*/ 82861 w 134521"/>
                <a:gd name="connsiteY23" fmla="*/ 147205 h 20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986">
                  <a:moveTo>
                    <a:pt x="81039" y="156683"/>
                  </a:moveTo>
                  <a:lnTo>
                    <a:pt x="81039" y="183282"/>
                  </a:lnTo>
                  <a:cubicBezTo>
                    <a:pt x="81039" y="194289"/>
                    <a:pt x="80432" y="197652"/>
                    <a:pt x="57961" y="197652"/>
                  </a:cubicBezTo>
                  <a:lnTo>
                    <a:pt x="51584" y="197652"/>
                  </a:lnTo>
                  <a:lnTo>
                    <a:pt x="51584" y="207130"/>
                  </a:lnTo>
                  <a:cubicBezTo>
                    <a:pt x="64034" y="206213"/>
                    <a:pt x="79825" y="206213"/>
                    <a:pt x="92579" y="206213"/>
                  </a:cubicBezTo>
                  <a:cubicBezTo>
                    <a:pt x="105332" y="206213"/>
                    <a:pt x="121426" y="206213"/>
                    <a:pt x="133876" y="207130"/>
                  </a:cubicBezTo>
                  <a:lnTo>
                    <a:pt x="133876" y="197652"/>
                  </a:lnTo>
                  <a:lnTo>
                    <a:pt x="127500" y="197652"/>
                  </a:lnTo>
                  <a:cubicBezTo>
                    <a:pt x="105029" y="197652"/>
                    <a:pt x="104421" y="194289"/>
                    <a:pt x="104421" y="183282"/>
                  </a:cubicBezTo>
                  <a:lnTo>
                    <a:pt x="104421" y="156683"/>
                  </a:lnTo>
                  <a:lnTo>
                    <a:pt x="134787" y="156683"/>
                  </a:lnTo>
                  <a:lnTo>
                    <a:pt x="134787" y="147205"/>
                  </a:lnTo>
                  <a:lnTo>
                    <a:pt x="104421" y="147205"/>
                  </a:lnTo>
                  <a:lnTo>
                    <a:pt x="104421" y="8092"/>
                  </a:lnTo>
                  <a:cubicBezTo>
                    <a:pt x="104421" y="1977"/>
                    <a:pt x="104421" y="143"/>
                    <a:pt x="99563" y="143"/>
                  </a:cubicBezTo>
                  <a:cubicBezTo>
                    <a:pt x="96830" y="143"/>
                    <a:pt x="95919" y="143"/>
                    <a:pt x="93489" y="3812"/>
                  </a:cubicBezTo>
                  <a:lnTo>
                    <a:pt x="265" y="147205"/>
                  </a:lnTo>
                  <a:lnTo>
                    <a:pt x="265" y="156683"/>
                  </a:lnTo>
                  <a:lnTo>
                    <a:pt x="81039" y="156683"/>
                  </a:lnTo>
                  <a:close/>
                  <a:moveTo>
                    <a:pt x="82861" y="147205"/>
                  </a:moveTo>
                  <a:lnTo>
                    <a:pt x="8768" y="147205"/>
                  </a:lnTo>
                  <a:lnTo>
                    <a:pt x="82861" y="33163"/>
                  </a:lnTo>
                  <a:lnTo>
                    <a:pt x="82861" y="147205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ECA55016-432C-6C45-149B-69958056895B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11076120" y="5234332"/>
              <a:ext cx="32188" cy="32408"/>
            </a:xfrm>
            <a:custGeom>
              <a:avLst/>
              <a:gdLst>
                <a:gd name="connsiteX0" fmla="*/ 32459 w 32188"/>
                <a:gd name="connsiteY0" fmla="*/ 16347 h 32408"/>
                <a:gd name="connsiteX1" fmla="*/ 16364 w 32188"/>
                <a:gd name="connsiteY1" fmla="*/ 143 h 32408"/>
                <a:gd name="connsiteX2" fmla="*/ 270 w 32188"/>
                <a:gd name="connsiteY2" fmla="*/ 16347 h 32408"/>
                <a:gd name="connsiteX3" fmla="*/ 16364 w 32188"/>
                <a:gd name="connsiteY3" fmla="*/ 32552 h 32408"/>
                <a:gd name="connsiteX4" fmla="*/ 32459 w 32188"/>
                <a:gd name="connsiteY4" fmla="*/ 16347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59" y="16347"/>
                  </a:moveTo>
                  <a:cubicBezTo>
                    <a:pt x="32459" y="7481"/>
                    <a:pt x="25171" y="143"/>
                    <a:pt x="16364" y="143"/>
                  </a:cubicBezTo>
                  <a:cubicBezTo>
                    <a:pt x="7558" y="143"/>
                    <a:pt x="270" y="7481"/>
                    <a:pt x="270" y="16347"/>
                  </a:cubicBezTo>
                  <a:cubicBezTo>
                    <a:pt x="270" y="25214"/>
                    <a:pt x="7558" y="32552"/>
                    <a:pt x="16364" y="32552"/>
                  </a:cubicBezTo>
                  <a:cubicBezTo>
                    <a:pt x="25171" y="32552"/>
                    <a:pt x="32459" y="25214"/>
                    <a:pt x="32459" y="1634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4" name="Freeform: Shape 2073">
              <a:extLst>
                <a:ext uri="{FF2B5EF4-FFF2-40B4-BE49-F238E27FC236}">
                  <a16:creationId xmlns:a16="http://schemas.microsoft.com/office/drawing/2014/main" id="{0567FE16-E93C-23C9-E244-8BBE484D87C5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11146198" y="5063117"/>
              <a:ext cx="127841" cy="210349"/>
            </a:xfrm>
            <a:custGeom>
              <a:avLst/>
              <a:gdLst>
                <a:gd name="connsiteX0" fmla="*/ 128115 w 127841"/>
                <a:gd name="connsiteY0" fmla="*/ 105929 h 210349"/>
                <a:gd name="connsiteX1" fmla="*/ 115968 w 127841"/>
                <a:gd name="connsiteY1" fmla="*/ 34386 h 210349"/>
                <a:gd name="connsiteX2" fmla="*/ 64346 w 127841"/>
                <a:gd name="connsiteY2" fmla="*/ 143 h 210349"/>
                <a:gd name="connsiteX3" fmla="*/ 11509 w 127841"/>
                <a:gd name="connsiteY3" fmla="*/ 36526 h 210349"/>
                <a:gd name="connsiteX4" fmla="*/ 273 w 127841"/>
                <a:gd name="connsiteY4" fmla="*/ 105929 h 210349"/>
                <a:gd name="connsiteX5" fmla="*/ 13938 w 127841"/>
                <a:gd name="connsiteY5" fmla="*/ 179613 h 210349"/>
                <a:gd name="connsiteX6" fmla="*/ 64042 w 127841"/>
                <a:gd name="connsiteY6" fmla="*/ 210493 h 210349"/>
                <a:gd name="connsiteX7" fmla="*/ 116879 w 127841"/>
                <a:gd name="connsiteY7" fmla="*/ 175027 h 210349"/>
                <a:gd name="connsiteX8" fmla="*/ 128115 w 127841"/>
                <a:gd name="connsiteY8" fmla="*/ 105929 h 210349"/>
                <a:gd name="connsiteX9" fmla="*/ 64042 w 127841"/>
                <a:gd name="connsiteY9" fmla="*/ 203767 h 210349"/>
                <a:gd name="connsiteX10" fmla="*/ 28817 w 127841"/>
                <a:gd name="connsiteY10" fmla="*/ 166772 h 210349"/>
                <a:gd name="connsiteX11" fmla="*/ 25477 w 127841"/>
                <a:gd name="connsiteY11" fmla="*/ 102261 h 210349"/>
                <a:gd name="connsiteX12" fmla="*/ 27906 w 127841"/>
                <a:gd name="connsiteY12" fmla="*/ 46004 h 210349"/>
                <a:gd name="connsiteX13" fmla="*/ 64042 w 127841"/>
                <a:gd name="connsiteY13" fmla="*/ 6869 h 210349"/>
                <a:gd name="connsiteX14" fmla="*/ 99874 w 127841"/>
                <a:gd name="connsiteY14" fmla="*/ 42641 h 210349"/>
                <a:gd name="connsiteX15" fmla="*/ 102911 w 127841"/>
                <a:gd name="connsiteY15" fmla="*/ 102261 h 210349"/>
                <a:gd name="connsiteX16" fmla="*/ 99570 w 127841"/>
                <a:gd name="connsiteY16" fmla="*/ 165549 h 210349"/>
                <a:gd name="connsiteX17" fmla="*/ 64042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15" y="105929"/>
                  </a:moveTo>
                  <a:cubicBezTo>
                    <a:pt x="128115" y="81470"/>
                    <a:pt x="126596" y="57011"/>
                    <a:pt x="115968" y="34386"/>
                  </a:cubicBezTo>
                  <a:cubicBezTo>
                    <a:pt x="102000" y="5035"/>
                    <a:pt x="77100" y="143"/>
                    <a:pt x="64346" y="143"/>
                  </a:cubicBezTo>
                  <a:cubicBezTo>
                    <a:pt x="46126" y="143"/>
                    <a:pt x="23959" y="8092"/>
                    <a:pt x="11509" y="36526"/>
                  </a:cubicBezTo>
                  <a:cubicBezTo>
                    <a:pt x="1792" y="57622"/>
                    <a:pt x="273" y="81470"/>
                    <a:pt x="273" y="105929"/>
                  </a:cubicBezTo>
                  <a:cubicBezTo>
                    <a:pt x="273" y="128860"/>
                    <a:pt x="1488" y="156377"/>
                    <a:pt x="13938" y="179613"/>
                  </a:cubicBezTo>
                  <a:cubicBezTo>
                    <a:pt x="26995" y="204378"/>
                    <a:pt x="49163" y="210493"/>
                    <a:pt x="64042" y="210493"/>
                  </a:cubicBezTo>
                  <a:cubicBezTo>
                    <a:pt x="80440" y="210493"/>
                    <a:pt x="103518" y="204072"/>
                    <a:pt x="116879" y="175027"/>
                  </a:cubicBezTo>
                  <a:cubicBezTo>
                    <a:pt x="126596" y="153931"/>
                    <a:pt x="128115" y="130083"/>
                    <a:pt x="128115" y="105929"/>
                  </a:cubicBezTo>
                  <a:close/>
                  <a:moveTo>
                    <a:pt x="64042" y="203767"/>
                  </a:moveTo>
                  <a:cubicBezTo>
                    <a:pt x="52199" y="203767"/>
                    <a:pt x="34283" y="196123"/>
                    <a:pt x="28817" y="166772"/>
                  </a:cubicBezTo>
                  <a:cubicBezTo>
                    <a:pt x="25477" y="148428"/>
                    <a:pt x="25477" y="120299"/>
                    <a:pt x="25477" y="102261"/>
                  </a:cubicBezTo>
                  <a:cubicBezTo>
                    <a:pt x="25477" y="82693"/>
                    <a:pt x="25477" y="62514"/>
                    <a:pt x="27906" y="46004"/>
                  </a:cubicBezTo>
                  <a:cubicBezTo>
                    <a:pt x="33676" y="9621"/>
                    <a:pt x="56451" y="6869"/>
                    <a:pt x="64042" y="6869"/>
                  </a:cubicBezTo>
                  <a:cubicBezTo>
                    <a:pt x="74063" y="6869"/>
                    <a:pt x="94105" y="12373"/>
                    <a:pt x="99874" y="42641"/>
                  </a:cubicBezTo>
                  <a:cubicBezTo>
                    <a:pt x="102911" y="59763"/>
                    <a:pt x="102911" y="82999"/>
                    <a:pt x="102911" y="102261"/>
                  </a:cubicBezTo>
                  <a:cubicBezTo>
                    <a:pt x="102911" y="125191"/>
                    <a:pt x="102911" y="145982"/>
                    <a:pt x="99570" y="165549"/>
                  </a:cubicBezTo>
                  <a:cubicBezTo>
                    <a:pt x="95016" y="194594"/>
                    <a:pt x="77707" y="203767"/>
                    <a:pt x="64042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CC4982CD-428C-09CD-3835-665A5E2DA908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11298030" y="5063117"/>
              <a:ext cx="127841" cy="210349"/>
            </a:xfrm>
            <a:custGeom>
              <a:avLst/>
              <a:gdLst>
                <a:gd name="connsiteX0" fmla="*/ 128120 w 127841"/>
                <a:gd name="connsiteY0" fmla="*/ 105929 h 210349"/>
                <a:gd name="connsiteX1" fmla="*/ 115973 w 127841"/>
                <a:gd name="connsiteY1" fmla="*/ 34386 h 210349"/>
                <a:gd name="connsiteX2" fmla="*/ 64351 w 127841"/>
                <a:gd name="connsiteY2" fmla="*/ 143 h 210349"/>
                <a:gd name="connsiteX3" fmla="*/ 11514 w 127841"/>
                <a:gd name="connsiteY3" fmla="*/ 36526 h 210349"/>
                <a:gd name="connsiteX4" fmla="*/ 278 w 127841"/>
                <a:gd name="connsiteY4" fmla="*/ 105929 h 210349"/>
                <a:gd name="connsiteX5" fmla="*/ 13943 w 127841"/>
                <a:gd name="connsiteY5" fmla="*/ 179613 h 210349"/>
                <a:gd name="connsiteX6" fmla="*/ 64047 w 127841"/>
                <a:gd name="connsiteY6" fmla="*/ 210493 h 210349"/>
                <a:gd name="connsiteX7" fmla="*/ 116884 w 127841"/>
                <a:gd name="connsiteY7" fmla="*/ 175027 h 210349"/>
                <a:gd name="connsiteX8" fmla="*/ 128120 w 127841"/>
                <a:gd name="connsiteY8" fmla="*/ 105929 h 210349"/>
                <a:gd name="connsiteX9" fmla="*/ 64047 w 127841"/>
                <a:gd name="connsiteY9" fmla="*/ 203767 h 210349"/>
                <a:gd name="connsiteX10" fmla="*/ 28822 w 127841"/>
                <a:gd name="connsiteY10" fmla="*/ 166772 h 210349"/>
                <a:gd name="connsiteX11" fmla="*/ 25482 w 127841"/>
                <a:gd name="connsiteY11" fmla="*/ 102261 h 210349"/>
                <a:gd name="connsiteX12" fmla="*/ 27911 w 127841"/>
                <a:gd name="connsiteY12" fmla="*/ 46004 h 210349"/>
                <a:gd name="connsiteX13" fmla="*/ 64047 w 127841"/>
                <a:gd name="connsiteY13" fmla="*/ 6869 h 210349"/>
                <a:gd name="connsiteX14" fmla="*/ 99879 w 127841"/>
                <a:gd name="connsiteY14" fmla="*/ 42641 h 210349"/>
                <a:gd name="connsiteX15" fmla="*/ 102916 w 127841"/>
                <a:gd name="connsiteY15" fmla="*/ 102261 h 210349"/>
                <a:gd name="connsiteX16" fmla="*/ 99575 w 127841"/>
                <a:gd name="connsiteY16" fmla="*/ 165549 h 210349"/>
                <a:gd name="connsiteX17" fmla="*/ 64047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20" y="105929"/>
                  </a:moveTo>
                  <a:cubicBezTo>
                    <a:pt x="128120" y="81470"/>
                    <a:pt x="126601" y="57011"/>
                    <a:pt x="115973" y="34386"/>
                  </a:cubicBezTo>
                  <a:cubicBezTo>
                    <a:pt x="102005" y="5035"/>
                    <a:pt x="77105" y="143"/>
                    <a:pt x="64351" y="143"/>
                  </a:cubicBezTo>
                  <a:cubicBezTo>
                    <a:pt x="46131" y="143"/>
                    <a:pt x="23964" y="8092"/>
                    <a:pt x="11514" y="36526"/>
                  </a:cubicBezTo>
                  <a:cubicBezTo>
                    <a:pt x="1796" y="57622"/>
                    <a:pt x="278" y="81470"/>
                    <a:pt x="278" y="105929"/>
                  </a:cubicBezTo>
                  <a:cubicBezTo>
                    <a:pt x="278" y="128860"/>
                    <a:pt x="1493" y="156377"/>
                    <a:pt x="13943" y="179613"/>
                  </a:cubicBezTo>
                  <a:cubicBezTo>
                    <a:pt x="27000" y="204378"/>
                    <a:pt x="49168" y="210493"/>
                    <a:pt x="64047" y="210493"/>
                  </a:cubicBezTo>
                  <a:cubicBezTo>
                    <a:pt x="80445" y="210493"/>
                    <a:pt x="103523" y="204072"/>
                    <a:pt x="116884" y="175027"/>
                  </a:cubicBezTo>
                  <a:cubicBezTo>
                    <a:pt x="126601" y="153931"/>
                    <a:pt x="128120" y="130083"/>
                    <a:pt x="128120" y="105929"/>
                  </a:cubicBezTo>
                  <a:close/>
                  <a:moveTo>
                    <a:pt x="64047" y="203767"/>
                  </a:moveTo>
                  <a:cubicBezTo>
                    <a:pt x="52204" y="203767"/>
                    <a:pt x="34288" y="196123"/>
                    <a:pt x="28822" y="166772"/>
                  </a:cubicBezTo>
                  <a:cubicBezTo>
                    <a:pt x="25482" y="148428"/>
                    <a:pt x="25482" y="120299"/>
                    <a:pt x="25482" y="102261"/>
                  </a:cubicBezTo>
                  <a:cubicBezTo>
                    <a:pt x="25482" y="82693"/>
                    <a:pt x="25482" y="62514"/>
                    <a:pt x="27911" y="46004"/>
                  </a:cubicBezTo>
                  <a:cubicBezTo>
                    <a:pt x="33681" y="9621"/>
                    <a:pt x="56456" y="6869"/>
                    <a:pt x="64047" y="6869"/>
                  </a:cubicBezTo>
                  <a:cubicBezTo>
                    <a:pt x="74068" y="6869"/>
                    <a:pt x="94110" y="12373"/>
                    <a:pt x="99879" y="42641"/>
                  </a:cubicBezTo>
                  <a:cubicBezTo>
                    <a:pt x="102916" y="59763"/>
                    <a:pt x="102916" y="82999"/>
                    <a:pt x="102916" y="102261"/>
                  </a:cubicBezTo>
                  <a:cubicBezTo>
                    <a:pt x="102916" y="125191"/>
                    <a:pt x="102916" y="145982"/>
                    <a:pt x="99575" y="165549"/>
                  </a:cubicBezTo>
                  <a:cubicBezTo>
                    <a:pt x="95021" y="194594"/>
                    <a:pt x="77712" y="203767"/>
                    <a:pt x="64047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04F0AE0A-AA91-01F0-F926-A4CA7C8F6D0F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11449861" y="5063117"/>
              <a:ext cx="127841" cy="210349"/>
            </a:xfrm>
            <a:custGeom>
              <a:avLst/>
              <a:gdLst>
                <a:gd name="connsiteX0" fmla="*/ 128125 w 127841"/>
                <a:gd name="connsiteY0" fmla="*/ 105929 h 210349"/>
                <a:gd name="connsiteX1" fmla="*/ 115978 w 127841"/>
                <a:gd name="connsiteY1" fmla="*/ 34386 h 210349"/>
                <a:gd name="connsiteX2" fmla="*/ 64356 w 127841"/>
                <a:gd name="connsiteY2" fmla="*/ 143 h 210349"/>
                <a:gd name="connsiteX3" fmla="*/ 11519 w 127841"/>
                <a:gd name="connsiteY3" fmla="*/ 36526 h 210349"/>
                <a:gd name="connsiteX4" fmla="*/ 283 w 127841"/>
                <a:gd name="connsiteY4" fmla="*/ 105929 h 210349"/>
                <a:gd name="connsiteX5" fmla="*/ 13948 w 127841"/>
                <a:gd name="connsiteY5" fmla="*/ 179613 h 210349"/>
                <a:gd name="connsiteX6" fmla="*/ 64052 w 127841"/>
                <a:gd name="connsiteY6" fmla="*/ 210493 h 210349"/>
                <a:gd name="connsiteX7" fmla="*/ 116889 w 127841"/>
                <a:gd name="connsiteY7" fmla="*/ 175027 h 210349"/>
                <a:gd name="connsiteX8" fmla="*/ 128125 w 127841"/>
                <a:gd name="connsiteY8" fmla="*/ 105929 h 210349"/>
                <a:gd name="connsiteX9" fmla="*/ 64052 w 127841"/>
                <a:gd name="connsiteY9" fmla="*/ 203767 h 210349"/>
                <a:gd name="connsiteX10" fmla="*/ 28827 w 127841"/>
                <a:gd name="connsiteY10" fmla="*/ 166772 h 210349"/>
                <a:gd name="connsiteX11" fmla="*/ 25487 w 127841"/>
                <a:gd name="connsiteY11" fmla="*/ 102261 h 210349"/>
                <a:gd name="connsiteX12" fmla="*/ 27916 w 127841"/>
                <a:gd name="connsiteY12" fmla="*/ 46004 h 210349"/>
                <a:gd name="connsiteX13" fmla="*/ 64052 w 127841"/>
                <a:gd name="connsiteY13" fmla="*/ 6869 h 210349"/>
                <a:gd name="connsiteX14" fmla="*/ 99884 w 127841"/>
                <a:gd name="connsiteY14" fmla="*/ 42641 h 210349"/>
                <a:gd name="connsiteX15" fmla="*/ 102921 w 127841"/>
                <a:gd name="connsiteY15" fmla="*/ 102261 h 210349"/>
                <a:gd name="connsiteX16" fmla="*/ 99580 w 127841"/>
                <a:gd name="connsiteY16" fmla="*/ 165549 h 210349"/>
                <a:gd name="connsiteX17" fmla="*/ 64052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25" y="105929"/>
                  </a:moveTo>
                  <a:cubicBezTo>
                    <a:pt x="128125" y="81470"/>
                    <a:pt x="126606" y="57011"/>
                    <a:pt x="115978" y="34386"/>
                  </a:cubicBezTo>
                  <a:cubicBezTo>
                    <a:pt x="102010" y="5035"/>
                    <a:pt x="77109" y="143"/>
                    <a:pt x="64356" y="143"/>
                  </a:cubicBezTo>
                  <a:cubicBezTo>
                    <a:pt x="46136" y="143"/>
                    <a:pt x="23969" y="8092"/>
                    <a:pt x="11519" y="36526"/>
                  </a:cubicBezTo>
                  <a:cubicBezTo>
                    <a:pt x="1801" y="57622"/>
                    <a:pt x="283" y="81470"/>
                    <a:pt x="283" y="105929"/>
                  </a:cubicBezTo>
                  <a:cubicBezTo>
                    <a:pt x="283" y="128860"/>
                    <a:pt x="1498" y="156377"/>
                    <a:pt x="13948" y="179613"/>
                  </a:cubicBezTo>
                  <a:cubicBezTo>
                    <a:pt x="27005" y="204378"/>
                    <a:pt x="49173" y="210493"/>
                    <a:pt x="64052" y="210493"/>
                  </a:cubicBezTo>
                  <a:cubicBezTo>
                    <a:pt x="80450" y="210493"/>
                    <a:pt x="103528" y="204072"/>
                    <a:pt x="116889" y="175027"/>
                  </a:cubicBezTo>
                  <a:cubicBezTo>
                    <a:pt x="126606" y="153931"/>
                    <a:pt x="128125" y="130083"/>
                    <a:pt x="128125" y="105929"/>
                  </a:cubicBezTo>
                  <a:close/>
                  <a:moveTo>
                    <a:pt x="64052" y="203767"/>
                  </a:moveTo>
                  <a:cubicBezTo>
                    <a:pt x="52209" y="203767"/>
                    <a:pt x="34293" y="196123"/>
                    <a:pt x="28827" y="166772"/>
                  </a:cubicBezTo>
                  <a:cubicBezTo>
                    <a:pt x="25487" y="148428"/>
                    <a:pt x="25487" y="120299"/>
                    <a:pt x="25487" y="102261"/>
                  </a:cubicBezTo>
                  <a:cubicBezTo>
                    <a:pt x="25487" y="82693"/>
                    <a:pt x="25487" y="62514"/>
                    <a:pt x="27916" y="46004"/>
                  </a:cubicBezTo>
                  <a:cubicBezTo>
                    <a:pt x="33686" y="9621"/>
                    <a:pt x="56461" y="6869"/>
                    <a:pt x="64052" y="6869"/>
                  </a:cubicBezTo>
                  <a:cubicBezTo>
                    <a:pt x="74073" y="6869"/>
                    <a:pt x="94115" y="12373"/>
                    <a:pt x="99884" y="42641"/>
                  </a:cubicBezTo>
                  <a:cubicBezTo>
                    <a:pt x="102921" y="59763"/>
                    <a:pt x="102921" y="82999"/>
                    <a:pt x="102921" y="102261"/>
                  </a:cubicBezTo>
                  <a:cubicBezTo>
                    <a:pt x="102921" y="125191"/>
                    <a:pt x="102921" y="145982"/>
                    <a:pt x="99580" y="165549"/>
                  </a:cubicBezTo>
                  <a:cubicBezTo>
                    <a:pt x="95026" y="194594"/>
                    <a:pt x="77717" y="203767"/>
                    <a:pt x="64052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B92A1E68-4D46-8FED-7156-40192277D882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11782292" y="5009919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14AF630A-1604-C658-4A10-26D36D430E3A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11999636" y="5063117"/>
              <a:ext cx="126019" cy="210349"/>
            </a:xfrm>
            <a:custGeom>
              <a:avLst/>
              <a:gdLst>
                <a:gd name="connsiteX0" fmla="*/ 27631 w 126019"/>
                <a:gd name="connsiteY0" fmla="*/ 103484 h 210349"/>
                <a:gd name="connsiteX1" fmla="*/ 27631 w 126019"/>
                <a:gd name="connsiteY1" fmla="*/ 96146 h 210349"/>
                <a:gd name="connsiteX2" fmla="*/ 80771 w 126019"/>
                <a:gd name="connsiteY2" fmla="*/ 7787 h 210349"/>
                <a:gd name="connsiteX3" fmla="*/ 107494 w 126019"/>
                <a:gd name="connsiteY3" fmla="*/ 20016 h 210349"/>
                <a:gd name="connsiteX4" fmla="*/ 90792 w 126019"/>
                <a:gd name="connsiteY4" fmla="*/ 33775 h 210349"/>
                <a:gd name="connsiteX5" fmla="*/ 104761 w 126019"/>
                <a:gd name="connsiteY5" fmla="*/ 47839 h 210349"/>
                <a:gd name="connsiteX6" fmla="*/ 118729 w 126019"/>
                <a:gd name="connsiteY6" fmla="*/ 33163 h 210349"/>
                <a:gd name="connsiteX7" fmla="*/ 80164 w 126019"/>
                <a:gd name="connsiteY7" fmla="*/ 143 h 210349"/>
                <a:gd name="connsiteX8" fmla="*/ 301 w 126019"/>
                <a:gd name="connsiteY8" fmla="*/ 107152 h 210349"/>
                <a:gd name="connsiteX9" fmla="*/ 63766 w 126019"/>
                <a:gd name="connsiteY9" fmla="*/ 210493 h 210349"/>
                <a:gd name="connsiteX10" fmla="*/ 126321 w 126019"/>
                <a:gd name="connsiteY10" fmla="*/ 141395 h 210349"/>
                <a:gd name="connsiteX11" fmla="*/ 65588 w 126019"/>
                <a:gd name="connsiteY11" fmla="*/ 73215 h 210349"/>
                <a:gd name="connsiteX12" fmla="*/ 27631 w 126019"/>
                <a:gd name="connsiteY12" fmla="*/ 103484 h 210349"/>
                <a:gd name="connsiteX13" fmla="*/ 63766 w 126019"/>
                <a:gd name="connsiteY13" fmla="*/ 201932 h 210349"/>
                <a:gd name="connsiteX14" fmla="*/ 33704 w 126019"/>
                <a:gd name="connsiteY14" fmla="*/ 179002 h 210349"/>
                <a:gd name="connsiteX15" fmla="*/ 28238 w 126019"/>
                <a:gd name="connsiteY15" fmla="*/ 134669 h 210349"/>
                <a:gd name="connsiteX16" fmla="*/ 65285 w 126019"/>
                <a:gd name="connsiteY16" fmla="*/ 80247 h 210349"/>
                <a:gd name="connsiteX17" fmla="*/ 93525 w 126019"/>
                <a:gd name="connsiteY17" fmla="*/ 99203 h 210349"/>
                <a:gd name="connsiteX18" fmla="*/ 98991 w 126019"/>
                <a:gd name="connsiteY18" fmla="*/ 141090 h 210349"/>
                <a:gd name="connsiteX19" fmla="*/ 93829 w 126019"/>
                <a:gd name="connsiteY19" fmla="*/ 182059 h 210349"/>
                <a:gd name="connsiteX20" fmla="*/ 63766 w 126019"/>
                <a:gd name="connsiteY20" fmla="*/ 201932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10349">
                  <a:moveTo>
                    <a:pt x="27631" y="103484"/>
                  </a:moveTo>
                  <a:lnTo>
                    <a:pt x="27631" y="96146"/>
                  </a:lnTo>
                  <a:cubicBezTo>
                    <a:pt x="27631" y="18793"/>
                    <a:pt x="65285" y="7787"/>
                    <a:pt x="80771" y="7787"/>
                  </a:cubicBezTo>
                  <a:cubicBezTo>
                    <a:pt x="88059" y="7787"/>
                    <a:pt x="100813" y="9621"/>
                    <a:pt x="107494" y="20016"/>
                  </a:cubicBezTo>
                  <a:cubicBezTo>
                    <a:pt x="102939" y="20016"/>
                    <a:pt x="90792" y="20016"/>
                    <a:pt x="90792" y="33775"/>
                  </a:cubicBezTo>
                  <a:cubicBezTo>
                    <a:pt x="90792" y="43253"/>
                    <a:pt x="98080" y="47839"/>
                    <a:pt x="104761" y="47839"/>
                  </a:cubicBezTo>
                  <a:cubicBezTo>
                    <a:pt x="109619" y="47839"/>
                    <a:pt x="118729" y="45087"/>
                    <a:pt x="118729" y="33163"/>
                  </a:cubicBezTo>
                  <a:cubicBezTo>
                    <a:pt x="118729" y="14819"/>
                    <a:pt x="105368" y="143"/>
                    <a:pt x="80164" y="143"/>
                  </a:cubicBezTo>
                  <a:cubicBezTo>
                    <a:pt x="41295" y="143"/>
                    <a:pt x="301" y="39584"/>
                    <a:pt x="301" y="107152"/>
                  </a:cubicBezTo>
                  <a:cubicBezTo>
                    <a:pt x="301" y="188785"/>
                    <a:pt x="35526" y="210493"/>
                    <a:pt x="63766" y="210493"/>
                  </a:cubicBezTo>
                  <a:cubicBezTo>
                    <a:pt x="97473" y="210493"/>
                    <a:pt x="126321" y="181753"/>
                    <a:pt x="126321" y="141395"/>
                  </a:cubicBezTo>
                  <a:cubicBezTo>
                    <a:pt x="126321" y="102566"/>
                    <a:pt x="99295" y="73215"/>
                    <a:pt x="65588" y="73215"/>
                  </a:cubicBezTo>
                  <a:cubicBezTo>
                    <a:pt x="44939" y="73215"/>
                    <a:pt x="33704" y="88808"/>
                    <a:pt x="27631" y="103484"/>
                  </a:cubicBezTo>
                  <a:close/>
                  <a:moveTo>
                    <a:pt x="63766" y="201932"/>
                  </a:moveTo>
                  <a:cubicBezTo>
                    <a:pt x="44636" y="201932"/>
                    <a:pt x="35526" y="183588"/>
                    <a:pt x="33704" y="179002"/>
                  </a:cubicBezTo>
                  <a:cubicBezTo>
                    <a:pt x="28238" y="164632"/>
                    <a:pt x="28238" y="140173"/>
                    <a:pt x="28238" y="134669"/>
                  </a:cubicBezTo>
                  <a:cubicBezTo>
                    <a:pt x="28238" y="110821"/>
                    <a:pt x="37955" y="80247"/>
                    <a:pt x="65285" y="80247"/>
                  </a:cubicBezTo>
                  <a:cubicBezTo>
                    <a:pt x="70143" y="80247"/>
                    <a:pt x="84112" y="80247"/>
                    <a:pt x="93525" y="99203"/>
                  </a:cubicBezTo>
                  <a:cubicBezTo>
                    <a:pt x="98991" y="110516"/>
                    <a:pt x="98991" y="126108"/>
                    <a:pt x="98991" y="141090"/>
                  </a:cubicBezTo>
                  <a:cubicBezTo>
                    <a:pt x="98991" y="155765"/>
                    <a:pt x="98991" y="171052"/>
                    <a:pt x="93829" y="182059"/>
                  </a:cubicBezTo>
                  <a:cubicBezTo>
                    <a:pt x="84719" y="200404"/>
                    <a:pt x="70751" y="201932"/>
                    <a:pt x="63766" y="201932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CBC2CD77-7A24-10AF-377C-998F89A925DD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12165739" y="5063117"/>
              <a:ext cx="100208" cy="203623"/>
            </a:xfrm>
            <a:custGeom>
              <a:avLst/>
              <a:gdLst>
                <a:gd name="connsiteX0" fmla="*/ 62557 w 100208"/>
                <a:gd name="connsiteY0" fmla="*/ 8092 h 203623"/>
                <a:gd name="connsiteX1" fmla="*/ 55573 w 100208"/>
                <a:gd name="connsiteY1" fmla="*/ 143 h 203623"/>
                <a:gd name="connsiteX2" fmla="*/ 306 w 100208"/>
                <a:gd name="connsiteY2" fmla="*/ 19710 h 203623"/>
                <a:gd name="connsiteX3" fmla="*/ 306 w 100208"/>
                <a:gd name="connsiteY3" fmla="*/ 29188 h 203623"/>
                <a:gd name="connsiteX4" fmla="*/ 40086 w 100208"/>
                <a:gd name="connsiteY4" fmla="*/ 21239 h 203623"/>
                <a:gd name="connsiteX5" fmla="*/ 40086 w 100208"/>
                <a:gd name="connsiteY5" fmla="*/ 179613 h 203623"/>
                <a:gd name="connsiteX6" fmla="*/ 11845 w 100208"/>
                <a:gd name="connsiteY6" fmla="*/ 194289 h 203623"/>
                <a:gd name="connsiteX7" fmla="*/ 2128 w 100208"/>
                <a:gd name="connsiteY7" fmla="*/ 194289 h 203623"/>
                <a:gd name="connsiteX8" fmla="*/ 2128 w 100208"/>
                <a:gd name="connsiteY8" fmla="*/ 203767 h 203623"/>
                <a:gd name="connsiteX9" fmla="*/ 51321 w 100208"/>
                <a:gd name="connsiteY9" fmla="*/ 202849 h 203623"/>
                <a:gd name="connsiteX10" fmla="*/ 100514 w 100208"/>
                <a:gd name="connsiteY10" fmla="*/ 203767 h 203623"/>
                <a:gd name="connsiteX11" fmla="*/ 100514 w 100208"/>
                <a:gd name="connsiteY11" fmla="*/ 194289 h 203623"/>
                <a:gd name="connsiteX12" fmla="*/ 90797 w 100208"/>
                <a:gd name="connsiteY12" fmla="*/ 194289 h 203623"/>
                <a:gd name="connsiteX13" fmla="*/ 62557 w 100208"/>
                <a:gd name="connsiteY13" fmla="*/ 179613 h 203623"/>
                <a:gd name="connsiteX14" fmla="*/ 62557 w 100208"/>
                <a:gd name="connsiteY14" fmla="*/ 8092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557" y="8092"/>
                  </a:moveTo>
                  <a:cubicBezTo>
                    <a:pt x="62557" y="755"/>
                    <a:pt x="62557" y="143"/>
                    <a:pt x="55573" y="143"/>
                  </a:cubicBezTo>
                  <a:cubicBezTo>
                    <a:pt x="36746" y="19710"/>
                    <a:pt x="10023" y="19710"/>
                    <a:pt x="306" y="19710"/>
                  </a:cubicBezTo>
                  <a:lnTo>
                    <a:pt x="306" y="29188"/>
                  </a:lnTo>
                  <a:cubicBezTo>
                    <a:pt x="6379" y="29188"/>
                    <a:pt x="24295" y="29188"/>
                    <a:pt x="40086" y="21239"/>
                  </a:cubicBezTo>
                  <a:lnTo>
                    <a:pt x="40086" y="179613"/>
                  </a:lnTo>
                  <a:cubicBezTo>
                    <a:pt x="40086" y="190620"/>
                    <a:pt x="39175" y="194289"/>
                    <a:pt x="11845" y="194289"/>
                  </a:cubicBezTo>
                  <a:lnTo>
                    <a:pt x="2128" y="194289"/>
                  </a:lnTo>
                  <a:lnTo>
                    <a:pt x="2128" y="203767"/>
                  </a:lnTo>
                  <a:cubicBezTo>
                    <a:pt x="12756" y="202849"/>
                    <a:pt x="39175" y="202849"/>
                    <a:pt x="51321" y="202849"/>
                  </a:cubicBezTo>
                  <a:cubicBezTo>
                    <a:pt x="63468" y="202849"/>
                    <a:pt x="89886" y="202849"/>
                    <a:pt x="100514" y="203767"/>
                  </a:cubicBezTo>
                  <a:lnTo>
                    <a:pt x="100514" y="194289"/>
                  </a:lnTo>
                  <a:lnTo>
                    <a:pt x="90797" y="194289"/>
                  </a:lnTo>
                  <a:cubicBezTo>
                    <a:pt x="63468" y="194289"/>
                    <a:pt x="62557" y="190926"/>
                    <a:pt x="62557" y="179613"/>
                  </a:cubicBezTo>
                  <a:lnTo>
                    <a:pt x="62557" y="8092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94F9F6D5-E972-96C5-CFC0-43255FEC32B2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12316659" y="5234332"/>
              <a:ext cx="32188" cy="32408"/>
            </a:xfrm>
            <a:custGeom>
              <a:avLst/>
              <a:gdLst>
                <a:gd name="connsiteX0" fmla="*/ 32499 w 32188"/>
                <a:gd name="connsiteY0" fmla="*/ 16347 h 32408"/>
                <a:gd name="connsiteX1" fmla="*/ 16405 w 32188"/>
                <a:gd name="connsiteY1" fmla="*/ 143 h 32408"/>
                <a:gd name="connsiteX2" fmla="*/ 311 w 32188"/>
                <a:gd name="connsiteY2" fmla="*/ 16347 h 32408"/>
                <a:gd name="connsiteX3" fmla="*/ 16405 w 32188"/>
                <a:gd name="connsiteY3" fmla="*/ 32552 h 32408"/>
                <a:gd name="connsiteX4" fmla="*/ 32499 w 32188"/>
                <a:gd name="connsiteY4" fmla="*/ 16347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408">
                  <a:moveTo>
                    <a:pt x="32499" y="16347"/>
                  </a:moveTo>
                  <a:cubicBezTo>
                    <a:pt x="32499" y="7481"/>
                    <a:pt x="25211" y="143"/>
                    <a:pt x="16405" y="143"/>
                  </a:cubicBezTo>
                  <a:cubicBezTo>
                    <a:pt x="7599" y="143"/>
                    <a:pt x="311" y="7481"/>
                    <a:pt x="311" y="16347"/>
                  </a:cubicBezTo>
                  <a:cubicBezTo>
                    <a:pt x="311" y="25214"/>
                    <a:pt x="7599" y="32552"/>
                    <a:pt x="16405" y="32552"/>
                  </a:cubicBezTo>
                  <a:cubicBezTo>
                    <a:pt x="25211" y="32552"/>
                    <a:pt x="32499" y="25214"/>
                    <a:pt x="32499" y="1634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EF68B72D-E9E6-01FF-1BF4-514C06EF1775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12401921" y="5063117"/>
              <a:ext cx="100208" cy="203623"/>
            </a:xfrm>
            <a:custGeom>
              <a:avLst/>
              <a:gdLst>
                <a:gd name="connsiteX0" fmla="*/ 62564 w 100208"/>
                <a:gd name="connsiteY0" fmla="*/ 8092 h 203623"/>
                <a:gd name="connsiteX1" fmla="*/ 55580 w 100208"/>
                <a:gd name="connsiteY1" fmla="*/ 143 h 203623"/>
                <a:gd name="connsiteX2" fmla="*/ 314 w 100208"/>
                <a:gd name="connsiteY2" fmla="*/ 19710 h 203623"/>
                <a:gd name="connsiteX3" fmla="*/ 314 w 100208"/>
                <a:gd name="connsiteY3" fmla="*/ 29188 h 203623"/>
                <a:gd name="connsiteX4" fmla="*/ 40094 w 100208"/>
                <a:gd name="connsiteY4" fmla="*/ 21239 h 203623"/>
                <a:gd name="connsiteX5" fmla="*/ 40094 w 100208"/>
                <a:gd name="connsiteY5" fmla="*/ 179613 h 203623"/>
                <a:gd name="connsiteX6" fmla="*/ 11853 w 100208"/>
                <a:gd name="connsiteY6" fmla="*/ 194289 h 203623"/>
                <a:gd name="connsiteX7" fmla="*/ 2136 w 100208"/>
                <a:gd name="connsiteY7" fmla="*/ 194289 h 203623"/>
                <a:gd name="connsiteX8" fmla="*/ 2136 w 100208"/>
                <a:gd name="connsiteY8" fmla="*/ 203767 h 203623"/>
                <a:gd name="connsiteX9" fmla="*/ 51329 w 100208"/>
                <a:gd name="connsiteY9" fmla="*/ 202849 h 203623"/>
                <a:gd name="connsiteX10" fmla="*/ 100522 w 100208"/>
                <a:gd name="connsiteY10" fmla="*/ 203767 h 203623"/>
                <a:gd name="connsiteX11" fmla="*/ 100522 w 100208"/>
                <a:gd name="connsiteY11" fmla="*/ 194289 h 203623"/>
                <a:gd name="connsiteX12" fmla="*/ 90805 w 100208"/>
                <a:gd name="connsiteY12" fmla="*/ 194289 h 203623"/>
                <a:gd name="connsiteX13" fmla="*/ 62564 w 100208"/>
                <a:gd name="connsiteY13" fmla="*/ 179613 h 203623"/>
                <a:gd name="connsiteX14" fmla="*/ 62564 w 100208"/>
                <a:gd name="connsiteY14" fmla="*/ 8092 h 2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3623">
                  <a:moveTo>
                    <a:pt x="62564" y="8092"/>
                  </a:moveTo>
                  <a:cubicBezTo>
                    <a:pt x="62564" y="755"/>
                    <a:pt x="62564" y="143"/>
                    <a:pt x="55580" y="143"/>
                  </a:cubicBezTo>
                  <a:cubicBezTo>
                    <a:pt x="36753" y="19710"/>
                    <a:pt x="10031" y="19710"/>
                    <a:pt x="314" y="19710"/>
                  </a:cubicBezTo>
                  <a:lnTo>
                    <a:pt x="314" y="29188"/>
                  </a:lnTo>
                  <a:cubicBezTo>
                    <a:pt x="6387" y="29188"/>
                    <a:pt x="24303" y="29188"/>
                    <a:pt x="40094" y="21239"/>
                  </a:cubicBezTo>
                  <a:lnTo>
                    <a:pt x="40094" y="179613"/>
                  </a:lnTo>
                  <a:cubicBezTo>
                    <a:pt x="40094" y="190620"/>
                    <a:pt x="39183" y="194289"/>
                    <a:pt x="11853" y="194289"/>
                  </a:cubicBezTo>
                  <a:lnTo>
                    <a:pt x="2136" y="194289"/>
                  </a:lnTo>
                  <a:lnTo>
                    <a:pt x="2136" y="203767"/>
                  </a:lnTo>
                  <a:cubicBezTo>
                    <a:pt x="12764" y="202849"/>
                    <a:pt x="39183" y="202849"/>
                    <a:pt x="51329" y="202849"/>
                  </a:cubicBezTo>
                  <a:cubicBezTo>
                    <a:pt x="63475" y="202849"/>
                    <a:pt x="89894" y="202849"/>
                    <a:pt x="100522" y="203767"/>
                  </a:cubicBezTo>
                  <a:lnTo>
                    <a:pt x="100522" y="194289"/>
                  </a:lnTo>
                  <a:lnTo>
                    <a:pt x="90805" y="194289"/>
                  </a:lnTo>
                  <a:cubicBezTo>
                    <a:pt x="63475" y="194289"/>
                    <a:pt x="62564" y="190926"/>
                    <a:pt x="62564" y="179613"/>
                  </a:cubicBezTo>
                  <a:lnTo>
                    <a:pt x="62564" y="8092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A2129A35-F869-8711-B159-8A08F4DEBC12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12538569" y="5063117"/>
              <a:ext cx="127841" cy="210349"/>
            </a:xfrm>
            <a:custGeom>
              <a:avLst/>
              <a:gdLst>
                <a:gd name="connsiteX0" fmla="*/ 128160 w 127841"/>
                <a:gd name="connsiteY0" fmla="*/ 105929 h 210349"/>
                <a:gd name="connsiteX1" fmla="*/ 116014 w 127841"/>
                <a:gd name="connsiteY1" fmla="*/ 34386 h 210349"/>
                <a:gd name="connsiteX2" fmla="*/ 64391 w 127841"/>
                <a:gd name="connsiteY2" fmla="*/ 143 h 210349"/>
                <a:gd name="connsiteX3" fmla="*/ 11554 w 127841"/>
                <a:gd name="connsiteY3" fmla="*/ 36526 h 210349"/>
                <a:gd name="connsiteX4" fmla="*/ 319 w 127841"/>
                <a:gd name="connsiteY4" fmla="*/ 105929 h 210349"/>
                <a:gd name="connsiteX5" fmla="*/ 13984 w 127841"/>
                <a:gd name="connsiteY5" fmla="*/ 179613 h 210349"/>
                <a:gd name="connsiteX6" fmla="*/ 64088 w 127841"/>
                <a:gd name="connsiteY6" fmla="*/ 210493 h 210349"/>
                <a:gd name="connsiteX7" fmla="*/ 116925 w 127841"/>
                <a:gd name="connsiteY7" fmla="*/ 175027 h 210349"/>
                <a:gd name="connsiteX8" fmla="*/ 128160 w 127841"/>
                <a:gd name="connsiteY8" fmla="*/ 105929 h 210349"/>
                <a:gd name="connsiteX9" fmla="*/ 64088 w 127841"/>
                <a:gd name="connsiteY9" fmla="*/ 203767 h 210349"/>
                <a:gd name="connsiteX10" fmla="*/ 28863 w 127841"/>
                <a:gd name="connsiteY10" fmla="*/ 166772 h 210349"/>
                <a:gd name="connsiteX11" fmla="*/ 25523 w 127841"/>
                <a:gd name="connsiteY11" fmla="*/ 102261 h 210349"/>
                <a:gd name="connsiteX12" fmla="*/ 27952 w 127841"/>
                <a:gd name="connsiteY12" fmla="*/ 46004 h 210349"/>
                <a:gd name="connsiteX13" fmla="*/ 64088 w 127841"/>
                <a:gd name="connsiteY13" fmla="*/ 6869 h 210349"/>
                <a:gd name="connsiteX14" fmla="*/ 99920 w 127841"/>
                <a:gd name="connsiteY14" fmla="*/ 42641 h 210349"/>
                <a:gd name="connsiteX15" fmla="*/ 102956 w 127841"/>
                <a:gd name="connsiteY15" fmla="*/ 102261 h 210349"/>
                <a:gd name="connsiteX16" fmla="*/ 99616 w 127841"/>
                <a:gd name="connsiteY16" fmla="*/ 165549 h 210349"/>
                <a:gd name="connsiteX17" fmla="*/ 64088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60" y="105929"/>
                  </a:moveTo>
                  <a:cubicBezTo>
                    <a:pt x="128160" y="81470"/>
                    <a:pt x="126642" y="57011"/>
                    <a:pt x="116014" y="34386"/>
                  </a:cubicBezTo>
                  <a:cubicBezTo>
                    <a:pt x="102045" y="5035"/>
                    <a:pt x="77145" y="143"/>
                    <a:pt x="64391" y="143"/>
                  </a:cubicBezTo>
                  <a:cubicBezTo>
                    <a:pt x="46172" y="143"/>
                    <a:pt x="24004" y="8092"/>
                    <a:pt x="11554" y="36526"/>
                  </a:cubicBezTo>
                  <a:cubicBezTo>
                    <a:pt x="1837" y="57622"/>
                    <a:pt x="319" y="81470"/>
                    <a:pt x="319" y="105929"/>
                  </a:cubicBezTo>
                  <a:cubicBezTo>
                    <a:pt x="319" y="128860"/>
                    <a:pt x="1534" y="156377"/>
                    <a:pt x="13984" y="179613"/>
                  </a:cubicBezTo>
                  <a:cubicBezTo>
                    <a:pt x="27041" y="204378"/>
                    <a:pt x="49208" y="210493"/>
                    <a:pt x="64088" y="210493"/>
                  </a:cubicBezTo>
                  <a:cubicBezTo>
                    <a:pt x="80485" y="210493"/>
                    <a:pt x="103564" y="204072"/>
                    <a:pt x="116925" y="175027"/>
                  </a:cubicBezTo>
                  <a:cubicBezTo>
                    <a:pt x="126642" y="153931"/>
                    <a:pt x="128160" y="130083"/>
                    <a:pt x="128160" y="105929"/>
                  </a:cubicBezTo>
                  <a:close/>
                  <a:moveTo>
                    <a:pt x="64088" y="203767"/>
                  </a:moveTo>
                  <a:cubicBezTo>
                    <a:pt x="52245" y="203767"/>
                    <a:pt x="34329" y="196123"/>
                    <a:pt x="28863" y="166772"/>
                  </a:cubicBezTo>
                  <a:cubicBezTo>
                    <a:pt x="25523" y="148428"/>
                    <a:pt x="25523" y="120299"/>
                    <a:pt x="25523" y="102261"/>
                  </a:cubicBezTo>
                  <a:cubicBezTo>
                    <a:pt x="25523" y="82693"/>
                    <a:pt x="25523" y="62514"/>
                    <a:pt x="27952" y="46004"/>
                  </a:cubicBezTo>
                  <a:cubicBezTo>
                    <a:pt x="33722" y="9621"/>
                    <a:pt x="56496" y="6869"/>
                    <a:pt x="64088" y="6869"/>
                  </a:cubicBezTo>
                  <a:cubicBezTo>
                    <a:pt x="74109" y="6869"/>
                    <a:pt x="94150" y="12373"/>
                    <a:pt x="99920" y="42641"/>
                  </a:cubicBezTo>
                  <a:cubicBezTo>
                    <a:pt x="102956" y="59763"/>
                    <a:pt x="102956" y="82999"/>
                    <a:pt x="102956" y="102261"/>
                  </a:cubicBezTo>
                  <a:cubicBezTo>
                    <a:pt x="102956" y="125191"/>
                    <a:pt x="102956" y="145982"/>
                    <a:pt x="99616" y="165549"/>
                  </a:cubicBezTo>
                  <a:cubicBezTo>
                    <a:pt x="95061" y="194594"/>
                    <a:pt x="77753" y="203767"/>
                    <a:pt x="64088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24FB1580-EFB2-7064-6C8D-2F43DDD7B274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12690400" y="5063117"/>
              <a:ext cx="127841" cy="210349"/>
            </a:xfrm>
            <a:custGeom>
              <a:avLst/>
              <a:gdLst>
                <a:gd name="connsiteX0" fmla="*/ 128165 w 127841"/>
                <a:gd name="connsiteY0" fmla="*/ 105929 h 210349"/>
                <a:gd name="connsiteX1" fmla="*/ 116019 w 127841"/>
                <a:gd name="connsiteY1" fmla="*/ 34386 h 210349"/>
                <a:gd name="connsiteX2" fmla="*/ 64396 w 127841"/>
                <a:gd name="connsiteY2" fmla="*/ 143 h 210349"/>
                <a:gd name="connsiteX3" fmla="*/ 11559 w 127841"/>
                <a:gd name="connsiteY3" fmla="*/ 36526 h 210349"/>
                <a:gd name="connsiteX4" fmla="*/ 324 w 127841"/>
                <a:gd name="connsiteY4" fmla="*/ 105929 h 210349"/>
                <a:gd name="connsiteX5" fmla="*/ 13989 w 127841"/>
                <a:gd name="connsiteY5" fmla="*/ 179613 h 210349"/>
                <a:gd name="connsiteX6" fmla="*/ 64093 w 127841"/>
                <a:gd name="connsiteY6" fmla="*/ 210493 h 210349"/>
                <a:gd name="connsiteX7" fmla="*/ 116930 w 127841"/>
                <a:gd name="connsiteY7" fmla="*/ 175027 h 210349"/>
                <a:gd name="connsiteX8" fmla="*/ 128165 w 127841"/>
                <a:gd name="connsiteY8" fmla="*/ 105929 h 210349"/>
                <a:gd name="connsiteX9" fmla="*/ 64093 w 127841"/>
                <a:gd name="connsiteY9" fmla="*/ 203767 h 210349"/>
                <a:gd name="connsiteX10" fmla="*/ 28868 w 127841"/>
                <a:gd name="connsiteY10" fmla="*/ 166772 h 210349"/>
                <a:gd name="connsiteX11" fmla="*/ 25528 w 127841"/>
                <a:gd name="connsiteY11" fmla="*/ 102261 h 210349"/>
                <a:gd name="connsiteX12" fmla="*/ 27957 w 127841"/>
                <a:gd name="connsiteY12" fmla="*/ 46004 h 210349"/>
                <a:gd name="connsiteX13" fmla="*/ 64093 w 127841"/>
                <a:gd name="connsiteY13" fmla="*/ 6869 h 210349"/>
                <a:gd name="connsiteX14" fmla="*/ 99925 w 127841"/>
                <a:gd name="connsiteY14" fmla="*/ 42641 h 210349"/>
                <a:gd name="connsiteX15" fmla="*/ 102961 w 127841"/>
                <a:gd name="connsiteY15" fmla="*/ 102261 h 210349"/>
                <a:gd name="connsiteX16" fmla="*/ 99621 w 127841"/>
                <a:gd name="connsiteY16" fmla="*/ 165549 h 210349"/>
                <a:gd name="connsiteX17" fmla="*/ 64093 w 127841"/>
                <a:gd name="connsiteY17" fmla="*/ 203767 h 2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10349">
                  <a:moveTo>
                    <a:pt x="128165" y="105929"/>
                  </a:moveTo>
                  <a:cubicBezTo>
                    <a:pt x="128165" y="81470"/>
                    <a:pt x="126647" y="57011"/>
                    <a:pt x="116019" y="34386"/>
                  </a:cubicBezTo>
                  <a:cubicBezTo>
                    <a:pt x="102050" y="5035"/>
                    <a:pt x="77150" y="143"/>
                    <a:pt x="64396" y="143"/>
                  </a:cubicBezTo>
                  <a:cubicBezTo>
                    <a:pt x="46177" y="143"/>
                    <a:pt x="24009" y="8092"/>
                    <a:pt x="11559" y="36526"/>
                  </a:cubicBezTo>
                  <a:cubicBezTo>
                    <a:pt x="1842" y="57622"/>
                    <a:pt x="324" y="81470"/>
                    <a:pt x="324" y="105929"/>
                  </a:cubicBezTo>
                  <a:cubicBezTo>
                    <a:pt x="324" y="128860"/>
                    <a:pt x="1539" y="156377"/>
                    <a:pt x="13989" y="179613"/>
                  </a:cubicBezTo>
                  <a:cubicBezTo>
                    <a:pt x="27046" y="204378"/>
                    <a:pt x="49213" y="210493"/>
                    <a:pt x="64093" y="210493"/>
                  </a:cubicBezTo>
                  <a:cubicBezTo>
                    <a:pt x="80490" y="210493"/>
                    <a:pt x="103569" y="204072"/>
                    <a:pt x="116930" y="175027"/>
                  </a:cubicBezTo>
                  <a:cubicBezTo>
                    <a:pt x="126647" y="153931"/>
                    <a:pt x="128165" y="130083"/>
                    <a:pt x="128165" y="105929"/>
                  </a:cubicBezTo>
                  <a:close/>
                  <a:moveTo>
                    <a:pt x="64093" y="203767"/>
                  </a:moveTo>
                  <a:cubicBezTo>
                    <a:pt x="52250" y="203767"/>
                    <a:pt x="34334" y="196123"/>
                    <a:pt x="28868" y="166772"/>
                  </a:cubicBezTo>
                  <a:cubicBezTo>
                    <a:pt x="25528" y="148428"/>
                    <a:pt x="25528" y="120299"/>
                    <a:pt x="25528" y="102261"/>
                  </a:cubicBezTo>
                  <a:cubicBezTo>
                    <a:pt x="25528" y="82693"/>
                    <a:pt x="25528" y="62514"/>
                    <a:pt x="27957" y="46004"/>
                  </a:cubicBezTo>
                  <a:cubicBezTo>
                    <a:pt x="33727" y="9621"/>
                    <a:pt x="56501" y="6869"/>
                    <a:pt x="64093" y="6869"/>
                  </a:cubicBezTo>
                  <a:cubicBezTo>
                    <a:pt x="74114" y="6869"/>
                    <a:pt x="94155" y="12373"/>
                    <a:pt x="99925" y="42641"/>
                  </a:cubicBezTo>
                  <a:cubicBezTo>
                    <a:pt x="102961" y="59763"/>
                    <a:pt x="102961" y="82999"/>
                    <a:pt x="102961" y="102261"/>
                  </a:cubicBezTo>
                  <a:cubicBezTo>
                    <a:pt x="102961" y="125191"/>
                    <a:pt x="102961" y="145982"/>
                    <a:pt x="99621" y="165549"/>
                  </a:cubicBezTo>
                  <a:cubicBezTo>
                    <a:pt x="95066" y="194594"/>
                    <a:pt x="77758" y="203767"/>
                    <a:pt x="64093" y="203767"/>
                  </a:cubicBez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2812FC94-E254-09EF-6D8C-477EAFC44835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13022831" y="5009919"/>
              <a:ext cx="12146" cy="366889"/>
            </a:xfrm>
            <a:custGeom>
              <a:avLst/>
              <a:gdLst>
                <a:gd name="connsiteX0" fmla="*/ 0 w 12146"/>
                <a:gd name="connsiteY0" fmla="*/ 0 h 366889"/>
                <a:gd name="connsiteX1" fmla="*/ 12146 w 12146"/>
                <a:gd name="connsiteY1" fmla="*/ 0 h 366889"/>
                <a:gd name="connsiteX2" fmla="*/ 12146 w 12146"/>
                <a:gd name="connsiteY2" fmla="*/ 366889 h 366889"/>
                <a:gd name="connsiteX3" fmla="*/ 0 w 12146"/>
                <a:gd name="connsiteY3" fmla="*/ 366889 h 36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889">
                  <a:moveTo>
                    <a:pt x="0" y="0"/>
                  </a:moveTo>
                  <a:lnTo>
                    <a:pt x="12146" y="0"/>
                  </a:lnTo>
                  <a:lnTo>
                    <a:pt x="12146" y="366889"/>
                  </a:lnTo>
                  <a:lnTo>
                    <a:pt x="0" y="36688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D147244E-CB40-96A8-22B4-5B2BA12B432A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6820134" y="5376809"/>
              <a:ext cx="6214843" cy="12229"/>
            </a:xfrm>
            <a:custGeom>
              <a:avLst/>
              <a:gdLst>
                <a:gd name="connsiteX0" fmla="*/ 0 w 6214843"/>
                <a:gd name="connsiteY0" fmla="*/ 0 h 12229"/>
                <a:gd name="connsiteX1" fmla="*/ 6214843 w 6214843"/>
                <a:gd name="connsiteY1" fmla="*/ 0 h 12229"/>
                <a:gd name="connsiteX2" fmla="*/ 6214843 w 6214843"/>
                <a:gd name="connsiteY2" fmla="*/ 12229 h 12229"/>
                <a:gd name="connsiteX3" fmla="*/ 0 w 6214843"/>
                <a:gd name="connsiteY3" fmla="*/ 12229 h 1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843" h="12229">
                  <a:moveTo>
                    <a:pt x="0" y="0"/>
                  </a:moveTo>
                  <a:lnTo>
                    <a:pt x="6214843" y="0"/>
                  </a:lnTo>
                  <a:lnTo>
                    <a:pt x="6214843" y="12229"/>
                  </a:lnTo>
                  <a:lnTo>
                    <a:pt x="0" y="12229"/>
                  </a:lnTo>
                  <a:close/>
                </a:path>
              </a:pathLst>
            </a:custGeom>
            <a:solidFill>
              <a:srgbClr val="FFFFFF"/>
            </a:solidFill>
            <a:ln w="3555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FAC204C-1E61-9074-75D4-A973354A8EA9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336530" y="1215328"/>
            <a:ext cx="3502341" cy="833722"/>
            <a:chOff x="7932394" y="3765933"/>
            <a:chExt cx="3502341" cy="833722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73A80-B190-275A-ABC3-86C9B0113AD8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7932394" y="4031850"/>
              <a:ext cx="217756" cy="214081"/>
            </a:xfrm>
            <a:custGeom>
              <a:avLst/>
              <a:gdLst>
                <a:gd name="connsiteX0" fmla="*/ 102040 w 217756"/>
                <a:gd name="connsiteY0" fmla="*/ 21043 h 214081"/>
                <a:gd name="connsiteX1" fmla="*/ 110579 w 217756"/>
                <a:gd name="connsiteY1" fmla="*/ 9807 h 214081"/>
                <a:gd name="connsiteX2" fmla="*/ 129183 w 217756"/>
                <a:gd name="connsiteY2" fmla="*/ 9504 h 214081"/>
                <a:gd name="connsiteX3" fmla="*/ 184690 w 217756"/>
                <a:gd name="connsiteY3" fmla="*/ 39566 h 214081"/>
                <a:gd name="connsiteX4" fmla="*/ 167916 w 217756"/>
                <a:gd name="connsiteY4" fmla="*/ 82686 h 214081"/>
                <a:gd name="connsiteX5" fmla="*/ 116374 w 217756"/>
                <a:gd name="connsiteY5" fmla="*/ 100298 h 214081"/>
                <a:gd name="connsiteX6" fmla="*/ 82216 w 217756"/>
                <a:gd name="connsiteY6" fmla="*/ 100298 h 214081"/>
                <a:gd name="connsiteX7" fmla="*/ 102040 w 217756"/>
                <a:gd name="connsiteY7" fmla="*/ 21043 h 214081"/>
                <a:gd name="connsiteX8" fmla="*/ 145957 w 217756"/>
                <a:gd name="connsiteY8" fmla="*/ 104246 h 214081"/>
                <a:gd name="connsiteX9" fmla="*/ 213053 w 217756"/>
                <a:gd name="connsiteY9" fmla="*/ 45639 h 214081"/>
                <a:gd name="connsiteX10" fmla="*/ 145652 w 217756"/>
                <a:gd name="connsiteY10" fmla="*/ 90 h 214081"/>
                <a:gd name="connsiteX11" fmla="*/ 58732 w 217756"/>
                <a:gd name="connsiteY11" fmla="*/ 90 h 214081"/>
                <a:gd name="connsiteX12" fmla="*/ 49888 w 217756"/>
                <a:gd name="connsiteY12" fmla="*/ 6163 h 214081"/>
                <a:gd name="connsiteX13" fmla="*/ 58427 w 217756"/>
                <a:gd name="connsiteY13" fmla="*/ 9504 h 214081"/>
                <a:gd name="connsiteX14" fmla="*/ 70017 w 217756"/>
                <a:gd name="connsiteY14" fmla="*/ 10111 h 214081"/>
                <a:gd name="connsiteX15" fmla="*/ 78251 w 217756"/>
                <a:gd name="connsiteY15" fmla="*/ 14970 h 214081"/>
                <a:gd name="connsiteX16" fmla="*/ 77031 w 217756"/>
                <a:gd name="connsiteY16" fmla="*/ 20739 h 214081"/>
                <a:gd name="connsiteX17" fmla="*/ 36164 w 217756"/>
                <a:gd name="connsiteY17" fmla="*/ 183805 h 214081"/>
                <a:gd name="connsiteX18" fmla="*/ 8410 w 217756"/>
                <a:gd name="connsiteY18" fmla="*/ 198077 h 214081"/>
                <a:gd name="connsiteX19" fmla="*/ 176 w 217756"/>
                <a:gd name="connsiteY19" fmla="*/ 204151 h 214081"/>
                <a:gd name="connsiteX20" fmla="*/ 4445 w 217756"/>
                <a:gd name="connsiteY20" fmla="*/ 207491 h 214081"/>
                <a:gd name="connsiteX21" fmla="*/ 42873 w 217756"/>
                <a:gd name="connsiteY21" fmla="*/ 206580 h 214081"/>
                <a:gd name="connsiteX22" fmla="*/ 81606 w 217756"/>
                <a:gd name="connsiteY22" fmla="*/ 207491 h 214081"/>
                <a:gd name="connsiteX23" fmla="*/ 87705 w 217756"/>
                <a:gd name="connsiteY23" fmla="*/ 201418 h 214081"/>
                <a:gd name="connsiteX24" fmla="*/ 79166 w 217756"/>
                <a:gd name="connsiteY24" fmla="*/ 198077 h 214081"/>
                <a:gd name="connsiteX25" fmla="*/ 59342 w 217756"/>
                <a:gd name="connsiteY25" fmla="*/ 192611 h 214081"/>
                <a:gd name="connsiteX26" fmla="*/ 60257 w 217756"/>
                <a:gd name="connsiteY26" fmla="*/ 187449 h 214081"/>
                <a:gd name="connsiteX27" fmla="*/ 80386 w 217756"/>
                <a:gd name="connsiteY27" fmla="*/ 106979 h 214081"/>
                <a:gd name="connsiteX28" fmla="*/ 116679 w 217756"/>
                <a:gd name="connsiteY28" fmla="*/ 106979 h 214081"/>
                <a:gd name="connsiteX29" fmla="*/ 149922 w 217756"/>
                <a:gd name="connsiteY29" fmla="*/ 134612 h 214081"/>
                <a:gd name="connsiteX30" fmla="*/ 145652 w 217756"/>
                <a:gd name="connsiteY30" fmla="*/ 155565 h 214081"/>
                <a:gd name="connsiteX31" fmla="*/ 140772 w 217756"/>
                <a:gd name="connsiteY31" fmla="*/ 181376 h 214081"/>
                <a:gd name="connsiteX32" fmla="*/ 181335 w 217756"/>
                <a:gd name="connsiteY32" fmla="*/ 214171 h 214081"/>
                <a:gd name="connsiteX33" fmla="*/ 217933 w 217756"/>
                <a:gd name="connsiteY33" fmla="*/ 179250 h 214081"/>
                <a:gd name="connsiteX34" fmla="*/ 214273 w 217756"/>
                <a:gd name="connsiteY34" fmla="*/ 175606 h 214081"/>
                <a:gd name="connsiteX35" fmla="*/ 210308 w 217756"/>
                <a:gd name="connsiteY35" fmla="*/ 179858 h 214081"/>
                <a:gd name="connsiteX36" fmla="*/ 182555 w 217756"/>
                <a:gd name="connsiteY36" fmla="*/ 207491 h 214081"/>
                <a:gd name="connsiteX37" fmla="*/ 170355 w 217756"/>
                <a:gd name="connsiteY37" fmla="*/ 188967 h 214081"/>
                <a:gd name="connsiteX38" fmla="*/ 173405 w 217756"/>
                <a:gd name="connsiteY38" fmla="*/ 154350 h 214081"/>
                <a:gd name="connsiteX39" fmla="*/ 174625 w 217756"/>
                <a:gd name="connsiteY39" fmla="*/ 140078 h 214081"/>
                <a:gd name="connsiteX40" fmla="*/ 145957 w 217756"/>
                <a:gd name="connsiteY40" fmla="*/ 104246 h 21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7756" h="214081">
                  <a:moveTo>
                    <a:pt x="102040" y="21043"/>
                  </a:moveTo>
                  <a:cubicBezTo>
                    <a:pt x="103869" y="13755"/>
                    <a:pt x="104784" y="10718"/>
                    <a:pt x="110579" y="9807"/>
                  </a:cubicBezTo>
                  <a:cubicBezTo>
                    <a:pt x="113324" y="9504"/>
                    <a:pt x="123083" y="9504"/>
                    <a:pt x="129183" y="9504"/>
                  </a:cubicBezTo>
                  <a:cubicBezTo>
                    <a:pt x="150837" y="9504"/>
                    <a:pt x="184690" y="9504"/>
                    <a:pt x="184690" y="39566"/>
                  </a:cubicBezTo>
                  <a:cubicBezTo>
                    <a:pt x="184690" y="49891"/>
                    <a:pt x="179810" y="70843"/>
                    <a:pt x="167916" y="82686"/>
                  </a:cubicBezTo>
                  <a:cubicBezTo>
                    <a:pt x="159986" y="90581"/>
                    <a:pt x="143822" y="100298"/>
                    <a:pt x="116374" y="100298"/>
                  </a:cubicBezTo>
                  <a:lnTo>
                    <a:pt x="82216" y="100298"/>
                  </a:lnTo>
                  <a:lnTo>
                    <a:pt x="102040" y="21043"/>
                  </a:lnTo>
                  <a:close/>
                  <a:moveTo>
                    <a:pt x="145957" y="104246"/>
                  </a:moveTo>
                  <a:cubicBezTo>
                    <a:pt x="176760" y="97565"/>
                    <a:pt x="213053" y="76309"/>
                    <a:pt x="213053" y="45639"/>
                  </a:cubicBezTo>
                  <a:cubicBezTo>
                    <a:pt x="213053" y="19524"/>
                    <a:pt x="185605" y="90"/>
                    <a:pt x="145652" y="90"/>
                  </a:cubicBezTo>
                  <a:lnTo>
                    <a:pt x="58732" y="90"/>
                  </a:lnTo>
                  <a:cubicBezTo>
                    <a:pt x="52633" y="90"/>
                    <a:pt x="49888" y="90"/>
                    <a:pt x="49888" y="6163"/>
                  </a:cubicBezTo>
                  <a:cubicBezTo>
                    <a:pt x="49888" y="9504"/>
                    <a:pt x="52633" y="9504"/>
                    <a:pt x="58427" y="9504"/>
                  </a:cubicBezTo>
                  <a:cubicBezTo>
                    <a:pt x="59037" y="9504"/>
                    <a:pt x="64832" y="9504"/>
                    <a:pt x="70017" y="10111"/>
                  </a:cubicBezTo>
                  <a:cubicBezTo>
                    <a:pt x="75506" y="10718"/>
                    <a:pt x="78251" y="11022"/>
                    <a:pt x="78251" y="14970"/>
                  </a:cubicBezTo>
                  <a:cubicBezTo>
                    <a:pt x="78251" y="16184"/>
                    <a:pt x="77946" y="17095"/>
                    <a:pt x="77031" y="20739"/>
                  </a:cubicBezTo>
                  <a:lnTo>
                    <a:pt x="36164" y="183805"/>
                  </a:lnTo>
                  <a:cubicBezTo>
                    <a:pt x="33114" y="195648"/>
                    <a:pt x="32504" y="198077"/>
                    <a:pt x="8410" y="198077"/>
                  </a:cubicBezTo>
                  <a:cubicBezTo>
                    <a:pt x="2921" y="198077"/>
                    <a:pt x="176" y="198077"/>
                    <a:pt x="176" y="204151"/>
                  </a:cubicBezTo>
                  <a:cubicBezTo>
                    <a:pt x="176" y="207491"/>
                    <a:pt x="3836" y="207491"/>
                    <a:pt x="4445" y="207491"/>
                  </a:cubicBezTo>
                  <a:cubicBezTo>
                    <a:pt x="12985" y="207491"/>
                    <a:pt x="34334" y="206580"/>
                    <a:pt x="42873" y="206580"/>
                  </a:cubicBezTo>
                  <a:cubicBezTo>
                    <a:pt x="51413" y="206580"/>
                    <a:pt x="73066" y="207491"/>
                    <a:pt x="81606" y="207491"/>
                  </a:cubicBezTo>
                  <a:cubicBezTo>
                    <a:pt x="84046" y="207491"/>
                    <a:pt x="87705" y="207491"/>
                    <a:pt x="87705" y="201418"/>
                  </a:cubicBezTo>
                  <a:cubicBezTo>
                    <a:pt x="87705" y="198077"/>
                    <a:pt x="84961" y="198077"/>
                    <a:pt x="79166" y="198077"/>
                  </a:cubicBezTo>
                  <a:cubicBezTo>
                    <a:pt x="67882" y="198077"/>
                    <a:pt x="59342" y="198077"/>
                    <a:pt x="59342" y="192611"/>
                  </a:cubicBezTo>
                  <a:cubicBezTo>
                    <a:pt x="59342" y="190789"/>
                    <a:pt x="59952" y="189271"/>
                    <a:pt x="60257" y="187449"/>
                  </a:cubicBezTo>
                  <a:lnTo>
                    <a:pt x="80386" y="106979"/>
                  </a:lnTo>
                  <a:lnTo>
                    <a:pt x="116679" y="106979"/>
                  </a:lnTo>
                  <a:cubicBezTo>
                    <a:pt x="144432" y="106979"/>
                    <a:pt x="149922" y="123984"/>
                    <a:pt x="149922" y="134612"/>
                  </a:cubicBezTo>
                  <a:cubicBezTo>
                    <a:pt x="149922" y="139167"/>
                    <a:pt x="147482" y="148581"/>
                    <a:pt x="145652" y="155565"/>
                  </a:cubicBezTo>
                  <a:cubicBezTo>
                    <a:pt x="143517" y="164067"/>
                    <a:pt x="140772" y="175303"/>
                    <a:pt x="140772" y="181376"/>
                  </a:cubicBezTo>
                  <a:cubicBezTo>
                    <a:pt x="140772" y="214171"/>
                    <a:pt x="177370" y="214171"/>
                    <a:pt x="181335" y="214171"/>
                  </a:cubicBezTo>
                  <a:cubicBezTo>
                    <a:pt x="207258" y="214171"/>
                    <a:pt x="217933" y="183502"/>
                    <a:pt x="217933" y="179250"/>
                  </a:cubicBezTo>
                  <a:cubicBezTo>
                    <a:pt x="217933" y="175606"/>
                    <a:pt x="214578" y="175606"/>
                    <a:pt x="214273" y="175606"/>
                  </a:cubicBezTo>
                  <a:cubicBezTo>
                    <a:pt x="211528" y="175606"/>
                    <a:pt x="210918" y="177732"/>
                    <a:pt x="210308" y="179858"/>
                  </a:cubicBezTo>
                  <a:cubicBezTo>
                    <a:pt x="202683" y="202329"/>
                    <a:pt x="189569" y="207491"/>
                    <a:pt x="182555" y="207491"/>
                  </a:cubicBezTo>
                  <a:cubicBezTo>
                    <a:pt x="172490" y="207491"/>
                    <a:pt x="170355" y="200810"/>
                    <a:pt x="170355" y="188967"/>
                  </a:cubicBezTo>
                  <a:cubicBezTo>
                    <a:pt x="170355" y="179554"/>
                    <a:pt x="172185" y="164067"/>
                    <a:pt x="173405" y="154350"/>
                  </a:cubicBezTo>
                  <a:cubicBezTo>
                    <a:pt x="174015" y="150099"/>
                    <a:pt x="174625" y="144329"/>
                    <a:pt x="174625" y="140078"/>
                  </a:cubicBezTo>
                  <a:cubicBezTo>
                    <a:pt x="174625" y="116696"/>
                    <a:pt x="154191" y="107283"/>
                    <a:pt x="145957" y="104246"/>
                  </a:cubicBez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BE5EECE-FB66-B91E-DB95-33D6C4163C5D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8255609" y="4127807"/>
              <a:ext cx="202812" cy="71056"/>
            </a:xfrm>
            <a:custGeom>
              <a:avLst/>
              <a:gdLst>
                <a:gd name="connsiteX0" fmla="*/ 192630 w 202812"/>
                <a:gd name="connsiteY0" fmla="*/ 12237 h 71056"/>
                <a:gd name="connsiteX1" fmla="*/ 202999 w 202812"/>
                <a:gd name="connsiteY1" fmla="*/ 6163 h 71056"/>
                <a:gd name="connsiteX2" fmla="*/ 192934 w 202812"/>
                <a:gd name="connsiteY2" fmla="*/ 90 h 71056"/>
                <a:gd name="connsiteX3" fmla="*/ 10251 w 202812"/>
                <a:gd name="connsiteY3" fmla="*/ 90 h 71056"/>
                <a:gd name="connsiteX4" fmla="*/ 186 w 202812"/>
                <a:gd name="connsiteY4" fmla="*/ 6163 h 71056"/>
                <a:gd name="connsiteX5" fmla="*/ 10556 w 202812"/>
                <a:gd name="connsiteY5" fmla="*/ 12237 h 71056"/>
                <a:gd name="connsiteX6" fmla="*/ 192630 w 202812"/>
                <a:gd name="connsiteY6" fmla="*/ 12237 h 71056"/>
                <a:gd name="connsiteX7" fmla="*/ 192934 w 202812"/>
                <a:gd name="connsiteY7" fmla="*/ 71147 h 71056"/>
                <a:gd name="connsiteX8" fmla="*/ 202999 w 202812"/>
                <a:gd name="connsiteY8" fmla="*/ 65074 h 71056"/>
                <a:gd name="connsiteX9" fmla="*/ 192630 w 202812"/>
                <a:gd name="connsiteY9" fmla="*/ 59000 h 71056"/>
                <a:gd name="connsiteX10" fmla="*/ 10556 w 202812"/>
                <a:gd name="connsiteY10" fmla="*/ 59000 h 71056"/>
                <a:gd name="connsiteX11" fmla="*/ 186 w 202812"/>
                <a:gd name="connsiteY11" fmla="*/ 65074 h 71056"/>
                <a:gd name="connsiteX12" fmla="*/ 10251 w 202812"/>
                <a:gd name="connsiteY12" fmla="*/ 71147 h 71056"/>
                <a:gd name="connsiteX13" fmla="*/ 192934 w 202812"/>
                <a:gd name="connsiteY13" fmla="*/ 71147 h 7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812" h="71056">
                  <a:moveTo>
                    <a:pt x="192630" y="12237"/>
                  </a:moveTo>
                  <a:cubicBezTo>
                    <a:pt x="197204" y="12237"/>
                    <a:pt x="202999" y="12237"/>
                    <a:pt x="202999" y="6163"/>
                  </a:cubicBezTo>
                  <a:cubicBezTo>
                    <a:pt x="202999" y="90"/>
                    <a:pt x="197204" y="90"/>
                    <a:pt x="192934" y="90"/>
                  </a:cubicBezTo>
                  <a:lnTo>
                    <a:pt x="10251" y="90"/>
                  </a:lnTo>
                  <a:cubicBezTo>
                    <a:pt x="5981" y="90"/>
                    <a:pt x="186" y="90"/>
                    <a:pt x="186" y="6163"/>
                  </a:cubicBezTo>
                  <a:cubicBezTo>
                    <a:pt x="186" y="12237"/>
                    <a:pt x="5981" y="12237"/>
                    <a:pt x="10556" y="12237"/>
                  </a:cubicBezTo>
                  <a:lnTo>
                    <a:pt x="192630" y="12237"/>
                  </a:lnTo>
                  <a:close/>
                  <a:moveTo>
                    <a:pt x="192934" y="71147"/>
                  </a:moveTo>
                  <a:cubicBezTo>
                    <a:pt x="197204" y="71147"/>
                    <a:pt x="202999" y="71147"/>
                    <a:pt x="202999" y="65074"/>
                  </a:cubicBezTo>
                  <a:cubicBezTo>
                    <a:pt x="202999" y="59000"/>
                    <a:pt x="197204" y="59000"/>
                    <a:pt x="192630" y="59000"/>
                  </a:cubicBezTo>
                  <a:lnTo>
                    <a:pt x="10556" y="59000"/>
                  </a:lnTo>
                  <a:cubicBezTo>
                    <a:pt x="5981" y="59000"/>
                    <a:pt x="186" y="59000"/>
                    <a:pt x="186" y="65074"/>
                  </a:cubicBezTo>
                  <a:cubicBezTo>
                    <a:pt x="186" y="71147"/>
                    <a:pt x="5981" y="71147"/>
                    <a:pt x="10251" y="71147"/>
                  </a:cubicBezTo>
                  <a:lnTo>
                    <a:pt x="192934" y="71147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44CC0F1-5E0F-187A-42CE-23AC077672C2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8715372" y="3765933"/>
              <a:ext cx="130440" cy="95865"/>
            </a:xfrm>
            <a:custGeom>
              <a:avLst/>
              <a:gdLst>
                <a:gd name="connsiteX0" fmla="*/ 16213 w 130440"/>
                <a:gd name="connsiteY0" fmla="*/ 80427 h 95865"/>
                <a:gd name="connsiteX1" fmla="*/ 14078 w 130440"/>
                <a:gd name="connsiteY1" fmla="*/ 89142 h 95865"/>
                <a:gd name="connsiteX2" fmla="*/ 21337 w 130440"/>
                <a:gd name="connsiteY2" fmla="*/ 95944 h 95865"/>
                <a:gd name="connsiteX3" fmla="*/ 29663 w 130440"/>
                <a:gd name="connsiteY3" fmla="*/ 91267 h 95865"/>
                <a:gd name="connsiteX4" fmla="*/ 33505 w 130440"/>
                <a:gd name="connsiteY4" fmla="*/ 78088 h 95865"/>
                <a:gd name="connsiteX5" fmla="*/ 38202 w 130440"/>
                <a:gd name="connsiteY5" fmla="*/ 58958 h 95865"/>
                <a:gd name="connsiteX6" fmla="*/ 41831 w 130440"/>
                <a:gd name="connsiteY6" fmla="*/ 44716 h 95865"/>
                <a:gd name="connsiteX7" fmla="*/ 50798 w 130440"/>
                <a:gd name="connsiteY7" fmla="*/ 25585 h 95865"/>
                <a:gd name="connsiteX8" fmla="*/ 82821 w 130440"/>
                <a:gd name="connsiteY8" fmla="*/ 6029 h 95865"/>
                <a:gd name="connsiteX9" fmla="*/ 95417 w 130440"/>
                <a:gd name="connsiteY9" fmla="*/ 20909 h 95865"/>
                <a:gd name="connsiteX10" fmla="*/ 82821 w 130440"/>
                <a:gd name="connsiteY10" fmla="*/ 66185 h 95865"/>
                <a:gd name="connsiteX11" fmla="*/ 79619 w 130440"/>
                <a:gd name="connsiteY11" fmla="*/ 77663 h 95865"/>
                <a:gd name="connsiteX12" fmla="*/ 99900 w 130440"/>
                <a:gd name="connsiteY12" fmla="*/ 95944 h 95865"/>
                <a:gd name="connsiteX13" fmla="*/ 130642 w 130440"/>
                <a:gd name="connsiteY13" fmla="*/ 63421 h 95865"/>
                <a:gd name="connsiteX14" fmla="*/ 127226 w 130440"/>
                <a:gd name="connsiteY14" fmla="*/ 60658 h 95865"/>
                <a:gd name="connsiteX15" fmla="*/ 123170 w 130440"/>
                <a:gd name="connsiteY15" fmla="*/ 64272 h 95865"/>
                <a:gd name="connsiteX16" fmla="*/ 100540 w 130440"/>
                <a:gd name="connsiteY16" fmla="*/ 89992 h 95865"/>
                <a:gd name="connsiteX17" fmla="*/ 95203 w 130440"/>
                <a:gd name="connsiteY17" fmla="*/ 82552 h 95865"/>
                <a:gd name="connsiteX18" fmla="*/ 100113 w 130440"/>
                <a:gd name="connsiteY18" fmla="*/ 65335 h 95865"/>
                <a:gd name="connsiteX19" fmla="*/ 111428 w 130440"/>
                <a:gd name="connsiteY19" fmla="*/ 24310 h 95865"/>
                <a:gd name="connsiteX20" fmla="*/ 83675 w 130440"/>
                <a:gd name="connsiteY20" fmla="*/ 78 h 95865"/>
                <a:gd name="connsiteX21" fmla="*/ 47596 w 130440"/>
                <a:gd name="connsiteY21" fmla="*/ 19421 h 95865"/>
                <a:gd name="connsiteX22" fmla="*/ 24752 w 130440"/>
                <a:gd name="connsiteY22" fmla="*/ 78 h 95865"/>
                <a:gd name="connsiteX23" fmla="*/ 7887 w 130440"/>
                <a:gd name="connsiteY23" fmla="*/ 11556 h 95865"/>
                <a:gd name="connsiteX24" fmla="*/ 201 w 130440"/>
                <a:gd name="connsiteY24" fmla="*/ 32600 h 95865"/>
                <a:gd name="connsiteX25" fmla="*/ 3831 w 130440"/>
                <a:gd name="connsiteY25" fmla="*/ 35363 h 95865"/>
                <a:gd name="connsiteX26" fmla="*/ 8527 w 130440"/>
                <a:gd name="connsiteY26" fmla="*/ 28986 h 95865"/>
                <a:gd name="connsiteX27" fmla="*/ 24112 w 130440"/>
                <a:gd name="connsiteY27" fmla="*/ 6029 h 95865"/>
                <a:gd name="connsiteX28" fmla="*/ 31157 w 130440"/>
                <a:gd name="connsiteY28" fmla="*/ 16445 h 95865"/>
                <a:gd name="connsiteX29" fmla="*/ 27741 w 130440"/>
                <a:gd name="connsiteY29" fmla="*/ 34088 h 95865"/>
                <a:gd name="connsiteX30" fmla="*/ 23045 w 130440"/>
                <a:gd name="connsiteY30" fmla="*/ 53218 h 95865"/>
                <a:gd name="connsiteX31" fmla="*/ 16213 w 130440"/>
                <a:gd name="connsiteY31" fmla="*/ 80427 h 9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0440" h="95865">
                  <a:moveTo>
                    <a:pt x="16213" y="80427"/>
                  </a:moveTo>
                  <a:cubicBezTo>
                    <a:pt x="15359" y="83190"/>
                    <a:pt x="14078" y="88504"/>
                    <a:pt x="14078" y="89142"/>
                  </a:cubicBezTo>
                  <a:cubicBezTo>
                    <a:pt x="14078" y="93818"/>
                    <a:pt x="17921" y="95944"/>
                    <a:pt x="21337" y="95944"/>
                  </a:cubicBezTo>
                  <a:cubicBezTo>
                    <a:pt x="25179" y="95944"/>
                    <a:pt x="28595" y="93180"/>
                    <a:pt x="29663" y="91267"/>
                  </a:cubicBezTo>
                  <a:cubicBezTo>
                    <a:pt x="30730" y="89354"/>
                    <a:pt x="32438" y="82552"/>
                    <a:pt x="33505" y="78088"/>
                  </a:cubicBezTo>
                  <a:cubicBezTo>
                    <a:pt x="34573" y="74050"/>
                    <a:pt x="36921" y="64272"/>
                    <a:pt x="38202" y="58958"/>
                  </a:cubicBezTo>
                  <a:cubicBezTo>
                    <a:pt x="39483" y="54281"/>
                    <a:pt x="40764" y="49605"/>
                    <a:pt x="41831" y="44716"/>
                  </a:cubicBezTo>
                  <a:cubicBezTo>
                    <a:pt x="44180" y="36001"/>
                    <a:pt x="44607" y="34300"/>
                    <a:pt x="50798" y="25585"/>
                  </a:cubicBezTo>
                  <a:cubicBezTo>
                    <a:pt x="56775" y="17083"/>
                    <a:pt x="66809" y="6029"/>
                    <a:pt x="82821" y="6029"/>
                  </a:cubicBezTo>
                  <a:cubicBezTo>
                    <a:pt x="95203" y="6029"/>
                    <a:pt x="95417" y="16870"/>
                    <a:pt x="95417" y="20909"/>
                  </a:cubicBezTo>
                  <a:cubicBezTo>
                    <a:pt x="95417" y="33663"/>
                    <a:pt x="86237" y="57257"/>
                    <a:pt x="82821" y="66185"/>
                  </a:cubicBezTo>
                  <a:cubicBezTo>
                    <a:pt x="80473" y="72137"/>
                    <a:pt x="79619" y="74050"/>
                    <a:pt x="79619" y="77663"/>
                  </a:cubicBezTo>
                  <a:cubicBezTo>
                    <a:pt x="79619" y="88929"/>
                    <a:pt x="89012" y="95944"/>
                    <a:pt x="99900" y="95944"/>
                  </a:cubicBezTo>
                  <a:cubicBezTo>
                    <a:pt x="121249" y="95944"/>
                    <a:pt x="130642" y="66610"/>
                    <a:pt x="130642" y="63421"/>
                  </a:cubicBezTo>
                  <a:cubicBezTo>
                    <a:pt x="130642" y="60658"/>
                    <a:pt x="127867" y="60658"/>
                    <a:pt x="127226" y="60658"/>
                  </a:cubicBezTo>
                  <a:cubicBezTo>
                    <a:pt x="124237" y="60658"/>
                    <a:pt x="124024" y="61934"/>
                    <a:pt x="123170" y="64272"/>
                  </a:cubicBezTo>
                  <a:cubicBezTo>
                    <a:pt x="118260" y="81277"/>
                    <a:pt x="109080" y="89992"/>
                    <a:pt x="100540" y="89992"/>
                  </a:cubicBezTo>
                  <a:cubicBezTo>
                    <a:pt x="96057" y="89992"/>
                    <a:pt x="95203" y="87016"/>
                    <a:pt x="95203" y="82552"/>
                  </a:cubicBezTo>
                  <a:cubicBezTo>
                    <a:pt x="95203" y="77663"/>
                    <a:pt x="96271" y="74900"/>
                    <a:pt x="100113" y="65335"/>
                  </a:cubicBezTo>
                  <a:cubicBezTo>
                    <a:pt x="102675" y="58745"/>
                    <a:pt x="111428" y="36213"/>
                    <a:pt x="111428" y="24310"/>
                  </a:cubicBezTo>
                  <a:cubicBezTo>
                    <a:pt x="111428" y="3691"/>
                    <a:pt x="94990" y="78"/>
                    <a:pt x="83675" y="78"/>
                  </a:cubicBezTo>
                  <a:cubicBezTo>
                    <a:pt x="65955" y="78"/>
                    <a:pt x="54000" y="10918"/>
                    <a:pt x="47596" y="19421"/>
                  </a:cubicBezTo>
                  <a:cubicBezTo>
                    <a:pt x="46101" y="4754"/>
                    <a:pt x="33505" y="78"/>
                    <a:pt x="24752" y="78"/>
                  </a:cubicBezTo>
                  <a:cubicBezTo>
                    <a:pt x="15572" y="78"/>
                    <a:pt x="10662" y="6667"/>
                    <a:pt x="7887" y="11556"/>
                  </a:cubicBezTo>
                  <a:cubicBezTo>
                    <a:pt x="3190" y="19421"/>
                    <a:pt x="201" y="31537"/>
                    <a:pt x="201" y="32600"/>
                  </a:cubicBezTo>
                  <a:cubicBezTo>
                    <a:pt x="201" y="35363"/>
                    <a:pt x="3190" y="35363"/>
                    <a:pt x="3831" y="35363"/>
                  </a:cubicBezTo>
                  <a:cubicBezTo>
                    <a:pt x="6819" y="35363"/>
                    <a:pt x="7033" y="34725"/>
                    <a:pt x="8527" y="28986"/>
                  </a:cubicBezTo>
                  <a:cubicBezTo>
                    <a:pt x="11730" y="16445"/>
                    <a:pt x="15786" y="6029"/>
                    <a:pt x="24112" y="6029"/>
                  </a:cubicBezTo>
                  <a:cubicBezTo>
                    <a:pt x="29663" y="6029"/>
                    <a:pt x="31157" y="10706"/>
                    <a:pt x="31157" y="16445"/>
                  </a:cubicBezTo>
                  <a:cubicBezTo>
                    <a:pt x="31157" y="20484"/>
                    <a:pt x="29236" y="28349"/>
                    <a:pt x="27741" y="34088"/>
                  </a:cubicBezTo>
                  <a:cubicBezTo>
                    <a:pt x="26247" y="39827"/>
                    <a:pt x="24112" y="48542"/>
                    <a:pt x="23045" y="53218"/>
                  </a:cubicBezTo>
                  <a:lnTo>
                    <a:pt x="16213" y="80427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F61FEC4-9CC1-1C67-A678-896B33DA210B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8577533" y="3950771"/>
              <a:ext cx="405930" cy="425125"/>
            </a:xfrm>
            <a:custGeom>
              <a:avLst/>
              <a:gdLst>
                <a:gd name="connsiteX0" fmla="*/ 369224 w 405930"/>
                <a:gd name="connsiteY0" fmla="*/ 425206 h 425125"/>
                <a:gd name="connsiteX1" fmla="*/ 406127 w 405930"/>
                <a:gd name="connsiteY1" fmla="*/ 328035 h 425125"/>
                <a:gd name="connsiteX2" fmla="*/ 398503 w 405930"/>
                <a:gd name="connsiteY2" fmla="*/ 328035 h 425125"/>
                <a:gd name="connsiteX3" fmla="*/ 319207 w 405930"/>
                <a:gd name="connsiteY3" fmla="*/ 389374 h 425125"/>
                <a:gd name="connsiteX4" fmla="*/ 224358 w 405930"/>
                <a:gd name="connsiteY4" fmla="*/ 398788 h 425125"/>
                <a:gd name="connsiteX5" fmla="*/ 40454 w 405930"/>
                <a:gd name="connsiteY5" fmla="*/ 398788 h 425125"/>
                <a:gd name="connsiteX6" fmla="*/ 195690 w 405930"/>
                <a:gd name="connsiteY6" fmla="*/ 217502 h 425125"/>
                <a:gd name="connsiteX7" fmla="*/ 198435 w 405930"/>
                <a:gd name="connsiteY7" fmla="*/ 212644 h 425125"/>
                <a:gd name="connsiteX8" fmla="*/ 196300 w 405930"/>
                <a:gd name="connsiteY8" fmla="*/ 208089 h 425125"/>
                <a:gd name="connsiteX9" fmla="*/ 54178 w 405930"/>
                <a:gd name="connsiteY9" fmla="*/ 14656 h 425125"/>
                <a:gd name="connsiteX10" fmla="*/ 221308 w 405930"/>
                <a:gd name="connsiteY10" fmla="*/ 14656 h 425125"/>
                <a:gd name="connsiteX11" fmla="*/ 292674 w 405930"/>
                <a:gd name="connsiteY11" fmla="*/ 19515 h 425125"/>
                <a:gd name="connsiteX12" fmla="*/ 359770 w 405930"/>
                <a:gd name="connsiteY12" fmla="*/ 42290 h 425125"/>
                <a:gd name="connsiteX13" fmla="*/ 398503 w 405930"/>
                <a:gd name="connsiteY13" fmla="*/ 85410 h 425125"/>
                <a:gd name="connsiteX14" fmla="*/ 406127 w 405930"/>
                <a:gd name="connsiteY14" fmla="*/ 85410 h 425125"/>
                <a:gd name="connsiteX15" fmla="*/ 369224 w 405930"/>
                <a:gd name="connsiteY15" fmla="*/ 81 h 425125"/>
                <a:gd name="connsiteX16" fmla="*/ 8736 w 405930"/>
                <a:gd name="connsiteY16" fmla="*/ 81 h 425125"/>
                <a:gd name="connsiteX17" fmla="*/ 502 w 405930"/>
                <a:gd name="connsiteY17" fmla="*/ 2206 h 425125"/>
                <a:gd name="connsiteX18" fmla="*/ 197 w 405930"/>
                <a:gd name="connsiteY18" fmla="*/ 12227 h 425125"/>
                <a:gd name="connsiteX19" fmla="*/ 161532 w 405930"/>
                <a:gd name="connsiteY19" fmla="*/ 232078 h 425125"/>
                <a:gd name="connsiteX20" fmla="*/ 3551 w 405930"/>
                <a:gd name="connsiteY20" fmla="*/ 416400 h 425125"/>
                <a:gd name="connsiteX21" fmla="*/ 502 w 405930"/>
                <a:gd name="connsiteY21" fmla="*/ 421866 h 425125"/>
                <a:gd name="connsiteX22" fmla="*/ 8736 w 405930"/>
                <a:gd name="connsiteY22" fmla="*/ 425206 h 425125"/>
                <a:gd name="connsiteX23" fmla="*/ 369224 w 405930"/>
                <a:gd name="connsiteY23" fmla="*/ 425206 h 42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5930" h="425125">
                  <a:moveTo>
                    <a:pt x="369224" y="425206"/>
                  </a:moveTo>
                  <a:lnTo>
                    <a:pt x="406127" y="328035"/>
                  </a:lnTo>
                  <a:lnTo>
                    <a:pt x="398503" y="328035"/>
                  </a:lnTo>
                  <a:cubicBezTo>
                    <a:pt x="386608" y="359616"/>
                    <a:pt x="354280" y="380265"/>
                    <a:pt x="319207" y="389374"/>
                  </a:cubicBezTo>
                  <a:cubicBezTo>
                    <a:pt x="312803" y="390893"/>
                    <a:pt x="282915" y="398788"/>
                    <a:pt x="224358" y="398788"/>
                  </a:cubicBezTo>
                  <a:lnTo>
                    <a:pt x="40454" y="398788"/>
                  </a:lnTo>
                  <a:lnTo>
                    <a:pt x="195690" y="217502"/>
                  </a:lnTo>
                  <a:cubicBezTo>
                    <a:pt x="197825" y="215073"/>
                    <a:pt x="198435" y="214162"/>
                    <a:pt x="198435" y="212644"/>
                  </a:cubicBezTo>
                  <a:cubicBezTo>
                    <a:pt x="198435" y="212036"/>
                    <a:pt x="198435" y="211125"/>
                    <a:pt x="196300" y="208089"/>
                  </a:cubicBezTo>
                  <a:lnTo>
                    <a:pt x="54178" y="14656"/>
                  </a:lnTo>
                  <a:lnTo>
                    <a:pt x="221308" y="14656"/>
                  </a:lnTo>
                  <a:cubicBezTo>
                    <a:pt x="262176" y="14656"/>
                    <a:pt x="289929" y="18908"/>
                    <a:pt x="292674" y="19515"/>
                  </a:cubicBezTo>
                  <a:cubicBezTo>
                    <a:pt x="309143" y="21944"/>
                    <a:pt x="335676" y="27107"/>
                    <a:pt x="359770" y="42290"/>
                  </a:cubicBezTo>
                  <a:cubicBezTo>
                    <a:pt x="367394" y="47148"/>
                    <a:pt x="388133" y="60813"/>
                    <a:pt x="398503" y="85410"/>
                  </a:cubicBezTo>
                  <a:lnTo>
                    <a:pt x="406127" y="85410"/>
                  </a:lnTo>
                  <a:lnTo>
                    <a:pt x="369224" y="81"/>
                  </a:lnTo>
                  <a:lnTo>
                    <a:pt x="8736" y="81"/>
                  </a:lnTo>
                  <a:cubicBezTo>
                    <a:pt x="1722" y="81"/>
                    <a:pt x="1417" y="384"/>
                    <a:pt x="502" y="2206"/>
                  </a:cubicBezTo>
                  <a:cubicBezTo>
                    <a:pt x="197" y="3117"/>
                    <a:pt x="197" y="8887"/>
                    <a:pt x="197" y="12227"/>
                  </a:cubicBezTo>
                  <a:lnTo>
                    <a:pt x="161532" y="232078"/>
                  </a:lnTo>
                  <a:lnTo>
                    <a:pt x="3551" y="416400"/>
                  </a:lnTo>
                  <a:cubicBezTo>
                    <a:pt x="502" y="420044"/>
                    <a:pt x="502" y="421563"/>
                    <a:pt x="502" y="421866"/>
                  </a:cubicBezTo>
                  <a:cubicBezTo>
                    <a:pt x="502" y="425206"/>
                    <a:pt x="3246" y="425206"/>
                    <a:pt x="8736" y="425206"/>
                  </a:cubicBezTo>
                  <a:lnTo>
                    <a:pt x="369224" y="425206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BE2F613-3025-69CB-B32F-91309F1715EF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8593211" y="4456601"/>
              <a:ext cx="64686" cy="143054"/>
            </a:xfrm>
            <a:custGeom>
              <a:avLst/>
              <a:gdLst>
                <a:gd name="connsiteX0" fmla="*/ 59333 w 64686"/>
                <a:gd name="connsiteY0" fmla="*/ 8179 h 143054"/>
                <a:gd name="connsiteX1" fmla="*/ 50794 w 64686"/>
                <a:gd name="connsiteY1" fmla="*/ 102 h 143054"/>
                <a:gd name="connsiteX2" fmla="*/ 38839 w 64686"/>
                <a:gd name="connsiteY2" fmla="*/ 11793 h 143054"/>
                <a:gd name="connsiteX3" fmla="*/ 47378 w 64686"/>
                <a:gd name="connsiteY3" fmla="*/ 19870 h 143054"/>
                <a:gd name="connsiteX4" fmla="*/ 59333 w 64686"/>
                <a:gd name="connsiteY4" fmla="*/ 8179 h 143054"/>
                <a:gd name="connsiteX5" fmla="*/ 15782 w 64686"/>
                <a:gd name="connsiteY5" fmla="*/ 116161 h 143054"/>
                <a:gd name="connsiteX6" fmla="*/ 13861 w 64686"/>
                <a:gd name="connsiteY6" fmla="*/ 125089 h 143054"/>
                <a:gd name="connsiteX7" fmla="*/ 34142 w 64686"/>
                <a:gd name="connsiteY7" fmla="*/ 143157 h 143054"/>
                <a:gd name="connsiteX8" fmla="*/ 64884 w 64686"/>
                <a:gd name="connsiteY8" fmla="*/ 110635 h 143054"/>
                <a:gd name="connsiteX9" fmla="*/ 61468 w 64686"/>
                <a:gd name="connsiteY9" fmla="*/ 107871 h 143054"/>
                <a:gd name="connsiteX10" fmla="*/ 57412 w 64686"/>
                <a:gd name="connsiteY10" fmla="*/ 111485 h 143054"/>
                <a:gd name="connsiteX11" fmla="*/ 34782 w 64686"/>
                <a:gd name="connsiteY11" fmla="*/ 137205 h 143054"/>
                <a:gd name="connsiteX12" fmla="*/ 29445 w 64686"/>
                <a:gd name="connsiteY12" fmla="*/ 129765 h 143054"/>
                <a:gd name="connsiteX13" fmla="*/ 32861 w 64686"/>
                <a:gd name="connsiteY13" fmla="*/ 116161 h 143054"/>
                <a:gd name="connsiteX14" fmla="*/ 39693 w 64686"/>
                <a:gd name="connsiteY14" fmla="*/ 99156 h 143054"/>
                <a:gd name="connsiteX15" fmla="*/ 50153 w 64686"/>
                <a:gd name="connsiteY15" fmla="*/ 72161 h 143054"/>
                <a:gd name="connsiteX16" fmla="*/ 51434 w 64686"/>
                <a:gd name="connsiteY16" fmla="*/ 65359 h 143054"/>
                <a:gd name="connsiteX17" fmla="*/ 31153 w 64686"/>
                <a:gd name="connsiteY17" fmla="*/ 47291 h 143054"/>
                <a:gd name="connsiteX18" fmla="*/ 197 w 64686"/>
                <a:gd name="connsiteY18" fmla="*/ 79813 h 143054"/>
                <a:gd name="connsiteX19" fmla="*/ 3827 w 64686"/>
                <a:gd name="connsiteY19" fmla="*/ 82576 h 143054"/>
                <a:gd name="connsiteX20" fmla="*/ 7669 w 64686"/>
                <a:gd name="connsiteY20" fmla="*/ 79175 h 143054"/>
                <a:gd name="connsiteX21" fmla="*/ 30513 w 64686"/>
                <a:gd name="connsiteY21" fmla="*/ 53243 h 143054"/>
                <a:gd name="connsiteX22" fmla="*/ 35850 w 64686"/>
                <a:gd name="connsiteY22" fmla="*/ 60682 h 143054"/>
                <a:gd name="connsiteX23" fmla="*/ 29232 w 64686"/>
                <a:gd name="connsiteY23" fmla="*/ 81939 h 143054"/>
                <a:gd name="connsiteX24" fmla="*/ 15782 w 64686"/>
                <a:gd name="connsiteY24" fmla="*/ 116161 h 143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686" h="143054">
                  <a:moveTo>
                    <a:pt x="59333" y="8179"/>
                  </a:moveTo>
                  <a:cubicBezTo>
                    <a:pt x="59333" y="4778"/>
                    <a:pt x="56771" y="102"/>
                    <a:pt x="50794" y="102"/>
                  </a:cubicBezTo>
                  <a:cubicBezTo>
                    <a:pt x="45030" y="102"/>
                    <a:pt x="38839" y="5629"/>
                    <a:pt x="38839" y="11793"/>
                  </a:cubicBezTo>
                  <a:cubicBezTo>
                    <a:pt x="38839" y="15406"/>
                    <a:pt x="41614" y="19870"/>
                    <a:pt x="47378" y="19870"/>
                  </a:cubicBezTo>
                  <a:cubicBezTo>
                    <a:pt x="53569" y="19870"/>
                    <a:pt x="59333" y="13919"/>
                    <a:pt x="59333" y="8179"/>
                  </a:cubicBezTo>
                  <a:close/>
                  <a:moveTo>
                    <a:pt x="15782" y="116161"/>
                  </a:moveTo>
                  <a:cubicBezTo>
                    <a:pt x="14928" y="118925"/>
                    <a:pt x="13861" y="121475"/>
                    <a:pt x="13861" y="125089"/>
                  </a:cubicBezTo>
                  <a:cubicBezTo>
                    <a:pt x="13861" y="135079"/>
                    <a:pt x="22400" y="143157"/>
                    <a:pt x="34142" y="143157"/>
                  </a:cubicBezTo>
                  <a:cubicBezTo>
                    <a:pt x="55491" y="143157"/>
                    <a:pt x="64884" y="113823"/>
                    <a:pt x="64884" y="110635"/>
                  </a:cubicBezTo>
                  <a:cubicBezTo>
                    <a:pt x="64884" y="107871"/>
                    <a:pt x="62109" y="107871"/>
                    <a:pt x="61468" y="107871"/>
                  </a:cubicBezTo>
                  <a:cubicBezTo>
                    <a:pt x="58479" y="107871"/>
                    <a:pt x="58266" y="109147"/>
                    <a:pt x="57412" y="111485"/>
                  </a:cubicBezTo>
                  <a:cubicBezTo>
                    <a:pt x="52502" y="128490"/>
                    <a:pt x="43108" y="137205"/>
                    <a:pt x="34782" y="137205"/>
                  </a:cubicBezTo>
                  <a:cubicBezTo>
                    <a:pt x="30513" y="137205"/>
                    <a:pt x="29445" y="134442"/>
                    <a:pt x="29445" y="129765"/>
                  </a:cubicBezTo>
                  <a:cubicBezTo>
                    <a:pt x="29445" y="124876"/>
                    <a:pt x="30940" y="120838"/>
                    <a:pt x="32861" y="116161"/>
                  </a:cubicBezTo>
                  <a:cubicBezTo>
                    <a:pt x="34996" y="110422"/>
                    <a:pt x="37344" y="104683"/>
                    <a:pt x="39693" y="99156"/>
                  </a:cubicBezTo>
                  <a:cubicBezTo>
                    <a:pt x="41614" y="94055"/>
                    <a:pt x="49299" y="74711"/>
                    <a:pt x="50153" y="72161"/>
                  </a:cubicBezTo>
                  <a:cubicBezTo>
                    <a:pt x="50794" y="70035"/>
                    <a:pt x="51434" y="67484"/>
                    <a:pt x="51434" y="65359"/>
                  </a:cubicBezTo>
                  <a:cubicBezTo>
                    <a:pt x="51434" y="55368"/>
                    <a:pt x="42895" y="47291"/>
                    <a:pt x="31153" y="47291"/>
                  </a:cubicBezTo>
                  <a:cubicBezTo>
                    <a:pt x="10018" y="47291"/>
                    <a:pt x="197" y="76199"/>
                    <a:pt x="197" y="79813"/>
                  </a:cubicBezTo>
                  <a:cubicBezTo>
                    <a:pt x="197" y="82576"/>
                    <a:pt x="3186" y="82576"/>
                    <a:pt x="3827" y="82576"/>
                  </a:cubicBezTo>
                  <a:cubicBezTo>
                    <a:pt x="6815" y="82576"/>
                    <a:pt x="7029" y="81514"/>
                    <a:pt x="7669" y="79175"/>
                  </a:cubicBezTo>
                  <a:cubicBezTo>
                    <a:pt x="13220" y="60895"/>
                    <a:pt x="22614" y="53243"/>
                    <a:pt x="30513" y="53243"/>
                  </a:cubicBezTo>
                  <a:cubicBezTo>
                    <a:pt x="33928" y="53243"/>
                    <a:pt x="35850" y="54943"/>
                    <a:pt x="35850" y="60682"/>
                  </a:cubicBezTo>
                  <a:cubicBezTo>
                    <a:pt x="35850" y="65571"/>
                    <a:pt x="34569" y="68760"/>
                    <a:pt x="29232" y="81939"/>
                  </a:cubicBezTo>
                  <a:lnTo>
                    <a:pt x="15782" y="11616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2E59331-8131-AA3A-F7A8-A9293ADFC722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684410" y="4515693"/>
              <a:ext cx="157126" cy="57179"/>
            </a:xfrm>
            <a:custGeom>
              <a:avLst/>
              <a:gdLst>
                <a:gd name="connsiteX0" fmla="*/ 149214 w 157126"/>
                <a:gd name="connsiteY0" fmla="*/ 10518 h 57179"/>
                <a:gd name="connsiteX1" fmla="*/ 157327 w 157126"/>
                <a:gd name="connsiteY1" fmla="*/ 5203 h 57179"/>
                <a:gd name="connsiteX2" fmla="*/ 149428 w 157126"/>
                <a:gd name="connsiteY2" fmla="*/ 102 h 57179"/>
                <a:gd name="connsiteX3" fmla="*/ 8099 w 157126"/>
                <a:gd name="connsiteY3" fmla="*/ 102 h 57179"/>
                <a:gd name="connsiteX4" fmla="*/ 200 w 157126"/>
                <a:gd name="connsiteY4" fmla="*/ 5203 h 57179"/>
                <a:gd name="connsiteX5" fmla="*/ 8313 w 157126"/>
                <a:gd name="connsiteY5" fmla="*/ 10518 h 57179"/>
                <a:gd name="connsiteX6" fmla="*/ 149214 w 157126"/>
                <a:gd name="connsiteY6" fmla="*/ 10518 h 57179"/>
                <a:gd name="connsiteX7" fmla="*/ 149428 w 157126"/>
                <a:gd name="connsiteY7" fmla="*/ 57281 h 57179"/>
                <a:gd name="connsiteX8" fmla="*/ 157327 w 157126"/>
                <a:gd name="connsiteY8" fmla="*/ 52180 h 57179"/>
                <a:gd name="connsiteX9" fmla="*/ 149214 w 157126"/>
                <a:gd name="connsiteY9" fmla="*/ 46866 h 57179"/>
                <a:gd name="connsiteX10" fmla="*/ 8313 w 157126"/>
                <a:gd name="connsiteY10" fmla="*/ 46866 h 57179"/>
                <a:gd name="connsiteX11" fmla="*/ 200 w 157126"/>
                <a:gd name="connsiteY11" fmla="*/ 52180 h 57179"/>
                <a:gd name="connsiteX12" fmla="*/ 8099 w 157126"/>
                <a:gd name="connsiteY12" fmla="*/ 57281 h 57179"/>
                <a:gd name="connsiteX13" fmla="*/ 149428 w 157126"/>
                <a:gd name="connsiteY13" fmla="*/ 57281 h 5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126" h="57179">
                  <a:moveTo>
                    <a:pt x="149214" y="10518"/>
                  </a:moveTo>
                  <a:cubicBezTo>
                    <a:pt x="152417" y="10518"/>
                    <a:pt x="157327" y="10518"/>
                    <a:pt x="157327" y="5203"/>
                  </a:cubicBezTo>
                  <a:cubicBezTo>
                    <a:pt x="157327" y="102"/>
                    <a:pt x="152203" y="102"/>
                    <a:pt x="149428" y="102"/>
                  </a:cubicBezTo>
                  <a:lnTo>
                    <a:pt x="8099" y="102"/>
                  </a:lnTo>
                  <a:cubicBezTo>
                    <a:pt x="5324" y="102"/>
                    <a:pt x="200" y="102"/>
                    <a:pt x="200" y="5203"/>
                  </a:cubicBezTo>
                  <a:cubicBezTo>
                    <a:pt x="200" y="10518"/>
                    <a:pt x="5110" y="10518"/>
                    <a:pt x="8313" y="10518"/>
                  </a:cubicBezTo>
                  <a:lnTo>
                    <a:pt x="149214" y="10518"/>
                  </a:lnTo>
                  <a:close/>
                  <a:moveTo>
                    <a:pt x="149428" y="57281"/>
                  </a:moveTo>
                  <a:cubicBezTo>
                    <a:pt x="152203" y="57281"/>
                    <a:pt x="157327" y="57281"/>
                    <a:pt x="157327" y="52180"/>
                  </a:cubicBezTo>
                  <a:cubicBezTo>
                    <a:pt x="157327" y="46866"/>
                    <a:pt x="152417" y="46866"/>
                    <a:pt x="149214" y="46866"/>
                  </a:cubicBezTo>
                  <a:lnTo>
                    <a:pt x="8313" y="46866"/>
                  </a:lnTo>
                  <a:cubicBezTo>
                    <a:pt x="5110" y="46866"/>
                    <a:pt x="200" y="46866"/>
                    <a:pt x="200" y="52180"/>
                  </a:cubicBezTo>
                  <a:cubicBezTo>
                    <a:pt x="200" y="57281"/>
                    <a:pt x="5324" y="57281"/>
                    <a:pt x="8099" y="57281"/>
                  </a:cubicBezTo>
                  <a:lnTo>
                    <a:pt x="149428" y="5728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C1596EA-0A9A-8EBA-88C0-E79D73CFB404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879962" y="4456388"/>
              <a:ext cx="77709" cy="141141"/>
            </a:xfrm>
            <a:custGeom>
              <a:avLst/>
              <a:gdLst>
                <a:gd name="connsiteX0" fmla="*/ 48454 w 77709"/>
                <a:gd name="connsiteY0" fmla="*/ 6054 h 141141"/>
                <a:gd name="connsiteX1" fmla="*/ 42050 w 77709"/>
                <a:gd name="connsiteY1" fmla="*/ 102 h 141141"/>
                <a:gd name="connsiteX2" fmla="*/ 206 w 77709"/>
                <a:gd name="connsiteY2" fmla="*/ 13706 h 141141"/>
                <a:gd name="connsiteX3" fmla="*/ 206 w 77709"/>
                <a:gd name="connsiteY3" fmla="*/ 21358 h 141141"/>
                <a:gd name="connsiteX4" fmla="*/ 31162 w 77709"/>
                <a:gd name="connsiteY4" fmla="*/ 15406 h 141141"/>
                <a:gd name="connsiteX5" fmla="*/ 31162 w 77709"/>
                <a:gd name="connsiteY5" fmla="*/ 123814 h 141141"/>
                <a:gd name="connsiteX6" fmla="*/ 9813 w 77709"/>
                <a:gd name="connsiteY6" fmla="*/ 133591 h 141141"/>
                <a:gd name="connsiteX7" fmla="*/ 1701 w 77709"/>
                <a:gd name="connsiteY7" fmla="*/ 133591 h 141141"/>
                <a:gd name="connsiteX8" fmla="*/ 1701 w 77709"/>
                <a:gd name="connsiteY8" fmla="*/ 141244 h 141141"/>
                <a:gd name="connsiteX9" fmla="*/ 39701 w 77709"/>
                <a:gd name="connsiteY9" fmla="*/ 140393 h 141141"/>
                <a:gd name="connsiteX10" fmla="*/ 77916 w 77709"/>
                <a:gd name="connsiteY10" fmla="*/ 141244 h 141141"/>
                <a:gd name="connsiteX11" fmla="*/ 77916 w 77709"/>
                <a:gd name="connsiteY11" fmla="*/ 133591 h 141141"/>
                <a:gd name="connsiteX12" fmla="*/ 69803 w 77709"/>
                <a:gd name="connsiteY12" fmla="*/ 133591 h 141141"/>
                <a:gd name="connsiteX13" fmla="*/ 48454 w 77709"/>
                <a:gd name="connsiteY13" fmla="*/ 123814 h 141141"/>
                <a:gd name="connsiteX14" fmla="*/ 48454 w 77709"/>
                <a:gd name="connsiteY14" fmla="*/ 6054 h 141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709" h="141141">
                  <a:moveTo>
                    <a:pt x="48454" y="6054"/>
                  </a:moveTo>
                  <a:cubicBezTo>
                    <a:pt x="48454" y="314"/>
                    <a:pt x="48027" y="102"/>
                    <a:pt x="42050" y="102"/>
                  </a:cubicBezTo>
                  <a:cubicBezTo>
                    <a:pt x="28387" y="13493"/>
                    <a:pt x="8959" y="13706"/>
                    <a:pt x="206" y="13706"/>
                  </a:cubicBezTo>
                  <a:lnTo>
                    <a:pt x="206" y="21358"/>
                  </a:lnTo>
                  <a:cubicBezTo>
                    <a:pt x="5330" y="21358"/>
                    <a:pt x="19420" y="21358"/>
                    <a:pt x="31162" y="15406"/>
                  </a:cubicBezTo>
                  <a:lnTo>
                    <a:pt x="31162" y="123814"/>
                  </a:lnTo>
                  <a:cubicBezTo>
                    <a:pt x="31162" y="130828"/>
                    <a:pt x="31162" y="133591"/>
                    <a:pt x="9813" y="133591"/>
                  </a:cubicBezTo>
                  <a:lnTo>
                    <a:pt x="1701" y="133591"/>
                  </a:lnTo>
                  <a:lnTo>
                    <a:pt x="1701" y="141244"/>
                  </a:lnTo>
                  <a:cubicBezTo>
                    <a:pt x="5544" y="141031"/>
                    <a:pt x="31802" y="140393"/>
                    <a:pt x="39701" y="140393"/>
                  </a:cubicBezTo>
                  <a:cubicBezTo>
                    <a:pt x="46320" y="140393"/>
                    <a:pt x="73219" y="141031"/>
                    <a:pt x="77916" y="141244"/>
                  </a:cubicBezTo>
                  <a:lnTo>
                    <a:pt x="77916" y="133591"/>
                  </a:lnTo>
                  <a:lnTo>
                    <a:pt x="69803" y="133591"/>
                  </a:lnTo>
                  <a:cubicBezTo>
                    <a:pt x="48454" y="133591"/>
                    <a:pt x="48454" y="130828"/>
                    <a:pt x="48454" y="123814"/>
                  </a:cubicBezTo>
                  <a:lnTo>
                    <a:pt x="48454" y="6054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5C44B40-D61D-D0DD-C165-9D749C5C59A2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9087801" y="4011505"/>
              <a:ext cx="41782" cy="303661"/>
            </a:xfrm>
            <a:custGeom>
              <a:avLst/>
              <a:gdLst>
                <a:gd name="connsiteX0" fmla="*/ 41995 w 41782"/>
                <a:gd name="connsiteY0" fmla="*/ 303751 h 303661"/>
                <a:gd name="connsiteX1" fmla="*/ 41995 w 41782"/>
                <a:gd name="connsiteY1" fmla="*/ 291605 h 303661"/>
                <a:gd name="connsiteX2" fmla="*/ 12412 w 41782"/>
                <a:gd name="connsiteY2" fmla="*/ 291605 h 303661"/>
                <a:gd name="connsiteX3" fmla="*/ 12412 w 41782"/>
                <a:gd name="connsiteY3" fmla="*/ 12237 h 303661"/>
                <a:gd name="connsiteX4" fmla="*/ 41995 w 41782"/>
                <a:gd name="connsiteY4" fmla="*/ 12237 h 303661"/>
                <a:gd name="connsiteX5" fmla="*/ 41995 w 41782"/>
                <a:gd name="connsiteY5" fmla="*/ 90 h 303661"/>
                <a:gd name="connsiteX6" fmla="*/ 213 w 41782"/>
                <a:gd name="connsiteY6" fmla="*/ 90 h 303661"/>
                <a:gd name="connsiteX7" fmla="*/ 213 w 41782"/>
                <a:gd name="connsiteY7" fmla="*/ 303751 h 303661"/>
                <a:gd name="connsiteX8" fmla="*/ 41995 w 41782"/>
                <a:gd name="connsiteY8" fmla="*/ 303751 h 30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82" h="303661">
                  <a:moveTo>
                    <a:pt x="41995" y="303751"/>
                  </a:moveTo>
                  <a:lnTo>
                    <a:pt x="41995" y="291605"/>
                  </a:lnTo>
                  <a:lnTo>
                    <a:pt x="12412" y="291605"/>
                  </a:lnTo>
                  <a:lnTo>
                    <a:pt x="12412" y="12237"/>
                  </a:lnTo>
                  <a:lnTo>
                    <a:pt x="41995" y="12237"/>
                  </a:lnTo>
                  <a:lnTo>
                    <a:pt x="41995" y="90"/>
                  </a:lnTo>
                  <a:lnTo>
                    <a:pt x="213" y="90"/>
                  </a:lnTo>
                  <a:lnTo>
                    <a:pt x="213" y="303751"/>
                  </a:lnTo>
                  <a:lnTo>
                    <a:pt x="41995" y="30375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DA36E4D-887E-752B-6E6C-A3BE0D7C13D3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9145375" y="4105033"/>
              <a:ext cx="140596" cy="196468"/>
            </a:xfrm>
            <a:custGeom>
              <a:avLst/>
              <a:gdLst>
                <a:gd name="connsiteX0" fmla="*/ 139592 w 140596"/>
                <a:gd name="connsiteY0" fmla="*/ 18614 h 196468"/>
                <a:gd name="connsiteX1" fmla="*/ 140812 w 140596"/>
                <a:gd name="connsiteY1" fmla="*/ 11629 h 196468"/>
                <a:gd name="connsiteX2" fmla="*/ 131967 w 140596"/>
                <a:gd name="connsiteY2" fmla="*/ 3430 h 196468"/>
                <a:gd name="connsiteX3" fmla="*/ 121293 w 140596"/>
                <a:gd name="connsiteY3" fmla="*/ 9807 h 196468"/>
                <a:gd name="connsiteX4" fmla="*/ 117023 w 140596"/>
                <a:gd name="connsiteY4" fmla="*/ 26205 h 196468"/>
                <a:gd name="connsiteX5" fmla="*/ 110924 w 140596"/>
                <a:gd name="connsiteY5" fmla="*/ 50498 h 196468"/>
                <a:gd name="connsiteX6" fmla="*/ 97200 w 140596"/>
                <a:gd name="connsiteY6" fmla="*/ 105157 h 196468"/>
                <a:gd name="connsiteX7" fmla="*/ 62737 w 140596"/>
                <a:gd name="connsiteY7" fmla="*/ 130968 h 196468"/>
                <a:gd name="connsiteX8" fmla="*/ 43828 w 140596"/>
                <a:gd name="connsiteY8" fmla="*/ 106372 h 196468"/>
                <a:gd name="connsiteX9" fmla="*/ 59382 w 140596"/>
                <a:gd name="connsiteY9" fmla="*/ 46854 h 196468"/>
                <a:gd name="connsiteX10" fmla="*/ 65482 w 140596"/>
                <a:gd name="connsiteY10" fmla="*/ 24990 h 196468"/>
                <a:gd name="connsiteX11" fmla="*/ 40473 w 140596"/>
                <a:gd name="connsiteY11" fmla="*/ 90 h 196468"/>
                <a:gd name="connsiteX12" fmla="*/ 215 w 140596"/>
                <a:gd name="connsiteY12" fmla="*/ 46854 h 196468"/>
                <a:gd name="connsiteX13" fmla="*/ 3875 w 140596"/>
                <a:gd name="connsiteY13" fmla="*/ 49891 h 196468"/>
                <a:gd name="connsiteX14" fmla="*/ 8755 w 140596"/>
                <a:gd name="connsiteY14" fmla="*/ 44425 h 196468"/>
                <a:gd name="connsiteX15" fmla="*/ 39558 w 140596"/>
                <a:gd name="connsiteY15" fmla="*/ 6771 h 196468"/>
                <a:gd name="connsiteX16" fmla="*/ 47183 w 140596"/>
                <a:gd name="connsiteY16" fmla="*/ 16488 h 196468"/>
                <a:gd name="connsiteX17" fmla="*/ 41998 w 140596"/>
                <a:gd name="connsiteY17" fmla="*/ 37744 h 196468"/>
                <a:gd name="connsiteX18" fmla="*/ 24309 w 140596"/>
                <a:gd name="connsiteY18" fmla="*/ 101513 h 196468"/>
                <a:gd name="connsiteX19" fmla="*/ 61517 w 140596"/>
                <a:gd name="connsiteY19" fmla="*/ 137649 h 196468"/>
                <a:gd name="connsiteX20" fmla="*/ 92320 w 140596"/>
                <a:gd name="connsiteY20" fmla="*/ 123984 h 196468"/>
                <a:gd name="connsiteX21" fmla="*/ 72496 w 140596"/>
                <a:gd name="connsiteY21" fmla="*/ 170748 h 196468"/>
                <a:gd name="connsiteX22" fmla="*/ 38948 w 140596"/>
                <a:gd name="connsiteY22" fmla="*/ 189878 h 196468"/>
                <a:gd name="connsiteX23" fmla="*/ 15770 w 140596"/>
                <a:gd name="connsiteY23" fmla="*/ 177125 h 196468"/>
                <a:gd name="connsiteX24" fmla="*/ 28884 w 140596"/>
                <a:gd name="connsiteY24" fmla="*/ 173481 h 196468"/>
                <a:gd name="connsiteX25" fmla="*/ 34983 w 140596"/>
                <a:gd name="connsiteY25" fmla="*/ 161031 h 196468"/>
                <a:gd name="connsiteX26" fmla="*/ 23699 w 140596"/>
                <a:gd name="connsiteY26" fmla="*/ 150403 h 196468"/>
                <a:gd name="connsiteX27" fmla="*/ 6620 w 140596"/>
                <a:gd name="connsiteY27" fmla="*/ 170141 h 196468"/>
                <a:gd name="connsiteX28" fmla="*/ 38948 w 140596"/>
                <a:gd name="connsiteY28" fmla="*/ 196559 h 196468"/>
                <a:gd name="connsiteX29" fmla="*/ 110314 w 140596"/>
                <a:gd name="connsiteY29" fmla="*/ 134612 h 196468"/>
                <a:gd name="connsiteX30" fmla="*/ 139592 w 140596"/>
                <a:gd name="connsiteY30" fmla="*/ 18614 h 19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0596" h="196468">
                  <a:moveTo>
                    <a:pt x="139592" y="18614"/>
                  </a:moveTo>
                  <a:cubicBezTo>
                    <a:pt x="140812" y="14362"/>
                    <a:pt x="140812" y="13755"/>
                    <a:pt x="140812" y="11629"/>
                  </a:cubicBezTo>
                  <a:cubicBezTo>
                    <a:pt x="140812" y="6163"/>
                    <a:pt x="136542" y="3430"/>
                    <a:pt x="131967" y="3430"/>
                  </a:cubicBezTo>
                  <a:cubicBezTo>
                    <a:pt x="128918" y="3430"/>
                    <a:pt x="124038" y="5252"/>
                    <a:pt x="121293" y="9807"/>
                  </a:cubicBezTo>
                  <a:cubicBezTo>
                    <a:pt x="120683" y="11326"/>
                    <a:pt x="118243" y="20739"/>
                    <a:pt x="117023" y="26205"/>
                  </a:cubicBezTo>
                  <a:cubicBezTo>
                    <a:pt x="114889" y="34100"/>
                    <a:pt x="112754" y="42299"/>
                    <a:pt x="110924" y="50498"/>
                  </a:cubicBezTo>
                  <a:lnTo>
                    <a:pt x="97200" y="105157"/>
                  </a:lnTo>
                  <a:cubicBezTo>
                    <a:pt x="95980" y="109712"/>
                    <a:pt x="82865" y="130968"/>
                    <a:pt x="62737" y="130968"/>
                  </a:cubicBezTo>
                  <a:cubicBezTo>
                    <a:pt x="47183" y="130968"/>
                    <a:pt x="43828" y="117607"/>
                    <a:pt x="43828" y="106372"/>
                  </a:cubicBezTo>
                  <a:cubicBezTo>
                    <a:pt x="43828" y="92403"/>
                    <a:pt x="49013" y="73576"/>
                    <a:pt x="59382" y="46854"/>
                  </a:cubicBezTo>
                  <a:cubicBezTo>
                    <a:pt x="64262" y="34404"/>
                    <a:pt x="65482" y="31064"/>
                    <a:pt x="65482" y="24990"/>
                  </a:cubicBezTo>
                  <a:cubicBezTo>
                    <a:pt x="65482" y="11326"/>
                    <a:pt x="55722" y="90"/>
                    <a:pt x="40473" y="90"/>
                  </a:cubicBezTo>
                  <a:cubicBezTo>
                    <a:pt x="11500" y="90"/>
                    <a:pt x="215" y="44121"/>
                    <a:pt x="215" y="46854"/>
                  </a:cubicBezTo>
                  <a:cubicBezTo>
                    <a:pt x="215" y="49891"/>
                    <a:pt x="3265" y="49891"/>
                    <a:pt x="3875" y="49891"/>
                  </a:cubicBezTo>
                  <a:cubicBezTo>
                    <a:pt x="6925" y="49891"/>
                    <a:pt x="7230" y="49283"/>
                    <a:pt x="8755" y="44425"/>
                  </a:cubicBezTo>
                  <a:cubicBezTo>
                    <a:pt x="16989" y="15881"/>
                    <a:pt x="29189" y="6771"/>
                    <a:pt x="39558" y="6771"/>
                  </a:cubicBezTo>
                  <a:cubicBezTo>
                    <a:pt x="41998" y="6771"/>
                    <a:pt x="47183" y="6771"/>
                    <a:pt x="47183" y="16488"/>
                  </a:cubicBezTo>
                  <a:cubicBezTo>
                    <a:pt x="47183" y="24079"/>
                    <a:pt x="44133" y="31975"/>
                    <a:pt x="41998" y="37744"/>
                  </a:cubicBezTo>
                  <a:cubicBezTo>
                    <a:pt x="29799" y="69932"/>
                    <a:pt x="24309" y="87241"/>
                    <a:pt x="24309" y="101513"/>
                  </a:cubicBezTo>
                  <a:cubicBezTo>
                    <a:pt x="24309" y="128539"/>
                    <a:pt x="43523" y="137649"/>
                    <a:pt x="61517" y="137649"/>
                  </a:cubicBezTo>
                  <a:cubicBezTo>
                    <a:pt x="73411" y="137649"/>
                    <a:pt x="83780" y="132487"/>
                    <a:pt x="92320" y="123984"/>
                  </a:cubicBezTo>
                  <a:cubicBezTo>
                    <a:pt x="88355" y="139774"/>
                    <a:pt x="84695" y="154654"/>
                    <a:pt x="72496" y="170748"/>
                  </a:cubicBezTo>
                  <a:cubicBezTo>
                    <a:pt x="64567" y="181072"/>
                    <a:pt x="52977" y="189878"/>
                    <a:pt x="38948" y="189878"/>
                  </a:cubicBezTo>
                  <a:cubicBezTo>
                    <a:pt x="34678" y="189878"/>
                    <a:pt x="20954" y="188967"/>
                    <a:pt x="15770" y="177125"/>
                  </a:cubicBezTo>
                  <a:cubicBezTo>
                    <a:pt x="20649" y="177125"/>
                    <a:pt x="24614" y="177125"/>
                    <a:pt x="28884" y="173481"/>
                  </a:cubicBezTo>
                  <a:cubicBezTo>
                    <a:pt x="31934" y="170748"/>
                    <a:pt x="34983" y="166800"/>
                    <a:pt x="34983" y="161031"/>
                  </a:cubicBezTo>
                  <a:cubicBezTo>
                    <a:pt x="34983" y="151617"/>
                    <a:pt x="26749" y="150403"/>
                    <a:pt x="23699" y="150403"/>
                  </a:cubicBezTo>
                  <a:cubicBezTo>
                    <a:pt x="16684" y="150403"/>
                    <a:pt x="6620" y="155261"/>
                    <a:pt x="6620" y="170141"/>
                  </a:cubicBezTo>
                  <a:cubicBezTo>
                    <a:pt x="6620" y="185324"/>
                    <a:pt x="20039" y="196559"/>
                    <a:pt x="38948" y="196559"/>
                  </a:cubicBezTo>
                  <a:cubicBezTo>
                    <a:pt x="70361" y="196559"/>
                    <a:pt x="101774" y="168926"/>
                    <a:pt x="110314" y="134612"/>
                  </a:cubicBezTo>
                  <a:lnTo>
                    <a:pt x="139592" y="18614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B3F9A2A-04B0-6B75-0E56-4BFA52416293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296091" y="4143871"/>
              <a:ext cx="64686" cy="143054"/>
            </a:xfrm>
            <a:custGeom>
              <a:avLst/>
              <a:gdLst>
                <a:gd name="connsiteX0" fmla="*/ 59356 w 64686"/>
                <a:gd name="connsiteY0" fmla="*/ 8169 h 143054"/>
                <a:gd name="connsiteX1" fmla="*/ 50817 w 64686"/>
                <a:gd name="connsiteY1" fmla="*/ 92 h 143054"/>
                <a:gd name="connsiteX2" fmla="*/ 38862 w 64686"/>
                <a:gd name="connsiteY2" fmla="*/ 11783 h 143054"/>
                <a:gd name="connsiteX3" fmla="*/ 47401 w 64686"/>
                <a:gd name="connsiteY3" fmla="*/ 19860 h 143054"/>
                <a:gd name="connsiteX4" fmla="*/ 59356 w 64686"/>
                <a:gd name="connsiteY4" fmla="*/ 8169 h 143054"/>
                <a:gd name="connsiteX5" fmla="*/ 15805 w 64686"/>
                <a:gd name="connsiteY5" fmla="*/ 116151 h 143054"/>
                <a:gd name="connsiteX6" fmla="*/ 13884 w 64686"/>
                <a:gd name="connsiteY6" fmla="*/ 125079 h 143054"/>
                <a:gd name="connsiteX7" fmla="*/ 34165 w 64686"/>
                <a:gd name="connsiteY7" fmla="*/ 143146 h 143054"/>
                <a:gd name="connsiteX8" fmla="*/ 64907 w 64686"/>
                <a:gd name="connsiteY8" fmla="*/ 110624 h 143054"/>
                <a:gd name="connsiteX9" fmla="*/ 61491 w 64686"/>
                <a:gd name="connsiteY9" fmla="*/ 107861 h 143054"/>
                <a:gd name="connsiteX10" fmla="*/ 57435 w 64686"/>
                <a:gd name="connsiteY10" fmla="*/ 111475 h 143054"/>
                <a:gd name="connsiteX11" fmla="*/ 34805 w 64686"/>
                <a:gd name="connsiteY11" fmla="*/ 137195 h 143054"/>
                <a:gd name="connsiteX12" fmla="*/ 29468 w 64686"/>
                <a:gd name="connsiteY12" fmla="*/ 129755 h 143054"/>
                <a:gd name="connsiteX13" fmla="*/ 32884 w 64686"/>
                <a:gd name="connsiteY13" fmla="*/ 116151 h 143054"/>
                <a:gd name="connsiteX14" fmla="*/ 39715 w 64686"/>
                <a:gd name="connsiteY14" fmla="*/ 99146 h 143054"/>
                <a:gd name="connsiteX15" fmla="*/ 50176 w 64686"/>
                <a:gd name="connsiteY15" fmla="*/ 72150 h 143054"/>
                <a:gd name="connsiteX16" fmla="*/ 51457 w 64686"/>
                <a:gd name="connsiteY16" fmla="*/ 65348 h 143054"/>
                <a:gd name="connsiteX17" fmla="*/ 31176 w 64686"/>
                <a:gd name="connsiteY17" fmla="*/ 47281 h 143054"/>
                <a:gd name="connsiteX18" fmla="*/ 220 w 64686"/>
                <a:gd name="connsiteY18" fmla="*/ 79803 h 143054"/>
                <a:gd name="connsiteX19" fmla="*/ 3850 w 64686"/>
                <a:gd name="connsiteY19" fmla="*/ 82566 h 143054"/>
                <a:gd name="connsiteX20" fmla="*/ 7692 w 64686"/>
                <a:gd name="connsiteY20" fmla="*/ 79165 h 143054"/>
                <a:gd name="connsiteX21" fmla="*/ 30536 w 64686"/>
                <a:gd name="connsiteY21" fmla="*/ 53232 h 143054"/>
                <a:gd name="connsiteX22" fmla="*/ 35873 w 64686"/>
                <a:gd name="connsiteY22" fmla="*/ 60672 h 143054"/>
                <a:gd name="connsiteX23" fmla="*/ 29255 w 64686"/>
                <a:gd name="connsiteY23" fmla="*/ 81928 h 143054"/>
                <a:gd name="connsiteX24" fmla="*/ 15805 w 64686"/>
                <a:gd name="connsiteY24" fmla="*/ 116151 h 143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686" h="143054">
                  <a:moveTo>
                    <a:pt x="59356" y="8169"/>
                  </a:moveTo>
                  <a:cubicBezTo>
                    <a:pt x="59356" y="4768"/>
                    <a:pt x="56794" y="92"/>
                    <a:pt x="50817" y="92"/>
                  </a:cubicBezTo>
                  <a:cubicBezTo>
                    <a:pt x="45053" y="92"/>
                    <a:pt x="38862" y="5618"/>
                    <a:pt x="38862" y="11783"/>
                  </a:cubicBezTo>
                  <a:cubicBezTo>
                    <a:pt x="38862" y="15396"/>
                    <a:pt x="41637" y="19860"/>
                    <a:pt x="47401" y="19860"/>
                  </a:cubicBezTo>
                  <a:cubicBezTo>
                    <a:pt x="53592" y="19860"/>
                    <a:pt x="59356" y="13908"/>
                    <a:pt x="59356" y="8169"/>
                  </a:cubicBezTo>
                  <a:close/>
                  <a:moveTo>
                    <a:pt x="15805" y="116151"/>
                  </a:moveTo>
                  <a:cubicBezTo>
                    <a:pt x="14951" y="118914"/>
                    <a:pt x="13884" y="121465"/>
                    <a:pt x="13884" y="125079"/>
                  </a:cubicBezTo>
                  <a:cubicBezTo>
                    <a:pt x="13884" y="135069"/>
                    <a:pt x="22423" y="143146"/>
                    <a:pt x="34165" y="143146"/>
                  </a:cubicBezTo>
                  <a:cubicBezTo>
                    <a:pt x="55514" y="143146"/>
                    <a:pt x="64907" y="113813"/>
                    <a:pt x="64907" y="110624"/>
                  </a:cubicBezTo>
                  <a:cubicBezTo>
                    <a:pt x="64907" y="107861"/>
                    <a:pt x="62132" y="107861"/>
                    <a:pt x="61491" y="107861"/>
                  </a:cubicBezTo>
                  <a:cubicBezTo>
                    <a:pt x="58502" y="107861"/>
                    <a:pt x="58289" y="109136"/>
                    <a:pt x="57435" y="111475"/>
                  </a:cubicBezTo>
                  <a:cubicBezTo>
                    <a:pt x="52525" y="128480"/>
                    <a:pt x="43131" y="137195"/>
                    <a:pt x="34805" y="137195"/>
                  </a:cubicBezTo>
                  <a:cubicBezTo>
                    <a:pt x="30536" y="137195"/>
                    <a:pt x="29468" y="134431"/>
                    <a:pt x="29468" y="129755"/>
                  </a:cubicBezTo>
                  <a:cubicBezTo>
                    <a:pt x="29468" y="124866"/>
                    <a:pt x="30963" y="120827"/>
                    <a:pt x="32884" y="116151"/>
                  </a:cubicBezTo>
                  <a:cubicBezTo>
                    <a:pt x="35019" y="110412"/>
                    <a:pt x="37367" y="104673"/>
                    <a:pt x="39715" y="99146"/>
                  </a:cubicBezTo>
                  <a:cubicBezTo>
                    <a:pt x="41637" y="94044"/>
                    <a:pt x="49322" y="74701"/>
                    <a:pt x="50176" y="72150"/>
                  </a:cubicBezTo>
                  <a:cubicBezTo>
                    <a:pt x="50817" y="70025"/>
                    <a:pt x="51457" y="67474"/>
                    <a:pt x="51457" y="65348"/>
                  </a:cubicBezTo>
                  <a:cubicBezTo>
                    <a:pt x="51457" y="55358"/>
                    <a:pt x="42918" y="47281"/>
                    <a:pt x="31176" y="47281"/>
                  </a:cubicBezTo>
                  <a:cubicBezTo>
                    <a:pt x="10041" y="47281"/>
                    <a:pt x="220" y="76189"/>
                    <a:pt x="220" y="79803"/>
                  </a:cubicBezTo>
                  <a:cubicBezTo>
                    <a:pt x="220" y="82566"/>
                    <a:pt x="3209" y="82566"/>
                    <a:pt x="3850" y="82566"/>
                  </a:cubicBezTo>
                  <a:cubicBezTo>
                    <a:pt x="6838" y="82566"/>
                    <a:pt x="7052" y="81503"/>
                    <a:pt x="7692" y="79165"/>
                  </a:cubicBezTo>
                  <a:cubicBezTo>
                    <a:pt x="13243" y="60885"/>
                    <a:pt x="22637" y="53232"/>
                    <a:pt x="30536" y="53232"/>
                  </a:cubicBezTo>
                  <a:cubicBezTo>
                    <a:pt x="33951" y="53232"/>
                    <a:pt x="35873" y="54933"/>
                    <a:pt x="35873" y="60672"/>
                  </a:cubicBezTo>
                  <a:cubicBezTo>
                    <a:pt x="35873" y="65561"/>
                    <a:pt x="34592" y="68749"/>
                    <a:pt x="29255" y="81928"/>
                  </a:cubicBezTo>
                  <a:lnTo>
                    <a:pt x="15805" y="11615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3085105-1FF3-3347-07A9-328A1550A268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9480680" y="4157262"/>
              <a:ext cx="186343" cy="12146"/>
            </a:xfrm>
            <a:custGeom>
              <a:avLst/>
              <a:gdLst>
                <a:gd name="connsiteX0" fmla="*/ 175895 w 186343"/>
                <a:gd name="connsiteY0" fmla="*/ 12237 h 12146"/>
                <a:gd name="connsiteX1" fmla="*/ 186570 w 186343"/>
                <a:gd name="connsiteY1" fmla="*/ 6163 h 12146"/>
                <a:gd name="connsiteX2" fmla="*/ 175895 w 186343"/>
                <a:gd name="connsiteY2" fmla="*/ 90 h 12146"/>
                <a:gd name="connsiteX3" fmla="*/ 10900 w 186343"/>
                <a:gd name="connsiteY3" fmla="*/ 90 h 12146"/>
                <a:gd name="connsiteX4" fmla="*/ 226 w 186343"/>
                <a:gd name="connsiteY4" fmla="*/ 6163 h 12146"/>
                <a:gd name="connsiteX5" fmla="*/ 10900 w 186343"/>
                <a:gd name="connsiteY5" fmla="*/ 12237 h 12146"/>
                <a:gd name="connsiteX6" fmla="*/ 175895 w 186343"/>
                <a:gd name="connsiteY6" fmla="*/ 12237 h 12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343" h="12146">
                  <a:moveTo>
                    <a:pt x="175895" y="12237"/>
                  </a:moveTo>
                  <a:cubicBezTo>
                    <a:pt x="181080" y="12237"/>
                    <a:pt x="186570" y="12237"/>
                    <a:pt x="186570" y="6163"/>
                  </a:cubicBezTo>
                  <a:cubicBezTo>
                    <a:pt x="186570" y="90"/>
                    <a:pt x="181080" y="90"/>
                    <a:pt x="175895" y="90"/>
                  </a:cubicBezTo>
                  <a:lnTo>
                    <a:pt x="10900" y="90"/>
                  </a:lnTo>
                  <a:cubicBezTo>
                    <a:pt x="5716" y="90"/>
                    <a:pt x="226" y="90"/>
                    <a:pt x="226" y="6163"/>
                  </a:cubicBezTo>
                  <a:cubicBezTo>
                    <a:pt x="226" y="12237"/>
                    <a:pt x="5716" y="12237"/>
                    <a:pt x="10900" y="12237"/>
                  </a:cubicBezTo>
                  <a:lnTo>
                    <a:pt x="175895" y="12237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31E6B28-F2F2-3252-29B3-A6BB88726793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9790540" y="4011505"/>
              <a:ext cx="70755" cy="303661"/>
            </a:xfrm>
            <a:custGeom>
              <a:avLst/>
              <a:gdLst>
                <a:gd name="connsiteX0" fmla="*/ 70992 w 70755"/>
                <a:gd name="connsiteY0" fmla="*/ 300715 h 303661"/>
                <a:gd name="connsiteX1" fmla="*/ 65807 w 70755"/>
                <a:gd name="connsiteY1" fmla="*/ 294034 h 303661"/>
                <a:gd name="connsiteX2" fmla="*/ 17925 w 70755"/>
                <a:gd name="connsiteY2" fmla="*/ 151921 h 303661"/>
                <a:gd name="connsiteX3" fmla="*/ 67027 w 70755"/>
                <a:gd name="connsiteY3" fmla="*/ 8289 h 303661"/>
                <a:gd name="connsiteX4" fmla="*/ 70992 w 70755"/>
                <a:gd name="connsiteY4" fmla="*/ 3127 h 303661"/>
                <a:gd name="connsiteX5" fmla="*/ 67942 w 70755"/>
                <a:gd name="connsiteY5" fmla="*/ 90 h 303661"/>
                <a:gd name="connsiteX6" fmla="*/ 19450 w 70755"/>
                <a:gd name="connsiteY6" fmla="*/ 59304 h 303661"/>
                <a:gd name="connsiteX7" fmla="*/ 236 w 70755"/>
                <a:gd name="connsiteY7" fmla="*/ 151921 h 303661"/>
                <a:gd name="connsiteX8" fmla="*/ 20365 w 70755"/>
                <a:gd name="connsiteY8" fmla="*/ 246663 h 303661"/>
                <a:gd name="connsiteX9" fmla="*/ 67942 w 70755"/>
                <a:gd name="connsiteY9" fmla="*/ 303751 h 303661"/>
                <a:gd name="connsiteX10" fmla="*/ 70992 w 70755"/>
                <a:gd name="connsiteY10" fmla="*/ 300715 h 30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755" h="303661">
                  <a:moveTo>
                    <a:pt x="70992" y="300715"/>
                  </a:moveTo>
                  <a:cubicBezTo>
                    <a:pt x="70992" y="299804"/>
                    <a:pt x="70992" y="299197"/>
                    <a:pt x="65807" y="294034"/>
                  </a:cubicBezTo>
                  <a:cubicBezTo>
                    <a:pt x="27684" y="255773"/>
                    <a:pt x="17925" y="198381"/>
                    <a:pt x="17925" y="151921"/>
                  </a:cubicBezTo>
                  <a:cubicBezTo>
                    <a:pt x="17925" y="99084"/>
                    <a:pt x="29514" y="46247"/>
                    <a:pt x="67027" y="8289"/>
                  </a:cubicBezTo>
                  <a:cubicBezTo>
                    <a:pt x="70992" y="4645"/>
                    <a:pt x="70992" y="4038"/>
                    <a:pt x="70992" y="3127"/>
                  </a:cubicBezTo>
                  <a:cubicBezTo>
                    <a:pt x="70992" y="1001"/>
                    <a:pt x="69772" y="90"/>
                    <a:pt x="67942" y="90"/>
                  </a:cubicBezTo>
                  <a:cubicBezTo>
                    <a:pt x="64892" y="90"/>
                    <a:pt x="37444" y="20739"/>
                    <a:pt x="19450" y="59304"/>
                  </a:cubicBezTo>
                  <a:cubicBezTo>
                    <a:pt x="3896" y="92707"/>
                    <a:pt x="236" y="126413"/>
                    <a:pt x="236" y="151921"/>
                  </a:cubicBezTo>
                  <a:cubicBezTo>
                    <a:pt x="236" y="175606"/>
                    <a:pt x="3591" y="212349"/>
                    <a:pt x="20365" y="246663"/>
                  </a:cubicBezTo>
                  <a:cubicBezTo>
                    <a:pt x="38664" y="284013"/>
                    <a:pt x="64892" y="303751"/>
                    <a:pt x="67942" y="303751"/>
                  </a:cubicBezTo>
                  <a:cubicBezTo>
                    <a:pt x="69772" y="303751"/>
                    <a:pt x="70992" y="302840"/>
                    <a:pt x="70992" y="300715"/>
                  </a:cubicBez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AF16F63-CBF7-FE7F-0216-603A8F03C797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9891151" y="4105033"/>
              <a:ext cx="139681" cy="137558"/>
            </a:xfrm>
            <a:custGeom>
              <a:avLst/>
              <a:gdLst>
                <a:gd name="connsiteX0" fmla="*/ 101799 w 139681"/>
                <a:gd name="connsiteY0" fmla="*/ 19525 h 137558"/>
                <a:gd name="connsiteX1" fmla="*/ 73740 w 139681"/>
                <a:gd name="connsiteY1" fmla="*/ 90 h 137558"/>
                <a:gd name="connsiteX2" fmla="*/ 240 w 139681"/>
                <a:gd name="connsiteY2" fmla="*/ 89063 h 137558"/>
                <a:gd name="connsiteX3" fmla="*/ 40802 w 139681"/>
                <a:gd name="connsiteY3" fmla="*/ 137649 h 137558"/>
                <a:gd name="connsiteX4" fmla="*/ 80450 w 139681"/>
                <a:gd name="connsiteY4" fmla="*/ 114874 h 137558"/>
                <a:gd name="connsiteX5" fmla="*/ 108203 w 139681"/>
                <a:gd name="connsiteY5" fmla="*/ 137649 h 137558"/>
                <a:gd name="connsiteX6" fmla="*/ 130772 w 139681"/>
                <a:gd name="connsiteY6" fmla="*/ 120947 h 137558"/>
                <a:gd name="connsiteX7" fmla="*/ 139921 w 139681"/>
                <a:gd name="connsiteY7" fmla="*/ 90885 h 137558"/>
                <a:gd name="connsiteX8" fmla="*/ 136261 w 139681"/>
                <a:gd name="connsiteY8" fmla="*/ 87848 h 137558"/>
                <a:gd name="connsiteX9" fmla="*/ 131992 w 139681"/>
                <a:gd name="connsiteY9" fmla="*/ 93314 h 137558"/>
                <a:gd name="connsiteX10" fmla="*/ 108813 w 139681"/>
                <a:gd name="connsiteY10" fmla="*/ 130968 h 137558"/>
                <a:gd name="connsiteX11" fmla="*/ 99664 w 139681"/>
                <a:gd name="connsiteY11" fmla="*/ 117000 h 137558"/>
                <a:gd name="connsiteX12" fmla="*/ 103628 w 139681"/>
                <a:gd name="connsiteY12" fmla="*/ 94529 h 137558"/>
                <a:gd name="connsiteX13" fmla="*/ 110338 w 139681"/>
                <a:gd name="connsiteY13" fmla="*/ 67199 h 137558"/>
                <a:gd name="connsiteX14" fmla="*/ 121317 w 139681"/>
                <a:gd name="connsiteY14" fmla="*/ 24687 h 137558"/>
                <a:gd name="connsiteX15" fmla="*/ 123452 w 139681"/>
                <a:gd name="connsiteY15" fmla="*/ 14362 h 137558"/>
                <a:gd name="connsiteX16" fmla="*/ 114608 w 139681"/>
                <a:gd name="connsiteY16" fmla="*/ 6163 h 137558"/>
                <a:gd name="connsiteX17" fmla="*/ 101799 w 139681"/>
                <a:gd name="connsiteY17" fmla="*/ 19525 h 137558"/>
                <a:gd name="connsiteX18" fmla="*/ 81975 w 139681"/>
                <a:gd name="connsiteY18" fmla="*/ 98173 h 137558"/>
                <a:gd name="connsiteX19" fmla="*/ 75875 w 139681"/>
                <a:gd name="connsiteY19" fmla="*/ 109408 h 137558"/>
                <a:gd name="connsiteX20" fmla="*/ 41412 w 139681"/>
                <a:gd name="connsiteY20" fmla="*/ 130968 h 137558"/>
                <a:gd name="connsiteX21" fmla="*/ 21893 w 139681"/>
                <a:gd name="connsiteY21" fmla="*/ 102424 h 137558"/>
                <a:gd name="connsiteX22" fmla="*/ 38667 w 139681"/>
                <a:gd name="connsiteY22" fmla="*/ 35922 h 137558"/>
                <a:gd name="connsiteX23" fmla="*/ 74045 w 139681"/>
                <a:gd name="connsiteY23" fmla="*/ 6771 h 137558"/>
                <a:gd name="connsiteX24" fmla="*/ 98139 w 139681"/>
                <a:gd name="connsiteY24" fmla="*/ 33493 h 137558"/>
                <a:gd name="connsiteX25" fmla="*/ 97224 w 139681"/>
                <a:gd name="connsiteY25" fmla="*/ 38655 h 137558"/>
                <a:gd name="connsiteX26" fmla="*/ 81975 w 139681"/>
                <a:gd name="connsiteY26" fmla="*/ 98173 h 13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681" h="137558">
                  <a:moveTo>
                    <a:pt x="101799" y="19525"/>
                  </a:moveTo>
                  <a:cubicBezTo>
                    <a:pt x="96309" y="8289"/>
                    <a:pt x="87464" y="90"/>
                    <a:pt x="73740" y="90"/>
                  </a:cubicBezTo>
                  <a:cubicBezTo>
                    <a:pt x="38057" y="90"/>
                    <a:pt x="240" y="44728"/>
                    <a:pt x="240" y="89063"/>
                  </a:cubicBezTo>
                  <a:cubicBezTo>
                    <a:pt x="240" y="117607"/>
                    <a:pt x="17014" y="137649"/>
                    <a:pt x="40802" y="137649"/>
                  </a:cubicBezTo>
                  <a:cubicBezTo>
                    <a:pt x="46902" y="137649"/>
                    <a:pt x="62151" y="136434"/>
                    <a:pt x="80450" y="114874"/>
                  </a:cubicBezTo>
                  <a:cubicBezTo>
                    <a:pt x="82890" y="127628"/>
                    <a:pt x="93564" y="137649"/>
                    <a:pt x="108203" y="137649"/>
                  </a:cubicBezTo>
                  <a:cubicBezTo>
                    <a:pt x="118878" y="137649"/>
                    <a:pt x="125892" y="130665"/>
                    <a:pt x="130772" y="120947"/>
                  </a:cubicBezTo>
                  <a:cubicBezTo>
                    <a:pt x="135957" y="110016"/>
                    <a:pt x="139921" y="91492"/>
                    <a:pt x="139921" y="90885"/>
                  </a:cubicBezTo>
                  <a:cubicBezTo>
                    <a:pt x="139921" y="87848"/>
                    <a:pt x="137176" y="87848"/>
                    <a:pt x="136261" y="87848"/>
                  </a:cubicBezTo>
                  <a:cubicBezTo>
                    <a:pt x="133212" y="87848"/>
                    <a:pt x="132907" y="89063"/>
                    <a:pt x="131992" y="93314"/>
                  </a:cubicBezTo>
                  <a:cubicBezTo>
                    <a:pt x="126807" y="113052"/>
                    <a:pt x="121317" y="130968"/>
                    <a:pt x="108813" y="130968"/>
                  </a:cubicBezTo>
                  <a:cubicBezTo>
                    <a:pt x="100579" y="130968"/>
                    <a:pt x="99664" y="123073"/>
                    <a:pt x="99664" y="117000"/>
                  </a:cubicBezTo>
                  <a:cubicBezTo>
                    <a:pt x="99664" y="110319"/>
                    <a:pt x="100274" y="107890"/>
                    <a:pt x="103628" y="94529"/>
                  </a:cubicBezTo>
                  <a:cubicBezTo>
                    <a:pt x="106983" y="81775"/>
                    <a:pt x="107593" y="78738"/>
                    <a:pt x="110338" y="67199"/>
                  </a:cubicBezTo>
                  <a:lnTo>
                    <a:pt x="121317" y="24687"/>
                  </a:lnTo>
                  <a:cubicBezTo>
                    <a:pt x="123452" y="16184"/>
                    <a:pt x="123452" y="15577"/>
                    <a:pt x="123452" y="14362"/>
                  </a:cubicBezTo>
                  <a:cubicBezTo>
                    <a:pt x="123452" y="9200"/>
                    <a:pt x="119793" y="6163"/>
                    <a:pt x="114608" y="6163"/>
                  </a:cubicBezTo>
                  <a:cubicBezTo>
                    <a:pt x="107288" y="6163"/>
                    <a:pt x="102714" y="12844"/>
                    <a:pt x="101799" y="19525"/>
                  </a:cubicBezTo>
                  <a:close/>
                  <a:moveTo>
                    <a:pt x="81975" y="98173"/>
                  </a:moveTo>
                  <a:cubicBezTo>
                    <a:pt x="80450" y="103639"/>
                    <a:pt x="80450" y="104246"/>
                    <a:pt x="75875" y="109408"/>
                  </a:cubicBezTo>
                  <a:cubicBezTo>
                    <a:pt x="62456" y="126110"/>
                    <a:pt x="49952" y="130968"/>
                    <a:pt x="41412" y="130968"/>
                  </a:cubicBezTo>
                  <a:cubicBezTo>
                    <a:pt x="26163" y="130968"/>
                    <a:pt x="21893" y="114267"/>
                    <a:pt x="21893" y="102424"/>
                  </a:cubicBezTo>
                  <a:cubicBezTo>
                    <a:pt x="21893" y="87241"/>
                    <a:pt x="31653" y="49891"/>
                    <a:pt x="38667" y="35922"/>
                  </a:cubicBezTo>
                  <a:cubicBezTo>
                    <a:pt x="48122" y="18006"/>
                    <a:pt x="61846" y="6771"/>
                    <a:pt x="74045" y="6771"/>
                  </a:cubicBezTo>
                  <a:cubicBezTo>
                    <a:pt x="93869" y="6771"/>
                    <a:pt x="98139" y="31671"/>
                    <a:pt x="98139" y="33493"/>
                  </a:cubicBezTo>
                  <a:cubicBezTo>
                    <a:pt x="98139" y="35315"/>
                    <a:pt x="97529" y="37137"/>
                    <a:pt x="97224" y="38655"/>
                  </a:cubicBezTo>
                  <a:lnTo>
                    <a:pt x="81975" y="98173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C6AFE38-B49B-2776-F058-901C2D26DA84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0051263" y="4143658"/>
              <a:ext cx="99058" cy="145393"/>
            </a:xfrm>
            <a:custGeom>
              <a:avLst/>
              <a:gdLst>
                <a:gd name="connsiteX0" fmla="*/ 99303 w 99058"/>
                <a:gd name="connsiteY0" fmla="*/ 73426 h 145393"/>
                <a:gd name="connsiteX1" fmla="*/ 86707 w 99058"/>
                <a:gd name="connsiteY1" fmla="*/ 18372 h 145393"/>
                <a:gd name="connsiteX2" fmla="*/ 49774 w 99058"/>
                <a:gd name="connsiteY2" fmla="*/ 92 h 145393"/>
                <a:gd name="connsiteX3" fmla="*/ 245 w 99058"/>
                <a:gd name="connsiteY3" fmla="*/ 73426 h 145393"/>
                <a:gd name="connsiteX4" fmla="*/ 49774 w 99058"/>
                <a:gd name="connsiteY4" fmla="*/ 145485 h 145393"/>
                <a:gd name="connsiteX5" fmla="*/ 99303 w 99058"/>
                <a:gd name="connsiteY5" fmla="*/ 73426 h 145393"/>
                <a:gd name="connsiteX6" fmla="*/ 49774 w 99058"/>
                <a:gd name="connsiteY6" fmla="*/ 139533 h 145393"/>
                <a:gd name="connsiteX7" fmla="*/ 22661 w 99058"/>
                <a:gd name="connsiteY7" fmla="*/ 116364 h 145393"/>
                <a:gd name="connsiteX8" fmla="*/ 19672 w 99058"/>
                <a:gd name="connsiteY8" fmla="*/ 70663 h 145393"/>
                <a:gd name="connsiteX9" fmla="*/ 22875 w 99058"/>
                <a:gd name="connsiteY9" fmla="*/ 27300 h 145393"/>
                <a:gd name="connsiteX10" fmla="*/ 49774 w 99058"/>
                <a:gd name="connsiteY10" fmla="*/ 6043 h 145393"/>
                <a:gd name="connsiteX11" fmla="*/ 76246 w 99058"/>
                <a:gd name="connsiteY11" fmla="*/ 25387 h 145393"/>
                <a:gd name="connsiteX12" fmla="*/ 79876 w 99058"/>
                <a:gd name="connsiteY12" fmla="*/ 70663 h 145393"/>
                <a:gd name="connsiteX13" fmla="*/ 77100 w 99058"/>
                <a:gd name="connsiteY13" fmla="*/ 115513 h 145393"/>
                <a:gd name="connsiteX14" fmla="*/ 49774 w 99058"/>
                <a:gd name="connsiteY14" fmla="*/ 139533 h 14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58" h="145393">
                  <a:moveTo>
                    <a:pt x="99303" y="73426"/>
                  </a:moveTo>
                  <a:cubicBezTo>
                    <a:pt x="99303" y="50044"/>
                    <a:pt x="96528" y="33251"/>
                    <a:pt x="86707" y="18372"/>
                  </a:cubicBezTo>
                  <a:cubicBezTo>
                    <a:pt x="80089" y="8594"/>
                    <a:pt x="66853" y="92"/>
                    <a:pt x="49774" y="92"/>
                  </a:cubicBezTo>
                  <a:cubicBezTo>
                    <a:pt x="245" y="92"/>
                    <a:pt x="245" y="58121"/>
                    <a:pt x="245" y="73426"/>
                  </a:cubicBezTo>
                  <a:cubicBezTo>
                    <a:pt x="245" y="88730"/>
                    <a:pt x="245" y="145485"/>
                    <a:pt x="49774" y="145485"/>
                  </a:cubicBezTo>
                  <a:cubicBezTo>
                    <a:pt x="99303" y="145485"/>
                    <a:pt x="99303" y="88730"/>
                    <a:pt x="99303" y="73426"/>
                  </a:cubicBezTo>
                  <a:close/>
                  <a:moveTo>
                    <a:pt x="49774" y="139533"/>
                  </a:moveTo>
                  <a:cubicBezTo>
                    <a:pt x="39954" y="139533"/>
                    <a:pt x="26931" y="133794"/>
                    <a:pt x="22661" y="116364"/>
                  </a:cubicBezTo>
                  <a:cubicBezTo>
                    <a:pt x="19672" y="103822"/>
                    <a:pt x="19672" y="86392"/>
                    <a:pt x="19672" y="70663"/>
                  </a:cubicBezTo>
                  <a:cubicBezTo>
                    <a:pt x="19672" y="55145"/>
                    <a:pt x="19672" y="38991"/>
                    <a:pt x="22875" y="27300"/>
                  </a:cubicBezTo>
                  <a:cubicBezTo>
                    <a:pt x="27358" y="10507"/>
                    <a:pt x="41021" y="6043"/>
                    <a:pt x="49774" y="6043"/>
                  </a:cubicBezTo>
                  <a:cubicBezTo>
                    <a:pt x="61302" y="6043"/>
                    <a:pt x="72404" y="13058"/>
                    <a:pt x="76246" y="25387"/>
                  </a:cubicBezTo>
                  <a:cubicBezTo>
                    <a:pt x="79662" y="36865"/>
                    <a:pt x="79876" y="52170"/>
                    <a:pt x="79876" y="70663"/>
                  </a:cubicBezTo>
                  <a:cubicBezTo>
                    <a:pt x="79876" y="86392"/>
                    <a:pt x="79876" y="102122"/>
                    <a:pt x="77100" y="115513"/>
                  </a:cubicBezTo>
                  <a:cubicBezTo>
                    <a:pt x="72831" y="134857"/>
                    <a:pt x="58313" y="139533"/>
                    <a:pt x="49774" y="139533"/>
                  </a:cubicBez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97346F6-F4C7-5C82-66CF-49EC174547A1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0261831" y="4062217"/>
              <a:ext cx="202812" cy="202238"/>
            </a:xfrm>
            <a:custGeom>
              <a:avLst/>
              <a:gdLst>
                <a:gd name="connsiteX0" fmla="*/ 107910 w 202812"/>
                <a:gd name="connsiteY0" fmla="*/ 107283 h 202238"/>
                <a:gd name="connsiteX1" fmla="*/ 193000 w 202812"/>
                <a:gd name="connsiteY1" fmla="*/ 107283 h 202238"/>
                <a:gd name="connsiteX2" fmla="*/ 203064 w 202812"/>
                <a:gd name="connsiteY2" fmla="*/ 101209 h 202238"/>
                <a:gd name="connsiteX3" fmla="*/ 193000 w 202812"/>
                <a:gd name="connsiteY3" fmla="*/ 95136 h 202238"/>
                <a:gd name="connsiteX4" fmla="*/ 107910 w 202812"/>
                <a:gd name="connsiteY4" fmla="*/ 95136 h 202238"/>
                <a:gd name="connsiteX5" fmla="*/ 107910 w 202812"/>
                <a:gd name="connsiteY5" fmla="*/ 10111 h 202238"/>
                <a:gd name="connsiteX6" fmla="*/ 101811 w 202812"/>
                <a:gd name="connsiteY6" fmla="*/ 90 h 202238"/>
                <a:gd name="connsiteX7" fmla="*/ 95711 w 202812"/>
                <a:gd name="connsiteY7" fmla="*/ 10111 h 202238"/>
                <a:gd name="connsiteX8" fmla="*/ 95711 w 202812"/>
                <a:gd name="connsiteY8" fmla="*/ 95136 h 202238"/>
                <a:gd name="connsiteX9" fmla="*/ 10316 w 202812"/>
                <a:gd name="connsiteY9" fmla="*/ 95136 h 202238"/>
                <a:gd name="connsiteX10" fmla="*/ 252 w 202812"/>
                <a:gd name="connsiteY10" fmla="*/ 101209 h 202238"/>
                <a:gd name="connsiteX11" fmla="*/ 10316 w 202812"/>
                <a:gd name="connsiteY11" fmla="*/ 107283 h 202238"/>
                <a:gd name="connsiteX12" fmla="*/ 95711 w 202812"/>
                <a:gd name="connsiteY12" fmla="*/ 107283 h 202238"/>
                <a:gd name="connsiteX13" fmla="*/ 95711 w 202812"/>
                <a:gd name="connsiteY13" fmla="*/ 192308 h 202238"/>
                <a:gd name="connsiteX14" fmla="*/ 101811 w 202812"/>
                <a:gd name="connsiteY14" fmla="*/ 202329 h 202238"/>
                <a:gd name="connsiteX15" fmla="*/ 107910 w 202812"/>
                <a:gd name="connsiteY15" fmla="*/ 192308 h 202238"/>
                <a:gd name="connsiteX16" fmla="*/ 107910 w 202812"/>
                <a:gd name="connsiteY16" fmla="*/ 107283 h 20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2812" h="202238">
                  <a:moveTo>
                    <a:pt x="107910" y="107283"/>
                  </a:moveTo>
                  <a:lnTo>
                    <a:pt x="193000" y="107283"/>
                  </a:lnTo>
                  <a:cubicBezTo>
                    <a:pt x="197270" y="107283"/>
                    <a:pt x="203064" y="107283"/>
                    <a:pt x="203064" y="101209"/>
                  </a:cubicBezTo>
                  <a:cubicBezTo>
                    <a:pt x="203064" y="95136"/>
                    <a:pt x="197270" y="95136"/>
                    <a:pt x="193000" y="95136"/>
                  </a:cubicBezTo>
                  <a:lnTo>
                    <a:pt x="107910" y="95136"/>
                  </a:lnTo>
                  <a:lnTo>
                    <a:pt x="107910" y="10111"/>
                  </a:lnTo>
                  <a:cubicBezTo>
                    <a:pt x="107910" y="5860"/>
                    <a:pt x="107910" y="90"/>
                    <a:pt x="101811" y="90"/>
                  </a:cubicBezTo>
                  <a:cubicBezTo>
                    <a:pt x="95711" y="90"/>
                    <a:pt x="95711" y="5860"/>
                    <a:pt x="95711" y="10111"/>
                  </a:cubicBezTo>
                  <a:lnTo>
                    <a:pt x="95711" y="95136"/>
                  </a:lnTo>
                  <a:lnTo>
                    <a:pt x="10316" y="95136"/>
                  </a:lnTo>
                  <a:cubicBezTo>
                    <a:pt x="6046" y="95136"/>
                    <a:pt x="252" y="95136"/>
                    <a:pt x="252" y="101209"/>
                  </a:cubicBezTo>
                  <a:cubicBezTo>
                    <a:pt x="252" y="107283"/>
                    <a:pt x="6046" y="107283"/>
                    <a:pt x="10316" y="107283"/>
                  </a:cubicBezTo>
                  <a:lnTo>
                    <a:pt x="95711" y="107283"/>
                  </a:lnTo>
                  <a:lnTo>
                    <a:pt x="95711" y="192308"/>
                  </a:lnTo>
                  <a:cubicBezTo>
                    <a:pt x="95711" y="196559"/>
                    <a:pt x="95711" y="202329"/>
                    <a:pt x="101811" y="202329"/>
                  </a:cubicBezTo>
                  <a:cubicBezTo>
                    <a:pt x="107910" y="202329"/>
                    <a:pt x="107910" y="196559"/>
                    <a:pt x="107910" y="192308"/>
                  </a:cubicBezTo>
                  <a:lnTo>
                    <a:pt x="107910" y="107283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27D8BD6-0330-9B4E-E87B-20259065E953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561932" y="4105033"/>
              <a:ext cx="139681" cy="137558"/>
            </a:xfrm>
            <a:custGeom>
              <a:avLst/>
              <a:gdLst>
                <a:gd name="connsiteX0" fmla="*/ 101820 w 139681"/>
                <a:gd name="connsiteY0" fmla="*/ 19525 h 137558"/>
                <a:gd name="connsiteX1" fmla="*/ 73762 w 139681"/>
                <a:gd name="connsiteY1" fmla="*/ 90 h 137558"/>
                <a:gd name="connsiteX2" fmla="*/ 262 w 139681"/>
                <a:gd name="connsiteY2" fmla="*/ 89063 h 137558"/>
                <a:gd name="connsiteX3" fmla="*/ 40824 w 139681"/>
                <a:gd name="connsiteY3" fmla="*/ 137649 h 137558"/>
                <a:gd name="connsiteX4" fmla="*/ 80472 w 139681"/>
                <a:gd name="connsiteY4" fmla="*/ 114874 h 137558"/>
                <a:gd name="connsiteX5" fmla="*/ 108225 w 139681"/>
                <a:gd name="connsiteY5" fmla="*/ 137649 h 137558"/>
                <a:gd name="connsiteX6" fmla="*/ 130794 w 139681"/>
                <a:gd name="connsiteY6" fmla="*/ 120947 h 137558"/>
                <a:gd name="connsiteX7" fmla="*/ 139943 w 139681"/>
                <a:gd name="connsiteY7" fmla="*/ 90885 h 137558"/>
                <a:gd name="connsiteX8" fmla="*/ 136283 w 139681"/>
                <a:gd name="connsiteY8" fmla="*/ 87848 h 137558"/>
                <a:gd name="connsiteX9" fmla="*/ 132014 w 139681"/>
                <a:gd name="connsiteY9" fmla="*/ 93314 h 137558"/>
                <a:gd name="connsiteX10" fmla="*/ 108835 w 139681"/>
                <a:gd name="connsiteY10" fmla="*/ 130968 h 137558"/>
                <a:gd name="connsiteX11" fmla="*/ 99686 w 139681"/>
                <a:gd name="connsiteY11" fmla="*/ 117000 h 137558"/>
                <a:gd name="connsiteX12" fmla="*/ 103650 w 139681"/>
                <a:gd name="connsiteY12" fmla="*/ 94529 h 137558"/>
                <a:gd name="connsiteX13" fmla="*/ 110360 w 139681"/>
                <a:gd name="connsiteY13" fmla="*/ 67199 h 137558"/>
                <a:gd name="connsiteX14" fmla="*/ 121339 w 139681"/>
                <a:gd name="connsiteY14" fmla="*/ 24687 h 137558"/>
                <a:gd name="connsiteX15" fmla="*/ 123474 w 139681"/>
                <a:gd name="connsiteY15" fmla="*/ 14362 h 137558"/>
                <a:gd name="connsiteX16" fmla="*/ 114630 w 139681"/>
                <a:gd name="connsiteY16" fmla="*/ 6163 h 137558"/>
                <a:gd name="connsiteX17" fmla="*/ 101820 w 139681"/>
                <a:gd name="connsiteY17" fmla="*/ 19525 h 137558"/>
                <a:gd name="connsiteX18" fmla="*/ 81997 w 139681"/>
                <a:gd name="connsiteY18" fmla="*/ 98173 h 137558"/>
                <a:gd name="connsiteX19" fmla="*/ 75897 w 139681"/>
                <a:gd name="connsiteY19" fmla="*/ 109408 h 137558"/>
                <a:gd name="connsiteX20" fmla="*/ 41434 w 139681"/>
                <a:gd name="connsiteY20" fmla="*/ 130968 h 137558"/>
                <a:gd name="connsiteX21" fmla="*/ 21915 w 139681"/>
                <a:gd name="connsiteY21" fmla="*/ 102424 h 137558"/>
                <a:gd name="connsiteX22" fmla="*/ 38689 w 139681"/>
                <a:gd name="connsiteY22" fmla="*/ 35922 h 137558"/>
                <a:gd name="connsiteX23" fmla="*/ 74067 w 139681"/>
                <a:gd name="connsiteY23" fmla="*/ 6771 h 137558"/>
                <a:gd name="connsiteX24" fmla="*/ 98161 w 139681"/>
                <a:gd name="connsiteY24" fmla="*/ 33493 h 137558"/>
                <a:gd name="connsiteX25" fmla="*/ 97246 w 139681"/>
                <a:gd name="connsiteY25" fmla="*/ 38655 h 137558"/>
                <a:gd name="connsiteX26" fmla="*/ 81997 w 139681"/>
                <a:gd name="connsiteY26" fmla="*/ 98173 h 13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681" h="137558">
                  <a:moveTo>
                    <a:pt x="101820" y="19525"/>
                  </a:moveTo>
                  <a:cubicBezTo>
                    <a:pt x="96331" y="8289"/>
                    <a:pt x="87486" y="90"/>
                    <a:pt x="73762" y="90"/>
                  </a:cubicBezTo>
                  <a:cubicBezTo>
                    <a:pt x="38079" y="90"/>
                    <a:pt x="262" y="44728"/>
                    <a:pt x="262" y="89063"/>
                  </a:cubicBezTo>
                  <a:cubicBezTo>
                    <a:pt x="262" y="117607"/>
                    <a:pt x="17036" y="137649"/>
                    <a:pt x="40824" y="137649"/>
                  </a:cubicBezTo>
                  <a:cubicBezTo>
                    <a:pt x="46924" y="137649"/>
                    <a:pt x="62173" y="136434"/>
                    <a:pt x="80472" y="114874"/>
                  </a:cubicBezTo>
                  <a:cubicBezTo>
                    <a:pt x="82912" y="127628"/>
                    <a:pt x="93586" y="137649"/>
                    <a:pt x="108225" y="137649"/>
                  </a:cubicBezTo>
                  <a:cubicBezTo>
                    <a:pt x="118899" y="137649"/>
                    <a:pt x="125914" y="130665"/>
                    <a:pt x="130794" y="120947"/>
                  </a:cubicBezTo>
                  <a:cubicBezTo>
                    <a:pt x="135978" y="110016"/>
                    <a:pt x="139943" y="91492"/>
                    <a:pt x="139943" y="90885"/>
                  </a:cubicBezTo>
                  <a:cubicBezTo>
                    <a:pt x="139943" y="87848"/>
                    <a:pt x="137198" y="87848"/>
                    <a:pt x="136283" y="87848"/>
                  </a:cubicBezTo>
                  <a:cubicBezTo>
                    <a:pt x="133234" y="87848"/>
                    <a:pt x="132929" y="89063"/>
                    <a:pt x="132014" y="93314"/>
                  </a:cubicBezTo>
                  <a:cubicBezTo>
                    <a:pt x="126829" y="113052"/>
                    <a:pt x="121339" y="130968"/>
                    <a:pt x="108835" y="130968"/>
                  </a:cubicBezTo>
                  <a:cubicBezTo>
                    <a:pt x="100601" y="130968"/>
                    <a:pt x="99686" y="123073"/>
                    <a:pt x="99686" y="117000"/>
                  </a:cubicBezTo>
                  <a:cubicBezTo>
                    <a:pt x="99686" y="110319"/>
                    <a:pt x="100296" y="107890"/>
                    <a:pt x="103650" y="94529"/>
                  </a:cubicBezTo>
                  <a:cubicBezTo>
                    <a:pt x="107005" y="81775"/>
                    <a:pt x="107615" y="78738"/>
                    <a:pt x="110360" y="67199"/>
                  </a:cubicBezTo>
                  <a:lnTo>
                    <a:pt x="121339" y="24687"/>
                  </a:lnTo>
                  <a:cubicBezTo>
                    <a:pt x="123474" y="16184"/>
                    <a:pt x="123474" y="15577"/>
                    <a:pt x="123474" y="14362"/>
                  </a:cubicBezTo>
                  <a:cubicBezTo>
                    <a:pt x="123474" y="9200"/>
                    <a:pt x="119814" y="6163"/>
                    <a:pt x="114630" y="6163"/>
                  </a:cubicBezTo>
                  <a:cubicBezTo>
                    <a:pt x="107310" y="6163"/>
                    <a:pt x="102735" y="12844"/>
                    <a:pt x="101820" y="19525"/>
                  </a:cubicBezTo>
                  <a:close/>
                  <a:moveTo>
                    <a:pt x="81997" y="98173"/>
                  </a:moveTo>
                  <a:cubicBezTo>
                    <a:pt x="80472" y="103639"/>
                    <a:pt x="80472" y="104246"/>
                    <a:pt x="75897" y="109408"/>
                  </a:cubicBezTo>
                  <a:cubicBezTo>
                    <a:pt x="62478" y="126110"/>
                    <a:pt x="49974" y="130968"/>
                    <a:pt x="41434" y="130968"/>
                  </a:cubicBezTo>
                  <a:cubicBezTo>
                    <a:pt x="26185" y="130968"/>
                    <a:pt x="21915" y="114267"/>
                    <a:pt x="21915" y="102424"/>
                  </a:cubicBezTo>
                  <a:cubicBezTo>
                    <a:pt x="21915" y="87241"/>
                    <a:pt x="31675" y="49891"/>
                    <a:pt x="38689" y="35922"/>
                  </a:cubicBezTo>
                  <a:cubicBezTo>
                    <a:pt x="48144" y="18006"/>
                    <a:pt x="61868" y="6771"/>
                    <a:pt x="74067" y="6771"/>
                  </a:cubicBezTo>
                  <a:cubicBezTo>
                    <a:pt x="93891" y="6771"/>
                    <a:pt x="98161" y="31671"/>
                    <a:pt x="98161" y="33493"/>
                  </a:cubicBezTo>
                  <a:cubicBezTo>
                    <a:pt x="98161" y="35315"/>
                    <a:pt x="97551" y="37137"/>
                    <a:pt x="97246" y="38655"/>
                  </a:cubicBezTo>
                  <a:lnTo>
                    <a:pt x="81997" y="98173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5D87BC5-3A3E-1D66-C4DA-2BADC8F662EF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734213" y="4143658"/>
              <a:ext cx="77709" cy="141141"/>
            </a:xfrm>
            <a:custGeom>
              <a:avLst/>
              <a:gdLst>
                <a:gd name="connsiteX0" fmla="*/ 48515 w 77709"/>
                <a:gd name="connsiteY0" fmla="*/ 6043 h 141141"/>
                <a:gd name="connsiteX1" fmla="*/ 42110 w 77709"/>
                <a:gd name="connsiteY1" fmla="*/ 92 h 141141"/>
                <a:gd name="connsiteX2" fmla="*/ 267 w 77709"/>
                <a:gd name="connsiteY2" fmla="*/ 13696 h 141141"/>
                <a:gd name="connsiteX3" fmla="*/ 267 w 77709"/>
                <a:gd name="connsiteY3" fmla="*/ 21348 h 141141"/>
                <a:gd name="connsiteX4" fmla="*/ 31223 w 77709"/>
                <a:gd name="connsiteY4" fmla="*/ 15396 h 141141"/>
                <a:gd name="connsiteX5" fmla="*/ 31223 w 77709"/>
                <a:gd name="connsiteY5" fmla="*/ 123803 h 141141"/>
                <a:gd name="connsiteX6" fmla="*/ 9874 w 77709"/>
                <a:gd name="connsiteY6" fmla="*/ 133581 h 141141"/>
                <a:gd name="connsiteX7" fmla="*/ 1761 w 77709"/>
                <a:gd name="connsiteY7" fmla="*/ 133581 h 141141"/>
                <a:gd name="connsiteX8" fmla="*/ 1761 w 77709"/>
                <a:gd name="connsiteY8" fmla="*/ 141233 h 141141"/>
                <a:gd name="connsiteX9" fmla="*/ 39762 w 77709"/>
                <a:gd name="connsiteY9" fmla="*/ 140383 h 141141"/>
                <a:gd name="connsiteX10" fmla="*/ 77976 w 77709"/>
                <a:gd name="connsiteY10" fmla="*/ 141233 h 141141"/>
                <a:gd name="connsiteX11" fmla="*/ 77976 w 77709"/>
                <a:gd name="connsiteY11" fmla="*/ 133581 h 141141"/>
                <a:gd name="connsiteX12" fmla="*/ 69864 w 77709"/>
                <a:gd name="connsiteY12" fmla="*/ 133581 h 141141"/>
                <a:gd name="connsiteX13" fmla="*/ 48515 w 77709"/>
                <a:gd name="connsiteY13" fmla="*/ 123803 h 141141"/>
                <a:gd name="connsiteX14" fmla="*/ 48515 w 77709"/>
                <a:gd name="connsiteY14" fmla="*/ 6043 h 141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709" h="141141">
                  <a:moveTo>
                    <a:pt x="48515" y="6043"/>
                  </a:moveTo>
                  <a:cubicBezTo>
                    <a:pt x="48515" y="304"/>
                    <a:pt x="48088" y="92"/>
                    <a:pt x="42110" y="92"/>
                  </a:cubicBezTo>
                  <a:cubicBezTo>
                    <a:pt x="28447" y="13483"/>
                    <a:pt x="9020" y="13696"/>
                    <a:pt x="267" y="13696"/>
                  </a:cubicBezTo>
                  <a:lnTo>
                    <a:pt x="267" y="21348"/>
                  </a:lnTo>
                  <a:cubicBezTo>
                    <a:pt x="5391" y="21348"/>
                    <a:pt x="19481" y="21348"/>
                    <a:pt x="31223" y="15396"/>
                  </a:cubicBezTo>
                  <a:lnTo>
                    <a:pt x="31223" y="123803"/>
                  </a:lnTo>
                  <a:cubicBezTo>
                    <a:pt x="31223" y="130818"/>
                    <a:pt x="31223" y="133581"/>
                    <a:pt x="9874" y="133581"/>
                  </a:cubicBezTo>
                  <a:lnTo>
                    <a:pt x="1761" y="133581"/>
                  </a:lnTo>
                  <a:lnTo>
                    <a:pt x="1761" y="141233"/>
                  </a:lnTo>
                  <a:cubicBezTo>
                    <a:pt x="5604" y="141021"/>
                    <a:pt x="31863" y="140383"/>
                    <a:pt x="39762" y="140383"/>
                  </a:cubicBezTo>
                  <a:cubicBezTo>
                    <a:pt x="46380" y="140383"/>
                    <a:pt x="73279" y="141021"/>
                    <a:pt x="77976" y="141233"/>
                  </a:cubicBezTo>
                  <a:lnTo>
                    <a:pt x="77976" y="133581"/>
                  </a:lnTo>
                  <a:lnTo>
                    <a:pt x="69864" y="133581"/>
                  </a:lnTo>
                  <a:cubicBezTo>
                    <a:pt x="48515" y="133581"/>
                    <a:pt x="48515" y="130818"/>
                    <a:pt x="48515" y="123803"/>
                  </a:cubicBezTo>
                  <a:lnTo>
                    <a:pt x="48515" y="6043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6407A88-4DB2-5FE5-0D62-9893E3343212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856606" y="4105033"/>
              <a:ext cx="151880" cy="137558"/>
            </a:xfrm>
            <a:custGeom>
              <a:avLst/>
              <a:gdLst>
                <a:gd name="connsiteX0" fmla="*/ 93291 w 151880"/>
                <a:gd name="connsiteY0" fmla="*/ 42603 h 137558"/>
                <a:gd name="connsiteX1" fmla="*/ 123484 w 151880"/>
                <a:gd name="connsiteY1" fmla="*/ 6771 h 137558"/>
                <a:gd name="connsiteX2" fmla="*/ 138733 w 151880"/>
                <a:gd name="connsiteY2" fmla="*/ 10718 h 137558"/>
                <a:gd name="connsiteX3" fmla="*/ 124094 w 151880"/>
                <a:gd name="connsiteY3" fmla="*/ 27116 h 137558"/>
                <a:gd name="connsiteX4" fmla="*/ 135683 w 151880"/>
                <a:gd name="connsiteY4" fmla="*/ 37744 h 137558"/>
                <a:gd name="connsiteX5" fmla="*/ 152152 w 151880"/>
                <a:gd name="connsiteY5" fmla="*/ 20132 h 137558"/>
                <a:gd name="connsiteX6" fmla="*/ 123789 w 151880"/>
                <a:gd name="connsiteY6" fmla="*/ 90 h 137558"/>
                <a:gd name="connsiteX7" fmla="*/ 91766 w 151880"/>
                <a:gd name="connsiteY7" fmla="*/ 23168 h 137558"/>
                <a:gd name="connsiteX8" fmla="*/ 58828 w 151880"/>
                <a:gd name="connsiteY8" fmla="*/ 90 h 137558"/>
                <a:gd name="connsiteX9" fmla="*/ 9726 w 151880"/>
                <a:gd name="connsiteY9" fmla="*/ 46854 h 137558"/>
                <a:gd name="connsiteX10" fmla="*/ 13386 w 151880"/>
                <a:gd name="connsiteY10" fmla="*/ 49891 h 137558"/>
                <a:gd name="connsiteX11" fmla="*/ 17350 w 151880"/>
                <a:gd name="connsiteY11" fmla="*/ 46550 h 137558"/>
                <a:gd name="connsiteX12" fmla="*/ 58218 w 151880"/>
                <a:gd name="connsiteY12" fmla="*/ 6771 h 137558"/>
                <a:gd name="connsiteX13" fmla="*/ 74687 w 151880"/>
                <a:gd name="connsiteY13" fmla="*/ 27116 h 137558"/>
                <a:gd name="connsiteX14" fmla="*/ 58218 w 151880"/>
                <a:gd name="connsiteY14" fmla="*/ 99387 h 137558"/>
                <a:gd name="connsiteX15" fmla="*/ 29245 w 151880"/>
                <a:gd name="connsiteY15" fmla="*/ 130968 h 137558"/>
                <a:gd name="connsiteX16" fmla="*/ 13996 w 151880"/>
                <a:gd name="connsiteY16" fmla="*/ 127021 h 137558"/>
                <a:gd name="connsiteX17" fmla="*/ 28330 w 151880"/>
                <a:gd name="connsiteY17" fmla="*/ 110623 h 137558"/>
                <a:gd name="connsiteX18" fmla="*/ 17045 w 151880"/>
                <a:gd name="connsiteY18" fmla="*/ 99995 h 137558"/>
                <a:gd name="connsiteX19" fmla="*/ 271 w 151880"/>
                <a:gd name="connsiteY19" fmla="*/ 117607 h 137558"/>
                <a:gd name="connsiteX20" fmla="*/ 28940 w 151880"/>
                <a:gd name="connsiteY20" fmla="*/ 137649 h 137558"/>
                <a:gd name="connsiteX21" fmla="*/ 60963 w 151880"/>
                <a:gd name="connsiteY21" fmla="*/ 114570 h 137558"/>
                <a:gd name="connsiteX22" fmla="*/ 93901 w 151880"/>
                <a:gd name="connsiteY22" fmla="*/ 137649 h 137558"/>
                <a:gd name="connsiteX23" fmla="*/ 142698 w 151880"/>
                <a:gd name="connsiteY23" fmla="*/ 90885 h 137558"/>
                <a:gd name="connsiteX24" fmla="*/ 139038 w 151880"/>
                <a:gd name="connsiteY24" fmla="*/ 87848 h 137558"/>
                <a:gd name="connsiteX25" fmla="*/ 135073 w 151880"/>
                <a:gd name="connsiteY25" fmla="*/ 91189 h 137558"/>
                <a:gd name="connsiteX26" fmla="*/ 94511 w 151880"/>
                <a:gd name="connsiteY26" fmla="*/ 130968 h 137558"/>
                <a:gd name="connsiteX27" fmla="*/ 77737 w 151880"/>
                <a:gd name="connsiteY27" fmla="*/ 110927 h 137558"/>
                <a:gd name="connsiteX28" fmla="*/ 82921 w 151880"/>
                <a:gd name="connsiteY28" fmla="*/ 84204 h 137558"/>
                <a:gd name="connsiteX29" fmla="*/ 93291 w 151880"/>
                <a:gd name="connsiteY29" fmla="*/ 42603 h 13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1880" h="137558">
                  <a:moveTo>
                    <a:pt x="93291" y="42603"/>
                  </a:moveTo>
                  <a:cubicBezTo>
                    <a:pt x="95121" y="34708"/>
                    <a:pt x="102135" y="6771"/>
                    <a:pt x="123484" y="6771"/>
                  </a:cubicBezTo>
                  <a:cubicBezTo>
                    <a:pt x="125009" y="6771"/>
                    <a:pt x="132328" y="6771"/>
                    <a:pt x="138733" y="10718"/>
                  </a:cubicBezTo>
                  <a:cubicBezTo>
                    <a:pt x="130194" y="12237"/>
                    <a:pt x="124094" y="19828"/>
                    <a:pt x="124094" y="27116"/>
                  </a:cubicBezTo>
                  <a:cubicBezTo>
                    <a:pt x="124094" y="31975"/>
                    <a:pt x="127449" y="37744"/>
                    <a:pt x="135683" y="37744"/>
                  </a:cubicBezTo>
                  <a:cubicBezTo>
                    <a:pt x="142393" y="37744"/>
                    <a:pt x="152152" y="32278"/>
                    <a:pt x="152152" y="20132"/>
                  </a:cubicBezTo>
                  <a:cubicBezTo>
                    <a:pt x="152152" y="4341"/>
                    <a:pt x="134158" y="90"/>
                    <a:pt x="123789" y="90"/>
                  </a:cubicBezTo>
                  <a:cubicBezTo>
                    <a:pt x="106100" y="90"/>
                    <a:pt x="95426" y="16184"/>
                    <a:pt x="91766" y="23168"/>
                  </a:cubicBezTo>
                  <a:cubicBezTo>
                    <a:pt x="84141" y="3127"/>
                    <a:pt x="67672" y="90"/>
                    <a:pt x="58828" y="90"/>
                  </a:cubicBezTo>
                  <a:cubicBezTo>
                    <a:pt x="27110" y="90"/>
                    <a:pt x="9726" y="39263"/>
                    <a:pt x="9726" y="46854"/>
                  </a:cubicBezTo>
                  <a:cubicBezTo>
                    <a:pt x="9726" y="49891"/>
                    <a:pt x="12776" y="49891"/>
                    <a:pt x="13386" y="49891"/>
                  </a:cubicBezTo>
                  <a:cubicBezTo>
                    <a:pt x="15825" y="49891"/>
                    <a:pt x="16740" y="49283"/>
                    <a:pt x="17350" y="46550"/>
                  </a:cubicBezTo>
                  <a:cubicBezTo>
                    <a:pt x="27720" y="14362"/>
                    <a:pt x="47848" y="6771"/>
                    <a:pt x="58218" y="6771"/>
                  </a:cubicBezTo>
                  <a:cubicBezTo>
                    <a:pt x="64013" y="6771"/>
                    <a:pt x="74687" y="9504"/>
                    <a:pt x="74687" y="27116"/>
                  </a:cubicBezTo>
                  <a:cubicBezTo>
                    <a:pt x="74687" y="36530"/>
                    <a:pt x="69502" y="56875"/>
                    <a:pt x="58218" y="99387"/>
                  </a:cubicBezTo>
                  <a:cubicBezTo>
                    <a:pt x="53338" y="118214"/>
                    <a:pt x="42664" y="130968"/>
                    <a:pt x="29245" y="130968"/>
                  </a:cubicBezTo>
                  <a:cubicBezTo>
                    <a:pt x="27415" y="130968"/>
                    <a:pt x="20400" y="130968"/>
                    <a:pt x="13996" y="127021"/>
                  </a:cubicBezTo>
                  <a:cubicBezTo>
                    <a:pt x="21620" y="125502"/>
                    <a:pt x="28330" y="119125"/>
                    <a:pt x="28330" y="110623"/>
                  </a:cubicBezTo>
                  <a:cubicBezTo>
                    <a:pt x="28330" y="102424"/>
                    <a:pt x="21620" y="99995"/>
                    <a:pt x="17045" y="99995"/>
                  </a:cubicBezTo>
                  <a:cubicBezTo>
                    <a:pt x="7896" y="99995"/>
                    <a:pt x="271" y="107890"/>
                    <a:pt x="271" y="117607"/>
                  </a:cubicBezTo>
                  <a:cubicBezTo>
                    <a:pt x="271" y="131576"/>
                    <a:pt x="15520" y="137649"/>
                    <a:pt x="28940" y="137649"/>
                  </a:cubicBezTo>
                  <a:cubicBezTo>
                    <a:pt x="49068" y="137649"/>
                    <a:pt x="60048" y="116392"/>
                    <a:pt x="60963" y="114570"/>
                  </a:cubicBezTo>
                  <a:cubicBezTo>
                    <a:pt x="64622" y="125806"/>
                    <a:pt x="75602" y="137649"/>
                    <a:pt x="93901" y="137649"/>
                  </a:cubicBezTo>
                  <a:cubicBezTo>
                    <a:pt x="125314" y="137649"/>
                    <a:pt x="142698" y="98476"/>
                    <a:pt x="142698" y="90885"/>
                  </a:cubicBezTo>
                  <a:cubicBezTo>
                    <a:pt x="142698" y="87848"/>
                    <a:pt x="139953" y="87848"/>
                    <a:pt x="139038" y="87848"/>
                  </a:cubicBezTo>
                  <a:cubicBezTo>
                    <a:pt x="136293" y="87848"/>
                    <a:pt x="135683" y="89063"/>
                    <a:pt x="135073" y="91189"/>
                  </a:cubicBezTo>
                  <a:cubicBezTo>
                    <a:pt x="125009" y="123680"/>
                    <a:pt x="104270" y="130968"/>
                    <a:pt x="94511" y="130968"/>
                  </a:cubicBezTo>
                  <a:cubicBezTo>
                    <a:pt x="82616" y="130968"/>
                    <a:pt x="77737" y="121251"/>
                    <a:pt x="77737" y="110927"/>
                  </a:cubicBezTo>
                  <a:cubicBezTo>
                    <a:pt x="77737" y="104246"/>
                    <a:pt x="79567" y="97565"/>
                    <a:pt x="82921" y="84204"/>
                  </a:cubicBezTo>
                  <a:lnTo>
                    <a:pt x="93291" y="42603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85B07CC-A054-4C8F-20AE-B27EB925C64D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1032102" y="4143871"/>
              <a:ext cx="64686" cy="143054"/>
            </a:xfrm>
            <a:custGeom>
              <a:avLst/>
              <a:gdLst>
                <a:gd name="connsiteX0" fmla="*/ 59413 w 64686"/>
                <a:gd name="connsiteY0" fmla="*/ 8169 h 143054"/>
                <a:gd name="connsiteX1" fmla="*/ 50874 w 64686"/>
                <a:gd name="connsiteY1" fmla="*/ 92 h 143054"/>
                <a:gd name="connsiteX2" fmla="*/ 38918 w 64686"/>
                <a:gd name="connsiteY2" fmla="*/ 11783 h 143054"/>
                <a:gd name="connsiteX3" fmla="*/ 47458 w 64686"/>
                <a:gd name="connsiteY3" fmla="*/ 19860 h 143054"/>
                <a:gd name="connsiteX4" fmla="*/ 59413 w 64686"/>
                <a:gd name="connsiteY4" fmla="*/ 8169 h 143054"/>
                <a:gd name="connsiteX5" fmla="*/ 15862 w 64686"/>
                <a:gd name="connsiteY5" fmla="*/ 116151 h 143054"/>
                <a:gd name="connsiteX6" fmla="*/ 13940 w 64686"/>
                <a:gd name="connsiteY6" fmla="*/ 125079 h 143054"/>
                <a:gd name="connsiteX7" fmla="*/ 34222 w 64686"/>
                <a:gd name="connsiteY7" fmla="*/ 143146 h 143054"/>
                <a:gd name="connsiteX8" fmla="*/ 64964 w 64686"/>
                <a:gd name="connsiteY8" fmla="*/ 110624 h 143054"/>
                <a:gd name="connsiteX9" fmla="*/ 61548 w 64686"/>
                <a:gd name="connsiteY9" fmla="*/ 107861 h 143054"/>
                <a:gd name="connsiteX10" fmla="*/ 57492 w 64686"/>
                <a:gd name="connsiteY10" fmla="*/ 111475 h 143054"/>
                <a:gd name="connsiteX11" fmla="*/ 34862 w 64686"/>
                <a:gd name="connsiteY11" fmla="*/ 137195 h 143054"/>
                <a:gd name="connsiteX12" fmla="*/ 29525 w 64686"/>
                <a:gd name="connsiteY12" fmla="*/ 129755 h 143054"/>
                <a:gd name="connsiteX13" fmla="*/ 32941 w 64686"/>
                <a:gd name="connsiteY13" fmla="*/ 116151 h 143054"/>
                <a:gd name="connsiteX14" fmla="*/ 39772 w 64686"/>
                <a:gd name="connsiteY14" fmla="*/ 99146 h 143054"/>
                <a:gd name="connsiteX15" fmla="*/ 50233 w 64686"/>
                <a:gd name="connsiteY15" fmla="*/ 72150 h 143054"/>
                <a:gd name="connsiteX16" fmla="*/ 51514 w 64686"/>
                <a:gd name="connsiteY16" fmla="*/ 65348 h 143054"/>
                <a:gd name="connsiteX17" fmla="*/ 31233 w 64686"/>
                <a:gd name="connsiteY17" fmla="*/ 47281 h 143054"/>
                <a:gd name="connsiteX18" fmla="*/ 277 w 64686"/>
                <a:gd name="connsiteY18" fmla="*/ 79803 h 143054"/>
                <a:gd name="connsiteX19" fmla="*/ 3906 w 64686"/>
                <a:gd name="connsiteY19" fmla="*/ 82566 h 143054"/>
                <a:gd name="connsiteX20" fmla="*/ 7749 w 64686"/>
                <a:gd name="connsiteY20" fmla="*/ 79165 h 143054"/>
                <a:gd name="connsiteX21" fmla="*/ 30592 w 64686"/>
                <a:gd name="connsiteY21" fmla="*/ 53232 h 143054"/>
                <a:gd name="connsiteX22" fmla="*/ 35929 w 64686"/>
                <a:gd name="connsiteY22" fmla="*/ 60672 h 143054"/>
                <a:gd name="connsiteX23" fmla="*/ 29311 w 64686"/>
                <a:gd name="connsiteY23" fmla="*/ 81928 h 143054"/>
                <a:gd name="connsiteX24" fmla="*/ 15862 w 64686"/>
                <a:gd name="connsiteY24" fmla="*/ 116151 h 143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686" h="143054">
                  <a:moveTo>
                    <a:pt x="59413" y="8169"/>
                  </a:moveTo>
                  <a:cubicBezTo>
                    <a:pt x="59413" y="4768"/>
                    <a:pt x="56851" y="92"/>
                    <a:pt x="50874" y="92"/>
                  </a:cubicBezTo>
                  <a:cubicBezTo>
                    <a:pt x="45109" y="92"/>
                    <a:pt x="38918" y="5618"/>
                    <a:pt x="38918" y="11783"/>
                  </a:cubicBezTo>
                  <a:cubicBezTo>
                    <a:pt x="38918" y="15396"/>
                    <a:pt x="41694" y="19860"/>
                    <a:pt x="47458" y="19860"/>
                  </a:cubicBezTo>
                  <a:cubicBezTo>
                    <a:pt x="53649" y="19860"/>
                    <a:pt x="59413" y="13908"/>
                    <a:pt x="59413" y="8169"/>
                  </a:cubicBezTo>
                  <a:close/>
                  <a:moveTo>
                    <a:pt x="15862" y="116151"/>
                  </a:moveTo>
                  <a:cubicBezTo>
                    <a:pt x="15008" y="118914"/>
                    <a:pt x="13940" y="121465"/>
                    <a:pt x="13940" y="125079"/>
                  </a:cubicBezTo>
                  <a:cubicBezTo>
                    <a:pt x="13940" y="135069"/>
                    <a:pt x="22480" y="143146"/>
                    <a:pt x="34222" y="143146"/>
                  </a:cubicBezTo>
                  <a:cubicBezTo>
                    <a:pt x="55570" y="143146"/>
                    <a:pt x="64964" y="113813"/>
                    <a:pt x="64964" y="110624"/>
                  </a:cubicBezTo>
                  <a:cubicBezTo>
                    <a:pt x="64964" y="107861"/>
                    <a:pt x="62188" y="107861"/>
                    <a:pt x="61548" y="107861"/>
                  </a:cubicBezTo>
                  <a:cubicBezTo>
                    <a:pt x="58559" y="107861"/>
                    <a:pt x="58346" y="109136"/>
                    <a:pt x="57492" y="111475"/>
                  </a:cubicBezTo>
                  <a:cubicBezTo>
                    <a:pt x="52581" y="128480"/>
                    <a:pt x="43188" y="137195"/>
                    <a:pt x="34862" y="137195"/>
                  </a:cubicBezTo>
                  <a:cubicBezTo>
                    <a:pt x="30592" y="137195"/>
                    <a:pt x="29525" y="134431"/>
                    <a:pt x="29525" y="129755"/>
                  </a:cubicBezTo>
                  <a:cubicBezTo>
                    <a:pt x="29525" y="124866"/>
                    <a:pt x="31019" y="120827"/>
                    <a:pt x="32941" y="116151"/>
                  </a:cubicBezTo>
                  <a:cubicBezTo>
                    <a:pt x="35075" y="110412"/>
                    <a:pt x="37424" y="104673"/>
                    <a:pt x="39772" y="99146"/>
                  </a:cubicBezTo>
                  <a:cubicBezTo>
                    <a:pt x="41694" y="94044"/>
                    <a:pt x="49379" y="74701"/>
                    <a:pt x="50233" y="72150"/>
                  </a:cubicBezTo>
                  <a:cubicBezTo>
                    <a:pt x="50874" y="70025"/>
                    <a:pt x="51514" y="67474"/>
                    <a:pt x="51514" y="65348"/>
                  </a:cubicBezTo>
                  <a:cubicBezTo>
                    <a:pt x="51514" y="55358"/>
                    <a:pt x="42974" y="47281"/>
                    <a:pt x="31233" y="47281"/>
                  </a:cubicBezTo>
                  <a:cubicBezTo>
                    <a:pt x="10097" y="47281"/>
                    <a:pt x="277" y="76189"/>
                    <a:pt x="277" y="79803"/>
                  </a:cubicBezTo>
                  <a:cubicBezTo>
                    <a:pt x="277" y="82566"/>
                    <a:pt x="3266" y="82566"/>
                    <a:pt x="3906" y="82566"/>
                  </a:cubicBezTo>
                  <a:cubicBezTo>
                    <a:pt x="6895" y="82566"/>
                    <a:pt x="7109" y="81503"/>
                    <a:pt x="7749" y="79165"/>
                  </a:cubicBezTo>
                  <a:cubicBezTo>
                    <a:pt x="13300" y="60885"/>
                    <a:pt x="22693" y="53232"/>
                    <a:pt x="30592" y="53232"/>
                  </a:cubicBezTo>
                  <a:cubicBezTo>
                    <a:pt x="34008" y="53232"/>
                    <a:pt x="35929" y="54933"/>
                    <a:pt x="35929" y="60672"/>
                  </a:cubicBezTo>
                  <a:cubicBezTo>
                    <a:pt x="35929" y="65561"/>
                    <a:pt x="34648" y="68749"/>
                    <a:pt x="29311" y="81928"/>
                  </a:cubicBezTo>
                  <a:lnTo>
                    <a:pt x="15862" y="116151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86C12DC-0493-EF6E-100C-9E0320A851B1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1140989" y="4011505"/>
              <a:ext cx="70755" cy="303661"/>
            </a:xfrm>
            <a:custGeom>
              <a:avLst/>
              <a:gdLst>
                <a:gd name="connsiteX0" fmla="*/ 71036 w 70755"/>
                <a:gd name="connsiteY0" fmla="*/ 151921 h 303661"/>
                <a:gd name="connsiteX1" fmla="*/ 50907 w 70755"/>
                <a:gd name="connsiteY1" fmla="*/ 57178 h 303661"/>
                <a:gd name="connsiteX2" fmla="*/ 3330 w 70755"/>
                <a:gd name="connsiteY2" fmla="*/ 90 h 303661"/>
                <a:gd name="connsiteX3" fmla="*/ 280 w 70755"/>
                <a:gd name="connsiteY3" fmla="*/ 3127 h 303661"/>
                <a:gd name="connsiteX4" fmla="*/ 6075 w 70755"/>
                <a:gd name="connsiteY4" fmla="*/ 10111 h 303661"/>
                <a:gd name="connsiteX5" fmla="*/ 53347 w 70755"/>
                <a:gd name="connsiteY5" fmla="*/ 151921 h 303661"/>
                <a:gd name="connsiteX6" fmla="*/ 4245 w 70755"/>
                <a:gd name="connsiteY6" fmla="*/ 295553 h 303661"/>
                <a:gd name="connsiteX7" fmla="*/ 280 w 70755"/>
                <a:gd name="connsiteY7" fmla="*/ 300715 h 303661"/>
                <a:gd name="connsiteX8" fmla="*/ 3330 w 70755"/>
                <a:gd name="connsiteY8" fmla="*/ 303751 h 303661"/>
                <a:gd name="connsiteX9" fmla="*/ 51822 w 70755"/>
                <a:gd name="connsiteY9" fmla="*/ 244538 h 303661"/>
                <a:gd name="connsiteX10" fmla="*/ 71036 w 70755"/>
                <a:gd name="connsiteY10" fmla="*/ 151921 h 30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755" h="303661">
                  <a:moveTo>
                    <a:pt x="71036" y="151921"/>
                  </a:moveTo>
                  <a:cubicBezTo>
                    <a:pt x="71036" y="128235"/>
                    <a:pt x="67681" y="91492"/>
                    <a:pt x="50907" y="57178"/>
                  </a:cubicBezTo>
                  <a:cubicBezTo>
                    <a:pt x="32608" y="19828"/>
                    <a:pt x="6380" y="90"/>
                    <a:pt x="3330" y="90"/>
                  </a:cubicBezTo>
                  <a:cubicBezTo>
                    <a:pt x="1500" y="90"/>
                    <a:pt x="280" y="1305"/>
                    <a:pt x="280" y="3127"/>
                  </a:cubicBezTo>
                  <a:cubicBezTo>
                    <a:pt x="280" y="4038"/>
                    <a:pt x="280" y="4645"/>
                    <a:pt x="6075" y="10111"/>
                  </a:cubicBezTo>
                  <a:cubicBezTo>
                    <a:pt x="35963" y="40173"/>
                    <a:pt x="53347" y="88456"/>
                    <a:pt x="53347" y="151921"/>
                  </a:cubicBezTo>
                  <a:cubicBezTo>
                    <a:pt x="53347" y="203847"/>
                    <a:pt x="42063" y="257291"/>
                    <a:pt x="4245" y="295553"/>
                  </a:cubicBezTo>
                  <a:cubicBezTo>
                    <a:pt x="280" y="299197"/>
                    <a:pt x="280" y="299804"/>
                    <a:pt x="280" y="300715"/>
                  </a:cubicBezTo>
                  <a:cubicBezTo>
                    <a:pt x="280" y="302537"/>
                    <a:pt x="1500" y="303751"/>
                    <a:pt x="3330" y="303751"/>
                  </a:cubicBezTo>
                  <a:cubicBezTo>
                    <a:pt x="6380" y="303751"/>
                    <a:pt x="33828" y="283102"/>
                    <a:pt x="51822" y="244538"/>
                  </a:cubicBezTo>
                  <a:cubicBezTo>
                    <a:pt x="67376" y="211135"/>
                    <a:pt x="71036" y="177428"/>
                    <a:pt x="71036" y="151921"/>
                  </a:cubicBez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7350D4B-DBDB-DC06-0005-43F69F762896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1248919" y="4011505"/>
              <a:ext cx="41782" cy="303661"/>
            </a:xfrm>
            <a:custGeom>
              <a:avLst/>
              <a:gdLst>
                <a:gd name="connsiteX0" fmla="*/ 42067 w 41782"/>
                <a:gd name="connsiteY0" fmla="*/ 90 h 303661"/>
                <a:gd name="connsiteX1" fmla="*/ 284 w 41782"/>
                <a:gd name="connsiteY1" fmla="*/ 90 h 303661"/>
                <a:gd name="connsiteX2" fmla="*/ 284 w 41782"/>
                <a:gd name="connsiteY2" fmla="*/ 12237 h 303661"/>
                <a:gd name="connsiteX3" fmla="*/ 29867 w 41782"/>
                <a:gd name="connsiteY3" fmla="*/ 12237 h 303661"/>
                <a:gd name="connsiteX4" fmla="*/ 29867 w 41782"/>
                <a:gd name="connsiteY4" fmla="*/ 291605 h 303661"/>
                <a:gd name="connsiteX5" fmla="*/ 284 w 41782"/>
                <a:gd name="connsiteY5" fmla="*/ 291605 h 303661"/>
                <a:gd name="connsiteX6" fmla="*/ 284 w 41782"/>
                <a:gd name="connsiteY6" fmla="*/ 303751 h 303661"/>
                <a:gd name="connsiteX7" fmla="*/ 42067 w 41782"/>
                <a:gd name="connsiteY7" fmla="*/ 303751 h 303661"/>
                <a:gd name="connsiteX8" fmla="*/ 42067 w 41782"/>
                <a:gd name="connsiteY8" fmla="*/ 90 h 30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82" h="303661">
                  <a:moveTo>
                    <a:pt x="42067" y="90"/>
                  </a:moveTo>
                  <a:lnTo>
                    <a:pt x="284" y="90"/>
                  </a:lnTo>
                  <a:lnTo>
                    <a:pt x="284" y="12237"/>
                  </a:lnTo>
                  <a:lnTo>
                    <a:pt x="29867" y="12237"/>
                  </a:lnTo>
                  <a:lnTo>
                    <a:pt x="29867" y="291605"/>
                  </a:lnTo>
                  <a:lnTo>
                    <a:pt x="284" y="291605"/>
                  </a:lnTo>
                  <a:lnTo>
                    <a:pt x="284" y="303751"/>
                  </a:lnTo>
                  <a:lnTo>
                    <a:pt x="42067" y="303751"/>
                  </a:lnTo>
                  <a:lnTo>
                    <a:pt x="42067" y="90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CD4048A-D532-7671-654C-A2BE3652319D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1340374" y="3945434"/>
              <a:ext cx="94361" cy="141141"/>
            </a:xfrm>
            <a:custGeom>
              <a:avLst/>
              <a:gdLst>
                <a:gd name="connsiteX0" fmla="*/ 94648 w 94361"/>
                <a:gd name="connsiteY0" fmla="*/ 102540 h 141141"/>
                <a:gd name="connsiteX1" fmla="*/ 87390 w 94361"/>
                <a:gd name="connsiteY1" fmla="*/ 102540 h 141141"/>
                <a:gd name="connsiteX2" fmla="*/ 81839 w 94361"/>
                <a:gd name="connsiteY2" fmla="*/ 121884 h 141141"/>
                <a:gd name="connsiteX3" fmla="*/ 60704 w 94361"/>
                <a:gd name="connsiteY3" fmla="*/ 123159 h 141141"/>
                <a:gd name="connsiteX4" fmla="*/ 21422 w 94361"/>
                <a:gd name="connsiteY4" fmla="*/ 123159 h 141141"/>
                <a:gd name="connsiteX5" fmla="*/ 64120 w 94361"/>
                <a:gd name="connsiteY5" fmla="*/ 87448 h 141141"/>
                <a:gd name="connsiteX6" fmla="*/ 94648 w 94361"/>
                <a:gd name="connsiteY6" fmla="*/ 41535 h 141141"/>
                <a:gd name="connsiteX7" fmla="*/ 44692 w 94361"/>
                <a:gd name="connsiteY7" fmla="*/ 85 h 141141"/>
                <a:gd name="connsiteX8" fmla="*/ 287 w 94361"/>
                <a:gd name="connsiteY8" fmla="*/ 38134 h 141141"/>
                <a:gd name="connsiteX9" fmla="*/ 11602 w 94361"/>
                <a:gd name="connsiteY9" fmla="*/ 50037 h 141141"/>
                <a:gd name="connsiteX10" fmla="*/ 22917 w 94361"/>
                <a:gd name="connsiteY10" fmla="*/ 38772 h 141141"/>
                <a:gd name="connsiteX11" fmla="*/ 10321 w 94361"/>
                <a:gd name="connsiteY11" fmla="*/ 27506 h 141141"/>
                <a:gd name="connsiteX12" fmla="*/ 41490 w 94361"/>
                <a:gd name="connsiteY12" fmla="*/ 7737 h 141141"/>
                <a:gd name="connsiteX13" fmla="*/ 73940 w 94361"/>
                <a:gd name="connsiteY13" fmla="*/ 41535 h 141141"/>
                <a:gd name="connsiteX14" fmla="*/ 53872 w 94361"/>
                <a:gd name="connsiteY14" fmla="*/ 82347 h 141141"/>
                <a:gd name="connsiteX15" fmla="*/ 2422 w 94361"/>
                <a:gd name="connsiteY15" fmla="*/ 132937 h 141141"/>
                <a:gd name="connsiteX16" fmla="*/ 287 w 94361"/>
                <a:gd name="connsiteY16" fmla="*/ 141227 h 141141"/>
                <a:gd name="connsiteX17" fmla="*/ 88244 w 94361"/>
                <a:gd name="connsiteY17" fmla="*/ 141227 h 141141"/>
                <a:gd name="connsiteX18" fmla="*/ 94648 w 94361"/>
                <a:gd name="connsiteY18" fmla="*/ 102540 h 141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361" h="141141">
                  <a:moveTo>
                    <a:pt x="94648" y="102540"/>
                  </a:moveTo>
                  <a:lnTo>
                    <a:pt x="87390" y="102540"/>
                  </a:lnTo>
                  <a:cubicBezTo>
                    <a:pt x="86749" y="107217"/>
                    <a:pt x="84614" y="119758"/>
                    <a:pt x="81839" y="121884"/>
                  </a:cubicBezTo>
                  <a:cubicBezTo>
                    <a:pt x="80131" y="123159"/>
                    <a:pt x="63693" y="123159"/>
                    <a:pt x="60704" y="123159"/>
                  </a:cubicBezTo>
                  <a:lnTo>
                    <a:pt x="21422" y="123159"/>
                  </a:lnTo>
                  <a:cubicBezTo>
                    <a:pt x="43838" y="103391"/>
                    <a:pt x="51310" y="97439"/>
                    <a:pt x="64120" y="87448"/>
                  </a:cubicBezTo>
                  <a:cubicBezTo>
                    <a:pt x="79918" y="74907"/>
                    <a:pt x="94648" y="61728"/>
                    <a:pt x="94648" y="41535"/>
                  </a:cubicBezTo>
                  <a:cubicBezTo>
                    <a:pt x="94648" y="15815"/>
                    <a:pt x="72019" y="85"/>
                    <a:pt x="44692" y="85"/>
                  </a:cubicBezTo>
                  <a:cubicBezTo>
                    <a:pt x="18220" y="85"/>
                    <a:pt x="287" y="18578"/>
                    <a:pt x="287" y="38134"/>
                  </a:cubicBezTo>
                  <a:cubicBezTo>
                    <a:pt x="287" y="48975"/>
                    <a:pt x="9467" y="50037"/>
                    <a:pt x="11602" y="50037"/>
                  </a:cubicBezTo>
                  <a:cubicBezTo>
                    <a:pt x="16726" y="50037"/>
                    <a:pt x="22917" y="46424"/>
                    <a:pt x="22917" y="38772"/>
                  </a:cubicBezTo>
                  <a:cubicBezTo>
                    <a:pt x="22917" y="34945"/>
                    <a:pt x="21422" y="27506"/>
                    <a:pt x="10321" y="27506"/>
                  </a:cubicBezTo>
                  <a:cubicBezTo>
                    <a:pt x="16939" y="12414"/>
                    <a:pt x="31456" y="7737"/>
                    <a:pt x="41490" y="7737"/>
                  </a:cubicBezTo>
                  <a:cubicBezTo>
                    <a:pt x="62839" y="7737"/>
                    <a:pt x="73940" y="24317"/>
                    <a:pt x="73940" y="41535"/>
                  </a:cubicBezTo>
                  <a:cubicBezTo>
                    <a:pt x="73940" y="60028"/>
                    <a:pt x="60704" y="74695"/>
                    <a:pt x="53872" y="82347"/>
                  </a:cubicBezTo>
                  <a:lnTo>
                    <a:pt x="2422" y="132937"/>
                  </a:lnTo>
                  <a:cubicBezTo>
                    <a:pt x="287" y="134850"/>
                    <a:pt x="287" y="135275"/>
                    <a:pt x="287" y="141227"/>
                  </a:cubicBezTo>
                  <a:lnTo>
                    <a:pt x="88244" y="141227"/>
                  </a:lnTo>
                  <a:lnTo>
                    <a:pt x="94648" y="102540"/>
                  </a:lnTo>
                  <a:close/>
                </a:path>
              </a:pathLst>
            </a:custGeom>
            <a:solidFill>
              <a:srgbClr val="FFFFFF"/>
            </a:solidFill>
            <a:ln w="3569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1872" name="Group 1871">
            <a:extLst>
              <a:ext uri="{FF2B5EF4-FFF2-40B4-BE49-F238E27FC236}">
                <a16:creationId xmlns:a16="http://schemas.microsoft.com/office/drawing/2014/main" id="{30A07021-390D-7600-4C89-B05FF02DB2F7}"/>
              </a:ext>
            </a:extLst>
          </p:cNvPr>
          <p:cNvGrpSpPr/>
          <p:nvPr/>
        </p:nvGrpSpPr>
        <p:grpSpPr>
          <a:xfrm>
            <a:off x="2151338" y="2283787"/>
            <a:ext cx="8435852" cy="1108844"/>
            <a:chOff x="2540000" y="4457700"/>
            <a:chExt cx="8435852" cy="1108844"/>
          </a:xfrm>
        </p:grpSpPr>
        <p:grpSp>
          <p:nvGrpSpPr>
            <p:cNvPr id="1873" name="Group 1872">
              <a:extLst>
                <a:ext uri="{FF2B5EF4-FFF2-40B4-BE49-F238E27FC236}">
                  <a16:creationId xmlns:a16="http://schemas.microsoft.com/office/drawing/2014/main" id="{2761B2BE-4277-5CE6-8D61-B4BC44941F35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2540000" y="4457700"/>
              <a:ext cx="4519747" cy="1108844"/>
              <a:chOff x="8571942" y="7177526"/>
              <a:chExt cx="4519747" cy="1108844"/>
            </a:xfrm>
          </p:grpSpPr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5B317B28-EE27-3375-0358-FE18281FD054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8571942" y="7190885"/>
                <a:ext cx="104667" cy="1089021"/>
              </a:xfrm>
              <a:custGeom>
                <a:avLst/>
                <a:gdLst>
                  <a:gd name="connsiteX0" fmla="*/ 167 w 104667"/>
                  <a:gd name="connsiteY0" fmla="*/ 1089097 h 1089021"/>
                  <a:gd name="connsiteX1" fmla="*/ 104834 w 104667"/>
                  <a:gd name="connsiteY1" fmla="*/ 1089097 h 1089021"/>
                  <a:gd name="connsiteX2" fmla="*/ 104834 w 104667"/>
                  <a:gd name="connsiteY2" fmla="*/ 1066583 h 1089021"/>
                  <a:gd name="connsiteX3" fmla="*/ 22091 w 104667"/>
                  <a:gd name="connsiteY3" fmla="*/ 1066583 h 1089021"/>
                  <a:gd name="connsiteX4" fmla="*/ 22091 w 104667"/>
                  <a:gd name="connsiteY4" fmla="*/ 22589 h 1089021"/>
                  <a:gd name="connsiteX5" fmla="*/ 104834 w 104667"/>
                  <a:gd name="connsiteY5" fmla="*/ 22589 h 1089021"/>
                  <a:gd name="connsiteX6" fmla="*/ 104834 w 104667"/>
                  <a:gd name="connsiteY6" fmla="*/ 75 h 1089021"/>
                  <a:gd name="connsiteX7" fmla="*/ 167 w 104667"/>
                  <a:gd name="connsiteY7" fmla="*/ 75 h 1089021"/>
                  <a:gd name="connsiteX8" fmla="*/ 167 w 104667"/>
                  <a:gd name="connsiteY8" fmla="*/ 1089097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167" y="1089097"/>
                    </a:moveTo>
                    <a:lnTo>
                      <a:pt x="104834" y="1089097"/>
                    </a:lnTo>
                    <a:lnTo>
                      <a:pt x="104834" y="1066583"/>
                    </a:lnTo>
                    <a:lnTo>
                      <a:pt x="22091" y="1066583"/>
                    </a:lnTo>
                    <a:lnTo>
                      <a:pt x="22091" y="22589"/>
                    </a:lnTo>
                    <a:lnTo>
                      <a:pt x="104834" y="22589"/>
                    </a:lnTo>
                    <a:lnTo>
                      <a:pt x="104834" y="75"/>
                    </a:lnTo>
                    <a:lnTo>
                      <a:pt x="167" y="75"/>
                    </a:lnTo>
                    <a:lnTo>
                      <a:pt x="167" y="1089097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C854600D-EC60-815C-A9F3-48ED644D5155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8902243" y="7289371"/>
                <a:ext cx="191654" cy="164497"/>
              </a:xfrm>
              <a:custGeom>
                <a:avLst/>
                <a:gdLst>
                  <a:gd name="connsiteX0" fmla="*/ 21042 w 191654"/>
                  <a:gd name="connsiteY0" fmla="*/ 139160 h 164497"/>
                  <a:gd name="connsiteX1" fmla="*/ 17859 w 191654"/>
                  <a:gd name="connsiteY1" fmla="*/ 154775 h 164497"/>
                  <a:gd name="connsiteX2" fmla="*/ 28114 w 191654"/>
                  <a:gd name="connsiteY2" fmla="*/ 164579 h 164497"/>
                  <a:gd name="connsiteX3" fmla="*/ 41197 w 191654"/>
                  <a:gd name="connsiteY3" fmla="*/ 154412 h 164497"/>
                  <a:gd name="connsiteX4" fmla="*/ 47916 w 191654"/>
                  <a:gd name="connsiteY4" fmla="*/ 127540 h 164497"/>
                  <a:gd name="connsiteX5" fmla="*/ 55695 w 191654"/>
                  <a:gd name="connsiteY5" fmla="*/ 94859 h 164497"/>
                  <a:gd name="connsiteX6" fmla="*/ 61706 w 191654"/>
                  <a:gd name="connsiteY6" fmla="*/ 70529 h 164497"/>
                  <a:gd name="connsiteX7" fmla="*/ 66303 w 191654"/>
                  <a:gd name="connsiteY7" fmla="*/ 52373 h 164497"/>
                  <a:gd name="connsiteX8" fmla="*/ 123941 w 191654"/>
                  <a:gd name="connsiteY8" fmla="*/ 8071 h 164497"/>
                  <a:gd name="connsiteX9" fmla="*/ 143036 w 191654"/>
                  <a:gd name="connsiteY9" fmla="*/ 33490 h 164497"/>
                  <a:gd name="connsiteX10" fmla="*/ 120051 w 191654"/>
                  <a:gd name="connsiteY10" fmla="*/ 118099 h 164497"/>
                  <a:gd name="connsiteX11" fmla="*/ 116515 w 191654"/>
                  <a:gd name="connsiteY11" fmla="*/ 134803 h 164497"/>
                  <a:gd name="connsiteX12" fmla="*/ 145511 w 191654"/>
                  <a:gd name="connsiteY12" fmla="*/ 164579 h 164497"/>
                  <a:gd name="connsiteX13" fmla="*/ 191833 w 191654"/>
                  <a:gd name="connsiteY13" fmla="*/ 108657 h 164497"/>
                  <a:gd name="connsiteX14" fmla="*/ 187590 w 191654"/>
                  <a:gd name="connsiteY14" fmla="*/ 105026 h 164497"/>
                  <a:gd name="connsiteX15" fmla="*/ 182286 w 191654"/>
                  <a:gd name="connsiteY15" fmla="*/ 111562 h 164497"/>
                  <a:gd name="connsiteX16" fmla="*/ 146218 w 191654"/>
                  <a:gd name="connsiteY16" fmla="*/ 156590 h 164497"/>
                  <a:gd name="connsiteX17" fmla="*/ 137732 w 191654"/>
                  <a:gd name="connsiteY17" fmla="*/ 144607 h 164497"/>
                  <a:gd name="connsiteX18" fmla="*/ 144096 w 191654"/>
                  <a:gd name="connsiteY18" fmla="*/ 118825 h 164497"/>
                  <a:gd name="connsiteX19" fmla="*/ 165666 w 191654"/>
                  <a:gd name="connsiteY19" fmla="*/ 38937 h 164497"/>
                  <a:gd name="connsiteX20" fmla="*/ 125002 w 191654"/>
                  <a:gd name="connsiteY20" fmla="*/ 82 h 164497"/>
                  <a:gd name="connsiteX21" fmla="*/ 69839 w 191654"/>
                  <a:gd name="connsiteY21" fmla="*/ 31674 h 164497"/>
                  <a:gd name="connsiteX22" fmla="*/ 37308 w 191654"/>
                  <a:gd name="connsiteY22" fmla="*/ 82 h 164497"/>
                  <a:gd name="connsiteX23" fmla="*/ 10787 w 191654"/>
                  <a:gd name="connsiteY23" fmla="*/ 20780 h 164497"/>
                  <a:gd name="connsiteX24" fmla="*/ 179 w 191654"/>
                  <a:gd name="connsiteY24" fmla="*/ 56004 h 164497"/>
                  <a:gd name="connsiteX25" fmla="*/ 4422 w 191654"/>
                  <a:gd name="connsiteY25" fmla="*/ 59635 h 164497"/>
                  <a:gd name="connsiteX26" fmla="*/ 10434 w 191654"/>
                  <a:gd name="connsiteY26" fmla="*/ 51283 h 164497"/>
                  <a:gd name="connsiteX27" fmla="*/ 36247 w 191654"/>
                  <a:gd name="connsiteY27" fmla="*/ 8071 h 164497"/>
                  <a:gd name="connsiteX28" fmla="*/ 47209 w 191654"/>
                  <a:gd name="connsiteY28" fmla="*/ 24775 h 164497"/>
                  <a:gd name="connsiteX29" fmla="*/ 41551 w 191654"/>
                  <a:gd name="connsiteY29" fmla="*/ 55278 h 164497"/>
                  <a:gd name="connsiteX30" fmla="*/ 21042 w 191654"/>
                  <a:gd name="connsiteY30" fmla="*/ 139160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91654" h="164497">
                    <a:moveTo>
                      <a:pt x="21042" y="139160"/>
                    </a:moveTo>
                    <a:cubicBezTo>
                      <a:pt x="19981" y="144607"/>
                      <a:pt x="17859" y="152959"/>
                      <a:pt x="17859" y="154775"/>
                    </a:cubicBezTo>
                    <a:cubicBezTo>
                      <a:pt x="17859" y="161311"/>
                      <a:pt x="22810" y="164579"/>
                      <a:pt x="28114" y="164579"/>
                    </a:cubicBezTo>
                    <a:cubicBezTo>
                      <a:pt x="32357" y="164579"/>
                      <a:pt x="38722" y="161674"/>
                      <a:pt x="41197" y="154412"/>
                    </a:cubicBezTo>
                    <a:cubicBezTo>
                      <a:pt x="41551" y="153685"/>
                      <a:pt x="45794" y="136618"/>
                      <a:pt x="47916" y="127540"/>
                    </a:cubicBezTo>
                    <a:lnTo>
                      <a:pt x="55695" y="94859"/>
                    </a:lnTo>
                    <a:cubicBezTo>
                      <a:pt x="57817" y="86870"/>
                      <a:pt x="59938" y="78881"/>
                      <a:pt x="61706" y="70529"/>
                    </a:cubicBezTo>
                    <a:cubicBezTo>
                      <a:pt x="63121" y="64356"/>
                      <a:pt x="65950" y="53825"/>
                      <a:pt x="66303" y="52373"/>
                    </a:cubicBezTo>
                    <a:cubicBezTo>
                      <a:pt x="71607" y="41116"/>
                      <a:pt x="90348" y="8071"/>
                      <a:pt x="123941" y="8071"/>
                    </a:cubicBezTo>
                    <a:cubicBezTo>
                      <a:pt x="139853" y="8071"/>
                      <a:pt x="143036" y="21507"/>
                      <a:pt x="143036" y="33490"/>
                    </a:cubicBezTo>
                    <a:cubicBezTo>
                      <a:pt x="143036" y="56004"/>
                      <a:pt x="125709" y="102484"/>
                      <a:pt x="120051" y="118099"/>
                    </a:cubicBezTo>
                    <a:cubicBezTo>
                      <a:pt x="116869" y="126451"/>
                      <a:pt x="116515" y="130808"/>
                      <a:pt x="116515" y="134803"/>
                    </a:cubicBezTo>
                    <a:cubicBezTo>
                      <a:pt x="116515" y="151870"/>
                      <a:pt x="128891" y="164579"/>
                      <a:pt x="145511" y="164579"/>
                    </a:cubicBezTo>
                    <a:cubicBezTo>
                      <a:pt x="178750" y="164579"/>
                      <a:pt x="191833" y="111562"/>
                      <a:pt x="191833" y="108657"/>
                    </a:cubicBezTo>
                    <a:cubicBezTo>
                      <a:pt x="191833" y="105026"/>
                      <a:pt x="188651" y="105026"/>
                      <a:pt x="187590" y="105026"/>
                    </a:cubicBezTo>
                    <a:cubicBezTo>
                      <a:pt x="184054" y="105026"/>
                      <a:pt x="184054" y="106116"/>
                      <a:pt x="182286" y="111562"/>
                    </a:cubicBezTo>
                    <a:cubicBezTo>
                      <a:pt x="175214" y="136255"/>
                      <a:pt x="163545" y="156590"/>
                      <a:pt x="146218" y="156590"/>
                    </a:cubicBezTo>
                    <a:cubicBezTo>
                      <a:pt x="140207" y="156590"/>
                      <a:pt x="137732" y="152959"/>
                      <a:pt x="137732" y="144607"/>
                    </a:cubicBezTo>
                    <a:cubicBezTo>
                      <a:pt x="137732" y="135529"/>
                      <a:pt x="140914" y="126814"/>
                      <a:pt x="144096" y="118825"/>
                    </a:cubicBezTo>
                    <a:cubicBezTo>
                      <a:pt x="150815" y="99579"/>
                      <a:pt x="165666" y="59635"/>
                      <a:pt x="165666" y="38937"/>
                    </a:cubicBezTo>
                    <a:cubicBezTo>
                      <a:pt x="165666" y="14607"/>
                      <a:pt x="150461" y="82"/>
                      <a:pt x="125002" y="82"/>
                    </a:cubicBezTo>
                    <a:cubicBezTo>
                      <a:pt x="93177" y="82"/>
                      <a:pt x="75851" y="23322"/>
                      <a:pt x="69839" y="31674"/>
                    </a:cubicBezTo>
                    <a:cubicBezTo>
                      <a:pt x="68071" y="11339"/>
                      <a:pt x="53573" y="82"/>
                      <a:pt x="37308" y="82"/>
                    </a:cubicBezTo>
                    <a:cubicBezTo>
                      <a:pt x="21042" y="82"/>
                      <a:pt x="14323" y="14244"/>
                      <a:pt x="10787" y="20780"/>
                    </a:cubicBezTo>
                    <a:cubicBezTo>
                      <a:pt x="5129" y="33127"/>
                      <a:pt x="179" y="54551"/>
                      <a:pt x="179" y="56004"/>
                    </a:cubicBezTo>
                    <a:cubicBezTo>
                      <a:pt x="179" y="59635"/>
                      <a:pt x="3715" y="59635"/>
                      <a:pt x="4422" y="59635"/>
                    </a:cubicBezTo>
                    <a:cubicBezTo>
                      <a:pt x="7958" y="59635"/>
                      <a:pt x="8312" y="59272"/>
                      <a:pt x="10434" y="51283"/>
                    </a:cubicBezTo>
                    <a:cubicBezTo>
                      <a:pt x="16445" y="25501"/>
                      <a:pt x="23517" y="8071"/>
                      <a:pt x="36247" y="8071"/>
                    </a:cubicBezTo>
                    <a:cubicBezTo>
                      <a:pt x="43319" y="8071"/>
                      <a:pt x="47209" y="12792"/>
                      <a:pt x="47209" y="24775"/>
                    </a:cubicBezTo>
                    <a:cubicBezTo>
                      <a:pt x="47209" y="32401"/>
                      <a:pt x="46148" y="36395"/>
                      <a:pt x="41551" y="55278"/>
                    </a:cubicBezTo>
                    <a:lnTo>
                      <a:pt x="21042" y="139160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838E14B4-0447-87F9-ACB0-B4DAEB510B07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9767975" y="7177526"/>
                <a:ext cx="333450" cy="363128"/>
              </a:xfrm>
              <a:custGeom>
                <a:avLst/>
                <a:gdLst>
                  <a:gd name="connsiteX0" fmla="*/ 129269 w 333450"/>
                  <a:gd name="connsiteY0" fmla="*/ 193985 h 363128"/>
                  <a:gd name="connsiteX1" fmla="*/ 3739 w 333450"/>
                  <a:gd name="connsiteY1" fmla="*/ 353398 h 363128"/>
                  <a:gd name="connsiteX2" fmla="*/ 557 w 333450"/>
                  <a:gd name="connsiteY2" fmla="*/ 359208 h 363128"/>
                  <a:gd name="connsiteX3" fmla="*/ 10104 w 333450"/>
                  <a:gd name="connsiteY3" fmla="*/ 363203 h 363128"/>
                  <a:gd name="connsiteX4" fmla="*/ 303243 w 333450"/>
                  <a:gd name="connsiteY4" fmla="*/ 363203 h 363128"/>
                  <a:gd name="connsiteX5" fmla="*/ 333653 w 333450"/>
                  <a:gd name="connsiteY5" fmla="*/ 272784 h 363128"/>
                  <a:gd name="connsiteX6" fmla="*/ 324813 w 333450"/>
                  <a:gd name="connsiteY6" fmla="*/ 272784 h 363128"/>
                  <a:gd name="connsiteX7" fmla="*/ 262225 w 333450"/>
                  <a:gd name="connsiteY7" fmla="*/ 332700 h 363128"/>
                  <a:gd name="connsiteX8" fmla="*/ 180188 w 333450"/>
                  <a:gd name="connsiteY8" fmla="*/ 343231 h 363128"/>
                  <a:gd name="connsiteX9" fmla="*/ 29906 w 333450"/>
                  <a:gd name="connsiteY9" fmla="*/ 343231 h 363128"/>
                  <a:gd name="connsiteX10" fmla="*/ 152607 w 333450"/>
                  <a:gd name="connsiteY10" fmla="*/ 187449 h 363128"/>
                  <a:gd name="connsiteX11" fmla="*/ 155790 w 333450"/>
                  <a:gd name="connsiteY11" fmla="*/ 181639 h 363128"/>
                  <a:gd name="connsiteX12" fmla="*/ 153314 w 333450"/>
                  <a:gd name="connsiteY12" fmla="*/ 176555 h 363128"/>
                  <a:gd name="connsiteX13" fmla="*/ 38392 w 333450"/>
                  <a:gd name="connsiteY13" fmla="*/ 14600 h 363128"/>
                  <a:gd name="connsiteX14" fmla="*/ 178420 w 333450"/>
                  <a:gd name="connsiteY14" fmla="*/ 14600 h 363128"/>
                  <a:gd name="connsiteX15" fmla="*/ 324813 w 333450"/>
                  <a:gd name="connsiteY15" fmla="*/ 85047 h 363128"/>
                  <a:gd name="connsiteX16" fmla="*/ 333653 w 333450"/>
                  <a:gd name="connsiteY16" fmla="*/ 85047 h 363128"/>
                  <a:gd name="connsiteX17" fmla="*/ 303243 w 333450"/>
                  <a:gd name="connsiteY17" fmla="*/ 75 h 363128"/>
                  <a:gd name="connsiteX18" fmla="*/ 10104 w 333450"/>
                  <a:gd name="connsiteY18" fmla="*/ 75 h 363128"/>
                  <a:gd name="connsiteX19" fmla="*/ 203 w 333450"/>
                  <a:gd name="connsiteY19" fmla="*/ 11695 h 363128"/>
                  <a:gd name="connsiteX20" fmla="*/ 129269 w 333450"/>
                  <a:gd name="connsiteY20" fmla="*/ 193985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269" y="193985"/>
                    </a:moveTo>
                    <a:lnTo>
                      <a:pt x="3739" y="353398"/>
                    </a:lnTo>
                    <a:cubicBezTo>
                      <a:pt x="910" y="357030"/>
                      <a:pt x="557" y="357756"/>
                      <a:pt x="557" y="359208"/>
                    </a:cubicBezTo>
                    <a:cubicBezTo>
                      <a:pt x="557" y="363203"/>
                      <a:pt x="3739" y="363203"/>
                      <a:pt x="10104" y="363203"/>
                    </a:cubicBezTo>
                    <a:lnTo>
                      <a:pt x="303243" y="363203"/>
                    </a:lnTo>
                    <a:lnTo>
                      <a:pt x="333653" y="272784"/>
                    </a:lnTo>
                    <a:lnTo>
                      <a:pt x="324813" y="272784"/>
                    </a:lnTo>
                    <a:cubicBezTo>
                      <a:pt x="315973" y="300019"/>
                      <a:pt x="292281" y="322169"/>
                      <a:pt x="262225" y="332700"/>
                    </a:cubicBezTo>
                    <a:cubicBezTo>
                      <a:pt x="256567" y="334516"/>
                      <a:pt x="232168" y="343231"/>
                      <a:pt x="180188" y="343231"/>
                    </a:cubicBezTo>
                    <a:lnTo>
                      <a:pt x="29906" y="343231"/>
                    </a:lnTo>
                    <a:lnTo>
                      <a:pt x="152607" y="187449"/>
                    </a:lnTo>
                    <a:cubicBezTo>
                      <a:pt x="155082" y="184181"/>
                      <a:pt x="155790" y="183091"/>
                      <a:pt x="155790" y="181639"/>
                    </a:cubicBezTo>
                    <a:cubicBezTo>
                      <a:pt x="155790" y="180186"/>
                      <a:pt x="155436" y="179823"/>
                      <a:pt x="153314" y="176555"/>
                    </a:cubicBezTo>
                    <a:lnTo>
                      <a:pt x="38392" y="14600"/>
                    </a:lnTo>
                    <a:lnTo>
                      <a:pt x="178420" y="14600"/>
                    </a:lnTo>
                    <a:cubicBezTo>
                      <a:pt x="218731" y="14600"/>
                      <a:pt x="300061" y="17142"/>
                      <a:pt x="324813" y="85047"/>
                    </a:cubicBezTo>
                    <a:lnTo>
                      <a:pt x="333653" y="85047"/>
                    </a:lnTo>
                    <a:lnTo>
                      <a:pt x="303243" y="75"/>
                    </a:lnTo>
                    <a:lnTo>
                      <a:pt x="10104" y="75"/>
                    </a:lnTo>
                    <a:cubicBezTo>
                      <a:pt x="557" y="75"/>
                      <a:pt x="203" y="438"/>
                      <a:pt x="203" y="11695"/>
                    </a:cubicBezTo>
                    <a:lnTo>
                      <a:pt x="129269" y="193985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75D5F69A-30DB-E196-F5AF-6E647999935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10190612" y="7289371"/>
                <a:ext cx="176095" cy="164497"/>
              </a:xfrm>
              <a:custGeom>
                <a:avLst/>
                <a:gdLst>
                  <a:gd name="connsiteX0" fmla="*/ 108065 w 176095"/>
                  <a:gd name="connsiteY0" fmla="*/ 50920 h 164497"/>
                  <a:gd name="connsiteX1" fmla="*/ 143072 w 176095"/>
                  <a:gd name="connsiteY1" fmla="*/ 8071 h 164497"/>
                  <a:gd name="connsiteX2" fmla="*/ 160752 w 176095"/>
                  <a:gd name="connsiteY2" fmla="*/ 12792 h 164497"/>
                  <a:gd name="connsiteX3" fmla="*/ 143779 w 176095"/>
                  <a:gd name="connsiteY3" fmla="*/ 32401 h 164497"/>
                  <a:gd name="connsiteX4" fmla="*/ 157216 w 176095"/>
                  <a:gd name="connsiteY4" fmla="*/ 45110 h 164497"/>
                  <a:gd name="connsiteX5" fmla="*/ 176311 w 176095"/>
                  <a:gd name="connsiteY5" fmla="*/ 24049 h 164497"/>
                  <a:gd name="connsiteX6" fmla="*/ 143426 w 176095"/>
                  <a:gd name="connsiteY6" fmla="*/ 82 h 164497"/>
                  <a:gd name="connsiteX7" fmla="*/ 106297 w 176095"/>
                  <a:gd name="connsiteY7" fmla="*/ 27680 h 164497"/>
                  <a:gd name="connsiteX8" fmla="*/ 68108 w 176095"/>
                  <a:gd name="connsiteY8" fmla="*/ 82 h 164497"/>
                  <a:gd name="connsiteX9" fmla="*/ 11177 w 176095"/>
                  <a:gd name="connsiteY9" fmla="*/ 56004 h 164497"/>
                  <a:gd name="connsiteX10" fmla="*/ 15420 w 176095"/>
                  <a:gd name="connsiteY10" fmla="*/ 59635 h 164497"/>
                  <a:gd name="connsiteX11" fmla="*/ 20017 w 176095"/>
                  <a:gd name="connsiteY11" fmla="*/ 55641 h 164497"/>
                  <a:gd name="connsiteX12" fmla="*/ 67400 w 176095"/>
                  <a:gd name="connsiteY12" fmla="*/ 8071 h 164497"/>
                  <a:gd name="connsiteX13" fmla="*/ 86495 w 176095"/>
                  <a:gd name="connsiteY13" fmla="*/ 32401 h 164497"/>
                  <a:gd name="connsiteX14" fmla="*/ 67400 w 176095"/>
                  <a:gd name="connsiteY14" fmla="*/ 118825 h 164497"/>
                  <a:gd name="connsiteX15" fmla="*/ 33808 w 176095"/>
                  <a:gd name="connsiteY15" fmla="*/ 156590 h 164497"/>
                  <a:gd name="connsiteX16" fmla="*/ 16127 w 176095"/>
                  <a:gd name="connsiteY16" fmla="*/ 151870 h 164497"/>
                  <a:gd name="connsiteX17" fmla="*/ 32747 w 176095"/>
                  <a:gd name="connsiteY17" fmla="*/ 132261 h 164497"/>
                  <a:gd name="connsiteX18" fmla="*/ 19664 w 176095"/>
                  <a:gd name="connsiteY18" fmla="*/ 119551 h 164497"/>
                  <a:gd name="connsiteX19" fmla="*/ 215 w 176095"/>
                  <a:gd name="connsiteY19" fmla="*/ 140613 h 164497"/>
                  <a:gd name="connsiteX20" fmla="*/ 33454 w 176095"/>
                  <a:gd name="connsiteY20" fmla="*/ 164579 h 164497"/>
                  <a:gd name="connsiteX21" fmla="*/ 70583 w 176095"/>
                  <a:gd name="connsiteY21" fmla="*/ 136981 h 164497"/>
                  <a:gd name="connsiteX22" fmla="*/ 108772 w 176095"/>
                  <a:gd name="connsiteY22" fmla="*/ 164579 h 164497"/>
                  <a:gd name="connsiteX23" fmla="*/ 165349 w 176095"/>
                  <a:gd name="connsiteY23" fmla="*/ 108657 h 164497"/>
                  <a:gd name="connsiteX24" fmla="*/ 161106 w 176095"/>
                  <a:gd name="connsiteY24" fmla="*/ 105026 h 164497"/>
                  <a:gd name="connsiteX25" fmla="*/ 156509 w 176095"/>
                  <a:gd name="connsiteY25" fmla="*/ 109021 h 164497"/>
                  <a:gd name="connsiteX26" fmla="*/ 109479 w 176095"/>
                  <a:gd name="connsiteY26" fmla="*/ 156590 h 164497"/>
                  <a:gd name="connsiteX27" fmla="*/ 90031 w 176095"/>
                  <a:gd name="connsiteY27" fmla="*/ 132624 h 164497"/>
                  <a:gd name="connsiteX28" fmla="*/ 96042 w 176095"/>
                  <a:gd name="connsiteY28" fmla="*/ 100669 h 164497"/>
                  <a:gd name="connsiteX29" fmla="*/ 108065 w 176095"/>
                  <a:gd name="connsiteY29" fmla="*/ 50920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095" h="164497">
                    <a:moveTo>
                      <a:pt x="108065" y="50920"/>
                    </a:moveTo>
                    <a:cubicBezTo>
                      <a:pt x="110187" y="41479"/>
                      <a:pt x="118320" y="8071"/>
                      <a:pt x="143072" y="8071"/>
                    </a:cubicBezTo>
                    <a:cubicBezTo>
                      <a:pt x="144840" y="8071"/>
                      <a:pt x="153327" y="8071"/>
                      <a:pt x="160752" y="12792"/>
                    </a:cubicBezTo>
                    <a:cubicBezTo>
                      <a:pt x="150851" y="14607"/>
                      <a:pt x="143779" y="23685"/>
                      <a:pt x="143779" y="32401"/>
                    </a:cubicBezTo>
                    <a:cubicBezTo>
                      <a:pt x="143779" y="38211"/>
                      <a:pt x="147669" y="45110"/>
                      <a:pt x="157216" y="45110"/>
                    </a:cubicBezTo>
                    <a:cubicBezTo>
                      <a:pt x="164996" y="45110"/>
                      <a:pt x="176311" y="38574"/>
                      <a:pt x="176311" y="24049"/>
                    </a:cubicBezTo>
                    <a:cubicBezTo>
                      <a:pt x="176311" y="5166"/>
                      <a:pt x="155448" y="82"/>
                      <a:pt x="143426" y="82"/>
                    </a:cubicBezTo>
                    <a:cubicBezTo>
                      <a:pt x="122916" y="82"/>
                      <a:pt x="110540" y="19328"/>
                      <a:pt x="106297" y="27680"/>
                    </a:cubicBezTo>
                    <a:cubicBezTo>
                      <a:pt x="97457" y="3713"/>
                      <a:pt x="78362" y="82"/>
                      <a:pt x="68108" y="82"/>
                    </a:cubicBezTo>
                    <a:cubicBezTo>
                      <a:pt x="31333" y="82"/>
                      <a:pt x="11177" y="46926"/>
                      <a:pt x="11177" y="56004"/>
                    </a:cubicBezTo>
                    <a:cubicBezTo>
                      <a:pt x="11177" y="59635"/>
                      <a:pt x="14713" y="59635"/>
                      <a:pt x="15420" y="59635"/>
                    </a:cubicBezTo>
                    <a:cubicBezTo>
                      <a:pt x="18249" y="59635"/>
                      <a:pt x="19310" y="58909"/>
                      <a:pt x="20017" y="55641"/>
                    </a:cubicBezTo>
                    <a:cubicBezTo>
                      <a:pt x="32040" y="17149"/>
                      <a:pt x="55378" y="8071"/>
                      <a:pt x="67400" y="8071"/>
                    </a:cubicBezTo>
                    <a:cubicBezTo>
                      <a:pt x="74119" y="8071"/>
                      <a:pt x="86495" y="11339"/>
                      <a:pt x="86495" y="32401"/>
                    </a:cubicBezTo>
                    <a:cubicBezTo>
                      <a:pt x="86495" y="43658"/>
                      <a:pt x="80484" y="67987"/>
                      <a:pt x="67400" y="118825"/>
                    </a:cubicBezTo>
                    <a:cubicBezTo>
                      <a:pt x="61743" y="141339"/>
                      <a:pt x="49366" y="156590"/>
                      <a:pt x="33808" y="156590"/>
                    </a:cubicBezTo>
                    <a:cubicBezTo>
                      <a:pt x="31686" y="156590"/>
                      <a:pt x="23553" y="156590"/>
                      <a:pt x="16127" y="151870"/>
                    </a:cubicBezTo>
                    <a:cubicBezTo>
                      <a:pt x="24968" y="150054"/>
                      <a:pt x="32747" y="142428"/>
                      <a:pt x="32747" y="132261"/>
                    </a:cubicBezTo>
                    <a:cubicBezTo>
                      <a:pt x="32747" y="122456"/>
                      <a:pt x="24968" y="119551"/>
                      <a:pt x="19664" y="119551"/>
                    </a:cubicBezTo>
                    <a:cubicBezTo>
                      <a:pt x="9055" y="119551"/>
                      <a:pt x="215" y="128993"/>
                      <a:pt x="215" y="140613"/>
                    </a:cubicBezTo>
                    <a:cubicBezTo>
                      <a:pt x="215" y="157317"/>
                      <a:pt x="17896" y="164579"/>
                      <a:pt x="33454" y="164579"/>
                    </a:cubicBezTo>
                    <a:cubicBezTo>
                      <a:pt x="56792" y="164579"/>
                      <a:pt x="69522" y="139160"/>
                      <a:pt x="70583" y="136981"/>
                    </a:cubicBezTo>
                    <a:cubicBezTo>
                      <a:pt x="74826" y="150417"/>
                      <a:pt x="87556" y="164579"/>
                      <a:pt x="108772" y="164579"/>
                    </a:cubicBezTo>
                    <a:cubicBezTo>
                      <a:pt x="145194" y="164579"/>
                      <a:pt x="165349" y="117736"/>
                      <a:pt x="165349" y="108657"/>
                    </a:cubicBezTo>
                    <a:cubicBezTo>
                      <a:pt x="165349" y="105026"/>
                      <a:pt x="162167" y="105026"/>
                      <a:pt x="161106" y="105026"/>
                    </a:cubicBezTo>
                    <a:cubicBezTo>
                      <a:pt x="157923" y="105026"/>
                      <a:pt x="157216" y="106479"/>
                      <a:pt x="156509" y="109021"/>
                    </a:cubicBezTo>
                    <a:cubicBezTo>
                      <a:pt x="144840" y="147875"/>
                      <a:pt x="120795" y="156590"/>
                      <a:pt x="109479" y="156590"/>
                    </a:cubicBezTo>
                    <a:cubicBezTo>
                      <a:pt x="95689" y="156590"/>
                      <a:pt x="90031" y="144970"/>
                      <a:pt x="90031" y="132624"/>
                    </a:cubicBezTo>
                    <a:cubicBezTo>
                      <a:pt x="90031" y="124635"/>
                      <a:pt x="92153" y="116646"/>
                      <a:pt x="96042" y="100669"/>
                    </a:cubicBezTo>
                    <a:lnTo>
                      <a:pt x="108065" y="50920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C89B1D8B-8CDF-4297-333A-486F7EE6687E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8700774" y="7923242"/>
                <a:ext cx="333450" cy="363128"/>
              </a:xfrm>
              <a:custGeom>
                <a:avLst/>
                <a:gdLst>
                  <a:gd name="connsiteX0" fmla="*/ 129239 w 333450"/>
                  <a:gd name="connsiteY0" fmla="*/ 194006 h 363128"/>
                  <a:gd name="connsiteX1" fmla="*/ 3709 w 333450"/>
                  <a:gd name="connsiteY1" fmla="*/ 353419 h 363128"/>
                  <a:gd name="connsiteX2" fmla="*/ 527 w 333450"/>
                  <a:gd name="connsiteY2" fmla="*/ 359229 h 363128"/>
                  <a:gd name="connsiteX3" fmla="*/ 10074 w 333450"/>
                  <a:gd name="connsiteY3" fmla="*/ 363223 h 363128"/>
                  <a:gd name="connsiteX4" fmla="*/ 303213 w 333450"/>
                  <a:gd name="connsiteY4" fmla="*/ 363223 h 363128"/>
                  <a:gd name="connsiteX5" fmla="*/ 333623 w 333450"/>
                  <a:gd name="connsiteY5" fmla="*/ 272804 h 363128"/>
                  <a:gd name="connsiteX6" fmla="*/ 324783 w 333450"/>
                  <a:gd name="connsiteY6" fmla="*/ 272804 h 363128"/>
                  <a:gd name="connsiteX7" fmla="*/ 262195 w 333450"/>
                  <a:gd name="connsiteY7" fmla="*/ 332721 h 363128"/>
                  <a:gd name="connsiteX8" fmla="*/ 180158 w 333450"/>
                  <a:gd name="connsiteY8" fmla="*/ 343251 h 363128"/>
                  <a:gd name="connsiteX9" fmla="*/ 29876 w 333450"/>
                  <a:gd name="connsiteY9" fmla="*/ 343251 h 363128"/>
                  <a:gd name="connsiteX10" fmla="*/ 152577 w 333450"/>
                  <a:gd name="connsiteY10" fmla="*/ 187469 h 363128"/>
                  <a:gd name="connsiteX11" fmla="*/ 155760 w 333450"/>
                  <a:gd name="connsiteY11" fmla="*/ 181659 h 363128"/>
                  <a:gd name="connsiteX12" fmla="*/ 153284 w 333450"/>
                  <a:gd name="connsiteY12" fmla="*/ 176575 h 363128"/>
                  <a:gd name="connsiteX13" fmla="*/ 38362 w 333450"/>
                  <a:gd name="connsiteY13" fmla="*/ 14620 h 363128"/>
                  <a:gd name="connsiteX14" fmla="*/ 178390 w 333450"/>
                  <a:gd name="connsiteY14" fmla="*/ 14620 h 363128"/>
                  <a:gd name="connsiteX15" fmla="*/ 324783 w 333450"/>
                  <a:gd name="connsiteY15" fmla="*/ 85067 h 363128"/>
                  <a:gd name="connsiteX16" fmla="*/ 333623 w 333450"/>
                  <a:gd name="connsiteY16" fmla="*/ 85067 h 363128"/>
                  <a:gd name="connsiteX17" fmla="*/ 303213 w 333450"/>
                  <a:gd name="connsiteY17" fmla="*/ 95 h 363128"/>
                  <a:gd name="connsiteX18" fmla="*/ 10074 w 333450"/>
                  <a:gd name="connsiteY18" fmla="*/ 95 h 363128"/>
                  <a:gd name="connsiteX19" fmla="*/ 173 w 333450"/>
                  <a:gd name="connsiteY19" fmla="*/ 11715 h 363128"/>
                  <a:gd name="connsiteX20" fmla="*/ 129239 w 333450"/>
                  <a:gd name="connsiteY20" fmla="*/ 194006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239" y="194006"/>
                    </a:moveTo>
                    <a:lnTo>
                      <a:pt x="3709" y="353419"/>
                    </a:lnTo>
                    <a:cubicBezTo>
                      <a:pt x="880" y="357050"/>
                      <a:pt x="527" y="357776"/>
                      <a:pt x="527" y="359229"/>
                    </a:cubicBezTo>
                    <a:cubicBezTo>
                      <a:pt x="527" y="363223"/>
                      <a:pt x="3709" y="363223"/>
                      <a:pt x="10074" y="363223"/>
                    </a:cubicBezTo>
                    <a:lnTo>
                      <a:pt x="303213" y="363223"/>
                    </a:lnTo>
                    <a:lnTo>
                      <a:pt x="333623" y="272804"/>
                    </a:lnTo>
                    <a:lnTo>
                      <a:pt x="324783" y="272804"/>
                    </a:lnTo>
                    <a:cubicBezTo>
                      <a:pt x="315943" y="300039"/>
                      <a:pt x="292251" y="322190"/>
                      <a:pt x="262195" y="332721"/>
                    </a:cubicBezTo>
                    <a:cubicBezTo>
                      <a:pt x="256537" y="334536"/>
                      <a:pt x="232138" y="343251"/>
                      <a:pt x="180158" y="343251"/>
                    </a:cubicBezTo>
                    <a:lnTo>
                      <a:pt x="29876" y="343251"/>
                    </a:lnTo>
                    <a:lnTo>
                      <a:pt x="152577" y="187469"/>
                    </a:lnTo>
                    <a:cubicBezTo>
                      <a:pt x="155052" y="184201"/>
                      <a:pt x="155760" y="183112"/>
                      <a:pt x="155760" y="181659"/>
                    </a:cubicBezTo>
                    <a:cubicBezTo>
                      <a:pt x="155760" y="180207"/>
                      <a:pt x="155406" y="179844"/>
                      <a:pt x="153284" y="176575"/>
                    </a:cubicBezTo>
                    <a:lnTo>
                      <a:pt x="38362" y="14620"/>
                    </a:lnTo>
                    <a:lnTo>
                      <a:pt x="178390" y="14620"/>
                    </a:lnTo>
                    <a:cubicBezTo>
                      <a:pt x="218701" y="14620"/>
                      <a:pt x="300031" y="17162"/>
                      <a:pt x="324783" y="85067"/>
                    </a:cubicBezTo>
                    <a:lnTo>
                      <a:pt x="333623" y="85067"/>
                    </a:lnTo>
                    <a:lnTo>
                      <a:pt x="303213" y="95"/>
                    </a:lnTo>
                    <a:lnTo>
                      <a:pt x="10074" y="95"/>
                    </a:lnTo>
                    <a:cubicBezTo>
                      <a:pt x="527" y="95"/>
                      <a:pt x="173" y="458"/>
                      <a:pt x="173" y="11715"/>
                    </a:cubicBezTo>
                    <a:lnTo>
                      <a:pt x="129239" y="19400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0FC09240-59A9-DD3F-FF92-2C7C2A6B31AB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9123411" y="8035088"/>
                <a:ext cx="176095" cy="164497"/>
              </a:xfrm>
              <a:custGeom>
                <a:avLst/>
                <a:gdLst>
                  <a:gd name="connsiteX0" fmla="*/ 108035 w 176095"/>
                  <a:gd name="connsiteY0" fmla="*/ 50941 h 164497"/>
                  <a:gd name="connsiteX1" fmla="*/ 143042 w 176095"/>
                  <a:gd name="connsiteY1" fmla="*/ 8091 h 164497"/>
                  <a:gd name="connsiteX2" fmla="*/ 160722 w 176095"/>
                  <a:gd name="connsiteY2" fmla="*/ 12812 h 164497"/>
                  <a:gd name="connsiteX3" fmla="*/ 143749 w 176095"/>
                  <a:gd name="connsiteY3" fmla="*/ 32421 h 164497"/>
                  <a:gd name="connsiteX4" fmla="*/ 157186 w 176095"/>
                  <a:gd name="connsiteY4" fmla="*/ 45130 h 164497"/>
                  <a:gd name="connsiteX5" fmla="*/ 176281 w 176095"/>
                  <a:gd name="connsiteY5" fmla="*/ 24069 h 164497"/>
                  <a:gd name="connsiteX6" fmla="*/ 143395 w 176095"/>
                  <a:gd name="connsiteY6" fmla="*/ 103 h 164497"/>
                  <a:gd name="connsiteX7" fmla="*/ 106267 w 176095"/>
                  <a:gd name="connsiteY7" fmla="*/ 27700 h 164497"/>
                  <a:gd name="connsiteX8" fmla="*/ 68077 w 176095"/>
                  <a:gd name="connsiteY8" fmla="*/ 103 h 164497"/>
                  <a:gd name="connsiteX9" fmla="*/ 11147 w 176095"/>
                  <a:gd name="connsiteY9" fmla="*/ 56024 h 164497"/>
                  <a:gd name="connsiteX10" fmla="*/ 15390 w 176095"/>
                  <a:gd name="connsiteY10" fmla="*/ 59656 h 164497"/>
                  <a:gd name="connsiteX11" fmla="*/ 19987 w 176095"/>
                  <a:gd name="connsiteY11" fmla="*/ 55661 h 164497"/>
                  <a:gd name="connsiteX12" fmla="*/ 67370 w 176095"/>
                  <a:gd name="connsiteY12" fmla="*/ 8091 h 164497"/>
                  <a:gd name="connsiteX13" fmla="*/ 86465 w 176095"/>
                  <a:gd name="connsiteY13" fmla="*/ 32421 h 164497"/>
                  <a:gd name="connsiteX14" fmla="*/ 67370 w 176095"/>
                  <a:gd name="connsiteY14" fmla="*/ 118845 h 164497"/>
                  <a:gd name="connsiteX15" fmla="*/ 33778 w 176095"/>
                  <a:gd name="connsiteY15" fmla="*/ 156611 h 164497"/>
                  <a:gd name="connsiteX16" fmla="*/ 16097 w 176095"/>
                  <a:gd name="connsiteY16" fmla="*/ 151890 h 164497"/>
                  <a:gd name="connsiteX17" fmla="*/ 32717 w 176095"/>
                  <a:gd name="connsiteY17" fmla="*/ 132281 h 164497"/>
                  <a:gd name="connsiteX18" fmla="*/ 19634 w 176095"/>
                  <a:gd name="connsiteY18" fmla="*/ 119572 h 164497"/>
                  <a:gd name="connsiteX19" fmla="*/ 185 w 176095"/>
                  <a:gd name="connsiteY19" fmla="*/ 140633 h 164497"/>
                  <a:gd name="connsiteX20" fmla="*/ 33424 w 176095"/>
                  <a:gd name="connsiteY20" fmla="*/ 164600 h 164497"/>
                  <a:gd name="connsiteX21" fmla="*/ 70553 w 176095"/>
                  <a:gd name="connsiteY21" fmla="*/ 137002 h 164497"/>
                  <a:gd name="connsiteX22" fmla="*/ 108742 w 176095"/>
                  <a:gd name="connsiteY22" fmla="*/ 164600 h 164497"/>
                  <a:gd name="connsiteX23" fmla="*/ 165319 w 176095"/>
                  <a:gd name="connsiteY23" fmla="*/ 108678 h 164497"/>
                  <a:gd name="connsiteX24" fmla="*/ 161076 w 176095"/>
                  <a:gd name="connsiteY24" fmla="*/ 105047 h 164497"/>
                  <a:gd name="connsiteX25" fmla="*/ 156479 w 176095"/>
                  <a:gd name="connsiteY25" fmla="*/ 109041 h 164497"/>
                  <a:gd name="connsiteX26" fmla="*/ 109449 w 176095"/>
                  <a:gd name="connsiteY26" fmla="*/ 156611 h 164497"/>
                  <a:gd name="connsiteX27" fmla="*/ 90001 w 176095"/>
                  <a:gd name="connsiteY27" fmla="*/ 132644 h 164497"/>
                  <a:gd name="connsiteX28" fmla="*/ 96012 w 176095"/>
                  <a:gd name="connsiteY28" fmla="*/ 100689 h 164497"/>
                  <a:gd name="connsiteX29" fmla="*/ 108035 w 176095"/>
                  <a:gd name="connsiteY29" fmla="*/ 50941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095" h="164497">
                    <a:moveTo>
                      <a:pt x="108035" y="50941"/>
                    </a:moveTo>
                    <a:cubicBezTo>
                      <a:pt x="110157" y="41499"/>
                      <a:pt x="118289" y="8091"/>
                      <a:pt x="143042" y="8091"/>
                    </a:cubicBezTo>
                    <a:cubicBezTo>
                      <a:pt x="144810" y="8091"/>
                      <a:pt x="153296" y="8091"/>
                      <a:pt x="160722" y="12812"/>
                    </a:cubicBezTo>
                    <a:cubicBezTo>
                      <a:pt x="150821" y="14628"/>
                      <a:pt x="143749" y="23706"/>
                      <a:pt x="143749" y="32421"/>
                    </a:cubicBezTo>
                    <a:cubicBezTo>
                      <a:pt x="143749" y="38231"/>
                      <a:pt x="147639" y="45130"/>
                      <a:pt x="157186" y="45130"/>
                    </a:cubicBezTo>
                    <a:cubicBezTo>
                      <a:pt x="164965" y="45130"/>
                      <a:pt x="176281" y="38594"/>
                      <a:pt x="176281" y="24069"/>
                    </a:cubicBezTo>
                    <a:cubicBezTo>
                      <a:pt x="176281" y="5186"/>
                      <a:pt x="155418" y="103"/>
                      <a:pt x="143395" y="103"/>
                    </a:cubicBezTo>
                    <a:cubicBezTo>
                      <a:pt x="122886" y="103"/>
                      <a:pt x="110510" y="19348"/>
                      <a:pt x="106267" y="27700"/>
                    </a:cubicBezTo>
                    <a:cubicBezTo>
                      <a:pt x="97427" y="3734"/>
                      <a:pt x="78332" y="103"/>
                      <a:pt x="68077" y="103"/>
                    </a:cubicBezTo>
                    <a:cubicBezTo>
                      <a:pt x="31302" y="103"/>
                      <a:pt x="11147" y="46946"/>
                      <a:pt x="11147" y="56024"/>
                    </a:cubicBezTo>
                    <a:cubicBezTo>
                      <a:pt x="11147" y="59656"/>
                      <a:pt x="14683" y="59656"/>
                      <a:pt x="15390" y="59656"/>
                    </a:cubicBezTo>
                    <a:cubicBezTo>
                      <a:pt x="18219" y="59656"/>
                      <a:pt x="19280" y="58929"/>
                      <a:pt x="19987" y="55661"/>
                    </a:cubicBezTo>
                    <a:cubicBezTo>
                      <a:pt x="32010" y="17170"/>
                      <a:pt x="55348" y="8091"/>
                      <a:pt x="67370" y="8091"/>
                    </a:cubicBezTo>
                    <a:cubicBezTo>
                      <a:pt x="74089" y="8091"/>
                      <a:pt x="86465" y="11360"/>
                      <a:pt x="86465" y="32421"/>
                    </a:cubicBezTo>
                    <a:cubicBezTo>
                      <a:pt x="86465" y="43678"/>
                      <a:pt x="80454" y="68008"/>
                      <a:pt x="67370" y="118845"/>
                    </a:cubicBezTo>
                    <a:cubicBezTo>
                      <a:pt x="61713" y="141359"/>
                      <a:pt x="49336" y="156611"/>
                      <a:pt x="33778" y="156611"/>
                    </a:cubicBezTo>
                    <a:cubicBezTo>
                      <a:pt x="31656" y="156611"/>
                      <a:pt x="23523" y="156611"/>
                      <a:pt x="16097" y="151890"/>
                    </a:cubicBezTo>
                    <a:cubicBezTo>
                      <a:pt x="24938" y="150075"/>
                      <a:pt x="32717" y="142449"/>
                      <a:pt x="32717" y="132281"/>
                    </a:cubicBezTo>
                    <a:cubicBezTo>
                      <a:pt x="32717" y="122477"/>
                      <a:pt x="24938" y="119572"/>
                      <a:pt x="19634" y="119572"/>
                    </a:cubicBezTo>
                    <a:cubicBezTo>
                      <a:pt x="9025" y="119572"/>
                      <a:pt x="185" y="129013"/>
                      <a:pt x="185" y="140633"/>
                    </a:cubicBezTo>
                    <a:cubicBezTo>
                      <a:pt x="185" y="157337"/>
                      <a:pt x="17865" y="164600"/>
                      <a:pt x="33424" y="164600"/>
                    </a:cubicBezTo>
                    <a:cubicBezTo>
                      <a:pt x="56762" y="164600"/>
                      <a:pt x="69492" y="139181"/>
                      <a:pt x="70553" y="137002"/>
                    </a:cubicBezTo>
                    <a:cubicBezTo>
                      <a:pt x="74796" y="150438"/>
                      <a:pt x="87526" y="164600"/>
                      <a:pt x="108742" y="164600"/>
                    </a:cubicBezTo>
                    <a:cubicBezTo>
                      <a:pt x="145164" y="164600"/>
                      <a:pt x="165319" y="117756"/>
                      <a:pt x="165319" y="108678"/>
                    </a:cubicBezTo>
                    <a:cubicBezTo>
                      <a:pt x="165319" y="105047"/>
                      <a:pt x="162137" y="105047"/>
                      <a:pt x="161076" y="105047"/>
                    </a:cubicBezTo>
                    <a:cubicBezTo>
                      <a:pt x="157893" y="105047"/>
                      <a:pt x="157186" y="106499"/>
                      <a:pt x="156479" y="109041"/>
                    </a:cubicBezTo>
                    <a:cubicBezTo>
                      <a:pt x="144810" y="147896"/>
                      <a:pt x="120765" y="156611"/>
                      <a:pt x="109449" y="156611"/>
                    </a:cubicBezTo>
                    <a:cubicBezTo>
                      <a:pt x="95659" y="156611"/>
                      <a:pt x="90001" y="144991"/>
                      <a:pt x="90001" y="132644"/>
                    </a:cubicBezTo>
                    <a:cubicBezTo>
                      <a:pt x="90001" y="124656"/>
                      <a:pt x="92123" y="116667"/>
                      <a:pt x="96012" y="100689"/>
                    </a:cubicBezTo>
                    <a:lnTo>
                      <a:pt x="108035" y="5094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4B82A7F-A606-C472-EE35-CE416FD573A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9688659" y="7923242"/>
                <a:ext cx="333450" cy="363128"/>
              </a:xfrm>
              <a:custGeom>
                <a:avLst/>
                <a:gdLst>
                  <a:gd name="connsiteX0" fmla="*/ 129267 w 333450"/>
                  <a:gd name="connsiteY0" fmla="*/ 194006 h 363128"/>
                  <a:gd name="connsiteX1" fmla="*/ 3737 w 333450"/>
                  <a:gd name="connsiteY1" fmla="*/ 353419 h 363128"/>
                  <a:gd name="connsiteX2" fmla="*/ 554 w 333450"/>
                  <a:gd name="connsiteY2" fmla="*/ 359229 h 363128"/>
                  <a:gd name="connsiteX3" fmla="*/ 10102 w 333450"/>
                  <a:gd name="connsiteY3" fmla="*/ 363223 h 363128"/>
                  <a:gd name="connsiteX4" fmla="*/ 303241 w 333450"/>
                  <a:gd name="connsiteY4" fmla="*/ 363223 h 363128"/>
                  <a:gd name="connsiteX5" fmla="*/ 333651 w 333450"/>
                  <a:gd name="connsiteY5" fmla="*/ 272804 h 363128"/>
                  <a:gd name="connsiteX6" fmla="*/ 324811 w 333450"/>
                  <a:gd name="connsiteY6" fmla="*/ 272804 h 363128"/>
                  <a:gd name="connsiteX7" fmla="*/ 262223 w 333450"/>
                  <a:gd name="connsiteY7" fmla="*/ 332721 h 363128"/>
                  <a:gd name="connsiteX8" fmla="*/ 180186 w 333450"/>
                  <a:gd name="connsiteY8" fmla="*/ 343251 h 363128"/>
                  <a:gd name="connsiteX9" fmla="*/ 29904 w 333450"/>
                  <a:gd name="connsiteY9" fmla="*/ 343251 h 363128"/>
                  <a:gd name="connsiteX10" fmla="*/ 152605 w 333450"/>
                  <a:gd name="connsiteY10" fmla="*/ 187469 h 363128"/>
                  <a:gd name="connsiteX11" fmla="*/ 155787 w 333450"/>
                  <a:gd name="connsiteY11" fmla="*/ 181659 h 363128"/>
                  <a:gd name="connsiteX12" fmla="*/ 153312 w 333450"/>
                  <a:gd name="connsiteY12" fmla="*/ 176575 h 363128"/>
                  <a:gd name="connsiteX13" fmla="*/ 38390 w 333450"/>
                  <a:gd name="connsiteY13" fmla="*/ 14620 h 363128"/>
                  <a:gd name="connsiteX14" fmla="*/ 178418 w 333450"/>
                  <a:gd name="connsiteY14" fmla="*/ 14620 h 363128"/>
                  <a:gd name="connsiteX15" fmla="*/ 324811 w 333450"/>
                  <a:gd name="connsiteY15" fmla="*/ 85067 h 363128"/>
                  <a:gd name="connsiteX16" fmla="*/ 333651 w 333450"/>
                  <a:gd name="connsiteY16" fmla="*/ 85067 h 363128"/>
                  <a:gd name="connsiteX17" fmla="*/ 303241 w 333450"/>
                  <a:gd name="connsiteY17" fmla="*/ 95 h 363128"/>
                  <a:gd name="connsiteX18" fmla="*/ 10102 w 333450"/>
                  <a:gd name="connsiteY18" fmla="*/ 95 h 363128"/>
                  <a:gd name="connsiteX19" fmla="*/ 201 w 333450"/>
                  <a:gd name="connsiteY19" fmla="*/ 11715 h 363128"/>
                  <a:gd name="connsiteX20" fmla="*/ 129267 w 333450"/>
                  <a:gd name="connsiteY20" fmla="*/ 194006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267" y="194006"/>
                    </a:moveTo>
                    <a:lnTo>
                      <a:pt x="3737" y="353419"/>
                    </a:lnTo>
                    <a:cubicBezTo>
                      <a:pt x="908" y="357050"/>
                      <a:pt x="554" y="357776"/>
                      <a:pt x="554" y="359229"/>
                    </a:cubicBezTo>
                    <a:cubicBezTo>
                      <a:pt x="554" y="363223"/>
                      <a:pt x="3737" y="363223"/>
                      <a:pt x="10102" y="363223"/>
                    </a:cubicBezTo>
                    <a:lnTo>
                      <a:pt x="303241" y="363223"/>
                    </a:lnTo>
                    <a:lnTo>
                      <a:pt x="333651" y="272804"/>
                    </a:lnTo>
                    <a:lnTo>
                      <a:pt x="324811" y="272804"/>
                    </a:lnTo>
                    <a:cubicBezTo>
                      <a:pt x="315971" y="300039"/>
                      <a:pt x="292279" y="322190"/>
                      <a:pt x="262223" y="332721"/>
                    </a:cubicBezTo>
                    <a:cubicBezTo>
                      <a:pt x="256565" y="334536"/>
                      <a:pt x="232166" y="343251"/>
                      <a:pt x="180186" y="343251"/>
                    </a:cubicBezTo>
                    <a:lnTo>
                      <a:pt x="29904" y="343251"/>
                    </a:lnTo>
                    <a:lnTo>
                      <a:pt x="152605" y="187469"/>
                    </a:lnTo>
                    <a:cubicBezTo>
                      <a:pt x="155080" y="184201"/>
                      <a:pt x="155787" y="183112"/>
                      <a:pt x="155787" y="181659"/>
                    </a:cubicBezTo>
                    <a:cubicBezTo>
                      <a:pt x="155787" y="180207"/>
                      <a:pt x="155434" y="179844"/>
                      <a:pt x="153312" y="176575"/>
                    </a:cubicBezTo>
                    <a:lnTo>
                      <a:pt x="38390" y="14620"/>
                    </a:lnTo>
                    <a:lnTo>
                      <a:pt x="178418" y="14620"/>
                    </a:lnTo>
                    <a:cubicBezTo>
                      <a:pt x="218729" y="14620"/>
                      <a:pt x="300058" y="17162"/>
                      <a:pt x="324811" y="85067"/>
                    </a:cubicBezTo>
                    <a:lnTo>
                      <a:pt x="333651" y="85067"/>
                    </a:lnTo>
                    <a:lnTo>
                      <a:pt x="303241" y="95"/>
                    </a:lnTo>
                    <a:lnTo>
                      <a:pt x="10102" y="95"/>
                    </a:lnTo>
                    <a:cubicBezTo>
                      <a:pt x="554" y="95"/>
                      <a:pt x="201" y="458"/>
                      <a:pt x="201" y="11715"/>
                    </a:cubicBezTo>
                    <a:lnTo>
                      <a:pt x="129267" y="19400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775E7357-BD39-0506-80DD-DA52EE53DC8C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10111296" y="8035088"/>
                <a:ext cx="176095" cy="164497"/>
              </a:xfrm>
              <a:custGeom>
                <a:avLst/>
                <a:gdLst>
                  <a:gd name="connsiteX0" fmla="*/ 108063 w 176095"/>
                  <a:gd name="connsiteY0" fmla="*/ 50941 h 164497"/>
                  <a:gd name="connsiteX1" fmla="*/ 143070 w 176095"/>
                  <a:gd name="connsiteY1" fmla="*/ 8091 h 164497"/>
                  <a:gd name="connsiteX2" fmla="*/ 160750 w 176095"/>
                  <a:gd name="connsiteY2" fmla="*/ 12812 h 164497"/>
                  <a:gd name="connsiteX3" fmla="*/ 143777 w 176095"/>
                  <a:gd name="connsiteY3" fmla="*/ 32421 h 164497"/>
                  <a:gd name="connsiteX4" fmla="*/ 157214 w 176095"/>
                  <a:gd name="connsiteY4" fmla="*/ 45130 h 164497"/>
                  <a:gd name="connsiteX5" fmla="*/ 176309 w 176095"/>
                  <a:gd name="connsiteY5" fmla="*/ 24069 h 164497"/>
                  <a:gd name="connsiteX6" fmla="*/ 143423 w 176095"/>
                  <a:gd name="connsiteY6" fmla="*/ 103 h 164497"/>
                  <a:gd name="connsiteX7" fmla="*/ 106295 w 176095"/>
                  <a:gd name="connsiteY7" fmla="*/ 27700 h 164497"/>
                  <a:gd name="connsiteX8" fmla="*/ 68105 w 176095"/>
                  <a:gd name="connsiteY8" fmla="*/ 103 h 164497"/>
                  <a:gd name="connsiteX9" fmla="*/ 11175 w 176095"/>
                  <a:gd name="connsiteY9" fmla="*/ 56024 h 164497"/>
                  <a:gd name="connsiteX10" fmla="*/ 15418 w 176095"/>
                  <a:gd name="connsiteY10" fmla="*/ 59656 h 164497"/>
                  <a:gd name="connsiteX11" fmla="*/ 20015 w 176095"/>
                  <a:gd name="connsiteY11" fmla="*/ 55661 h 164497"/>
                  <a:gd name="connsiteX12" fmla="*/ 67398 w 176095"/>
                  <a:gd name="connsiteY12" fmla="*/ 8091 h 164497"/>
                  <a:gd name="connsiteX13" fmla="*/ 86493 w 176095"/>
                  <a:gd name="connsiteY13" fmla="*/ 32421 h 164497"/>
                  <a:gd name="connsiteX14" fmla="*/ 67398 w 176095"/>
                  <a:gd name="connsiteY14" fmla="*/ 118845 h 164497"/>
                  <a:gd name="connsiteX15" fmla="*/ 33806 w 176095"/>
                  <a:gd name="connsiteY15" fmla="*/ 156611 h 164497"/>
                  <a:gd name="connsiteX16" fmla="*/ 16125 w 176095"/>
                  <a:gd name="connsiteY16" fmla="*/ 151890 h 164497"/>
                  <a:gd name="connsiteX17" fmla="*/ 32745 w 176095"/>
                  <a:gd name="connsiteY17" fmla="*/ 132281 h 164497"/>
                  <a:gd name="connsiteX18" fmla="*/ 19661 w 176095"/>
                  <a:gd name="connsiteY18" fmla="*/ 119572 h 164497"/>
                  <a:gd name="connsiteX19" fmla="*/ 213 w 176095"/>
                  <a:gd name="connsiteY19" fmla="*/ 140633 h 164497"/>
                  <a:gd name="connsiteX20" fmla="*/ 33452 w 176095"/>
                  <a:gd name="connsiteY20" fmla="*/ 164600 h 164497"/>
                  <a:gd name="connsiteX21" fmla="*/ 70581 w 176095"/>
                  <a:gd name="connsiteY21" fmla="*/ 137002 h 164497"/>
                  <a:gd name="connsiteX22" fmla="*/ 108770 w 176095"/>
                  <a:gd name="connsiteY22" fmla="*/ 164600 h 164497"/>
                  <a:gd name="connsiteX23" fmla="*/ 165347 w 176095"/>
                  <a:gd name="connsiteY23" fmla="*/ 108678 h 164497"/>
                  <a:gd name="connsiteX24" fmla="*/ 161104 w 176095"/>
                  <a:gd name="connsiteY24" fmla="*/ 105047 h 164497"/>
                  <a:gd name="connsiteX25" fmla="*/ 156507 w 176095"/>
                  <a:gd name="connsiteY25" fmla="*/ 109041 h 164497"/>
                  <a:gd name="connsiteX26" fmla="*/ 109477 w 176095"/>
                  <a:gd name="connsiteY26" fmla="*/ 156611 h 164497"/>
                  <a:gd name="connsiteX27" fmla="*/ 90029 w 176095"/>
                  <a:gd name="connsiteY27" fmla="*/ 132644 h 164497"/>
                  <a:gd name="connsiteX28" fmla="*/ 96040 w 176095"/>
                  <a:gd name="connsiteY28" fmla="*/ 100689 h 164497"/>
                  <a:gd name="connsiteX29" fmla="*/ 108063 w 176095"/>
                  <a:gd name="connsiteY29" fmla="*/ 50941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095" h="164497">
                    <a:moveTo>
                      <a:pt x="108063" y="50941"/>
                    </a:moveTo>
                    <a:cubicBezTo>
                      <a:pt x="110184" y="41499"/>
                      <a:pt x="118317" y="8091"/>
                      <a:pt x="143070" y="8091"/>
                    </a:cubicBezTo>
                    <a:cubicBezTo>
                      <a:pt x="144838" y="8091"/>
                      <a:pt x="153324" y="8091"/>
                      <a:pt x="160750" y="12812"/>
                    </a:cubicBezTo>
                    <a:cubicBezTo>
                      <a:pt x="150849" y="14628"/>
                      <a:pt x="143777" y="23706"/>
                      <a:pt x="143777" y="32421"/>
                    </a:cubicBezTo>
                    <a:cubicBezTo>
                      <a:pt x="143777" y="38231"/>
                      <a:pt x="147667" y="45130"/>
                      <a:pt x="157214" y="45130"/>
                    </a:cubicBezTo>
                    <a:cubicBezTo>
                      <a:pt x="164993" y="45130"/>
                      <a:pt x="176309" y="38594"/>
                      <a:pt x="176309" y="24069"/>
                    </a:cubicBezTo>
                    <a:cubicBezTo>
                      <a:pt x="176309" y="5186"/>
                      <a:pt x="155446" y="103"/>
                      <a:pt x="143423" y="103"/>
                    </a:cubicBezTo>
                    <a:cubicBezTo>
                      <a:pt x="122914" y="103"/>
                      <a:pt x="110538" y="19348"/>
                      <a:pt x="106295" y="27700"/>
                    </a:cubicBezTo>
                    <a:cubicBezTo>
                      <a:pt x="97455" y="3734"/>
                      <a:pt x="78360" y="103"/>
                      <a:pt x="68105" y="103"/>
                    </a:cubicBezTo>
                    <a:cubicBezTo>
                      <a:pt x="31330" y="103"/>
                      <a:pt x="11175" y="46946"/>
                      <a:pt x="11175" y="56024"/>
                    </a:cubicBezTo>
                    <a:cubicBezTo>
                      <a:pt x="11175" y="59656"/>
                      <a:pt x="14711" y="59656"/>
                      <a:pt x="15418" y="59656"/>
                    </a:cubicBezTo>
                    <a:cubicBezTo>
                      <a:pt x="18247" y="59656"/>
                      <a:pt x="19308" y="58929"/>
                      <a:pt x="20015" y="55661"/>
                    </a:cubicBezTo>
                    <a:cubicBezTo>
                      <a:pt x="32038" y="17170"/>
                      <a:pt x="55375" y="8091"/>
                      <a:pt x="67398" y="8091"/>
                    </a:cubicBezTo>
                    <a:cubicBezTo>
                      <a:pt x="74117" y="8091"/>
                      <a:pt x="86493" y="11360"/>
                      <a:pt x="86493" y="32421"/>
                    </a:cubicBezTo>
                    <a:cubicBezTo>
                      <a:pt x="86493" y="43678"/>
                      <a:pt x="80482" y="68008"/>
                      <a:pt x="67398" y="118845"/>
                    </a:cubicBezTo>
                    <a:cubicBezTo>
                      <a:pt x="61740" y="141359"/>
                      <a:pt x="49364" y="156611"/>
                      <a:pt x="33806" y="156611"/>
                    </a:cubicBezTo>
                    <a:cubicBezTo>
                      <a:pt x="31684" y="156611"/>
                      <a:pt x="23551" y="156611"/>
                      <a:pt x="16125" y="151890"/>
                    </a:cubicBezTo>
                    <a:cubicBezTo>
                      <a:pt x="24965" y="150075"/>
                      <a:pt x="32745" y="142449"/>
                      <a:pt x="32745" y="132281"/>
                    </a:cubicBezTo>
                    <a:cubicBezTo>
                      <a:pt x="32745" y="122477"/>
                      <a:pt x="24965" y="119572"/>
                      <a:pt x="19661" y="119572"/>
                    </a:cubicBezTo>
                    <a:cubicBezTo>
                      <a:pt x="9053" y="119572"/>
                      <a:pt x="213" y="129013"/>
                      <a:pt x="213" y="140633"/>
                    </a:cubicBezTo>
                    <a:cubicBezTo>
                      <a:pt x="213" y="157337"/>
                      <a:pt x="17893" y="164600"/>
                      <a:pt x="33452" y="164600"/>
                    </a:cubicBezTo>
                    <a:cubicBezTo>
                      <a:pt x="56790" y="164600"/>
                      <a:pt x="69520" y="139181"/>
                      <a:pt x="70581" y="137002"/>
                    </a:cubicBezTo>
                    <a:cubicBezTo>
                      <a:pt x="74824" y="150438"/>
                      <a:pt x="87554" y="164600"/>
                      <a:pt x="108770" y="164600"/>
                    </a:cubicBezTo>
                    <a:cubicBezTo>
                      <a:pt x="145191" y="164600"/>
                      <a:pt x="165347" y="117756"/>
                      <a:pt x="165347" y="108678"/>
                    </a:cubicBezTo>
                    <a:cubicBezTo>
                      <a:pt x="165347" y="105047"/>
                      <a:pt x="162164" y="105047"/>
                      <a:pt x="161104" y="105047"/>
                    </a:cubicBezTo>
                    <a:cubicBezTo>
                      <a:pt x="157921" y="105047"/>
                      <a:pt x="157214" y="106499"/>
                      <a:pt x="156507" y="109041"/>
                    </a:cubicBezTo>
                    <a:cubicBezTo>
                      <a:pt x="144838" y="147896"/>
                      <a:pt x="120793" y="156611"/>
                      <a:pt x="109477" y="156611"/>
                    </a:cubicBezTo>
                    <a:cubicBezTo>
                      <a:pt x="95687" y="156611"/>
                      <a:pt x="90029" y="144991"/>
                      <a:pt x="90029" y="132644"/>
                    </a:cubicBezTo>
                    <a:cubicBezTo>
                      <a:pt x="90029" y="124656"/>
                      <a:pt x="92151" y="116667"/>
                      <a:pt x="96040" y="100689"/>
                    </a:cubicBezTo>
                    <a:lnTo>
                      <a:pt x="108063" y="5094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E74BBC97-A8A7-48B9-A867-2E769A60EF3A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10318731" y="7895032"/>
                <a:ext cx="109405" cy="168782"/>
              </a:xfrm>
              <a:custGeom>
                <a:avLst/>
                <a:gdLst>
                  <a:gd name="connsiteX0" fmla="*/ 109624 w 109405"/>
                  <a:gd name="connsiteY0" fmla="*/ 122618 h 168782"/>
                  <a:gd name="connsiteX1" fmla="*/ 101209 w 109405"/>
                  <a:gd name="connsiteY1" fmla="*/ 122618 h 168782"/>
                  <a:gd name="connsiteX2" fmla="*/ 94773 w 109405"/>
                  <a:gd name="connsiteY2" fmla="*/ 145750 h 168782"/>
                  <a:gd name="connsiteX3" fmla="*/ 70268 w 109405"/>
                  <a:gd name="connsiteY3" fmla="*/ 147275 h 168782"/>
                  <a:gd name="connsiteX4" fmla="*/ 24724 w 109405"/>
                  <a:gd name="connsiteY4" fmla="*/ 147275 h 168782"/>
                  <a:gd name="connsiteX5" fmla="*/ 74228 w 109405"/>
                  <a:gd name="connsiteY5" fmla="*/ 104571 h 168782"/>
                  <a:gd name="connsiteX6" fmla="*/ 109624 w 109405"/>
                  <a:gd name="connsiteY6" fmla="*/ 49666 h 168782"/>
                  <a:gd name="connsiteX7" fmla="*/ 51704 w 109405"/>
                  <a:gd name="connsiteY7" fmla="*/ 99 h 168782"/>
                  <a:gd name="connsiteX8" fmla="*/ 219 w 109405"/>
                  <a:gd name="connsiteY8" fmla="*/ 45599 h 168782"/>
                  <a:gd name="connsiteX9" fmla="*/ 13337 w 109405"/>
                  <a:gd name="connsiteY9" fmla="*/ 59834 h 168782"/>
                  <a:gd name="connsiteX10" fmla="*/ 26456 w 109405"/>
                  <a:gd name="connsiteY10" fmla="*/ 46361 h 168782"/>
                  <a:gd name="connsiteX11" fmla="*/ 11852 w 109405"/>
                  <a:gd name="connsiteY11" fmla="*/ 32889 h 168782"/>
                  <a:gd name="connsiteX12" fmla="*/ 47991 w 109405"/>
                  <a:gd name="connsiteY12" fmla="*/ 9250 h 168782"/>
                  <a:gd name="connsiteX13" fmla="*/ 85615 w 109405"/>
                  <a:gd name="connsiteY13" fmla="*/ 49666 h 168782"/>
                  <a:gd name="connsiteX14" fmla="*/ 62347 w 109405"/>
                  <a:gd name="connsiteY14" fmla="*/ 98470 h 168782"/>
                  <a:gd name="connsiteX15" fmla="*/ 2694 w 109405"/>
                  <a:gd name="connsiteY15" fmla="*/ 158968 h 168782"/>
                  <a:gd name="connsiteX16" fmla="*/ 219 w 109405"/>
                  <a:gd name="connsiteY16" fmla="*/ 168881 h 168782"/>
                  <a:gd name="connsiteX17" fmla="*/ 102199 w 109405"/>
                  <a:gd name="connsiteY17" fmla="*/ 168881 h 168782"/>
                  <a:gd name="connsiteX18" fmla="*/ 109624 w 109405"/>
                  <a:gd name="connsiteY18" fmla="*/ 122618 h 16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9405" h="168782">
                    <a:moveTo>
                      <a:pt x="109624" y="122618"/>
                    </a:moveTo>
                    <a:lnTo>
                      <a:pt x="101209" y="122618"/>
                    </a:lnTo>
                    <a:cubicBezTo>
                      <a:pt x="100466" y="128211"/>
                      <a:pt x="97991" y="143208"/>
                      <a:pt x="94773" y="145750"/>
                    </a:cubicBezTo>
                    <a:cubicBezTo>
                      <a:pt x="92793" y="147275"/>
                      <a:pt x="73733" y="147275"/>
                      <a:pt x="70268" y="147275"/>
                    </a:cubicBezTo>
                    <a:lnTo>
                      <a:pt x="24724" y="147275"/>
                    </a:lnTo>
                    <a:cubicBezTo>
                      <a:pt x="50714" y="123635"/>
                      <a:pt x="59377" y="116518"/>
                      <a:pt x="74228" y="104571"/>
                    </a:cubicBezTo>
                    <a:cubicBezTo>
                      <a:pt x="92545" y="89574"/>
                      <a:pt x="109624" y="73814"/>
                      <a:pt x="109624" y="49666"/>
                    </a:cubicBezTo>
                    <a:cubicBezTo>
                      <a:pt x="109624" y="18909"/>
                      <a:pt x="83387" y="99"/>
                      <a:pt x="51704" y="99"/>
                    </a:cubicBezTo>
                    <a:cubicBezTo>
                      <a:pt x="21011" y="99"/>
                      <a:pt x="219" y="22213"/>
                      <a:pt x="219" y="45599"/>
                    </a:cubicBezTo>
                    <a:cubicBezTo>
                      <a:pt x="219" y="58563"/>
                      <a:pt x="10862" y="59834"/>
                      <a:pt x="13337" y="59834"/>
                    </a:cubicBezTo>
                    <a:cubicBezTo>
                      <a:pt x="19278" y="59834"/>
                      <a:pt x="26456" y="55512"/>
                      <a:pt x="26456" y="46361"/>
                    </a:cubicBezTo>
                    <a:cubicBezTo>
                      <a:pt x="26456" y="41786"/>
                      <a:pt x="24724" y="32889"/>
                      <a:pt x="11852" y="32889"/>
                    </a:cubicBezTo>
                    <a:cubicBezTo>
                      <a:pt x="19526" y="14842"/>
                      <a:pt x="36357" y="9250"/>
                      <a:pt x="47991" y="9250"/>
                    </a:cubicBezTo>
                    <a:cubicBezTo>
                      <a:pt x="72743" y="9250"/>
                      <a:pt x="85615" y="29077"/>
                      <a:pt x="85615" y="49666"/>
                    </a:cubicBezTo>
                    <a:cubicBezTo>
                      <a:pt x="85615" y="71780"/>
                      <a:pt x="70268" y="89320"/>
                      <a:pt x="62347" y="98470"/>
                    </a:cubicBezTo>
                    <a:lnTo>
                      <a:pt x="2694" y="158968"/>
                    </a:lnTo>
                    <a:cubicBezTo>
                      <a:pt x="219" y="161255"/>
                      <a:pt x="219" y="161764"/>
                      <a:pt x="219" y="168881"/>
                    </a:cubicBezTo>
                    <a:lnTo>
                      <a:pt x="102199" y="168881"/>
                    </a:lnTo>
                    <a:lnTo>
                      <a:pt x="109624" y="122618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56934BE4-9937-9EF4-6FD3-B8549E2963F2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10465659" y="7190885"/>
                <a:ext cx="104667" cy="1089021"/>
              </a:xfrm>
              <a:custGeom>
                <a:avLst/>
                <a:gdLst>
                  <a:gd name="connsiteX0" fmla="*/ 82967 w 104667"/>
                  <a:gd name="connsiteY0" fmla="*/ 1066583 h 1089021"/>
                  <a:gd name="connsiteX1" fmla="*/ 223 w 104667"/>
                  <a:gd name="connsiteY1" fmla="*/ 1066583 h 1089021"/>
                  <a:gd name="connsiteX2" fmla="*/ 223 w 104667"/>
                  <a:gd name="connsiteY2" fmla="*/ 1089097 h 1089021"/>
                  <a:gd name="connsiteX3" fmla="*/ 104891 w 104667"/>
                  <a:gd name="connsiteY3" fmla="*/ 1089097 h 1089021"/>
                  <a:gd name="connsiteX4" fmla="*/ 104891 w 104667"/>
                  <a:gd name="connsiteY4" fmla="*/ 75 h 1089021"/>
                  <a:gd name="connsiteX5" fmla="*/ 223 w 104667"/>
                  <a:gd name="connsiteY5" fmla="*/ 75 h 1089021"/>
                  <a:gd name="connsiteX6" fmla="*/ 223 w 104667"/>
                  <a:gd name="connsiteY6" fmla="*/ 22589 h 1089021"/>
                  <a:gd name="connsiteX7" fmla="*/ 82967 w 104667"/>
                  <a:gd name="connsiteY7" fmla="*/ 22589 h 1089021"/>
                  <a:gd name="connsiteX8" fmla="*/ 82967 w 104667"/>
                  <a:gd name="connsiteY8" fmla="*/ 1066583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82967" y="1066583"/>
                    </a:moveTo>
                    <a:lnTo>
                      <a:pt x="223" y="1066583"/>
                    </a:lnTo>
                    <a:lnTo>
                      <a:pt x="223" y="1089097"/>
                    </a:lnTo>
                    <a:lnTo>
                      <a:pt x="104891" y="1089097"/>
                    </a:lnTo>
                    <a:lnTo>
                      <a:pt x="104891" y="75"/>
                    </a:lnTo>
                    <a:lnTo>
                      <a:pt x="223" y="75"/>
                    </a:lnTo>
                    <a:lnTo>
                      <a:pt x="223" y="22589"/>
                    </a:lnTo>
                    <a:lnTo>
                      <a:pt x="82967" y="22589"/>
                    </a:lnTo>
                    <a:lnTo>
                      <a:pt x="82967" y="106658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7D57D954-84BD-EDF2-6D4B-0B6859C1323F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10824214" y="7190885"/>
                <a:ext cx="104667" cy="1089021"/>
              </a:xfrm>
              <a:custGeom>
                <a:avLst/>
                <a:gdLst>
                  <a:gd name="connsiteX0" fmla="*/ 231 w 104667"/>
                  <a:gd name="connsiteY0" fmla="*/ 1089097 h 1089021"/>
                  <a:gd name="connsiteX1" fmla="*/ 104898 w 104667"/>
                  <a:gd name="connsiteY1" fmla="*/ 1089097 h 1089021"/>
                  <a:gd name="connsiteX2" fmla="*/ 104898 w 104667"/>
                  <a:gd name="connsiteY2" fmla="*/ 1066583 h 1089021"/>
                  <a:gd name="connsiteX3" fmla="*/ 22154 w 104667"/>
                  <a:gd name="connsiteY3" fmla="*/ 1066583 h 1089021"/>
                  <a:gd name="connsiteX4" fmla="*/ 22154 w 104667"/>
                  <a:gd name="connsiteY4" fmla="*/ 22589 h 1089021"/>
                  <a:gd name="connsiteX5" fmla="*/ 104898 w 104667"/>
                  <a:gd name="connsiteY5" fmla="*/ 22589 h 1089021"/>
                  <a:gd name="connsiteX6" fmla="*/ 104898 w 104667"/>
                  <a:gd name="connsiteY6" fmla="*/ 75 h 1089021"/>
                  <a:gd name="connsiteX7" fmla="*/ 231 w 104667"/>
                  <a:gd name="connsiteY7" fmla="*/ 75 h 1089021"/>
                  <a:gd name="connsiteX8" fmla="*/ 231 w 104667"/>
                  <a:gd name="connsiteY8" fmla="*/ 1089097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231" y="1089097"/>
                    </a:moveTo>
                    <a:lnTo>
                      <a:pt x="104898" y="1089097"/>
                    </a:lnTo>
                    <a:lnTo>
                      <a:pt x="104898" y="1066583"/>
                    </a:lnTo>
                    <a:lnTo>
                      <a:pt x="22154" y="1066583"/>
                    </a:lnTo>
                    <a:lnTo>
                      <a:pt x="22154" y="22589"/>
                    </a:lnTo>
                    <a:lnTo>
                      <a:pt x="104898" y="22589"/>
                    </a:lnTo>
                    <a:lnTo>
                      <a:pt x="104898" y="75"/>
                    </a:lnTo>
                    <a:lnTo>
                      <a:pt x="231" y="75"/>
                    </a:lnTo>
                    <a:lnTo>
                      <a:pt x="231" y="1089097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780AE2DB-FDE4-55E1-2028-6392F99888AD}"/>
                  </a:ext>
                </a:extLst>
              </p:cNvPr>
              <p:cNvSpPr/>
              <p:nvPr>
                <p:custDataLst>
                  <p:tags r:id="rId75"/>
                </p:custDataLst>
              </p:nvPr>
            </p:nvSpPr>
            <p:spPr>
              <a:xfrm>
                <a:off x="10947388" y="7289371"/>
                <a:ext cx="161951" cy="164497"/>
              </a:xfrm>
              <a:custGeom>
                <a:avLst/>
                <a:gdLst>
                  <a:gd name="connsiteX0" fmla="*/ 117987 w 161951"/>
                  <a:gd name="connsiteY0" fmla="*/ 23322 h 164497"/>
                  <a:gd name="connsiteX1" fmla="*/ 85455 w 161951"/>
                  <a:gd name="connsiteY1" fmla="*/ 82 h 164497"/>
                  <a:gd name="connsiteX2" fmla="*/ 236 w 161951"/>
                  <a:gd name="connsiteY2" fmla="*/ 106479 h 164497"/>
                  <a:gd name="connsiteX3" fmla="*/ 47266 w 161951"/>
                  <a:gd name="connsiteY3" fmla="*/ 164579 h 164497"/>
                  <a:gd name="connsiteX4" fmla="*/ 93235 w 161951"/>
                  <a:gd name="connsiteY4" fmla="*/ 137345 h 164497"/>
                  <a:gd name="connsiteX5" fmla="*/ 125413 w 161951"/>
                  <a:gd name="connsiteY5" fmla="*/ 164579 h 164497"/>
                  <a:gd name="connsiteX6" fmla="*/ 151580 w 161951"/>
                  <a:gd name="connsiteY6" fmla="*/ 144607 h 164497"/>
                  <a:gd name="connsiteX7" fmla="*/ 162188 w 161951"/>
                  <a:gd name="connsiteY7" fmla="*/ 108657 h 164497"/>
                  <a:gd name="connsiteX8" fmla="*/ 157945 w 161951"/>
                  <a:gd name="connsiteY8" fmla="*/ 105026 h 164497"/>
                  <a:gd name="connsiteX9" fmla="*/ 152994 w 161951"/>
                  <a:gd name="connsiteY9" fmla="*/ 111562 h 164497"/>
                  <a:gd name="connsiteX10" fmla="*/ 126120 w 161951"/>
                  <a:gd name="connsiteY10" fmla="*/ 156590 h 164497"/>
                  <a:gd name="connsiteX11" fmla="*/ 115512 w 161951"/>
                  <a:gd name="connsiteY11" fmla="*/ 139887 h 164497"/>
                  <a:gd name="connsiteX12" fmla="*/ 120109 w 161951"/>
                  <a:gd name="connsiteY12" fmla="*/ 113015 h 164497"/>
                  <a:gd name="connsiteX13" fmla="*/ 127888 w 161951"/>
                  <a:gd name="connsiteY13" fmla="*/ 80333 h 164497"/>
                  <a:gd name="connsiteX14" fmla="*/ 140618 w 161951"/>
                  <a:gd name="connsiteY14" fmla="*/ 29495 h 164497"/>
                  <a:gd name="connsiteX15" fmla="*/ 143093 w 161951"/>
                  <a:gd name="connsiteY15" fmla="*/ 17149 h 164497"/>
                  <a:gd name="connsiteX16" fmla="*/ 132839 w 161951"/>
                  <a:gd name="connsiteY16" fmla="*/ 7345 h 164497"/>
                  <a:gd name="connsiteX17" fmla="*/ 117987 w 161951"/>
                  <a:gd name="connsiteY17" fmla="*/ 23322 h 164497"/>
                  <a:gd name="connsiteX18" fmla="*/ 95003 w 161951"/>
                  <a:gd name="connsiteY18" fmla="*/ 117373 h 164497"/>
                  <a:gd name="connsiteX19" fmla="*/ 87931 w 161951"/>
                  <a:gd name="connsiteY19" fmla="*/ 130808 h 164497"/>
                  <a:gd name="connsiteX20" fmla="*/ 47973 w 161951"/>
                  <a:gd name="connsiteY20" fmla="*/ 156590 h 164497"/>
                  <a:gd name="connsiteX21" fmla="*/ 25342 w 161951"/>
                  <a:gd name="connsiteY21" fmla="*/ 122456 h 164497"/>
                  <a:gd name="connsiteX22" fmla="*/ 44791 w 161951"/>
                  <a:gd name="connsiteY22" fmla="*/ 42931 h 164497"/>
                  <a:gd name="connsiteX23" fmla="*/ 85809 w 161951"/>
                  <a:gd name="connsiteY23" fmla="*/ 8071 h 164497"/>
                  <a:gd name="connsiteX24" fmla="*/ 113744 w 161951"/>
                  <a:gd name="connsiteY24" fmla="*/ 40026 h 164497"/>
                  <a:gd name="connsiteX25" fmla="*/ 112683 w 161951"/>
                  <a:gd name="connsiteY25" fmla="*/ 46199 h 164497"/>
                  <a:gd name="connsiteX26" fmla="*/ 95003 w 161951"/>
                  <a:gd name="connsiteY26" fmla="*/ 117373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1951" h="164497">
                    <a:moveTo>
                      <a:pt x="117987" y="23322"/>
                    </a:moveTo>
                    <a:cubicBezTo>
                      <a:pt x="111622" y="9887"/>
                      <a:pt x="101368" y="82"/>
                      <a:pt x="85455" y="82"/>
                    </a:cubicBezTo>
                    <a:cubicBezTo>
                      <a:pt x="44084" y="82"/>
                      <a:pt x="236" y="53462"/>
                      <a:pt x="236" y="106479"/>
                    </a:cubicBezTo>
                    <a:cubicBezTo>
                      <a:pt x="236" y="140613"/>
                      <a:pt x="19685" y="164579"/>
                      <a:pt x="47266" y="164579"/>
                    </a:cubicBezTo>
                    <a:cubicBezTo>
                      <a:pt x="54338" y="164579"/>
                      <a:pt x="72018" y="163127"/>
                      <a:pt x="93235" y="137345"/>
                    </a:cubicBezTo>
                    <a:cubicBezTo>
                      <a:pt x="96064" y="152596"/>
                      <a:pt x="108440" y="164579"/>
                      <a:pt x="125413" y="164579"/>
                    </a:cubicBezTo>
                    <a:cubicBezTo>
                      <a:pt x="137789" y="164579"/>
                      <a:pt x="145922" y="156227"/>
                      <a:pt x="151580" y="144607"/>
                    </a:cubicBezTo>
                    <a:cubicBezTo>
                      <a:pt x="157591" y="131535"/>
                      <a:pt x="162188" y="109384"/>
                      <a:pt x="162188" y="108657"/>
                    </a:cubicBezTo>
                    <a:cubicBezTo>
                      <a:pt x="162188" y="105026"/>
                      <a:pt x="159005" y="105026"/>
                      <a:pt x="157945" y="105026"/>
                    </a:cubicBezTo>
                    <a:cubicBezTo>
                      <a:pt x="154409" y="105026"/>
                      <a:pt x="154055" y="106479"/>
                      <a:pt x="152994" y="111562"/>
                    </a:cubicBezTo>
                    <a:cubicBezTo>
                      <a:pt x="146983" y="135166"/>
                      <a:pt x="140618" y="156590"/>
                      <a:pt x="126120" y="156590"/>
                    </a:cubicBezTo>
                    <a:cubicBezTo>
                      <a:pt x="116573" y="156590"/>
                      <a:pt x="115512" y="147149"/>
                      <a:pt x="115512" y="139887"/>
                    </a:cubicBezTo>
                    <a:cubicBezTo>
                      <a:pt x="115512" y="131898"/>
                      <a:pt x="116219" y="128993"/>
                      <a:pt x="120109" y="113015"/>
                    </a:cubicBezTo>
                    <a:cubicBezTo>
                      <a:pt x="123998" y="97764"/>
                      <a:pt x="124706" y="94132"/>
                      <a:pt x="127888" y="80333"/>
                    </a:cubicBezTo>
                    <a:lnTo>
                      <a:pt x="140618" y="29495"/>
                    </a:lnTo>
                    <a:cubicBezTo>
                      <a:pt x="143093" y="19328"/>
                      <a:pt x="143093" y="18602"/>
                      <a:pt x="143093" y="17149"/>
                    </a:cubicBezTo>
                    <a:cubicBezTo>
                      <a:pt x="143093" y="10976"/>
                      <a:pt x="138850" y="7345"/>
                      <a:pt x="132839" y="7345"/>
                    </a:cubicBezTo>
                    <a:cubicBezTo>
                      <a:pt x="124352" y="7345"/>
                      <a:pt x="119048" y="15333"/>
                      <a:pt x="117987" y="23322"/>
                    </a:cubicBezTo>
                    <a:close/>
                    <a:moveTo>
                      <a:pt x="95003" y="117373"/>
                    </a:moveTo>
                    <a:cubicBezTo>
                      <a:pt x="93235" y="123909"/>
                      <a:pt x="93235" y="124635"/>
                      <a:pt x="87931" y="130808"/>
                    </a:cubicBezTo>
                    <a:cubicBezTo>
                      <a:pt x="72372" y="150780"/>
                      <a:pt x="57874" y="156590"/>
                      <a:pt x="47973" y="156590"/>
                    </a:cubicBezTo>
                    <a:cubicBezTo>
                      <a:pt x="30293" y="156590"/>
                      <a:pt x="25342" y="136618"/>
                      <a:pt x="25342" y="122456"/>
                    </a:cubicBezTo>
                    <a:cubicBezTo>
                      <a:pt x="25342" y="104300"/>
                      <a:pt x="36658" y="59635"/>
                      <a:pt x="44791" y="42931"/>
                    </a:cubicBezTo>
                    <a:cubicBezTo>
                      <a:pt x="55753" y="21507"/>
                      <a:pt x="71665" y="8071"/>
                      <a:pt x="85809" y="8071"/>
                    </a:cubicBezTo>
                    <a:cubicBezTo>
                      <a:pt x="108793" y="8071"/>
                      <a:pt x="113744" y="37847"/>
                      <a:pt x="113744" y="40026"/>
                    </a:cubicBezTo>
                    <a:cubicBezTo>
                      <a:pt x="113744" y="42205"/>
                      <a:pt x="113037" y="44384"/>
                      <a:pt x="112683" y="46199"/>
                    </a:cubicBezTo>
                    <a:lnTo>
                      <a:pt x="95003" y="11737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77FD8BF1-68CB-1DA7-EEF4-1D1BBB2F9AB3}"/>
                  </a:ext>
                </a:extLst>
              </p:cNvPr>
              <p:cNvSpPr/>
              <p:nvPr>
                <p:custDataLst>
                  <p:tags r:id="rId76"/>
                </p:custDataLst>
              </p:nvPr>
            </p:nvSpPr>
            <p:spPr>
              <a:xfrm>
                <a:off x="11133027" y="7335561"/>
                <a:ext cx="114851" cy="173865"/>
              </a:xfrm>
              <a:custGeom>
                <a:avLst/>
                <a:gdLst>
                  <a:gd name="connsiteX0" fmla="*/ 115093 w 114851"/>
                  <a:gd name="connsiteY0" fmla="*/ 87779 h 173865"/>
                  <a:gd name="connsiteX1" fmla="*/ 100489 w 114851"/>
                  <a:gd name="connsiteY1" fmla="*/ 21944 h 173865"/>
                  <a:gd name="connsiteX2" fmla="*/ 57667 w 114851"/>
                  <a:gd name="connsiteY2" fmla="*/ 84 h 173865"/>
                  <a:gd name="connsiteX3" fmla="*/ 242 w 114851"/>
                  <a:gd name="connsiteY3" fmla="*/ 87779 h 173865"/>
                  <a:gd name="connsiteX4" fmla="*/ 57667 w 114851"/>
                  <a:gd name="connsiteY4" fmla="*/ 173949 h 173865"/>
                  <a:gd name="connsiteX5" fmla="*/ 115093 w 114851"/>
                  <a:gd name="connsiteY5" fmla="*/ 87779 h 173865"/>
                  <a:gd name="connsiteX6" fmla="*/ 57667 w 114851"/>
                  <a:gd name="connsiteY6" fmla="*/ 166832 h 173865"/>
                  <a:gd name="connsiteX7" fmla="*/ 26232 w 114851"/>
                  <a:gd name="connsiteY7" fmla="*/ 139125 h 173865"/>
                  <a:gd name="connsiteX8" fmla="*/ 22766 w 114851"/>
                  <a:gd name="connsiteY8" fmla="*/ 84475 h 173865"/>
                  <a:gd name="connsiteX9" fmla="*/ 26479 w 114851"/>
                  <a:gd name="connsiteY9" fmla="*/ 32620 h 173865"/>
                  <a:gd name="connsiteX10" fmla="*/ 57667 w 114851"/>
                  <a:gd name="connsiteY10" fmla="*/ 7201 h 173865"/>
                  <a:gd name="connsiteX11" fmla="*/ 88360 w 114851"/>
                  <a:gd name="connsiteY11" fmla="*/ 30332 h 173865"/>
                  <a:gd name="connsiteX12" fmla="*/ 92568 w 114851"/>
                  <a:gd name="connsiteY12" fmla="*/ 84475 h 173865"/>
                  <a:gd name="connsiteX13" fmla="*/ 89350 w 114851"/>
                  <a:gd name="connsiteY13" fmla="*/ 138109 h 173865"/>
                  <a:gd name="connsiteX14" fmla="*/ 57667 w 114851"/>
                  <a:gd name="connsiteY14" fmla="*/ 166832 h 173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4851" h="173865">
                    <a:moveTo>
                      <a:pt x="115093" y="87779"/>
                    </a:moveTo>
                    <a:cubicBezTo>
                      <a:pt x="115093" y="59818"/>
                      <a:pt x="111875" y="39737"/>
                      <a:pt x="100489" y="21944"/>
                    </a:cubicBezTo>
                    <a:cubicBezTo>
                      <a:pt x="92816" y="10251"/>
                      <a:pt x="77469" y="84"/>
                      <a:pt x="57667" y="84"/>
                    </a:cubicBezTo>
                    <a:cubicBezTo>
                      <a:pt x="242" y="84"/>
                      <a:pt x="242" y="69477"/>
                      <a:pt x="242" y="87779"/>
                    </a:cubicBezTo>
                    <a:cubicBezTo>
                      <a:pt x="242" y="106081"/>
                      <a:pt x="242" y="173949"/>
                      <a:pt x="57667" y="173949"/>
                    </a:cubicBezTo>
                    <a:cubicBezTo>
                      <a:pt x="115093" y="173949"/>
                      <a:pt x="115093" y="106081"/>
                      <a:pt x="115093" y="87779"/>
                    </a:cubicBezTo>
                    <a:close/>
                    <a:moveTo>
                      <a:pt x="57667" y="166832"/>
                    </a:moveTo>
                    <a:cubicBezTo>
                      <a:pt x="46281" y="166832"/>
                      <a:pt x="31182" y="159969"/>
                      <a:pt x="26232" y="139125"/>
                    </a:cubicBezTo>
                    <a:cubicBezTo>
                      <a:pt x="22766" y="124128"/>
                      <a:pt x="22766" y="103285"/>
                      <a:pt x="22766" y="84475"/>
                    </a:cubicBezTo>
                    <a:cubicBezTo>
                      <a:pt x="22766" y="65919"/>
                      <a:pt x="22766" y="46600"/>
                      <a:pt x="26479" y="32620"/>
                    </a:cubicBezTo>
                    <a:cubicBezTo>
                      <a:pt x="31677" y="12539"/>
                      <a:pt x="47519" y="7201"/>
                      <a:pt x="57667" y="7201"/>
                    </a:cubicBezTo>
                    <a:cubicBezTo>
                      <a:pt x="71034" y="7201"/>
                      <a:pt x="83905" y="15589"/>
                      <a:pt x="88360" y="30332"/>
                    </a:cubicBezTo>
                    <a:cubicBezTo>
                      <a:pt x="92321" y="44058"/>
                      <a:pt x="92568" y="62360"/>
                      <a:pt x="92568" y="84475"/>
                    </a:cubicBezTo>
                    <a:cubicBezTo>
                      <a:pt x="92568" y="103285"/>
                      <a:pt x="92568" y="122095"/>
                      <a:pt x="89350" y="138109"/>
                    </a:cubicBezTo>
                    <a:cubicBezTo>
                      <a:pt x="84400" y="161240"/>
                      <a:pt x="67568" y="166832"/>
                      <a:pt x="57667" y="1668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F1803BD1-27C5-8808-EA0A-9053E04A489E}"/>
                  </a:ext>
                </a:extLst>
              </p:cNvPr>
              <p:cNvSpPr/>
              <p:nvPr>
                <p:custDataLst>
                  <p:tags r:id="rId77"/>
                </p:custDataLst>
              </p:nvPr>
            </p:nvSpPr>
            <p:spPr>
              <a:xfrm>
                <a:off x="10947388" y="8035088"/>
                <a:ext cx="161951" cy="164497"/>
              </a:xfrm>
              <a:custGeom>
                <a:avLst/>
                <a:gdLst>
                  <a:gd name="connsiteX0" fmla="*/ 117987 w 161951"/>
                  <a:gd name="connsiteY0" fmla="*/ 23343 h 164497"/>
                  <a:gd name="connsiteX1" fmla="*/ 85455 w 161951"/>
                  <a:gd name="connsiteY1" fmla="*/ 103 h 164497"/>
                  <a:gd name="connsiteX2" fmla="*/ 236 w 161951"/>
                  <a:gd name="connsiteY2" fmla="*/ 106499 h 164497"/>
                  <a:gd name="connsiteX3" fmla="*/ 47266 w 161951"/>
                  <a:gd name="connsiteY3" fmla="*/ 164600 h 164497"/>
                  <a:gd name="connsiteX4" fmla="*/ 93235 w 161951"/>
                  <a:gd name="connsiteY4" fmla="*/ 137365 h 164497"/>
                  <a:gd name="connsiteX5" fmla="*/ 125413 w 161951"/>
                  <a:gd name="connsiteY5" fmla="*/ 164600 h 164497"/>
                  <a:gd name="connsiteX6" fmla="*/ 151580 w 161951"/>
                  <a:gd name="connsiteY6" fmla="*/ 144628 h 164497"/>
                  <a:gd name="connsiteX7" fmla="*/ 162188 w 161951"/>
                  <a:gd name="connsiteY7" fmla="*/ 108678 h 164497"/>
                  <a:gd name="connsiteX8" fmla="*/ 157945 w 161951"/>
                  <a:gd name="connsiteY8" fmla="*/ 105047 h 164497"/>
                  <a:gd name="connsiteX9" fmla="*/ 152994 w 161951"/>
                  <a:gd name="connsiteY9" fmla="*/ 111583 h 164497"/>
                  <a:gd name="connsiteX10" fmla="*/ 126120 w 161951"/>
                  <a:gd name="connsiteY10" fmla="*/ 156611 h 164497"/>
                  <a:gd name="connsiteX11" fmla="*/ 115512 w 161951"/>
                  <a:gd name="connsiteY11" fmla="*/ 139907 h 164497"/>
                  <a:gd name="connsiteX12" fmla="*/ 120109 w 161951"/>
                  <a:gd name="connsiteY12" fmla="*/ 113035 h 164497"/>
                  <a:gd name="connsiteX13" fmla="*/ 127888 w 161951"/>
                  <a:gd name="connsiteY13" fmla="*/ 80354 h 164497"/>
                  <a:gd name="connsiteX14" fmla="*/ 140618 w 161951"/>
                  <a:gd name="connsiteY14" fmla="*/ 29516 h 164497"/>
                  <a:gd name="connsiteX15" fmla="*/ 143093 w 161951"/>
                  <a:gd name="connsiteY15" fmla="*/ 17170 h 164497"/>
                  <a:gd name="connsiteX16" fmla="*/ 132839 w 161951"/>
                  <a:gd name="connsiteY16" fmla="*/ 7365 h 164497"/>
                  <a:gd name="connsiteX17" fmla="*/ 117987 w 161951"/>
                  <a:gd name="connsiteY17" fmla="*/ 23343 h 164497"/>
                  <a:gd name="connsiteX18" fmla="*/ 95003 w 161951"/>
                  <a:gd name="connsiteY18" fmla="*/ 117393 h 164497"/>
                  <a:gd name="connsiteX19" fmla="*/ 87931 w 161951"/>
                  <a:gd name="connsiteY19" fmla="*/ 130829 h 164497"/>
                  <a:gd name="connsiteX20" fmla="*/ 47973 w 161951"/>
                  <a:gd name="connsiteY20" fmla="*/ 156611 h 164497"/>
                  <a:gd name="connsiteX21" fmla="*/ 25342 w 161951"/>
                  <a:gd name="connsiteY21" fmla="*/ 122477 h 164497"/>
                  <a:gd name="connsiteX22" fmla="*/ 44791 w 161951"/>
                  <a:gd name="connsiteY22" fmla="*/ 42952 h 164497"/>
                  <a:gd name="connsiteX23" fmla="*/ 85809 w 161951"/>
                  <a:gd name="connsiteY23" fmla="*/ 8091 h 164497"/>
                  <a:gd name="connsiteX24" fmla="*/ 113744 w 161951"/>
                  <a:gd name="connsiteY24" fmla="*/ 40047 h 164497"/>
                  <a:gd name="connsiteX25" fmla="*/ 112683 w 161951"/>
                  <a:gd name="connsiteY25" fmla="*/ 46220 h 164497"/>
                  <a:gd name="connsiteX26" fmla="*/ 95003 w 161951"/>
                  <a:gd name="connsiteY26" fmla="*/ 117393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1951" h="164497">
                    <a:moveTo>
                      <a:pt x="117987" y="23343"/>
                    </a:moveTo>
                    <a:cubicBezTo>
                      <a:pt x="111622" y="9907"/>
                      <a:pt x="101368" y="103"/>
                      <a:pt x="85455" y="103"/>
                    </a:cubicBezTo>
                    <a:cubicBezTo>
                      <a:pt x="44084" y="103"/>
                      <a:pt x="236" y="53482"/>
                      <a:pt x="236" y="106499"/>
                    </a:cubicBezTo>
                    <a:cubicBezTo>
                      <a:pt x="236" y="140633"/>
                      <a:pt x="19685" y="164600"/>
                      <a:pt x="47266" y="164600"/>
                    </a:cubicBezTo>
                    <a:cubicBezTo>
                      <a:pt x="54338" y="164600"/>
                      <a:pt x="72018" y="163147"/>
                      <a:pt x="93235" y="137365"/>
                    </a:cubicBezTo>
                    <a:cubicBezTo>
                      <a:pt x="96064" y="152616"/>
                      <a:pt x="108440" y="164600"/>
                      <a:pt x="125413" y="164600"/>
                    </a:cubicBezTo>
                    <a:cubicBezTo>
                      <a:pt x="137789" y="164600"/>
                      <a:pt x="145922" y="156248"/>
                      <a:pt x="151580" y="144628"/>
                    </a:cubicBezTo>
                    <a:cubicBezTo>
                      <a:pt x="157591" y="131555"/>
                      <a:pt x="162188" y="109404"/>
                      <a:pt x="162188" y="108678"/>
                    </a:cubicBezTo>
                    <a:cubicBezTo>
                      <a:pt x="162188" y="105047"/>
                      <a:pt x="159005" y="105047"/>
                      <a:pt x="157945" y="105047"/>
                    </a:cubicBezTo>
                    <a:cubicBezTo>
                      <a:pt x="154409" y="105047"/>
                      <a:pt x="154055" y="106499"/>
                      <a:pt x="152994" y="111583"/>
                    </a:cubicBezTo>
                    <a:cubicBezTo>
                      <a:pt x="146983" y="135186"/>
                      <a:pt x="140618" y="156611"/>
                      <a:pt x="126120" y="156611"/>
                    </a:cubicBezTo>
                    <a:cubicBezTo>
                      <a:pt x="116573" y="156611"/>
                      <a:pt x="115512" y="147170"/>
                      <a:pt x="115512" y="139907"/>
                    </a:cubicBezTo>
                    <a:cubicBezTo>
                      <a:pt x="115512" y="131918"/>
                      <a:pt x="116219" y="129013"/>
                      <a:pt x="120109" y="113035"/>
                    </a:cubicBezTo>
                    <a:cubicBezTo>
                      <a:pt x="123998" y="97784"/>
                      <a:pt x="124706" y="94153"/>
                      <a:pt x="127888" y="80354"/>
                    </a:cubicBezTo>
                    <a:lnTo>
                      <a:pt x="140618" y="29516"/>
                    </a:lnTo>
                    <a:cubicBezTo>
                      <a:pt x="143093" y="19348"/>
                      <a:pt x="143093" y="18622"/>
                      <a:pt x="143093" y="17170"/>
                    </a:cubicBezTo>
                    <a:cubicBezTo>
                      <a:pt x="143093" y="10996"/>
                      <a:pt x="138850" y="7365"/>
                      <a:pt x="132839" y="7365"/>
                    </a:cubicBezTo>
                    <a:cubicBezTo>
                      <a:pt x="124352" y="7365"/>
                      <a:pt x="119048" y="15354"/>
                      <a:pt x="117987" y="23343"/>
                    </a:cubicBezTo>
                    <a:close/>
                    <a:moveTo>
                      <a:pt x="95003" y="117393"/>
                    </a:moveTo>
                    <a:cubicBezTo>
                      <a:pt x="93235" y="123929"/>
                      <a:pt x="93235" y="124656"/>
                      <a:pt x="87931" y="130829"/>
                    </a:cubicBezTo>
                    <a:cubicBezTo>
                      <a:pt x="72372" y="150801"/>
                      <a:pt x="57874" y="156611"/>
                      <a:pt x="47973" y="156611"/>
                    </a:cubicBezTo>
                    <a:cubicBezTo>
                      <a:pt x="30293" y="156611"/>
                      <a:pt x="25342" y="136639"/>
                      <a:pt x="25342" y="122477"/>
                    </a:cubicBezTo>
                    <a:cubicBezTo>
                      <a:pt x="25342" y="104320"/>
                      <a:pt x="36658" y="59656"/>
                      <a:pt x="44791" y="42952"/>
                    </a:cubicBezTo>
                    <a:cubicBezTo>
                      <a:pt x="55753" y="21527"/>
                      <a:pt x="71665" y="8091"/>
                      <a:pt x="85809" y="8091"/>
                    </a:cubicBezTo>
                    <a:cubicBezTo>
                      <a:pt x="108793" y="8091"/>
                      <a:pt x="113744" y="37868"/>
                      <a:pt x="113744" y="40047"/>
                    </a:cubicBezTo>
                    <a:cubicBezTo>
                      <a:pt x="113744" y="42225"/>
                      <a:pt x="113037" y="44404"/>
                      <a:pt x="112683" y="46220"/>
                    </a:cubicBezTo>
                    <a:lnTo>
                      <a:pt x="95003" y="11739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5CADD914-120F-E517-54C3-B4D22F0D0563}"/>
                  </a:ext>
                </a:extLst>
              </p:cNvPr>
              <p:cNvSpPr/>
              <p:nvPr>
                <p:custDataLst>
                  <p:tags r:id="rId78"/>
                </p:custDataLst>
              </p:nvPr>
            </p:nvSpPr>
            <p:spPr>
              <a:xfrm>
                <a:off x="11147136" y="8081278"/>
                <a:ext cx="90098" cy="168782"/>
              </a:xfrm>
              <a:custGeom>
                <a:avLst/>
                <a:gdLst>
                  <a:gd name="connsiteX0" fmla="*/ 56182 w 90098"/>
                  <a:gd name="connsiteY0" fmla="*/ 7221 h 168782"/>
                  <a:gd name="connsiteX1" fmla="*/ 48756 w 90098"/>
                  <a:gd name="connsiteY1" fmla="*/ 104 h 168782"/>
                  <a:gd name="connsiteX2" fmla="*/ 242 w 90098"/>
                  <a:gd name="connsiteY2" fmla="*/ 16372 h 168782"/>
                  <a:gd name="connsiteX3" fmla="*/ 242 w 90098"/>
                  <a:gd name="connsiteY3" fmla="*/ 25523 h 168782"/>
                  <a:gd name="connsiteX4" fmla="*/ 36133 w 90098"/>
                  <a:gd name="connsiteY4" fmla="*/ 18406 h 168782"/>
                  <a:gd name="connsiteX5" fmla="*/ 36133 w 90098"/>
                  <a:gd name="connsiteY5" fmla="*/ 148042 h 168782"/>
                  <a:gd name="connsiteX6" fmla="*/ 11380 w 90098"/>
                  <a:gd name="connsiteY6" fmla="*/ 159735 h 168782"/>
                  <a:gd name="connsiteX7" fmla="*/ 1974 w 90098"/>
                  <a:gd name="connsiteY7" fmla="*/ 159735 h 168782"/>
                  <a:gd name="connsiteX8" fmla="*/ 1974 w 90098"/>
                  <a:gd name="connsiteY8" fmla="*/ 168886 h 168782"/>
                  <a:gd name="connsiteX9" fmla="*/ 46034 w 90098"/>
                  <a:gd name="connsiteY9" fmla="*/ 167869 h 168782"/>
                  <a:gd name="connsiteX10" fmla="*/ 90340 w 90098"/>
                  <a:gd name="connsiteY10" fmla="*/ 168886 h 168782"/>
                  <a:gd name="connsiteX11" fmla="*/ 90340 w 90098"/>
                  <a:gd name="connsiteY11" fmla="*/ 159735 h 168782"/>
                  <a:gd name="connsiteX12" fmla="*/ 80935 w 90098"/>
                  <a:gd name="connsiteY12" fmla="*/ 159735 h 168782"/>
                  <a:gd name="connsiteX13" fmla="*/ 56182 w 90098"/>
                  <a:gd name="connsiteY13" fmla="*/ 148042 h 168782"/>
                  <a:gd name="connsiteX14" fmla="*/ 56182 w 90098"/>
                  <a:gd name="connsiteY14" fmla="*/ 7221 h 16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098" h="168782">
                    <a:moveTo>
                      <a:pt x="56182" y="7221"/>
                    </a:moveTo>
                    <a:cubicBezTo>
                      <a:pt x="56182" y="358"/>
                      <a:pt x="55687" y="104"/>
                      <a:pt x="48756" y="104"/>
                    </a:cubicBezTo>
                    <a:cubicBezTo>
                      <a:pt x="32915" y="16118"/>
                      <a:pt x="10390" y="16372"/>
                      <a:pt x="242" y="16372"/>
                    </a:cubicBezTo>
                    <a:lnTo>
                      <a:pt x="242" y="25523"/>
                    </a:lnTo>
                    <a:cubicBezTo>
                      <a:pt x="6182" y="25523"/>
                      <a:pt x="22519" y="25523"/>
                      <a:pt x="36133" y="18406"/>
                    </a:cubicBezTo>
                    <a:lnTo>
                      <a:pt x="36133" y="148042"/>
                    </a:lnTo>
                    <a:cubicBezTo>
                      <a:pt x="36133" y="156431"/>
                      <a:pt x="36133" y="159735"/>
                      <a:pt x="11380" y="159735"/>
                    </a:cubicBezTo>
                    <a:lnTo>
                      <a:pt x="1974" y="159735"/>
                    </a:lnTo>
                    <a:lnTo>
                      <a:pt x="1974" y="168886"/>
                    </a:lnTo>
                    <a:cubicBezTo>
                      <a:pt x="6430" y="168632"/>
                      <a:pt x="36875" y="167869"/>
                      <a:pt x="46034" y="167869"/>
                    </a:cubicBezTo>
                    <a:cubicBezTo>
                      <a:pt x="53707" y="167869"/>
                      <a:pt x="84895" y="168632"/>
                      <a:pt x="90340" y="168886"/>
                    </a:cubicBezTo>
                    <a:lnTo>
                      <a:pt x="90340" y="159735"/>
                    </a:lnTo>
                    <a:lnTo>
                      <a:pt x="80935" y="159735"/>
                    </a:lnTo>
                    <a:cubicBezTo>
                      <a:pt x="56182" y="159735"/>
                      <a:pt x="56182" y="156431"/>
                      <a:pt x="56182" y="148042"/>
                    </a:cubicBezTo>
                    <a:lnTo>
                      <a:pt x="56182" y="722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8CA92C57-3F93-EFA8-33BA-EF388A0A37E0}"/>
                  </a:ext>
                </a:extLst>
              </p:cNvPr>
              <p:cNvSpPr/>
              <p:nvPr>
                <p:custDataLst>
                  <p:tags r:id="rId79"/>
                </p:custDataLst>
              </p:nvPr>
            </p:nvSpPr>
            <p:spPr>
              <a:xfrm>
                <a:off x="11282677" y="7190885"/>
                <a:ext cx="104667" cy="1089021"/>
              </a:xfrm>
              <a:custGeom>
                <a:avLst/>
                <a:gdLst>
                  <a:gd name="connsiteX0" fmla="*/ 82990 w 104667"/>
                  <a:gd name="connsiteY0" fmla="*/ 1066583 h 1089021"/>
                  <a:gd name="connsiteX1" fmla="*/ 246 w 104667"/>
                  <a:gd name="connsiteY1" fmla="*/ 1066583 h 1089021"/>
                  <a:gd name="connsiteX2" fmla="*/ 246 w 104667"/>
                  <a:gd name="connsiteY2" fmla="*/ 1089097 h 1089021"/>
                  <a:gd name="connsiteX3" fmla="*/ 104914 w 104667"/>
                  <a:gd name="connsiteY3" fmla="*/ 1089097 h 1089021"/>
                  <a:gd name="connsiteX4" fmla="*/ 104914 w 104667"/>
                  <a:gd name="connsiteY4" fmla="*/ 75 h 1089021"/>
                  <a:gd name="connsiteX5" fmla="*/ 246 w 104667"/>
                  <a:gd name="connsiteY5" fmla="*/ 75 h 1089021"/>
                  <a:gd name="connsiteX6" fmla="*/ 246 w 104667"/>
                  <a:gd name="connsiteY6" fmla="*/ 22589 h 1089021"/>
                  <a:gd name="connsiteX7" fmla="*/ 82990 w 104667"/>
                  <a:gd name="connsiteY7" fmla="*/ 22589 h 1089021"/>
                  <a:gd name="connsiteX8" fmla="*/ 82990 w 104667"/>
                  <a:gd name="connsiteY8" fmla="*/ 1066583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82990" y="1066583"/>
                    </a:moveTo>
                    <a:lnTo>
                      <a:pt x="246" y="1066583"/>
                    </a:lnTo>
                    <a:lnTo>
                      <a:pt x="246" y="1089097"/>
                    </a:lnTo>
                    <a:lnTo>
                      <a:pt x="104914" y="1089097"/>
                    </a:lnTo>
                    <a:lnTo>
                      <a:pt x="104914" y="75"/>
                    </a:lnTo>
                    <a:lnTo>
                      <a:pt x="246" y="75"/>
                    </a:lnTo>
                    <a:lnTo>
                      <a:pt x="246" y="22589"/>
                    </a:lnTo>
                    <a:lnTo>
                      <a:pt x="82990" y="22589"/>
                    </a:lnTo>
                    <a:lnTo>
                      <a:pt x="82990" y="106658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6EE6D04B-F846-D840-3DD4-A3D5598A9F15}"/>
                  </a:ext>
                </a:extLst>
              </p:cNvPr>
              <p:cNvSpPr/>
              <p:nvPr>
                <p:custDataLst>
                  <p:tags r:id="rId80"/>
                </p:custDataLst>
              </p:nvPr>
            </p:nvSpPr>
            <p:spPr>
              <a:xfrm>
                <a:off x="11603082" y="7693097"/>
                <a:ext cx="235147" cy="84972"/>
              </a:xfrm>
              <a:custGeom>
                <a:avLst/>
                <a:gdLst>
                  <a:gd name="connsiteX0" fmla="*/ 223380 w 235147"/>
                  <a:gd name="connsiteY0" fmla="*/ 14618 h 84972"/>
                  <a:gd name="connsiteX1" fmla="*/ 235403 w 235147"/>
                  <a:gd name="connsiteY1" fmla="*/ 7355 h 84972"/>
                  <a:gd name="connsiteX2" fmla="*/ 223734 w 235147"/>
                  <a:gd name="connsiteY2" fmla="*/ 92 h 84972"/>
                  <a:gd name="connsiteX3" fmla="*/ 11924 w 235147"/>
                  <a:gd name="connsiteY3" fmla="*/ 92 h 84972"/>
                  <a:gd name="connsiteX4" fmla="*/ 255 w 235147"/>
                  <a:gd name="connsiteY4" fmla="*/ 7355 h 84972"/>
                  <a:gd name="connsiteX5" fmla="*/ 12277 w 235147"/>
                  <a:gd name="connsiteY5" fmla="*/ 14618 h 84972"/>
                  <a:gd name="connsiteX6" fmla="*/ 223380 w 235147"/>
                  <a:gd name="connsiteY6" fmla="*/ 14618 h 84972"/>
                  <a:gd name="connsiteX7" fmla="*/ 223734 w 235147"/>
                  <a:gd name="connsiteY7" fmla="*/ 85064 h 84972"/>
                  <a:gd name="connsiteX8" fmla="*/ 235403 w 235147"/>
                  <a:gd name="connsiteY8" fmla="*/ 77802 h 84972"/>
                  <a:gd name="connsiteX9" fmla="*/ 223380 w 235147"/>
                  <a:gd name="connsiteY9" fmla="*/ 70539 h 84972"/>
                  <a:gd name="connsiteX10" fmla="*/ 12277 w 235147"/>
                  <a:gd name="connsiteY10" fmla="*/ 70539 h 84972"/>
                  <a:gd name="connsiteX11" fmla="*/ 255 w 235147"/>
                  <a:gd name="connsiteY11" fmla="*/ 77802 h 84972"/>
                  <a:gd name="connsiteX12" fmla="*/ 11924 w 235147"/>
                  <a:gd name="connsiteY12" fmla="*/ 85064 h 84972"/>
                  <a:gd name="connsiteX13" fmla="*/ 223734 w 235147"/>
                  <a:gd name="connsiteY13" fmla="*/ 85064 h 8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5147" h="84972">
                    <a:moveTo>
                      <a:pt x="223380" y="14618"/>
                    </a:moveTo>
                    <a:cubicBezTo>
                      <a:pt x="228684" y="14618"/>
                      <a:pt x="235403" y="14618"/>
                      <a:pt x="235403" y="7355"/>
                    </a:cubicBezTo>
                    <a:cubicBezTo>
                      <a:pt x="235403" y="92"/>
                      <a:pt x="228684" y="92"/>
                      <a:pt x="223734" y="92"/>
                    </a:cubicBezTo>
                    <a:lnTo>
                      <a:pt x="11924" y="92"/>
                    </a:lnTo>
                    <a:cubicBezTo>
                      <a:pt x="6973" y="92"/>
                      <a:pt x="255" y="92"/>
                      <a:pt x="255" y="7355"/>
                    </a:cubicBezTo>
                    <a:cubicBezTo>
                      <a:pt x="255" y="14618"/>
                      <a:pt x="6973" y="14618"/>
                      <a:pt x="12277" y="14618"/>
                    </a:cubicBezTo>
                    <a:lnTo>
                      <a:pt x="223380" y="14618"/>
                    </a:lnTo>
                    <a:close/>
                    <a:moveTo>
                      <a:pt x="223734" y="85064"/>
                    </a:moveTo>
                    <a:cubicBezTo>
                      <a:pt x="228684" y="85064"/>
                      <a:pt x="235403" y="85064"/>
                      <a:pt x="235403" y="77802"/>
                    </a:cubicBezTo>
                    <a:cubicBezTo>
                      <a:pt x="235403" y="70539"/>
                      <a:pt x="228684" y="70539"/>
                      <a:pt x="223380" y="70539"/>
                    </a:cubicBezTo>
                    <a:lnTo>
                      <a:pt x="12277" y="70539"/>
                    </a:lnTo>
                    <a:cubicBezTo>
                      <a:pt x="6973" y="70539"/>
                      <a:pt x="255" y="70539"/>
                      <a:pt x="255" y="77802"/>
                    </a:cubicBezTo>
                    <a:cubicBezTo>
                      <a:pt x="255" y="85064"/>
                      <a:pt x="6973" y="85064"/>
                      <a:pt x="11924" y="85064"/>
                    </a:cubicBezTo>
                    <a:lnTo>
                      <a:pt x="223734" y="85064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F8A9E680-7A84-9EA6-B0DA-6DBD62725654}"/>
                  </a:ext>
                </a:extLst>
              </p:cNvPr>
              <p:cNvSpPr/>
              <p:nvPr>
                <p:custDataLst>
                  <p:tags r:id="rId81"/>
                </p:custDataLst>
              </p:nvPr>
            </p:nvSpPr>
            <p:spPr>
              <a:xfrm>
                <a:off x="12053771" y="7190885"/>
                <a:ext cx="104667" cy="1089021"/>
              </a:xfrm>
              <a:custGeom>
                <a:avLst/>
                <a:gdLst>
                  <a:gd name="connsiteX0" fmla="*/ 265 w 104667"/>
                  <a:gd name="connsiteY0" fmla="*/ 1089097 h 1089021"/>
                  <a:gd name="connsiteX1" fmla="*/ 104933 w 104667"/>
                  <a:gd name="connsiteY1" fmla="*/ 1089097 h 1089021"/>
                  <a:gd name="connsiteX2" fmla="*/ 104933 w 104667"/>
                  <a:gd name="connsiteY2" fmla="*/ 1066583 h 1089021"/>
                  <a:gd name="connsiteX3" fmla="*/ 22189 w 104667"/>
                  <a:gd name="connsiteY3" fmla="*/ 1066583 h 1089021"/>
                  <a:gd name="connsiteX4" fmla="*/ 22189 w 104667"/>
                  <a:gd name="connsiteY4" fmla="*/ 22589 h 1089021"/>
                  <a:gd name="connsiteX5" fmla="*/ 104933 w 104667"/>
                  <a:gd name="connsiteY5" fmla="*/ 22589 h 1089021"/>
                  <a:gd name="connsiteX6" fmla="*/ 104933 w 104667"/>
                  <a:gd name="connsiteY6" fmla="*/ 75 h 1089021"/>
                  <a:gd name="connsiteX7" fmla="*/ 265 w 104667"/>
                  <a:gd name="connsiteY7" fmla="*/ 75 h 1089021"/>
                  <a:gd name="connsiteX8" fmla="*/ 265 w 104667"/>
                  <a:gd name="connsiteY8" fmla="*/ 1089097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265" y="1089097"/>
                    </a:moveTo>
                    <a:lnTo>
                      <a:pt x="104933" y="1089097"/>
                    </a:lnTo>
                    <a:lnTo>
                      <a:pt x="104933" y="1066583"/>
                    </a:lnTo>
                    <a:lnTo>
                      <a:pt x="22189" y="1066583"/>
                    </a:lnTo>
                    <a:lnTo>
                      <a:pt x="22189" y="22589"/>
                    </a:lnTo>
                    <a:lnTo>
                      <a:pt x="104933" y="22589"/>
                    </a:lnTo>
                    <a:lnTo>
                      <a:pt x="104933" y="75"/>
                    </a:lnTo>
                    <a:lnTo>
                      <a:pt x="265" y="75"/>
                    </a:lnTo>
                    <a:lnTo>
                      <a:pt x="265" y="1089097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8202ED10-0C09-EFB1-CC9F-A8355BF1C857}"/>
                  </a:ext>
                </a:extLst>
              </p:cNvPr>
              <p:cNvSpPr/>
              <p:nvPr>
                <p:custDataLst>
                  <p:tags r:id="rId82"/>
                </p:custDataLst>
              </p:nvPr>
            </p:nvSpPr>
            <p:spPr>
              <a:xfrm>
                <a:off x="12283649" y="7177526"/>
                <a:ext cx="333450" cy="363128"/>
              </a:xfrm>
              <a:custGeom>
                <a:avLst/>
                <a:gdLst>
                  <a:gd name="connsiteX0" fmla="*/ 129340 w 333450"/>
                  <a:gd name="connsiteY0" fmla="*/ 193985 h 363128"/>
                  <a:gd name="connsiteX1" fmla="*/ 3810 w 333450"/>
                  <a:gd name="connsiteY1" fmla="*/ 353398 h 363128"/>
                  <a:gd name="connsiteX2" fmla="*/ 628 w 333450"/>
                  <a:gd name="connsiteY2" fmla="*/ 359208 h 363128"/>
                  <a:gd name="connsiteX3" fmla="*/ 10175 w 333450"/>
                  <a:gd name="connsiteY3" fmla="*/ 363203 h 363128"/>
                  <a:gd name="connsiteX4" fmla="*/ 303314 w 333450"/>
                  <a:gd name="connsiteY4" fmla="*/ 363203 h 363128"/>
                  <a:gd name="connsiteX5" fmla="*/ 333724 w 333450"/>
                  <a:gd name="connsiteY5" fmla="*/ 272784 h 363128"/>
                  <a:gd name="connsiteX6" fmla="*/ 324884 w 333450"/>
                  <a:gd name="connsiteY6" fmla="*/ 272784 h 363128"/>
                  <a:gd name="connsiteX7" fmla="*/ 262296 w 333450"/>
                  <a:gd name="connsiteY7" fmla="*/ 332700 h 363128"/>
                  <a:gd name="connsiteX8" fmla="*/ 180259 w 333450"/>
                  <a:gd name="connsiteY8" fmla="*/ 343231 h 363128"/>
                  <a:gd name="connsiteX9" fmla="*/ 29977 w 333450"/>
                  <a:gd name="connsiteY9" fmla="*/ 343231 h 363128"/>
                  <a:gd name="connsiteX10" fmla="*/ 152678 w 333450"/>
                  <a:gd name="connsiteY10" fmla="*/ 187449 h 363128"/>
                  <a:gd name="connsiteX11" fmla="*/ 155860 w 333450"/>
                  <a:gd name="connsiteY11" fmla="*/ 181639 h 363128"/>
                  <a:gd name="connsiteX12" fmla="*/ 153385 w 333450"/>
                  <a:gd name="connsiteY12" fmla="*/ 176555 h 363128"/>
                  <a:gd name="connsiteX13" fmla="*/ 38463 w 333450"/>
                  <a:gd name="connsiteY13" fmla="*/ 14600 h 363128"/>
                  <a:gd name="connsiteX14" fmla="*/ 178491 w 333450"/>
                  <a:gd name="connsiteY14" fmla="*/ 14600 h 363128"/>
                  <a:gd name="connsiteX15" fmla="*/ 324884 w 333450"/>
                  <a:gd name="connsiteY15" fmla="*/ 85047 h 363128"/>
                  <a:gd name="connsiteX16" fmla="*/ 333724 w 333450"/>
                  <a:gd name="connsiteY16" fmla="*/ 85047 h 363128"/>
                  <a:gd name="connsiteX17" fmla="*/ 303314 w 333450"/>
                  <a:gd name="connsiteY17" fmla="*/ 75 h 363128"/>
                  <a:gd name="connsiteX18" fmla="*/ 10175 w 333450"/>
                  <a:gd name="connsiteY18" fmla="*/ 75 h 363128"/>
                  <a:gd name="connsiteX19" fmla="*/ 274 w 333450"/>
                  <a:gd name="connsiteY19" fmla="*/ 11695 h 363128"/>
                  <a:gd name="connsiteX20" fmla="*/ 129340 w 333450"/>
                  <a:gd name="connsiteY20" fmla="*/ 193985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340" y="193985"/>
                    </a:moveTo>
                    <a:lnTo>
                      <a:pt x="3810" y="353398"/>
                    </a:lnTo>
                    <a:cubicBezTo>
                      <a:pt x="981" y="357030"/>
                      <a:pt x="628" y="357756"/>
                      <a:pt x="628" y="359208"/>
                    </a:cubicBezTo>
                    <a:cubicBezTo>
                      <a:pt x="628" y="363203"/>
                      <a:pt x="3810" y="363203"/>
                      <a:pt x="10175" y="363203"/>
                    </a:cubicBezTo>
                    <a:lnTo>
                      <a:pt x="303314" y="363203"/>
                    </a:lnTo>
                    <a:lnTo>
                      <a:pt x="333724" y="272784"/>
                    </a:lnTo>
                    <a:lnTo>
                      <a:pt x="324884" y="272784"/>
                    </a:lnTo>
                    <a:cubicBezTo>
                      <a:pt x="316044" y="300019"/>
                      <a:pt x="292352" y="322169"/>
                      <a:pt x="262296" y="332700"/>
                    </a:cubicBezTo>
                    <a:cubicBezTo>
                      <a:pt x="256638" y="334516"/>
                      <a:pt x="232239" y="343231"/>
                      <a:pt x="180259" y="343231"/>
                    </a:cubicBezTo>
                    <a:lnTo>
                      <a:pt x="29977" y="343231"/>
                    </a:lnTo>
                    <a:lnTo>
                      <a:pt x="152678" y="187449"/>
                    </a:lnTo>
                    <a:cubicBezTo>
                      <a:pt x="155153" y="184181"/>
                      <a:pt x="155860" y="183091"/>
                      <a:pt x="155860" y="181639"/>
                    </a:cubicBezTo>
                    <a:cubicBezTo>
                      <a:pt x="155860" y="180186"/>
                      <a:pt x="155507" y="179823"/>
                      <a:pt x="153385" y="176555"/>
                    </a:cubicBezTo>
                    <a:lnTo>
                      <a:pt x="38463" y="14600"/>
                    </a:lnTo>
                    <a:lnTo>
                      <a:pt x="178491" y="14600"/>
                    </a:lnTo>
                    <a:cubicBezTo>
                      <a:pt x="218802" y="14600"/>
                      <a:pt x="300132" y="17142"/>
                      <a:pt x="324884" y="85047"/>
                    </a:cubicBezTo>
                    <a:lnTo>
                      <a:pt x="333724" y="85047"/>
                    </a:lnTo>
                    <a:lnTo>
                      <a:pt x="303314" y="75"/>
                    </a:lnTo>
                    <a:lnTo>
                      <a:pt x="10175" y="75"/>
                    </a:lnTo>
                    <a:cubicBezTo>
                      <a:pt x="628" y="75"/>
                      <a:pt x="274" y="438"/>
                      <a:pt x="274" y="11695"/>
                    </a:cubicBezTo>
                    <a:lnTo>
                      <a:pt x="129340" y="193985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E22DDAF4-191E-B6E7-76D0-5A0FC18292EC}"/>
                  </a:ext>
                </a:extLst>
              </p:cNvPr>
              <p:cNvSpPr/>
              <p:nvPr>
                <p:custDataLst>
                  <p:tags r:id="rId83"/>
                </p:custDataLst>
              </p:nvPr>
            </p:nvSpPr>
            <p:spPr>
              <a:xfrm>
                <a:off x="12706287" y="7289371"/>
                <a:ext cx="163012" cy="234943"/>
              </a:xfrm>
              <a:custGeom>
                <a:avLst/>
                <a:gdLst>
                  <a:gd name="connsiteX0" fmla="*/ 161884 w 163012"/>
                  <a:gd name="connsiteY0" fmla="*/ 22233 h 234943"/>
                  <a:gd name="connsiteX1" fmla="*/ 163298 w 163012"/>
                  <a:gd name="connsiteY1" fmla="*/ 13881 h 234943"/>
                  <a:gd name="connsiteX2" fmla="*/ 153044 w 163012"/>
                  <a:gd name="connsiteY2" fmla="*/ 4077 h 234943"/>
                  <a:gd name="connsiteX3" fmla="*/ 140668 w 163012"/>
                  <a:gd name="connsiteY3" fmla="*/ 11702 h 234943"/>
                  <a:gd name="connsiteX4" fmla="*/ 135717 w 163012"/>
                  <a:gd name="connsiteY4" fmla="*/ 31311 h 234943"/>
                  <a:gd name="connsiteX5" fmla="*/ 128645 w 163012"/>
                  <a:gd name="connsiteY5" fmla="*/ 60361 h 234943"/>
                  <a:gd name="connsiteX6" fmla="*/ 112733 w 163012"/>
                  <a:gd name="connsiteY6" fmla="*/ 125725 h 234943"/>
                  <a:gd name="connsiteX7" fmla="*/ 72775 w 163012"/>
                  <a:gd name="connsiteY7" fmla="*/ 156590 h 234943"/>
                  <a:gd name="connsiteX8" fmla="*/ 50852 w 163012"/>
                  <a:gd name="connsiteY8" fmla="*/ 127177 h 234943"/>
                  <a:gd name="connsiteX9" fmla="*/ 68886 w 163012"/>
                  <a:gd name="connsiteY9" fmla="*/ 56004 h 234943"/>
                  <a:gd name="connsiteX10" fmla="*/ 75958 w 163012"/>
                  <a:gd name="connsiteY10" fmla="*/ 29859 h 234943"/>
                  <a:gd name="connsiteX11" fmla="*/ 46962 w 163012"/>
                  <a:gd name="connsiteY11" fmla="*/ 82 h 234943"/>
                  <a:gd name="connsiteX12" fmla="*/ 286 w 163012"/>
                  <a:gd name="connsiteY12" fmla="*/ 56004 h 234943"/>
                  <a:gd name="connsiteX13" fmla="*/ 4529 w 163012"/>
                  <a:gd name="connsiteY13" fmla="*/ 59635 h 234943"/>
                  <a:gd name="connsiteX14" fmla="*/ 10187 w 163012"/>
                  <a:gd name="connsiteY14" fmla="*/ 53099 h 234943"/>
                  <a:gd name="connsiteX15" fmla="*/ 45901 w 163012"/>
                  <a:gd name="connsiteY15" fmla="*/ 8071 h 234943"/>
                  <a:gd name="connsiteX16" fmla="*/ 54741 w 163012"/>
                  <a:gd name="connsiteY16" fmla="*/ 19691 h 234943"/>
                  <a:gd name="connsiteX17" fmla="*/ 48730 w 163012"/>
                  <a:gd name="connsiteY17" fmla="*/ 45110 h 234943"/>
                  <a:gd name="connsiteX18" fmla="*/ 28221 w 163012"/>
                  <a:gd name="connsiteY18" fmla="*/ 121367 h 234943"/>
                  <a:gd name="connsiteX19" fmla="*/ 71361 w 163012"/>
                  <a:gd name="connsiteY19" fmla="*/ 164579 h 234943"/>
                  <a:gd name="connsiteX20" fmla="*/ 107075 w 163012"/>
                  <a:gd name="connsiteY20" fmla="*/ 148238 h 234943"/>
                  <a:gd name="connsiteX21" fmla="*/ 84091 w 163012"/>
                  <a:gd name="connsiteY21" fmla="*/ 204160 h 234943"/>
                  <a:gd name="connsiteX22" fmla="*/ 45194 w 163012"/>
                  <a:gd name="connsiteY22" fmla="*/ 227037 h 234943"/>
                  <a:gd name="connsiteX23" fmla="*/ 18320 w 163012"/>
                  <a:gd name="connsiteY23" fmla="*/ 211786 h 234943"/>
                  <a:gd name="connsiteX24" fmla="*/ 33525 w 163012"/>
                  <a:gd name="connsiteY24" fmla="*/ 207428 h 234943"/>
                  <a:gd name="connsiteX25" fmla="*/ 40597 w 163012"/>
                  <a:gd name="connsiteY25" fmla="*/ 192540 h 234943"/>
                  <a:gd name="connsiteX26" fmla="*/ 27514 w 163012"/>
                  <a:gd name="connsiteY26" fmla="*/ 179831 h 234943"/>
                  <a:gd name="connsiteX27" fmla="*/ 7712 w 163012"/>
                  <a:gd name="connsiteY27" fmla="*/ 203434 h 234943"/>
                  <a:gd name="connsiteX28" fmla="*/ 45194 w 163012"/>
                  <a:gd name="connsiteY28" fmla="*/ 235026 h 234943"/>
                  <a:gd name="connsiteX29" fmla="*/ 127938 w 163012"/>
                  <a:gd name="connsiteY29" fmla="*/ 160948 h 234943"/>
                  <a:gd name="connsiteX30" fmla="*/ 161884 w 163012"/>
                  <a:gd name="connsiteY30" fmla="*/ 22233 h 23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012" h="234943">
                    <a:moveTo>
                      <a:pt x="161884" y="22233"/>
                    </a:moveTo>
                    <a:cubicBezTo>
                      <a:pt x="163298" y="17149"/>
                      <a:pt x="163298" y="16423"/>
                      <a:pt x="163298" y="13881"/>
                    </a:cubicBezTo>
                    <a:cubicBezTo>
                      <a:pt x="163298" y="7345"/>
                      <a:pt x="158348" y="4077"/>
                      <a:pt x="153044" y="4077"/>
                    </a:cubicBezTo>
                    <a:cubicBezTo>
                      <a:pt x="149508" y="4077"/>
                      <a:pt x="143850" y="6255"/>
                      <a:pt x="140668" y="11702"/>
                    </a:cubicBezTo>
                    <a:cubicBezTo>
                      <a:pt x="139960" y="13518"/>
                      <a:pt x="137132" y="24775"/>
                      <a:pt x="135717" y="31311"/>
                    </a:cubicBezTo>
                    <a:cubicBezTo>
                      <a:pt x="133242" y="40752"/>
                      <a:pt x="130767" y="50557"/>
                      <a:pt x="128645" y="60361"/>
                    </a:cubicBezTo>
                    <a:lnTo>
                      <a:pt x="112733" y="125725"/>
                    </a:lnTo>
                    <a:cubicBezTo>
                      <a:pt x="111318" y="131171"/>
                      <a:pt x="96113" y="156590"/>
                      <a:pt x="72775" y="156590"/>
                    </a:cubicBezTo>
                    <a:cubicBezTo>
                      <a:pt x="54741" y="156590"/>
                      <a:pt x="50852" y="140613"/>
                      <a:pt x="50852" y="127177"/>
                    </a:cubicBezTo>
                    <a:cubicBezTo>
                      <a:pt x="50852" y="110473"/>
                      <a:pt x="56863" y="87959"/>
                      <a:pt x="68886" y="56004"/>
                    </a:cubicBezTo>
                    <a:cubicBezTo>
                      <a:pt x="74543" y="41116"/>
                      <a:pt x="75958" y="37121"/>
                      <a:pt x="75958" y="29859"/>
                    </a:cubicBezTo>
                    <a:cubicBezTo>
                      <a:pt x="75958" y="13518"/>
                      <a:pt x="64642" y="82"/>
                      <a:pt x="46962" y="82"/>
                    </a:cubicBezTo>
                    <a:cubicBezTo>
                      <a:pt x="13370" y="82"/>
                      <a:pt x="286" y="52736"/>
                      <a:pt x="286" y="56004"/>
                    </a:cubicBezTo>
                    <a:cubicBezTo>
                      <a:pt x="286" y="59635"/>
                      <a:pt x="3822" y="59635"/>
                      <a:pt x="4529" y="59635"/>
                    </a:cubicBezTo>
                    <a:cubicBezTo>
                      <a:pt x="8065" y="59635"/>
                      <a:pt x="8419" y="58909"/>
                      <a:pt x="10187" y="53099"/>
                    </a:cubicBezTo>
                    <a:cubicBezTo>
                      <a:pt x="19734" y="18965"/>
                      <a:pt x="33879" y="8071"/>
                      <a:pt x="45901" y="8071"/>
                    </a:cubicBezTo>
                    <a:cubicBezTo>
                      <a:pt x="48730" y="8071"/>
                      <a:pt x="54741" y="8071"/>
                      <a:pt x="54741" y="19691"/>
                    </a:cubicBezTo>
                    <a:cubicBezTo>
                      <a:pt x="54741" y="28769"/>
                      <a:pt x="51205" y="38211"/>
                      <a:pt x="48730" y="45110"/>
                    </a:cubicBezTo>
                    <a:cubicBezTo>
                      <a:pt x="34586" y="83602"/>
                      <a:pt x="28221" y="104300"/>
                      <a:pt x="28221" y="121367"/>
                    </a:cubicBezTo>
                    <a:cubicBezTo>
                      <a:pt x="28221" y="153685"/>
                      <a:pt x="50498" y="164579"/>
                      <a:pt x="71361" y="164579"/>
                    </a:cubicBezTo>
                    <a:cubicBezTo>
                      <a:pt x="85151" y="164579"/>
                      <a:pt x="97174" y="158406"/>
                      <a:pt x="107075" y="148238"/>
                    </a:cubicBezTo>
                    <a:cubicBezTo>
                      <a:pt x="102478" y="167121"/>
                      <a:pt x="98235" y="184914"/>
                      <a:pt x="84091" y="204160"/>
                    </a:cubicBezTo>
                    <a:cubicBezTo>
                      <a:pt x="74897" y="216507"/>
                      <a:pt x="61460" y="227037"/>
                      <a:pt x="45194" y="227037"/>
                    </a:cubicBezTo>
                    <a:cubicBezTo>
                      <a:pt x="40244" y="227037"/>
                      <a:pt x="24331" y="225948"/>
                      <a:pt x="18320" y="211786"/>
                    </a:cubicBezTo>
                    <a:cubicBezTo>
                      <a:pt x="23978" y="211786"/>
                      <a:pt x="28575" y="211786"/>
                      <a:pt x="33525" y="207428"/>
                    </a:cubicBezTo>
                    <a:cubicBezTo>
                      <a:pt x="37061" y="204160"/>
                      <a:pt x="40597" y="199440"/>
                      <a:pt x="40597" y="192540"/>
                    </a:cubicBezTo>
                    <a:cubicBezTo>
                      <a:pt x="40597" y="181283"/>
                      <a:pt x="31050" y="179831"/>
                      <a:pt x="27514" y="179831"/>
                    </a:cubicBezTo>
                    <a:cubicBezTo>
                      <a:pt x="19381" y="179831"/>
                      <a:pt x="7712" y="185641"/>
                      <a:pt x="7712" y="203434"/>
                    </a:cubicBezTo>
                    <a:cubicBezTo>
                      <a:pt x="7712" y="221590"/>
                      <a:pt x="23270" y="235026"/>
                      <a:pt x="45194" y="235026"/>
                    </a:cubicBezTo>
                    <a:cubicBezTo>
                      <a:pt x="81615" y="235026"/>
                      <a:pt x="118037" y="201981"/>
                      <a:pt x="127938" y="160948"/>
                    </a:cubicBezTo>
                    <a:lnTo>
                      <a:pt x="161884" y="2223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F593870B-9A41-17CE-2BC9-8A8B5C424C2F}"/>
                  </a:ext>
                </a:extLst>
              </p:cNvPr>
              <p:cNvSpPr/>
              <p:nvPr>
                <p:custDataLst>
                  <p:tags r:id="rId84"/>
                </p:custDataLst>
              </p:nvPr>
            </p:nvSpPr>
            <p:spPr>
              <a:xfrm>
                <a:off x="12182602" y="7923242"/>
                <a:ext cx="333450" cy="363128"/>
              </a:xfrm>
              <a:custGeom>
                <a:avLst/>
                <a:gdLst>
                  <a:gd name="connsiteX0" fmla="*/ 129337 w 333450"/>
                  <a:gd name="connsiteY0" fmla="*/ 194006 h 363128"/>
                  <a:gd name="connsiteX1" fmla="*/ 3807 w 333450"/>
                  <a:gd name="connsiteY1" fmla="*/ 353419 h 363128"/>
                  <a:gd name="connsiteX2" fmla="*/ 625 w 333450"/>
                  <a:gd name="connsiteY2" fmla="*/ 359229 h 363128"/>
                  <a:gd name="connsiteX3" fmla="*/ 10172 w 333450"/>
                  <a:gd name="connsiteY3" fmla="*/ 363223 h 363128"/>
                  <a:gd name="connsiteX4" fmla="*/ 303311 w 333450"/>
                  <a:gd name="connsiteY4" fmla="*/ 363223 h 363128"/>
                  <a:gd name="connsiteX5" fmla="*/ 333721 w 333450"/>
                  <a:gd name="connsiteY5" fmla="*/ 272804 h 363128"/>
                  <a:gd name="connsiteX6" fmla="*/ 324881 w 333450"/>
                  <a:gd name="connsiteY6" fmla="*/ 272804 h 363128"/>
                  <a:gd name="connsiteX7" fmla="*/ 262293 w 333450"/>
                  <a:gd name="connsiteY7" fmla="*/ 332721 h 363128"/>
                  <a:gd name="connsiteX8" fmla="*/ 180256 w 333450"/>
                  <a:gd name="connsiteY8" fmla="*/ 343251 h 363128"/>
                  <a:gd name="connsiteX9" fmla="*/ 29974 w 333450"/>
                  <a:gd name="connsiteY9" fmla="*/ 343251 h 363128"/>
                  <a:gd name="connsiteX10" fmla="*/ 152675 w 333450"/>
                  <a:gd name="connsiteY10" fmla="*/ 187469 h 363128"/>
                  <a:gd name="connsiteX11" fmla="*/ 155858 w 333450"/>
                  <a:gd name="connsiteY11" fmla="*/ 181659 h 363128"/>
                  <a:gd name="connsiteX12" fmla="*/ 153382 w 333450"/>
                  <a:gd name="connsiteY12" fmla="*/ 176575 h 363128"/>
                  <a:gd name="connsiteX13" fmla="*/ 38461 w 333450"/>
                  <a:gd name="connsiteY13" fmla="*/ 14620 h 363128"/>
                  <a:gd name="connsiteX14" fmla="*/ 178488 w 333450"/>
                  <a:gd name="connsiteY14" fmla="*/ 14620 h 363128"/>
                  <a:gd name="connsiteX15" fmla="*/ 324881 w 333450"/>
                  <a:gd name="connsiteY15" fmla="*/ 85067 h 363128"/>
                  <a:gd name="connsiteX16" fmla="*/ 333721 w 333450"/>
                  <a:gd name="connsiteY16" fmla="*/ 85067 h 363128"/>
                  <a:gd name="connsiteX17" fmla="*/ 303311 w 333450"/>
                  <a:gd name="connsiteY17" fmla="*/ 95 h 363128"/>
                  <a:gd name="connsiteX18" fmla="*/ 10172 w 333450"/>
                  <a:gd name="connsiteY18" fmla="*/ 95 h 363128"/>
                  <a:gd name="connsiteX19" fmla="*/ 271 w 333450"/>
                  <a:gd name="connsiteY19" fmla="*/ 11715 h 363128"/>
                  <a:gd name="connsiteX20" fmla="*/ 129337 w 333450"/>
                  <a:gd name="connsiteY20" fmla="*/ 194006 h 3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450" h="363128">
                    <a:moveTo>
                      <a:pt x="129337" y="194006"/>
                    </a:moveTo>
                    <a:lnTo>
                      <a:pt x="3807" y="353419"/>
                    </a:lnTo>
                    <a:cubicBezTo>
                      <a:pt x="978" y="357050"/>
                      <a:pt x="625" y="357776"/>
                      <a:pt x="625" y="359229"/>
                    </a:cubicBezTo>
                    <a:cubicBezTo>
                      <a:pt x="625" y="363223"/>
                      <a:pt x="3807" y="363223"/>
                      <a:pt x="10172" y="363223"/>
                    </a:cubicBezTo>
                    <a:lnTo>
                      <a:pt x="303311" y="363223"/>
                    </a:lnTo>
                    <a:lnTo>
                      <a:pt x="333721" y="272804"/>
                    </a:lnTo>
                    <a:lnTo>
                      <a:pt x="324881" y="272804"/>
                    </a:lnTo>
                    <a:cubicBezTo>
                      <a:pt x="316041" y="300039"/>
                      <a:pt x="292349" y="322190"/>
                      <a:pt x="262293" y="332721"/>
                    </a:cubicBezTo>
                    <a:cubicBezTo>
                      <a:pt x="256635" y="334536"/>
                      <a:pt x="232236" y="343251"/>
                      <a:pt x="180256" y="343251"/>
                    </a:cubicBezTo>
                    <a:lnTo>
                      <a:pt x="29974" y="343251"/>
                    </a:lnTo>
                    <a:lnTo>
                      <a:pt x="152675" y="187469"/>
                    </a:lnTo>
                    <a:cubicBezTo>
                      <a:pt x="155150" y="184201"/>
                      <a:pt x="155858" y="183112"/>
                      <a:pt x="155858" y="181659"/>
                    </a:cubicBezTo>
                    <a:cubicBezTo>
                      <a:pt x="155858" y="180207"/>
                      <a:pt x="155504" y="179844"/>
                      <a:pt x="153382" y="176575"/>
                    </a:cubicBezTo>
                    <a:lnTo>
                      <a:pt x="38461" y="14620"/>
                    </a:lnTo>
                    <a:lnTo>
                      <a:pt x="178488" y="14620"/>
                    </a:lnTo>
                    <a:cubicBezTo>
                      <a:pt x="218799" y="14620"/>
                      <a:pt x="300129" y="17162"/>
                      <a:pt x="324881" y="85067"/>
                    </a:cubicBezTo>
                    <a:lnTo>
                      <a:pt x="333721" y="85067"/>
                    </a:lnTo>
                    <a:lnTo>
                      <a:pt x="303311" y="95"/>
                    </a:lnTo>
                    <a:lnTo>
                      <a:pt x="10172" y="95"/>
                    </a:lnTo>
                    <a:cubicBezTo>
                      <a:pt x="625" y="95"/>
                      <a:pt x="271" y="458"/>
                      <a:pt x="271" y="11715"/>
                    </a:cubicBezTo>
                    <a:lnTo>
                      <a:pt x="129337" y="19400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29E52E60-B9D3-E968-C80C-87A90BA04836}"/>
                  </a:ext>
                </a:extLst>
              </p:cNvPr>
              <p:cNvSpPr/>
              <p:nvPr>
                <p:custDataLst>
                  <p:tags r:id="rId85"/>
                </p:custDataLst>
              </p:nvPr>
            </p:nvSpPr>
            <p:spPr>
              <a:xfrm>
                <a:off x="12605239" y="8035088"/>
                <a:ext cx="176095" cy="164497"/>
              </a:xfrm>
              <a:custGeom>
                <a:avLst/>
                <a:gdLst>
                  <a:gd name="connsiteX0" fmla="*/ 108133 w 176095"/>
                  <a:gd name="connsiteY0" fmla="*/ 50941 h 164497"/>
                  <a:gd name="connsiteX1" fmla="*/ 143140 w 176095"/>
                  <a:gd name="connsiteY1" fmla="*/ 8091 h 164497"/>
                  <a:gd name="connsiteX2" fmla="*/ 160820 w 176095"/>
                  <a:gd name="connsiteY2" fmla="*/ 12812 h 164497"/>
                  <a:gd name="connsiteX3" fmla="*/ 143847 w 176095"/>
                  <a:gd name="connsiteY3" fmla="*/ 32421 h 164497"/>
                  <a:gd name="connsiteX4" fmla="*/ 157284 w 176095"/>
                  <a:gd name="connsiteY4" fmla="*/ 45130 h 164497"/>
                  <a:gd name="connsiteX5" fmla="*/ 176379 w 176095"/>
                  <a:gd name="connsiteY5" fmla="*/ 24069 h 164497"/>
                  <a:gd name="connsiteX6" fmla="*/ 143494 w 176095"/>
                  <a:gd name="connsiteY6" fmla="*/ 103 h 164497"/>
                  <a:gd name="connsiteX7" fmla="*/ 106365 w 176095"/>
                  <a:gd name="connsiteY7" fmla="*/ 27700 h 164497"/>
                  <a:gd name="connsiteX8" fmla="*/ 68176 w 176095"/>
                  <a:gd name="connsiteY8" fmla="*/ 103 h 164497"/>
                  <a:gd name="connsiteX9" fmla="*/ 11245 w 176095"/>
                  <a:gd name="connsiteY9" fmla="*/ 56024 h 164497"/>
                  <a:gd name="connsiteX10" fmla="*/ 15488 w 176095"/>
                  <a:gd name="connsiteY10" fmla="*/ 59656 h 164497"/>
                  <a:gd name="connsiteX11" fmla="*/ 20085 w 176095"/>
                  <a:gd name="connsiteY11" fmla="*/ 55661 h 164497"/>
                  <a:gd name="connsiteX12" fmla="*/ 67468 w 176095"/>
                  <a:gd name="connsiteY12" fmla="*/ 8091 h 164497"/>
                  <a:gd name="connsiteX13" fmla="*/ 86563 w 176095"/>
                  <a:gd name="connsiteY13" fmla="*/ 32421 h 164497"/>
                  <a:gd name="connsiteX14" fmla="*/ 67468 w 176095"/>
                  <a:gd name="connsiteY14" fmla="*/ 118845 h 164497"/>
                  <a:gd name="connsiteX15" fmla="*/ 33876 w 176095"/>
                  <a:gd name="connsiteY15" fmla="*/ 156611 h 164497"/>
                  <a:gd name="connsiteX16" fmla="*/ 16196 w 176095"/>
                  <a:gd name="connsiteY16" fmla="*/ 151890 h 164497"/>
                  <a:gd name="connsiteX17" fmla="*/ 32815 w 176095"/>
                  <a:gd name="connsiteY17" fmla="*/ 132281 h 164497"/>
                  <a:gd name="connsiteX18" fmla="*/ 19732 w 176095"/>
                  <a:gd name="connsiteY18" fmla="*/ 119572 h 164497"/>
                  <a:gd name="connsiteX19" fmla="*/ 283 w 176095"/>
                  <a:gd name="connsiteY19" fmla="*/ 140633 h 164497"/>
                  <a:gd name="connsiteX20" fmla="*/ 33522 w 176095"/>
                  <a:gd name="connsiteY20" fmla="*/ 164600 h 164497"/>
                  <a:gd name="connsiteX21" fmla="*/ 70651 w 176095"/>
                  <a:gd name="connsiteY21" fmla="*/ 137002 h 164497"/>
                  <a:gd name="connsiteX22" fmla="*/ 108840 w 176095"/>
                  <a:gd name="connsiteY22" fmla="*/ 164600 h 164497"/>
                  <a:gd name="connsiteX23" fmla="*/ 165417 w 176095"/>
                  <a:gd name="connsiteY23" fmla="*/ 108678 h 164497"/>
                  <a:gd name="connsiteX24" fmla="*/ 161174 w 176095"/>
                  <a:gd name="connsiteY24" fmla="*/ 105047 h 164497"/>
                  <a:gd name="connsiteX25" fmla="*/ 156577 w 176095"/>
                  <a:gd name="connsiteY25" fmla="*/ 109041 h 164497"/>
                  <a:gd name="connsiteX26" fmla="*/ 109547 w 176095"/>
                  <a:gd name="connsiteY26" fmla="*/ 156611 h 164497"/>
                  <a:gd name="connsiteX27" fmla="*/ 90099 w 176095"/>
                  <a:gd name="connsiteY27" fmla="*/ 132644 h 164497"/>
                  <a:gd name="connsiteX28" fmla="*/ 96110 w 176095"/>
                  <a:gd name="connsiteY28" fmla="*/ 100689 h 164497"/>
                  <a:gd name="connsiteX29" fmla="*/ 108133 w 176095"/>
                  <a:gd name="connsiteY29" fmla="*/ 50941 h 16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095" h="164497">
                    <a:moveTo>
                      <a:pt x="108133" y="50941"/>
                    </a:moveTo>
                    <a:cubicBezTo>
                      <a:pt x="110255" y="41499"/>
                      <a:pt x="118388" y="8091"/>
                      <a:pt x="143140" y="8091"/>
                    </a:cubicBezTo>
                    <a:cubicBezTo>
                      <a:pt x="144908" y="8091"/>
                      <a:pt x="153395" y="8091"/>
                      <a:pt x="160820" y="12812"/>
                    </a:cubicBezTo>
                    <a:cubicBezTo>
                      <a:pt x="150919" y="14628"/>
                      <a:pt x="143847" y="23706"/>
                      <a:pt x="143847" y="32421"/>
                    </a:cubicBezTo>
                    <a:cubicBezTo>
                      <a:pt x="143847" y="38231"/>
                      <a:pt x="147737" y="45130"/>
                      <a:pt x="157284" y="45130"/>
                    </a:cubicBezTo>
                    <a:cubicBezTo>
                      <a:pt x="165064" y="45130"/>
                      <a:pt x="176379" y="38594"/>
                      <a:pt x="176379" y="24069"/>
                    </a:cubicBezTo>
                    <a:cubicBezTo>
                      <a:pt x="176379" y="5186"/>
                      <a:pt x="155516" y="103"/>
                      <a:pt x="143494" y="103"/>
                    </a:cubicBezTo>
                    <a:cubicBezTo>
                      <a:pt x="122984" y="103"/>
                      <a:pt x="110608" y="19348"/>
                      <a:pt x="106365" y="27700"/>
                    </a:cubicBezTo>
                    <a:cubicBezTo>
                      <a:pt x="97525" y="3734"/>
                      <a:pt x="78430" y="103"/>
                      <a:pt x="68176" y="103"/>
                    </a:cubicBezTo>
                    <a:cubicBezTo>
                      <a:pt x="31401" y="103"/>
                      <a:pt x="11245" y="46946"/>
                      <a:pt x="11245" y="56024"/>
                    </a:cubicBezTo>
                    <a:cubicBezTo>
                      <a:pt x="11245" y="59656"/>
                      <a:pt x="14781" y="59656"/>
                      <a:pt x="15488" y="59656"/>
                    </a:cubicBezTo>
                    <a:cubicBezTo>
                      <a:pt x="18317" y="59656"/>
                      <a:pt x="19378" y="58929"/>
                      <a:pt x="20085" y="55661"/>
                    </a:cubicBezTo>
                    <a:cubicBezTo>
                      <a:pt x="32108" y="17170"/>
                      <a:pt x="55446" y="8091"/>
                      <a:pt x="67468" y="8091"/>
                    </a:cubicBezTo>
                    <a:cubicBezTo>
                      <a:pt x="74187" y="8091"/>
                      <a:pt x="86563" y="11360"/>
                      <a:pt x="86563" y="32421"/>
                    </a:cubicBezTo>
                    <a:cubicBezTo>
                      <a:pt x="86563" y="43678"/>
                      <a:pt x="80552" y="68008"/>
                      <a:pt x="67468" y="118845"/>
                    </a:cubicBezTo>
                    <a:cubicBezTo>
                      <a:pt x="61811" y="141359"/>
                      <a:pt x="49434" y="156611"/>
                      <a:pt x="33876" y="156611"/>
                    </a:cubicBezTo>
                    <a:cubicBezTo>
                      <a:pt x="31754" y="156611"/>
                      <a:pt x="23621" y="156611"/>
                      <a:pt x="16196" y="151890"/>
                    </a:cubicBezTo>
                    <a:cubicBezTo>
                      <a:pt x="25036" y="150075"/>
                      <a:pt x="32815" y="142449"/>
                      <a:pt x="32815" y="132281"/>
                    </a:cubicBezTo>
                    <a:cubicBezTo>
                      <a:pt x="32815" y="122477"/>
                      <a:pt x="25036" y="119572"/>
                      <a:pt x="19732" y="119572"/>
                    </a:cubicBezTo>
                    <a:cubicBezTo>
                      <a:pt x="9123" y="119572"/>
                      <a:pt x="283" y="129013"/>
                      <a:pt x="283" y="140633"/>
                    </a:cubicBezTo>
                    <a:cubicBezTo>
                      <a:pt x="283" y="157337"/>
                      <a:pt x="17964" y="164600"/>
                      <a:pt x="33522" y="164600"/>
                    </a:cubicBezTo>
                    <a:cubicBezTo>
                      <a:pt x="56860" y="164600"/>
                      <a:pt x="69590" y="139181"/>
                      <a:pt x="70651" y="137002"/>
                    </a:cubicBezTo>
                    <a:cubicBezTo>
                      <a:pt x="74894" y="150438"/>
                      <a:pt x="87624" y="164600"/>
                      <a:pt x="108840" y="164600"/>
                    </a:cubicBezTo>
                    <a:cubicBezTo>
                      <a:pt x="145262" y="164600"/>
                      <a:pt x="165417" y="117756"/>
                      <a:pt x="165417" y="108678"/>
                    </a:cubicBezTo>
                    <a:cubicBezTo>
                      <a:pt x="165417" y="105047"/>
                      <a:pt x="162235" y="105047"/>
                      <a:pt x="161174" y="105047"/>
                    </a:cubicBezTo>
                    <a:cubicBezTo>
                      <a:pt x="157991" y="105047"/>
                      <a:pt x="157284" y="106499"/>
                      <a:pt x="156577" y="109041"/>
                    </a:cubicBezTo>
                    <a:cubicBezTo>
                      <a:pt x="144908" y="147896"/>
                      <a:pt x="120863" y="156611"/>
                      <a:pt x="109547" y="156611"/>
                    </a:cubicBezTo>
                    <a:cubicBezTo>
                      <a:pt x="95757" y="156611"/>
                      <a:pt x="90099" y="144991"/>
                      <a:pt x="90099" y="132644"/>
                    </a:cubicBezTo>
                    <a:cubicBezTo>
                      <a:pt x="90099" y="124656"/>
                      <a:pt x="92221" y="116667"/>
                      <a:pt x="96110" y="100689"/>
                    </a:cubicBezTo>
                    <a:lnTo>
                      <a:pt x="108133" y="5094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EEF0DADE-AF21-7FF3-48EF-DABB49174870}"/>
                  </a:ext>
                </a:extLst>
              </p:cNvPr>
              <p:cNvSpPr/>
              <p:nvPr>
                <p:custDataLst>
                  <p:tags r:id="rId86"/>
                </p:custDataLst>
              </p:nvPr>
            </p:nvSpPr>
            <p:spPr>
              <a:xfrm>
                <a:off x="12807335" y="8035088"/>
                <a:ext cx="163012" cy="234943"/>
              </a:xfrm>
              <a:custGeom>
                <a:avLst/>
                <a:gdLst>
                  <a:gd name="connsiteX0" fmla="*/ 161887 w 163012"/>
                  <a:gd name="connsiteY0" fmla="*/ 22253 h 234943"/>
                  <a:gd name="connsiteX1" fmla="*/ 163301 w 163012"/>
                  <a:gd name="connsiteY1" fmla="*/ 13901 h 234943"/>
                  <a:gd name="connsiteX2" fmla="*/ 153047 w 163012"/>
                  <a:gd name="connsiteY2" fmla="*/ 4097 h 234943"/>
                  <a:gd name="connsiteX3" fmla="*/ 140670 w 163012"/>
                  <a:gd name="connsiteY3" fmla="*/ 11723 h 234943"/>
                  <a:gd name="connsiteX4" fmla="*/ 135720 w 163012"/>
                  <a:gd name="connsiteY4" fmla="*/ 31332 h 234943"/>
                  <a:gd name="connsiteX5" fmla="*/ 128648 w 163012"/>
                  <a:gd name="connsiteY5" fmla="*/ 60382 h 234943"/>
                  <a:gd name="connsiteX6" fmla="*/ 112736 w 163012"/>
                  <a:gd name="connsiteY6" fmla="*/ 125745 h 234943"/>
                  <a:gd name="connsiteX7" fmla="*/ 72778 w 163012"/>
                  <a:gd name="connsiteY7" fmla="*/ 156611 h 234943"/>
                  <a:gd name="connsiteX8" fmla="*/ 50855 w 163012"/>
                  <a:gd name="connsiteY8" fmla="*/ 127197 h 234943"/>
                  <a:gd name="connsiteX9" fmla="*/ 68888 w 163012"/>
                  <a:gd name="connsiteY9" fmla="*/ 56024 h 234943"/>
                  <a:gd name="connsiteX10" fmla="*/ 75961 w 163012"/>
                  <a:gd name="connsiteY10" fmla="*/ 29879 h 234943"/>
                  <a:gd name="connsiteX11" fmla="*/ 46965 w 163012"/>
                  <a:gd name="connsiteY11" fmla="*/ 103 h 234943"/>
                  <a:gd name="connsiteX12" fmla="*/ 289 w 163012"/>
                  <a:gd name="connsiteY12" fmla="*/ 56024 h 234943"/>
                  <a:gd name="connsiteX13" fmla="*/ 4532 w 163012"/>
                  <a:gd name="connsiteY13" fmla="*/ 59656 h 234943"/>
                  <a:gd name="connsiteX14" fmla="*/ 10190 w 163012"/>
                  <a:gd name="connsiteY14" fmla="*/ 53119 h 234943"/>
                  <a:gd name="connsiteX15" fmla="*/ 45904 w 163012"/>
                  <a:gd name="connsiteY15" fmla="*/ 8091 h 234943"/>
                  <a:gd name="connsiteX16" fmla="*/ 54744 w 163012"/>
                  <a:gd name="connsiteY16" fmla="*/ 19712 h 234943"/>
                  <a:gd name="connsiteX17" fmla="*/ 48733 w 163012"/>
                  <a:gd name="connsiteY17" fmla="*/ 45130 h 234943"/>
                  <a:gd name="connsiteX18" fmla="*/ 28224 w 163012"/>
                  <a:gd name="connsiteY18" fmla="*/ 121387 h 234943"/>
                  <a:gd name="connsiteX19" fmla="*/ 71364 w 163012"/>
                  <a:gd name="connsiteY19" fmla="*/ 164600 h 234943"/>
                  <a:gd name="connsiteX20" fmla="*/ 107078 w 163012"/>
                  <a:gd name="connsiteY20" fmla="*/ 148259 h 234943"/>
                  <a:gd name="connsiteX21" fmla="*/ 84094 w 163012"/>
                  <a:gd name="connsiteY21" fmla="*/ 204181 h 234943"/>
                  <a:gd name="connsiteX22" fmla="*/ 45197 w 163012"/>
                  <a:gd name="connsiteY22" fmla="*/ 227058 h 234943"/>
                  <a:gd name="connsiteX23" fmla="*/ 18323 w 163012"/>
                  <a:gd name="connsiteY23" fmla="*/ 211806 h 234943"/>
                  <a:gd name="connsiteX24" fmla="*/ 33528 w 163012"/>
                  <a:gd name="connsiteY24" fmla="*/ 207449 h 234943"/>
                  <a:gd name="connsiteX25" fmla="*/ 40600 w 163012"/>
                  <a:gd name="connsiteY25" fmla="*/ 192561 h 234943"/>
                  <a:gd name="connsiteX26" fmla="*/ 27517 w 163012"/>
                  <a:gd name="connsiteY26" fmla="*/ 179851 h 234943"/>
                  <a:gd name="connsiteX27" fmla="*/ 7715 w 163012"/>
                  <a:gd name="connsiteY27" fmla="*/ 203454 h 234943"/>
                  <a:gd name="connsiteX28" fmla="*/ 45197 w 163012"/>
                  <a:gd name="connsiteY28" fmla="*/ 235047 h 234943"/>
                  <a:gd name="connsiteX29" fmla="*/ 127941 w 163012"/>
                  <a:gd name="connsiteY29" fmla="*/ 160968 h 234943"/>
                  <a:gd name="connsiteX30" fmla="*/ 161887 w 163012"/>
                  <a:gd name="connsiteY30" fmla="*/ 22253 h 23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012" h="234943">
                    <a:moveTo>
                      <a:pt x="161887" y="22253"/>
                    </a:moveTo>
                    <a:cubicBezTo>
                      <a:pt x="163301" y="17170"/>
                      <a:pt x="163301" y="16443"/>
                      <a:pt x="163301" y="13901"/>
                    </a:cubicBezTo>
                    <a:cubicBezTo>
                      <a:pt x="163301" y="7365"/>
                      <a:pt x="158351" y="4097"/>
                      <a:pt x="153047" y="4097"/>
                    </a:cubicBezTo>
                    <a:cubicBezTo>
                      <a:pt x="149511" y="4097"/>
                      <a:pt x="143853" y="6276"/>
                      <a:pt x="140670" y="11723"/>
                    </a:cubicBezTo>
                    <a:cubicBezTo>
                      <a:pt x="139963" y="13538"/>
                      <a:pt x="137134" y="24795"/>
                      <a:pt x="135720" y="31332"/>
                    </a:cubicBezTo>
                    <a:cubicBezTo>
                      <a:pt x="133245" y="40773"/>
                      <a:pt x="130769" y="50577"/>
                      <a:pt x="128648" y="60382"/>
                    </a:cubicBezTo>
                    <a:lnTo>
                      <a:pt x="112736" y="125745"/>
                    </a:lnTo>
                    <a:cubicBezTo>
                      <a:pt x="111321" y="131192"/>
                      <a:pt x="96116" y="156611"/>
                      <a:pt x="72778" y="156611"/>
                    </a:cubicBezTo>
                    <a:cubicBezTo>
                      <a:pt x="54744" y="156611"/>
                      <a:pt x="50855" y="140633"/>
                      <a:pt x="50855" y="127197"/>
                    </a:cubicBezTo>
                    <a:cubicBezTo>
                      <a:pt x="50855" y="110494"/>
                      <a:pt x="56866" y="87980"/>
                      <a:pt x="68888" y="56024"/>
                    </a:cubicBezTo>
                    <a:cubicBezTo>
                      <a:pt x="74546" y="41136"/>
                      <a:pt x="75961" y="37142"/>
                      <a:pt x="75961" y="29879"/>
                    </a:cubicBezTo>
                    <a:cubicBezTo>
                      <a:pt x="75961" y="13538"/>
                      <a:pt x="64645" y="103"/>
                      <a:pt x="46965" y="103"/>
                    </a:cubicBezTo>
                    <a:cubicBezTo>
                      <a:pt x="13372" y="103"/>
                      <a:pt x="289" y="52756"/>
                      <a:pt x="289" y="56024"/>
                    </a:cubicBezTo>
                    <a:cubicBezTo>
                      <a:pt x="289" y="59656"/>
                      <a:pt x="3825" y="59656"/>
                      <a:pt x="4532" y="59656"/>
                    </a:cubicBezTo>
                    <a:cubicBezTo>
                      <a:pt x="8068" y="59656"/>
                      <a:pt x="8422" y="58929"/>
                      <a:pt x="10190" y="53119"/>
                    </a:cubicBezTo>
                    <a:cubicBezTo>
                      <a:pt x="19737" y="18985"/>
                      <a:pt x="33882" y="8091"/>
                      <a:pt x="45904" y="8091"/>
                    </a:cubicBezTo>
                    <a:cubicBezTo>
                      <a:pt x="48733" y="8091"/>
                      <a:pt x="54744" y="8091"/>
                      <a:pt x="54744" y="19712"/>
                    </a:cubicBezTo>
                    <a:cubicBezTo>
                      <a:pt x="54744" y="28790"/>
                      <a:pt x="51208" y="38231"/>
                      <a:pt x="48733" y="45130"/>
                    </a:cubicBezTo>
                    <a:cubicBezTo>
                      <a:pt x="34589" y="83622"/>
                      <a:pt x="28224" y="104320"/>
                      <a:pt x="28224" y="121387"/>
                    </a:cubicBezTo>
                    <a:cubicBezTo>
                      <a:pt x="28224" y="153706"/>
                      <a:pt x="50501" y="164600"/>
                      <a:pt x="71364" y="164600"/>
                    </a:cubicBezTo>
                    <a:cubicBezTo>
                      <a:pt x="85154" y="164600"/>
                      <a:pt x="97177" y="158426"/>
                      <a:pt x="107078" y="148259"/>
                    </a:cubicBezTo>
                    <a:cubicBezTo>
                      <a:pt x="102481" y="167142"/>
                      <a:pt x="98238" y="184935"/>
                      <a:pt x="84094" y="204181"/>
                    </a:cubicBezTo>
                    <a:cubicBezTo>
                      <a:pt x="74900" y="216527"/>
                      <a:pt x="61463" y="227058"/>
                      <a:pt x="45197" y="227058"/>
                    </a:cubicBezTo>
                    <a:cubicBezTo>
                      <a:pt x="40246" y="227058"/>
                      <a:pt x="24334" y="225968"/>
                      <a:pt x="18323" y="211806"/>
                    </a:cubicBezTo>
                    <a:cubicBezTo>
                      <a:pt x="23981" y="211806"/>
                      <a:pt x="28577" y="211806"/>
                      <a:pt x="33528" y="207449"/>
                    </a:cubicBezTo>
                    <a:cubicBezTo>
                      <a:pt x="37064" y="204181"/>
                      <a:pt x="40600" y="199460"/>
                      <a:pt x="40600" y="192561"/>
                    </a:cubicBezTo>
                    <a:cubicBezTo>
                      <a:pt x="40600" y="181304"/>
                      <a:pt x="31053" y="179851"/>
                      <a:pt x="27517" y="179851"/>
                    </a:cubicBezTo>
                    <a:cubicBezTo>
                      <a:pt x="19384" y="179851"/>
                      <a:pt x="7715" y="185661"/>
                      <a:pt x="7715" y="203454"/>
                    </a:cubicBezTo>
                    <a:cubicBezTo>
                      <a:pt x="7715" y="221611"/>
                      <a:pt x="23273" y="235047"/>
                      <a:pt x="45197" y="235047"/>
                    </a:cubicBezTo>
                    <a:cubicBezTo>
                      <a:pt x="81618" y="235047"/>
                      <a:pt x="118040" y="202002"/>
                      <a:pt x="127941" y="160968"/>
                    </a:cubicBezTo>
                    <a:lnTo>
                      <a:pt x="161887" y="2225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233EC914-3D2E-17FF-A8E4-A0C647D5FE70}"/>
                  </a:ext>
                </a:extLst>
              </p:cNvPr>
              <p:cNvSpPr/>
              <p:nvPr>
                <p:custDataLst>
                  <p:tags r:id="rId87"/>
                </p:custDataLst>
              </p:nvPr>
            </p:nvSpPr>
            <p:spPr>
              <a:xfrm>
                <a:off x="12987022" y="7190885"/>
                <a:ext cx="104667" cy="1089021"/>
              </a:xfrm>
              <a:custGeom>
                <a:avLst/>
                <a:gdLst>
                  <a:gd name="connsiteX0" fmla="*/ 83038 w 104667"/>
                  <a:gd name="connsiteY0" fmla="*/ 1066583 h 1089021"/>
                  <a:gd name="connsiteX1" fmla="*/ 294 w 104667"/>
                  <a:gd name="connsiteY1" fmla="*/ 1066583 h 1089021"/>
                  <a:gd name="connsiteX2" fmla="*/ 294 w 104667"/>
                  <a:gd name="connsiteY2" fmla="*/ 1089097 h 1089021"/>
                  <a:gd name="connsiteX3" fmla="*/ 104962 w 104667"/>
                  <a:gd name="connsiteY3" fmla="*/ 1089097 h 1089021"/>
                  <a:gd name="connsiteX4" fmla="*/ 104962 w 104667"/>
                  <a:gd name="connsiteY4" fmla="*/ 75 h 1089021"/>
                  <a:gd name="connsiteX5" fmla="*/ 294 w 104667"/>
                  <a:gd name="connsiteY5" fmla="*/ 75 h 1089021"/>
                  <a:gd name="connsiteX6" fmla="*/ 294 w 104667"/>
                  <a:gd name="connsiteY6" fmla="*/ 22589 h 1089021"/>
                  <a:gd name="connsiteX7" fmla="*/ 83038 w 104667"/>
                  <a:gd name="connsiteY7" fmla="*/ 22589 h 1089021"/>
                  <a:gd name="connsiteX8" fmla="*/ 83038 w 104667"/>
                  <a:gd name="connsiteY8" fmla="*/ 1066583 h 1089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7" h="1089021">
                    <a:moveTo>
                      <a:pt x="83038" y="1066583"/>
                    </a:moveTo>
                    <a:lnTo>
                      <a:pt x="294" y="1066583"/>
                    </a:lnTo>
                    <a:lnTo>
                      <a:pt x="294" y="1089097"/>
                    </a:lnTo>
                    <a:lnTo>
                      <a:pt x="104962" y="1089097"/>
                    </a:lnTo>
                    <a:lnTo>
                      <a:pt x="104962" y="75"/>
                    </a:lnTo>
                    <a:lnTo>
                      <a:pt x="294" y="75"/>
                    </a:lnTo>
                    <a:lnTo>
                      <a:pt x="294" y="22589"/>
                    </a:lnTo>
                    <a:lnTo>
                      <a:pt x="83038" y="22589"/>
                    </a:lnTo>
                    <a:lnTo>
                      <a:pt x="83038" y="106658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1874" name="Group 1873">
              <a:extLst>
                <a:ext uri="{FF2B5EF4-FFF2-40B4-BE49-F238E27FC236}">
                  <a16:creationId xmlns:a16="http://schemas.microsoft.com/office/drawing/2014/main" id="{495D42F5-7464-0C7D-CC01-BF6E17954112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915574" y="4839415"/>
              <a:ext cx="3060278" cy="345414"/>
              <a:chOff x="9411497" y="5216962"/>
              <a:chExt cx="3060278" cy="345414"/>
            </a:xfrm>
            <a:solidFill>
              <a:srgbClr val="00B0F0"/>
            </a:solidFill>
          </p:grpSpPr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1A30872B-F810-ADDF-C00F-355C7C97BB77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9411497" y="5216962"/>
                <a:ext cx="130066" cy="345414"/>
              </a:xfrm>
              <a:custGeom>
                <a:avLst/>
                <a:gdLst>
                  <a:gd name="connsiteX0" fmla="*/ 42712 w 130066"/>
                  <a:gd name="connsiteY0" fmla="*/ 342045 h 345414"/>
                  <a:gd name="connsiteX1" fmla="*/ 40211 w 130066"/>
                  <a:gd name="connsiteY1" fmla="*/ 337209 h 345414"/>
                  <a:gd name="connsiteX2" fmla="*/ 18056 w 130066"/>
                  <a:gd name="connsiteY2" fmla="*/ 255346 h 345414"/>
                  <a:gd name="connsiteX3" fmla="*/ 124897 w 130066"/>
                  <a:gd name="connsiteY3" fmla="*/ 9756 h 345414"/>
                  <a:gd name="connsiteX4" fmla="*/ 130257 w 130066"/>
                  <a:gd name="connsiteY4" fmla="*/ 3539 h 345414"/>
                  <a:gd name="connsiteX5" fmla="*/ 126683 w 130066"/>
                  <a:gd name="connsiteY5" fmla="*/ 85 h 345414"/>
                  <a:gd name="connsiteX6" fmla="*/ 50573 w 130066"/>
                  <a:gd name="connsiteY6" fmla="*/ 77112 h 345414"/>
                  <a:gd name="connsiteX7" fmla="*/ 190 w 130066"/>
                  <a:gd name="connsiteY7" fmla="*/ 242911 h 345414"/>
                  <a:gd name="connsiteX8" fmla="*/ 9838 w 130066"/>
                  <a:gd name="connsiteY8" fmla="*/ 302323 h 345414"/>
                  <a:gd name="connsiteX9" fmla="*/ 39139 w 130066"/>
                  <a:gd name="connsiteY9" fmla="*/ 345499 h 345414"/>
                  <a:gd name="connsiteX10" fmla="*/ 42712 w 130066"/>
                  <a:gd name="connsiteY10" fmla="*/ 342045 h 345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0066" h="345414">
                    <a:moveTo>
                      <a:pt x="42712" y="342045"/>
                    </a:moveTo>
                    <a:cubicBezTo>
                      <a:pt x="42712" y="341354"/>
                      <a:pt x="42712" y="340664"/>
                      <a:pt x="40211" y="337209"/>
                    </a:cubicBezTo>
                    <a:cubicBezTo>
                      <a:pt x="20915" y="308885"/>
                      <a:pt x="18056" y="279525"/>
                      <a:pt x="18056" y="255346"/>
                    </a:cubicBezTo>
                    <a:cubicBezTo>
                      <a:pt x="18056" y="208370"/>
                      <a:pt x="39139" y="80221"/>
                      <a:pt x="124897" y="9756"/>
                    </a:cubicBezTo>
                    <a:cubicBezTo>
                      <a:pt x="129899" y="4920"/>
                      <a:pt x="130257" y="4575"/>
                      <a:pt x="130257" y="3539"/>
                    </a:cubicBezTo>
                    <a:cubicBezTo>
                      <a:pt x="130257" y="1121"/>
                      <a:pt x="128827" y="85"/>
                      <a:pt x="126683" y="85"/>
                    </a:cubicBezTo>
                    <a:cubicBezTo>
                      <a:pt x="122753" y="85"/>
                      <a:pt x="81660" y="28063"/>
                      <a:pt x="50573" y="77112"/>
                    </a:cubicBezTo>
                    <a:cubicBezTo>
                      <a:pt x="11267" y="139632"/>
                      <a:pt x="190" y="205952"/>
                      <a:pt x="190" y="242911"/>
                    </a:cubicBezTo>
                    <a:cubicBezTo>
                      <a:pt x="190" y="263291"/>
                      <a:pt x="3406" y="285052"/>
                      <a:pt x="9838" y="302323"/>
                    </a:cubicBezTo>
                    <a:cubicBezTo>
                      <a:pt x="18771" y="325465"/>
                      <a:pt x="34136" y="345499"/>
                      <a:pt x="39139" y="345499"/>
                    </a:cubicBezTo>
                    <a:cubicBezTo>
                      <a:pt x="41283" y="345499"/>
                      <a:pt x="42712" y="344118"/>
                      <a:pt x="42712" y="342045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4BA10CEC-1C4D-4424-9BC5-1C3B949BECE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9525444" y="5240105"/>
                <a:ext cx="282287" cy="235918"/>
              </a:xfrm>
              <a:custGeom>
                <a:avLst/>
                <a:gdLst>
                  <a:gd name="connsiteX0" fmla="*/ 241032 w 282287"/>
                  <a:gd name="connsiteY0" fmla="*/ 34281 h 235918"/>
                  <a:gd name="connsiteX1" fmla="*/ 277121 w 282287"/>
                  <a:gd name="connsiteY1" fmla="*/ 10793 h 235918"/>
                  <a:gd name="connsiteX2" fmla="*/ 282481 w 282287"/>
                  <a:gd name="connsiteY2" fmla="*/ 4575 h 235918"/>
                  <a:gd name="connsiteX3" fmla="*/ 277836 w 282287"/>
                  <a:gd name="connsiteY3" fmla="*/ 85 h 235918"/>
                  <a:gd name="connsiteX4" fmla="*/ 243533 w 282287"/>
                  <a:gd name="connsiteY4" fmla="*/ 1121 h 235918"/>
                  <a:gd name="connsiteX5" fmla="*/ 208872 w 282287"/>
                  <a:gd name="connsiteY5" fmla="*/ 85 h 235918"/>
                  <a:gd name="connsiteX6" fmla="*/ 202440 w 282287"/>
                  <a:gd name="connsiteY6" fmla="*/ 6648 h 235918"/>
                  <a:gd name="connsiteX7" fmla="*/ 208872 w 282287"/>
                  <a:gd name="connsiteY7" fmla="*/ 10793 h 235918"/>
                  <a:gd name="connsiteX8" fmla="*/ 230312 w 282287"/>
                  <a:gd name="connsiteY8" fmla="*/ 25645 h 235918"/>
                  <a:gd name="connsiteX9" fmla="*/ 228882 w 282287"/>
                  <a:gd name="connsiteY9" fmla="*/ 33935 h 235918"/>
                  <a:gd name="connsiteX10" fmla="*/ 189577 w 282287"/>
                  <a:gd name="connsiteY10" fmla="*/ 185572 h 235918"/>
                  <a:gd name="connsiteX11" fmla="*/ 122757 w 282287"/>
                  <a:gd name="connsiteY11" fmla="*/ 5957 h 235918"/>
                  <a:gd name="connsiteX12" fmla="*/ 112752 w 282287"/>
                  <a:gd name="connsiteY12" fmla="*/ 85 h 235918"/>
                  <a:gd name="connsiteX13" fmla="*/ 68086 w 282287"/>
                  <a:gd name="connsiteY13" fmla="*/ 85 h 235918"/>
                  <a:gd name="connsiteX14" fmla="*/ 58438 w 282287"/>
                  <a:gd name="connsiteY14" fmla="*/ 6648 h 235918"/>
                  <a:gd name="connsiteX15" fmla="*/ 68086 w 282287"/>
                  <a:gd name="connsiteY15" fmla="*/ 10793 h 235918"/>
                  <a:gd name="connsiteX16" fmla="*/ 89883 w 282287"/>
                  <a:gd name="connsiteY16" fmla="*/ 13556 h 235918"/>
                  <a:gd name="connsiteX17" fmla="*/ 88811 w 282287"/>
                  <a:gd name="connsiteY17" fmla="*/ 18046 h 235918"/>
                  <a:gd name="connsiteX18" fmla="*/ 41644 w 282287"/>
                  <a:gd name="connsiteY18" fmla="*/ 201116 h 235918"/>
                  <a:gd name="connsiteX19" fmla="*/ 6983 w 282287"/>
                  <a:gd name="connsiteY19" fmla="*/ 225295 h 235918"/>
                  <a:gd name="connsiteX20" fmla="*/ 194 w 282287"/>
                  <a:gd name="connsiteY20" fmla="*/ 231858 h 235918"/>
                  <a:gd name="connsiteX21" fmla="*/ 4839 w 282287"/>
                  <a:gd name="connsiteY21" fmla="*/ 236003 h 235918"/>
                  <a:gd name="connsiteX22" fmla="*/ 38785 w 282287"/>
                  <a:gd name="connsiteY22" fmla="*/ 234967 h 235918"/>
                  <a:gd name="connsiteX23" fmla="*/ 73803 w 282287"/>
                  <a:gd name="connsiteY23" fmla="*/ 236003 h 235918"/>
                  <a:gd name="connsiteX24" fmla="*/ 80235 w 282287"/>
                  <a:gd name="connsiteY24" fmla="*/ 229785 h 235918"/>
                  <a:gd name="connsiteX25" fmla="*/ 73446 w 282287"/>
                  <a:gd name="connsiteY25" fmla="*/ 225295 h 235918"/>
                  <a:gd name="connsiteX26" fmla="*/ 52364 w 282287"/>
                  <a:gd name="connsiteY26" fmla="*/ 210442 h 235918"/>
                  <a:gd name="connsiteX27" fmla="*/ 53793 w 282287"/>
                  <a:gd name="connsiteY27" fmla="*/ 201807 h 235918"/>
                  <a:gd name="connsiteX28" fmla="*/ 99888 w 282287"/>
                  <a:gd name="connsiteY28" fmla="*/ 23918 h 235918"/>
                  <a:gd name="connsiteX29" fmla="*/ 176713 w 282287"/>
                  <a:gd name="connsiteY29" fmla="*/ 230131 h 235918"/>
                  <a:gd name="connsiteX30" fmla="*/ 183859 w 282287"/>
                  <a:gd name="connsiteY30" fmla="*/ 236003 h 235918"/>
                  <a:gd name="connsiteX31" fmla="*/ 191006 w 282287"/>
                  <a:gd name="connsiteY31" fmla="*/ 229095 h 235918"/>
                  <a:gd name="connsiteX32" fmla="*/ 241032 w 282287"/>
                  <a:gd name="connsiteY32" fmla="*/ 34281 h 235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82287" h="235918">
                    <a:moveTo>
                      <a:pt x="241032" y="34281"/>
                    </a:moveTo>
                    <a:cubicBezTo>
                      <a:pt x="246749" y="12174"/>
                      <a:pt x="266759" y="11138"/>
                      <a:pt x="277121" y="10793"/>
                    </a:cubicBezTo>
                    <a:cubicBezTo>
                      <a:pt x="278193" y="10793"/>
                      <a:pt x="282481" y="10447"/>
                      <a:pt x="282481" y="4575"/>
                    </a:cubicBezTo>
                    <a:cubicBezTo>
                      <a:pt x="282481" y="1812"/>
                      <a:pt x="281052" y="85"/>
                      <a:pt x="277836" y="85"/>
                    </a:cubicBezTo>
                    <a:cubicBezTo>
                      <a:pt x="266759" y="85"/>
                      <a:pt x="254967" y="1121"/>
                      <a:pt x="243533" y="1121"/>
                    </a:cubicBezTo>
                    <a:cubicBezTo>
                      <a:pt x="232098" y="1121"/>
                      <a:pt x="219949" y="85"/>
                      <a:pt x="208872" y="85"/>
                    </a:cubicBezTo>
                    <a:cubicBezTo>
                      <a:pt x="207086" y="85"/>
                      <a:pt x="202440" y="85"/>
                      <a:pt x="202440" y="6648"/>
                    </a:cubicBezTo>
                    <a:cubicBezTo>
                      <a:pt x="202440" y="10447"/>
                      <a:pt x="205656" y="10793"/>
                      <a:pt x="208872" y="10793"/>
                    </a:cubicBezTo>
                    <a:cubicBezTo>
                      <a:pt x="227453" y="11483"/>
                      <a:pt x="230312" y="18392"/>
                      <a:pt x="230312" y="25645"/>
                    </a:cubicBezTo>
                    <a:cubicBezTo>
                      <a:pt x="230312" y="28754"/>
                      <a:pt x="229597" y="31172"/>
                      <a:pt x="228882" y="33935"/>
                    </a:cubicBezTo>
                    <a:lnTo>
                      <a:pt x="189577" y="185572"/>
                    </a:lnTo>
                    <a:lnTo>
                      <a:pt x="122757" y="5957"/>
                    </a:lnTo>
                    <a:cubicBezTo>
                      <a:pt x="120613" y="430"/>
                      <a:pt x="120256" y="85"/>
                      <a:pt x="112752" y="85"/>
                    </a:cubicBezTo>
                    <a:lnTo>
                      <a:pt x="68086" y="85"/>
                    </a:lnTo>
                    <a:cubicBezTo>
                      <a:pt x="62369" y="85"/>
                      <a:pt x="58438" y="85"/>
                      <a:pt x="58438" y="6648"/>
                    </a:cubicBezTo>
                    <a:cubicBezTo>
                      <a:pt x="58438" y="10793"/>
                      <a:pt x="61297" y="10793"/>
                      <a:pt x="68086" y="10793"/>
                    </a:cubicBezTo>
                    <a:cubicBezTo>
                      <a:pt x="70587" y="10793"/>
                      <a:pt x="89883" y="10793"/>
                      <a:pt x="89883" y="13556"/>
                    </a:cubicBezTo>
                    <a:cubicBezTo>
                      <a:pt x="89883" y="13901"/>
                      <a:pt x="89883" y="14592"/>
                      <a:pt x="88811" y="18046"/>
                    </a:cubicBezTo>
                    <a:lnTo>
                      <a:pt x="41644" y="201116"/>
                    </a:lnTo>
                    <a:cubicBezTo>
                      <a:pt x="36641" y="220114"/>
                      <a:pt x="23420" y="224604"/>
                      <a:pt x="6983" y="225295"/>
                    </a:cubicBezTo>
                    <a:cubicBezTo>
                      <a:pt x="4125" y="225295"/>
                      <a:pt x="194" y="225640"/>
                      <a:pt x="194" y="231858"/>
                    </a:cubicBezTo>
                    <a:cubicBezTo>
                      <a:pt x="194" y="234967"/>
                      <a:pt x="2338" y="236003"/>
                      <a:pt x="4839" y="236003"/>
                    </a:cubicBezTo>
                    <a:cubicBezTo>
                      <a:pt x="15559" y="236003"/>
                      <a:pt x="27708" y="234967"/>
                      <a:pt x="38785" y="234967"/>
                    </a:cubicBezTo>
                    <a:cubicBezTo>
                      <a:pt x="50220" y="234967"/>
                      <a:pt x="62726" y="236003"/>
                      <a:pt x="73803" y="236003"/>
                    </a:cubicBezTo>
                    <a:cubicBezTo>
                      <a:pt x="75947" y="236003"/>
                      <a:pt x="80235" y="236003"/>
                      <a:pt x="80235" y="229785"/>
                    </a:cubicBezTo>
                    <a:cubicBezTo>
                      <a:pt x="80235" y="225640"/>
                      <a:pt x="77734" y="225295"/>
                      <a:pt x="73446" y="225295"/>
                    </a:cubicBezTo>
                    <a:cubicBezTo>
                      <a:pt x="53078" y="224604"/>
                      <a:pt x="52364" y="215623"/>
                      <a:pt x="52364" y="210442"/>
                    </a:cubicBezTo>
                    <a:cubicBezTo>
                      <a:pt x="52364" y="209406"/>
                      <a:pt x="52364" y="207334"/>
                      <a:pt x="53793" y="201807"/>
                    </a:cubicBezTo>
                    <a:lnTo>
                      <a:pt x="99888" y="23918"/>
                    </a:lnTo>
                    <a:lnTo>
                      <a:pt x="176713" y="230131"/>
                    </a:lnTo>
                    <a:cubicBezTo>
                      <a:pt x="178500" y="235312"/>
                      <a:pt x="178857" y="236003"/>
                      <a:pt x="183859" y="236003"/>
                    </a:cubicBezTo>
                    <a:cubicBezTo>
                      <a:pt x="187790" y="236003"/>
                      <a:pt x="189219" y="235657"/>
                      <a:pt x="191006" y="229095"/>
                    </a:cubicBezTo>
                    <a:lnTo>
                      <a:pt x="241032" y="34281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6B29704C-6F30-7074-983C-36BDC10821EA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9808206" y="5323350"/>
                <a:ext cx="142572" cy="156472"/>
              </a:xfrm>
              <a:custGeom>
                <a:avLst/>
                <a:gdLst>
                  <a:gd name="connsiteX0" fmla="*/ 142774 w 142572"/>
                  <a:gd name="connsiteY0" fmla="*/ 56733 h 156472"/>
                  <a:gd name="connsiteX1" fmla="*/ 90605 w 142572"/>
                  <a:gd name="connsiteY1" fmla="*/ 85 h 156472"/>
                  <a:gd name="connsiteX2" fmla="*/ 202 w 142572"/>
                  <a:gd name="connsiteY2" fmla="*/ 99564 h 156472"/>
                  <a:gd name="connsiteX3" fmla="*/ 52371 w 142572"/>
                  <a:gd name="connsiteY3" fmla="*/ 156558 h 156472"/>
                  <a:gd name="connsiteX4" fmla="*/ 142774 w 142572"/>
                  <a:gd name="connsiteY4" fmla="*/ 56733 h 156472"/>
                  <a:gd name="connsiteX5" fmla="*/ 52371 w 142572"/>
                  <a:gd name="connsiteY5" fmla="*/ 148958 h 156472"/>
                  <a:gd name="connsiteX6" fmla="*/ 25214 w 142572"/>
                  <a:gd name="connsiteY6" fmla="*/ 113381 h 156472"/>
                  <a:gd name="connsiteX7" fmla="*/ 45939 w 142572"/>
                  <a:gd name="connsiteY7" fmla="*/ 39117 h 156472"/>
                  <a:gd name="connsiteX8" fmla="*/ 90248 w 142572"/>
                  <a:gd name="connsiteY8" fmla="*/ 7684 h 156472"/>
                  <a:gd name="connsiteX9" fmla="*/ 117762 w 142572"/>
                  <a:gd name="connsiteY9" fmla="*/ 43262 h 156472"/>
                  <a:gd name="connsiteX10" fmla="*/ 98466 w 142572"/>
                  <a:gd name="connsiteY10" fmla="*/ 114417 h 156472"/>
                  <a:gd name="connsiteX11" fmla="*/ 52371 w 142572"/>
                  <a:gd name="connsiteY11" fmla="*/ 148958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572" h="156472">
                    <a:moveTo>
                      <a:pt x="142774" y="56733"/>
                    </a:moveTo>
                    <a:cubicBezTo>
                      <a:pt x="142774" y="23918"/>
                      <a:pt x="121692" y="85"/>
                      <a:pt x="90605" y="85"/>
                    </a:cubicBezTo>
                    <a:cubicBezTo>
                      <a:pt x="46297" y="85"/>
                      <a:pt x="202" y="49134"/>
                      <a:pt x="202" y="99564"/>
                    </a:cubicBezTo>
                    <a:cubicBezTo>
                      <a:pt x="202" y="135142"/>
                      <a:pt x="22713" y="156558"/>
                      <a:pt x="52371" y="156558"/>
                    </a:cubicBezTo>
                    <a:cubicBezTo>
                      <a:pt x="96679" y="156558"/>
                      <a:pt x="142774" y="107509"/>
                      <a:pt x="142774" y="56733"/>
                    </a:cubicBezTo>
                    <a:close/>
                    <a:moveTo>
                      <a:pt x="52371" y="148958"/>
                    </a:moveTo>
                    <a:cubicBezTo>
                      <a:pt x="38435" y="148958"/>
                      <a:pt x="25214" y="138251"/>
                      <a:pt x="25214" y="113381"/>
                    </a:cubicBezTo>
                    <a:cubicBezTo>
                      <a:pt x="25214" y="96110"/>
                      <a:pt x="34505" y="57769"/>
                      <a:pt x="45939" y="39117"/>
                    </a:cubicBezTo>
                    <a:cubicBezTo>
                      <a:pt x="59160" y="18046"/>
                      <a:pt x="76312" y="7684"/>
                      <a:pt x="90248" y="7684"/>
                    </a:cubicBezTo>
                    <a:cubicBezTo>
                      <a:pt x="107757" y="7684"/>
                      <a:pt x="117762" y="22882"/>
                      <a:pt x="117762" y="43262"/>
                    </a:cubicBezTo>
                    <a:cubicBezTo>
                      <a:pt x="117762" y="58114"/>
                      <a:pt x="109901" y="93692"/>
                      <a:pt x="98466" y="114417"/>
                    </a:cubicBezTo>
                    <a:cubicBezTo>
                      <a:pt x="88104" y="133415"/>
                      <a:pt x="69880" y="148958"/>
                      <a:pt x="52371" y="148958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9DCC497B-F24A-273C-E370-FDEE6FC7CCC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9981190" y="5323350"/>
                <a:ext cx="145074" cy="156472"/>
              </a:xfrm>
              <a:custGeom>
                <a:avLst/>
                <a:gdLst>
                  <a:gd name="connsiteX0" fmla="*/ 62739 w 145074"/>
                  <a:gd name="connsiteY0" fmla="*/ 53279 h 156472"/>
                  <a:gd name="connsiteX1" fmla="*/ 109906 w 145074"/>
                  <a:gd name="connsiteY1" fmla="*/ 7684 h 156472"/>
                  <a:gd name="connsiteX2" fmla="*/ 128844 w 145074"/>
                  <a:gd name="connsiteY2" fmla="*/ 12520 h 156472"/>
                  <a:gd name="connsiteX3" fmla="*/ 115265 w 145074"/>
                  <a:gd name="connsiteY3" fmla="*/ 29100 h 156472"/>
                  <a:gd name="connsiteX4" fmla="*/ 127772 w 145074"/>
                  <a:gd name="connsiteY4" fmla="*/ 40153 h 156472"/>
                  <a:gd name="connsiteX5" fmla="*/ 145281 w 145074"/>
                  <a:gd name="connsiteY5" fmla="*/ 21846 h 156472"/>
                  <a:gd name="connsiteX6" fmla="*/ 110263 w 145074"/>
                  <a:gd name="connsiteY6" fmla="*/ 85 h 156472"/>
                  <a:gd name="connsiteX7" fmla="*/ 67027 w 145074"/>
                  <a:gd name="connsiteY7" fmla="*/ 24955 h 156472"/>
                  <a:gd name="connsiteX8" fmla="*/ 37369 w 145074"/>
                  <a:gd name="connsiteY8" fmla="*/ 85 h 156472"/>
                  <a:gd name="connsiteX9" fmla="*/ 11641 w 145074"/>
                  <a:gd name="connsiteY9" fmla="*/ 18392 h 156472"/>
                  <a:gd name="connsiteX10" fmla="*/ 207 w 145074"/>
                  <a:gd name="connsiteY10" fmla="*/ 53279 h 156472"/>
                  <a:gd name="connsiteX11" fmla="*/ 5567 w 145074"/>
                  <a:gd name="connsiteY11" fmla="*/ 56733 h 156472"/>
                  <a:gd name="connsiteX12" fmla="*/ 12356 w 145074"/>
                  <a:gd name="connsiteY12" fmla="*/ 48788 h 156472"/>
                  <a:gd name="connsiteX13" fmla="*/ 36654 w 145074"/>
                  <a:gd name="connsiteY13" fmla="*/ 7684 h 156472"/>
                  <a:gd name="connsiteX14" fmla="*/ 45944 w 145074"/>
                  <a:gd name="connsiteY14" fmla="*/ 21500 h 156472"/>
                  <a:gd name="connsiteX15" fmla="*/ 43443 w 145074"/>
                  <a:gd name="connsiteY15" fmla="*/ 39117 h 156472"/>
                  <a:gd name="connsiteX16" fmla="*/ 16644 w 145074"/>
                  <a:gd name="connsiteY16" fmla="*/ 142741 h 156472"/>
                  <a:gd name="connsiteX17" fmla="*/ 15572 w 145074"/>
                  <a:gd name="connsiteY17" fmla="*/ 147577 h 156472"/>
                  <a:gd name="connsiteX18" fmla="*/ 25577 w 145074"/>
                  <a:gd name="connsiteY18" fmla="*/ 156558 h 156472"/>
                  <a:gd name="connsiteX19" fmla="*/ 39512 w 145074"/>
                  <a:gd name="connsiteY19" fmla="*/ 143777 h 156472"/>
                  <a:gd name="connsiteX20" fmla="*/ 62739 w 145074"/>
                  <a:gd name="connsiteY20" fmla="*/ 53279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5074" h="156472">
                    <a:moveTo>
                      <a:pt x="62739" y="53279"/>
                    </a:moveTo>
                    <a:cubicBezTo>
                      <a:pt x="63096" y="52242"/>
                      <a:pt x="79176" y="7684"/>
                      <a:pt x="109906" y="7684"/>
                    </a:cubicBezTo>
                    <a:cubicBezTo>
                      <a:pt x="111692" y="7684"/>
                      <a:pt x="121697" y="7684"/>
                      <a:pt x="128844" y="12520"/>
                    </a:cubicBezTo>
                    <a:cubicBezTo>
                      <a:pt x="116337" y="16319"/>
                      <a:pt x="115265" y="27372"/>
                      <a:pt x="115265" y="29100"/>
                    </a:cubicBezTo>
                    <a:cubicBezTo>
                      <a:pt x="115265" y="33590"/>
                      <a:pt x="118481" y="40153"/>
                      <a:pt x="127772" y="40153"/>
                    </a:cubicBezTo>
                    <a:cubicBezTo>
                      <a:pt x="134204" y="40153"/>
                      <a:pt x="145281" y="35317"/>
                      <a:pt x="145281" y="21846"/>
                    </a:cubicBezTo>
                    <a:cubicBezTo>
                      <a:pt x="145281" y="3884"/>
                      <a:pt x="122055" y="85"/>
                      <a:pt x="110263" y="85"/>
                    </a:cubicBezTo>
                    <a:cubicBezTo>
                      <a:pt x="85607" y="85"/>
                      <a:pt x="72744" y="17355"/>
                      <a:pt x="67027" y="24955"/>
                    </a:cubicBezTo>
                    <a:cubicBezTo>
                      <a:pt x="63096" y="6648"/>
                      <a:pt x="49160" y="85"/>
                      <a:pt x="37369" y="85"/>
                    </a:cubicBezTo>
                    <a:cubicBezTo>
                      <a:pt x="24505" y="85"/>
                      <a:pt x="17358" y="8029"/>
                      <a:pt x="11641" y="18392"/>
                    </a:cubicBezTo>
                    <a:cubicBezTo>
                      <a:pt x="4852" y="32208"/>
                      <a:pt x="207" y="52588"/>
                      <a:pt x="207" y="53279"/>
                    </a:cubicBezTo>
                    <a:cubicBezTo>
                      <a:pt x="207" y="56733"/>
                      <a:pt x="3780" y="56733"/>
                      <a:pt x="5567" y="56733"/>
                    </a:cubicBezTo>
                    <a:cubicBezTo>
                      <a:pt x="10212" y="56733"/>
                      <a:pt x="10569" y="56387"/>
                      <a:pt x="12356" y="48788"/>
                    </a:cubicBezTo>
                    <a:cubicBezTo>
                      <a:pt x="18788" y="24609"/>
                      <a:pt x="25577" y="7684"/>
                      <a:pt x="36654" y="7684"/>
                    </a:cubicBezTo>
                    <a:cubicBezTo>
                      <a:pt x="45944" y="7684"/>
                      <a:pt x="45944" y="17701"/>
                      <a:pt x="45944" y="21500"/>
                    </a:cubicBezTo>
                    <a:cubicBezTo>
                      <a:pt x="45944" y="27027"/>
                      <a:pt x="44872" y="33590"/>
                      <a:pt x="43443" y="39117"/>
                    </a:cubicBezTo>
                    <a:lnTo>
                      <a:pt x="16644" y="142741"/>
                    </a:lnTo>
                    <a:cubicBezTo>
                      <a:pt x="15929" y="144813"/>
                      <a:pt x="15572" y="146541"/>
                      <a:pt x="15572" y="147577"/>
                    </a:cubicBezTo>
                    <a:cubicBezTo>
                      <a:pt x="15572" y="151376"/>
                      <a:pt x="18430" y="156558"/>
                      <a:pt x="25577" y="156558"/>
                    </a:cubicBezTo>
                    <a:cubicBezTo>
                      <a:pt x="36297" y="156558"/>
                      <a:pt x="38798" y="146541"/>
                      <a:pt x="39512" y="143777"/>
                    </a:cubicBezTo>
                    <a:lnTo>
                      <a:pt x="62739" y="53279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BD9198C8-7E63-D17D-8B91-FC33D8CB3ACD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10131862" y="5323350"/>
                <a:ext cx="271210" cy="156472"/>
              </a:xfrm>
              <a:custGeom>
                <a:avLst/>
                <a:gdLst>
                  <a:gd name="connsiteX0" fmla="*/ 52738 w 271210"/>
                  <a:gd name="connsiteY0" fmla="*/ 92310 h 156472"/>
                  <a:gd name="connsiteX1" fmla="*/ 58455 w 271210"/>
                  <a:gd name="connsiteY1" fmla="*/ 69858 h 156472"/>
                  <a:gd name="connsiteX2" fmla="*/ 67388 w 271210"/>
                  <a:gd name="connsiteY2" fmla="*/ 44989 h 156472"/>
                  <a:gd name="connsiteX3" fmla="*/ 117771 w 271210"/>
                  <a:gd name="connsiteY3" fmla="*/ 7684 h 156472"/>
                  <a:gd name="connsiteX4" fmla="*/ 134208 w 271210"/>
                  <a:gd name="connsiteY4" fmla="*/ 30481 h 156472"/>
                  <a:gd name="connsiteX5" fmla="*/ 130992 w 271210"/>
                  <a:gd name="connsiteY5" fmla="*/ 52933 h 156472"/>
                  <a:gd name="connsiteX6" fmla="*/ 107766 w 271210"/>
                  <a:gd name="connsiteY6" fmla="*/ 142741 h 156472"/>
                  <a:gd name="connsiteX7" fmla="*/ 106694 w 271210"/>
                  <a:gd name="connsiteY7" fmla="*/ 147577 h 156472"/>
                  <a:gd name="connsiteX8" fmla="*/ 116699 w 271210"/>
                  <a:gd name="connsiteY8" fmla="*/ 156558 h 156472"/>
                  <a:gd name="connsiteX9" fmla="*/ 129563 w 271210"/>
                  <a:gd name="connsiteY9" fmla="*/ 147577 h 156472"/>
                  <a:gd name="connsiteX10" fmla="*/ 143856 w 271210"/>
                  <a:gd name="connsiteY10" fmla="*/ 92310 h 156472"/>
                  <a:gd name="connsiteX11" fmla="*/ 149573 w 271210"/>
                  <a:gd name="connsiteY11" fmla="*/ 69858 h 156472"/>
                  <a:gd name="connsiteX12" fmla="*/ 158506 w 271210"/>
                  <a:gd name="connsiteY12" fmla="*/ 44989 h 156472"/>
                  <a:gd name="connsiteX13" fmla="*/ 208889 w 271210"/>
                  <a:gd name="connsiteY13" fmla="*/ 7684 h 156472"/>
                  <a:gd name="connsiteX14" fmla="*/ 225326 w 271210"/>
                  <a:gd name="connsiteY14" fmla="*/ 30481 h 156472"/>
                  <a:gd name="connsiteX15" fmla="*/ 204601 w 271210"/>
                  <a:gd name="connsiteY15" fmla="*/ 106818 h 156472"/>
                  <a:gd name="connsiteX16" fmla="*/ 198884 w 271210"/>
                  <a:gd name="connsiteY16" fmla="*/ 128924 h 156472"/>
                  <a:gd name="connsiteX17" fmla="*/ 226041 w 271210"/>
                  <a:gd name="connsiteY17" fmla="*/ 156558 h 156472"/>
                  <a:gd name="connsiteX18" fmla="*/ 271421 w 271210"/>
                  <a:gd name="connsiteY18" fmla="*/ 103364 h 156472"/>
                  <a:gd name="connsiteX19" fmla="*/ 266061 w 271210"/>
                  <a:gd name="connsiteY19" fmla="*/ 99910 h 156472"/>
                  <a:gd name="connsiteX20" fmla="*/ 259987 w 271210"/>
                  <a:gd name="connsiteY20" fmla="*/ 105782 h 156472"/>
                  <a:gd name="connsiteX21" fmla="*/ 226755 w 271210"/>
                  <a:gd name="connsiteY21" fmla="*/ 148958 h 156472"/>
                  <a:gd name="connsiteX22" fmla="*/ 218894 w 271210"/>
                  <a:gd name="connsiteY22" fmla="*/ 138941 h 156472"/>
                  <a:gd name="connsiteX23" fmla="*/ 225326 w 271210"/>
                  <a:gd name="connsiteY23" fmla="*/ 113035 h 156472"/>
                  <a:gd name="connsiteX24" fmla="*/ 247123 w 271210"/>
                  <a:gd name="connsiteY24" fmla="*/ 36008 h 156472"/>
                  <a:gd name="connsiteX25" fmla="*/ 209604 w 271210"/>
                  <a:gd name="connsiteY25" fmla="*/ 85 h 156472"/>
                  <a:gd name="connsiteX26" fmla="*/ 156005 w 271210"/>
                  <a:gd name="connsiteY26" fmla="*/ 30481 h 156472"/>
                  <a:gd name="connsiteX27" fmla="*/ 118486 w 271210"/>
                  <a:gd name="connsiteY27" fmla="*/ 85 h 156472"/>
                  <a:gd name="connsiteX28" fmla="*/ 67388 w 271210"/>
                  <a:gd name="connsiteY28" fmla="*/ 27372 h 156472"/>
                  <a:gd name="connsiteX29" fmla="*/ 37373 w 271210"/>
                  <a:gd name="connsiteY29" fmla="*/ 85 h 156472"/>
                  <a:gd name="connsiteX30" fmla="*/ 11645 w 271210"/>
                  <a:gd name="connsiteY30" fmla="*/ 18392 h 156472"/>
                  <a:gd name="connsiteX31" fmla="*/ 211 w 271210"/>
                  <a:gd name="connsiteY31" fmla="*/ 53279 h 156472"/>
                  <a:gd name="connsiteX32" fmla="*/ 5571 w 271210"/>
                  <a:gd name="connsiteY32" fmla="*/ 56733 h 156472"/>
                  <a:gd name="connsiteX33" fmla="*/ 12360 w 271210"/>
                  <a:gd name="connsiteY33" fmla="*/ 48788 h 156472"/>
                  <a:gd name="connsiteX34" fmla="*/ 36658 w 271210"/>
                  <a:gd name="connsiteY34" fmla="*/ 7684 h 156472"/>
                  <a:gd name="connsiteX35" fmla="*/ 45949 w 271210"/>
                  <a:gd name="connsiteY35" fmla="*/ 21500 h 156472"/>
                  <a:gd name="connsiteX36" fmla="*/ 43447 w 271210"/>
                  <a:gd name="connsiteY36" fmla="*/ 39117 h 156472"/>
                  <a:gd name="connsiteX37" fmla="*/ 16648 w 271210"/>
                  <a:gd name="connsiteY37" fmla="*/ 142741 h 156472"/>
                  <a:gd name="connsiteX38" fmla="*/ 15576 w 271210"/>
                  <a:gd name="connsiteY38" fmla="*/ 147577 h 156472"/>
                  <a:gd name="connsiteX39" fmla="*/ 25581 w 271210"/>
                  <a:gd name="connsiteY39" fmla="*/ 156558 h 156472"/>
                  <a:gd name="connsiteX40" fmla="*/ 38445 w 271210"/>
                  <a:gd name="connsiteY40" fmla="*/ 147577 h 156472"/>
                  <a:gd name="connsiteX41" fmla="*/ 52738 w 271210"/>
                  <a:gd name="connsiteY41" fmla="*/ 92310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71210" h="156472">
                    <a:moveTo>
                      <a:pt x="52738" y="92310"/>
                    </a:moveTo>
                    <a:cubicBezTo>
                      <a:pt x="54524" y="84711"/>
                      <a:pt x="56668" y="77458"/>
                      <a:pt x="58455" y="69858"/>
                    </a:cubicBezTo>
                    <a:cubicBezTo>
                      <a:pt x="63100" y="52933"/>
                      <a:pt x="63100" y="52242"/>
                      <a:pt x="67388" y="44989"/>
                    </a:cubicBezTo>
                    <a:cubicBezTo>
                      <a:pt x="77750" y="27718"/>
                      <a:pt x="93116" y="7684"/>
                      <a:pt x="117771" y="7684"/>
                    </a:cubicBezTo>
                    <a:cubicBezTo>
                      <a:pt x="134208" y="7684"/>
                      <a:pt x="134208" y="25300"/>
                      <a:pt x="134208" y="30481"/>
                    </a:cubicBezTo>
                    <a:cubicBezTo>
                      <a:pt x="134208" y="39807"/>
                      <a:pt x="131707" y="49824"/>
                      <a:pt x="130992" y="52933"/>
                    </a:cubicBezTo>
                    <a:lnTo>
                      <a:pt x="107766" y="142741"/>
                    </a:lnTo>
                    <a:cubicBezTo>
                      <a:pt x="107051" y="144813"/>
                      <a:pt x="106694" y="146541"/>
                      <a:pt x="106694" y="147577"/>
                    </a:cubicBezTo>
                    <a:cubicBezTo>
                      <a:pt x="106694" y="151376"/>
                      <a:pt x="109552" y="156558"/>
                      <a:pt x="116699" y="156558"/>
                    </a:cubicBezTo>
                    <a:cubicBezTo>
                      <a:pt x="120987" y="156558"/>
                      <a:pt x="127061" y="154140"/>
                      <a:pt x="129563" y="147577"/>
                    </a:cubicBezTo>
                    <a:lnTo>
                      <a:pt x="143856" y="92310"/>
                    </a:lnTo>
                    <a:cubicBezTo>
                      <a:pt x="145642" y="84711"/>
                      <a:pt x="147786" y="77458"/>
                      <a:pt x="149573" y="69858"/>
                    </a:cubicBezTo>
                    <a:cubicBezTo>
                      <a:pt x="154218" y="52933"/>
                      <a:pt x="154218" y="52242"/>
                      <a:pt x="158506" y="44989"/>
                    </a:cubicBezTo>
                    <a:cubicBezTo>
                      <a:pt x="168869" y="27718"/>
                      <a:pt x="184234" y="7684"/>
                      <a:pt x="208889" y="7684"/>
                    </a:cubicBezTo>
                    <a:cubicBezTo>
                      <a:pt x="225326" y="7684"/>
                      <a:pt x="225326" y="25300"/>
                      <a:pt x="225326" y="30481"/>
                    </a:cubicBezTo>
                    <a:cubicBezTo>
                      <a:pt x="225326" y="51897"/>
                      <a:pt x="209604" y="93001"/>
                      <a:pt x="204601" y="106818"/>
                    </a:cubicBezTo>
                    <a:cubicBezTo>
                      <a:pt x="199956" y="118562"/>
                      <a:pt x="198884" y="121671"/>
                      <a:pt x="198884" y="128924"/>
                    </a:cubicBezTo>
                    <a:cubicBezTo>
                      <a:pt x="198884" y="144123"/>
                      <a:pt x="208889" y="156558"/>
                      <a:pt x="226041" y="156558"/>
                    </a:cubicBezTo>
                    <a:cubicBezTo>
                      <a:pt x="259272" y="156558"/>
                      <a:pt x="271421" y="105091"/>
                      <a:pt x="271421" y="103364"/>
                    </a:cubicBezTo>
                    <a:cubicBezTo>
                      <a:pt x="271421" y="99910"/>
                      <a:pt x="268562" y="99910"/>
                      <a:pt x="266061" y="99910"/>
                    </a:cubicBezTo>
                    <a:cubicBezTo>
                      <a:pt x="261416" y="99910"/>
                      <a:pt x="261416" y="100600"/>
                      <a:pt x="259987" y="105782"/>
                    </a:cubicBezTo>
                    <a:cubicBezTo>
                      <a:pt x="257128" y="115108"/>
                      <a:pt x="247480" y="148958"/>
                      <a:pt x="226755" y="148958"/>
                    </a:cubicBezTo>
                    <a:cubicBezTo>
                      <a:pt x="219251" y="148958"/>
                      <a:pt x="218894" y="143777"/>
                      <a:pt x="218894" y="138941"/>
                    </a:cubicBezTo>
                    <a:cubicBezTo>
                      <a:pt x="218894" y="130306"/>
                      <a:pt x="222467" y="121325"/>
                      <a:pt x="225326" y="113035"/>
                    </a:cubicBezTo>
                    <a:cubicBezTo>
                      <a:pt x="232472" y="94728"/>
                      <a:pt x="247123" y="56042"/>
                      <a:pt x="247123" y="36008"/>
                    </a:cubicBezTo>
                    <a:cubicBezTo>
                      <a:pt x="247123" y="6993"/>
                      <a:pt x="226398" y="85"/>
                      <a:pt x="209604" y="85"/>
                    </a:cubicBezTo>
                    <a:cubicBezTo>
                      <a:pt x="184591" y="85"/>
                      <a:pt x="166725" y="15283"/>
                      <a:pt x="156005" y="30481"/>
                    </a:cubicBezTo>
                    <a:cubicBezTo>
                      <a:pt x="153146" y="6648"/>
                      <a:pt x="134565" y="85"/>
                      <a:pt x="118486" y="85"/>
                    </a:cubicBezTo>
                    <a:cubicBezTo>
                      <a:pt x="97046" y="85"/>
                      <a:pt x="79537" y="11483"/>
                      <a:pt x="67388" y="27372"/>
                    </a:cubicBezTo>
                    <a:cubicBezTo>
                      <a:pt x="64887" y="10447"/>
                      <a:pt x="52738" y="85"/>
                      <a:pt x="37373" y="85"/>
                    </a:cubicBezTo>
                    <a:cubicBezTo>
                      <a:pt x="24509" y="85"/>
                      <a:pt x="17362" y="8029"/>
                      <a:pt x="11645" y="18392"/>
                    </a:cubicBezTo>
                    <a:cubicBezTo>
                      <a:pt x="4856" y="32208"/>
                      <a:pt x="211" y="52588"/>
                      <a:pt x="211" y="53279"/>
                    </a:cubicBezTo>
                    <a:cubicBezTo>
                      <a:pt x="211" y="56733"/>
                      <a:pt x="3784" y="56733"/>
                      <a:pt x="5571" y="56733"/>
                    </a:cubicBezTo>
                    <a:cubicBezTo>
                      <a:pt x="10216" y="56733"/>
                      <a:pt x="10573" y="56387"/>
                      <a:pt x="12360" y="48788"/>
                    </a:cubicBezTo>
                    <a:cubicBezTo>
                      <a:pt x="18792" y="24609"/>
                      <a:pt x="25581" y="7684"/>
                      <a:pt x="36658" y="7684"/>
                    </a:cubicBezTo>
                    <a:cubicBezTo>
                      <a:pt x="45949" y="7684"/>
                      <a:pt x="45949" y="17701"/>
                      <a:pt x="45949" y="21500"/>
                    </a:cubicBezTo>
                    <a:cubicBezTo>
                      <a:pt x="45949" y="27027"/>
                      <a:pt x="44877" y="33590"/>
                      <a:pt x="43447" y="39117"/>
                    </a:cubicBezTo>
                    <a:lnTo>
                      <a:pt x="16648" y="142741"/>
                    </a:lnTo>
                    <a:cubicBezTo>
                      <a:pt x="15933" y="144813"/>
                      <a:pt x="15576" y="146541"/>
                      <a:pt x="15576" y="147577"/>
                    </a:cubicBezTo>
                    <a:cubicBezTo>
                      <a:pt x="15576" y="151376"/>
                      <a:pt x="18434" y="156558"/>
                      <a:pt x="25581" y="156558"/>
                    </a:cubicBezTo>
                    <a:cubicBezTo>
                      <a:pt x="29869" y="156558"/>
                      <a:pt x="35943" y="154140"/>
                      <a:pt x="38445" y="147577"/>
                    </a:cubicBezTo>
                    <a:lnTo>
                      <a:pt x="52738" y="9231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25A96104-4D2D-CD9A-1D76-3DC953CB6860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10433006" y="5323350"/>
                <a:ext cx="152577" cy="156472"/>
              </a:xfrm>
              <a:custGeom>
                <a:avLst/>
                <a:gdLst>
                  <a:gd name="connsiteX0" fmla="*/ 86334 w 152577"/>
                  <a:gd name="connsiteY0" fmla="*/ 132379 h 156472"/>
                  <a:gd name="connsiteX1" fmla="*/ 115992 w 152577"/>
                  <a:gd name="connsiteY1" fmla="*/ 156558 h 156472"/>
                  <a:gd name="connsiteX2" fmla="*/ 142077 w 152577"/>
                  <a:gd name="connsiteY2" fmla="*/ 137214 h 156472"/>
                  <a:gd name="connsiteX3" fmla="*/ 152797 w 152577"/>
                  <a:gd name="connsiteY3" fmla="*/ 103364 h 156472"/>
                  <a:gd name="connsiteX4" fmla="*/ 147437 w 152577"/>
                  <a:gd name="connsiteY4" fmla="*/ 99910 h 156472"/>
                  <a:gd name="connsiteX5" fmla="*/ 140648 w 152577"/>
                  <a:gd name="connsiteY5" fmla="*/ 107854 h 156472"/>
                  <a:gd name="connsiteX6" fmla="*/ 116707 w 152577"/>
                  <a:gd name="connsiteY6" fmla="*/ 148958 h 156472"/>
                  <a:gd name="connsiteX7" fmla="*/ 107417 w 152577"/>
                  <a:gd name="connsiteY7" fmla="*/ 134796 h 156472"/>
                  <a:gd name="connsiteX8" fmla="*/ 109918 w 152577"/>
                  <a:gd name="connsiteY8" fmla="*/ 117180 h 156472"/>
                  <a:gd name="connsiteX9" fmla="*/ 134216 w 152577"/>
                  <a:gd name="connsiteY9" fmla="*/ 23227 h 156472"/>
                  <a:gd name="connsiteX10" fmla="*/ 135645 w 152577"/>
                  <a:gd name="connsiteY10" fmla="*/ 15974 h 156472"/>
                  <a:gd name="connsiteX11" fmla="*/ 125998 w 152577"/>
                  <a:gd name="connsiteY11" fmla="*/ 6993 h 156472"/>
                  <a:gd name="connsiteX12" fmla="*/ 111705 w 152577"/>
                  <a:gd name="connsiteY12" fmla="*/ 20464 h 156472"/>
                  <a:gd name="connsiteX13" fmla="*/ 82047 w 152577"/>
                  <a:gd name="connsiteY13" fmla="*/ 85 h 156472"/>
                  <a:gd name="connsiteX14" fmla="*/ 219 w 152577"/>
                  <a:gd name="connsiteY14" fmla="*/ 103018 h 156472"/>
                  <a:gd name="connsiteX15" fmla="*/ 43455 w 152577"/>
                  <a:gd name="connsiteY15" fmla="*/ 156558 h 156472"/>
                  <a:gd name="connsiteX16" fmla="*/ 86334 w 152577"/>
                  <a:gd name="connsiteY16" fmla="*/ 132379 h 156472"/>
                  <a:gd name="connsiteX17" fmla="*/ 105630 w 152577"/>
                  <a:gd name="connsiteY17" fmla="*/ 44643 h 156472"/>
                  <a:gd name="connsiteX18" fmla="*/ 88836 w 152577"/>
                  <a:gd name="connsiteY18" fmla="*/ 109927 h 156472"/>
                  <a:gd name="connsiteX19" fmla="*/ 44170 w 152577"/>
                  <a:gd name="connsiteY19" fmla="*/ 148958 h 156472"/>
                  <a:gd name="connsiteX20" fmla="*/ 24517 w 152577"/>
                  <a:gd name="connsiteY20" fmla="*/ 118217 h 156472"/>
                  <a:gd name="connsiteX21" fmla="*/ 42026 w 152577"/>
                  <a:gd name="connsiteY21" fmla="*/ 46025 h 156472"/>
                  <a:gd name="connsiteX22" fmla="*/ 82047 w 152577"/>
                  <a:gd name="connsiteY22" fmla="*/ 7684 h 156472"/>
                  <a:gd name="connsiteX23" fmla="*/ 106702 w 152577"/>
                  <a:gd name="connsiteY23" fmla="*/ 40153 h 156472"/>
                  <a:gd name="connsiteX24" fmla="*/ 105630 w 152577"/>
                  <a:gd name="connsiteY24" fmla="*/ 44643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2577" h="156472">
                    <a:moveTo>
                      <a:pt x="86334" y="132379"/>
                    </a:moveTo>
                    <a:cubicBezTo>
                      <a:pt x="90265" y="149304"/>
                      <a:pt x="103486" y="156558"/>
                      <a:pt x="115992" y="156558"/>
                    </a:cubicBezTo>
                    <a:cubicBezTo>
                      <a:pt x="129214" y="156558"/>
                      <a:pt x="136717" y="147922"/>
                      <a:pt x="142077" y="137214"/>
                    </a:cubicBezTo>
                    <a:cubicBezTo>
                      <a:pt x="148509" y="124089"/>
                      <a:pt x="152797" y="104055"/>
                      <a:pt x="152797" y="103364"/>
                    </a:cubicBezTo>
                    <a:cubicBezTo>
                      <a:pt x="152797" y="99910"/>
                      <a:pt x="149938" y="99910"/>
                      <a:pt x="147437" y="99910"/>
                    </a:cubicBezTo>
                    <a:cubicBezTo>
                      <a:pt x="143149" y="99910"/>
                      <a:pt x="142792" y="100255"/>
                      <a:pt x="140648" y="107854"/>
                    </a:cubicBezTo>
                    <a:cubicBezTo>
                      <a:pt x="135645" y="127197"/>
                      <a:pt x="128856" y="148958"/>
                      <a:pt x="116707" y="148958"/>
                    </a:cubicBezTo>
                    <a:cubicBezTo>
                      <a:pt x="107417" y="148958"/>
                      <a:pt x="107417" y="139632"/>
                      <a:pt x="107417" y="134796"/>
                    </a:cubicBezTo>
                    <a:cubicBezTo>
                      <a:pt x="107417" y="132379"/>
                      <a:pt x="107417" y="126852"/>
                      <a:pt x="109918" y="117180"/>
                    </a:cubicBezTo>
                    <a:lnTo>
                      <a:pt x="134216" y="23227"/>
                    </a:lnTo>
                    <a:cubicBezTo>
                      <a:pt x="135645" y="18392"/>
                      <a:pt x="135645" y="17701"/>
                      <a:pt x="135645" y="15974"/>
                    </a:cubicBezTo>
                    <a:cubicBezTo>
                      <a:pt x="135645" y="8720"/>
                      <a:pt x="129571" y="6993"/>
                      <a:pt x="125998" y="6993"/>
                    </a:cubicBezTo>
                    <a:cubicBezTo>
                      <a:pt x="114563" y="6993"/>
                      <a:pt x="112062" y="18737"/>
                      <a:pt x="111705" y="20464"/>
                    </a:cubicBezTo>
                    <a:cubicBezTo>
                      <a:pt x="104915" y="5611"/>
                      <a:pt x="93481" y="85"/>
                      <a:pt x="82047" y="85"/>
                    </a:cubicBezTo>
                    <a:cubicBezTo>
                      <a:pt x="42383" y="85"/>
                      <a:pt x="219" y="52588"/>
                      <a:pt x="219" y="103018"/>
                    </a:cubicBezTo>
                    <a:cubicBezTo>
                      <a:pt x="219" y="132379"/>
                      <a:pt x="16656" y="156558"/>
                      <a:pt x="43455" y="156558"/>
                    </a:cubicBezTo>
                    <a:cubicBezTo>
                      <a:pt x="56319" y="156558"/>
                      <a:pt x="72041" y="149304"/>
                      <a:pt x="86334" y="132379"/>
                    </a:cubicBezTo>
                    <a:close/>
                    <a:moveTo>
                      <a:pt x="105630" y="44643"/>
                    </a:moveTo>
                    <a:lnTo>
                      <a:pt x="88836" y="109927"/>
                    </a:lnTo>
                    <a:cubicBezTo>
                      <a:pt x="85977" y="120980"/>
                      <a:pt x="63823" y="148958"/>
                      <a:pt x="44170" y="148958"/>
                    </a:cubicBezTo>
                    <a:cubicBezTo>
                      <a:pt x="27376" y="148958"/>
                      <a:pt x="24517" y="128579"/>
                      <a:pt x="24517" y="118217"/>
                    </a:cubicBezTo>
                    <a:cubicBezTo>
                      <a:pt x="24517" y="100946"/>
                      <a:pt x="35594" y="60532"/>
                      <a:pt x="42026" y="46025"/>
                    </a:cubicBezTo>
                    <a:cubicBezTo>
                      <a:pt x="50959" y="24955"/>
                      <a:pt x="67396" y="7684"/>
                      <a:pt x="82047" y="7684"/>
                    </a:cubicBezTo>
                    <a:cubicBezTo>
                      <a:pt x="97769" y="7684"/>
                      <a:pt x="106702" y="25645"/>
                      <a:pt x="106702" y="40153"/>
                    </a:cubicBezTo>
                    <a:cubicBezTo>
                      <a:pt x="106702" y="40844"/>
                      <a:pt x="106345" y="42571"/>
                      <a:pt x="105630" y="4464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57796C5A-A18C-E480-B02A-B14BFA22B5DF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10610636" y="5236306"/>
                <a:ext cx="75753" cy="243517"/>
              </a:xfrm>
              <a:custGeom>
                <a:avLst/>
                <a:gdLst>
                  <a:gd name="connsiteX0" fmla="*/ 74905 w 75753"/>
                  <a:gd name="connsiteY0" fmla="*/ 8720 h 243517"/>
                  <a:gd name="connsiteX1" fmla="*/ 75977 w 75753"/>
                  <a:gd name="connsiteY1" fmla="*/ 4230 h 243517"/>
                  <a:gd name="connsiteX2" fmla="*/ 70975 w 75753"/>
                  <a:gd name="connsiteY2" fmla="*/ 85 h 243517"/>
                  <a:gd name="connsiteX3" fmla="*/ 65257 w 75753"/>
                  <a:gd name="connsiteY3" fmla="*/ 776 h 243517"/>
                  <a:gd name="connsiteX4" fmla="*/ 29882 w 75753"/>
                  <a:gd name="connsiteY4" fmla="*/ 3539 h 243517"/>
                  <a:gd name="connsiteX5" fmla="*/ 21664 w 75753"/>
                  <a:gd name="connsiteY5" fmla="*/ 10793 h 243517"/>
                  <a:gd name="connsiteX6" fmla="*/ 30239 w 75753"/>
                  <a:gd name="connsiteY6" fmla="*/ 14592 h 243517"/>
                  <a:gd name="connsiteX7" fmla="*/ 48106 w 75753"/>
                  <a:gd name="connsiteY7" fmla="*/ 20464 h 243517"/>
                  <a:gd name="connsiteX8" fmla="*/ 47034 w 75753"/>
                  <a:gd name="connsiteY8" fmla="*/ 26336 h 243517"/>
                  <a:gd name="connsiteX9" fmla="*/ 2368 w 75753"/>
                  <a:gd name="connsiteY9" fmla="*/ 199044 h 243517"/>
                  <a:gd name="connsiteX10" fmla="*/ 224 w 75753"/>
                  <a:gd name="connsiteY10" fmla="*/ 212515 h 243517"/>
                  <a:gd name="connsiteX11" fmla="*/ 30239 w 75753"/>
                  <a:gd name="connsiteY11" fmla="*/ 243602 h 243517"/>
                  <a:gd name="connsiteX12" fmla="*/ 55610 w 75753"/>
                  <a:gd name="connsiteY12" fmla="*/ 225640 h 243517"/>
                  <a:gd name="connsiteX13" fmla="*/ 66687 w 75753"/>
                  <a:gd name="connsiteY13" fmla="*/ 190408 h 243517"/>
                  <a:gd name="connsiteX14" fmla="*/ 61327 w 75753"/>
                  <a:gd name="connsiteY14" fmla="*/ 186954 h 243517"/>
                  <a:gd name="connsiteX15" fmla="*/ 56324 w 75753"/>
                  <a:gd name="connsiteY15" fmla="*/ 188681 h 243517"/>
                  <a:gd name="connsiteX16" fmla="*/ 53823 w 75753"/>
                  <a:gd name="connsiteY16" fmla="*/ 197316 h 243517"/>
                  <a:gd name="connsiteX17" fmla="*/ 30954 w 75753"/>
                  <a:gd name="connsiteY17" fmla="*/ 236003 h 243517"/>
                  <a:gd name="connsiteX18" fmla="*/ 21664 w 75753"/>
                  <a:gd name="connsiteY18" fmla="*/ 221841 h 243517"/>
                  <a:gd name="connsiteX19" fmla="*/ 23808 w 75753"/>
                  <a:gd name="connsiteY19" fmla="*/ 205952 h 243517"/>
                  <a:gd name="connsiteX20" fmla="*/ 74905 w 75753"/>
                  <a:gd name="connsiteY20" fmla="*/ 8720 h 243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5753" h="243517">
                    <a:moveTo>
                      <a:pt x="74905" y="8720"/>
                    </a:moveTo>
                    <a:cubicBezTo>
                      <a:pt x="75262" y="7684"/>
                      <a:pt x="75977" y="4920"/>
                      <a:pt x="75977" y="4230"/>
                    </a:cubicBezTo>
                    <a:cubicBezTo>
                      <a:pt x="75977" y="1121"/>
                      <a:pt x="73833" y="85"/>
                      <a:pt x="70975" y="85"/>
                    </a:cubicBezTo>
                    <a:cubicBezTo>
                      <a:pt x="69903" y="85"/>
                      <a:pt x="66329" y="430"/>
                      <a:pt x="65257" y="776"/>
                    </a:cubicBezTo>
                    <a:lnTo>
                      <a:pt x="29882" y="3539"/>
                    </a:lnTo>
                    <a:cubicBezTo>
                      <a:pt x="25594" y="3884"/>
                      <a:pt x="21664" y="4230"/>
                      <a:pt x="21664" y="10793"/>
                    </a:cubicBezTo>
                    <a:cubicBezTo>
                      <a:pt x="21664" y="14592"/>
                      <a:pt x="25237" y="14592"/>
                      <a:pt x="30239" y="14592"/>
                    </a:cubicBezTo>
                    <a:cubicBezTo>
                      <a:pt x="47391" y="14592"/>
                      <a:pt x="48106" y="17010"/>
                      <a:pt x="48106" y="20464"/>
                    </a:cubicBezTo>
                    <a:cubicBezTo>
                      <a:pt x="48106" y="21500"/>
                      <a:pt x="47034" y="25991"/>
                      <a:pt x="47034" y="26336"/>
                    </a:cubicBezTo>
                    <a:lnTo>
                      <a:pt x="2368" y="199044"/>
                    </a:lnTo>
                    <a:cubicBezTo>
                      <a:pt x="2011" y="200425"/>
                      <a:pt x="224" y="207334"/>
                      <a:pt x="224" y="212515"/>
                    </a:cubicBezTo>
                    <a:cubicBezTo>
                      <a:pt x="224" y="230822"/>
                      <a:pt x="13088" y="243602"/>
                      <a:pt x="30239" y="243602"/>
                    </a:cubicBezTo>
                    <a:cubicBezTo>
                      <a:pt x="43818" y="243602"/>
                      <a:pt x="50964" y="234276"/>
                      <a:pt x="55610" y="225640"/>
                    </a:cubicBezTo>
                    <a:cubicBezTo>
                      <a:pt x="61684" y="213551"/>
                      <a:pt x="66687" y="191444"/>
                      <a:pt x="66687" y="190408"/>
                    </a:cubicBezTo>
                    <a:cubicBezTo>
                      <a:pt x="66687" y="186954"/>
                      <a:pt x="63828" y="186954"/>
                      <a:pt x="61327" y="186954"/>
                    </a:cubicBezTo>
                    <a:cubicBezTo>
                      <a:pt x="59540" y="186954"/>
                      <a:pt x="57396" y="186954"/>
                      <a:pt x="56324" y="188681"/>
                    </a:cubicBezTo>
                    <a:lnTo>
                      <a:pt x="53823" y="197316"/>
                    </a:lnTo>
                    <a:cubicBezTo>
                      <a:pt x="47748" y="221495"/>
                      <a:pt x="40959" y="236003"/>
                      <a:pt x="30954" y="236003"/>
                    </a:cubicBezTo>
                    <a:cubicBezTo>
                      <a:pt x="21664" y="236003"/>
                      <a:pt x="21664" y="226677"/>
                      <a:pt x="21664" y="221841"/>
                    </a:cubicBezTo>
                    <a:cubicBezTo>
                      <a:pt x="21664" y="219423"/>
                      <a:pt x="21664" y="214242"/>
                      <a:pt x="23808" y="205952"/>
                    </a:cubicBezTo>
                    <a:lnTo>
                      <a:pt x="74905" y="872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6DF84EE5-5C5B-6B26-31C6-13F1796A060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10818359" y="5241141"/>
                <a:ext cx="243240" cy="234881"/>
              </a:xfrm>
              <a:custGeom>
                <a:avLst/>
                <a:gdLst>
                  <a:gd name="connsiteX0" fmla="*/ 222129 w 243240"/>
                  <a:gd name="connsiteY0" fmla="*/ 153794 h 234881"/>
                  <a:gd name="connsiteX1" fmla="*/ 223559 w 243240"/>
                  <a:gd name="connsiteY1" fmla="*/ 149649 h 234881"/>
                  <a:gd name="connsiteX2" fmla="*/ 218199 w 243240"/>
                  <a:gd name="connsiteY2" fmla="*/ 145850 h 234881"/>
                  <a:gd name="connsiteX3" fmla="*/ 210695 w 243240"/>
                  <a:gd name="connsiteY3" fmla="*/ 154140 h 234881"/>
                  <a:gd name="connsiteX4" fmla="*/ 120649 w 243240"/>
                  <a:gd name="connsiteY4" fmla="*/ 224259 h 234881"/>
                  <a:gd name="connsiteX5" fmla="*/ 77055 w 243240"/>
                  <a:gd name="connsiteY5" fmla="*/ 224259 h 234881"/>
                  <a:gd name="connsiteX6" fmla="*/ 65978 w 243240"/>
                  <a:gd name="connsiteY6" fmla="*/ 220805 h 234881"/>
                  <a:gd name="connsiteX7" fmla="*/ 67407 w 243240"/>
                  <a:gd name="connsiteY7" fmla="*/ 213206 h 234881"/>
                  <a:gd name="connsiteX8" fmla="*/ 92063 w 243240"/>
                  <a:gd name="connsiteY8" fmla="*/ 118217 h 234881"/>
                  <a:gd name="connsiteX9" fmla="*/ 123150 w 243240"/>
                  <a:gd name="connsiteY9" fmla="*/ 118217 h 234881"/>
                  <a:gd name="connsiteX10" fmla="*/ 149950 w 243240"/>
                  <a:gd name="connsiteY10" fmla="*/ 133069 h 234881"/>
                  <a:gd name="connsiteX11" fmla="*/ 146734 w 243240"/>
                  <a:gd name="connsiteY11" fmla="*/ 150685 h 234881"/>
                  <a:gd name="connsiteX12" fmla="*/ 146019 w 243240"/>
                  <a:gd name="connsiteY12" fmla="*/ 154485 h 234881"/>
                  <a:gd name="connsiteX13" fmla="*/ 151736 w 243240"/>
                  <a:gd name="connsiteY13" fmla="*/ 158630 h 234881"/>
                  <a:gd name="connsiteX14" fmla="*/ 158168 w 243240"/>
                  <a:gd name="connsiteY14" fmla="*/ 151722 h 234881"/>
                  <a:gd name="connsiteX15" fmla="*/ 177821 w 243240"/>
                  <a:gd name="connsiteY15" fmla="*/ 75730 h 234881"/>
                  <a:gd name="connsiteX16" fmla="*/ 178893 w 243240"/>
                  <a:gd name="connsiteY16" fmla="*/ 71240 h 234881"/>
                  <a:gd name="connsiteX17" fmla="*/ 173176 w 243240"/>
                  <a:gd name="connsiteY17" fmla="*/ 67095 h 234881"/>
                  <a:gd name="connsiteX18" fmla="*/ 166387 w 243240"/>
                  <a:gd name="connsiteY18" fmla="*/ 75385 h 234881"/>
                  <a:gd name="connsiteX19" fmla="*/ 123865 w 243240"/>
                  <a:gd name="connsiteY19" fmla="*/ 107509 h 234881"/>
                  <a:gd name="connsiteX20" fmla="*/ 94921 w 243240"/>
                  <a:gd name="connsiteY20" fmla="*/ 107509 h 234881"/>
                  <a:gd name="connsiteX21" fmla="*/ 116718 w 243240"/>
                  <a:gd name="connsiteY21" fmla="*/ 22537 h 234881"/>
                  <a:gd name="connsiteX22" fmla="*/ 133870 w 243240"/>
                  <a:gd name="connsiteY22" fmla="*/ 10793 h 234881"/>
                  <a:gd name="connsiteX23" fmla="*/ 178536 w 243240"/>
                  <a:gd name="connsiteY23" fmla="*/ 10793 h 234881"/>
                  <a:gd name="connsiteX24" fmla="*/ 226060 w 243240"/>
                  <a:gd name="connsiteY24" fmla="*/ 45679 h 234881"/>
                  <a:gd name="connsiteX25" fmla="*/ 224273 w 243240"/>
                  <a:gd name="connsiteY25" fmla="*/ 67786 h 234881"/>
                  <a:gd name="connsiteX26" fmla="*/ 223559 w 243240"/>
                  <a:gd name="connsiteY26" fmla="*/ 73658 h 234881"/>
                  <a:gd name="connsiteX27" fmla="*/ 228919 w 243240"/>
                  <a:gd name="connsiteY27" fmla="*/ 77803 h 234881"/>
                  <a:gd name="connsiteX28" fmla="*/ 234993 w 243240"/>
                  <a:gd name="connsiteY28" fmla="*/ 70204 h 234881"/>
                  <a:gd name="connsiteX29" fmla="*/ 243212 w 243240"/>
                  <a:gd name="connsiteY29" fmla="*/ 9065 h 234881"/>
                  <a:gd name="connsiteX30" fmla="*/ 234636 w 243240"/>
                  <a:gd name="connsiteY30" fmla="*/ 85 h 234881"/>
                  <a:gd name="connsiteX31" fmla="*/ 67765 w 243240"/>
                  <a:gd name="connsiteY31" fmla="*/ 85 h 234881"/>
                  <a:gd name="connsiteX32" fmla="*/ 58117 w 243240"/>
                  <a:gd name="connsiteY32" fmla="*/ 6302 h 234881"/>
                  <a:gd name="connsiteX33" fmla="*/ 67765 w 243240"/>
                  <a:gd name="connsiteY33" fmla="*/ 10793 h 234881"/>
                  <a:gd name="connsiteX34" fmla="*/ 88490 w 243240"/>
                  <a:gd name="connsiteY34" fmla="*/ 16665 h 234881"/>
                  <a:gd name="connsiteX35" fmla="*/ 87060 w 243240"/>
                  <a:gd name="connsiteY35" fmla="*/ 24609 h 234881"/>
                  <a:gd name="connsiteX36" fmla="*/ 39179 w 243240"/>
                  <a:gd name="connsiteY36" fmla="*/ 209751 h 234881"/>
                  <a:gd name="connsiteX37" fmla="*/ 9878 w 243240"/>
                  <a:gd name="connsiteY37" fmla="*/ 224259 h 234881"/>
                  <a:gd name="connsiteX38" fmla="*/ 230 w 243240"/>
                  <a:gd name="connsiteY38" fmla="*/ 230822 h 234881"/>
                  <a:gd name="connsiteX39" fmla="*/ 9163 w 243240"/>
                  <a:gd name="connsiteY39" fmla="*/ 234967 h 234881"/>
                  <a:gd name="connsiteX40" fmla="*/ 180322 w 243240"/>
                  <a:gd name="connsiteY40" fmla="*/ 234967 h 234881"/>
                  <a:gd name="connsiteX41" fmla="*/ 190327 w 243240"/>
                  <a:gd name="connsiteY41" fmla="*/ 229440 h 234881"/>
                  <a:gd name="connsiteX42" fmla="*/ 222129 w 243240"/>
                  <a:gd name="connsiteY42" fmla="*/ 153794 h 234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43240" h="234881">
                    <a:moveTo>
                      <a:pt x="222129" y="153794"/>
                    </a:moveTo>
                    <a:cubicBezTo>
                      <a:pt x="222487" y="153103"/>
                      <a:pt x="223559" y="149995"/>
                      <a:pt x="223559" y="149649"/>
                    </a:cubicBezTo>
                    <a:cubicBezTo>
                      <a:pt x="223559" y="145850"/>
                      <a:pt x="219271" y="145850"/>
                      <a:pt x="218199" y="145850"/>
                    </a:cubicBezTo>
                    <a:cubicBezTo>
                      <a:pt x="214268" y="145850"/>
                      <a:pt x="213911" y="146195"/>
                      <a:pt x="210695" y="154140"/>
                    </a:cubicBezTo>
                    <a:cubicBezTo>
                      <a:pt x="189970" y="201807"/>
                      <a:pt x="177464" y="224259"/>
                      <a:pt x="120649" y="224259"/>
                    </a:cubicBezTo>
                    <a:lnTo>
                      <a:pt x="77055" y="224259"/>
                    </a:lnTo>
                    <a:cubicBezTo>
                      <a:pt x="65978" y="224259"/>
                      <a:pt x="65978" y="223223"/>
                      <a:pt x="65978" y="220805"/>
                    </a:cubicBezTo>
                    <a:cubicBezTo>
                      <a:pt x="65978" y="218732"/>
                      <a:pt x="67050" y="215278"/>
                      <a:pt x="67407" y="213206"/>
                    </a:cubicBezTo>
                    <a:lnTo>
                      <a:pt x="92063" y="118217"/>
                    </a:lnTo>
                    <a:lnTo>
                      <a:pt x="123150" y="118217"/>
                    </a:lnTo>
                    <a:cubicBezTo>
                      <a:pt x="147448" y="118217"/>
                      <a:pt x="149950" y="123743"/>
                      <a:pt x="149950" y="133069"/>
                    </a:cubicBezTo>
                    <a:cubicBezTo>
                      <a:pt x="149950" y="135487"/>
                      <a:pt x="149592" y="140668"/>
                      <a:pt x="146734" y="150685"/>
                    </a:cubicBezTo>
                    <a:cubicBezTo>
                      <a:pt x="146734" y="151376"/>
                      <a:pt x="146019" y="153449"/>
                      <a:pt x="146019" y="154485"/>
                    </a:cubicBezTo>
                    <a:cubicBezTo>
                      <a:pt x="146019" y="158630"/>
                      <a:pt x="149592" y="158630"/>
                      <a:pt x="151736" y="158630"/>
                    </a:cubicBezTo>
                    <a:cubicBezTo>
                      <a:pt x="155667" y="158630"/>
                      <a:pt x="156739" y="157939"/>
                      <a:pt x="158168" y="151722"/>
                    </a:cubicBezTo>
                    <a:lnTo>
                      <a:pt x="177821" y="75730"/>
                    </a:lnTo>
                    <a:cubicBezTo>
                      <a:pt x="178178" y="74694"/>
                      <a:pt x="178893" y="71931"/>
                      <a:pt x="178893" y="71240"/>
                    </a:cubicBezTo>
                    <a:cubicBezTo>
                      <a:pt x="178893" y="67095"/>
                      <a:pt x="174605" y="67095"/>
                      <a:pt x="173176" y="67095"/>
                    </a:cubicBezTo>
                    <a:cubicBezTo>
                      <a:pt x="168531" y="67095"/>
                      <a:pt x="168531" y="68131"/>
                      <a:pt x="166387" y="75385"/>
                    </a:cubicBezTo>
                    <a:cubicBezTo>
                      <a:pt x="159597" y="99910"/>
                      <a:pt x="152808" y="107509"/>
                      <a:pt x="123865" y="107509"/>
                    </a:cubicBezTo>
                    <a:lnTo>
                      <a:pt x="94921" y="107509"/>
                    </a:lnTo>
                    <a:lnTo>
                      <a:pt x="116718" y="22537"/>
                    </a:lnTo>
                    <a:cubicBezTo>
                      <a:pt x="119577" y="11138"/>
                      <a:pt x="122078" y="10793"/>
                      <a:pt x="133870" y="10793"/>
                    </a:cubicBezTo>
                    <a:lnTo>
                      <a:pt x="178536" y="10793"/>
                    </a:lnTo>
                    <a:cubicBezTo>
                      <a:pt x="217127" y="10793"/>
                      <a:pt x="226060" y="21155"/>
                      <a:pt x="226060" y="45679"/>
                    </a:cubicBezTo>
                    <a:cubicBezTo>
                      <a:pt x="226060" y="55006"/>
                      <a:pt x="225345" y="59496"/>
                      <a:pt x="224273" y="67786"/>
                    </a:cubicBezTo>
                    <a:cubicBezTo>
                      <a:pt x="223916" y="69513"/>
                      <a:pt x="223559" y="72622"/>
                      <a:pt x="223559" y="73658"/>
                    </a:cubicBezTo>
                    <a:cubicBezTo>
                      <a:pt x="223559" y="77803"/>
                      <a:pt x="227489" y="77803"/>
                      <a:pt x="228919" y="77803"/>
                    </a:cubicBezTo>
                    <a:cubicBezTo>
                      <a:pt x="233921" y="77803"/>
                      <a:pt x="234278" y="76421"/>
                      <a:pt x="234993" y="70204"/>
                    </a:cubicBezTo>
                    <a:lnTo>
                      <a:pt x="243212" y="9065"/>
                    </a:lnTo>
                    <a:cubicBezTo>
                      <a:pt x="244284" y="85"/>
                      <a:pt x="242140" y="85"/>
                      <a:pt x="234636" y="85"/>
                    </a:cubicBezTo>
                    <a:lnTo>
                      <a:pt x="67765" y="85"/>
                    </a:lnTo>
                    <a:cubicBezTo>
                      <a:pt x="61690" y="85"/>
                      <a:pt x="58117" y="85"/>
                      <a:pt x="58117" y="6302"/>
                    </a:cubicBezTo>
                    <a:cubicBezTo>
                      <a:pt x="58117" y="10793"/>
                      <a:pt x="60618" y="10793"/>
                      <a:pt x="67765" y="10793"/>
                    </a:cubicBezTo>
                    <a:cubicBezTo>
                      <a:pt x="88490" y="10793"/>
                      <a:pt x="88490" y="13556"/>
                      <a:pt x="88490" y="16665"/>
                    </a:cubicBezTo>
                    <a:cubicBezTo>
                      <a:pt x="88490" y="17010"/>
                      <a:pt x="88490" y="19428"/>
                      <a:pt x="87060" y="24609"/>
                    </a:cubicBezTo>
                    <a:lnTo>
                      <a:pt x="39179" y="209751"/>
                    </a:lnTo>
                    <a:cubicBezTo>
                      <a:pt x="36320" y="221495"/>
                      <a:pt x="34176" y="224259"/>
                      <a:pt x="9878" y="224259"/>
                    </a:cubicBezTo>
                    <a:cubicBezTo>
                      <a:pt x="4161" y="224259"/>
                      <a:pt x="230" y="224259"/>
                      <a:pt x="230" y="230822"/>
                    </a:cubicBezTo>
                    <a:cubicBezTo>
                      <a:pt x="230" y="234967"/>
                      <a:pt x="3446" y="234967"/>
                      <a:pt x="9163" y="234967"/>
                    </a:cubicBezTo>
                    <a:lnTo>
                      <a:pt x="180322" y="234967"/>
                    </a:lnTo>
                    <a:cubicBezTo>
                      <a:pt x="187469" y="234967"/>
                      <a:pt x="187826" y="234621"/>
                      <a:pt x="190327" y="229440"/>
                    </a:cubicBezTo>
                    <a:lnTo>
                      <a:pt x="222129" y="153794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58580CFD-6815-93A4-AC9D-390440725F81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11077181" y="5323350"/>
                <a:ext cx="138999" cy="219683"/>
              </a:xfrm>
              <a:custGeom>
                <a:avLst/>
                <a:gdLst>
                  <a:gd name="connsiteX0" fmla="*/ 138165 w 138999"/>
                  <a:gd name="connsiteY0" fmla="*/ 8720 h 219683"/>
                  <a:gd name="connsiteX1" fmla="*/ 139237 w 138999"/>
                  <a:gd name="connsiteY1" fmla="*/ 4230 h 219683"/>
                  <a:gd name="connsiteX2" fmla="*/ 135306 w 138999"/>
                  <a:gd name="connsiteY2" fmla="*/ 430 h 219683"/>
                  <a:gd name="connsiteX3" fmla="*/ 112795 w 138999"/>
                  <a:gd name="connsiteY3" fmla="*/ 22191 h 219683"/>
                  <a:gd name="connsiteX4" fmla="*/ 82065 w 138999"/>
                  <a:gd name="connsiteY4" fmla="*/ 85 h 219683"/>
                  <a:gd name="connsiteX5" fmla="*/ 237 w 138999"/>
                  <a:gd name="connsiteY5" fmla="*/ 103018 h 219683"/>
                  <a:gd name="connsiteX6" fmla="*/ 43473 w 138999"/>
                  <a:gd name="connsiteY6" fmla="*/ 156558 h 219683"/>
                  <a:gd name="connsiteX7" fmla="*/ 81350 w 138999"/>
                  <a:gd name="connsiteY7" fmla="*/ 138251 h 219683"/>
                  <a:gd name="connsiteX8" fmla="*/ 67414 w 138999"/>
                  <a:gd name="connsiteY8" fmla="*/ 192481 h 219683"/>
                  <a:gd name="connsiteX9" fmla="*/ 40257 w 138999"/>
                  <a:gd name="connsiteY9" fmla="*/ 209061 h 219683"/>
                  <a:gd name="connsiteX10" fmla="*/ 31682 w 138999"/>
                  <a:gd name="connsiteY10" fmla="*/ 215623 h 219683"/>
                  <a:gd name="connsiteX11" fmla="*/ 36327 w 138999"/>
                  <a:gd name="connsiteY11" fmla="*/ 219768 h 219683"/>
                  <a:gd name="connsiteX12" fmla="*/ 72059 w 138999"/>
                  <a:gd name="connsiteY12" fmla="*/ 218732 h 219683"/>
                  <a:gd name="connsiteX13" fmla="*/ 108149 w 138999"/>
                  <a:gd name="connsiteY13" fmla="*/ 219768 h 219683"/>
                  <a:gd name="connsiteX14" fmla="*/ 114938 w 138999"/>
                  <a:gd name="connsiteY14" fmla="*/ 213206 h 219683"/>
                  <a:gd name="connsiteX15" fmla="*/ 106363 w 138999"/>
                  <a:gd name="connsiteY15" fmla="*/ 209061 h 219683"/>
                  <a:gd name="connsiteX16" fmla="*/ 88139 w 138999"/>
                  <a:gd name="connsiteY16" fmla="*/ 203534 h 219683"/>
                  <a:gd name="connsiteX17" fmla="*/ 89211 w 138999"/>
                  <a:gd name="connsiteY17" fmla="*/ 197317 h 219683"/>
                  <a:gd name="connsiteX18" fmla="*/ 138165 w 138999"/>
                  <a:gd name="connsiteY18" fmla="*/ 8720 h 219683"/>
                  <a:gd name="connsiteX19" fmla="*/ 88496 w 138999"/>
                  <a:gd name="connsiteY19" fmla="*/ 110617 h 219683"/>
                  <a:gd name="connsiteX20" fmla="*/ 44188 w 138999"/>
                  <a:gd name="connsiteY20" fmla="*/ 148958 h 219683"/>
                  <a:gd name="connsiteX21" fmla="*/ 24535 w 138999"/>
                  <a:gd name="connsiteY21" fmla="*/ 118217 h 219683"/>
                  <a:gd name="connsiteX22" fmla="*/ 42044 w 138999"/>
                  <a:gd name="connsiteY22" fmla="*/ 46025 h 219683"/>
                  <a:gd name="connsiteX23" fmla="*/ 82065 w 138999"/>
                  <a:gd name="connsiteY23" fmla="*/ 7684 h 219683"/>
                  <a:gd name="connsiteX24" fmla="*/ 99573 w 138999"/>
                  <a:gd name="connsiteY24" fmla="*/ 17701 h 219683"/>
                  <a:gd name="connsiteX25" fmla="*/ 106720 w 138999"/>
                  <a:gd name="connsiteY25" fmla="*/ 39807 h 219683"/>
                  <a:gd name="connsiteX26" fmla="*/ 105648 w 138999"/>
                  <a:gd name="connsiteY26" fmla="*/ 44298 h 219683"/>
                  <a:gd name="connsiteX27" fmla="*/ 88496 w 138999"/>
                  <a:gd name="connsiteY27" fmla="*/ 110617 h 219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8999" h="219683">
                    <a:moveTo>
                      <a:pt x="138165" y="8720"/>
                    </a:moveTo>
                    <a:cubicBezTo>
                      <a:pt x="138522" y="7684"/>
                      <a:pt x="139237" y="4920"/>
                      <a:pt x="139237" y="4230"/>
                    </a:cubicBezTo>
                    <a:cubicBezTo>
                      <a:pt x="139237" y="1121"/>
                      <a:pt x="136378" y="430"/>
                      <a:pt x="135306" y="430"/>
                    </a:cubicBezTo>
                    <a:cubicBezTo>
                      <a:pt x="131375" y="430"/>
                      <a:pt x="118512" y="12520"/>
                      <a:pt x="112795" y="22191"/>
                    </a:cubicBezTo>
                    <a:cubicBezTo>
                      <a:pt x="108507" y="12174"/>
                      <a:pt x="99216" y="85"/>
                      <a:pt x="82065" y="85"/>
                    </a:cubicBezTo>
                    <a:cubicBezTo>
                      <a:pt x="42401" y="85"/>
                      <a:pt x="237" y="52588"/>
                      <a:pt x="237" y="103018"/>
                    </a:cubicBezTo>
                    <a:cubicBezTo>
                      <a:pt x="237" y="132379"/>
                      <a:pt x="16674" y="156558"/>
                      <a:pt x="43473" y="156558"/>
                    </a:cubicBezTo>
                    <a:cubicBezTo>
                      <a:pt x="58124" y="156558"/>
                      <a:pt x="71345" y="147577"/>
                      <a:pt x="81350" y="138251"/>
                    </a:cubicBezTo>
                    <a:lnTo>
                      <a:pt x="67414" y="192481"/>
                    </a:lnTo>
                    <a:cubicBezTo>
                      <a:pt x="63484" y="207334"/>
                      <a:pt x="63126" y="208715"/>
                      <a:pt x="40257" y="209061"/>
                    </a:cubicBezTo>
                    <a:cubicBezTo>
                      <a:pt x="35612" y="209061"/>
                      <a:pt x="31682" y="209061"/>
                      <a:pt x="31682" y="215623"/>
                    </a:cubicBezTo>
                    <a:cubicBezTo>
                      <a:pt x="31682" y="218732"/>
                      <a:pt x="33826" y="219768"/>
                      <a:pt x="36327" y="219768"/>
                    </a:cubicBezTo>
                    <a:cubicBezTo>
                      <a:pt x="47761" y="219768"/>
                      <a:pt x="60268" y="218732"/>
                      <a:pt x="72059" y="218732"/>
                    </a:cubicBezTo>
                    <a:cubicBezTo>
                      <a:pt x="83851" y="218732"/>
                      <a:pt x="96715" y="219768"/>
                      <a:pt x="108149" y="219768"/>
                    </a:cubicBezTo>
                    <a:cubicBezTo>
                      <a:pt x="110293" y="219768"/>
                      <a:pt x="114938" y="219768"/>
                      <a:pt x="114938" y="213206"/>
                    </a:cubicBezTo>
                    <a:cubicBezTo>
                      <a:pt x="114938" y="209061"/>
                      <a:pt x="111365" y="209061"/>
                      <a:pt x="106363" y="209061"/>
                    </a:cubicBezTo>
                    <a:cubicBezTo>
                      <a:pt x="88139" y="209061"/>
                      <a:pt x="88139" y="206988"/>
                      <a:pt x="88139" y="203534"/>
                    </a:cubicBezTo>
                    <a:cubicBezTo>
                      <a:pt x="88139" y="201116"/>
                      <a:pt x="88854" y="199389"/>
                      <a:pt x="89211" y="197317"/>
                    </a:cubicBezTo>
                    <a:lnTo>
                      <a:pt x="138165" y="8720"/>
                    </a:lnTo>
                    <a:close/>
                    <a:moveTo>
                      <a:pt x="88496" y="110617"/>
                    </a:moveTo>
                    <a:cubicBezTo>
                      <a:pt x="85638" y="121325"/>
                      <a:pt x="63841" y="148958"/>
                      <a:pt x="44188" y="148958"/>
                    </a:cubicBezTo>
                    <a:cubicBezTo>
                      <a:pt x="27394" y="148958"/>
                      <a:pt x="24535" y="128579"/>
                      <a:pt x="24535" y="118217"/>
                    </a:cubicBezTo>
                    <a:cubicBezTo>
                      <a:pt x="24535" y="100946"/>
                      <a:pt x="35612" y="60532"/>
                      <a:pt x="42044" y="46025"/>
                    </a:cubicBezTo>
                    <a:cubicBezTo>
                      <a:pt x="50977" y="24955"/>
                      <a:pt x="67414" y="7684"/>
                      <a:pt x="82065" y="7684"/>
                    </a:cubicBezTo>
                    <a:cubicBezTo>
                      <a:pt x="84923" y="7684"/>
                      <a:pt x="93142" y="8029"/>
                      <a:pt x="99573" y="17701"/>
                    </a:cubicBezTo>
                    <a:cubicBezTo>
                      <a:pt x="103147" y="23227"/>
                      <a:pt x="106720" y="33245"/>
                      <a:pt x="106720" y="39807"/>
                    </a:cubicBezTo>
                    <a:cubicBezTo>
                      <a:pt x="106720" y="40844"/>
                      <a:pt x="106363" y="42225"/>
                      <a:pt x="105648" y="44298"/>
                    </a:cubicBezTo>
                    <a:lnTo>
                      <a:pt x="88496" y="110617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36637A0D-B196-741C-9EE1-CAE7BFBFB334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11232616" y="5323350"/>
                <a:ext cx="170801" cy="156472"/>
              </a:xfrm>
              <a:custGeom>
                <a:avLst/>
                <a:gdLst>
                  <a:gd name="connsiteX0" fmla="*/ 153892 w 170801"/>
                  <a:gd name="connsiteY0" fmla="*/ 17701 h 156472"/>
                  <a:gd name="connsiteX1" fmla="*/ 154963 w 170801"/>
                  <a:gd name="connsiteY1" fmla="*/ 12865 h 156472"/>
                  <a:gd name="connsiteX2" fmla="*/ 144958 w 170801"/>
                  <a:gd name="connsiteY2" fmla="*/ 3884 h 156472"/>
                  <a:gd name="connsiteX3" fmla="*/ 131023 w 170801"/>
                  <a:gd name="connsiteY3" fmla="*/ 16665 h 156472"/>
                  <a:gd name="connsiteX4" fmla="*/ 104938 w 170801"/>
                  <a:gd name="connsiteY4" fmla="*/ 117526 h 156472"/>
                  <a:gd name="connsiteX5" fmla="*/ 99935 w 170801"/>
                  <a:gd name="connsiteY5" fmla="*/ 128924 h 156472"/>
                  <a:gd name="connsiteX6" fmla="*/ 67061 w 170801"/>
                  <a:gd name="connsiteY6" fmla="*/ 148958 h 156472"/>
                  <a:gd name="connsiteX7" fmla="*/ 47766 w 170801"/>
                  <a:gd name="connsiteY7" fmla="*/ 122362 h 156472"/>
                  <a:gd name="connsiteX8" fmla="*/ 68491 w 170801"/>
                  <a:gd name="connsiteY8" fmla="*/ 46716 h 156472"/>
                  <a:gd name="connsiteX9" fmla="*/ 73136 w 170801"/>
                  <a:gd name="connsiteY9" fmla="*/ 28063 h 156472"/>
                  <a:gd name="connsiteX10" fmla="*/ 45979 w 170801"/>
                  <a:gd name="connsiteY10" fmla="*/ 85 h 156472"/>
                  <a:gd name="connsiteX11" fmla="*/ 242 w 170801"/>
                  <a:gd name="connsiteY11" fmla="*/ 53279 h 156472"/>
                  <a:gd name="connsiteX12" fmla="*/ 5601 w 170801"/>
                  <a:gd name="connsiteY12" fmla="*/ 56733 h 156472"/>
                  <a:gd name="connsiteX13" fmla="*/ 12033 w 170801"/>
                  <a:gd name="connsiteY13" fmla="*/ 51206 h 156472"/>
                  <a:gd name="connsiteX14" fmla="*/ 45265 w 170801"/>
                  <a:gd name="connsiteY14" fmla="*/ 7684 h 156472"/>
                  <a:gd name="connsiteX15" fmla="*/ 53126 w 170801"/>
                  <a:gd name="connsiteY15" fmla="*/ 17701 h 156472"/>
                  <a:gd name="connsiteX16" fmla="*/ 44550 w 170801"/>
                  <a:gd name="connsiteY16" fmla="*/ 48788 h 156472"/>
                  <a:gd name="connsiteX17" fmla="*/ 25969 w 170801"/>
                  <a:gd name="connsiteY17" fmla="*/ 116489 h 156472"/>
                  <a:gd name="connsiteX18" fmla="*/ 65989 w 170801"/>
                  <a:gd name="connsiteY18" fmla="*/ 156558 h 156472"/>
                  <a:gd name="connsiteX19" fmla="*/ 105653 w 170801"/>
                  <a:gd name="connsiteY19" fmla="*/ 135833 h 156472"/>
                  <a:gd name="connsiteX20" fmla="*/ 134239 w 170801"/>
                  <a:gd name="connsiteY20" fmla="*/ 156558 h 156472"/>
                  <a:gd name="connsiteX21" fmla="*/ 160323 w 170801"/>
                  <a:gd name="connsiteY21" fmla="*/ 137214 h 156472"/>
                  <a:gd name="connsiteX22" fmla="*/ 171043 w 170801"/>
                  <a:gd name="connsiteY22" fmla="*/ 103364 h 156472"/>
                  <a:gd name="connsiteX23" fmla="*/ 165683 w 170801"/>
                  <a:gd name="connsiteY23" fmla="*/ 99910 h 156472"/>
                  <a:gd name="connsiteX24" fmla="*/ 158894 w 170801"/>
                  <a:gd name="connsiteY24" fmla="*/ 107854 h 156472"/>
                  <a:gd name="connsiteX25" fmla="*/ 134953 w 170801"/>
                  <a:gd name="connsiteY25" fmla="*/ 148958 h 156472"/>
                  <a:gd name="connsiteX26" fmla="*/ 125663 w 170801"/>
                  <a:gd name="connsiteY26" fmla="*/ 134796 h 156472"/>
                  <a:gd name="connsiteX27" fmla="*/ 128164 w 170801"/>
                  <a:gd name="connsiteY27" fmla="*/ 117180 h 156472"/>
                  <a:gd name="connsiteX28" fmla="*/ 153892 w 170801"/>
                  <a:gd name="connsiteY28" fmla="*/ 17701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70801" h="156472">
                    <a:moveTo>
                      <a:pt x="153892" y="17701"/>
                    </a:moveTo>
                    <a:cubicBezTo>
                      <a:pt x="154606" y="15628"/>
                      <a:pt x="154963" y="13901"/>
                      <a:pt x="154963" y="12865"/>
                    </a:cubicBezTo>
                    <a:cubicBezTo>
                      <a:pt x="154963" y="9065"/>
                      <a:pt x="152105" y="3884"/>
                      <a:pt x="144958" y="3884"/>
                    </a:cubicBezTo>
                    <a:cubicBezTo>
                      <a:pt x="134239" y="3884"/>
                      <a:pt x="131737" y="13901"/>
                      <a:pt x="131023" y="16665"/>
                    </a:cubicBezTo>
                    <a:lnTo>
                      <a:pt x="104938" y="117526"/>
                    </a:lnTo>
                    <a:cubicBezTo>
                      <a:pt x="103151" y="123743"/>
                      <a:pt x="103151" y="124434"/>
                      <a:pt x="99935" y="128924"/>
                    </a:cubicBezTo>
                    <a:cubicBezTo>
                      <a:pt x="93146" y="138596"/>
                      <a:pt x="82784" y="148958"/>
                      <a:pt x="67061" y="148958"/>
                    </a:cubicBezTo>
                    <a:cubicBezTo>
                      <a:pt x="50982" y="148958"/>
                      <a:pt x="47766" y="133760"/>
                      <a:pt x="47766" y="122362"/>
                    </a:cubicBezTo>
                    <a:cubicBezTo>
                      <a:pt x="47766" y="101291"/>
                      <a:pt x="59558" y="70204"/>
                      <a:pt x="68491" y="46716"/>
                    </a:cubicBezTo>
                    <a:cubicBezTo>
                      <a:pt x="71349" y="39462"/>
                      <a:pt x="73136" y="34626"/>
                      <a:pt x="73136" y="28063"/>
                    </a:cubicBezTo>
                    <a:cubicBezTo>
                      <a:pt x="73136" y="10793"/>
                      <a:pt x="61344" y="85"/>
                      <a:pt x="45979" y="85"/>
                    </a:cubicBezTo>
                    <a:cubicBezTo>
                      <a:pt x="12748" y="85"/>
                      <a:pt x="242" y="51206"/>
                      <a:pt x="242" y="53279"/>
                    </a:cubicBezTo>
                    <a:cubicBezTo>
                      <a:pt x="242" y="56733"/>
                      <a:pt x="3815" y="56733"/>
                      <a:pt x="5601" y="56733"/>
                    </a:cubicBezTo>
                    <a:cubicBezTo>
                      <a:pt x="10247" y="56733"/>
                      <a:pt x="10604" y="56042"/>
                      <a:pt x="12033" y="51206"/>
                    </a:cubicBezTo>
                    <a:cubicBezTo>
                      <a:pt x="14892" y="40498"/>
                      <a:pt x="24540" y="7684"/>
                      <a:pt x="45265" y="7684"/>
                    </a:cubicBezTo>
                    <a:cubicBezTo>
                      <a:pt x="49195" y="7684"/>
                      <a:pt x="53126" y="8720"/>
                      <a:pt x="53126" y="17701"/>
                    </a:cubicBezTo>
                    <a:cubicBezTo>
                      <a:pt x="53126" y="25991"/>
                      <a:pt x="49552" y="35317"/>
                      <a:pt x="44550" y="48788"/>
                    </a:cubicBezTo>
                    <a:cubicBezTo>
                      <a:pt x="35259" y="72967"/>
                      <a:pt x="25969" y="98528"/>
                      <a:pt x="25969" y="116489"/>
                    </a:cubicBezTo>
                    <a:cubicBezTo>
                      <a:pt x="25969" y="146541"/>
                      <a:pt x="46694" y="156558"/>
                      <a:pt x="65989" y="156558"/>
                    </a:cubicBezTo>
                    <a:cubicBezTo>
                      <a:pt x="84928" y="156558"/>
                      <a:pt x="97077" y="146195"/>
                      <a:pt x="105653" y="135833"/>
                    </a:cubicBezTo>
                    <a:cubicBezTo>
                      <a:pt x="112084" y="154485"/>
                      <a:pt x="127449" y="156558"/>
                      <a:pt x="134239" y="156558"/>
                    </a:cubicBezTo>
                    <a:cubicBezTo>
                      <a:pt x="147460" y="156558"/>
                      <a:pt x="154963" y="147922"/>
                      <a:pt x="160323" y="137214"/>
                    </a:cubicBezTo>
                    <a:cubicBezTo>
                      <a:pt x="166755" y="124089"/>
                      <a:pt x="171043" y="104055"/>
                      <a:pt x="171043" y="103364"/>
                    </a:cubicBezTo>
                    <a:cubicBezTo>
                      <a:pt x="171043" y="99910"/>
                      <a:pt x="168185" y="99910"/>
                      <a:pt x="165683" y="99910"/>
                    </a:cubicBezTo>
                    <a:cubicBezTo>
                      <a:pt x="161395" y="99910"/>
                      <a:pt x="161038" y="100255"/>
                      <a:pt x="158894" y="107854"/>
                    </a:cubicBezTo>
                    <a:cubicBezTo>
                      <a:pt x="153892" y="127197"/>
                      <a:pt x="147102" y="148958"/>
                      <a:pt x="134953" y="148958"/>
                    </a:cubicBezTo>
                    <a:cubicBezTo>
                      <a:pt x="125663" y="148958"/>
                      <a:pt x="125663" y="139632"/>
                      <a:pt x="125663" y="134796"/>
                    </a:cubicBezTo>
                    <a:cubicBezTo>
                      <a:pt x="125663" y="132379"/>
                      <a:pt x="125663" y="126852"/>
                      <a:pt x="128164" y="117180"/>
                    </a:cubicBezTo>
                    <a:lnTo>
                      <a:pt x="153892" y="17701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85D64C0E-6B38-D431-6421-2CB3CBEFB6E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11433313" y="5323350"/>
                <a:ext cx="152577" cy="156472"/>
              </a:xfrm>
              <a:custGeom>
                <a:avLst/>
                <a:gdLst>
                  <a:gd name="connsiteX0" fmla="*/ 86362 w 152577"/>
                  <a:gd name="connsiteY0" fmla="*/ 132379 h 156472"/>
                  <a:gd name="connsiteX1" fmla="*/ 116020 w 152577"/>
                  <a:gd name="connsiteY1" fmla="*/ 156558 h 156472"/>
                  <a:gd name="connsiteX2" fmla="*/ 142105 w 152577"/>
                  <a:gd name="connsiteY2" fmla="*/ 137214 h 156472"/>
                  <a:gd name="connsiteX3" fmla="*/ 152825 w 152577"/>
                  <a:gd name="connsiteY3" fmla="*/ 103364 h 156472"/>
                  <a:gd name="connsiteX4" fmla="*/ 147465 w 152577"/>
                  <a:gd name="connsiteY4" fmla="*/ 99910 h 156472"/>
                  <a:gd name="connsiteX5" fmla="*/ 140676 w 152577"/>
                  <a:gd name="connsiteY5" fmla="*/ 107854 h 156472"/>
                  <a:gd name="connsiteX6" fmla="*/ 116735 w 152577"/>
                  <a:gd name="connsiteY6" fmla="*/ 148958 h 156472"/>
                  <a:gd name="connsiteX7" fmla="*/ 107445 w 152577"/>
                  <a:gd name="connsiteY7" fmla="*/ 134796 h 156472"/>
                  <a:gd name="connsiteX8" fmla="*/ 109946 w 152577"/>
                  <a:gd name="connsiteY8" fmla="*/ 117180 h 156472"/>
                  <a:gd name="connsiteX9" fmla="*/ 134244 w 152577"/>
                  <a:gd name="connsiteY9" fmla="*/ 23227 h 156472"/>
                  <a:gd name="connsiteX10" fmla="*/ 135673 w 152577"/>
                  <a:gd name="connsiteY10" fmla="*/ 15974 h 156472"/>
                  <a:gd name="connsiteX11" fmla="*/ 126025 w 152577"/>
                  <a:gd name="connsiteY11" fmla="*/ 6993 h 156472"/>
                  <a:gd name="connsiteX12" fmla="*/ 111732 w 152577"/>
                  <a:gd name="connsiteY12" fmla="*/ 20464 h 156472"/>
                  <a:gd name="connsiteX13" fmla="*/ 82074 w 152577"/>
                  <a:gd name="connsiteY13" fmla="*/ 85 h 156472"/>
                  <a:gd name="connsiteX14" fmla="*/ 247 w 152577"/>
                  <a:gd name="connsiteY14" fmla="*/ 103018 h 156472"/>
                  <a:gd name="connsiteX15" fmla="*/ 43483 w 152577"/>
                  <a:gd name="connsiteY15" fmla="*/ 156558 h 156472"/>
                  <a:gd name="connsiteX16" fmla="*/ 86362 w 152577"/>
                  <a:gd name="connsiteY16" fmla="*/ 132379 h 156472"/>
                  <a:gd name="connsiteX17" fmla="*/ 105658 w 152577"/>
                  <a:gd name="connsiteY17" fmla="*/ 44643 h 156472"/>
                  <a:gd name="connsiteX18" fmla="*/ 88864 w 152577"/>
                  <a:gd name="connsiteY18" fmla="*/ 109927 h 156472"/>
                  <a:gd name="connsiteX19" fmla="*/ 44198 w 152577"/>
                  <a:gd name="connsiteY19" fmla="*/ 148958 h 156472"/>
                  <a:gd name="connsiteX20" fmla="*/ 24545 w 152577"/>
                  <a:gd name="connsiteY20" fmla="*/ 118217 h 156472"/>
                  <a:gd name="connsiteX21" fmla="*/ 42054 w 152577"/>
                  <a:gd name="connsiteY21" fmla="*/ 46025 h 156472"/>
                  <a:gd name="connsiteX22" fmla="*/ 82074 w 152577"/>
                  <a:gd name="connsiteY22" fmla="*/ 7684 h 156472"/>
                  <a:gd name="connsiteX23" fmla="*/ 106730 w 152577"/>
                  <a:gd name="connsiteY23" fmla="*/ 40153 h 156472"/>
                  <a:gd name="connsiteX24" fmla="*/ 105658 w 152577"/>
                  <a:gd name="connsiteY24" fmla="*/ 44643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2577" h="156472">
                    <a:moveTo>
                      <a:pt x="86362" y="132379"/>
                    </a:moveTo>
                    <a:cubicBezTo>
                      <a:pt x="90293" y="149304"/>
                      <a:pt x="103514" y="156558"/>
                      <a:pt x="116020" y="156558"/>
                    </a:cubicBezTo>
                    <a:cubicBezTo>
                      <a:pt x="129241" y="156558"/>
                      <a:pt x="136745" y="147922"/>
                      <a:pt x="142105" y="137214"/>
                    </a:cubicBezTo>
                    <a:cubicBezTo>
                      <a:pt x="148537" y="124089"/>
                      <a:pt x="152825" y="104055"/>
                      <a:pt x="152825" y="103364"/>
                    </a:cubicBezTo>
                    <a:cubicBezTo>
                      <a:pt x="152825" y="99910"/>
                      <a:pt x="149966" y="99910"/>
                      <a:pt x="147465" y="99910"/>
                    </a:cubicBezTo>
                    <a:cubicBezTo>
                      <a:pt x="143177" y="99910"/>
                      <a:pt x="142820" y="100255"/>
                      <a:pt x="140676" y="107854"/>
                    </a:cubicBezTo>
                    <a:cubicBezTo>
                      <a:pt x="135673" y="127197"/>
                      <a:pt x="128884" y="148958"/>
                      <a:pt x="116735" y="148958"/>
                    </a:cubicBezTo>
                    <a:cubicBezTo>
                      <a:pt x="107445" y="148958"/>
                      <a:pt x="107445" y="139632"/>
                      <a:pt x="107445" y="134796"/>
                    </a:cubicBezTo>
                    <a:cubicBezTo>
                      <a:pt x="107445" y="132379"/>
                      <a:pt x="107445" y="126852"/>
                      <a:pt x="109946" y="117180"/>
                    </a:cubicBezTo>
                    <a:lnTo>
                      <a:pt x="134244" y="23227"/>
                    </a:lnTo>
                    <a:cubicBezTo>
                      <a:pt x="135673" y="18392"/>
                      <a:pt x="135673" y="17701"/>
                      <a:pt x="135673" y="15974"/>
                    </a:cubicBezTo>
                    <a:cubicBezTo>
                      <a:pt x="135673" y="8720"/>
                      <a:pt x="129599" y="6993"/>
                      <a:pt x="126025" y="6993"/>
                    </a:cubicBezTo>
                    <a:cubicBezTo>
                      <a:pt x="114591" y="6993"/>
                      <a:pt x="112090" y="18737"/>
                      <a:pt x="111732" y="20464"/>
                    </a:cubicBezTo>
                    <a:cubicBezTo>
                      <a:pt x="104943" y="5611"/>
                      <a:pt x="93509" y="85"/>
                      <a:pt x="82074" y="85"/>
                    </a:cubicBezTo>
                    <a:cubicBezTo>
                      <a:pt x="42411" y="85"/>
                      <a:pt x="247" y="52588"/>
                      <a:pt x="247" y="103018"/>
                    </a:cubicBezTo>
                    <a:cubicBezTo>
                      <a:pt x="247" y="132379"/>
                      <a:pt x="16684" y="156558"/>
                      <a:pt x="43483" y="156558"/>
                    </a:cubicBezTo>
                    <a:cubicBezTo>
                      <a:pt x="56347" y="156558"/>
                      <a:pt x="72069" y="149304"/>
                      <a:pt x="86362" y="132379"/>
                    </a:cubicBezTo>
                    <a:close/>
                    <a:moveTo>
                      <a:pt x="105658" y="44643"/>
                    </a:moveTo>
                    <a:lnTo>
                      <a:pt x="88864" y="109927"/>
                    </a:lnTo>
                    <a:cubicBezTo>
                      <a:pt x="86005" y="120980"/>
                      <a:pt x="63851" y="148958"/>
                      <a:pt x="44198" y="148958"/>
                    </a:cubicBezTo>
                    <a:cubicBezTo>
                      <a:pt x="27404" y="148958"/>
                      <a:pt x="24545" y="128579"/>
                      <a:pt x="24545" y="118217"/>
                    </a:cubicBezTo>
                    <a:cubicBezTo>
                      <a:pt x="24545" y="100946"/>
                      <a:pt x="35622" y="60532"/>
                      <a:pt x="42054" y="46025"/>
                    </a:cubicBezTo>
                    <a:cubicBezTo>
                      <a:pt x="50987" y="24955"/>
                      <a:pt x="67424" y="7684"/>
                      <a:pt x="82074" y="7684"/>
                    </a:cubicBezTo>
                    <a:cubicBezTo>
                      <a:pt x="97797" y="7684"/>
                      <a:pt x="106730" y="25645"/>
                      <a:pt x="106730" y="40153"/>
                    </a:cubicBezTo>
                    <a:cubicBezTo>
                      <a:pt x="106730" y="40844"/>
                      <a:pt x="106373" y="42571"/>
                      <a:pt x="105658" y="4464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509B079A-C97F-AE15-29AC-746D60924280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11609871" y="5259794"/>
                <a:ext cx="100765" cy="220029"/>
              </a:xfrm>
              <a:custGeom>
                <a:avLst/>
                <a:gdLst>
                  <a:gd name="connsiteX0" fmla="*/ 60640 w 100765"/>
                  <a:gd name="connsiteY0" fmla="*/ 78148 h 220029"/>
                  <a:gd name="connsiteX1" fmla="*/ 91013 w 100765"/>
                  <a:gd name="connsiteY1" fmla="*/ 78148 h 220029"/>
                  <a:gd name="connsiteX2" fmla="*/ 101018 w 100765"/>
                  <a:gd name="connsiteY2" fmla="*/ 71586 h 220029"/>
                  <a:gd name="connsiteX3" fmla="*/ 92085 w 100765"/>
                  <a:gd name="connsiteY3" fmla="*/ 67441 h 220029"/>
                  <a:gd name="connsiteX4" fmla="*/ 63499 w 100765"/>
                  <a:gd name="connsiteY4" fmla="*/ 67441 h 220029"/>
                  <a:gd name="connsiteX5" fmla="*/ 76720 w 100765"/>
                  <a:gd name="connsiteY5" fmla="*/ 16319 h 220029"/>
                  <a:gd name="connsiteX6" fmla="*/ 78149 w 100765"/>
                  <a:gd name="connsiteY6" fmla="*/ 9065 h 220029"/>
                  <a:gd name="connsiteX7" fmla="*/ 68501 w 100765"/>
                  <a:gd name="connsiteY7" fmla="*/ 85 h 220029"/>
                  <a:gd name="connsiteX8" fmla="*/ 54565 w 100765"/>
                  <a:gd name="connsiteY8" fmla="*/ 12520 h 220029"/>
                  <a:gd name="connsiteX9" fmla="*/ 40630 w 100765"/>
                  <a:gd name="connsiteY9" fmla="*/ 67441 h 220029"/>
                  <a:gd name="connsiteX10" fmla="*/ 10257 w 100765"/>
                  <a:gd name="connsiteY10" fmla="*/ 67441 h 220029"/>
                  <a:gd name="connsiteX11" fmla="*/ 252 w 100765"/>
                  <a:gd name="connsiteY11" fmla="*/ 74003 h 220029"/>
                  <a:gd name="connsiteX12" fmla="*/ 9185 w 100765"/>
                  <a:gd name="connsiteY12" fmla="*/ 78148 h 220029"/>
                  <a:gd name="connsiteX13" fmla="*/ 37771 w 100765"/>
                  <a:gd name="connsiteY13" fmla="*/ 78148 h 220029"/>
                  <a:gd name="connsiteX14" fmla="*/ 12044 w 100765"/>
                  <a:gd name="connsiteY14" fmla="*/ 177282 h 220029"/>
                  <a:gd name="connsiteX15" fmla="*/ 10257 w 100765"/>
                  <a:gd name="connsiteY15" fmla="*/ 189027 h 220029"/>
                  <a:gd name="connsiteX16" fmla="*/ 40630 w 100765"/>
                  <a:gd name="connsiteY16" fmla="*/ 220114 h 220029"/>
                  <a:gd name="connsiteX17" fmla="*/ 94943 w 100765"/>
                  <a:gd name="connsiteY17" fmla="*/ 166920 h 220029"/>
                  <a:gd name="connsiteX18" fmla="*/ 89583 w 100765"/>
                  <a:gd name="connsiteY18" fmla="*/ 163466 h 220029"/>
                  <a:gd name="connsiteX19" fmla="*/ 82437 w 100765"/>
                  <a:gd name="connsiteY19" fmla="*/ 170029 h 220029"/>
                  <a:gd name="connsiteX20" fmla="*/ 41344 w 100765"/>
                  <a:gd name="connsiteY20" fmla="*/ 212515 h 220029"/>
                  <a:gd name="connsiteX21" fmla="*/ 31697 w 100765"/>
                  <a:gd name="connsiteY21" fmla="*/ 198353 h 220029"/>
                  <a:gd name="connsiteX22" fmla="*/ 34198 w 100765"/>
                  <a:gd name="connsiteY22" fmla="*/ 180737 h 220029"/>
                  <a:gd name="connsiteX23" fmla="*/ 60640 w 100765"/>
                  <a:gd name="connsiteY23" fmla="*/ 78148 h 220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0765" h="220029">
                    <a:moveTo>
                      <a:pt x="60640" y="78148"/>
                    </a:moveTo>
                    <a:lnTo>
                      <a:pt x="91013" y="78148"/>
                    </a:lnTo>
                    <a:cubicBezTo>
                      <a:pt x="97087" y="78148"/>
                      <a:pt x="101018" y="78148"/>
                      <a:pt x="101018" y="71586"/>
                    </a:cubicBezTo>
                    <a:cubicBezTo>
                      <a:pt x="101018" y="67441"/>
                      <a:pt x="97802" y="67441"/>
                      <a:pt x="92085" y="67441"/>
                    </a:cubicBezTo>
                    <a:lnTo>
                      <a:pt x="63499" y="67441"/>
                    </a:lnTo>
                    <a:lnTo>
                      <a:pt x="76720" y="16319"/>
                    </a:lnTo>
                    <a:cubicBezTo>
                      <a:pt x="78149" y="11483"/>
                      <a:pt x="78149" y="10793"/>
                      <a:pt x="78149" y="9065"/>
                    </a:cubicBezTo>
                    <a:cubicBezTo>
                      <a:pt x="78149" y="1812"/>
                      <a:pt x="72074" y="85"/>
                      <a:pt x="68501" y="85"/>
                    </a:cubicBezTo>
                    <a:cubicBezTo>
                      <a:pt x="59568" y="85"/>
                      <a:pt x="55995" y="7338"/>
                      <a:pt x="54565" y="12520"/>
                    </a:cubicBezTo>
                    <a:lnTo>
                      <a:pt x="40630" y="67441"/>
                    </a:lnTo>
                    <a:lnTo>
                      <a:pt x="10257" y="67441"/>
                    </a:lnTo>
                    <a:cubicBezTo>
                      <a:pt x="4183" y="67441"/>
                      <a:pt x="252" y="67441"/>
                      <a:pt x="252" y="74003"/>
                    </a:cubicBezTo>
                    <a:cubicBezTo>
                      <a:pt x="252" y="78148"/>
                      <a:pt x="3468" y="78148"/>
                      <a:pt x="9185" y="78148"/>
                    </a:cubicBezTo>
                    <a:lnTo>
                      <a:pt x="37771" y="78148"/>
                    </a:lnTo>
                    <a:lnTo>
                      <a:pt x="12044" y="177282"/>
                    </a:lnTo>
                    <a:cubicBezTo>
                      <a:pt x="11686" y="178664"/>
                      <a:pt x="10257" y="184191"/>
                      <a:pt x="10257" y="189027"/>
                    </a:cubicBezTo>
                    <a:cubicBezTo>
                      <a:pt x="10257" y="206297"/>
                      <a:pt x="22049" y="220114"/>
                      <a:pt x="40630" y="220114"/>
                    </a:cubicBezTo>
                    <a:cubicBezTo>
                      <a:pt x="76720" y="220114"/>
                      <a:pt x="94943" y="168647"/>
                      <a:pt x="94943" y="166920"/>
                    </a:cubicBezTo>
                    <a:cubicBezTo>
                      <a:pt x="94943" y="163466"/>
                      <a:pt x="92085" y="163466"/>
                      <a:pt x="89583" y="163466"/>
                    </a:cubicBezTo>
                    <a:cubicBezTo>
                      <a:pt x="85295" y="163466"/>
                      <a:pt x="85295" y="163811"/>
                      <a:pt x="82437" y="170029"/>
                    </a:cubicBezTo>
                    <a:cubicBezTo>
                      <a:pt x="76005" y="186609"/>
                      <a:pt x="61712" y="212515"/>
                      <a:pt x="41344" y="212515"/>
                    </a:cubicBezTo>
                    <a:cubicBezTo>
                      <a:pt x="31697" y="212515"/>
                      <a:pt x="31697" y="203879"/>
                      <a:pt x="31697" y="198353"/>
                    </a:cubicBezTo>
                    <a:cubicBezTo>
                      <a:pt x="31697" y="195935"/>
                      <a:pt x="31697" y="190408"/>
                      <a:pt x="34198" y="180737"/>
                    </a:cubicBezTo>
                    <a:lnTo>
                      <a:pt x="60640" y="78148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5A225575-9F1B-CC6D-86AF-53FD406CB669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11725723" y="5249431"/>
                <a:ext cx="88616" cy="230391"/>
              </a:xfrm>
              <a:custGeom>
                <a:avLst/>
                <a:gdLst>
                  <a:gd name="connsiteX0" fmla="*/ 88872 w 88616"/>
                  <a:gd name="connsiteY0" fmla="*/ 177282 h 230391"/>
                  <a:gd name="connsiteX1" fmla="*/ 83512 w 88616"/>
                  <a:gd name="connsiteY1" fmla="*/ 173828 h 230391"/>
                  <a:gd name="connsiteX2" fmla="*/ 77438 w 88616"/>
                  <a:gd name="connsiteY2" fmla="*/ 179700 h 230391"/>
                  <a:gd name="connsiteX3" fmla="*/ 44206 w 88616"/>
                  <a:gd name="connsiteY3" fmla="*/ 222877 h 230391"/>
                  <a:gd name="connsiteX4" fmla="*/ 36345 w 88616"/>
                  <a:gd name="connsiteY4" fmla="*/ 213206 h 230391"/>
                  <a:gd name="connsiteX5" fmla="*/ 45636 w 88616"/>
                  <a:gd name="connsiteY5" fmla="*/ 180046 h 230391"/>
                  <a:gd name="connsiteX6" fmla="*/ 68504 w 88616"/>
                  <a:gd name="connsiteY6" fmla="*/ 120980 h 230391"/>
                  <a:gd name="connsiteX7" fmla="*/ 72792 w 88616"/>
                  <a:gd name="connsiteY7" fmla="*/ 101637 h 230391"/>
                  <a:gd name="connsiteX8" fmla="*/ 45993 w 88616"/>
                  <a:gd name="connsiteY8" fmla="*/ 74003 h 230391"/>
                  <a:gd name="connsiteX9" fmla="*/ 255 w 88616"/>
                  <a:gd name="connsiteY9" fmla="*/ 127197 h 230391"/>
                  <a:gd name="connsiteX10" fmla="*/ 5615 w 88616"/>
                  <a:gd name="connsiteY10" fmla="*/ 130651 h 230391"/>
                  <a:gd name="connsiteX11" fmla="*/ 12047 w 88616"/>
                  <a:gd name="connsiteY11" fmla="*/ 125125 h 230391"/>
                  <a:gd name="connsiteX12" fmla="*/ 45278 w 88616"/>
                  <a:gd name="connsiteY12" fmla="*/ 81603 h 230391"/>
                  <a:gd name="connsiteX13" fmla="*/ 53139 w 88616"/>
                  <a:gd name="connsiteY13" fmla="*/ 91274 h 230391"/>
                  <a:gd name="connsiteX14" fmla="*/ 46708 w 88616"/>
                  <a:gd name="connsiteY14" fmla="*/ 116144 h 230391"/>
                  <a:gd name="connsiteX15" fmla="*/ 35988 w 88616"/>
                  <a:gd name="connsiteY15" fmla="*/ 144813 h 230391"/>
                  <a:gd name="connsiteX16" fmla="*/ 22767 w 88616"/>
                  <a:gd name="connsiteY16" fmla="*/ 179010 h 230391"/>
                  <a:gd name="connsiteX17" fmla="*/ 16335 w 88616"/>
                  <a:gd name="connsiteY17" fmla="*/ 202843 h 230391"/>
                  <a:gd name="connsiteX18" fmla="*/ 43492 w 88616"/>
                  <a:gd name="connsiteY18" fmla="*/ 230476 h 230391"/>
                  <a:gd name="connsiteX19" fmla="*/ 88872 w 88616"/>
                  <a:gd name="connsiteY19" fmla="*/ 177282 h 230391"/>
                  <a:gd name="connsiteX20" fmla="*/ 87085 w 88616"/>
                  <a:gd name="connsiteY20" fmla="*/ 11483 h 230391"/>
                  <a:gd name="connsiteX21" fmla="*/ 74936 w 88616"/>
                  <a:gd name="connsiteY21" fmla="*/ 85 h 230391"/>
                  <a:gd name="connsiteX22" fmla="*/ 57785 w 88616"/>
                  <a:gd name="connsiteY22" fmla="*/ 16665 h 230391"/>
                  <a:gd name="connsiteX23" fmla="*/ 69934 w 88616"/>
                  <a:gd name="connsiteY23" fmla="*/ 28063 h 230391"/>
                  <a:gd name="connsiteX24" fmla="*/ 87085 w 88616"/>
                  <a:gd name="connsiteY24" fmla="*/ 11483 h 23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8616" h="230391">
                    <a:moveTo>
                      <a:pt x="88872" y="177282"/>
                    </a:moveTo>
                    <a:cubicBezTo>
                      <a:pt x="88872" y="173828"/>
                      <a:pt x="86013" y="173828"/>
                      <a:pt x="83512" y="173828"/>
                    </a:cubicBezTo>
                    <a:cubicBezTo>
                      <a:pt x="78867" y="173828"/>
                      <a:pt x="78867" y="174519"/>
                      <a:pt x="77438" y="179700"/>
                    </a:cubicBezTo>
                    <a:cubicBezTo>
                      <a:pt x="74579" y="189717"/>
                      <a:pt x="64931" y="222877"/>
                      <a:pt x="44206" y="222877"/>
                    </a:cubicBezTo>
                    <a:cubicBezTo>
                      <a:pt x="41348" y="222877"/>
                      <a:pt x="36345" y="222532"/>
                      <a:pt x="36345" y="213206"/>
                    </a:cubicBezTo>
                    <a:cubicBezTo>
                      <a:pt x="36345" y="204225"/>
                      <a:pt x="40990" y="192826"/>
                      <a:pt x="45636" y="180046"/>
                    </a:cubicBezTo>
                    <a:lnTo>
                      <a:pt x="68504" y="120980"/>
                    </a:lnTo>
                    <a:cubicBezTo>
                      <a:pt x="72078" y="110963"/>
                      <a:pt x="72792" y="108199"/>
                      <a:pt x="72792" y="101637"/>
                    </a:cubicBezTo>
                    <a:cubicBezTo>
                      <a:pt x="72792" y="82639"/>
                      <a:pt x="59214" y="74003"/>
                      <a:pt x="45993" y="74003"/>
                    </a:cubicBezTo>
                    <a:cubicBezTo>
                      <a:pt x="12404" y="74003"/>
                      <a:pt x="255" y="125470"/>
                      <a:pt x="255" y="127197"/>
                    </a:cubicBezTo>
                    <a:cubicBezTo>
                      <a:pt x="255" y="130651"/>
                      <a:pt x="3829" y="130651"/>
                      <a:pt x="5615" y="130651"/>
                    </a:cubicBezTo>
                    <a:cubicBezTo>
                      <a:pt x="10260" y="130651"/>
                      <a:pt x="10618" y="129961"/>
                      <a:pt x="12047" y="125125"/>
                    </a:cubicBezTo>
                    <a:cubicBezTo>
                      <a:pt x="15263" y="113726"/>
                      <a:pt x="24553" y="81603"/>
                      <a:pt x="45278" y="81603"/>
                    </a:cubicBezTo>
                    <a:cubicBezTo>
                      <a:pt x="49209" y="81603"/>
                      <a:pt x="53139" y="83330"/>
                      <a:pt x="53139" y="91274"/>
                    </a:cubicBezTo>
                    <a:cubicBezTo>
                      <a:pt x="53139" y="99564"/>
                      <a:pt x="49209" y="109581"/>
                      <a:pt x="46708" y="116144"/>
                    </a:cubicBezTo>
                    <a:lnTo>
                      <a:pt x="35988" y="144813"/>
                    </a:lnTo>
                    <a:cubicBezTo>
                      <a:pt x="31343" y="156212"/>
                      <a:pt x="27055" y="167611"/>
                      <a:pt x="22767" y="179010"/>
                    </a:cubicBezTo>
                    <a:cubicBezTo>
                      <a:pt x="17764" y="192135"/>
                      <a:pt x="16335" y="195935"/>
                      <a:pt x="16335" y="202843"/>
                    </a:cubicBezTo>
                    <a:cubicBezTo>
                      <a:pt x="16335" y="216314"/>
                      <a:pt x="24911" y="230476"/>
                      <a:pt x="43492" y="230476"/>
                    </a:cubicBezTo>
                    <a:cubicBezTo>
                      <a:pt x="77080" y="230476"/>
                      <a:pt x="88872" y="178664"/>
                      <a:pt x="88872" y="177282"/>
                    </a:cubicBezTo>
                    <a:close/>
                    <a:moveTo>
                      <a:pt x="87085" y="11483"/>
                    </a:moveTo>
                    <a:cubicBezTo>
                      <a:pt x="87085" y="2848"/>
                      <a:pt x="79939" y="85"/>
                      <a:pt x="74936" y="85"/>
                    </a:cubicBezTo>
                    <a:cubicBezTo>
                      <a:pt x="67432" y="85"/>
                      <a:pt x="57785" y="6993"/>
                      <a:pt x="57785" y="16665"/>
                    </a:cubicBezTo>
                    <a:cubicBezTo>
                      <a:pt x="57785" y="25300"/>
                      <a:pt x="64931" y="28063"/>
                      <a:pt x="69934" y="28063"/>
                    </a:cubicBezTo>
                    <a:cubicBezTo>
                      <a:pt x="77080" y="28063"/>
                      <a:pt x="87085" y="21500"/>
                      <a:pt x="87085" y="1148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191FD557-9AFE-1B3D-032E-03D222561854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11844950" y="5323350"/>
                <a:ext cx="142572" cy="156472"/>
              </a:xfrm>
              <a:custGeom>
                <a:avLst/>
                <a:gdLst>
                  <a:gd name="connsiteX0" fmla="*/ 142831 w 142572"/>
                  <a:gd name="connsiteY0" fmla="*/ 56733 h 156472"/>
                  <a:gd name="connsiteX1" fmla="*/ 90662 w 142572"/>
                  <a:gd name="connsiteY1" fmla="*/ 85 h 156472"/>
                  <a:gd name="connsiteX2" fmla="*/ 258 w 142572"/>
                  <a:gd name="connsiteY2" fmla="*/ 99564 h 156472"/>
                  <a:gd name="connsiteX3" fmla="*/ 52428 w 142572"/>
                  <a:gd name="connsiteY3" fmla="*/ 156558 h 156472"/>
                  <a:gd name="connsiteX4" fmla="*/ 142831 w 142572"/>
                  <a:gd name="connsiteY4" fmla="*/ 56733 h 156472"/>
                  <a:gd name="connsiteX5" fmla="*/ 52428 w 142572"/>
                  <a:gd name="connsiteY5" fmla="*/ 148958 h 156472"/>
                  <a:gd name="connsiteX6" fmla="*/ 25271 w 142572"/>
                  <a:gd name="connsiteY6" fmla="*/ 113381 h 156472"/>
                  <a:gd name="connsiteX7" fmla="*/ 45996 w 142572"/>
                  <a:gd name="connsiteY7" fmla="*/ 39117 h 156472"/>
                  <a:gd name="connsiteX8" fmla="*/ 90304 w 142572"/>
                  <a:gd name="connsiteY8" fmla="*/ 7684 h 156472"/>
                  <a:gd name="connsiteX9" fmla="*/ 117818 w 142572"/>
                  <a:gd name="connsiteY9" fmla="*/ 43262 h 156472"/>
                  <a:gd name="connsiteX10" fmla="*/ 98523 w 142572"/>
                  <a:gd name="connsiteY10" fmla="*/ 114417 h 156472"/>
                  <a:gd name="connsiteX11" fmla="*/ 52428 w 142572"/>
                  <a:gd name="connsiteY11" fmla="*/ 148958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572" h="156472">
                    <a:moveTo>
                      <a:pt x="142831" y="56733"/>
                    </a:moveTo>
                    <a:cubicBezTo>
                      <a:pt x="142831" y="23918"/>
                      <a:pt x="121749" y="85"/>
                      <a:pt x="90662" y="85"/>
                    </a:cubicBezTo>
                    <a:cubicBezTo>
                      <a:pt x="46353" y="85"/>
                      <a:pt x="258" y="49134"/>
                      <a:pt x="258" y="99564"/>
                    </a:cubicBezTo>
                    <a:cubicBezTo>
                      <a:pt x="258" y="135142"/>
                      <a:pt x="22770" y="156558"/>
                      <a:pt x="52428" y="156558"/>
                    </a:cubicBezTo>
                    <a:cubicBezTo>
                      <a:pt x="96736" y="156558"/>
                      <a:pt x="142831" y="107509"/>
                      <a:pt x="142831" y="56733"/>
                    </a:cubicBezTo>
                    <a:close/>
                    <a:moveTo>
                      <a:pt x="52428" y="148958"/>
                    </a:moveTo>
                    <a:cubicBezTo>
                      <a:pt x="38492" y="148958"/>
                      <a:pt x="25271" y="138251"/>
                      <a:pt x="25271" y="113381"/>
                    </a:cubicBezTo>
                    <a:cubicBezTo>
                      <a:pt x="25271" y="96110"/>
                      <a:pt x="34562" y="57769"/>
                      <a:pt x="45996" y="39117"/>
                    </a:cubicBezTo>
                    <a:cubicBezTo>
                      <a:pt x="59217" y="18046"/>
                      <a:pt x="76369" y="7684"/>
                      <a:pt x="90304" y="7684"/>
                    </a:cubicBezTo>
                    <a:cubicBezTo>
                      <a:pt x="107813" y="7684"/>
                      <a:pt x="117818" y="22882"/>
                      <a:pt x="117818" y="43262"/>
                    </a:cubicBezTo>
                    <a:cubicBezTo>
                      <a:pt x="117818" y="58114"/>
                      <a:pt x="109957" y="93692"/>
                      <a:pt x="98523" y="114417"/>
                    </a:cubicBezTo>
                    <a:cubicBezTo>
                      <a:pt x="88160" y="133415"/>
                      <a:pt x="69937" y="148958"/>
                      <a:pt x="52428" y="148958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56A31B60-BF52-F8DC-9159-34035F6565BA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12017934" y="5323350"/>
                <a:ext cx="179734" cy="156472"/>
              </a:xfrm>
              <a:custGeom>
                <a:avLst/>
                <a:gdLst>
                  <a:gd name="connsiteX0" fmla="*/ 52790 w 179734"/>
                  <a:gd name="connsiteY0" fmla="*/ 92310 h 156472"/>
                  <a:gd name="connsiteX1" fmla="*/ 58507 w 179734"/>
                  <a:gd name="connsiteY1" fmla="*/ 69858 h 156472"/>
                  <a:gd name="connsiteX2" fmla="*/ 69227 w 179734"/>
                  <a:gd name="connsiteY2" fmla="*/ 41880 h 156472"/>
                  <a:gd name="connsiteX3" fmla="*/ 117466 w 179734"/>
                  <a:gd name="connsiteY3" fmla="*/ 7684 h 156472"/>
                  <a:gd name="connsiteX4" fmla="*/ 133903 w 179734"/>
                  <a:gd name="connsiteY4" fmla="*/ 30481 h 156472"/>
                  <a:gd name="connsiteX5" fmla="*/ 113178 w 179734"/>
                  <a:gd name="connsiteY5" fmla="*/ 106818 h 156472"/>
                  <a:gd name="connsiteX6" fmla="*/ 107461 w 179734"/>
                  <a:gd name="connsiteY6" fmla="*/ 128924 h 156472"/>
                  <a:gd name="connsiteX7" fmla="*/ 134618 w 179734"/>
                  <a:gd name="connsiteY7" fmla="*/ 156558 h 156472"/>
                  <a:gd name="connsiteX8" fmla="*/ 179998 w 179734"/>
                  <a:gd name="connsiteY8" fmla="*/ 103364 h 156472"/>
                  <a:gd name="connsiteX9" fmla="*/ 174638 w 179734"/>
                  <a:gd name="connsiteY9" fmla="*/ 99910 h 156472"/>
                  <a:gd name="connsiteX10" fmla="*/ 168564 w 179734"/>
                  <a:gd name="connsiteY10" fmla="*/ 105782 h 156472"/>
                  <a:gd name="connsiteX11" fmla="*/ 135332 w 179734"/>
                  <a:gd name="connsiteY11" fmla="*/ 148958 h 156472"/>
                  <a:gd name="connsiteX12" fmla="*/ 127471 w 179734"/>
                  <a:gd name="connsiteY12" fmla="*/ 138941 h 156472"/>
                  <a:gd name="connsiteX13" fmla="*/ 133903 w 179734"/>
                  <a:gd name="connsiteY13" fmla="*/ 113035 h 156472"/>
                  <a:gd name="connsiteX14" fmla="*/ 155700 w 179734"/>
                  <a:gd name="connsiteY14" fmla="*/ 36008 h 156472"/>
                  <a:gd name="connsiteX15" fmla="*/ 118538 w 179734"/>
                  <a:gd name="connsiteY15" fmla="*/ 85 h 156472"/>
                  <a:gd name="connsiteX16" fmla="*/ 67441 w 179734"/>
                  <a:gd name="connsiteY16" fmla="*/ 27372 h 156472"/>
                  <a:gd name="connsiteX17" fmla="*/ 37425 w 179734"/>
                  <a:gd name="connsiteY17" fmla="*/ 85 h 156472"/>
                  <a:gd name="connsiteX18" fmla="*/ 11698 w 179734"/>
                  <a:gd name="connsiteY18" fmla="*/ 18392 h 156472"/>
                  <a:gd name="connsiteX19" fmla="*/ 263 w 179734"/>
                  <a:gd name="connsiteY19" fmla="*/ 53279 h 156472"/>
                  <a:gd name="connsiteX20" fmla="*/ 5623 w 179734"/>
                  <a:gd name="connsiteY20" fmla="*/ 56733 h 156472"/>
                  <a:gd name="connsiteX21" fmla="*/ 12413 w 179734"/>
                  <a:gd name="connsiteY21" fmla="*/ 48788 h 156472"/>
                  <a:gd name="connsiteX22" fmla="*/ 36711 w 179734"/>
                  <a:gd name="connsiteY22" fmla="*/ 7684 h 156472"/>
                  <a:gd name="connsiteX23" fmla="*/ 46001 w 179734"/>
                  <a:gd name="connsiteY23" fmla="*/ 21500 h 156472"/>
                  <a:gd name="connsiteX24" fmla="*/ 43500 w 179734"/>
                  <a:gd name="connsiteY24" fmla="*/ 39117 h 156472"/>
                  <a:gd name="connsiteX25" fmla="*/ 16700 w 179734"/>
                  <a:gd name="connsiteY25" fmla="*/ 142741 h 156472"/>
                  <a:gd name="connsiteX26" fmla="*/ 15628 w 179734"/>
                  <a:gd name="connsiteY26" fmla="*/ 147577 h 156472"/>
                  <a:gd name="connsiteX27" fmla="*/ 25634 w 179734"/>
                  <a:gd name="connsiteY27" fmla="*/ 156558 h 156472"/>
                  <a:gd name="connsiteX28" fmla="*/ 38497 w 179734"/>
                  <a:gd name="connsiteY28" fmla="*/ 147577 h 156472"/>
                  <a:gd name="connsiteX29" fmla="*/ 52790 w 179734"/>
                  <a:gd name="connsiteY29" fmla="*/ 92310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9734" h="156472">
                    <a:moveTo>
                      <a:pt x="52790" y="92310"/>
                    </a:moveTo>
                    <a:cubicBezTo>
                      <a:pt x="54577" y="84711"/>
                      <a:pt x="56721" y="77458"/>
                      <a:pt x="58507" y="69858"/>
                    </a:cubicBezTo>
                    <a:cubicBezTo>
                      <a:pt x="63153" y="52242"/>
                      <a:pt x="63153" y="51897"/>
                      <a:pt x="69227" y="41880"/>
                    </a:cubicBezTo>
                    <a:cubicBezTo>
                      <a:pt x="74230" y="33590"/>
                      <a:pt x="90309" y="7684"/>
                      <a:pt x="117466" y="7684"/>
                    </a:cubicBezTo>
                    <a:cubicBezTo>
                      <a:pt x="133189" y="7684"/>
                      <a:pt x="133903" y="23227"/>
                      <a:pt x="133903" y="30481"/>
                    </a:cubicBezTo>
                    <a:cubicBezTo>
                      <a:pt x="133903" y="51897"/>
                      <a:pt x="118181" y="93001"/>
                      <a:pt x="113178" y="106818"/>
                    </a:cubicBezTo>
                    <a:cubicBezTo>
                      <a:pt x="108533" y="118562"/>
                      <a:pt x="107461" y="121671"/>
                      <a:pt x="107461" y="128924"/>
                    </a:cubicBezTo>
                    <a:cubicBezTo>
                      <a:pt x="107461" y="144123"/>
                      <a:pt x="117466" y="156558"/>
                      <a:pt x="134618" y="156558"/>
                    </a:cubicBezTo>
                    <a:cubicBezTo>
                      <a:pt x="167849" y="156558"/>
                      <a:pt x="179998" y="105091"/>
                      <a:pt x="179998" y="103364"/>
                    </a:cubicBezTo>
                    <a:cubicBezTo>
                      <a:pt x="179998" y="99910"/>
                      <a:pt x="177140" y="99910"/>
                      <a:pt x="174638" y="99910"/>
                    </a:cubicBezTo>
                    <a:cubicBezTo>
                      <a:pt x="169993" y="99910"/>
                      <a:pt x="169993" y="100600"/>
                      <a:pt x="168564" y="105782"/>
                    </a:cubicBezTo>
                    <a:cubicBezTo>
                      <a:pt x="165705" y="115108"/>
                      <a:pt x="156057" y="148958"/>
                      <a:pt x="135332" y="148958"/>
                    </a:cubicBezTo>
                    <a:cubicBezTo>
                      <a:pt x="127829" y="148958"/>
                      <a:pt x="127471" y="143777"/>
                      <a:pt x="127471" y="138941"/>
                    </a:cubicBezTo>
                    <a:cubicBezTo>
                      <a:pt x="127471" y="130306"/>
                      <a:pt x="131045" y="121325"/>
                      <a:pt x="133903" y="113035"/>
                    </a:cubicBezTo>
                    <a:cubicBezTo>
                      <a:pt x="141050" y="94728"/>
                      <a:pt x="155700" y="56042"/>
                      <a:pt x="155700" y="36008"/>
                    </a:cubicBezTo>
                    <a:cubicBezTo>
                      <a:pt x="155700" y="7684"/>
                      <a:pt x="136047" y="85"/>
                      <a:pt x="118538" y="85"/>
                    </a:cubicBezTo>
                    <a:cubicBezTo>
                      <a:pt x="89238" y="85"/>
                      <a:pt x="72086" y="20810"/>
                      <a:pt x="67441" y="27372"/>
                    </a:cubicBezTo>
                    <a:cubicBezTo>
                      <a:pt x="64939" y="10447"/>
                      <a:pt x="52790" y="85"/>
                      <a:pt x="37425" y="85"/>
                    </a:cubicBezTo>
                    <a:cubicBezTo>
                      <a:pt x="24562" y="85"/>
                      <a:pt x="17415" y="8029"/>
                      <a:pt x="11698" y="18392"/>
                    </a:cubicBezTo>
                    <a:cubicBezTo>
                      <a:pt x="4909" y="32208"/>
                      <a:pt x="263" y="52588"/>
                      <a:pt x="263" y="53279"/>
                    </a:cubicBezTo>
                    <a:cubicBezTo>
                      <a:pt x="263" y="56733"/>
                      <a:pt x="3837" y="56733"/>
                      <a:pt x="5623" y="56733"/>
                    </a:cubicBezTo>
                    <a:cubicBezTo>
                      <a:pt x="10269" y="56733"/>
                      <a:pt x="10626" y="56387"/>
                      <a:pt x="12413" y="48788"/>
                    </a:cubicBezTo>
                    <a:cubicBezTo>
                      <a:pt x="18844" y="24609"/>
                      <a:pt x="25634" y="7684"/>
                      <a:pt x="36711" y="7684"/>
                    </a:cubicBezTo>
                    <a:cubicBezTo>
                      <a:pt x="46001" y="7684"/>
                      <a:pt x="46001" y="17701"/>
                      <a:pt x="46001" y="21500"/>
                    </a:cubicBezTo>
                    <a:cubicBezTo>
                      <a:pt x="46001" y="27027"/>
                      <a:pt x="44929" y="33590"/>
                      <a:pt x="43500" y="39117"/>
                    </a:cubicBezTo>
                    <a:lnTo>
                      <a:pt x="16700" y="142741"/>
                    </a:lnTo>
                    <a:cubicBezTo>
                      <a:pt x="15986" y="144813"/>
                      <a:pt x="15628" y="146541"/>
                      <a:pt x="15628" y="147577"/>
                    </a:cubicBezTo>
                    <a:cubicBezTo>
                      <a:pt x="15628" y="151376"/>
                      <a:pt x="18487" y="156558"/>
                      <a:pt x="25634" y="156558"/>
                    </a:cubicBezTo>
                    <a:cubicBezTo>
                      <a:pt x="29921" y="156558"/>
                      <a:pt x="35996" y="154140"/>
                      <a:pt x="38497" y="147577"/>
                    </a:cubicBezTo>
                    <a:lnTo>
                      <a:pt x="52790" y="9231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10741373-3ADD-23C4-D72F-A5162D78CFA5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12216329" y="5323350"/>
                <a:ext cx="122562" cy="156472"/>
              </a:xfrm>
              <a:custGeom>
                <a:avLst/>
                <a:gdLst>
                  <a:gd name="connsiteX0" fmla="*/ 61372 w 122562"/>
                  <a:gd name="connsiteY0" fmla="*/ 84711 h 156472"/>
                  <a:gd name="connsiteX1" fmla="*/ 93174 w 122562"/>
                  <a:gd name="connsiteY1" fmla="*/ 110272 h 156472"/>
                  <a:gd name="connsiteX2" fmla="*/ 46721 w 122562"/>
                  <a:gd name="connsiteY2" fmla="*/ 148958 h 156472"/>
                  <a:gd name="connsiteX3" fmla="*/ 12418 w 122562"/>
                  <a:gd name="connsiteY3" fmla="*/ 129615 h 156472"/>
                  <a:gd name="connsiteX4" fmla="*/ 30642 w 122562"/>
                  <a:gd name="connsiteY4" fmla="*/ 112690 h 156472"/>
                  <a:gd name="connsiteX5" fmla="*/ 18493 w 122562"/>
                  <a:gd name="connsiteY5" fmla="*/ 101637 h 156472"/>
                  <a:gd name="connsiteX6" fmla="*/ 269 w 122562"/>
                  <a:gd name="connsiteY6" fmla="*/ 123052 h 156472"/>
                  <a:gd name="connsiteX7" fmla="*/ 46364 w 122562"/>
                  <a:gd name="connsiteY7" fmla="*/ 156558 h 156472"/>
                  <a:gd name="connsiteX8" fmla="*/ 113541 w 122562"/>
                  <a:gd name="connsiteY8" fmla="*/ 98528 h 156472"/>
                  <a:gd name="connsiteX9" fmla="*/ 71019 w 122562"/>
                  <a:gd name="connsiteY9" fmla="*/ 59151 h 156472"/>
                  <a:gd name="connsiteX10" fmla="*/ 48151 w 122562"/>
                  <a:gd name="connsiteY10" fmla="*/ 39462 h 156472"/>
                  <a:gd name="connsiteX11" fmla="*/ 84241 w 122562"/>
                  <a:gd name="connsiteY11" fmla="*/ 7684 h 156472"/>
                  <a:gd name="connsiteX12" fmla="*/ 111040 w 122562"/>
                  <a:gd name="connsiteY12" fmla="*/ 24609 h 156472"/>
                  <a:gd name="connsiteX13" fmla="*/ 96747 w 122562"/>
                  <a:gd name="connsiteY13" fmla="*/ 38771 h 156472"/>
                  <a:gd name="connsiteX14" fmla="*/ 107467 w 122562"/>
                  <a:gd name="connsiteY14" fmla="*/ 48443 h 156472"/>
                  <a:gd name="connsiteX15" fmla="*/ 122832 w 122562"/>
                  <a:gd name="connsiteY15" fmla="*/ 29445 h 156472"/>
                  <a:gd name="connsiteX16" fmla="*/ 84598 w 122562"/>
                  <a:gd name="connsiteY16" fmla="*/ 85 h 156472"/>
                  <a:gd name="connsiteX17" fmla="*/ 28140 w 122562"/>
                  <a:gd name="connsiteY17" fmla="*/ 51206 h 156472"/>
                  <a:gd name="connsiteX18" fmla="*/ 61372 w 122562"/>
                  <a:gd name="connsiteY18" fmla="*/ 84711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562" h="156472">
                    <a:moveTo>
                      <a:pt x="61372" y="84711"/>
                    </a:moveTo>
                    <a:cubicBezTo>
                      <a:pt x="77094" y="88165"/>
                      <a:pt x="93174" y="91620"/>
                      <a:pt x="93174" y="110272"/>
                    </a:cubicBezTo>
                    <a:cubicBezTo>
                      <a:pt x="93174" y="121325"/>
                      <a:pt x="83526" y="148958"/>
                      <a:pt x="46721" y="148958"/>
                    </a:cubicBezTo>
                    <a:cubicBezTo>
                      <a:pt x="38860" y="148958"/>
                      <a:pt x="18135" y="147231"/>
                      <a:pt x="12418" y="129615"/>
                    </a:cubicBezTo>
                    <a:cubicBezTo>
                      <a:pt x="30642" y="127888"/>
                      <a:pt x="30642" y="113381"/>
                      <a:pt x="30642" y="112690"/>
                    </a:cubicBezTo>
                    <a:cubicBezTo>
                      <a:pt x="30642" y="106127"/>
                      <a:pt x="25996" y="101637"/>
                      <a:pt x="18493" y="101637"/>
                    </a:cubicBezTo>
                    <a:cubicBezTo>
                      <a:pt x="10274" y="101637"/>
                      <a:pt x="269" y="107509"/>
                      <a:pt x="269" y="123052"/>
                    </a:cubicBezTo>
                    <a:cubicBezTo>
                      <a:pt x="269" y="144123"/>
                      <a:pt x="20994" y="156558"/>
                      <a:pt x="46364" y="156558"/>
                    </a:cubicBezTo>
                    <a:cubicBezTo>
                      <a:pt x="99963" y="156558"/>
                      <a:pt x="113541" y="114417"/>
                      <a:pt x="113541" y="98528"/>
                    </a:cubicBezTo>
                    <a:cubicBezTo>
                      <a:pt x="113541" y="68477"/>
                      <a:pt x="85670" y="62259"/>
                      <a:pt x="71019" y="59151"/>
                    </a:cubicBezTo>
                    <a:cubicBezTo>
                      <a:pt x="61014" y="57078"/>
                      <a:pt x="48151" y="54315"/>
                      <a:pt x="48151" y="39462"/>
                    </a:cubicBezTo>
                    <a:cubicBezTo>
                      <a:pt x="48151" y="31172"/>
                      <a:pt x="55654" y="7684"/>
                      <a:pt x="84241" y="7684"/>
                    </a:cubicBezTo>
                    <a:cubicBezTo>
                      <a:pt x="93888" y="7684"/>
                      <a:pt x="107109" y="11138"/>
                      <a:pt x="111040" y="24609"/>
                    </a:cubicBezTo>
                    <a:cubicBezTo>
                      <a:pt x="99606" y="25991"/>
                      <a:pt x="96747" y="35317"/>
                      <a:pt x="96747" y="38771"/>
                    </a:cubicBezTo>
                    <a:cubicBezTo>
                      <a:pt x="96747" y="42571"/>
                      <a:pt x="98891" y="48443"/>
                      <a:pt x="107467" y="48443"/>
                    </a:cubicBezTo>
                    <a:cubicBezTo>
                      <a:pt x="113541" y="48443"/>
                      <a:pt x="122832" y="44298"/>
                      <a:pt x="122832" y="29445"/>
                    </a:cubicBezTo>
                    <a:cubicBezTo>
                      <a:pt x="122832" y="13556"/>
                      <a:pt x="108181" y="85"/>
                      <a:pt x="84598" y="85"/>
                    </a:cubicBezTo>
                    <a:cubicBezTo>
                      <a:pt x="42791" y="85"/>
                      <a:pt x="28140" y="33245"/>
                      <a:pt x="28140" y="51206"/>
                    </a:cubicBezTo>
                    <a:cubicBezTo>
                      <a:pt x="28140" y="77803"/>
                      <a:pt x="51367" y="82639"/>
                      <a:pt x="61372" y="84711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3159EB2F-6692-4761-5F1A-CE3259935111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12341709" y="5216962"/>
                <a:ext cx="130066" cy="345414"/>
              </a:xfrm>
              <a:custGeom>
                <a:avLst/>
                <a:gdLst>
                  <a:gd name="connsiteX0" fmla="*/ 130340 w 130066"/>
                  <a:gd name="connsiteY0" fmla="*/ 102673 h 345414"/>
                  <a:gd name="connsiteX1" fmla="*/ 120692 w 130066"/>
                  <a:gd name="connsiteY1" fmla="*/ 43262 h 345414"/>
                  <a:gd name="connsiteX2" fmla="*/ 91391 w 130066"/>
                  <a:gd name="connsiteY2" fmla="*/ 85 h 345414"/>
                  <a:gd name="connsiteX3" fmla="*/ 87818 w 130066"/>
                  <a:gd name="connsiteY3" fmla="*/ 3539 h 345414"/>
                  <a:gd name="connsiteX4" fmla="*/ 90319 w 130066"/>
                  <a:gd name="connsiteY4" fmla="*/ 8375 h 345414"/>
                  <a:gd name="connsiteX5" fmla="*/ 112473 w 130066"/>
                  <a:gd name="connsiteY5" fmla="*/ 90238 h 345414"/>
                  <a:gd name="connsiteX6" fmla="*/ 5633 w 130066"/>
                  <a:gd name="connsiteY6" fmla="*/ 335828 h 345414"/>
                  <a:gd name="connsiteX7" fmla="*/ 273 w 130066"/>
                  <a:gd name="connsiteY7" fmla="*/ 342045 h 345414"/>
                  <a:gd name="connsiteX8" fmla="*/ 3846 w 130066"/>
                  <a:gd name="connsiteY8" fmla="*/ 345499 h 345414"/>
                  <a:gd name="connsiteX9" fmla="*/ 79957 w 130066"/>
                  <a:gd name="connsiteY9" fmla="*/ 268472 h 345414"/>
                  <a:gd name="connsiteX10" fmla="*/ 130340 w 130066"/>
                  <a:gd name="connsiteY10" fmla="*/ 102673 h 345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0066" h="345414">
                    <a:moveTo>
                      <a:pt x="130340" y="102673"/>
                    </a:moveTo>
                    <a:cubicBezTo>
                      <a:pt x="130340" y="82293"/>
                      <a:pt x="127124" y="60532"/>
                      <a:pt x="120692" y="43262"/>
                    </a:cubicBezTo>
                    <a:cubicBezTo>
                      <a:pt x="111759" y="20119"/>
                      <a:pt x="96394" y="85"/>
                      <a:pt x="91391" y="85"/>
                    </a:cubicBezTo>
                    <a:cubicBezTo>
                      <a:pt x="89247" y="85"/>
                      <a:pt x="87818" y="1466"/>
                      <a:pt x="87818" y="3539"/>
                    </a:cubicBezTo>
                    <a:cubicBezTo>
                      <a:pt x="87818" y="4230"/>
                      <a:pt x="87818" y="4920"/>
                      <a:pt x="90319" y="8375"/>
                    </a:cubicBezTo>
                    <a:cubicBezTo>
                      <a:pt x="109615" y="36699"/>
                      <a:pt x="112473" y="66059"/>
                      <a:pt x="112473" y="90238"/>
                    </a:cubicBezTo>
                    <a:cubicBezTo>
                      <a:pt x="112473" y="137214"/>
                      <a:pt x="91391" y="265363"/>
                      <a:pt x="5633" y="335828"/>
                    </a:cubicBezTo>
                    <a:cubicBezTo>
                      <a:pt x="630" y="340664"/>
                      <a:pt x="273" y="341009"/>
                      <a:pt x="273" y="342045"/>
                    </a:cubicBezTo>
                    <a:cubicBezTo>
                      <a:pt x="273" y="344463"/>
                      <a:pt x="1702" y="345499"/>
                      <a:pt x="3846" y="345499"/>
                    </a:cubicBezTo>
                    <a:cubicBezTo>
                      <a:pt x="7777" y="345499"/>
                      <a:pt x="48869" y="317521"/>
                      <a:pt x="79957" y="268472"/>
                    </a:cubicBezTo>
                    <a:cubicBezTo>
                      <a:pt x="119263" y="205952"/>
                      <a:pt x="130340" y="139632"/>
                      <a:pt x="130340" y="10267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</p:grpSp>
      <p:sp>
        <p:nvSpPr>
          <p:cNvPr id="2020" name="Graphic 2008">
            <a:extLst>
              <a:ext uri="{FF2B5EF4-FFF2-40B4-BE49-F238E27FC236}">
                <a16:creationId xmlns:a16="http://schemas.microsoft.com/office/drawing/2014/main" id="{DB88A1BD-DB1D-5CC9-0B7F-6F6766851A39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64302" y="2662287"/>
            <a:ext cx="306728" cy="219205"/>
          </a:xfrm>
          <a:custGeom>
            <a:avLst/>
            <a:gdLst>
              <a:gd name="connsiteX0" fmla="*/ 232002 w 306728"/>
              <a:gd name="connsiteY0" fmla="*/ 78999 h 219205"/>
              <a:gd name="connsiteX1" fmla="*/ 275524 w 306728"/>
              <a:gd name="connsiteY1" fmla="*/ 109687 h 219205"/>
              <a:gd name="connsiteX2" fmla="*/ 232002 w 306728"/>
              <a:gd name="connsiteY2" fmla="*/ 140376 h 219205"/>
              <a:gd name="connsiteX3" fmla="*/ 12664 w 306728"/>
              <a:gd name="connsiteY3" fmla="*/ 140376 h 219205"/>
              <a:gd name="connsiteX4" fmla="*/ 229 w 306728"/>
              <a:gd name="connsiteY4" fmla="*/ 148347 h 219205"/>
              <a:gd name="connsiteX5" fmla="*/ 12318 w 306728"/>
              <a:gd name="connsiteY5" fmla="*/ 156318 h 219205"/>
              <a:gd name="connsiteX6" fmla="*/ 216458 w 306728"/>
              <a:gd name="connsiteY6" fmla="*/ 156318 h 219205"/>
              <a:gd name="connsiteX7" fmla="*/ 181917 w 306728"/>
              <a:gd name="connsiteY7" fmla="*/ 214906 h 219205"/>
              <a:gd name="connsiteX8" fmla="*/ 188480 w 306728"/>
              <a:gd name="connsiteY8" fmla="*/ 219290 h 219205"/>
              <a:gd name="connsiteX9" fmla="*/ 195043 w 306728"/>
              <a:gd name="connsiteY9" fmla="*/ 216102 h 219205"/>
              <a:gd name="connsiteX10" fmla="*/ 234420 w 306728"/>
              <a:gd name="connsiteY10" fmla="*/ 156717 h 219205"/>
              <a:gd name="connsiteX11" fmla="*/ 299358 w 306728"/>
              <a:gd name="connsiteY11" fmla="*/ 115666 h 219205"/>
              <a:gd name="connsiteX12" fmla="*/ 306266 w 306728"/>
              <a:gd name="connsiteY12" fmla="*/ 112079 h 219205"/>
              <a:gd name="connsiteX13" fmla="*/ 306957 w 306728"/>
              <a:gd name="connsiteY13" fmla="*/ 109687 h 219205"/>
              <a:gd name="connsiteX14" fmla="*/ 306611 w 306728"/>
              <a:gd name="connsiteY14" fmla="*/ 107296 h 219205"/>
              <a:gd name="connsiteX15" fmla="*/ 305575 w 306728"/>
              <a:gd name="connsiteY15" fmla="*/ 106499 h 219205"/>
              <a:gd name="connsiteX16" fmla="*/ 297976 w 306728"/>
              <a:gd name="connsiteY16" fmla="*/ 103311 h 219205"/>
              <a:gd name="connsiteX17" fmla="*/ 197460 w 306728"/>
              <a:gd name="connsiteY17" fmla="*/ 8454 h 219205"/>
              <a:gd name="connsiteX18" fmla="*/ 188480 w 306728"/>
              <a:gd name="connsiteY18" fmla="*/ 85 h 219205"/>
              <a:gd name="connsiteX19" fmla="*/ 181917 w 306728"/>
              <a:gd name="connsiteY19" fmla="*/ 4469 h 219205"/>
              <a:gd name="connsiteX20" fmla="*/ 216458 w 306728"/>
              <a:gd name="connsiteY20" fmla="*/ 63056 h 219205"/>
              <a:gd name="connsiteX21" fmla="*/ 12318 w 306728"/>
              <a:gd name="connsiteY21" fmla="*/ 63056 h 219205"/>
              <a:gd name="connsiteX22" fmla="*/ 229 w 306728"/>
              <a:gd name="connsiteY22" fmla="*/ 71028 h 219205"/>
              <a:gd name="connsiteX23" fmla="*/ 12664 w 306728"/>
              <a:gd name="connsiteY23" fmla="*/ 78999 h 219205"/>
              <a:gd name="connsiteX24" fmla="*/ 232002 w 306728"/>
              <a:gd name="connsiteY24" fmla="*/ 78999 h 21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06728" h="219205">
                <a:moveTo>
                  <a:pt x="232002" y="78999"/>
                </a:moveTo>
                <a:cubicBezTo>
                  <a:pt x="246509" y="93347"/>
                  <a:pt x="264125" y="103709"/>
                  <a:pt x="275524" y="109687"/>
                </a:cubicBezTo>
                <a:cubicBezTo>
                  <a:pt x="263089" y="116064"/>
                  <a:pt x="246164" y="126427"/>
                  <a:pt x="232002" y="140376"/>
                </a:cubicBezTo>
                <a:lnTo>
                  <a:pt x="12664" y="140376"/>
                </a:lnTo>
                <a:cubicBezTo>
                  <a:pt x="6792" y="140376"/>
                  <a:pt x="229" y="140376"/>
                  <a:pt x="229" y="148347"/>
                </a:cubicBezTo>
                <a:cubicBezTo>
                  <a:pt x="229" y="156318"/>
                  <a:pt x="6446" y="156318"/>
                  <a:pt x="12318" y="156318"/>
                </a:cubicBezTo>
                <a:lnTo>
                  <a:pt x="216458" y="156318"/>
                </a:lnTo>
                <a:cubicBezTo>
                  <a:pt x="199878" y="174652"/>
                  <a:pt x="181917" y="209725"/>
                  <a:pt x="181917" y="214906"/>
                </a:cubicBezTo>
                <a:cubicBezTo>
                  <a:pt x="181917" y="219290"/>
                  <a:pt x="186407" y="219290"/>
                  <a:pt x="188480" y="219290"/>
                </a:cubicBezTo>
                <a:cubicBezTo>
                  <a:pt x="191243" y="219290"/>
                  <a:pt x="193661" y="219290"/>
                  <a:pt x="195043" y="216102"/>
                </a:cubicBezTo>
                <a:cubicBezTo>
                  <a:pt x="202296" y="200957"/>
                  <a:pt x="211968" y="179833"/>
                  <a:pt x="234420" y="156717"/>
                </a:cubicBezTo>
                <a:cubicBezTo>
                  <a:pt x="258253" y="132405"/>
                  <a:pt x="281396" y="121644"/>
                  <a:pt x="299358" y="115666"/>
                </a:cubicBezTo>
                <a:cubicBezTo>
                  <a:pt x="305230" y="113274"/>
                  <a:pt x="305575" y="112876"/>
                  <a:pt x="306266" y="112079"/>
                </a:cubicBezTo>
                <a:cubicBezTo>
                  <a:pt x="306957" y="111680"/>
                  <a:pt x="306957" y="110485"/>
                  <a:pt x="306957" y="109687"/>
                </a:cubicBezTo>
                <a:cubicBezTo>
                  <a:pt x="306957" y="108890"/>
                  <a:pt x="306957" y="108093"/>
                  <a:pt x="306611" y="107296"/>
                </a:cubicBezTo>
                <a:lnTo>
                  <a:pt x="305575" y="106499"/>
                </a:lnTo>
                <a:cubicBezTo>
                  <a:pt x="304884" y="106100"/>
                  <a:pt x="304539" y="105702"/>
                  <a:pt x="297976" y="103311"/>
                </a:cubicBezTo>
                <a:cubicBezTo>
                  <a:pt x="251345" y="87368"/>
                  <a:pt x="216804" y="51100"/>
                  <a:pt x="197460" y="8454"/>
                </a:cubicBezTo>
                <a:cubicBezTo>
                  <a:pt x="193661" y="483"/>
                  <a:pt x="193315" y="85"/>
                  <a:pt x="188480" y="85"/>
                </a:cubicBezTo>
                <a:cubicBezTo>
                  <a:pt x="186407" y="85"/>
                  <a:pt x="181917" y="85"/>
                  <a:pt x="181917" y="4469"/>
                </a:cubicBezTo>
                <a:cubicBezTo>
                  <a:pt x="181917" y="9650"/>
                  <a:pt x="199533" y="44324"/>
                  <a:pt x="216458" y="63056"/>
                </a:cubicBezTo>
                <a:lnTo>
                  <a:pt x="12318" y="63056"/>
                </a:lnTo>
                <a:cubicBezTo>
                  <a:pt x="6446" y="63056"/>
                  <a:pt x="229" y="63056"/>
                  <a:pt x="229" y="71028"/>
                </a:cubicBezTo>
                <a:cubicBezTo>
                  <a:pt x="229" y="78999"/>
                  <a:pt x="6792" y="78999"/>
                  <a:pt x="12664" y="78999"/>
                </a:cubicBezTo>
                <a:lnTo>
                  <a:pt x="232002" y="78999"/>
                </a:lnTo>
                <a:close/>
              </a:path>
            </a:pathLst>
          </a:custGeom>
          <a:solidFill>
            <a:srgbClr val="FFFFFF"/>
          </a:solidFill>
          <a:ln w="34290" cap="flat">
            <a:noFill/>
            <a:prstDash val="solid"/>
            <a:miter/>
          </a:ln>
        </p:spPr>
        <p:txBody>
          <a:bodyPr rtlCol="0" anchor="ctr"/>
          <a:lstStyle/>
          <a:p>
            <a:endParaRPr lang="en-PK"/>
          </a:p>
        </p:txBody>
      </p:sp>
      <p:grpSp>
        <p:nvGrpSpPr>
          <p:cNvPr id="2106" name="Group 2105">
            <a:extLst>
              <a:ext uri="{FF2B5EF4-FFF2-40B4-BE49-F238E27FC236}">
                <a16:creationId xmlns:a16="http://schemas.microsoft.com/office/drawing/2014/main" id="{41480127-FE81-BD1E-1BE8-976760AA043D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7742073" y="1445317"/>
            <a:ext cx="3553517" cy="345414"/>
            <a:chOff x="9093071" y="5216962"/>
            <a:chExt cx="3553517" cy="345414"/>
          </a:xfrm>
          <a:solidFill>
            <a:srgbClr val="FFFF00"/>
          </a:solidFill>
        </p:grpSpPr>
        <p:sp>
          <p:nvSpPr>
            <p:cNvPr id="2054" name="Freeform: Shape 2053">
              <a:extLst>
                <a:ext uri="{FF2B5EF4-FFF2-40B4-BE49-F238E27FC236}">
                  <a16:creationId xmlns:a16="http://schemas.microsoft.com/office/drawing/2014/main" id="{BDA04186-9DDA-B6C2-278D-46149186173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093071" y="5216962"/>
              <a:ext cx="128954" cy="345414"/>
            </a:xfrm>
            <a:custGeom>
              <a:avLst/>
              <a:gdLst>
                <a:gd name="connsiteX0" fmla="*/ 42341 w 128954"/>
                <a:gd name="connsiteY0" fmla="*/ 342045 h 345414"/>
                <a:gd name="connsiteX1" fmla="*/ 39861 w 128954"/>
                <a:gd name="connsiteY1" fmla="*/ 337209 h 345414"/>
                <a:gd name="connsiteX2" fmla="*/ 17896 w 128954"/>
                <a:gd name="connsiteY2" fmla="*/ 255346 h 345414"/>
                <a:gd name="connsiteX3" fmla="*/ 123824 w 128954"/>
                <a:gd name="connsiteY3" fmla="*/ 9756 h 345414"/>
                <a:gd name="connsiteX4" fmla="*/ 129138 w 128954"/>
                <a:gd name="connsiteY4" fmla="*/ 3539 h 345414"/>
                <a:gd name="connsiteX5" fmla="*/ 125595 w 128954"/>
                <a:gd name="connsiteY5" fmla="*/ 85 h 345414"/>
                <a:gd name="connsiteX6" fmla="*/ 50135 w 128954"/>
                <a:gd name="connsiteY6" fmla="*/ 77112 h 345414"/>
                <a:gd name="connsiteX7" fmla="*/ 183 w 128954"/>
                <a:gd name="connsiteY7" fmla="*/ 242911 h 345414"/>
                <a:gd name="connsiteX8" fmla="*/ 9748 w 128954"/>
                <a:gd name="connsiteY8" fmla="*/ 302323 h 345414"/>
                <a:gd name="connsiteX9" fmla="*/ 38798 w 128954"/>
                <a:gd name="connsiteY9" fmla="*/ 345499 h 345414"/>
                <a:gd name="connsiteX10" fmla="*/ 42341 w 128954"/>
                <a:gd name="connsiteY10" fmla="*/ 342045 h 34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8954" h="345414">
                  <a:moveTo>
                    <a:pt x="42341" y="342045"/>
                  </a:moveTo>
                  <a:cubicBezTo>
                    <a:pt x="42341" y="341354"/>
                    <a:pt x="42341" y="340664"/>
                    <a:pt x="39861" y="337209"/>
                  </a:cubicBezTo>
                  <a:cubicBezTo>
                    <a:pt x="20731" y="308885"/>
                    <a:pt x="17896" y="279525"/>
                    <a:pt x="17896" y="255346"/>
                  </a:cubicBezTo>
                  <a:cubicBezTo>
                    <a:pt x="17896" y="208370"/>
                    <a:pt x="38798" y="80221"/>
                    <a:pt x="123824" y="9756"/>
                  </a:cubicBezTo>
                  <a:cubicBezTo>
                    <a:pt x="128783" y="4920"/>
                    <a:pt x="129138" y="4575"/>
                    <a:pt x="129138" y="3539"/>
                  </a:cubicBezTo>
                  <a:cubicBezTo>
                    <a:pt x="129138" y="1121"/>
                    <a:pt x="127721" y="85"/>
                    <a:pt x="125595" y="85"/>
                  </a:cubicBezTo>
                  <a:cubicBezTo>
                    <a:pt x="121698" y="85"/>
                    <a:pt x="80957" y="28063"/>
                    <a:pt x="50135" y="77112"/>
                  </a:cubicBezTo>
                  <a:cubicBezTo>
                    <a:pt x="11165" y="139632"/>
                    <a:pt x="183" y="205952"/>
                    <a:pt x="183" y="242911"/>
                  </a:cubicBezTo>
                  <a:cubicBezTo>
                    <a:pt x="183" y="263291"/>
                    <a:pt x="3371" y="285052"/>
                    <a:pt x="9748" y="302323"/>
                  </a:cubicBezTo>
                  <a:cubicBezTo>
                    <a:pt x="18605" y="325465"/>
                    <a:pt x="33839" y="345499"/>
                    <a:pt x="38798" y="345499"/>
                  </a:cubicBezTo>
                  <a:cubicBezTo>
                    <a:pt x="40924" y="345499"/>
                    <a:pt x="42341" y="344118"/>
                    <a:pt x="42341" y="342045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4ED11A9E-C3C3-32C0-9529-34EDDC10059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211003" y="5323350"/>
              <a:ext cx="121515" cy="156472"/>
            </a:xfrm>
            <a:custGeom>
              <a:avLst/>
              <a:gdLst>
                <a:gd name="connsiteX0" fmla="*/ 60767 w 121515"/>
                <a:gd name="connsiteY0" fmla="*/ 84711 h 156472"/>
                <a:gd name="connsiteX1" fmla="*/ 92297 w 121515"/>
                <a:gd name="connsiteY1" fmla="*/ 110272 h 156472"/>
                <a:gd name="connsiteX2" fmla="*/ 46242 w 121515"/>
                <a:gd name="connsiteY2" fmla="*/ 148958 h 156472"/>
                <a:gd name="connsiteX3" fmla="*/ 12232 w 121515"/>
                <a:gd name="connsiteY3" fmla="*/ 129615 h 156472"/>
                <a:gd name="connsiteX4" fmla="*/ 30300 w 121515"/>
                <a:gd name="connsiteY4" fmla="*/ 112690 h 156472"/>
                <a:gd name="connsiteX5" fmla="*/ 18255 w 121515"/>
                <a:gd name="connsiteY5" fmla="*/ 101637 h 156472"/>
                <a:gd name="connsiteX6" fmla="*/ 187 w 121515"/>
                <a:gd name="connsiteY6" fmla="*/ 123052 h 156472"/>
                <a:gd name="connsiteX7" fmla="*/ 45888 w 121515"/>
                <a:gd name="connsiteY7" fmla="*/ 156558 h 156472"/>
                <a:gd name="connsiteX8" fmla="*/ 112491 w 121515"/>
                <a:gd name="connsiteY8" fmla="*/ 98528 h 156472"/>
                <a:gd name="connsiteX9" fmla="*/ 70333 w 121515"/>
                <a:gd name="connsiteY9" fmla="*/ 59151 h 156472"/>
                <a:gd name="connsiteX10" fmla="*/ 47659 w 121515"/>
                <a:gd name="connsiteY10" fmla="*/ 39462 h 156472"/>
                <a:gd name="connsiteX11" fmla="*/ 83441 w 121515"/>
                <a:gd name="connsiteY11" fmla="*/ 7684 h 156472"/>
                <a:gd name="connsiteX12" fmla="*/ 110011 w 121515"/>
                <a:gd name="connsiteY12" fmla="*/ 24609 h 156472"/>
                <a:gd name="connsiteX13" fmla="*/ 95840 w 121515"/>
                <a:gd name="connsiteY13" fmla="*/ 38771 h 156472"/>
                <a:gd name="connsiteX14" fmla="*/ 106468 w 121515"/>
                <a:gd name="connsiteY14" fmla="*/ 48443 h 156472"/>
                <a:gd name="connsiteX15" fmla="*/ 121702 w 121515"/>
                <a:gd name="connsiteY15" fmla="*/ 29445 h 156472"/>
                <a:gd name="connsiteX16" fmla="*/ 83795 w 121515"/>
                <a:gd name="connsiteY16" fmla="*/ 85 h 156472"/>
                <a:gd name="connsiteX17" fmla="*/ 27820 w 121515"/>
                <a:gd name="connsiteY17" fmla="*/ 51206 h 156472"/>
                <a:gd name="connsiteX18" fmla="*/ 60767 w 121515"/>
                <a:gd name="connsiteY18" fmla="*/ 84711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515" h="156472">
                  <a:moveTo>
                    <a:pt x="60767" y="84711"/>
                  </a:moveTo>
                  <a:cubicBezTo>
                    <a:pt x="76355" y="88165"/>
                    <a:pt x="92297" y="91620"/>
                    <a:pt x="92297" y="110272"/>
                  </a:cubicBezTo>
                  <a:cubicBezTo>
                    <a:pt x="92297" y="121325"/>
                    <a:pt x="82732" y="148958"/>
                    <a:pt x="46242" y="148958"/>
                  </a:cubicBezTo>
                  <a:cubicBezTo>
                    <a:pt x="38448" y="148958"/>
                    <a:pt x="17900" y="147231"/>
                    <a:pt x="12232" y="129615"/>
                  </a:cubicBezTo>
                  <a:cubicBezTo>
                    <a:pt x="30300" y="127888"/>
                    <a:pt x="30300" y="113381"/>
                    <a:pt x="30300" y="112690"/>
                  </a:cubicBezTo>
                  <a:cubicBezTo>
                    <a:pt x="30300" y="106127"/>
                    <a:pt x="25694" y="101637"/>
                    <a:pt x="18255" y="101637"/>
                  </a:cubicBezTo>
                  <a:cubicBezTo>
                    <a:pt x="10106" y="101637"/>
                    <a:pt x="187" y="107509"/>
                    <a:pt x="187" y="123052"/>
                  </a:cubicBezTo>
                  <a:cubicBezTo>
                    <a:pt x="187" y="144123"/>
                    <a:pt x="20735" y="156558"/>
                    <a:pt x="45888" y="156558"/>
                  </a:cubicBezTo>
                  <a:cubicBezTo>
                    <a:pt x="99029" y="156558"/>
                    <a:pt x="112491" y="114417"/>
                    <a:pt x="112491" y="98528"/>
                  </a:cubicBezTo>
                  <a:cubicBezTo>
                    <a:pt x="112491" y="68477"/>
                    <a:pt x="84858" y="62259"/>
                    <a:pt x="70333" y="59151"/>
                  </a:cubicBezTo>
                  <a:cubicBezTo>
                    <a:pt x="60413" y="57078"/>
                    <a:pt x="47659" y="54315"/>
                    <a:pt x="47659" y="39462"/>
                  </a:cubicBezTo>
                  <a:cubicBezTo>
                    <a:pt x="47659" y="31172"/>
                    <a:pt x="55099" y="7684"/>
                    <a:pt x="83441" y="7684"/>
                  </a:cubicBezTo>
                  <a:cubicBezTo>
                    <a:pt x="93006" y="7684"/>
                    <a:pt x="106114" y="11138"/>
                    <a:pt x="110011" y="24609"/>
                  </a:cubicBezTo>
                  <a:cubicBezTo>
                    <a:pt x="98674" y="25991"/>
                    <a:pt x="95840" y="35317"/>
                    <a:pt x="95840" y="38771"/>
                  </a:cubicBezTo>
                  <a:cubicBezTo>
                    <a:pt x="95840" y="42571"/>
                    <a:pt x="97966" y="48443"/>
                    <a:pt x="106468" y="48443"/>
                  </a:cubicBezTo>
                  <a:cubicBezTo>
                    <a:pt x="112491" y="48443"/>
                    <a:pt x="121702" y="44298"/>
                    <a:pt x="121702" y="29445"/>
                  </a:cubicBezTo>
                  <a:cubicBezTo>
                    <a:pt x="121702" y="13556"/>
                    <a:pt x="107177" y="85"/>
                    <a:pt x="83795" y="85"/>
                  </a:cubicBezTo>
                  <a:cubicBezTo>
                    <a:pt x="42345" y="85"/>
                    <a:pt x="27820" y="33245"/>
                    <a:pt x="27820" y="51206"/>
                  </a:cubicBezTo>
                  <a:cubicBezTo>
                    <a:pt x="27820" y="77803"/>
                    <a:pt x="50848" y="82639"/>
                    <a:pt x="60767" y="84711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B0FBF89F-F447-FF47-57EA-8D71BFD41D8D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369323" y="5323350"/>
              <a:ext cx="125412" cy="156472"/>
            </a:xfrm>
            <a:custGeom>
              <a:avLst/>
              <a:gdLst>
                <a:gd name="connsiteX0" fmla="*/ 44475 w 125412"/>
                <a:gd name="connsiteY0" fmla="*/ 72967 h 156472"/>
                <a:gd name="connsiteX1" fmla="*/ 95844 w 125412"/>
                <a:gd name="connsiteY1" fmla="*/ 65368 h 156472"/>
                <a:gd name="connsiteX2" fmla="*/ 123832 w 125412"/>
                <a:gd name="connsiteY2" fmla="*/ 29445 h 156472"/>
                <a:gd name="connsiteX3" fmla="*/ 88050 w 125412"/>
                <a:gd name="connsiteY3" fmla="*/ 85 h 156472"/>
                <a:gd name="connsiteX4" fmla="*/ 191 w 125412"/>
                <a:gd name="connsiteY4" fmla="*/ 96110 h 156472"/>
                <a:gd name="connsiteX5" fmla="*/ 50852 w 125412"/>
                <a:gd name="connsiteY5" fmla="*/ 156558 h 156472"/>
                <a:gd name="connsiteX6" fmla="*/ 125603 w 125412"/>
                <a:gd name="connsiteY6" fmla="*/ 116835 h 156472"/>
                <a:gd name="connsiteX7" fmla="*/ 119935 w 125412"/>
                <a:gd name="connsiteY7" fmla="*/ 111308 h 156472"/>
                <a:gd name="connsiteX8" fmla="*/ 115329 w 125412"/>
                <a:gd name="connsiteY8" fmla="*/ 115108 h 156472"/>
                <a:gd name="connsiteX9" fmla="*/ 51560 w 125412"/>
                <a:gd name="connsiteY9" fmla="*/ 148958 h 156472"/>
                <a:gd name="connsiteX10" fmla="*/ 24636 w 125412"/>
                <a:gd name="connsiteY10" fmla="*/ 110963 h 156472"/>
                <a:gd name="connsiteX11" fmla="*/ 30658 w 125412"/>
                <a:gd name="connsiteY11" fmla="*/ 72967 h 156472"/>
                <a:gd name="connsiteX12" fmla="*/ 44475 w 125412"/>
                <a:gd name="connsiteY12" fmla="*/ 72967 h 156472"/>
                <a:gd name="connsiteX13" fmla="*/ 32784 w 125412"/>
                <a:gd name="connsiteY13" fmla="*/ 65368 h 156472"/>
                <a:gd name="connsiteX14" fmla="*/ 88050 w 125412"/>
                <a:gd name="connsiteY14" fmla="*/ 7684 h 156472"/>
                <a:gd name="connsiteX15" fmla="*/ 110369 w 125412"/>
                <a:gd name="connsiteY15" fmla="*/ 28754 h 156472"/>
                <a:gd name="connsiteX16" fmla="*/ 40224 w 125412"/>
                <a:gd name="connsiteY16" fmla="*/ 65368 h 156472"/>
                <a:gd name="connsiteX17" fmla="*/ 32784 w 125412"/>
                <a:gd name="connsiteY17" fmla="*/ 65368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412" h="156472">
                  <a:moveTo>
                    <a:pt x="44475" y="72967"/>
                  </a:moveTo>
                  <a:cubicBezTo>
                    <a:pt x="55103" y="72967"/>
                    <a:pt x="78839" y="71931"/>
                    <a:pt x="95844" y="65368"/>
                  </a:cubicBezTo>
                  <a:cubicBezTo>
                    <a:pt x="123832" y="54315"/>
                    <a:pt x="123832" y="31863"/>
                    <a:pt x="123832" y="29445"/>
                  </a:cubicBezTo>
                  <a:cubicBezTo>
                    <a:pt x="123832" y="13556"/>
                    <a:pt x="110724" y="85"/>
                    <a:pt x="88050" y="85"/>
                  </a:cubicBezTo>
                  <a:cubicBezTo>
                    <a:pt x="50852" y="85"/>
                    <a:pt x="191" y="34972"/>
                    <a:pt x="191" y="96110"/>
                  </a:cubicBezTo>
                  <a:cubicBezTo>
                    <a:pt x="191" y="127197"/>
                    <a:pt x="17196" y="156558"/>
                    <a:pt x="50852" y="156558"/>
                  </a:cubicBezTo>
                  <a:cubicBezTo>
                    <a:pt x="96198" y="156558"/>
                    <a:pt x="125603" y="122016"/>
                    <a:pt x="125603" y="116835"/>
                  </a:cubicBezTo>
                  <a:cubicBezTo>
                    <a:pt x="125603" y="115108"/>
                    <a:pt x="122769" y="111308"/>
                    <a:pt x="119935" y="111308"/>
                  </a:cubicBezTo>
                  <a:cubicBezTo>
                    <a:pt x="118518" y="111308"/>
                    <a:pt x="118163" y="111654"/>
                    <a:pt x="115329" y="115108"/>
                  </a:cubicBezTo>
                  <a:cubicBezTo>
                    <a:pt x="89113" y="147577"/>
                    <a:pt x="57583" y="148958"/>
                    <a:pt x="51560" y="148958"/>
                  </a:cubicBezTo>
                  <a:cubicBezTo>
                    <a:pt x="28533" y="148958"/>
                    <a:pt x="24636" y="124434"/>
                    <a:pt x="24636" y="110963"/>
                  </a:cubicBezTo>
                  <a:cubicBezTo>
                    <a:pt x="24636" y="97837"/>
                    <a:pt x="28178" y="82293"/>
                    <a:pt x="30658" y="72967"/>
                  </a:cubicBezTo>
                  <a:lnTo>
                    <a:pt x="44475" y="72967"/>
                  </a:lnTo>
                  <a:close/>
                  <a:moveTo>
                    <a:pt x="32784" y="65368"/>
                  </a:moveTo>
                  <a:cubicBezTo>
                    <a:pt x="48018" y="8720"/>
                    <a:pt x="84508" y="7684"/>
                    <a:pt x="88050" y="7684"/>
                  </a:cubicBezTo>
                  <a:cubicBezTo>
                    <a:pt x="102221" y="7684"/>
                    <a:pt x="110369" y="17010"/>
                    <a:pt x="110369" y="28754"/>
                  </a:cubicBezTo>
                  <a:cubicBezTo>
                    <a:pt x="110369" y="65368"/>
                    <a:pt x="51915" y="65368"/>
                    <a:pt x="40224" y="65368"/>
                  </a:cubicBezTo>
                  <a:lnTo>
                    <a:pt x="32784" y="65368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064D3EDF-2889-C872-E240-24D8397B9D83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524138" y="5259794"/>
              <a:ext cx="99904" cy="220029"/>
            </a:xfrm>
            <a:custGeom>
              <a:avLst/>
              <a:gdLst>
                <a:gd name="connsiteX0" fmla="*/ 60067 w 99904"/>
                <a:gd name="connsiteY0" fmla="*/ 78148 h 220029"/>
                <a:gd name="connsiteX1" fmla="*/ 90180 w 99904"/>
                <a:gd name="connsiteY1" fmla="*/ 78148 h 220029"/>
                <a:gd name="connsiteX2" fmla="*/ 100100 w 99904"/>
                <a:gd name="connsiteY2" fmla="*/ 71586 h 220029"/>
                <a:gd name="connsiteX3" fmla="*/ 91243 w 99904"/>
                <a:gd name="connsiteY3" fmla="*/ 67441 h 220029"/>
                <a:gd name="connsiteX4" fmla="*/ 62902 w 99904"/>
                <a:gd name="connsiteY4" fmla="*/ 67441 h 220029"/>
                <a:gd name="connsiteX5" fmla="*/ 76010 w 99904"/>
                <a:gd name="connsiteY5" fmla="*/ 16319 h 220029"/>
                <a:gd name="connsiteX6" fmla="*/ 77427 w 99904"/>
                <a:gd name="connsiteY6" fmla="*/ 9065 h 220029"/>
                <a:gd name="connsiteX7" fmla="*/ 67861 w 99904"/>
                <a:gd name="connsiteY7" fmla="*/ 85 h 220029"/>
                <a:gd name="connsiteX8" fmla="*/ 54045 w 99904"/>
                <a:gd name="connsiteY8" fmla="*/ 12520 h 220029"/>
                <a:gd name="connsiteX9" fmla="*/ 40228 w 99904"/>
                <a:gd name="connsiteY9" fmla="*/ 67441 h 220029"/>
                <a:gd name="connsiteX10" fmla="*/ 10115 w 99904"/>
                <a:gd name="connsiteY10" fmla="*/ 67441 h 220029"/>
                <a:gd name="connsiteX11" fmla="*/ 195 w 99904"/>
                <a:gd name="connsiteY11" fmla="*/ 74003 h 220029"/>
                <a:gd name="connsiteX12" fmla="*/ 9052 w 99904"/>
                <a:gd name="connsiteY12" fmla="*/ 78148 h 220029"/>
                <a:gd name="connsiteX13" fmla="*/ 37394 w 99904"/>
                <a:gd name="connsiteY13" fmla="*/ 78148 h 220029"/>
                <a:gd name="connsiteX14" fmla="*/ 11886 w 99904"/>
                <a:gd name="connsiteY14" fmla="*/ 177282 h 220029"/>
                <a:gd name="connsiteX15" fmla="*/ 10115 w 99904"/>
                <a:gd name="connsiteY15" fmla="*/ 189027 h 220029"/>
                <a:gd name="connsiteX16" fmla="*/ 40228 w 99904"/>
                <a:gd name="connsiteY16" fmla="*/ 220114 h 220029"/>
                <a:gd name="connsiteX17" fmla="*/ 94077 w 99904"/>
                <a:gd name="connsiteY17" fmla="*/ 166920 h 220029"/>
                <a:gd name="connsiteX18" fmla="*/ 88763 w 99904"/>
                <a:gd name="connsiteY18" fmla="*/ 163466 h 220029"/>
                <a:gd name="connsiteX19" fmla="*/ 81678 w 99904"/>
                <a:gd name="connsiteY19" fmla="*/ 170029 h 220029"/>
                <a:gd name="connsiteX20" fmla="*/ 40937 w 99904"/>
                <a:gd name="connsiteY20" fmla="*/ 212515 h 220029"/>
                <a:gd name="connsiteX21" fmla="*/ 31371 w 99904"/>
                <a:gd name="connsiteY21" fmla="*/ 198353 h 220029"/>
                <a:gd name="connsiteX22" fmla="*/ 33851 w 99904"/>
                <a:gd name="connsiteY22" fmla="*/ 180737 h 220029"/>
                <a:gd name="connsiteX23" fmla="*/ 60067 w 99904"/>
                <a:gd name="connsiteY23" fmla="*/ 78148 h 22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904" h="220029">
                  <a:moveTo>
                    <a:pt x="60067" y="78148"/>
                  </a:moveTo>
                  <a:lnTo>
                    <a:pt x="90180" y="78148"/>
                  </a:lnTo>
                  <a:cubicBezTo>
                    <a:pt x="96203" y="78148"/>
                    <a:pt x="100100" y="78148"/>
                    <a:pt x="100100" y="71586"/>
                  </a:cubicBezTo>
                  <a:cubicBezTo>
                    <a:pt x="100100" y="67441"/>
                    <a:pt x="96912" y="67441"/>
                    <a:pt x="91243" y="67441"/>
                  </a:cubicBezTo>
                  <a:lnTo>
                    <a:pt x="62902" y="67441"/>
                  </a:lnTo>
                  <a:lnTo>
                    <a:pt x="76010" y="16319"/>
                  </a:lnTo>
                  <a:cubicBezTo>
                    <a:pt x="77427" y="11483"/>
                    <a:pt x="77427" y="10793"/>
                    <a:pt x="77427" y="9065"/>
                  </a:cubicBezTo>
                  <a:cubicBezTo>
                    <a:pt x="77427" y="1812"/>
                    <a:pt x="71404" y="85"/>
                    <a:pt x="67861" y="85"/>
                  </a:cubicBezTo>
                  <a:cubicBezTo>
                    <a:pt x="59005" y="85"/>
                    <a:pt x="55462" y="7338"/>
                    <a:pt x="54045" y="12520"/>
                  </a:cubicBezTo>
                  <a:lnTo>
                    <a:pt x="40228" y="67441"/>
                  </a:lnTo>
                  <a:lnTo>
                    <a:pt x="10115" y="67441"/>
                  </a:lnTo>
                  <a:cubicBezTo>
                    <a:pt x="4092" y="67441"/>
                    <a:pt x="195" y="67441"/>
                    <a:pt x="195" y="74003"/>
                  </a:cubicBezTo>
                  <a:cubicBezTo>
                    <a:pt x="195" y="78148"/>
                    <a:pt x="3384" y="78148"/>
                    <a:pt x="9052" y="78148"/>
                  </a:cubicBezTo>
                  <a:lnTo>
                    <a:pt x="37394" y="78148"/>
                  </a:lnTo>
                  <a:lnTo>
                    <a:pt x="11886" y="177282"/>
                  </a:lnTo>
                  <a:cubicBezTo>
                    <a:pt x="11532" y="178664"/>
                    <a:pt x="10115" y="184191"/>
                    <a:pt x="10115" y="189027"/>
                  </a:cubicBezTo>
                  <a:cubicBezTo>
                    <a:pt x="10115" y="206297"/>
                    <a:pt x="21806" y="220114"/>
                    <a:pt x="40228" y="220114"/>
                  </a:cubicBezTo>
                  <a:cubicBezTo>
                    <a:pt x="76010" y="220114"/>
                    <a:pt x="94077" y="168647"/>
                    <a:pt x="94077" y="166920"/>
                  </a:cubicBezTo>
                  <a:cubicBezTo>
                    <a:pt x="94077" y="163466"/>
                    <a:pt x="91243" y="163466"/>
                    <a:pt x="88763" y="163466"/>
                  </a:cubicBezTo>
                  <a:cubicBezTo>
                    <a:pt x="84512" y="163466"/>
                    <a:pt x="84512" y="163811"/>
                    <a:pt x="81678" y="170029"/>
                  </a:cubicBezTo>
                  <a:cubicBezTo>
                    <a:pt x="75301" y="186609"/>
                    <a:pt x="61130" y="212515"/>
                    <a:pt x="40937" y="212515"/>
                  </a:cubicBezTo>
                  <a:cubicBezTo>
                    <a:pt x="31371" y="212515"/>
                    <a:pt x="31371" y="203879"/>
                    <a:pt x="31371" y="198353"/>
                  </a:cubicBezTo>
                  <a:cubicBezTo>
                    <a:pt x="31371" y="195935"/>
                    <a:pt x="31371" y="190408"/>
                    <a:pt x="33851" y="180737"/>
                  </a:cubicBezTo>
                  <a:lnTo>
                    <a:pt x="60067" y="78148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88" name="Freeform: Shape 2087">
              <a:extLst>
                <a:ext uri="{FF2B5EF4-FFF2-40B4-BE49-F238E27FC236}">
                  <a16:creationId xmlns:a16="http://schemas.microsoft.com/office/drawing/2014/main" id="{3605DA6F-F7A7-1441-E6C5-447ADF9DA4B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741305" y="5323350"/>
              <a:ext cx="175718" cy="219683"/>
            </a:xfrm>
            <a:custGeom>
              <a:avLst/>
              <a:gdLst>
                <a:gd name="connsiteX0" fmla="*/ 27127 w 175718"/>
                <a:gd name="connsiteY0" fmla="*/ 196971 h 219683"/>
                <a:gd name="connsiteX1" fmla="*/ 7642 w 175718"/>
                <a:gd name="connsiteY1" fmla="*/ 209061 h 219683"/>
                <a:gd name="connsiteX2" fmla="*/ 202 w 175718"/>
                <a:gd name="connsiteY2" fmla="*/ 215623 h 219683"/>
                <a:gd name="connsiteX3" fmla="*/ 4454 w 175718"/>
                <a:gd name="connsiteY3" fmla="*/ 219768 h 219683"/>
                <a:gd name="connsiteX4" fmla="*/ 34212 w 175718"/>
                <a:gd name="connsiteY4" fmla="*/ 218732 h 219683"/>
                <a:gd name="connsiteX5" fmla="*/ 68577 w 175718"/>
                <a:gd name="connsiteY5" fmla="*/ 219768 h 219683"/>
                <a:gd name="connsiteX6" fmla="*/ 75308 w 175718"/>
                <a:gd name="connsiteY6" fmla="*/ 213206 h 219683"/>
                <a:gd name="connsiteX7" fmla="*/ 66805 w 175718"/>
                <a:gd name="connsiteY7" fmla="*/ 209061 h 219683"/>
                <a:gd name="connsiteX8" fmla="*/ 48738 w 175718"/>
                <a:gd name="connsiteY8" fmla="*/ 203534 h 219683"/>
                <a:gd name="connsiteX9" fmla="*/ 52635 w 175718"/>
                <a:gd name="connsiteY9" fmla="*/ 186954 h 219683"/>
                <a:gd name="connsiteX10" fmla="*/ 65388 w 175718"/>
                <a:gd name="connsiteY10" fmla="*/ 136524 h 219683"/>
                <a:gd name="connsiteX11" fmla="*/ 95147 w 175718"/>
                <a:gd name="connsiteY11" fmla="*/ 156558 h 219683"/>
                <a:gd name="connsiteX12" fmla="*/ 175921 w 175718"/>
                <a:gd name="connsiteY12" fmla="*/ 53969 h 219683"/>
                <a:gd name="connsiteX13" fmla="*/ 133408 w 175718"/>
                <a:gd name="connsiteY13" fmla="*/ 85 h 219683"/>
                <a:gd name="connsiteX14" fmla="*/ 90542 w 175718"/>
                <a:gd name="connsiteY14" fmla="*/ 24264 h 219683"/>
                <a:gd name="connsiteX15" fmla="*/ 61491 w 175718"/>
                <a:gd name="connsiteY15" fmla="*/ 85 h 219683"/>
                <a:gd name="connsiteX16" fmla="*/ 35984 w 175718"/>
                <a:gd name="connsiteY16" fmla="*/ 18392 h 219683"/>
                <a:gd name="connsiteX17" fmla="*/ 24647 w 175718"/>
                <a:gd name="connsiteY17" fmla="*/ 53279 h 219683"/>
                <a:gd name="connsiteX18" fmla="*/ 29961 w 175718"/>
                <a:gd name="connsiteY18" fmla="*/ 56733 h 219683"/>
                <a:gd name="connsiteX19" fmla="*/ 36692 w 175718"/>
                <a:gd name="connsiteY19" fmla="*/ 48788 h 219683"/>
                <a:gd name="connsiteX20" fmla="*/ 60783 w 175718"/>
                <a:gd name="connsiteY20" fmla="*/ 7684 h 219683"/>
                <a:gd name="connsiteX21" fmla="*/ 69994 w 175718"/>
                <a:gd name="connsiteY21" fmla="*/ 21500 h 219683"/>
                <a:gd name="connsiteX22" fmla="*/ 67514 w 175718"/>
                <a:gd name="connsiteY22" fmla="*/ 38771 h 219683"/>
                <a:gd name="connsiteX23" fmla="*/ 27127 w 175718"/>
                <a:gd name="connsiteY23" fmla="*/ 196971 h 219683"/>
                <a:gd name="connsiteX24" fmla="*/ 88416 w 175718"/>
                <a:gd name="connsiteY24" fmla="*/ 46716 h 219683"/>
                <a:gd name="connsiteX25" fmla="*/ 132700 w 175718"/>
                <a:gd name="connsiteY25" fmla="*/ 7684 h 219683"/>
                <a:gd name="connsiteX26" fmla="*/ 152185 w 175718"/>
                <a:gd name="connsiteY26" fmla="*/ 38426 h 219683"/>
                <a:gd name="connsiteX27" fmla="*/ 132346 w 175718"/>
                <a:gd name="connsiteY27" fmla="*/ 116144 h 219683"/>
                <a:gd name="connsiteX28" fmla="*/ 94793 w 175718"/>
                <a:gd name="connsiteY28" fmla="*/ 148958 h 219683"/>
                <a:gd name="connsiteX29" fmla="*/ 70702 w 175718"/>
                <a:gd name="connsiteY29" fmla="*/ 116835 h 219683"/>
                <a:gd name="connsiteX30" fmla="*/ 71765 w 175718"/>
                <a:gd name="connsiteY30" fmla="*/ 111999 h 219683"/>
                <a:gd name="connsiteX31" fmla="*/ 88416 w 175718"/>
                <a:gd name="connsiteY31" fmla="*/ 46716 h 21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5718" h="219683">
                  <a:moveTo>
                    <a:pt x="27127" y="196971"/>
                  </a:moveTo>
                  <a:cubicBezTo>
                    <a:pt x="24293" y="207679"/>
                    <a:pt x="21459" y="208715"/>
                    <a:pt x="7642" y="209061"/>
                  </a:cubicBezTo>
                  <a:cubicBezTo>
                    <a:pt x="4454" y="209061"/>
                    <a:pt x="202" y="209061"/>
                    <a:pt x="202" y="215623"/>
                  </a:cubicBezTo>
                  <a:cubicBezTo>
                    <a:pt x="202" y="218041"/>
                    <a:pt x="1974" y="219768"/>
                    <a:pt x="4454" y="219768"/>
                  </a:cubicBezTo>
                  <a:cubicBezTo>
                    <a:pt x="14019" y="219768"/>
                    <a:pt x="24293" y="218732"/>
                    <a:pt x="34212" y="218732"/>
                  </a:cubicBezTo>
                  <a:cubicBezTo>
                    <a:pt x="45549" y="218732"/>
                    <a:pt x="57594" y="219768"/>
                    <a:pt x="68577" y="219768"/>
                  </a:cubicBezTo>
                  <a:cubicBezTo>
                    <a:pt x="70702" y="219768"/>
                    <a:pt x="75308" y="219768"/>
                    <a:pt x="75308" y="213206"/>
                  </a:cubicBezTo>
                  <a:cubicBezTo>
                    <a:pt x="75308" y="209061"/>
                    <a:pt x="71765" y="209061"/>
                    <a:pt x="66805" y="209061"/>
                  </a:cubicBezTo>
                  <a:cubicBezTo>
                    <a:pt x="48738" y="209061"/>
                    <a:pt x="48738" y="206988"/>
                    <a:pt x="48738" y="203534"/>
                  </a:cubicBezTo>
                  <a:cubicBezTo>
                    <a:pt x="48738" y="201461"/>
                    <a:pt x="51217" y="192481"/>
                    <a:pt x="52635" y="186954"/>
                  </a:cubicBezTo>
                  <a:lnTo>
                    <a:pt x="65388" y="136524"/>
                  </a:lnTo>
                  <a:cubicBezTo>
                    <a:pt x="67868" y="142396"/>
                    <a:pt x="76725" y="156558"/>
                    <a:pt x="95147" y="156558"/>
                  </a:cubicBezTo>
                  <a:cubicBezTo>
                    <a:pt x="133763" y="156558"/>
                    <a:pt x="175921" y="105436"/>
                    <a:pt x="175921" y="53969"/>
                  </a:cubicBezTo>
                  <a:cubicBezTo>
                    <a:pt x="175921" y="17010"/>
                    <a:pt x="154665" y="85"/>
                    <a:pt x="133408" y="85"/>
                  </a:cubicBezTo>
                  <a:cubicBezTo>
                    <a:pt x="116049" y="85"/>
                    <a:pt x="100815" y="12520"/>
                    <a:pt x="90542" y="24264"/>
                  </a:cubicBezTo>
                  <a:cubicBezTo>
                    <a:pt x="86290" y="4230"/>
                    <a:pt x="70348" y="85"/>
                    <a:pt x="61491" y="85"/>
                  </a:cubicBezTo>
                  <a:cubicBezTo>
                    <a:pt x="48738" y="85"/>
                    <a:pt x="41652" y="8029"/>
                    <a:pt x="35984" y="18392"/>
                  </a:cubicBezTo>
                  <a:cubicBezTo>
                    <a:pt x="29253" y="32208"/>
                    <a:pt x="24647" y="52588"/>
                    <a:pt x="24647" y="53279"/>
                  </a:cubicBezTo>
                  <a:cubicBezTo>
                    <a:pt x="24647" y="56733"/>
                    <a:pt x="28190" y="56733"/>
                    <a:pt x="29961" y="56733"/>
                  </a:cubicBezTo>
                  <a:cubicBezTo>
                    <a:pt x="34567" y="56733"/>
                    <a:pt x="34921" y="56387"/>
                    <a:pt x="36692" y="48788"/>
                  </a:cubicBezTo>
                  <a:cubicBezTo>
                    <a:pt x="43069" y="24609"/>
                    <a:pt x="49800" y="7684"/>
                    <a:pt x="60783" y="7684"/>
                  </a:cubicBezTo>
                  <a:cubicBezTo>
                    <a:pt x="69994" y="7684"/>
                    <a:pt x="69994" y="17701"/>
                    <a:pt x="69994" y="21500"/>
                  </a:cubicBezTo>
                  <a:cubicBezTo>
                    <a:pt x="69994" y="23573"/>
                    <a:pt x="69994" y="29100"/>
                    <a:pt x="67514" y="38771"/>
                  </a:cubicBezTo>
                  <a:lnTo>
                    <a:pt x="27127" y="196971"/>
                  </a:lnTo>
                  <a:close/>
                  <a:moveTo>
                    <a:pt x="88416" y="46716"/>
                  </a:moveTo>
                  <a:cubicBezTo>
                    <a:pt x="91250" y="34972"/>
                    <a:pt x="113215" y="7684"/>
                    <a:pt x="132700" y="7684"/>
                  </a:cubicBezTo>
                  <a:cubicBezTo>
                    <a:pt x="148642" y="7684"/>
                    <a:pt x="152185" y="27372"/>
                    <a:pt x="152185" y="38426"/>
                  </a:cubicBezTo>
                  <a:cubicBezTo>
                    <a:pt x="152185" y="52933"/>
                    <a:pt x="142619" y="94037"/>
                    <a:pt x="132346" y="116144"/>
                  </a:cubicBezTo>
                  <a:cubicBezTo>
                    <a:pt x="128094" y="124779"/>
                    <a:pt x="112861" y="148958"/>
                    <a:pt x="94793" y="148958"/>
                  </a:cubicBezTo>
                  <a:cubicBezTo>
                    <a:pt x="74245" y="148958"/>
                    <a:pt x="70702" y="119598"/>
                    <a:pt x="70702" y="116835"/>
                  </a:cubicBezTo>
                  <a:cubicBezTo>
                    <a:pt x="70702" y="115799"/>
                    <a:pt x="71057" y="114762"/>
                    <a:pt x="71765" y="111999"/>
                  </a:cubicBezTo>
                  <a:lnTo>
                    <a:pt x="88416" y="46716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B6F532D6-5987-1F66-A6E7-8EB91BEF133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937570" y="5323350"/>
              <a:ext cx="151273" cy="156472"/>
            </a:xfrm>
            <a:custGeom>
              <a:avLst/>
              <a:gdLst>
                <a:gd name="connsiteX0" fmla="*/ 85586 w 151273"/>
                <a:gd name="connsiteY0" fmla="*/ 132379 h 156472"/>
                <a:gd name="connsiteX1" fmla="*/ 114991 w 151273"/>
                <a:gd name="connsiteY1" fmla="*/ 156558 h 156472"/>
                <a:gd name="connsiteX2" fmla="*/ 140853 w 151273"/>
                <a:gd name="connsiteY2" fmla="*/ 137214 h 156472"/>
                <a:gd name="connsiteX3" fmla="*/ 151481 w 151273"/>
                <a:gd name="connsiteY3" fmla="*/ 103364 h 156472"/>
                <a:gd name="connsiteX4" fmla="*/ 146167 w 151273"/>
                <a:gd name="connsiteY4" fmla="*/ 99910 h 156472"/>
                <a:gd name="connsiteX5" fmla="*/ 139436 w 151273"/>
                <a:gd name="connsiteY5" fmla="*/ 107854 h 156472"/>
                <a:gd name="connsiteX6" fmla="*/ 115699 w 151273"/>
                <a:gd name="connsiteY6" fmla="*/ 148958 h 156472"/>
                <a:gd name="connsiteX7" fmla="*/ 106488 w 151273"/>
                <a:gd name="connsiteY7" fmla="*/ 134796 h 156472"/>
                <a:gd name="connsiteX8" fmla="*/ 108968 w 151273"/>
                <a:gd name="connsiteY8" fmla="*/ 117180 h 156472"/>
                <a:gd name="connsiteX9" fmla="*/ 133059 w 151273"/>
                <a:gd name="connsiteY9" fmla="*/ 23227 h 156472"/>
                <a:gd name="connsiteX10" fmla="*/ 134476 w 151273"/>
                <a:gd name="connsiteY10" fmla="*/ 15974 h 156472"/>
                <a:gd name="connsiteX11" fmla="*/ 124911 w 151273"/>
                <a:gd name="connsiteY11" fmla="*/ 6993 h 156472"/>
                <a:gd name="connsiteX12" fmla="*/ 110740 w 151273"/>
                <a:gd name="connsiteY12" fmla="*/ 20464 h 156472"/>
                <a:gd name="connsiteX13" fmla="*/ 81335 w 151273"/>
                <a:gd name="connsiteY13" fmla="*/ 85 h 156472"/>
                <a:gd name="connsiteX14" fmla="*/ 207 w 151273"/>
                <a:gd name="connsiteY14" fmla="*/ 103018 h 156472"/>
                <a:gd name="connsiteX15" fmla="*/ 43074 w 151273"/>
                <a:gd name="connsiteY15" fmla="*/ 156558 h 156472"/>
                <a:gd name="connsiteX16" fmla="*/ 85586 w 151273"/>
                <a:gd name="connsiteY16" fmla="*/ 132379 h 156472"/>
                <a:gd name="connsiteX17" fmla="*/ 104717 w 151273"/>
                <a:gd name="connsiteY17" fmla="*/ 44643 h 156472"/>
                <a:gd name="connsiteX18" fmla="*/ 88066 w 151273"/>
                <a:gd name="connsiteY18" fmla="*/ 109927 h 156472"/>
                <a:gd name="connsiteX19" fmla="*/ 43782 w 151273"/>
                <a:gd name="connsiteY19" fmla="*/ 148958 h 156472"/>
                <a:gd name="connsiteX20" fmla="*/ 24297 w 151273"/>
                <a:gd name="connsiteY20" fmla="*/ 118217 h 156472"/>
                <a:gd name="connsiteX21" fmla="*/ 41657 w 151273"/>
                <a:gd name="connsiteY21" fmla="*/ 46025 h 156472"/>
                <a:gd name="connsiteX22" fmla="*/ 81335 w 151273"/>
                <a:gd name="connsiteY22" fmla="*/ 7684 h 156472"/>
                <a:gd name="connsiteX23" fmla="*/ 105780 w 151273"/>
                <a:gd name="connsiteY23" fmla="*/ 40153 h 156472"/>
                <a:gd name="connsiteX24" fmla="*/ 104717 w 151273"/>
                <a:gd name="connsiteY24" fmla="*/ 44643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1273" h="156472">
                  <a:moveTo>
                    <a:pt x="85586" y="132379"/>
                  </a:moveTo>
                  <a:cubicBezTo>
                    <a:pt x="89483" y="149304"/>
                    <a:pt x="102591" y="156558"/>
                    <a:pt x="114991" y="156558"/>
                  </a:cubicBezTo>
                  <a:cubicBezTo>
                    <a:pt x="128099" y="156558"/>
                    <a:pt x="135539" y="147922"/>
                    <a:pt x="140853" y="137214"/>
                  </a:cubicBezTo>
                  <a:cubicBezTo>
                    <a:pt x="147230" y="124089"/>
                    <a:pt x="151481" y="104055"/>
                    <a:pt x="151481" y="103364"/>
                  </a:cubicBezTo>
                  <a:cubicBezTo>
                    <a:pt x="151481" y="99910"/>
                    <a:pt x="148647" y="99910"/>
                    <a:pt x="146167" y="99910"/>
                  </a:cubicBezTo>
                  <a:cubicBezTo>
                    <a:pt x="141916" y="99910"/>
                    <a:pt x="141561" y="100255"/>
                    <a:pt x="139436" y="107854"/>
                  </a:cubicBezTo>
                  <a:cubicBezTo>
                    <a:pt x="134476" y="127197"/>
                    <a:pt x="127745" y="148958"/>
                    <a:pt x="115699" y="148958"/>
                  </a:cubicBezTo>
                  <a:cubicBezTo>
                    <a:pt x="106488" y="148958"/>
                    <a:pt x="106488" y="139632"/>
                    <a:pt x="106488" y="134796"/>
                  </a:cubicBezTo>
                  <a:cubicBezTo>
                    <a:pt x="106488" y="132379"/>
                    <a:pt x="106488" y="126852"/>
                    <a:pt x="108968" y="117180"/>
                  </a:cubicBezTo>
                  <a:lnTo>
                    <a:pt x="133059" y="23227"/>
                  </a:lnTo>
                  <a:cubicBezTo>
                    <a:pt x="134476" y="18392"/>
                    <a:pt x="134476" y="17701"/>
                    <a:pt x="134476" y="15974"/>
                  </a:cubicBezTo>
                  <a:cubicBezTo>
                    <a:pt x="134476" y="8720"/>
                    <a:pt x="128453" y="6993"/>
                    <a:pt x="124911" y="6993"/>
                  </a:cubicBezTo>
                  <a:cubicBezTo>
                    <a:pt x="113574" y="6993"/>
                    <a:pt x="111094" y="18737"/>
                    <a:pt x="110740" y="20464"/>
                  </a:cubicBezTo>
                  <a:cubicBezTo>
                    <a:pt x="104009" y="5611"/>
                    <a:pt x="92672" y="85"/>
                    <a:pt x="81335" y="85"/>
                  </a:cubicBezTo>
                  <a:cubicBezTo>
                    <a:pt x="42011" y="85"/>
                    <a:pt x="207" y="52588"/>
                    <a:pt x="207" y="103018"/>
                  </a:cubicBezTo>
                  <a:cubicBezTo>
                    <a:pt x="207" y="132379"/>
                    <a:pt x="16503" y="156558"/>
                    <a:pt x="43074" y="156558"/>
                  </a:cubicBezTo>
                  <a:cubicBezTo>
                    <a:pt x="55828" y="156558"/>
                    <a:pt x="71416" y="149304"/>
                    <a:pt x="85586" y="132379"/>
                  </a:cubicBezTo>
                  <a:close/>
                  <a:moveTo>
                    <a:pt x="104717" y="44643"/>
                  </a:moveTo>
                  <a:lnTo>
                    <a:pt x="88066" y="109927"/>
                  </a:lnTo>
                  <a:cubicBezTo>
                    <a:pt x="85232" y="120980"/>
                    <a:pt x="63267" y="148958"/>
                    <a:pt x="43782" y="148958"/>
                  </a:cubicBezTo>
                  <a:cubicBezTo>
                    <a:pt x="27132" y="148958"/>
                    <a:pt x="24297" y="128579"/>
                    <a:pt x="24297" y="118217"/>
                  </a:cubicBezTo>
                  <a:cubicBezTo>
                    <a:pt x="24297" y="100946"/>
                    <a:pt x="35280" y="60532"/>
                    <a:pt x="41657" y="46025"/>
                  </a:cubicBezTo>
                  <a:cubicBezTo>
                    <a:pt x="50514" y="24955"/>
                    <a:pt x="66810" y="7684"/>
                    <a:pt x="81335" y="7684"/>
                  </a:cubicBezTo>
                  <a:cubicBezTo>
                    <a:pt x="96923" y="7684"/>
                    <a:pt x="105780" y="25645"/>
                    <a:pt x="105780" y="40153"/>
                  </a:cubicBezTo>
                  <a:cubicBezTo>
                    <a:pt x="105780" y="40844"/>
                    <a:pt x="105426" y="42571"/>
                    <a:pt x="104717" y="44643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ACBF7459-3D51-A53A-2EBA-26423830968D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109784" y="5323350"/>
              <a:ext cx="143834" cy="156472"/>
            </a:xfrm>
            <a:custGeom>
              <a:avLst/>
              <a:gdLst>
                <a:gd name="connsiteX0" fmla="*/ 62210 w 143834"/>
                <a:gd name="connsiteY0" fmla="*/ 53279 h 156472"/>
                <a:gd name="connsiteX1" fmla="*/ 108973 w 143834"/>
                <a:gd name="connsiteY1" fmla="*/ 7684 h 156472"/>
                <a:gd name="connsiteX2" fmla="*/ 127750 w 143834"/>
                <a:gd name="connsiteY2" fmla="*/ 12520 h 156472"/>
                <a:gd name="connsiteX3" fmla="*/ 114287 w 143834"/>
                <a:gd name="connsiteY3" fmla="*/ 29100 h 156472"/>
                <a:gd name="connsiteX4" fmla="*/ 126687 w 143834"/>
                <a:gd name="connsiteY4" fmla="*/ 40153 h 156472"/>
                <a:gd name="connsiteX5" fmla="*/ 144046 w 143834"/>
                <a:gd name="connsiteY5" fmla="*/ 21846 h 156472"/>
                <a:gd name="connsiteX6" fmla="*/ 109328 w 143834"/>
                <a:gd name="connsiteY6" fmla="*/ 85 h 156472"/>
                <a:gd name="connsiteX7" fmla="*/ 66461 w 143834"/>
                <a:gd name="connsiteY7" fmla="*/ 24955 h 156472"/>
                <a:gd name="connsiteX8" fmla="*/ 37056 w 143834"/>
                <a:gd name="connsiteY8" fmla="*/ 85 h 156472"/>
                <a:gd name="connsiteX9" fmla="*/ 11549 w 143834"/>
                <a:gd name="connsiteY9" fmla="*/ 18392 h 156472"/>
                <a:gd name="connsiteX10" fmla="*/ 212 w 143834"/>
                <a:gd name="connsiteY10" fmla="*/ 53279 h 156472"/>
                <a:gd name="connsiteX11" fmla="*/ 5526 w 143834"/>
                <a:gd name="connsiteY11" fmla="*/ 56733 h 156472"/>
                <a:gd name="connsiteX12" fmla="*/ 12257 w 143834"/>
                <a:gd name="connsiteY12" fmla="*/ 48788 h 156472"/>
                <a:gd name="connsiteX13" fmla="*/ 36348 w 143834"/>
                <a:gd name="connsiteY13" fmla="*/ 7684 h 156472"/>
                <a:gd name="connsiteX14" fmla="*/ 45559 w 143834"/>
                <a:gd name="connsiteY14" fmla="*/ 21500 h 156472"/>
                <a:gd name="connsiteX15" fmla="*/ 43079 w 143834"/>
                <a:gd name="connsiteY15" fmla="*/ 39117 h 156472"/>
                <a:gd name="connsiteX16" fmla="*/ 16509 w 143834"/>
                <a:gd name="connsiteY16" fmla="*/ 142741 h 156472"/>
                <a:gd name="connsiteX17" fmla="*/ 15446 w 143834"/>
                <a:gd name="connsiteY17" fmla="*/ 147577 h 156472"/>
                <a:gd name="connsiteX18" fmla="*/ 25365 w 143834"/>
                <a:gd name="connsiteY18" fmla="*/ 156558 h 156472"/>
                <a:gd name="connsiteX19" fmla="*/ 39182 w 143834"/>
                <a:gd name="connsiteY19" fmla="*/ 143777 h 156472"/>
                <a:gd name="connsiteX20" fmla="*/ 62210 w 143834"/>
                <a:gd name="connsiteY20" fmla="*/ 53279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3834" h="156472">
                  <a:moveTo>
                    <a:pt x="62210" y="53279"/>
                  </a:moveTo>
                  <a:cubicBezTo>
                    <a:pt x="62564" y="52242"/>
                    <a:pt x="78506" y="7684"/>
                    <a:pt x="108973" y="7684"/>
                  </a:cubicBezTo>
                  <a:cubicBezTo>
                    <a:pt x="110745" y="7684"/>
                    <a:pt x="120664" y="7684"/>
                    <a:pt x="127750" y="12520"/>
                  </a:cubicBezTo>
                  <a:cubicBezTo>
                    <a:pt x="115350" y="16319"/>
                    <a:pt x="114287" y="27372"/>
                    <a:pt x="114287" y="29100"/>
                  </a:cubicBezTo>
                  <a:cubicBezTo>
                    <a:pt x="114287" y="33590"/>
                    <a:pt x="117476" y="40153"/>
                    <a:pt x="126687" y="40153"/>
                  </a:cubicBezTo>
                  <a:cubicBezTo>
                    <a:pt x="133064" y="40153"/>
                    <a:pt x="144046" y="35317"/>
                    <a:pt x="144046" y="21846"/>
                  </a:cubicBezTo>
                  <a:cubicBezTo>
                    <a:pt x="144046" y="3884"/>
                    <a:pt x="121019" y="85"/>
                    <a:pt x="109328" y="85"/>
                  </a:cubicBezTo>
                  <a:cubicBezTo>
                    <a:pt x="84883" y="85"/>
                    <a:pt x="72129" y="17355"/>
                    <a:pt x="66461" y="24955"/>
                  </a:cubicBezTo>
                  <a:cubicBezTo>
                    <a:pt x="62564" y="6648"/>
                    <a:pt x="48747" y="85"/>
                    <a:pt x="37056" y="85"/>
                  </a:cubicBezTo>
                  <a:cubicBezTo>
                    <a:pt x="24303" y="85"/>
                    <a:pt x="17217" y="8029"/>
                    <a:pt x="11549" y="18392"/>
                  </a:cubicBezTo>
                  <a:cubicBezTo>
                    <a:pt x="4818" y="32208"/>
                    <a:pt x="212" y="52588"/>
                    <a:pt x="212" y="53279"/>
                  </a:cubicBezTo>
                  <a:cubicBezTo>
                    <a:pt x="212" y="56733"/>
                    <a:pt x="3755" y="56733"/>
                    <a:pt x="5526" y="56733"/>
                  </a:cubicBezTo>
                  <a:cubicBezTo>
                    <a:pt x="10132" y="56733"/>
                    <a:pt x="10486" y="56387"/>
                    <a:pt x="12257" y="48788"/>
                  </a:cubicBezTo>
                  <a:cubicBezTo>
                    <a:pt x="18634" y="24609"/>
                    <a:pt x="25365" y="7684"/>
                    <a:pt x="36348" y="7684"/>
                  </a:cubicBezTo>
                  <a:cubicBezTo>
                    <a:pt x="45559" y="7684"/>
                    <a:pt x="45559" y="17701"/>
                    <a:pt x="45559" y="21500"/>
                  </a:cubicBezTo>
                  <a:cubicBezTo>
                    <a:pt x="45559" y="27027"/>
                    <a:pt x="44496" y="33590"/>
                    <a:pt x="43079" y="39117"/>
                  </a:cubicBezTo>
                  <a:lnTo>
                    <a:pt x="16509" y="142741"/>
                  </a:lnTo>
                  <a:cubicBezTo>
                    <a:pt x="15800" y="144813"/>
                    <a:pt x="15446" y="146541"/>
                    <a:pt x="15446" y="147577"/>
                  </a:cubicBezTo>
                  <a:cubicBezTo>
                    <a:pt x="15446" y="151376"/>
                    <a:pt x="18280" y="156558"/>
                    <a:pt x="25365" y="156558"/>
                  </a:cubicBezTo>
                  <a:cubicBezTo>
                    <a:pt x="35993" y="156558"/>
                    <a:pt x="38473" y="146541"/>
                    <a:pt x="39182" y="143777"/>
                  </a:cubicBezTo>
                  <a:lnTo>
                    <a:pt x="62210" y="53279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1" name="Freeform: Shape 2090">
              <a:extLst>
                <a:ext uri="{FF2B5EF4-FFF2-40B4-BE49-F238E27FC236}">
                  <a16:creationId xmlns:a16="http://schemas.microsoft.com/office/drawing/2014/main" id="{EDFD16C0-2FA8-B5C2-0D04-D1D78CA3387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262002" y="5259794"/>
              <a:ext cx="99904" cy="220029"/>
            </a:xfrm>
            <a:custGeom>
              <a:avLst/>
              <a:gdLst>
                <a:gd name="connsiteX0" fmla="*/ 60088 w 99904"/>
                <a:gd name="connsiteY0" fmla="*/ 78148 h 220029"/>
                <a:gd name="connsiteX1" fmla="*/ 90201 w 99904"/>
                <a:gd name="connsiteY1" fmla="*/ 78148 h 220029"/>
                <a:gd name="connsiteX2" fmla="*/ 100121 w 99904"/>
                <a:gd name="connsiteY2" fmla="*/ 71586 h 220029"/>
                <a:gd name="connsiteX3" fmla="*/ 91264 w 99904"/>
                <a:gd name="connsiteY3" fmla="*/ 67441 h 220029"/>
                <a:gd name="connsiteX4" fmla="*/ 62922 w 99904"/>
                <a:gd name="connsiteY4" fmla="*/ 67441 h 220029"/>
                <a:gd name="connsiteX5" fmla="*/ 76030 w 99904"/>
                <a:gd name="connsiteY5" fmla="*/ 16319 h 220029"/>
                <a:gd name="connsiteX6" fmla="*/ 77447 w 99904"/>
                <a:gd name="connsiteY6" fmla="*/ 9065 h 220029"/>
                <a:gd name="connsiteX7" fmla="*/ 67882 w 99904"/>
                <a:gd name="connsiteY7" fmla="*/ 85 h 220029"/>
                <a:gd name="connsiteX8" fmla="*/ 54066 w 99904"/>
                <a:gd name="connsiteY8" fmla="*/ 12520 h 220029"/>
                <a:gd name="connsiteX9" fmla="*/ 40249 w 99904"/>
                <a:gd name="connsiteY9" fmla="*/ 67441 h 220029"/>
                <a:gd name="connsiteX10" fmla="*/ 10136 w 99904"/>
                <a:gd name="connsiteY10" fmla="*/ 67441 h 220029"/>
                <a:gd name="connsiteX11" fmla="*/ 216 w 99904"/>
                <a:gd name="connsiteY11" fmla="*/ 74003 h 220029"/>
                <a:gd name="connsiteX12" fmla="*/ 9073 w 99904"/>
                <a:gd name="connsiteY12" fmla="*/ 78148 h 220029"/>
                <a:gd name="connsiteX13" fmla="*/ 37415 w 99904"/>
                <a:gd name="connsiteY13" fmla="*/ 78148 h 220029"/>
                <a:gd name="connsiteX14" fmla="*/ 11907 w 99904"/>
                <a:gd name="connsiteY14" fmla="*/ 177282 h 220029"/>
                <a:gd name="connsiteX15" fmla="*/ 10136 w 99904"/>
                <a:gd name="connsiteY15" fmla="*/ 189027 h 220029"/>
                <a:gd name="connsiteX16" fmla="*/ 40249 w 99904"/>
                <a:gd name="connsiteY16" fmla="*/ 220114 h 220029"/>
                <a:gd name="connsiteX17" fmla="*/ 94098 w 99904"/>
                <a:gd name="connsiteY17" fmla="*/ 166920 h 220029"/>
                <a:gd name="connsiteX18" fmla="*/ 88784 w 99904"/>
                <a:gd name="connsiteY18" fmla="*/ 163466 h 220029"/>
                <a:gd name="connsiteX19" fmla="*/ 81699 w 99904"/>
                <a:gd name="connsiteY19" fmla="*/ 170029 h 220029"/>
                <a:gd name="connsiteX20" fmla="*/ 40957 w 99904"/>
                <a:gd name="connsiteY20" fmla="*/ 212515 h 220029"/>
                <a:gd name="connsiteX21" fmla="*/ 31392 w 99904"/>
                <a:gd name="connsiteY21" fmla="*/ 198353 h 220029"/>
                <a:gd name="connsiteX22" fmla="*/ 33872 w 99904"/>
                <a:gd name="connsiteY22" fmla="*/ 180737 h 220029"/>
                <a:gd name="connsiteX23" fmla="*/ 60088 w 99904"/>
                <a:gd name="connsiteY23" fmla="*/ 78148 h 22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904" h="220029">
                  <a:moveTo>
                    <a:pt x="60088" y="78148"/>
                  </a:moveTo>
                  <a:lnTo>
                    <a:pt x="90201" y="78148"/>
                  </a:lnTo>
                  <a:cubicBezTo>
                    <a:pt x="96224" y="78148"/>
                    <a:pt x="100121" y="78148"/>
                    <a:pt x="100121" y="71586"/>
                  </a:cubicBezTo>
                  <a:cubicBezTo>
                    <a:pt x="100121" y="67441"/>
                    <a:pt x="96932" y="67441"/>
                    <a:pt x="91264" y="67441"/>
                  </a:cubicBezTo>
                  <a:lnTo>
                    <a:pt x="62922" y="67441"/>
                  </a:lnTo>
                  <a:lnTo>
                    <a:pt x="76030" y="16319"/>
                  </a:lnTo>
                  <a:cubicBezTo>
                    <a:pt x="77447" y="11483"/>
                    <a:pt x="77447" y="10793"/>
                    <a:pt x="77447" y="9065"/>
                  </a:cubicBezTo>
                  <a:cubicBezTo>
                    <a:pt x="77447" y="1812"/>
                    <a:pt x="71425" y="85"/>
                    <a:pt x="67882" y="85"/>
                  </a:cubicBezTo>
                  <a:cubicBezTo>
                    <a:pt x="59025" y="85"/>
                    <a:pt x="55483" y="7338"/>
                    <a:pt x="54066" y="12520"/>
                  </a:cubicBezTo>
                  <a:lnTo>
                    <a:pt x="40249" y="67441"/>
                  </a:lnTo>
                  <a:lnTo>
                    <a:pt x="10136" y="67441"/>
                  </a:lnTo>
                  <a:cubicBezTo>
                    <a:pt x="4113" y="67441"/>
                    <a:pt x="216" y="67441"/>
                    <a:pt x="216" y="74003"/>
                  </a:cubicBezTo>
                  <a:cubicBezTo>
                    <a:pt x="216" y="78148"/>
                    <a:pt x="3405" y="78148"/>
                    <a:pt x="9073" y="78148"/>
                  </a:cubicBezTo>
                  <a:lnTo>
                    <a:pt x="37415" y="78148"/>
                  </a:lnTo>
                  <a:lnTo>
                    <a:pt x="11907" y="177282"/>
                  </a:lnTo>
                  <a:cubicBezTo>
                    <a:pt x="11553" y="178664"/>
                    <a:pt x="10136" y="184191"/>
                    <a:pt x="10136" y="189027"/>
                  </a:cubicBezTo>
                  <a:cubicBezTo>
                    <a:pt x="10136" y="206297"/>
                    <a:pt x="21827" y="220114"/>
                    <a:pt x="40249" y="220114"/>
                  </a:cubicBezTo>
                  <a:cubicBezTo>
                    <a:pt x="76030" y="220114"/>
                    <a:pt x="94098" y="168647"/>
                    <a:pt x="94098" y="166920"/>
                  </a:cubicBezTo>
                  <a:cubicBezTo>
                    <a:pt x="94098" y="163466"/>
                    <a:pt x="91264" y="163466"/>
                    <a:pt x="88784" y="163466"/>
                  </a:cubicBezTo>
                  <a:cubicBezTo>
                    <a:pt x="84533" y="163466"/>
                    <a:pt x="84533" y="163811"/>
                    <a:pt x="81699" y="170029"/>
                  </a:cubicBezTo>
                  <a:cubicBezTo>
                    <a:pt x="75322" y="186609"/>
                    <a:pt x="61151" y="212515"/>
                    <a:pt x="40957" y="212515"/>
                  </a:cubicBezTo>
                  <a:cubicBezTo>
                    <a:pt x="31392" y="212515"/>
                    <a:pt x="31392" y="203879"/>
                    <a:pt x="31392" y="198353"/>
                  </a:cubicBezTo>
                  <a:cubicBezTo>
                    <a:pt x="31392" y="195935"/>
                    <a:pt x="31392" y="190408"/>
                    <a:pt x="33872" y="180737"/>
                  </a:cubicBezTo>
                  <a:lnTo>
                    <a:pt x="60088" y="78148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2" name="Freeform: Shape 2091">
              <a:extLst>
                <a:ext uri="{FF2B5EF4-FFF2-40B4-BE49-F238E27FC236}">
                  <a16:creationId xmlns:a16="http://schemas.microsoft.com/office/drawing/2014/main" id="{8041EA05-FE99-62BC-A2A2-31502D79AF7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376864" y="5249431"/>
              <a:ext cx="87859" cy="230391"/>
            </a:xfrm>
            <a:custGeom>
              <a:avLst/>
              <a:gdLst>
                <a:gd name="connsiteX0" fmla="*/ 88079 w 87859"/>
                <a:gd name="connsiteY0" fmla="*/ 177282 h 230391"/>
                <a:gd name="connsiteX1" fmla="*/ 82765 w 87859"/>
                <a:gd name="connsiteY1" fmla="*/ 173828 h 230391"/>
                <a:gd name="connsiteX2" fmla="*/ 76742 w 87859"/>
                <a:gd name="connsiteY2" fmla="*/ 179700 h 230391"/>
                <a:gd name="connsiteX3" fmla="*/ 43795 w 87859"/>
                <a:gd name="connsiteY3" fmla="*/ 222877 h 230391"/>
                <a:gd name="connsiteX4" fmla="*/ 36001 w 87859"/>
                <a:gd name="connsiteY4" fmla="*/ 213206 h 230391"/>
                <a:gd name="connsiteX5" fmla="*/ 45212 w 87859"/>
                <a:gd name="connsiteY5" fmla="*/ 180046 h 230391"/>
                <a:gd name="connsiteX6" fmla="*/ 67885 w 87859"/>
                <a:gd name="connsiteY6" fmla="*/ 120980 h 230391"/>
                <a:gd name="connsiteX7" fmla="*/ 72137 w 87859"/>
                <a:gd name="connsiteY7" fmla="*/ 101637 h 230391"/>
                <a:gd name="connsiteX8" fmla="*/ 45566 w 87859"/>
                <a:gd name="connsiteY8" fmla="*/ 74003 h 230391"/>
                <a:gd name="connsiteX9" fmla="*/ 220 w 87859"/>
                <a:gd name="connsiteY9" fmla="*/ 127197 h 230391"/>
                <a:gd name="connsiteX10" fmla="*/ 5534 w 87859"/>
                <a:gd name="connsiteY10" fmla="*/ 130651 h 230391"/>
                <a:gd name="connsiteX11" fmla="*/ 11911 w 87859"/>
                <a:gd name="connsiteY11" fmla="*/ 125125 h 230391"/>
                <a:gd name="connsiteX12" fmla="*/ 44858 w 87859"/>
                <a:gd name="connsiteY12" fmla="*/ 81603 h 230391"/>
                <a:gd name="connsiteX13" fmla="*/ 52652 w 87859"/>
                <a:gd name="connsiteY13" fmla="*/ 91274 h 230391"/>
                <a:gd name="connsiteX14" fmla="*/ 46275 w 87859"/>
                <a:gd name="connsiteY14" fmla="*/ 116144 h 230391"/>
                <a:gd name="connsiteX15" fmla="*/ 35647 w 87859"/>
                <a:gd name="connsiteY15" fmla="*/ 144813 h 230391"/>
                <a:gd name="connsiteX16" fmla="*/ 22539 w 87859"/>
                <a:gd name="connsiteY16" fmla="*/ 179010 h 230391"/>
                <a:gd name="connsiteX17" fmla="*/ 16162 w 87859"/>
                <a:gd name="connsiteY17" fmla="*/ 202843 h 230391"/>
                <a:gd name="connsiteX18" fmla="*/ 43086 w 87859"/>
                <a:gd name="connsiteY18" fmla="*/ 230476 h 230391"/>
                <a:gd name="connsiteX19" fmla="*/ 88079 w 87859"/>
                <a:gd name="connsiteY19" fmla="*/ 177282 h 230391"/>
                <a:gd name="connsiteX20" fmla="*/ 86308 w 87859"/>
                <a:gd name="connsiteY20" fmla="*/ 11483 h 230391"/>
                <a:gd name="connsiteX21" fmla="*/ 74262 w 87859"/>
                <a:gd name="connsiteY21" fmla="*/ 85 h 230391"/>
                <a:gd name="connsiteX22" fmla="*/ 57257 w 87859"/>
                <a:gd name="connsiteY22" fmla="*/ 16665 h 230391"/>
                <a:gd name="connsiteX23" fmla="*/ 69303 w 87859"/>
                <a:gd name="connsiteY23" fmla="*/ 28063 h 230391"/>
                <a:gd name="connsiteX24" fmla="*/ 86308 w 87859"/>
                <a:gd name="connsiteY24" fmla="*/ 11483 h 23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859" h="230391">
                  <a:moveTo>
                    <a:pt x="88079" y="177282"/>
                  </a:moveTo>
                  <a:cubicBezTo>
                    <a:pt x="88079" y="173828"/>
                    <a:pt x="85245" y="173828"/>
                    <a:pt x="82765" y="173828"/>
                  </a:cubicBezTo>
                  <a:cubicBezTo>
                    <a:pt x="78159" y="173828"/>
                    <a:pt x="78159" y="174519"/>
                    <a:pt x="76742" y="179700"/>
                  </a:cubicBezTo>
                  <a:cubicBezTo>
                    <a:pt x="73908" y="189717"/>
                    <a:pt x="64343" y="222877"/>
                    <a:pt x="43795" y="222877"/>
                  </a:cubicBezTo>
                  <a:cubicBezTo>
                    <a:pt x="40961" y="222877"/>
                    <a:pt x="36001" y="222532"/>
                    <a:pt x="36001" y="213206"/>
                  </a:cubicBezTo>
                  <a:cubicBezTo>
                    <a:pt x="36001" y="204225"/>
                    <a:pt x="40607" y="192826"/>
                    <a:pt x="45212" y="180046"/>
                  </a:cubicBezTo>
                  <a:lnTo>
                    <a:pt x="67885" y="120980"/>
                  </a:lnTo>
                  <a:cubicBezTo>
                    <a:pt x="71428" y="110963"/>
                    <a:pt x="72137" y="108199"/>
                    <a:pt x="72137" y="101637"/>
                  </a:cubicBezTo>
                  <a:cubicBezTo>
                    <a:pt x="72137" y="82639"/>
                    <a:pt x="58674" y="74003"/>
                    <a:pt x="45566" y="74003"/>
                  </a:cubicBezTo>
                  <a:cubicBezTo>
                    <a:pt x="12265" y="74003"/>
                    <a:pt x="220" y="125470"/>
                    <a:pt x="220" y="127197"/>
                  </a:cubicBezTo>
                  <a:cubicBezTo>
                    <a:pt x="220" y="130651"/>
                    <a:pt x="3762" y="130651"/>
                    <a:pt x="5534" y="130651"/>
                  </a:cubicBezTo>
                  <a:cubicBezTo>
                    <a:pt x="10139" y="130651"/>
                    <a:pt x="10493" y="129961"/>
                    <a:pt x="11911" y="125125"/>
                  </a:cubicBezTo>
                  <a:cubicBezTo>
                    <a:pt x="15099" y="113726"/>
                    <a:pt x="24310" y="81603"/>
                    <a:pt x="44858" y="81603"/>
                  </a:cubicBezTo>
                  <a:cubicBezTo>
                    <a:pt x="48755" y="81603"/>
                    <a:pt x="52652" y="83330"/>
                    <a:pt x="52652" y="91274"/>
                  </a:cubicBezTo>
                  <a:cubicBezTo>
                    <a:pt x="52652" y="99564"/>
                    <a:pt x="48755" y="109581"/>
                    <a:pt x="46275" y="116144"/>
                  </a:cubicBezTo>
                  <a:lnTo>
                    <a:pt x="35647" y="144813"/>
                  </a:lnTo>
                  <a:cubicBezTo>
                    <a:pt x="31041" y="156212"/>
                    <a:pt x="26790" y="167611"/>
                    <a:pt x="22539" y="179010"/>
                  </a:cubicBezTo>
                  <a:cubicBezTo>
                    <a:pt x="17579" y="192135"/>
                    <a:pt x="16162" y="195935"/>
                    <a:pt x="16162" y="202843"/>
                  </a:cubicBezTo>
                  <a:cubicBezTo>
                    <a:pt x="16162" y="216314"/>
                    <a:pt x="24664" y="230476"/>
                    <a:pt x="43086" y="230476"/>
                  </a:cubicBezTo>
                  <a:cubicBezTo>
                    <a:pt x="76388" y="230476"/>
                    <a:pt x="88079" y="178664"/>
                    <a:pt x="88079" y="177282"/>
                  </a:cubicBezTo>
                  <a:close/>
                  <a:moveTo>
                    <a:pt x="86308" y="11483"/>
                  </a:moveTo>
                  <a:cubicBezTo>
                    <a:pt x="86308" y="2848"/>
                    <a:pt x="79222" y="85"/>
                    <a:pt x="74262" y="85"/>
                  </a:cubicBezTo>
                  <a:cubicBezTo>
                    <a:pt x="66823" y="85"/>
                    <a:pt x="57257" y="6993"/>
                    <a:pt x="57257" y="16665"/>
                  </a:cubicBezTo>
                  <a:cubicBezTo>
                    <a:pt x="57257" y="25300"/>
                    <a:pt x="64343" y="28063"/>
                    <a:pt x="69303" y="28063"/>
                  </a:cubicBezTo>
                  <a:cubicBezTo>
                    <a:pt x="76388" y="28063"/>
                    <a:pt x="86308" y="21500"/>
                    <a:pt x="86308" y="11483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3" name="Freeform: Shape 2092">
              <a:extLst>
                <a:ext uri="{FF2B5EF4-FFF2-40B4-BE49-F238E27FC236}">
                  <a16:creationId xmlns:a16="http://schemas.microsoft.com/office/drawing/2014/main" id="{5255551D-D3EE-A6B8-87E1-52B43DF85907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494363" y="5323350"/>
              <a:ext cx="151273" cy="156472"/>
            </a:xfrm>
            <a:custGeom>
              <a:avLst/>
              <a:gdLst>
                <a:gd name="connsiteX0" fmla="*/ 85602 w 151273"/>
                <a:gd name="connsiteY0" fmla="*/ 132379 h 156472"/>
                <a:gd name="connsiteX1" fmla="*/ 115007 w 151273"/>
                <a:gd name="connsiteY1" fmla="*/ 156558 h 156472"/>
                <a:gd name="connsiteX2" fmla="*/ 140868 w 151273"/>
                <a:gd name="connsiteY2" fmla="*/ 137214 h 156472"/>
                <a:gd name="connsiteX3" fmla="*/ 151497 w 151273"/>
                <a:gd name="connsiteY3" fmla="*/ 103364 h 156472"/>
                <a:gd name="connsiteX4" fmla="*/ 146182 w 151273"/>
                <a:gd name="connsiteY4" fmla="*/ 99910 h 156472"/>
                <a:gd name="connsiteX5" fmla="*/ 139451 w 151273"/>
                <a:gd name="connsiteY5" fmla="*/ 107854 h 156472"/>
                <a:gd name="connsiteX6" fmla="*/ 115715 w 151273"/>
                <a:gd name="connsiteY6" fmla="*/ 148958 h 156472"/>
                <a:gd name="connsiteX7" fmla="*/ 106504 w 151273"/>
                <a:gd name="connsiteY7" fmla="*/ 134796 h 156472"/>
                <a:gd name="connsiteX8" fmla="*/ 108984 w 151273"/>
                <a:gd name="connsiteY8" fmla="*/ 117180 h 156472"/>
                <a:gd name="connsiteX9" fmla="*/ 133074 w 151273"/>
                <a:gd name="connsiteY9" fmla="*/ 23227 h 156472"/>
                <a:gd name="connsiteX10" fmla="*/ 134492 w 151273"/>
                <a:gd name="connsiteY10" fmla="*/ 15974 h 156472"/>
                <a:gd name="connsiteX11" fmla="*/ 124926 w 151273"/>
                <a:gd name="connsiteY11" fmla="*/ 6993 h 156472"/>
                <a:gd name="connsiteX12" fmla="*/ 110755 w 151273"/>
                <a:gd name="connsiteY12" fmla="*/ 20464 h 156472"/>
                <a:gd name="connsiteX13" fmla="*/ 81351 w 151273"/>
                <a:gd name="connsiteY13" fmla="*/ 85 h 156472"/>
                <a:gd name="connsiteX14" fmla="*/ 223 w 151273"/>
                <a:gd name="connsiteY14" fmla="*/ 103018 h 156472"/>
                <a:gd name="connsiteX15" fmla="*/ 43089 w 151273"/>
                <a:gd name="connsiteY15" fmla="*/ 156558 h 156472"/>
                <a:gd name="connsiteX16" fmla="*/ 85602 w 151273"/>
                <a:gd name="connsiteY16" fmla="*/ 132379 h 156472"/>
                <a:gd name="connsiteX17" fmla="*/ 104733 w 151273"/>
                <a:gd name="connsiteY17" fmla="*/ 44643 h 156472"/>
                <a:gd name="connsiteX18" fmla="*/ 88082 w 151273"/>
                <a:gd name="connsiteY18" fmla="*/ 109927 h 156472"/>
                <a:gd name="connsiteX19" fmla="*/ 43798 w 151273"/>
                <a:gd name="connsiteY19" fmla="*/ 148958 h 156472"/>
                <a:gd name="connsiteX20" fmla="*/ 24313 w 151273"/>
                <a:gd name="connsiteY20" fmla="*/ 118217 h 156472"/>
                <a:gd name="connsiteX21" fmla="*/ 41672 w 151273"/>
                <a:gd name="connsiteY21" fmla="*/ 46025 h 156472"/>
                <a:gd name="connsiteX22" fmla="*/ 81351 w 151273"/>
                <a:gd name="connsiteY22" fmla="*/ 7684 h 156472"/>
                <a:gd name="connsiteX23" fmla="*/ 105796 w 151273"/>
                <a:gd name="connsiteY23" fmla="*/ 40153 h 156472"/>
                <a:gd name="connsiteX24" fmla="*/ 104733 w 151273"/>
                <a:gd name="connsiteY24" fmla="*/ 44643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1273" h="156472">
                  <a:moveTo>
                    <a:pt x="85602" y="132379"/>
                  </a:moveTo>
                  <a:cubicBezTo>
                    <a:pt x="89499" y="149304"/>
                    <a:pt x="102607" y="156558"/>
                    <a:pt x="115007" y="156558"/>
                  </a:cubicBezTo>
                  <a:cubicBezTo>
                    <a:pt x="128115" y="156558"/>
                    <a:pt x="135554" y="147922"/>
                    <a:pt x="140868" y="137214"/>
                  </a:cubicBezTo>
                  <a:cubicBezTo>
                    <a:pt x="147245" y="124089"/>
                    <a:pt x="151497" y="104055"/>
                    <a:pt x="151497" y="103364"/>
                  </a:cubicBezTo>
                  <a:cubicBezTo>
                    <a:pt x="151497" y="99910"/>
                    <a:pt x="148662" y="99910"/>
                    <a:pt x="146182" y="99910"/>
                  </a:cubicBezTo>
                  <a:cubicBezTo>
                    <a:pt x="141931" y="99910"/>
                    <a:pt x="141577" y="100255"/>
                    <a:pt x="139451" y="107854"/>
                  </a:cubicBezTo>
                  <a:cubicBezTo>
                    <a:pt x="134492" y="127197"/>
                    <a:pt x="127760" y="148958"/>
                    <a:pt x="115715" y="148958"/>
                  </a:cubicBezTo>
                  <a:cubicBezTo>
                    <a:pt x="106504" y="148958"/>
                    <a:pt x="106504" y="139632"/>
                    <a:pt x="106504" y="134796"/>
                  </a:cubicBezTo>
                  <a:cubicBezTo>
                    <a:pt x="106504" y="132379"/>
                    <a:pt x="106504" y="126852"/>
                    <a:pt x="108984" y="117180"/>
                  </a:cubicBezTo>
                  <a:lnTo>
                    <a:pt x="133074" y="23227"/>
                  </a:lnTo>
                  <a:cubicBezTo>
                    <a:pt x="134492" y="18392"/>
                    <a:pt x="134492" y="17701"/>
                    <a:pt x="134492" y="15974"/>
                  </a:cubicBezTo>
                  <a:cubicBezTo>
                    <a:pt x="134492" y="8720"/>
                    <a:pt x="128469" y="6993"/>
                    <a:pt x="124926" y="6993"/>
                  </a:cubicBezTo>
                  <a:cubicBezTo>
                    <a:pt x="113589" y="6993"/>
                    <a:pt x="111110" y="18737"/>
                    <a:pt x="110755" y="20464"/>
                  </a:cubicBezTo>
                  <a:cubicBezTo>
                    <a:pt x="104024" y="5611"/>
                    <a:pt x="92687" y="85"/>
                    <a:pt x="81351" y="85"/>
                  </a:cubicBezTo>
                  <a:cubicBezTo>
                    <a:pt x="42027" y="85"/>
                    <a:pt x="223" y="52588"/>
                    <a:pt x="223" y="103018"/>
                  </a:cubicBezTo>
                  <a:cubicBezTo>
                    <a:pt x="223" y="132379"/>
                    <a:pt x="16519" y="156558"/>
                    <a:pt x="43089" y="156558"/>
                  </a:cubicBezTo>
                  <a:cubicBezTo>
                    <a:pt x="55843" y="156558"/>
                    <a:pt x="71431" y="149304"/>
                    <a:pt x="85602" y="132379"/>
                  </a:cubicBezTo>
                  <a:close/>
                  <a:moveTo>
                    <a:pt x="104733" y="44643"/>
                  </a:moveTo>
                  <a:lnTo>
                    <a:pt x="88082" y="109927"/>
                  </a:lnTo>
                  <a:cubicBezTo>
                    <a:pt x="85248" y="120980"/>
                    <a:pt x="63283" y="148958"/>
                    <a:pt x="43798" y="148958"/>
                  </a:cubicBezTo>
                  <a:cubicBezTo>
                    <a:pt x="27147" y="148958"/>
                    <a:pt x="24313" y="128579"/>
                    <a:pt x="24313" y="118217"/>
                  </a:cubicBezTo>
                  <a:cubicBezTo>
                    <a:pt x="24313" y="100946"/>
                    <a:pt x="35296" y="60532"/>
                    <a:pt x="41672" y="46025"/>
                  </a:cubicBezTo>
                  <a:cubicBezTo>
                    <a:pt x="50529" y="24955"/>
                    <a:pt x="66826" y="7684"/>
                    <a:pt x="81351" y="7684"/>
                  </a:cubicBezTo>
                  <a:cubicBezTo>
                    <a:pt x="96939" y="7684"/>
                    <a:pt x="105796" y="25645"/>
                    <a:pt x="105796" y="40153"/>
                  </a:cubicBezTo>
                  <a:cubicBezTo>
                    <a:pt x="105796" y="40844"/>
                    <a:pt x="105441" y="42571"/>
                    <a:pt x="104733" y="44643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E58F8E5F-4557-A8DA-2982-08AE0F8BD35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670475" y="5236306"/>
              <a:ext cx="75105" cy="243517"/>
            </a:xfrm>
            <a:custGeom>
              <a:avLst/>
              <a:gdLst>
                <a:gd name="connsiteX0" fmla="*/ 74270 w 75105"/>
                <a:gd name="connsiteY0" fmla="*/ 8720 h 243517"/>
                <a:gd name="connsiteX1" fmla="*/ 75333 w 75105"/>
                <a:gd name="connsiteY1" fmla="*/ 4230 h 243517"/>
                <a:gd name="connsiteX2" fmla="*/ 70373 w 75105"/>
                <a:gd name="connsiteY2" fmla="*/ 85 h 243517"/>
                <a:gd name="connsiteX3" fmla="*/ 64705 w 75105"/>
                <a:gd name="connsiteY3" fmla="*/ 776 h 243517"/>
                <a:gd name="connsiteX4" fmla="*/ 29632 w 75105"/>
                <a:gd name="connsiteY4" fmla="*/ 3539 h 243517"/>
                <a:gd name="connsiteX5" fmla="*/ 21484 w 75105"/>
                <a:gd name="connsiteY5" fmla="*/ 10793 h 243517"/>
                <a:gd name="connsiteX6" fmla="*/ 29987 w 75105"/>
                <a:gd name="connsiteY6" fmla="*/ 14592 h 243517"/>
                <a:gd name="connsiteX7" fmla="*/ 47700 w 75105"/>
                <a:gd name="connsiteY7" fmla="*/ 20464 h 243517"/>
                <a:gd name="connsiteX8" fmla="*/ 46637 w 75105"/>
                <a:gd name="connsiteY8" fmla="*/ 26336 h 243517"/>
                <a:gd name="connsiteX9" fmla="*/ 2353 w 75105"/>
                <a:gd name="connsiteY9" fmla="*/ 199044 h 243517"/>
                <a:gd name="connsiteX10" fmla="*/ 228 w 75105"/>
                <a:gd name="connsiteY10" fmla="*/ 212515 h 243517"/>
                <a:gd name="connsiteX11" fmla="*/ 29987 w 75105"/>
                <a:gd name="connsiteY11" fmla="*/ 243602 h 243517"/>
                <a:gd name="connsiteX12" fmla="*/ 55140 w 75105"/>
                <a:gd name="connsiteY12" fmla="*/ 225640 h 243517"/>
                <a:gd name="connsiteX13" fmla="*/ 66122 w 75105"/>
                <a:gd name="connsiteY13" fmla="*/ 190408 h 243517"/>
                <a:gd name="connsiteX14" fmla="*/ 60808 w 75105"/>
                <a:gd name="connsiteY14" fmla="*/ 186954 h 243517"/>
                <a:gd name="connsiteX15" fmla="*/ 55848 w 75105"/>
                <a:gd name="connsiteY15" fmla="*/ 188681 h 243517"/>
                <a:gd name="connsiteX16" fmla="*/ 53368 w 75105"/>
                <a:gd name="connsiteY16" fmla="*/ 197316 h 243517"/>
                <a:gd name="connsiteX17" fmla="*/ 30695 w 75105"/>
                <a:gd name="connsiteY17" fmla="*/ 236003 h 243517"/>
                <a:gd name="connsiteX18" fmla="*/ 21484 w 75105"/>
                <a:gd name="connsiteY18" fmla="*/ 221841 h 243517"/>
                <a:gd name="connsiteX19" fmla="*/ 23610 w 75105"/>
                <a:gd name="connsiteY19" fmla="*/ 205952 h 243517"/>
                <a:gd name="connsiteX20" fmla="*/ 74270 w 75105"/>
                <a:gd name="connsiteY20" fmla="*/ 8720 h 24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105" h="243517">
                  <a:moveTo>
                    <a:pt x="74270" y="8720"/>
                  </a:moveTo>
                  <a:cubicBezTo>
                    <a:pt x="74625" y="7684"/>
                    <a:pt x="75333" y="4920"/>
                    <a:pt x="75333" y="4230"/>
                  </a:cubicBezTo>
                  <a:cubicBezTo>
                    <a:pt x="75333" y="1121"/>
                    <a:pt x="73208" y="85"/>
                    <a:pt x="70373" y="85"/>
                  </a:cubicBezTo>
                  <a:cubicBezTo>
                    <a:pt x="69311" y="85"/>
                    <a:pt x="65768" y="430"/>
                    <a:pt x="64705" y="776"/>
                  </a:cubicBezTo>
                  <a:lnTo>
                    <a:pt x="29632" y="3539"/>
                  </a:lnTo>
                  <a:cubicBezTo>
                    <a:pt x="25381" y="3884"/>
                    <a:pt x="21484" y="4230"/>
                    <a:pt x="21484" y="10793"/>
                  </a:cubicBezTo>
                  <a:cubicBezTo>
                    <a:pt x="21484" y="14592"/>
                    <a:pt x="25027" y="14592"/>
                    <a:pt x="29987" y="14592"/>
                  </a:cubicBezTo>
                  <a:cubicBezTo>
                    <a:pt x="46992" y="14592"/>
                    <a:pt x="47700" y="17010"/>
                    <a:pt x="47700" y="20464"/>
                  </a:cubicBezTo>
                  <a:cubicBezTo>
                    <a:pt x="47700" y="21500"/>
                    <a:pt x="46637" y="25991"/>
                    <a:pt x="46637" y="26336"/>
                  </a:cubicBezTo>
                  <a:lnTo>
                    <a:pt x="2353" y="199044"/>
                  </a:lnTo>
                  <a:cubicBezTo>
                    <a:pt x="1999" y="200425"/>
                    <a:pt x="228" y="207334"/>
                    <a:pt x="228" y="212515"/>
                  </a:cubicBezTo>
                  <a:cubicBezTo>
                    <a:pt x="228" y="230822"/>
                    <a:pt x="12981" y="243602"/>
                    <a:pt x="29987" y="243602"/>
                  </a:cubicBezTo>
                  <a:cubicBezTo>
                    <a:pt x="43449" y="243602"/>
                    <a:pt x="50534" y="234276"/>
                    <a:pt x="55140" y="225640"/>
                  </a:cubicBezTo>
                  <a:cubicBezTo>
                    <a:pt x="61162" y="213551"/>
                    <a:pt x="66122" y="191444"/>
                    <a:pt x="66122" y="190408"/>
                  </a:cubicBezTo>
                  <a:cubicBezTo>
                    <a:pt x="66122" y="186954"/>
                    <a:pt x="63288" y="186954"/>
                    <a:pt x="60808" y="186954"/>
                  </a:cubicBezTo>
                  <a:cubicBezTo>
                    <a:pt x="59037" y="186954"/>
                    <a:pt x="56911" y="186954"/>
                    <a:pt x="55848" y="188681"/>
                  </a:cubicBezTo>
                  <a:lnTo>
                    <a:pt x="53368" y="197316"/>
                  </a:lnTo>
                  <a:cubicBezTo>
                    <a:pt x="47346" y="221495"/>
                    <a:pt x="40615" y="236003"/>
                    <a:pt x="30695" y="236003"/>
                  </a:cubicBezTo>
                  <a:cubicBezTo>
                    <a:pt x="21484" y="236003"/>
                    <a:pt x="21484" y="226677"/>
                    <a:pt x="21484" y="221841"/>
                  </a:cubicBezTo>
                  <a:cubicBezTo>
                    <a:pt x="21484" y="219423"/>
                    <a:pt x="21484" y="214242"/>
                    <a:pt x="23610" y="205952"/>
                  </a:cubicBezTo>
                  <a:lnTo>
                    <a:pt x="74270" y="8720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5D97183C-DEF2-EBD6-C65F-9773ADC925F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892719" y="5236306"/>
              <a:ext cx="160130" cy="243517"/>
            </a:xfrm>
            <a:custGeom>
              <a:avLst/>
              <a:gdLst>
                <a:gd name="connsiteX0" fmla="*/ 159302 w 160130"/>
                <a:gd name="connsiteY0" fmla="*/ 8720 h 243517"/>
                <a:gd name="connsiteX1" fmla="*/ 160365 w 160130"/>
                <a:gd name="connsiteY1" fmla="*/ 4230 h 243517"/>
                <a:gd name="connsiteX2" fmla="*/ 155405 w 160130"/>
                <a:gd name="connsiteY2" fmla="*/ 85 h 243517"/>
                <a:gd name="connsiteX3" fmla="*/ 149736 w 160130"/>
                <a:gd name="connsiteY3" fmla="*/ 776 h 243517"/>
                <a:gd name="connsiteX4" fmla="*/ 114664 w 160130"/>
                <a:gd name="connsiteY4" fmla="*/ 3539 h 243517"/>
                <a:gd name="connsiteX5" fmla="*/ 106515 w 160130"/>
                <a:gd name="connsiteY5" fmla="*/ 10793 h 243517"/>
                <a:gd name="connsiteX6" fmla="*/ 115018 w 160130"/>
                <a:gd name="connsiteY6" fmla="*/ 14592 h 243517"/>
                <a:gd name="connsiteX7" fmla="*/ 132731 w 160130"/>
                <a:gd name="connsiteY7" fmla="*/ 20464 h 243517"/>
                <a:gd name="connsiteX8" fmla="*/ 131669 w 160130"/>
                <a:gd name="connsiteY8" fmla="*/ 26336 h 243517"/>
                <a:gd name="connsiteX9" fmla="*/ 111121 w 160130"/>
                <a:gd name="connsiteY9" fmla="*/ 107163 h 243517"/>
                <a:gd name="connsiteX10" fmla="*/ 81362 w 160130"/>
                <a:gd name="connsiteY10" fmla="*/ 87129 h 243517"/>
                <a:gd name="connsiteX11" fmla="*/ 234 w 160130"/>
                <a:gd name="connsiteY11" fmla="*/ 190063 h 243517"/>
                <a:gd name="connsiteX12" fmla="*/ 43101 w 160130"/>
                <a:gd name="connsiteY12" fmla="*/ 243602 h 243517"/>
                <a:gd name="connsiteX13" fmla="*/ 85613 w 160130"/>
                <a:gd name="connsiteY13" fmla="*/ 219423 h 243517"/>
                <a:gd name="connsiteX14" fmla="*/ 115018 w 160130"/>
                <a:gd name="connsiteY14" fmla="*/ 243602 h 243517"/>
                <a:gd name="connsiteX15" fmla="*/ 140880 w 160130"/>
                <a:gd name="connsiteY15" fmla="*/ 224259 h 243517"/>
                <a:gd name="connsiteX16" fmla="*/ 151508 w 160130"/>
                <a:gd name="connsiteY16" fmla="*/ 190408 h 243517"/>
                <a:gd name="connsiteX17" fmla="*/ 146194 w 160130"/>
                <a:gd name="connsiteY17" fmla="*/ 186954 h 243517"/>
                <a:gd name="connsiteX18" fmla="*/ 139463 w 160130"/>
                <a:gd name="connsiteY18" fmla="*/ 194899 h 243517"/>
                <a:gd name="connsiteX19" fmla="*/ 115726 w 160130"/>
                <a:gd name="connsiteY19" fmla="*/ 236003 h 243517"/>
                <a:gd name="connsiteX20" fmla="*/ 106515 w 160130"/>
                <a:gd name="connsiteY20" fmla="*/ 221841 h 243517"/>
                <a:gd name="connsiteX21" fmla="*/ 108641 w 160130"/>
                <a:gd name="connsiteY21" fmla="*/ 205952 h 243517"/>
                <a:gd name="connsiteX22" fmla="*/ 159302 w 160130"/>
                <a:gd name="connsiteY22" fmla="*/ 8720 h 243517"/>
                <a:gd name="connsiteX23" fmla="*/ 87739 w 160130"/>
                <a:gd name="connsiteY23" fmla="*/ 197662 h 243517"/>
                <a:gd name="connsiteX24" fmla="*/ 43809 w 160130"/>
                <a:gd name="connsiteY24" fmla="*/ 236003 h 243517"/>
                <a:gd name="connsiteX25" fmla="*/ 24324 w 160130"/>
                <a:gd name="connsiteY25" fmla="*/ 205261 h 243517"/>
                <a:gd name="connsiteX26" fmla="*/ 41684 w 160130"/>
                <a:gd name="connsiteY26" fmla="*/ 133069 h 243517"/>
                <a:gd name="connsiteX27" fmla="*/ 81362 w 160130"/>
                <a:gd name="connsiteY27" fmla="*/ 94728 h 243517"/>
                <a:gd name="connsiteX28" fmla="*/ 98721 w 160130"/>
                <a:gd name="connsiteY28" fmla="*/ 104745 h 243517"/>
                <a:gd name="connsiteX29" fmla="*/ 105807 w 160130"/>
                <a:gd name="connsiteY29" fmla="*/ 126852 h 243517"/>
                <a:gd name="connsiteX30" fmla="*/ 104744 w 160130"/>
                <a:gd name="connsiteY30" fmla="*/ 131342 h 243517"/>
                <a:gd name="connsiteX31" fmla="*/ 87739 w 160130"/>
                <a:gd name="connsiteY31" fmla="*/ 197662 h 24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130" h="243517">
                  <a:moveTo>
                    <a:pt x="159302" y="8720"/>
                  </a:moveTo>
                  <a:cubicBezTo>
                    <a:pt x="159656" y="7684"/>
                    <a:pt x="160365" y="4920"/>
                    <a:pt x="160365" y="4230"/>
                  </a:cubicBezTo>
                  <a:cubicBezTo>
                    <a:pt x="160365" y="1121"/>
                    <a:pt x="158239" y="85"/>
                    <a:pt x="155405" y="85"/>
                  </a:cubicBezTo>
                  <a:cubicBezTo>
                    <a:pt x="154342" y="85"/>
                    <a:pt x="150799" y="430"/>
                    <a:pt x="149736" y="776"/>
                  </a:cubicBezTo>
                  <a:lnTo>
                    <a:pt x="114664" y="3539"/>
                  </a:lnTo>
                  <a:cubicBezTo>
                    <a:pt x="110412" y="3884"/>
                    <a:pt x="106515" y="4230"/>
                    <a:pt x="106515" y="10793"/>
                  </a:cubicBezTo>
                  <a:cubicBezTo>
                    <a:pt x="106515" y="14592"/>
                    <a:pt x="110058" y="14592"/>
                    <a:pt x="115018" y="14592"/>
                  </a:cubicBezTo>
                  <a:cubicBezTo>
                    <a:pt x="132023" y="14592"/>
                    <a:pt x="132731" y="17010"/>
                    <a:pt x="132731" y="20464"/>
                  </a:cubicBezTo>
                  <a:cubicBezTo>
                    <a:pt x="132731" y="21500"/>
                    <a:pt x="131669" y="25991"/>
                    <a:pt x="131669" y="26336"/>
                  </a:cubicBezTo>
                  <a:lnTo>
                    <a:pt x="111121" y="107163"/>
                  </a:lnTo>
                  <a:cubicBezTo>
                    <a:pt x="105807" y="96455"/>
                    <a:pt x="96241" y="87129"/>
                    <a:pt x="81362" y="87129"/>
                  </a:cubicBezTo>
                  <a:cubicBezTo>
                    <a:pt x="42038" y="87129"/>
                    <a:pt x="234" y="139632"/>
                    <a:pt x="234" y="190063"/>
                  </a:cubicBezTo>
                  <a:cubicBezTo>
                    <a:pt x="234" y="219423"/>
                    <a:pt x="16530" y="243602"/>
                    <a:pt x="43101" y="243602"/>
                  </a:cubicBezTo>
                  <a:cubicBezTo>
                    <a:pt x="55854" y="243602"/>
                    <a:pt x="71442" y="236348"/>
                    <a:pt x="85613" y="219423"/>
                  </a:cubicBezTo>
                  <a:cubicBezTo>
                    <a:pt x="89510" y="236348"/>
                    <a:pt x="102618" y="243602"/>
                    <a:pt x="115018" y="243602"/>
                  </a:cubicBezTo>
                  <a:cubicBezTo>
                    <a:pt x="128126" y="243602"/>
                    <a:pt x="135566" y="234967"/>
                    <a:pt x="140880" y="224259"/>
                  </a:cubicBezTo>
                  <a:cubicBezTo>
                    <a:pt x="147257" y="211133"/>
                    <a:pt x="151508" y="191099"/>
                    <a:pt x="151508" y="190408"/>
                  </a:cubicBezTo>
                  <a:cubicBezTo>
                    <a:pt x="151508" y="186954"/>
                    <a:pt x="148674" y="186954"/>
                    <a:pt x="146194" y="186954"/>
                  </a:cubicBezTo>
                  <a:cubicBezTo>
                    <a:pt x="141942" y="186954"/>
                    <a:pt x="141588" y="187299"/>
                    <a:pt x="139463" y="194899"/>
                  </a:cubicBezTo>
                  <a:cubicBezTo>
                    <a:pt x="134503" y="214242"/>
                    <a:pt x="127772" y="236003"/>
                    <a:pt x="115726" y="236003"/>
                  </a:cubicBezTo>
                  <a:cubicBezTo>
                    <a:pt x="106515" y="236003"/>
                    <a:pt x="106515" y="226677"/>
                    <a:pt x="106515" y="221841"/>
                  </a:cubicBezTo>
                  <a:cubicBezTo>
                    <a:pt x="106515" y="219423"/>
                    <a:pt x="106515" y="214242"/>
                    <a:pt x="108641" y="205952"/>
                  </a:cubicBezTo>
                  <a:lnTo>
                    <a:pt x="159302" y="8720"/>
                  </a:lnTo>
                  <a:close/>
                  <a:moveTo>
                    <a:pt x="87739" y="197662"/>
                  </a:moveTo>
                  <a:cubicBezTo>
                    <a:pt x="84905" y="208370"/>
                    <a:pt x="63294" y="236003"/>
                    <a:pt x="43809" y="236003"/>
                  </a:cubicBezTo>
                  <a:cubicBezTo>
                    <a:pt x="27158" y="236003"/>
                    <a:pt x="24324" y="215623"/>
                    <a:pt x="24324" y="205261"/>
                  </a:cubicBezTo>
                  <a:cubicBezTo>
                    <a:pt x="24324" y="187990"/>
                    <a:pt x="35307" y="147577"/>
                    <a:pt x="41684" y="133069"/>
                  </a:cubicBezTo>
                  <a:cubicBezTo>
                    <a:pt x="50540" y="111999"/>
                    <a:pt x="66837" y="94728"/>
                    <a:pt x="81362" y="94728"/>
                  </a:cubicBezTo>
                  <a:cubicBezTo>
                    <a:pt x="84196" y="94728"/>
                    <a:pt x="92344" y="95074"/>
                    <a:pt x="98721" y="104745"/>
                  </a:cubicBezTo>
                  <a:cubicBezTo>
                    <a:pt x="102264" y="110272"/>
                    <a:pt x="105807" y="120289"/>
                    <a:pt x="105807" y="126852"/>
                  </a:cubicBezTo>
                  <a:cubicBezTo>
                    <a:pt x="105807" y="127888"/>
                    <a:pt x="105452" y="129270"/>
                    <a:pt x="104744" y="131342"/>
                  </a:cubicBezTo>
                  <a:lnTo>
                    <a:pt x="87739" y="197662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7A4AB9C0-19C5-0D89-473B-27520B4BC33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075916" y="5323350"/>
              <a:ext cx="125412" cy="156472"/>
            </a:xfrm>
            <a:custGeom>
              <a:avLst/>
              <a:gdLst>
                <a:gd name="connsiteX0" fmla="*/ 44523 w 125412"/>
                <a:gd name="connsiteY0" fmla="*/ 72967 h 156472"/>
                <a:gd name="connsiteX1" fmla="*/ 95892 w 125412"/>
                <a:gd name="connsiteY1" fmla="*/ 65368 h 156472"/>
                <a:gd name="connsiteX2" fmla="*/ 123880 w 125412"/>
                <a:gd name="connsiteY2" fmla="*/ 29445 h 156472"/>
                <a:gd name="connsiteX3" fmla="*/ 88098 w 125412"/>
                <a:gd name="connsiteY3" fmla="*/ 85 h 156472"/>
                <a:gd name="connsiteX4" fmla="*/ 239 w 125412"/>
                <a:gd name="connsiteY4" fmla="*/ 96110 h 156472"/>
                <a:gd name="connsiteX5" fmla="*/ 50900 w 125412"/>
                <a:gd name="connsiteY5" fmla="*/ 156558 h 156472"/>
                <a:gd name="connsiteX6" fmla="*/ 125651 w 125412"/>
                <a:gd name="connsiteY6" fmla="*/ 116835 h 156472"/>
                <a:gd name="connsiteX7" fmla="*/ 119983 w 125412"/>
                <a:gd name="connsiteY7" fmla="*/ 111308 h 156472"/>
                <a:gd name="connsiteX8" fmla="*/ 115377 w 125412"/>
                <a:gd name="connsiteY8" fmla="*/ 115108 h 156472"/>
                <a:gd name="connsiteX9" fmla="*/ 51608 w 125412"/>
                <a:gd name="connsiteY9" fmla="*/ 148958 h 156472"/>
                <a:gd name="connsiteX10" fmla="*/ 24684 w 125412"/>
                <a:gd name="connsiteY10" fmla="*/ 110963 h 156472"/>
                <a:gd name="connsiteX11" fmla="*/ 30706 w 125412"/>
                <a:gd name="connsiteY11" fmla="*/ 72967 h 156472"/>
                <a:gd name="connsiteX12" fmla="*/ 44523 w 125412"/>
                <a:gd name="connsiteY12" fmla="*/ 72967 h 156472"/>
                <a:gd name="connsiteX13" fmla="*/ 32832 w 125412"/>
                <a:gd name="connsiteY13" fmla="*/ 65368 h 156472"/>
                <a:gd name="connsiteX14" fmla="*/ 88098 w 125412"/>
                <a:gd name="connsiteY14" fmla="*/ 7684 h 156472"/>
                <a:gd name="connsiteX15" fmla="*/ 110417 w 125412"/>
                <a:gd name="connsiteY15" fmla="*/ 28754 h 156472"/>
                <a:gd name="connsiteX16" fmla="*/ 40272 w 125412"/>
                <a:gd name="connsiteY16" fmla="*/ 65368 h 156472"/>
                <a:gd name="connsiteX17" fmla="*/ 32832 w 125412"/>
                <a:gd name="connsiteY17" fmla="*/ 65368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412" h="156472">
                  <a:moveTo>
                    <a:pt x="44523" y="72967"/>
                  </a:moveTo>
                  <a:cubicBezTo>
                    <a:pt x="55151" y="72967"/>
                    <a:pt x="78887" y="71931"/>
                    <a:pt x="95892" y="65368"/>
                  </a:cubicBezTo>
                  <a:cubicBezTo>
                    <a:pt x="123880" y="54315"/>
                    <a:pt x="123880" y="31863"/>
                    <a:pt x="123880" y="29445"/>
                  </a:cubicBezTo>
                  <a:cubicBezTo>
                    <a:pt x="123880" y="13556"/>
                    <a:pt x="110772" y="85"/>
                    <a:pt x="88098" y="85"/>
                  </a:cubicBezTo>
                  <a:cubicBezTo>
                    <a:pt x="50900" y="85"/>
                    <a:pt x="239" y="34972"/>
                    <a:pt x="239" y="96110"/>
                  </a:cubicBezTo>
                  <a:cubicBezTo>
                    <a:pt x="239" y="127197"/>
                    <a:pt x="17244" y="156558"/>
                    <a:pt x="50900" y="156558"/>
                  </a:cubicBezTo>
                  <a:cubicBezTo>
                    <a:pt x="96246" y="156558"/>
                    <a:pt x="125651" y="122016"/>
                    <a:pt x="125651" y="116835"/>
                  </a:cubicBezTo>
                  <a:cubicBezTo>
                    <a:pt x="125651" y="115108"/>
                    <a:pt x="122817" y="111308"/>
                    <a:pt x="119983" y="111308"/>
                  </a:cubicBezTo>
                  <a:cubicBezTo>
                    <a:pt x="118566" y="111308"/>
                    <a:pt x="118211" y="111654"/>
                    <a:pt x="115377" y="115108"/>
                  </a:cubicBezTo>
                  <a:cubicBezTo>
                    <a:pt x="89161" y="147577"/>
                    <a:pt x="57631" y="148958"/>
                    <a:pt x="51608" y="148958"/>
                  </a:cubicBezTo>
                  <a:cubicBezTo>
                    <a:pt x="28581" y="148958"/>
                    <a:pt x="24684" y="124434"/>
                    <a:pt x="24684" y="110963"/>
                  </a:cubicBezTo>
                  <a:cubicBezTo>
                    <a:pt x="24684" y="97837"/>
                    <a:pt x="28226" y="82293"/>
                    <a:pt x="30706" y="72967"/>
                  </a:cubicBezTo>
                  <a:lnTo>
                    <a:pt x="44523" y="72967"/>
                  </a:lnTo>
                  <a:close/>
                  <a:moveTo>
                    <a:pt x="32832" y="65368"/>
                  </a:moveTo>
                  <a:cubicBezTo>
                    <a:pt x="48066" y="8720"/>
                    <a:pt x="84556" y="7684"/>
                    <a:pt x="88098" y="7684"/>
                  </a:cubicBezTo>
                  <a:cubicBezTo>
                    <a:pt x="102269" y="7684"/>
                    <a:pt x="110417" y="17010"/>
                    <a:pt x="110417" y="28754"/>
                  </a:cubicBezTo>
                  <a:cubicBezTo>
                    <a:pt x="110417" y="65368"/>
                    <a:pt x="51963" y="65368"/>
                    <a:pt x="40272" y="65368"/>
                  </a:cubicBezTo>
                  <a:lnTo>
                    <a:pt x="32832" y="65368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7" name="Freeform: Shape 2096">
              <a:extLst>
                <a:ext uri="{FF2B5EF4-FFF2-40B4-BE49-F238E27FC236}">
                  <a16:creationId xmlns:a16="http://schemas.microsoft.com/office/drawing/2014/main" id="{556BFF5D-63B3-B15C-A9AF-BE6362CACC0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227897" y="5323350"/>
              <a:ext cx="143834" cy="156472"/>
            </a:xfrm>
            <a:custGeom>
              <a:avLst/>
              <a:gdLst>
                <a:gd name="connsiteX0" fmla="*/ 62241 w 143834"/>
                <a:gd name="connsiteY0" fmla="*/ 53279 h 156472"/>
                <a:gd name="connsiteX1" fmla="*/ 109005 w 143834"/>
                <a:gd name="connsiteY1" fmla="*/ 7684 h 156472"/>
                <a:gd name="connsiteX2" fmla="*/ 127781 w 143834"/>
                <a:gd name="connsiteY2" fmla="*/ 12520 h 156472"/>
                <a:gd name="connsiteX3" fmla="*/ 114319 w 143834"/>
                <a:gd name="connsiteY3" fmla="*/ 29100 h 156472"/>
                <a:gd name="connsiteX4" fmla="*/ 126718 w 143834"/>
                <a:gd name="connsiteY4" fmla="*/ 40153 h 156472"/>
                <a:gd name="connsiteX5" fmla="*/ 144078 w 143834"/>
                <a:gd name="connsiteY5" fmla="*/ 21846 h 156472"/>
                <a:gd name="connsiteX6" fmla="*/ 109359 w 143834"/>
                <a:gd name="connsiteY6" fmla="*/ 85 h 156472"/>
                <a:gd name="connsiteX7" fmla="*/ 66492 w 143834"/>
                <a:gd name="connsiteY7" fmla="*/ 24955 h 156472"/>
                <a:gd name="connsiteX8" fmla="*/ 37088 w 143834"/>
                <a:gd name="connsiteY8" fmla="*/ 85 h 156472"/>
                <a:gd name="connsiteX9" fmla="*/ 11580 w 143834"/>
                <a:gd name="connsiteY9" fmla="*/ 18392 h 156472"/>
                <a:gd name="connsiteX10" fmla="*/ 243 w 143834"/>
                <a:gd name="connsiteY10" fmla="*/ 53279 h 156472"/>
                <a:gd name="connsiteX11" fmla="*/ 5558 w 143834"/>
                <a:gd name="connsiteY11" fmla="*/ 56733 h 156472"/>
                <a:gd name="connsiteX12" fmla="*/ 12289 w 143834"/>
                <a:gd name="connsiteY12" fmla="*/ 48788 h 156472"/>
                <a:gd name="connsiteX13" fmla="*/ 36379 w 143834"/>
                <a:gd name="connsiteY13" fmla="*/ 7684 h 156472"/>
                <a:gd name="connsiteX14" fmla="*/ 45590 w 143834"/>
                <a:gd name="connsiteY14" fmla="*/ 21500 h 156472"/>
                <a:gd name="connsiteX15" fmla="*/ 43110 w 143834"/>
                <a:gd name="connsiteY15" fmla="*/ 39117 h 156472"/>
                <a:gd name="connsiteX16" fmla="*/ 16540 w 143834"/>
                <a:gd name="connsiteY16" fmla="*/ 142741 h 156472"/>
                <a:gd name="connsiteX17" fmla="*/ 15477 w 143834"/>
                <a:gd name="connsiteY17" fmla="*/ 147577 h 156472"/>
                <a:gd name="connsiteX18" fmla="*/ 25397 w 143834"/>
                <a:gd name="connsiteY18" fmla="*/ 156558 h 156472"/>
                <a:gd name="connsiteX19" fmla="*/ 39213 w 143834"/>
                <a:gd name="connsiteY19" fmla="*/ 143777 h 156472"/>
                <a:gd name="connsiteX20" fmla="*/ 62241 w 143834"/>
                <a:gd name="connsiteY20" fmla="*/ 53279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3834" h="156472">
                  <a:moveTo>
                    <a:pt x="62241" y="53279"/>
                  </a:moveTo>
                  <a:cubicBezTo>
                    <a:pt x="62595" y="52242"/>
                    <a:pt x="78538" y="7684"/>
                    <a:pt x="109005" y="7684"/>
                  </a:cubicBezTo>
                  <a:cubicBezTo>
                    <a:pt x="110776" y="7684"/>
                    <a:pt x="120696" y="7684"/>
                    <a:pt x="127781" y="12520"/>
                  </a:cubicBezTo>
                  <a:cubicBezTo>
                    <a:pt x="115382" y="16319"/>
                    <a:pt x="114319" y="27372"/>
                    <a:pt x="114319" y="29100"/>
                  </a:cubicBezTo>
                  <a:cubicBezTo>
                    <a:pt x="114319" y="33590"/>
                    <a:pt x="117507" y="40153"/>
                    <a:pt x="126718" y="40153"/>
                  </a:cubicBezTo>
                  <a:cubicBezTo>
                    <a:pt x="133095" y="40153"/>
                    <a:pt x="144078" y="35317"/>
                    <a:pt x="144078" y="21846"/>
                  </a:cubicBezTo>
                  <a:cubicBezTo>
                    <a:pt x="144078" y="3884"/>
                    <a:pt x="121050" y="85"/>
                    <a:pt x="109359" y="85"/>
                  </a:cubicBezTo>
                  <a:cubicBezTo>
                    <a:pt x="84914" y="85"/>
                    <a:pt x="72161" y="17355"/>
                    <a:pt x="66492" y="24955"/>
                  </a:cubicBezTo>
                  <a:cubicBezTo>
                    <a:pt x="62595" y="6648"/>
                    <a:pt x="48779" y="85"/>
                    <a:pt x="37088" y="85"/>
                  </a:cubicBezTo>
                  <a:cubicBezTo>
                    <a:pt x="24334" y="85"/>
                    <a:pt x="17249" y="8029"/>
                    <a:pt x="11580" y="18392"/>
                  </a:cubicBezTo>
                  <a:cubicBezTo>
                    <a:pt x="4849" y="32208"/>
                    <a:pt x="243" y="52588"/>
                    <a:pt x="243" y="53279"/>
                  </a:cubicBezTo>
                  <a:cubicBezTo>
                    <a:pt x="243" y="56733"/>
                    <a:pt x="3786" y="56733"/>
                    <a:pt x="5558" y="56733"/>
                  </a:cubicBezTo>
                  <a:cubicBezTo>
                    <a:pt x="10163" y="56733"/>
                    <a:pt x="10517" y="56387"/>
                    <a:pt x="12289" y="48788"/>
                  </a:cubicBezTo>
                  <a:cubicBezTo>
                    <a:pt x="18666" y="24609"/>
                    <a:pt x="25397" y="7684"/>
                    <a:pt x="36379" y="7684"/>
                  </a:cubicBezTo>
                  <a:cubicBezTo>
                    <a:pt x="45590" y="7684"/>
                    <a:pt x="45590" y="17701"/>
                    <a:pt x="45590" y="21500"/>
                  </a:cubicBezTo>
                  <a:cubicBezTo>
                    <a:pt x="45590" y="27027"/>
                    <a:pt x="44527" y="33590"/>
                    <a:pt x="43110" y="39117"/>
                  </a:cubicBezTo>
                  <a:lnTo>
                    <a:pt x="16540" y="142741"/>
                  </a:lnTo>
                  <a:cubicBezTo>
                    <a:pt x="15831" y="144813"/>
                    <a:pt x="15477" y="146541"/>
                    <a:pt x="15477" y="147577"/>
                  </a:cubicBezTo>
                  <a:cubicBezTo>
                    <a:pt x="15477" y="151376"/>
                    <a:pt x="18311" y="156558"/>
                    <a:pt x="25397" y="156558"/>
                  </a:cubicBezTo>
                  <a:cubicBezTo>
                    <a:pt x="36025" y="156558"/>
                    <a:pt x="38505" y="146541"/>
                    <a:pt x="39213" y="143777"/>
                  </a:cubicBezTo>
                  <a:lnTo>
                    <a:pt x="62241" y="53279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8" name="Freeform: Shape 2097">
              <a:extLst>
                <a:ext uri="{FF2B5EF4-FFF2-40B4-BE49-F238E27FC236}">
                  <a16:creationId xmlns:a16="http://schemas.microsoft.com/office/drawing/2014/main" id="{B903B12E-66C5-C0D7-C76B-50502181E4D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377281" y="5249431"/>
              <a:ext cx="87859" cy="230391"/>
            </a:xfrm>
            <a:custGeom>
              <a:avLst/>
              <a:gdLst>
                <a:gd name="connsiteX0" fmla="*/ 88107 w 87859"/>
                <a:gd name="connsiteY0" fmla="*/ 177282 h 230391"/>
                <a:gd name="connsiteX1" fmla="*/ 82793 w 87859"/>
                <a:gd name="connsiteY1" fmla="*/ 173828 h 230391"/>
                <a:gd name="connsiteX2" fmla="*/ 76770 w 87859"/>
                <a:gd name="connsiteY2" fmla="*/ 179700 h 230391"/>
                <a:gd name="connsiteX3" fmla="*/ 43823 w 87859"/>
                <a:gd name="connsiteY3" fmla="*/ 222877 h 230391"/>
                <a:gd name="connsiteX4" fmla="*/ 36029 w 87859"/>
                <a:gd name="connsiteY4" fmla="*/ 213206 h 230391"/>
                <a:gd name="connsiteX5" fmla="*/ 45240 w 87859"/>
                <a:gd name="connsiteY5" fmla="*/ 180046 h 230391"/>
                <a:gd name="connsiteX6" fmla="*/ 67914 w 87859"/>
                <a:gd name="connsiteY6" fmla="*/ 120980 h 230391"/>
                <a:gd name="connsiteX7" fmla="*/ 72165 w 87859"/>
                <a:gd name="connsiteY7" fmla="*/ 101637 h 230391"/>
                <a:gd name="connsiteX8" fmla="*/ 45594 w 87859"/>
                <a:gd name="connsiteY8" fmla="*/ 74003 h 230391"/>
                <a:gd name="connsiteX9" fmla="*/ 248 w 87859"/>
                <a:gd name="connsiteY9" fmla="*/ 127197 h 230391"/>
                <a:gd name="connsiteX10" fmla="*/ 5562 w 87859"/>
                <a:gd name="connsiteY10" fmla="*/ 130651 h 230391"/>
                <a:gd name="connsiteX11" fmla="*/ 11939 w 87859"/>
                <a:gd name="connsiteY11" fmla="*/ 125125 h 230391"/>
                <a:gd name="connsiteX12" fmla="*/ 44886 w 87859"/>
                <a:gd name="connsiteY12" fmla="*/ 81603 h 230391"/>
                <a:gd name="connsiteX13" fmla="*/ 52680 w 87859"/>
                <a:gd name="connsiteY13" fmla="*/ 91274 h 230391"/>
                <a:gd name="connsiteX14" fmla="*/ 46303 w 87859"/>
                <a:gd name="connsiteY14" fmla="*/ 116144 h 230391"/>
                <a:gd name="connsiteX15" fmla="*/ 35675 w 87859"/>
                <a:gd name="connsiteY15" fmla="*/ 144813 h 230391"/>
                <a:gd name="connsiteX16" fmla="*/ 22567 w 87859"/>
                <a:gd name="connsiteY16" fmla="*/ 179010 h 230391"/>
                <a:gd name="connsiteX17" fmla="*/ 16190 w 87859"/>
                <a:gd name="connsiteY17" fmla="*/ 202843 h 230391"/>
                <a:gd name="connsiteX18" fmla="*/ 43115 w 87859"/>
                <a:gd name="connsiteY18" fmla="*/ 230476 h 230391"/>
                <a:gd name="connsiteX19" fmla="*/ 88107 w 87859"/>
                <a:gd name="connsiteY19" fmla="*/ 177282 h 230391"/>
                <a:gd name="connsiteX20" fmla="*/ 86336 w 87859"/>
                <a:gd name="connsiteY20" fmla="*/ 11483 h 230391"/>
                <a:gd name="connsiteX21" fmla="*/ 74290 w 87859"/>
                <a:gd name="connsiteY21" fmla="*/ 85 h 230391"/>
                <a:gd name="connsiteX22" fmla="*/ 57285 w 87859"/>
                <a:gd name="connsiteY22" fmla="*/ 16665 h 230391"/>
                <a:gd name="connsiteX23" fmla="*/ 69331 w 87859"/>
                <a:gd name="connsiteY23" fmla="*/ 28063 h 230391"/>
                <a:gd name="connsiteX24" fmla="*/ 86336 w 87859"/>
                <a:gd name="connsiteY24" fmla="*/ 11483 h 23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859" h="230391">
                  <a:moveTo>
                    <a:pt x="88107" y="177282"/>
                  </a:moveTo>
                  <a:cubicBezTo>
                    <a:pt x="88107" y="173828"/>
                    <a:pt x="85273" y="173828"/>
                    <a:pt x="82793" y="173828"/>
                  </a:cubicBezTo>
                  <a:cubicBezTo>
                    <a:pt x="78187" y="173828"/>
                    <a:pt x="78187" y="174519"/>
                    <a:pt x="76770" y="179700"/>
                  </a:cubicBezTo>
                  <a:cubicBezTo>
                    <a:pt x="73936" y="189717"/>
                    <a:pt x="64371" y="222877"/>
                    <a:pt x="43823" y="222877"/>
                  </a:cubicBezTo>
                  <a:cubicBezTo>
                    <a:pt x="40989" y="222877"/>
                    <a:pt x="36029" y="222532"/>
                    <a:pt x="36029" y="213206"/>
                  </a:cubicBezTo>
                  <a:cubicBezTo>
                    <a:pt x="36029" y="204225"/>
                    <a:pt x="40635" y="192826"/>
                    <a:pt x="45240" y="180046"/>
                  </a:cubicBezTo>
                  <a:lnTo>
                    <a:pt x="67914" y="120980"/>
                  </a:lnTo>
                  <a:cubicBezTo>
                    <a:pt x="71456" y="110963"/>
                    <a:pt x="72165" y="108199"/>
                    <a:pt x="72165" y="101637"/>
                  </a:cubicBezTo>
                  <a:cubicBezTo>
                    <a:pt x="72165" y="82639"/>
                    <a:pt x="58703" y="74003"/>
                    <a:pt x="45594" y="74003"/>
                  </a:cubicBezTo>
                  <a:cubicBezTo>
                    <a:pt x="12293" y="74003"/>
                    <a:pt x="248" y="125470"/>
                    <a:pt x="248" y="127197"/>
                  </a:cubicBezTo>
                  <a:cubicBezTo>
                    <a:pt x="248" y="130651"/>
                    <a:pt x="3790" y="130651"/>
                    <a:pt x="5562" y="130651"/>
                  </a:cubicBezTo>
                  <a:cubicBezTo>
                    <a:pt x="10167" y="130651"/>
                    <a:pt x="10522" y="129961"/>
                    <a:pt x="11939" y="125125"/>
                  </a:cubicBezTo>
                  <a:cubicBezTo>
                    <a:pt x="15127" y="113726"/>
                    <a:pt x="24338" y="81603"/>
                    <a:pt x="44886" y="81603"/>
                  </a:cubicBezTo>
                  <a:cubicBezTo>
                    <a:pt x="48783" y="81603"/>
                    <a:pt x="52680" y="83330"/>
                    <a:pt x="52680" y="91274"/>
                  </a:cubicBezTo>
                  <a:cubicBezTo>
                    <a:pt x="52680" y="99564"/>
                    <a:pt x="48783" y="109581"/>
                    <a:pt x="46303" y="116144"/>
                  </a:cubicBezTo>
                  <a:lnTo>
                    <a:pt x="35675" y="144813"/>
                  </a:lnTo>
                  <a:cubicBezTo>
                    <a:pt x="31069" y="156212"/>
                    <a:pt x="26818" y="167611"/>
                    <a:pt x="22567" y="179010"/>
                  </a:cubicBezTo>
                  <a:cubicBezTo>
                    <a:pt x="17607" y="192135"/>
                    <a:pt x="16190" y="195935"/>
                    <a:pt x="16190" y="202843"/>
                  </a:cubicBezTo>
                  <a:cubicBezTo>
                    <a:pt x="16190" y="216314"/>
                    <a:pt x="24692" y="230476"/>
                    <a:pt x="43115" y="230476"/>
                  </a:cubicBezTo>
                  <a:cubicBezTo>
                    <a:pt x="76416" y="230476"/>
                    <a:pt x="88107" y="178664"/>
                    <a:pt x="88107" y="177282"/>
                  </a:cubicBezTo>
                  <a:close/>
                  <a:moveTo>
                    <a:pt x="86336" y="11483"/>
                  </a:moveTo>
                  <a:cubicBezTo>
                    <a:pt x="86336" y="2848"/>
                    <a:pt x="79250" y="85"/>
                    <a:pt x="74290" y="85"/>
                  </a:cubicBezTo>
                  <a:cubicBezTo>
                    <a:pt x="66851" y="85"/>
                    <a:pt x="57285" y="6993"/>
                    <a:pt x="57285" y="16665"/>
                  </a:cubicBezTo>
                  <a:cubicBezTo>
                    <a:pt x="57285" y="25300"/>
                    <a:pt x="64371" y="28063"/>
                    <a:pt x="69331" y="28063"/>
                  </a:cubicBezTo>
                  <a:cubicBezTo>
                    <a:pt x="76416" y="28063"/>
                    <a:pt x="86336" y="21500"/>
                    <a:pt x="86336" y="11483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9" name="Freeform: Shape 2098">
              <a:extLst>
                <a:ext uri="{FF2B5EF4-FFF2-40B4-BE49-F238E27FC236}">
                  <a16:creationId xmlns:a16="http://schemas.microsoft.com/office/drawing/2014/main" id="{D1C45EA2-5761-29F5-1438-71442CDCC50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485924" y="5323350"/>
              <a:ext cx="145251" cy="156472"/>
            </a:xfrm>
            <a:custGeom>
              <a:avLst/>
              <a:gdLst>
                <a:gd name="connsiteX0" fmla="*/ 145502 w 145251"/>
                <a:gd name="connsiteY0" fmla="*/ 22882 h 156472"/>
                <a:gd name="connsiteX1" fmla="*/ 130977 w 145251"/>
                <a:gd name="connsiteY1" fmla="*/ 85 h 156472"/>
                <a:gd name="connsiteX2" fmla="*/ 113972 w 145251"/>
                <a:gd name="connsiteY2" fmla="*/ 15974 h 156472"/>
                <a:gd name="connsiteX3" fmla="*/ 118577 w 145251"/>
                <a:gd name="connsiteY3" fmla="*/ 25300 h 156472"/>
                <a:gd name="connsiteX4" fmla="*/ 128143 w 145251"/>
                <a:gd name="connsiteY4" fmla="*/ 52588 h 156472"/>
                <a:gd name="connsiteX5" fmla="*/ 70751 w 145251"/>
                <a:gd name="connsiteY5" fmla="*/ 148958 h 156472"/>
                <a:gd name="connsiteX6" fmla="*/ 47723 w 145251"/>
                <a:gd name="connsiteY6" fmla="*/ 120289 h 156472"/>
                <a:gd name="connsiteX7" fmla="*/ 68625 w 145251"/>
                <a:gd name="connsiteY7" fmla="*/ 45334 h 156472"/>
                <a:gd name="connsiteX8" fmla="*/ 72522 w 145251"/>
                <a:gd name="connsiteY8" fmla="*/ 28063 h 156472"/>
                <a:gd name="connsiteX9" fmla="*/ 45598 w 145251"/>
                <a:gd name="connsiteY9" fmla="*/ 85 h 156472"/>
                <a:gd name="connsiteX10" fmla="*/ 251 w 145251"/>
                <a:gd name="connsiteY10" fmla="*/ 53279 h 156472"/>
                <a:gd name="connsiteX11" fmla="*/ 5565 w 145251"/>
                <a:gd name="connsiteY11" fmla="*/ 56733 h 156472"/>
                <a:gd name="connsiteX12" fmla="*/ 11942 w 145251"/>
                <a:gd name="connsiteY12" fmla="*/ 51206 h 156472"/>
                <a:gd name="connsiteX13" fmla="*/ 44889 w 145251"/>
                <a:gd name="connsiteY13" fmla="*/ 7684 h 156472"/>
                <a:gd name="connsiteX14" fmla="*/ 52683 w 145251"/>
                <a:gd name="connsiteY14" fmla="*/ 17701 h 156472"/>
                <a:gd name="connsiteX15" fmla="*/ 44180 w 145251"/>
                <a:gd name="connsiteY15" fmla="*/ 48788 h 156472"/>
                <a:gd name="connsiteX16" fmla="*/ 26113 w 145251"/>
                <a:gd name="connsiteY16" fmla="*/ 115108 h 156472"/>
                <a:gd name="connsiteX17" fmla="*/ 69688 w 145251"/>
                <a:gd name="connsiteY17" fmla="*/ 156558 h 156472"/>
                <a:gd name="connsiteX18" fmla="*/ 145502 w 145251"/>
                <a:gd name="connsiteY18" fmla="*/ 22882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5251" h="156472">
                  <a:moveTo>
                    <a:pt x="145502" y="22882"/>
                  </a:moveTo>
                  <a:cubicBezTo>
                    <a:pt x="145502" y="10793"/>
                    <a:pt x="141251" y="85"/>
                    <a:pt x="130977" y="85"/>
                  </a:cubicBezTo>
                  <a:cubicBezTo>
                    <a:pt x="122829" y="85"/>
                    <a:pt x="113972" y="8029"/>
                    <a:pt x="113972" y="15974"/>
                  </a:cubicBezTo>
                  <a:cubicBezTo>
                    <a:pt x="113972" y="20464"/>
                    <a:pt x="116452" y="22882"/>
                    <a:pt x="118577" y="25300"/>
                  </a:cubicBezTo>
                  <a:cubicBezTo>
                    <a:pt x="127080" y="34281"/>
                    <a:pt x="128143" y="45334"/>
                    <a:pt x="128143" y="52588"/>
                  </a:cubicBezTo>
                  <a:cubicBezTo>
                    <a:pt x="128143" y="62259"/>
                    <a:pt x="111492" y="148958"/>
                    <a:pt x="70751" y="148958"/>
                  </a:cubicBezTo>
                  <a:cubicBezTo>
                    <a:pt x="51620" y="148958"/>
                    <a:pt x="47723" y="131688"/>
                    <a:pt x="47723" y="120289"/>
                  </a:cubicBezTo>
                  <a:cubicBezTo>
                    <a:pt x="47723" y="100255"/>
                    <a:pt x="59060" y="70204"/>
                    <a:pt x="68625" y="45334"/>
                  </a:cubicBezTo>
                  <a:cubicBezTo>
                    <a:pt x="70397" y="39807"/>
                    <a:pt x="72522" y="34626"/>
                    <a:pt x="72522" y="28063"/>
                  </a:cubicBezTo>
                  <a:cubicBezTo>
                    <a:pt x="72522" y="10793"/>
                    <a:pt x="60831" y="85"/>
                    <a:pt x="45598" y="85"/>
                  </a:cubicBezTo>
                  <a:cubicBezTo>
                    <a:pt x="12650" y="85"/>
                    <a:pt x="251" y="51206"/>
                    <a:pt x="251" y="53279"/>
                  </a:cubicBezTo>
                  <a:cubicBezTo>
                    <a:pt x="251" y="56733"/>
                    <a:pt x="3793" y="56733"/>
                    <a:pt x="5565" y="56733"/>
                  </a:cubicBezTo>
                  <a:cubicBezTo>
                    <a:pt x="10170" y="56733"/>
                    <a:pt x="10525" y="56042"/>
                    <a:pt x="11942" y="51206"/>
                  </a:cubicBezTo>
                  <a:cubicBezTo>
                    <a:pt x="14776" y="40498"/>
                    <a:pt x="24341" y="7684"/>
                    <a:pt x="44889" y="7684"/>
                  </a:cubicBezTo>
                  <a:cubicBezTo>
                    <a:pt x="48786" y="7684"/>
                    <a:pt x="52683" y="8720"/>
                    <a:pt x="52683" y="17701"/>
                  </a:cubicBezTo>
                  <a:cubicBezTo>
                    <a:pt x="52683" y="25991"/>
                    <a:pt x="49140" y="35317"/>
                    <a:pt x="44180" y="48788"/>
                  </a:cubicBezTo>
                  <a:cubicBezTo>
                    <a:pt x="33198" y="78148"/>
                    <a:pt x="26113" y="98873"/>
                    <a:pt x="26113" y="115108"/>
                  </a:cubicBezTo>
                  <a:cubicBezTo>
                    <a:pt x="26113" y="146541"/>
                    <a:pt x="48786" y="156558"/>
                    <a:pt x="69688" y="156558"/>
                  </a:cubicBezTo>
                  <a:cubicBezTo>
                    <a:pt x="129206" y="156558"/>
                    <a:pt x="145502" y="31863"/>
                    <a:pt x="145502" y="22882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00" name="Freeform: Shape 2099">
              <a:extLst>
                <a:ext uri="{FF2B5EF4-FFF2-40B4-BE49-F238E27FC236}">
                  <a16:creationId xmlns:a16="http://schemas.microsoft.com/office/drawing/2014/main" id="{ED6BED62-3183-3A81-F63A-EA6CC262ECF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659516" y="5439409"/>
              <a:ext cx="38615" cy="36613"/>
            </a:xfrm>
            <a:custGeom>
              <a:avLst/>
              <a:gdLst>
                <a:gd name="connsiteX0" fmla="*/ 38871 w 38615"/>
                <a:gd name="connsiteY0" fmla="*/ 14938 h 36613"/>
                <a:gd name="connsiteX1" fmla="*/ 23283 w 38615"/>
                <a:gd name="connsiteY1" fmla="*/ 85 h 36613"/>
                <a:gd name="connsiteX2" fmla="*/ 255 w 38615"/>
                <a:gd name="connsiteY2" fmla="*/ 21846 h 36613"/>
                <a:gd name="connsiteX3" fmla="*/ 15843 w 38615"/>
                <a:gd name="connsiteY3" fmla="*/ 36699 h 36613"/>
                <a:gd name="connsiteX4" fmla="*/ 38871 w 38615"/>
                <a:gd name="connsiteY4" fmla="*/ 14938 h 36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15" h="36613">
                  <a:moveTo>
                    <a:pt x="38871" y="14938"/>
                  </a:moveTo>
                  <a:cubicBezTo>
                    <a:pt x="38871" y="7338"/>
                    <a:pt x="33203" y="85"/>
                    <a:pt x="23283" y="85"/>
                  </a:cubicBezTo>
                  <a:cubicBezTo>
                    <a:pt x="11946" y="85"/>
                    <a:pt x="255" y="10447"/>
                    <a:pt x="255" y="21846"/>
                  </a:cubicBezTo>
                  <a:cubicBezTo>
                    <a:pt x="255" y="30827"/>
                    <a:pt x="6632" y="36699"/>
                    <a:pt x="15843" y="36699"/>
                  </a:cubicBezTo>
                  <a:cubicBezTo>
                    <a:pt x="27889" y="36699"/>
                    <a:pt x="38871" y="25300"/>
                    <a:pt x="38871" y="14938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01" name="Freeform: Shape 2100">
              <a:extLst>
                <a:ext uri="{FF2B5EF4-FFF2-40B4-BE49-F238E27FC236}">
                  <a16:creationId xmlns:a16="http://schemas.microsoft.com/office/drawing/2014/main" id="{E4DA51D5-7B04-B3A9-1BAD-770E1EEE3BF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913054" y="5323350"/>
              <a:ext cx="142417" cy="156472"/>
            </a:xfrm>
            <a:custGeom>
              <a:avLst/>
              <a:gdLst>
                <a:gd name="connsiteX0" fmla="*/ 104773 w 142417"/>
                <a:gd name="connsiteY0" fmla="*/ 52933 h 156472"/>
                <a:gd name="connsiteX1" fmla="*/ 142680 w 142417"/>
                <a:gd name="connsiteY1" fmla="*/ 3539 h 156472"/>
                <a:gd name="connsiteX2" fmla="*/ 137720 w 142417"/>
                <a:gd name="connsiteY2" fmla="*/ 85 h 156472"/>
                <a:gd name="connsiteX3" fmla="*/ 130989 w 142417"/>
                <a:gd name="connsiteY3" fmla="*/ 4575 h 156472"/>
                <a:gd name="connsiteX4" fmla="*/ 109024 w 142417"/>
                <a:gd name="connsiteY4" fmla="*/ 25991 h 156472"/>
                <a:gd name="connsiteX5" fmla="*/ 92374 w 142417"/>
                <a:gd name="connsiteY5" fmla="*/ 13556 h 156472"/>
                <a:gd name="connsiteX6" fmla="*/ 70763 w 142417"/>
                <a:gd name="connsiteY6" fmla="*/ 85 h 156472"/>
                <a:gd name="connsiteX7" fmla="*/ 29313 w 142417"/>
                <a:gd name="connsiteY7" fmla="*/ 39462 h 156472"/>
                <a:gd name="connsiteX8" fmla="*/ 34627 w 142417"/>
                <a:gd name="connsiteY8" fmla="*/ 43262 h 156472"/>
                <a:gd name="connsiteX9" fmla="*/ 41004 w 142417"/>
                <a:gd name="connsiteY9" fmla="*/ 38426 h 156472"/>
                <a:gd name="connsiteX10" fmla="*/ 67220 w 142417"/>
                <a:gd name="connsiteY10" fmla="*/ 22191 h 156472"/>
                <a:gd name="connsiteX11" fmla="*/ 88477 w 142417"/>
                <a:gd name="connsiteY11" fmla="*/ 28409 h 156472"/>
                <a:gd name="connsiteX12" fmla="*/ 109379 w 142417"/>
                <a:gd name="connsiteY12" fmla="*/ 33590 h 156472"/>
                <a:gd name="connsiteX13" fmla="*/ 95208 w 142417"/>
                <a:gd name="connsiteY13" fmla="*/ 48788 h 156472"/>
                <a:gd name="connsiteX14" fmla="*/ 37107 w 142417"/>
                <a:gd name="connsiteY14" fmla="*/ 105091 h 156472"/>
                <a:gd name="connsiteX15" fmla="*/ 263 w 142417"/>
                <a:gd name="connsiteY15" fmla="*/ 153103 h 156472"/>
                <a:gd name="connsiteX16" fmla="*/ 5577 w 142417"/>
                <a:gd name="connsiteY16" fmla="*/ 156558 h 156472"/>
                <a:gd name="connsiteX17" fmla="*/ 11245 w 142417"/>
                <a:gd name="connsiteY17" fmla="*/ 153449 h 156472"/>
                <a:gd name="connsiteX18" fmla="*/ 39233 w 142417"/>
                <a:gd name="connsiteY18" fmla="*/ 130651 h 156472"/>
                <a:gd name="connsiteX19" fmla="*/ 56238 w 142417"/>
                <a:gd name="connsiteY19" fmla="*/ 143086 h 156472"/>
                <a:gd name="connsiteX20" fmla="*/ 78203 w 142417"/>
                <a:gd name="connsiteY20" fmla="*/ 156558 h 156472"/>
                <a:gd name="connsiteX21" fmla="*/ 131698 w 142417"/>
                <a:gd name="connsiteY21" fmla="*/ 103364 h 156472"/>
                <a:gd name="connsiteX22" fmla="*/ 126384 w 142417"/>
                <a:gd name="connsiteY22" fmla="*/ 99910 h 156472"/>
                <a:gd name="connsiteX23" fmla="*/ 120361 w 142417"/>
                <a:gd name="connsiteY23" fmla="*/ 105436 h 156472"/>
                <a:gd name="connsiteX24" fmla="*/ 81745 w 142417"/>
                <a:gd name="connsiteY24" fmla="*/ 134451 h 156472"/>
                <a:gd name="connsiteX25" fmla="*/ 61906 w 142417"/>
                <a:gd name="connsiteY25" fmla="*/ 128924 h 156472"/>
                <a:gd name="connsiteX26" fmla="*/ 39941 w 142417"/>
                <a:gd name="connsiteY26" fmla="*/ 123052 h 156472"/>
                <a:gd name="connsiteX27" fmla="*/ 33564 w 142417"/>
                <a:gd name="connsiteY27" fmla="*/ 123398 h 156472"/>
                <a:gd name="connsiteX28" fmla="*/ 53404 w 142417"/>
                <a:gd name="connsiteY28" fmla="*/ 102327 h 156472"/>
                <a:gd name="connsiteX29" fmla="*/ 104773 w 142417"/>
                <a:gd name="connsiteY29" fmla="*/ 52933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42417" h="156472">
                  <a:moveTo>
                    <a:pt x="104773" y="52933"/>
                  </a:moveTo>
                  <a:cubicBezTo>
                    <a:pt x="125675" y="32899"/>
                    <a:pt x="142680" y="6648"/>
                    <a:pt x="142680" y="3539"/>
                  </a:cubicBezTo>
                  <a:cubicBezTo>
                    <a:pt x="142680" y="85"/>
                    <a:pt x="139846" y="85"/>
                    <a:pt x="137720" y="85"/>
                  </a:cubicBezTo>
                  <a:cubicBezTo>
                    <a:pt x="133469" y="85"/>
                    <a:pt x="133115" y="430"/>
                    <a:pt x="130989" y="4575"/>
                  </a:cubicBezTo>
                  <a:cubicBezTo>
                    <a:pt x="119298" y="24264"/>
                    <a:pt x="114693" y="25991"/>
                    <a:pt x="109024" y="25991"/>
                  </a:cubicBezTo>
                  <a:cubicBezTo>
                    <a:pt x="102647" y="25991"/>
                    <a:pt x="99105" y="22537"/>
                    <a:pt x="92374" y="13556"/>
                  </a:cubicBezTo>
                  <a:cubicBezTo>
                    <a:pt x="88122" y="8029"/>
                    <a:pt x="82100" y="85"/>
                    <a:pt x="70763" y="85"/>
                  </a:cubicBezTo>
                  <a:cubicBezTo>
                    <a:pt x="44547" y="85"/>
                    <a:pt x="29313" y="32554"/>
                    <a:pt x="29313" y="39462"/>
                  </a:cubicBezTo>
                  <a:cubicBezTo>
                    <a:pt x="29313" y="42571"/>
                    <a:pt x="31793" y="43262"/>
                    <a:pt x="34627" y="43262"/>
                  </a:cubicBezTo>
                  <a:cubicBezTo>
                    <a:pt x="38879" y="43262"/>
                    <a:pt x="39233" y="42571"/>
                    <a:pt x="41004" y="38426"/>
                  </a:cubicBezTo>
                  <a:cubicBezTo>
                    <a:pt x="43838" y="30827"/>
                    <a:pt x="54112" y="22191"/>
                    <a:pt x="67220" y="22191"/>
                  </a:cubicBezTo>
                  <a:cubicBezTo>
                    <a:pt x="74306" y="22191"/>
                    <a:pt x="80683" y="24955"/>
                    <a:pt x="88477" y="28409"/>
                  </a:cubicBezTo>
                  <a:cubicBezTo>
                    <a:pt x="100168" y="33590"/>
                    <a:pt x="104064" y="33590"/>
                    <a:pt x="109379" y="33590"/>
                  </a:cubicBezTo>
                  <a:cubicBezTo>
                    <a:pt x="104064" y="39462"/>
                    <a:pt x="100876" y="43262"/>
                    <a:pt x="95208" y="48788"/>
                  </a:cubicBezTo>
                  <a:lnTo>
                    <a:pt x="37107" y="105091"/>
                  </a:lnTo>
                  <a:cubicBezTo>
                    <a:pt x="17268" y="124089"/>
                    <a:pt x="263" y="149649"/>
                    <a:pt x="263" y="153103"/>
                  </a:cubicBezTo>
                  <a:cubicBezTo>
                    <a:pt x="263" y="156558"/>
                    <a:pt x="3451" y="156558"/>
                    <a:pt x="5577" y="156558"/>
                  </a:cubicBezTo>
                  <a:cubicBezTo>
                    <a:pt x="9474" y="156558"/>
                    <a:pt x="9828" y="155867"/>
                    <a:pt x="11245" y="153449"/>
                  </a:cubicBezTo>
                  <a:cubicBezTo>
                    <a:pt x="16205" y="146195"/>
                    <a:pt x="25771" y="130651"/>
                    <a:pt x="39233" y="130651"/>
                  </a:cubicBezTo>
                  <a:cubicBezTo>
                    <a:pt x="47027" y="130651"/>
                    <a:pt x="49861" y="134451"/>
                    <a:pt x="56238" y="143086"/>
                  </a:cubicBezTo>
                  <a:cubicBezTo>
                    <a:pt x="61906" y="149995"/>
                    <a:pt x="67220" y="156558"/>
                    <a:pt x="78203" y="156558"/>
                  </a:cubicBezTo>
                  <a:cubicBezTo>
                    <a:pt x="112567" y="156558"/>
                    <a:pt x="131698" y="111654"/>
                    <a:pt x="131698" y="103364"/>
                  </a:cubicBezTo>
                  <a:cubicBezTo>
                    <a:pt x="131698" y="99910"/>
                    <a:pt x="127446" y="99910"/>
                    <a:pt x="126384" y="99910"/>
                  </a:cubicBezTo>
                  <a:cubicBezTo>
                    <a:pt x="122132" y="99910"/>
                    <a:pt x="121778" y="100946"/>
                    <a:pt x="120361" y="105436"/>
                  </a:cubicBezTo>
                  <a:cubicBezTo>
                    <a:pt x="113984" y="122707"/>
                    <a:pt x="96979" y="134451"/>
                    <a:pt x="81745" y="134451"/>
                  </a:cubicBezTo>
                  <a:cubicBezTo>
                    <a:pt x="74660" y="134451"/>
                    <a:pt x="68992" y="132033"/>
                    <a:pt x="61906" y="128924"/>
                  </a:cubicBezTo>
                  <a:cubicBezTo>
                    <a:pt x="51278" y="124434"/>
                    <a:pt x="47027" y="123052"/>
                    <a:pt x="39941" y="123052"/>
                  </a:cubicBezTo>
                  <a:cubicBezTo>
                    <a:pt x="38170" y="123052"/>
                    <a:pt x="35336" y="123052"/>
                    <a:pt x="33564" y="123398"/>
                  </a:cubicBezTo>
                  <a:cubicBezTo>
                    <a:pt x="36044" y="120634"/>
                    <a:pt x="43484" y="111999"/>
                    <a:pt x="53404" y="102327"/>
                  </a:cubicBezTo>
                  <a:lnTo>
                    <a:pt x="104773" y="52933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02" name="Freeform: Shape 2101">
              <a:extLst>
                <a:ext uri="{FF2B5EF4-FFF2-40B4-BE49-F238E27FC236}">
                  <a16:creationId xmlns:a16="http://schemas.microsoft.com/office/drawing/2014/main" id="{350EA90F-14BC-A243-2F4A-16282C6A0BC2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2076333" y="5323350"/>
              <a:ext cx="125412" cy="156472"/>
            </a:xfrm>
            <a:custGeom>
              <a:avLst/>
              <a:gdLst>
                <a:gd name="connsiteX0" fmla="*/ 44551 w 125412"/>
                <a:gd name="connsiteY0" fmla="*/ 72967 h 156472"/>
                <a:gd name="connsiteX1" fmla="*/ 95920 w 125412"/>
                <a:gd name="connsiteY1" fmla="*/ 65368 h 156472"/>
                <a:gd name="connsiteX2" fmla="*/ 123908 w 125412"/>
                <a:gd name="connsiteY2" fmla="*/ 29445 h 156472"/>
                <a:gd name="connsiteX3" fmla="*/ 88126 w 125412"/>
                <a:gd name="connsiteY3" fmla="*/ 85 h 156472"/>
                <a:gd name="connsiteX4" fmla="*/ 267 w 125412"/>
                <a:gd name="connsiteY4" fmla="*/ 96110 h 156472"/>
                <a:gd name="connsiteX5" fmla="*/ 50928 w 125412"/>
                <a:gd name="connsiteY5" fmla="*/ 156558 h 156472"/>
                <a:gd name="connsiteX6" fmla="*/ 125679 w 125412"/>
                <a:gd name="connsiteY6" fmla="*/ 116835 h 156472"/>
                <a:gd name="connsiteX7" fmla="*/ 120011 w 125412"/>
                <a:gd name="connsiteY7" fmla="*/ 111308 h 156472"/>
                <a:gd name="connsiteX8" fmla="*/ 115405 w 125412"/>
                <a:gd name="connsiteY8" fmla="*/ 115108 h 156472"/>
                <a:gd name="connsiteX9" fmla="*/ 51636 w 125412"/>
                <a:gd name="connsiteY9" fmla="*/ 148958 h 156472"/>
                <a:gd name="connsiteX10" fmla="*/ 24712 w 125412"/>
                <a:gd name="connsiteY10" fmla="*/ 110963 h 156472"/>
                <a:gd name="connsiteX11" fmla="*/ 30734 w 125412"/>
                <a:gd name="connsiteY11" fmla="*/ 72967 h 156472"/>
                <a:gd name="connsiteX12" fmla="*/ 44551 w 125412"/>
                <a:gd name="connsiteY12" fmla="*/ 72967 h 156472"/>
                <a:gd name="connsiteX13" fmla="*/ 32860 w 125412"/>
                <a:gd name="connsiteY13" fmla="*/ 65368 h 156472"/>
                <a:gd name="connsiteX14" fmla="*/ 88126 w 125412"/>
                <a:gd name="connsiteY14" fmla="*/ 7684 h 156472"/>
                <a:gd name="connsiteX15" fmla="*/ 110445 w 125412"/>
                <a:gd name="connsiteY15" fmla="*/ 28754 h 156472"/>
                <a:gd name="connsiteX16" fmla="*/ 40300 w 125412"/>
                <a:gd name="connsiteY16" fmla="*/ 65368 h 156472"/>
                <a:gd name="connsiteX17" fmla="*/ 32860 w 125412"/>
                <a:gd name="connsiteY17" fmla="*/ 65368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412" h="156472">
                  <a:moveTo>
                    <a:pt x="44551" y="72967"/>
                  </a:moveTo>
                  <a:cubicBezTo>
                    <a:pt x="55179" y="72967"/>
                    <a:pt x="78915" y="71931"/>
                    <a:pt x="95920" y="65368"/>
                  </a:cubicBezTo>
                  <a:cubicBezTo>
                    <a:pt x="123908" y="54315"/>
                    <a:pt x="123908" y="31863"/>
                    <a:pt x="123908" y="29445"/>
                  </a:cubicBezTo>
                  <a:cubicBezTo>
                    <a:pt x="123908" y="13556"/>
                    <a:pt x="110800" y="85"/>
                    <a:pt x="88126" y="85"/>
                  </a:cubicBezTo>
                  <a:cubicBezTo>
                    <a:pt x="50928" y="85"/>
                    <a:pt x="267" y="34972"/>
                    <a:pt x="267" y="96110"/>
                  </a:cubicBezTo>
                  <a:cubicBezTo>
                    <a:pt x="267" y="127197"/>
                    <a:pt x="17272" y="156558"/>
                    <a:pt x="50928" y="156558"/>
                  </a:cubicBezTo>
                  <a:cubicBezTo>
                    <a:pt x="96275" y="156558"/>
                    <a:pt x="125679" y="122016"/>
                    <a:pt x="125679" y="116835"/>
                  </a:cubicBezTo>
                  <a:cubicBezTo>
                    <a:pt x="125679" y="115108"/>
                    <a:pt x="122845" y="111308"/>
                    <a:pt x="120011" y="111308"/>
                  </a:cubicBezTo>
                  <a:cubicBezTo>
                    <a:pt x="118594" y="111308"/>
                    <a:pt x="118239" y="111654"/>
                    <a:pt x="115405" y="115108"/>
                  </a:cubicBezTo>
                  <a:cubicBezTo>
                    <a:pt x="89189" y="147577"/>
                    <a:pt x="57659" y="148958"/>
                    <a:pt x="51636" y="148958"/>
                  </a:cubicBezTo>
                  <a:cubicBezTo>
                    <a:pt x="28609" y="148958"/>
                    <a:pt x="24712" y="124434"/>
                    <a:pt x="24712" y="110963"/>
                  </a:cubicBezTo>
                  <a:cubicBezTo>
                    <a:pt x="24712" y="97837"/>
                    <a:pt x="28255" y="82293"/>
                    <a:pt x="30734" y="72967"/>
                  </a:cubicBezTo>
                  <a:lnTo>
                    <a:pt x="44551" y="72967"/>
                  </a:lnTo>
                  <a:close/>
                  <a:moveTo>
                    <a:pt x="32860" y="65368"/>
                  </a:moveTo>
                  <a:cubicBezTo>
                    <a:pt x="48094" y="8720"/>
                    <a:pt x="84584" y="7684"/>
                    <a:pt x="88126" y="7684"/>
                  </a:cubicBezTo>
                  <a:cubicBezTo>
                    <a:pt x="102297" y="7684"/>
                    <a:pt x="110445" y="17010"/>
                    <a:pt x="110445" y="28754"/>
                  </a:cubicBezTo>
                  <a:cubicBezTo>
                    <a:pt x="110445" y="65368"/>
                    <a:pt x="51991" y="65368"/>
                    <a:pt x="40300" y="65368"/>
                  </a:cubicBezTo>
                  <a:lnTo>
                    <a:pt x="32860" y="65368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03" name="Freeform: Shape 2102">
              <a:extLst>
                <a:ext uri="{FF2B5EF4-FFF2-40B4-BE49-F238E27FC236}">
                  <a16:creationId xmlns:a16="http://schemas.microsoft.com/office/drawing/2014/main" id="{D0AD41BA-27EB-369E-35EF-61799690D1F8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228314" y="5323350"/>
              <a:ext cx="143834" cy="156472"/>
            </a:xfrm>
            <a:custGeom>
              <a:avLst/>
              <a:gdLst>
                <a:gd name="connsiteX0" fmla="*/ 62269 w 143834"/>
                <a:gd name="connsiteY0" fmla="*/ 53279 h 156472"/>
                <a:gd name="connsiteX1" fmla="*/ 109033 w 143834"/>
                <a:gd name="connsiteY1" fmla="*/ 7684 h 156472"/>
                <a:gd name="connsiteX2" fmla="*/ 127809 w 143834"/>
                <a:gd name="connsiteY2" fmla="*/ 12520 h 156472"/>
                <a:gd name="connsiteX3" fmla="*/ 114347 w 143834"/>
                <a:gd name="connsiteY3" fmla="*/ 29100 h 156472"/>
                <a:gd name="connsiteX4" fmla="*/ 126747 w 143834"/>
                <a:gd name="connsiteY4" fmla="*/ 40153 h 156472"/>
                <a:gd name="connsiteX5" fmla="*/ 144106 w 143834"/>
                <a:gd name="connsiteY5" fmla="*/ 21846 h 156472"/>
                <a:gd name="connsiteX6" fmla="*/ 109387 w 143834"/>
                <a:gd name="connsiteY6" fmla="*/ 85 h 156472"/>
                <a:gd name="connsiteX7" fmla="*/ 66520 w 143834"/>
                <a:gd name="connsiteY7" fmla="*/ 24955 h 156472"/>
                <a:gd name="connsiteX8" fmla="*/ 37116 w 143834"/>
                <a:gd name="connsiteY8" fmla="*/ 85 h 156472"/>
                <a:gd name="connsiteX9" fmla="*/ 11608 w 143834"/>
                <a:gd name="connsiteY9" fmla="*/ 18392 h 156472"/>
                <a:gd name="connsiteX10" fmla="*/ 272 w 143834"/>
                <a:gd name="connsiteY10" fmla="*/ 53279 h 156472"/>
                <a:gd name="connsiteX11" fmla="*/ 5586 w 143834"/>
                <a:gd name="connsiteY11" fmla="*/ 56733 h 156472"/>
                <a:gd name="connsiteX12" fmla="*/ 12317 w 143834"/>
                <a:gd name="connsiteY12" fmla="*/ 48788 h 156472"/>
                <a:gd name="connsiteX13" fmla="*/ 36407 w 143834"/>
                <a:gd name="connsiteY13" fmla="*/ 7684 h 156472"/>
                <a:gd name="connsiteX14" fmla="*/ 45618 w 143834"/>
                <a:gd name="connsiteY14" fmla="*/ 21500 h 156472"/>
                <a:gd name="connsiteX15" fmla="*/ 43138 w 143834"/>
                <a:gd name="connsiteY15" fmla="*/ 39117 h 156472"/>
                <a:gd name="connsiteX16" fmla="*/ 16568 w 143834"/>
                <a:gd name="connsiteY16" fmla="*/ 142741 h 156472"/>
                <a:gd name="connsiteX17" fmla="*/ 15505 w 143834"/>
                <a:gd name="connsiteY17" fmla="*/ 147577 h 156472"/>
                <a:gd name="connsiteX18" fmla="*/ 25425 w 143834"/>
                <a:gd name="connsiteY18" fmla="*/ 156558 h 156472"/>
                <a:gd name="connsiteX19" fmla="*/ 39242 w 143834"/>
                <a:gd name="connsiteY19" fmla="*/ 143777 h 156472"/>
                <a:gd name="connsiteX20" fmla="*/ 62269 w 143834"/>
                <a:gd name="connsiteY20" fmla="*/ 53279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3834" h="156472">
                  <a:moveTo>
                    <a:pt x="62269" y="53279"/>
                  </a:moveTo>
                  <a:cubicBezTo>
                    <a:pt x="62623" y="52242"/>
                    <a:pt x="78566" y="7684"/>
                    <a:pt x="109033" y="7684"/>
                  </a:cubicBezTo>
                  <a:cubicBezTo>
                    <a:pt x="110804" y="7684"/>
                    <a:pt x="120724" y="7684"/>
                    <a:pt x="127809" y="12520"/>
                  </a:cubicBezTo>
                  <a:cubicBezTo>
                    <a:pt x="115410" y="16319"/>
                    <a:pt x="114347" y="27372"/>
                    <a:pt x="114347" y="29100"/>
                  </a:cubicBezTo>
                  <a:cubicBezTo>
                    <a:pt x="114347" y="33590"/>
                    <a:pt x="117535" y="40153"/>
                    <a:pt x="126747" y="40153"/>
                  </a:cubicBezTo>
                  <a:cubicBezTo>
                    <a:pt x="133123" y="40153"/>
                    <a:pt x="144106" y="35317"/>
                    <a:pt x="144106" y="21846"/>
                  </a:cubicBezTo>
                  <a:cubicBezTo>
                    <a:pt x="144106" y="3884"/>
                    <a:pt x="121078" y="85"/>
                    <a:pt x="109387" y="85"/>
                  </a:cubicBezTo>
                  <a:cubicBezTo>
                    <a:pt x="84943" y="85"/>
                    <a:pt x="72189" y="17355"/>
                    <a:pt x="66520" y="24955"/>
                  </a:cubicBezTo>
                  <a:cubicBezTo>
                    <a:pt x="62623" y="6648"/>
                    <a:pt x="48807" y="85"/>
                    <a:pt x="37116" y="85"/>
                  </a:cubicBezTo>
                  <a:cubicBezTo>
                    <a:pt x="24362" y="85"/>
                    <a:pt x="17277" y="8029"/>
                    <a:pt x="11608" y="18392"/>
                  </a:cubicBezTo>
                  <a:cubicBezTo>
                    <a:pt x="4877" y="32208"/>
                    <a:pt x="272" y="52588"/>
                    <a:pt x="272" y="53279"/>
                  </a:cubicBezTo>
                  <a:cubicBezTo>
                    <a:pt x="272" y="56733"/>
                    <a:pt x="3814" y="56733"/>
                    <a:pt x="5586" y="56733"/>
                  </a:cubicBezTo>
                  <a:cubicBezTo>
                    <a:pt x="10191" y="56733"/>
                    <a:pt x="10546" y="56387"/>
                    <a:pt x="12317" y="48788"/>
                  </a:cubicBezTo>
                  <a:cubicBezTo>
                    <a:pt x="18694" y="24609"/>
                    <a:pt x="25425" y="7684"/>
                    <a:pt x="36407" y="7684"/>
                  </a:cubicBezTo>
                  <a:cubicBezTo>
                    <a:pt x="45618" y="7684"/>
                    <a:pt x="45618" y="17701"/>
                    <a:pt x="45618" y="21500"/>
                  </a:cubicBezTo>
                  <a:cubicBezTo>
                    <a:pt x="45618" y="27027"/>
                    <a:pt x="44556" y="33590"/>
                    <a:pt x="43138" y="39117"/>
                  </a:cubicBezTo>
                  <a:lnTo>
                    <a:pt x="16568" y="142741"/>
                  </a:lnTo>
                  <a:cubicBezTo>
                    <a:pt x="15860" y="144813"/>
                    <a:pt x="15505" y="146541"/>
                    <a:pt x="15505" y="147577"/>
                  </a:cubicBezTo>
                  <a:cubicBezTo>
                    <a:pt x="15505" y="151376"/>
                    <a:pt x="18339" y="156558"/>
                    <a:pt x="25425" y="156558"/>
                  </a:cubicBezTo>
                  <a:cubicBezTo>
                    <a:pt x="36053" y="156558"/>
                    <a:pt x="38533" y="146541"/>
                    <a:pt x="39242" y="143777"/>
                  </a:cubicBezTo>
                  <a:lnTo>
                    <a:pt x="62269" y="53279"/>
                  </a:ln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04" name="Freeform: Shape 2103">
              <a:extLst>
                <a:ext uri="{FF2B5EF4-FFF2-40B4-BE49-F238E27FC236}">
                  <a16:creationId xmlns:a16="http://schemas.microsoft.com/office/drawing/2014/main" id="{4C592103-5C53-8854-188D-15A9986976FB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2369156" y="5323350"/>
              <a:ext cx="141354" cy="156472"/>
            </a:xfrm>
            <a:custGeom>
              <a:avLst/>
              <a:gdLst>
                <a:gd name="connsiteX0" fmla="*/ 141630 w 141354"/>
                <a:gd name="connsiteY0" fmla="*/ 56733 h 156472"/>
                <a:gd name="connsiteX1" fmla="*/ 89906 w 141354"/>
                <a:gd name="connsiteY1" fmla="*/ 85 h 156472"/>
                <a:gd name="connsiteX2" fmla="*/ 275 w 141354"/>
                <a:gd name="connsiteY2" fmla="*/ 99564 h 156472"/>
                <a:gd name="connsiteX3" fmla="*/ 51999 w 141354"/>
                <a:gd name="connsiteY3" fmla="*/ 156558 h 156472"/>
                <a:gd name="connsiteX4" fmla="*/ 141630 w 141354"/>
                <a:gd name="connsiteY4" fmla="*/ 56733 h 156472"/>
                <a:gd name="connsiteX5" fmla="*/ 51999 w 141354"/>
                <a:gd name="connsiteY5" fmla="*/ 148958 h 156472"/>
                <a:gd name="connsiteX6" fmla="*/ 25074 w 141354"/>
                <a:gd name="connsiteY6" fmla="*/ 113381 h 156472"/>
                <a:gd name="connsiteX7" fmla="*/ 45622 w 141354"/>
                <a:gd name="connsiteY7" fmla="*/ 39117 h 156472"/>
                <a:gd name="connsiteX8" fmla="*/ 89552 w 141354"/>
                <a:gd name="connsiteY8" fmla="*/ 7684 h 156472"/>
                <a:gd name="connsiteX9" fmla="*/ 116831 w 141354"/>
                <a:gd name="connsiteY9" fmla="*/ 43262 h 156472"/>
                <a:gd name="connsiteX10" fmla="*/ 97700 w 141354"/>
                <a:gd name="connsiteY10" fmla="*/ 114417 h 156472"/>
                <a:gd name="connsiteX11" fmla="*/ 51999 w 141354"/>
                <a:gd name="connsiteY11" fmla="*/ 148958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54" h="156472">
                  <a:moveTo>
                    <a:pt x="141630" y="56733"/>
                  </a:moveTo>
                  <a:cubicBezTo>
                    <a:pt x="141630" y="23918"/>
                    <a:pt x="120728" y="85"/>
                    <a:pt x="89906" y="85"/>
                  </a:cubicBezTo>
                  <a:cubicBezTo>
                    <a:pt x="45976" y="85"/>
                    <a:pt x="275" y="49134"/>
                    <a:pt x="275" y="99564"/>
                  </a:cubicBezTo>
                  <a:cubicBezTo>
                    <a:pt x="275" y="135142"/>
                    <a:pt x="22594" y="156558"/>
                    <a:pt x="51999" y="156558"/>
                  </a:cubicBezTo>
                  <a:cubicBezTo>
                    <a:pt x="95929" y="156558"/>
                    <a:pt x="141630" y="107509"/>
                    <a:pt x="141630" y="56733"/>
                  </a:cubicBezTo>
                  <a:close/>
                  <a:moveTo>
                    <a:pt x="51999" y="148958"/>
                  </a:moveTo>
                  <a:cubicBezTo>
                    <a:pt x="38182" y="148958"/>
                    <a:pt x="25074" y="138251"/>
                    <a:pt x="25074" y="113381"/>
                  </a:cubicBezTo>
                  <a:cubicBezTo>
                    <a:pt x="25074" y="96110"/>
                    <a:pt x="34285" y="57769"/>
                    <a:pt x="45622" y="39117"/>
                  </a:cubicBezTo>
                  <a:cubicBezTo>
                    <a:pt x="58730" y="18046"/>
                    <a:pt x="75735" y="7684"/>
                    <a:pt x="89552" y="7684"/>
                  </a:cubicBezTo>
                  <a:cubicBezTo>
                    <a:pt x="106911" y="7684"/>
                    <a:pt x="116831" y="22882"/>
                    <a:pt x="116831" y="43262"/>
                  </a:cubicBezTo>
                  <a:cubicBezTo>
                    <a:pt x="116831" y="58114"/>
                    <a:pt x="109037" y="93692"/>
                    <a:pt x="97700" y="114417"/>
                  </a:cubicBezTo>
                  <a:cubicBezTo>
                    <a:pt x="87426" y="133415"/>
                    <a:pt x="69358" y="148958"/>
                    <a:pt x="51999" y="148958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9DD2EDB7-63D4-2058-53FE-DD920770F41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517634" y="5216962"/>
              <a:ext cx="128954" cy="345414"/>
            </a:xfrm>
            <a:custGeom>
              <a:avLst/>
              <a:gdLst>
                <a:gd name="connsiteX0" fmla="*/ 129235 w 128954"/>
                <a:gd name="connsiteY0" fmla="*/ 102673 h 345414"/>
                <a:gd name="connsiteX1" fmla="*/ 119670 w 128954"/>
                <a:gd name="connsiteY1" fmla="*/ 43262 h 345414"/>
                <a:gd name="connsiteX2" fmla="*/ 90620 w 128954"/>
                <a:gd name="connsiteY2" fmla="*/ 85 h 345414"/>
                <a:gd name="connsiteX3" fmla="*/ 87077 w 128954"/>
                <a:gd name="connsiteY3" fmla="*/ 3539 h 345414"/>
                <a:gd name="connsiteX4" fmla="*/ 89557 w 128954"/>
                <a:gd name="connsiteY4" fmla="*/ 8375 h 345414"/>
                <a:gd name="connsiteX5" fmla="*/ 111522 w 128954"/>
                <a:gd name="connsiteY5" fmla="*/ 90238 h 345414"/>
                <a:gd name="connsiteX6" fmla="*/ 5594 w 128954"/>
                <a:gd name="connsiteY6" fmla="*/ 335828 h 345414"/>
                <a:gd name="connsiteX7" fmla="*/ 280 w 128954"/>
                <a:gd name="connsiteY7" fmla="*/ 342045 h 345414"/>
                <a:gd name="connsiteX8" fmla="*/ 3823 w 128954"/>
                <a:gd name="connsiteY8" fmla="*/ 345499 h 345414"/>
                <a:gd name="connsiteX9" fmla="*/ 79283 w 128954"/>
                <a:gd name="connsiteY9" fmla="*/ 268472 h 345414"/>
                <a:gd name="connsiteX10" fmla="*/ 129235 w 128954"/>
                <a:gd name="connsiteY10" fmla="*/ 102673 h 34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8954" h="345414">
                  <a:moveTo>
                    <a:pt x="129235" y="102673"/>
                  </a:moveTo>
                  <a:cubicBezTo>
                    <a:pt x="129235" y="82293"/>
                    <a:pt x="126047" y="60532"/>
                    <a:pt x="119670" y="43262"/>
                  </a:cubicBezTo>
                  <a:cubicBezTo>
                    <a:pt x="110813" y="20119"/>
                    <a:pt x="95579" y="85"/>
                    <a:pt x="90620" y="85"/>
                  </a:cubicBezTo>
                  <a:cubicBezTo>
                    <a:pt x="88494" y="85"/>
                    <a:pt x="87077" y="1466"/>
                    <a:pt x="87077" y="3539"/>
                  </a:cubicBezTo>
                  <a:cubicBezTo>
                    <a:pt x="87077" y="4230"/>
                    <a:pt x="87077" y="4920"/>
                    <a:pt x="89557" y="8375"/>
                  </a:cubicBezTo>
                  <a:cubicBezTo>
                    <a:pt x="108687" y="36699"/>
                    <a:pt x="111522" y="66059"/>
                    <a:pt x="111522" y="90238"/>
                  </a:cubicBezTo>
                  <a:cubicBezTo>
                    <a:pt x="111522" y="137214"/>
                    <a:pt x="90620" y="265363"/>
                    <a:pt x="5594" y="335828"/>
                  </a:cubicBezTo>
                  <a:cubicBezTo>
                    <a:pt x="635" y="340664"/>
                    <a:pt x="280" y="341009"/>
                    <a:pt x="280" y="342045"/>
                  </a:cubicBezTo>
                  <a:cubicBezTo>
                    <a:pt x="280" y="344463"/>
                    <a:pt x="1697" y="345499"/>
                    <a:pt x="3823" y="345499"/>
                  </a:cubicBezTo>
                  <a:cubicBezTo>
                    <a:pt x="7720" y="345499"/>
                    <a:pt x="48461" y="317521"/>
                    <a:pt x="79283" y="268472"/>
                  </a:cubicBezTo>
                  <a:cubicBezTo>
                    <a:pt x="118253" y="205952"/>
                    <a:pt x="129235" y="139632"/>
                    <a:pt x="129235" y="102673"/>
                  </a:cubicBezTo>
                  <a:close/>
                </a:path>
              </a:pathLst>
            </a:custGeom>
            <a:grpFill/>
            <a:ln w="35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2158" name="Group 2157">
            <a:extLst>
              <a:ext uri="{FF2B5EF4-FFF2-40B4-BE49-F238E27FC236}">
                <a16:creationId xmlns:a16="http://schemas.microsoft.com/office/drawing/2014/main" id="{7DAAF447-BE11-4B53-862E-1DB71CC0142D}"/>
              </a:ext>
            </a:extLst>
          </p:cNvPr>
          <p:cNvGrpSpPr/>
          <p:nvPr/>
        </p:nvGrpSpPr>
        <p:grpSpPr>
          <a:xfrm>
            <a:off x="3168895" y="6138089"/>
            <a:ext cx="5928762" cy="383609"/>
            <a:chOff x="3168895" y="6138089"/>
            <a:chExt cx="5928762" cy="383609"/>
          </a:xfrm>
          <a:solidFill>
            <a:schemeClr val="accent1">
              <a:lumMod val="60000"/>
              <a:lumOff val="40000"/>
            </a:schemeClr>
          </a:solidFill>
        </p:grpSpPr>
        <p:grpSp>
          <p:nvGrpSpPr>
            <p:cNvPr id="2112" name="Group 2111">
              <a:extLst>
                <a:ext uri="{FF2B5EF4-FFF2-40B4-BE49-F238E27FC236}">
                  <a16:creationId xmlns:a16="http://schemas.microsoft.com/office/drawing/2014/main" id="{32B1B76A-C179-865B-F5A9-293BC7C595DD}"/>
                </a:ext>
              </a:extLst>
            </p:cNvPr>
            <p:cNvGrpSpPr>
              <a:grpSpLocks noChangeAspect="1"/>
            </p:cNvGrpSpPr>
            <p:nvPr>
              <p:custDataLst>
                <p:tags r:id="rId5"/>
              </p:custDataLst>
            </p:nvPr>
          </p:nvGrpSpPr>
          <p:grpSpPr>
            <a:xfrm>
              <a:off x="4698904" y="6138089"/>
              <a:ext cx="572982" cy="383609"/>
              <a:chOff x="8708363" y="4608750"/>
              <a:chExt cx="572982" cy="383609"/>
            </a:xfrm>
            <a:grpFill/>
          </p:grpSpPr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0EBF3516-30BC-34E2-9988-A33671718344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8708363" y="4608750"/>
                <a:ext cx="366281" cy="383609"/>
              </a:xfrm>
              <a:custGeom>
                <a:avLst/>
                <a:gdLst>
                  <a:gd name="connsiteX0" fmla="*/ 333206 w 366281"/>
                  <a:gd name="connsiteY0" fmla="*/ 383685 h 383609"/>
                  <a:gd name="connsiteX1" fmla="*/ 366505 w 366281"/>
                  <a:gd name="connsiteY1" fmla="*/ 296003 h 383609"/>
                  <a:gd name="connsiteX2" fmla="*/ 359625 w 366281"/>
                  <a:gd name="connsiteY2" fmla="*/ 296003 h 383609"/>
                  <a:gd name="connsiteX3" fmla="*/ 288075 w 366281"/>
                  <a:gd name="connsiteY3" fmla="*/ 351352 h 383609"/>
                  <a:gd name="connsiteX4" fmla="*/ 202490 w 366281"/>
                  <a:gd name="connsiteY4" fmla="*/ 359846 h 383609"/>
                  <a:gd name="connsiteX5" fmla="*/ 36548 w 366281"/>
                  <a:gd name="connsiteY5" fmla="*/ 359846 h 383609"/>
                  <a:gd name="connsiteX6" fmla="*/ 176621 w 366281"/>
                  <a:gd name="connsiteY6" fmla="*/ 196264 h 383609"/>
                  <a:gd name="connsiteX7" fmla="*/ 179098 w 366281"/>
                  <a:gd name="connsiteY7" fmla="*/ 191880 h 383609"/>
                  <a:gd name="connsiteX8" fmla="*/ 177172 w 366281"/>
                  <a:gd name="connsiteY8" fmla="*/ 187770 h 383609"/>
                  <a:gd name="connsiteX9" fmla="*/ 48932 w 366281"/>
                  <a:gd name="connsiteY9" fmla="*/ 13228 h 383609"/>
                  <a:gd name="connsiteX10" fmla="*/ 199738 w 366281"/>
                  <a:gd name="connsiteY10" fmla="*/ 13228 h 383609"/>
                  <a:gd name="connsiteX11" fmla="*/ 264133 w 366281"/>
                  <a:gd name="connsiteY11" fmla="*/ 17612 h 383609"/>
                  <a:gd name="connsiteX12" fmla="*/ 324675 w 366281"/>
                  <a:gd name="connsiteY12" fmla="*/ 38162 h 383609"/>
                  <a:gd name="connsiteX13" fmla="*/ 359625 w 366281"/>
                  <a:gd name="connsiteY13" fmla="*/ 77071 h 383609"/>
                  <a:gd name="connsiteX14" fmla="*/ 366505 w 366281"/>
                  <a:gd name="connsiteY14" fmla="*/ 77071 h 383609"/>
                  <a:gd name="connsiteX15" fmla="*/ 333206 w 366281"/>
                  <a:gd name="connsiteY15" fmla="*/ 75 h 383609"/>
                  <a:gd name="connsiteX16" fmla="*/ 7928 w 366281"/>
                  <a:gd name="connsiteY16" fmla="*/ 75 h 383609"/>
                  <a:gd name="connsiteX17" fmla="*/ 498 w 366281"/>
                  <a:gd name="connsiteY17" fmla="*/ 1993 h 383609"/>
                  <a:gd name="connsiteX18" fmla="*/ 223 w 366281"/>
                  <a:gd name="connsiteY18" fmla="*/ 11036 h 383609"/>
                  <a:gd name="connsiteX19" fmla="*/ 145800 w 366281"/>
                  <a:gd name="connsiteY19" fmla="*/ 209416 h 383609"/>
                  <a:gd name="connsiteX20" fmla="*/ 3250 w 366281"/>
                  <a:gd name="connsiteY20" fmla="*/ 375739 h 383609"/>
                  <a:gd name="connsiteX21" fmla="*/ 498 w 366281"/>
                  <a:gd name="connsiteY21" fmla="*/ 380671 h 383609"/>
                  <a:gd name="connsiteX22" fmla="*/ 7928 w 366281"/>
                  <a:gd name="connsiteY22" fmla="*/ 383685 h 383609"/>
                  <a:gd name="connsiteX23" fmla="*/ 333206 w 366281"/>
                  <a:gd name="connsiteY23" fmla="*/ 383685 h 383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281" h="383609">
                    <a:moveTo>
                      <a:pt x="333206" y="383685"/>
                    </a:moveTo>
                    <a:lnTo>
                      <a:pt x="366505" y="296003"/>
                    </a:lnTo>
                    <a:lnTo>
                      <a:pt x="359625" y="296003"/>
                    </a:lnTo>
                    <a:cubicBezTo>
                      <a:pt x="348892" y="324499"/>
                      <a:pt x="319722" y="343132"/>
                      <a:pt x="288075" y="351352"/>
                    </a:cubicBezTo>
                    <a:cubicBezTo>
                      <a:pt x="282296" y="352722"/>
                      <a:pt x="255327" y="359846"/>
                      <a:pt x="202490" y="359846"/>
                    </a:cubicBezTo>
                    <a:lnTo>
                      <a:pt x="36548" y="359846"/>
                    </a:lnTo>
                    <a:lnTo>
                      <a:pt x="176621" y="196264"/>
                    </a:lnTo>
                    <a:cubicBezTo>
                      <a:pt x="178548" y="194072"/>
                      <a:pt x="179098" y="193250"/>
                      <a:pt x="179098" y="191880"/>
                    </a:cubicBezTo>
                    <a:cubicBezTo>
                      <a:pt x="179098" y="191332"/>
                      <a:pt x="179098" y="190510"/>
                      <a:pt x="177172" y="187770"/>
                    </a:cubicBezTo>
                    <a:lnTo>
                      <a:pt x="48932" y="13228"/>
                    </a:lnTo>
                    <a:lnTo>
                      <a:pt x="199738" y="13228"/>
                    </a:lnTo>
                    <a:cubicBezTo>
                      <a:pt x="236614" y="13228"/>
                      <a:pt x="261656" y="17064"/>
                      <a:pt x="264133" y="17612"/>
                    </a:cubicBezTo>
                    <a:cubicBezTo>
                      <a:pt x="278993" y="19804"/>
                      <a:pt x="302935" y="24462"/>
                      <a:pt x="324675" y="38162"/>
                    </a:cubicBezTo>
                    <a:cubicBezTo>
                      <a:pt x="331555" y="42546"/>
                      <a:pt x="350268" y="54877"/>
                      <a:pt x="359625" y="77071"/>
                    </a:cubicBezTo>
                    <a:lnTo>
                      <a:pt x="366505" y="77071"/>
                    </a:lnTo>
                    <a:lnTo>
                      <a:pt x="333206" y="75"/>
                    </a:lnTo>
                    <a:lnTo>
                      <a:pt x="7928" y="75"/>
                    </a:lnTo>
                    <a:cubicBezTo>
                      <a:pt x="1599" y="75"/>
                      <a:pt x="1324" y="349"/>
                      <a:pt x="498" y="1993"/>
                    </a:cubicBezTo>
                    <a:cubicBezTo>
                      <a:pt x="223" y="2815"/>
                      <a:pt x="223" y="8021"/>
                      <a:pt x="223" y="11036"/>
                    </a:cubicBezTo>
                    <a:lnTo>
                      <a:pt x="145800" y="209416"/>
                    </a:lnTo>
                    <a:lnTo>
                      <a:pt x="3250" y="375739"/>
                    </a:lnTo>
                    <a:cubicBezTo>
                      <a:pt x="498" y="379027"/>
                      <a:pt x="498" y="380397"/>
                      <a:pt x="498" y="380671"/>
                    </a:cubicBezTo>
                    <a:cubicBezTo>
                      <a:pt x="498" y="383685"/>
                      <a:pt x="2975" y="383685"/>
                      <a:pt x="7928" y="383685"/>
                    </a:cubicBezTo>
                    <a:lnTo>
                      <a:pt x="333206" y="383685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7518C89D-7F05-D6BC-DCC6-3205DB5BF09A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9144299" y="4747947"/>
                <a:ext cx="137046" cy="124125"/>
              </a:xfrm>
              <a:custGeom>
                <a:avLst/>
                <a:gdLst>
                  <a:gd name="connsiteX0" fmla="*/ 84173 w 137046"/>
                  <a:gd name="connsiteY0" fmla="*/ 38446 h 124125"/>
                  <a:gd name="connsiteX1" fmla="*/ 111417 w 137046"/>
                  <a:gd name="connsiteY1" fmla="*/ 6113 h 124125"/>
                  <a:gd name="connsiteX2" fmla="*/ 125176 w 137046"/>
                  <a:gd name="connsiteY2" fmla="*/ 9675 h 124125"/>
                  <a:gd name="connsiteX3" fmla="*/ 111967 w 137046"/>
                  <a:gd name="connsiteY3" fmla="*/ 24471 h 124125"/>
                  <a:gd name="connsiteX4" fmla="*/ 122425 w 137046"/>
                  <a:gd name="connsiteY4" fmla="*/ 34062 h 124125"/>
                  <a:gd name="connsiteX5" fmla="*/ 137285 w 137046"/>
                  <a:gd name="connsiteY5" fmla="*/ 18169 h 124125"/>
                  <a:gd name="connsiteX6" fmla="*/ 111692 w 137046"/>
                  <a:gd name="connsiteY6" fmla="*/ 85 h 124125"/>
                  <a:gd name="connsiteX7" fmla="*/ 82797 w 137046"/>
                  <a:gd name="connsiteY7" fmla="*/ 20909 h 124125"/>
                  <a:gd name="connsiteX8" fmla="*/ 53076 w 137046"/>
                  <a:gd name="connsiteY8" fmla="*/ 85 h 124125"/>
                  <a:gd name="connsiteX9" fmla="*/ 8770 w 137046"/>
                  <a:gd name="connsiteY9" fmla="*/ 42282 h 124125"/>
                  <a:gd name="connsiteX10" fmla="*/ 12072 w 137046"/>
                  <a:gd name="connsiteY10" fmla="*/ 45022 h 124125"/>
                  <a:gd name="connsiteX11" fmla="*/ 15650 w 137046"/>
                  <a:gd name="connsiteY11" fmla="*/ 42008 h 124125"/>
                  <a:gd name="connsiteX12" fmla="*/ 52525 w 137046"/>
                  <a:gd name="connsiteY12" fmla="*/ 6113 h 124125"/>
                  <a:gd name="connsiteX13" fmla="*/ 67386 w 137046"/>
                  <a:gd name="connsiteY13" fmla="*/ 24471 h 124125"/>
                  <a:gd name="connsiteX14" fmla="*/ 52525 w 137046"/>
                  <a:gd name="connsiteY14" fmla="*/ 89685 h 124125"/>
                  <a:gd name="connsiteX15" fmla="*/ 26382 w 137046"/>
                  <a:gd name="connsiteY15" fmla="*/ 118182 h 124125"/>
                  <a:gd name="connsiteX16" fmla="*/ 12622 w 137046"/>
                  <a:gd name="connsiteY16" fmla="*/ 114620 h 124125"/>
                  <a:gd name="connsiteX17" fmla="*/ 25557 w 137046"/>
                  <a:gd name="connsiteY17" fmla="*/ 99823 h 124125"/>
                  <a:gd name="connsiteX18" fmla="*/ 15374 w 137046"/>
                  <a:gd name="connsiteY18" fmla="*/ 90233 h 124125"/>
                  <a:gd name="connsiteX19" fmla="*/ 239 w 137046"/>
                  <a:gd name="connsiteY19" fmla="*/ 106125 h 124125"/>
                  <a:gd name="connsiteX20" fmla="*/ 26107 w 137046"/>
                  <a:gd name="connsiteY20" fmla="*/ 124210 h 124125"/>
                  <a:gd name="connsiteX21" fmla="*/ 55002 w 137046"/>
                  <a:gd name="connsiteY21" fmla="*/ 103385 h 124125"/>
                  <a:gd name="connsiteX22" fmla="*/ 84723 w 137046"/>
                  <a:gd name="connsiteY22" fmla="*/ 124210 h 124125"/>
                  <a:gd name="connsiteX23" fmla="*/ 128754 w 137046"/>
                  <a:gd name="connsiteY23" fmla="*/ 82013 h 124125"/>
                  <a:gd name="connsiteX24" fmla="*/ 125452 w 137046"/>
                  <a:gd name="connsiteY24" fmla="*/ 79273 h 124125"/>
                  <a:gd name="connsiteX25" fmla="*/ 121874 w 137046"/>
                  <a:gd name="connsiteY25" fmla="*/ 82287 h 124125"/>
                  <a:gd name="connsiteX26" fmla="*/ 85273 w 137046"/>
                  <a:gd name="connsiteY26" fmla="*/ 118182 h 124125"/>
                  <a:gd name="connsiteX27" fmla="*/ 70138 w 137046"/>
                  <a:gd name="connsiteY27" fmla="*/ 100097 h 124125"/>
                  <a:gd name="connsiteX28" fmla="*/ 74816 w 137046"/>
                  <a:gd name="connsiteY28" fmla="*/ 75985 h 124125"/>
                  <a:gd name="connsiteX29" fmla="*/ 84173 w 137046"/>
                  <a:gd name="connsiteY29" fmla="*/ 38446 h 12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7046" h="124125">
                    <a:moveTo>
                      <a:pt x="84173" y="38446"/>
                    </a:moveTo>
                    <a:cubicBezTo>
                      <a:pt x="85824" y="31321"/>
                      <a:pt x="92153" y="6113"/>
                      <a:pt x="111417" y="6113"/>
                    </a:cubicBezTo>
                    <a:cubicBezTo>
                      <a:pt x="112793" y="6113"/>
                      <a:pt x="119397" y="6113"/>
                      <a:pt x="125176" y="9675"/>
                    </a:cubicBezTo>
                    <a:cubicBezTo>
                      <a:pt x="117471" y="11045"/>
                      <a:pt x="111967" y="17895"/>
                      <a:pt x="111967" y="24471"/>
                    </a:cubicBezTo>
                    <a:cubicBezTo>
                      <a:pt x="111967" y="28855"/>
                      <a:pt x="114994" y="34062"/>
                      <a:pt x="122425" y="34062"/>
                    </a:cubicBezTo>
                    <a:cubicBezTo>
                      <a:pt x="128479" y="34062"/>
                      <a:pt x="137285" y="29129"/>
                      <a:pt x="137285" y="18169"/>
                    </a:cubicBezTo>
                    <a:cubicBezTo>
                      <a:pt x="137285" y="3921"/>
                      <a:pt x="121049" y="85"/>
                      <a:pt x="111692" y="85"/>
                    </a:cubicBezTo>
                    <a:cubicBezTo>
                      <a:pt x="95731" y="85"/>
                      <a:pt x="86099" y="14607"/>
                      <a:pt x="82797" y="20909"/>
                    </a:cubicBezTo>
                    <a:cubicBezTo>
                      <a:pt x="75917" y="2825"/>
                      <a:pt x="61056" y="85"/>
                      <a:pt x="53076" y="85"/>
                    </a:cubicBezTo>
                    <a:cubicBezTo>
                      <a:pt x="24456" y="85"/>
                      <a:pt x="8770" y="35432"/>
                      <a:pt x="8770" y="42282"/>
                    </a:cubicBezTo>
                    <a:cubicBezTo>
                      <a:pt x="8770" y="45022"/>
                      <a:pt x="11522" y="45022"/>
                      <a:pt x="12072" y="45022"/>
                    </a:cubicBezTo>
                    <a:cubicBezTo>
                      <a:pt x="14274" y="45022"/>
                      <a:pt x="15099" y="44474"/>
                      <a:pt x="15650" y="42008"/>
                    </a:cubicBezTo>
                    <a:cubicBezTo>
                      <a:pt x="25006" y="12963"/>
                      <a:pt x="43169" y="6113"/>
                      <a:pt x="52525" y="6113"/>
                    </a:cubicBezTo>
                    <a:cubicBezTo>
                      <a:pt x="57754" y="6113"/>
                      <a:pt x="67386" y="8579"/>
                      <a:pt x="67386" y="24471"/>
                    </a:cubicBezTo>
                    <a:cubicBezTo>
                      <a:pt x="67386" y="32966"/>
                      <a:pt x="62708" y="51324"/>
                      <a:pt x="52525" y="89685"/>
                    </a:cubicBezTo>
                    <a:cubicBezTo>
                      <a:pt x="48122" y="106673"/>
                      <a:pt x="38491" y="118182"/>
                      <a:pt x="26382" y="118182"/>
                    </a:cubicBezTo>
                    <a:cubicBezTo>
                      <a:pt x="24731" y="118182"/>
                      <a:pt x="18402" y="118182"/>
                      <a:pt x="12622" y="114620"/>
                    </a:cubicBezTo>
                    <a:cubicBezTo>
                      <a:pt x="19502" y="113250"/>
                      <a:pt x="25557" y="107495"/>
                      <a:pt x="25557" y="99823"/>
                    </a:cubicBezTo>
                    <a:cubicBezTo>
                      <a:pt x="25557" y="92425"/>
                      <a:pt x="19502" y="90233"/>
                      <a:pt x="15374" y="90233"/>
                    </a:cubicBezTo>
                    <a:cubicBezTo>
                      <a:pt x="7119" y="90233"/>
                      <a:pt x="239" y="97357"/>
                      <a:pt x="239" y="106125"/>
                    </a:cubicBezTo>
                    <a:cubicBezTo>
                      <a:pt x="239" y="118730"/>
                      <a:pt x="13998" y="124210"/>
                      <a:pt x="26107" y="124210"/>
                    </a:cubicBezTo>
                    <a:cubicBezTo>
                      <a:pt x="44270" y="124210"/>
                      <a:pt x="54177" y="105029"/>
                      <a:pt x="55002" y="103385"/>
                    </a:cubicBezTo>
                    <a:cubicBezTo>
                      <a:pt x="58305" y="113524"/>
                      <a:pt x="68211" y="124210"/>
                      <a:pt x="84723" y="124210"/>
                    </a:cubicBezTo>
                    <a:cubicBezTo>
                      <a:pt x="113068" y="124210"/>
                      <a:pt x="128754" y="88863"/>
                      <a:pt x="128754" y="82013"/>
                    </a:cubicBezTo>
                    <a:cubicBezTo>
                      <a:pt x="128754" y="79273"/>
                      <a:pt x="126277" y="79273"/>
                      <a:pt x="125452" y="79273"/>
                    </a:cubicBezTo>
                    <a:cubicBezTo>
                      <a:pt x="122975" y="79273"/>
                      <a:pt x="122425" y="80369"/>
                      <a:pt x="121874" y="82287"/>
                    </a:cubicBezTo>
                    <a:cubicBezTo>
                      <a:pt x="112793" y="111605"/>
                      <a:pt x="94080" y="118182"/>
                      <a:pt x="85273" y="118182"/>
                    </a:cubicBezTo>
                    <a:cubicBezTo>
                      <a:pt x="74541" y="118182"/>
                      <a:pt x="70138" y="109413"/>
                      <a:pt x="70138" y="100097"/>
                    </a:cubicBezTo>
                    <a:cubicBezTo>
                      <a:pt x="70138" y="94069"/>
                      <a:pt x="71789" y="88041"/>
                      <a:pt x="74816" y="75985"/>
                    </a:cubicBezTo>
                    <a:lnTo>
                      <a:pt x="84173" y="38446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  <p:grpSp>
          <p:nvGrpSpPr>
            <p:cNvPr id="2137" name="Group 2136">
              <a:extLst>
                <a:ext uri="{FF2B5EF4-FFF2-40B4-BE49-F238E27FC236}">
                  <a16:creationId xmlns:a16="http://schemas.microsoft.com/office/drawing/2014/main" id="{331FA3E4-EA9C-4ECD-7ADD-C25415B1AE68}"/>
                </a:ext>
              </a:extLst>
            </p:cNvPr>
            <p:cNvGrpSpPr>
              <a:grpSpLocks noChangeAspect="1"/>
            </p:cNvGrpSpPr>
            <p:nvPr>
              <p:custDataLst>
                <p:tags r:id="rId6"/>
              </p:custDataLst>
            </p:nvPr>
          </p:nvGrpSpPr>
          <p:grpSpPr>
            <a:xfrm>
              <a:off x="5791200" y="6138089"/>
              <a:ext cx="569269" cy="383609"/>
              <a:chOff x="12040165" y="8207006"/>
              <a:chExt cx="569269" cy="383609"/>
            </a:xfrm>
            <a:grpFill/>
          </p:grpSpPr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060325FE-1F42-5A2E-14D0-54D77675DF10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12040165" y="8207006"/>
                <a:ext cx="370492" cy="383609"/>
              </a:xfrm>
              <a:custGeom>
                <a:avLst/>
                <a:gdLst>
                  <a:gd name="connsiteX0" fmla="*/ 337034 w 370492"/>
                  <a:gd name="connsiteY0" fmla="*/ 383685 h 383609"/>
                  <a:gd name="connsiteX1" fmla="*/ 370715 w 370492"/>
                  <a:gd name="connsiteY1" fmla="*/ 296003 h 383609"/>
                  <a:gd name="connsiteX2" fmla="*/ 363756 w 370492"/>
                  <a:gd name="connsiteY2" fmla="*/ 296003 h 383609"/>
                  <a:gd name="connsiteX3" fmla="*/ 291384 w 370492"/>
                  <a:gd name="connsiteY3" fmla="*/ 351352 h 383609"/>
                  <a:gd name="connsiteX4" fmla="*/ 204815 w 370492"/>
                  <a:gd name="connsiteY4" fmla="*/ 359846 h 383609"/>
                  <a:gd name="connsiteX5" fmla="*/ 36966 w 370492"/>
                  <a:gd name="connsiteY5" fmla="*/ 359846 h 383609"/>
                  <a:gd name="connsiteX6" fmla="*/ 178649 w 370492"/>
                  <a:gd name="connsiteY6" fmla="*/ 196264 h 383609"/>
                  <a:gd name="connsiteX7" fmla="*/ 181154 w 370492"/>
                  <a:gd name="connsiteY7" fmla="*/ 191880 h 383609"/>
                  <a:gd name="connsiteX8" fmla="*/ 179206 w 370492"/>
                  <a:gd name="connsiteY8" fmla="*/ 187770 h 383609"/>
                  <a:gd name="connsiteX9" fmla="*/ 49492 w 370492"/>
                  <a:gd name="connsiteY9" fmla="*/ 13228 h 383609"/>
                  <a:gd name="connsiteX10" fmla="*/ 202031 w 370492"/>
                  <a:gd name="connsiteY10" fmla="*/ 13228 h 383609"/>
                  <a:gd name="connsiteX11" fmla="*/ 267167 w 370492"/>
                  <a:gd name="connsiteY11" fmla="*/ 17612 h 383609"/>
                  <a:gd name="connsiteX12" fmla="*/ 328405 w 370492"/>
                  <a:gd name="connsiteY12" fmla="*/ 38162 h 383609"/>
                  <a:gd name="connsiteX13" fmla="*/ 363756 w 370492"/>
                  <a:gd name="connsiteY13" fmla="*/ 77071 h 383609"/>
                  <a:gd name="connsiteX14" fmla="*/ 370715 w 370492"/>
                  <a:gd name="connsiteY14" fmla="*/ 77071 h 383609"/>
                  <a:gd name="connsiteX15" fmla="*/ 337034 w 370492"/>
                  <a:gd name="connsiteY15" fmla="*/ 75 h 383609"/>
                  <a:gd name="connsiteX16" fmla="*/ 8017 w 370492"/>
                  <a:gd name="connsiteY16" fmla="*/ 75 h 383609"/>
                  <a:gd name="connsiteX17" fmla="*/ 501 w 370492"/>
                  <a:gd name="connsiteY17" fmla="*/ 1993 h 383609"/>
                  <a:gd name="connsiteX18" fmla="*/ 223 w 370492"/>
                  <a:gd name="connsiteY18" fmla="*/ 11036 h 383609"/>
                  <a:gd name="connsiteX19" fmla="*/ 147473 w 370492"/>
                  <a:gd name="connsiteY19" fmla="*/ 209416 h 383609"/>
                  <a:gd name="connsiteX20" fmla="*/ 3285 w 370492"/>
                  <a:gd name="connsiteY20" fmla="*/ 375739 h 383609"/>
                  <a:gd name="connsiteX21" fmla="*/ 501 w 370492"/>
                  <a:gd name="connsiteY21" fmla="*/ 380671 h 383609"/>
                  <a:gd name="connsiteX22" fmla="*/ 8017 w 370492"/>
                  <a:gd name="connsiteY22" fmla="*/ 383685 h 383609"/>
                  <a:gd name="connsiteX23" fmla="*/ 337034 w 370492"/>
                  <a:gd name="connsiteY23" fmla="*/ 383685 h 383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70492" h="383609">
                    <a:moveTo>
                      <a:pt x="337034" y="383685"/>
                    </a:moveTo>
                    <a:lnTo>
                      <a:pt x="370715" y="296003"/>
                    </a:lnTo>
                    <a:lnTo>
                      <a:pt x="363756" y="296003"/>
                    </a:lnTo>
                    <a:cubicBezTo>
                      <a:pt x="352900" y="324499"/>
                      <a:pt x="323394" y="343132"/>
                      <a:pt x="291384" y="351352"/>
                    </a:cubicBezTo>
                    <a:cubicBezTo>
                      <a:pt x="285538" y="352722"/>
                      <a:pt x="258259" y="359846"/>
                      <a:pt x="204815" y="359846"/>
                    </a:cubicBezTo>
                    <a:lnTo>
                      <a:pt x="36966" y="359846"/>
                    </a:lnTo>
                    <a:lnTo>
                      <a:pt x="178649" y="196264"/>
                    </a:lnTo>
                    <a:cubicBezTo>
                      <a:pt x="180598" y="194072"/>
                      <a:pt x="181154" y="193250"/>
                      <a:pt x="181154" y="191880"/>
                    </a:cubicBezTo>
                    <a:cubicBezTo>
                      <a:pt x="181154" y="191332"/>
                      <a:pt x="181154" y="190510"/>
                      <a:pt x="179206" y="187770"/>
                    </a:cubicBezTo>
                    <a:lnTo>
                      <a:pt x="49492" y="13228"/>
                    </a:lnTo>
                    <a:lnTo>
                      <a:pt x="202031" y="13228"/>
                    </a:lnTo>
                    <a:cubicBezTo>
                      <a:pt x="239331" y="13228"/>
                      <a:pt x="264661" y="17064"/>
                      <a:pt x="267167" y="17612"/>
                    </a:cubicBezTo>
                    <a:cubicBezTo>
                      <a:pt x="282198" y="19804"/>
                      <a:pt x="306415" y="24462"/>
                      <a:pt x="328405" y="38162"/>
                    </a:cubicBezTo>
                    <a:cubicBezTo>
                      <a:pt x="335364" y="42546"/>
                      <a:pt x="354292" y="54877"/>
                      <a:pt x="363756" y="77071"/>
                    </a:cubicBezTo>
                    <a:lnTo>
                      <a:pt x="370715" y="77071"/>
                    </a:lnTo>
                    <a:lnTo>
                      <a:pt x="337034" y="75"/>
                    </a:lnTo>
                    <a:lnTo>
                      <a:pt x="8017" y="75"/>
                    </a:lnTo>
                    <a:cubicBezTo>
                      <a:pt x="1615" y="75"/>
                      <a:pt x="1336" y="349"/>
                      <a:pt x="501" y="1993"/>
                    </a:cubicBezTo>
                    <a:cubicBezTo>
                      <a:pt x="223" y="2815"/>
                      <a:pt x="223" y="8021"/>
                      <a:pt x="223" y="11036"/>
                    </a:cubicBezTo>
                    <a:lnTo>
                      <a:pt x="147473" y="209416"/>
                    </a:lnTo>
                    <a:lnTo>
                      <a:pt x="3285" y="375739"/>
                    </a:lnTo>
                    <a:cubicBezTo>
                      <a:pt x="501" y="379027"/>
                      <a:pt x="501" y="380397"/>
                      <a:pt x="501" y="380671"/>
                    </a:cubicBezTo>
                    <a:cubicBezTo>
                      <a:pt x="501" y="383685"/>
                      <a:pt x="3007" y="383685"/>
                      <a:pt x="8017" y="383685"/>
                    </a:cubicBezTo>
                    <a:lnTo>
                      <a:pt x="337034" y="383685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F32C9F82-91FE-34C5-144F-1B6CEB66CB0C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12481112" y="8346203"/>
                <a:ext cx="128322" cy="177282"/>
              </a:xfrm>
              <a:custGeom>
                <a:avLst/>
                <a:gdLst>
                  <a:gd name="connsiteX0" fmla="*/ 127448 w 128322"/>
                  <a:gd name="connsiteY0" fmla="*/ 16799 h 177282"/>
                  <a:gd name="connsiteX1" fmla="*/ 128561 w 128322"/>
                  <a:gd name="connsiteY1" fmla="*/ 10497 h 177282"/>
                  <a:gd name="connsiteX2" fmla="*/ 120489 w 128322"/>
                  <a:gd name="connsiteY2" fmla="*/ 3099 h 177282"/>
                  <a:gd name="connsiteX3" fmla="*/ 110746 w 128322"/>
                  <a:gd name="connsiteY3" fmla="*/ 8853 h 177282"/>
                  <a:gd name="connsiteX4" fmla="*/ 106849 w 128322"/>
                  <a:gd name="connsiteY4" fmla="*/ 23649 h 177282"/>
                  <a:gd name="connsiteX5" fmla="*/ 101282 w 128322"/>
                  <a:gd name="connsiteY5" fmla="*/ 45570 h 177282"/>
                  <a:gd name="connsiteX6" fmla="*/ 88756 w 128322"/>
                  <a:gd name="connsiteY6" fmla="*/ 94891 h 177282"/>
                  <a:gd name="connsiteX7" fmla="*/ 57302 w 128322"/>
                  <a:gd name="connsiteY7" fmla="*/ 118182 h 177282"/>
                  <a:gd name="connsiteX8" fmla="*/ 40044 w 128322"/>
                  <a:gd name="connsiteY8" fmla="*/ 95987 h 177282"/>
                  <a:gd name="connsiteX9" fmla="*/ 54240 w 128322"/>
                  <a:gd name="connsiteY9" fmla="*/ 42282 h 177282"/>
                  <a:gd name="connsiteX10" fmla="*/ 59807 w 128322"/>
                  <a:gd name="connsiteY10" fmla="*/ 22553 h 177282"/>
                  <a:gd name="connsiteX11" fmla="*/ 36982 w 128322"/>
                  <a:gd name="connsiteY11" fmla="*/ 85 h 177282"/>
                  <a:gd name="connsiteX12" fmla="*/ 239 w 128322"/>
                  <a:gd name="connsiteY12" fmla="*/ 42282 h 177282"/>
                  <a:gd name="connsiteX13" fmla="*/ 3579 w 128322"/>
                  <a:gd name="connsiteY13" fmla="*/ 45022 h 177282"/>
                  <a:gd name="connsiteX14" fmla="*/ 8033 w 128322"/>
                  <a:gd name="connsiteY14" fmla="*/ 40090 h 177282"/>
                  <a:gd name="connsiteX15" fmla="*/ 36147 w 128322"/>
                  <a:gd name="connsiteY15" fmla="*/ 6113 h 177282"/>
                  <a:gd name="connsiteX16" fmla="*/ 43106 w 128322"/>
                  <a:gd name="connsiteY16" fmla="*/ 14881 h 177282"/>
                  <a:gd name="connsiteX17" fmla="*/ 38374 w 128322"/>
                  <a:gd name="connsiteY17" fmla="*/ 34062 h 177282"/>
                  <a:gd name="connsiteX18" fmla="*/ 22229 w 128322"/>
                  <a:gd name="connsiteY18" fmla="*/ 91603 h 177282"/>
                  <a:gd name="connsiteX19" fmla="*/ 56189 w 128322"/>
                  <a:gd name="connsiteY19" fmla="*/ 124210 h 177282"/>
                  <a:gd name="connsiteX20" fmla="*/ 84303 w 128322"/>
                  <a:gd name="connsiteY20" fmla="*/ 111879 h 177282"/>
                  <a:gd name="connsiteX21" fmla="*/ 66209 w 128322"/>
                  <a:gd name="connsiteY21" fmla="*/ 154077 h 177282"/>
                  <a:gd name="connsiteX22" fmla="*/ 35590 w 128322"/>
                  <a:gd name="connsiteY22" fmla="*/ 171339 h 177282"/>
                  <a:gd name="connsiteX23" fmla="*/ 14435 w 128322"/>
                  <a:gd name="connsiteY23" fmla="*/ 159831 h 177282"/>
                  <a:gd name="connsiteX24" fmla="*/ 26405 w 128322"/>
                  <a:gd name="connsiteY24" fmla="*/ 156543 h 177282"/>
                  <a:gd name="connsiteX25" fmla="*/ 31972 w 128322"/>
                  <a:gd name="connsiteY25" fmla="*/ 145308 h 177282"/>
                  <a:gd name="connsiteX26" fmla="*/ 21672 w 128322"/>
                  <a:gd name="connsiteY26" fmla="*/ 135718 h 177282"/>
                  <a:gd name="connsiteX27" fmla="*/ 6084 w 128322"/>
                  <a:gd name="connsiteY27" fmla="*/ 153529 h 177282"/>
                  <a:gd name="connsiteX28" fmla="*/ 35590 w 128322"/>
                  <a:gd name="connsiteY28" fmla="*/ 177367 h 177282"/>
                  <a:gd name="connsiteX29" fmla="*/ 100726 w 128322"/>
                  <a:gd name="connsiteY29" fmla="*/ 121470 h 177282"/>
                  <a:gd name="connsiteX30" fmla="*/ 127448 w 128322"/>
                  <a:gd name="connsiteY30" fmla="*/ 16799 h 177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28322" h="177282">
                    <a:moveTo>
                      <a:pt x="127448" y="16799"/>
                    </a:moveTo>
                    <a:cubicBezTo>
                      <a:pt x="128561" y="12963"/>
                      <a:pt x="128561" y="12415"/>
                      <a:pt x="128561" y="10497"/>
                    </a:cubicBezTo>
                    <a:cubicBezTo>
                      <a:pt x="128561" y="5565"/>
                      <a:pt x="124664" y="3099"/>
                      <a:pt x="120489" y="3099"/>
                    </a:cubicBezTo>
                    <a:cubicBezTo>
                      <a:pt x="117705" y="3099"/>
                      <a:pt x="113252" y="4743"/>
                      <a:pt x="110746" y="8853"/>
                    </a:cubicBezTo>
                    <a:cubicBezTo>
                      <a:pt x="110190" y="10223"/>
                      <a:pt x="107963" y="18717"/>
                      <a:pt x="106849" y="23649"/>
                    </a:cubicBezTo>
                    <a:cubicBezTo>
                      <a:pt x="104901" y="30773"/>
                      <a:pt x="102952" y="38172"/>
                      <a:pt x="101282" y="45570"/>
                    </a:cubicBezTo>
                    <a:lnTo>
                      <a:pt x="88756" y="94891"/>
                    </a:lnTo>
                    <a:cubicBezTo>
                      <a:pt x="87643" y="99001"/>
                      <a:pt x="75674" y="118182"/>
                      <a:pt x="57302" y="118182"/>
                    </a:cubicBezTo>
                    <a:cubicBezTo>
                      <a:pt x="43106" y="118182"/>
                      <a:pt x="40044" y="106125"/>
                      <a:pt x="40044" y="95987"/>
                    </a:cubicBezTo>
                    <a:cubicBezTo>
                      <a:pt x="40044" y="83383"/>
                      <a:pt x="44776" y="66394"/>
                      <a:pt x="54240" y="42282"/>
                    </a:cubicBezTo>
                    <a:cubicBezTo>
                      <a:pt x="58694" y="31047"/>
                      <a:pt x="59807" y="28033"/>
                      <a:pt x="59807" y="22553"/>
                    </a:cubicBezTo>
                    <a:cubicBezTo>
                      <a:pt x="59807" y="10223"/>
                      <a:pt x="50900" y="85"/>
                      <a:pt x="36982" y="85"/>
                    </a:cubicBezTo>
                    <a:cubicBezTo>
                      <a:pt x="10538" y="85"/>
                      <a:pt x="239" y="39816"/>
                      <a:pt x="239" y="42282"/>
                    </a:cubicBezTo>
                    <a:cubicBezTo>
                      <a:pt x="239" y="45022"/>
                      <a:pt x="3023" y="45022"/>
                      <a:pt x="3579" y="45022"/>
                    </a:cubicBezTo>
                    <a:cubicBezTo>
                      <a:pt x="6363" y="45022"/>
                      <a:pt x="6641" y="44474"/>
                      <a:pt x="8033" y="40090"/>
                    </a:cubicBezTo>
                    <a:cubicBezTo>
                      <a:pt x="15549" y="14333"/>
                      <a:pt x="26683" y="6113"/>
                      <a:pt x="36147" y="6113"/>
                    </a:cubicBezTo>
                    <a:cubicBezTo>
                      <a:pt x="38374" y="6113"/>
                      <a:pt x="43106" y="6113"/>
                      <a:pt x="43106" y="14881"/>
                    </a:cubicBezTo>
                    <a:cubicBezTo>
                      <a:pt x="43106" y="21731"/>
                      <a:pt x="40322" y="28855"/>
                      <a:pt x="38374" y="34062"/>
                    </a:cubicBezTo>
                    <a:cubicBezTo>
                      <a:pt x="27240" y="63106"/>
                      <a:pt x="22229" y="78725"/>
                      <a:pt x="22229" y="91603"/>
                    </a:cubicBezTo>
                    <a:cubicBezTo>
                      <a:pt x="22229" y="115990"/>
                      <a:pt x="39766" y="124210"/>
                      <a:pt x="56189" y="124210"/>
                    </a:cubicBezTo>
                    <a:cubicBezTo>
                      <a:pt x="67044" y="124210"/>
                      <a:pt x="76509" y="119552"/>
                      <a:pt x="84303" y="111879"/>
                    </a:cubicBezTo>
                    <a:cubicBezTo>
                      <a:pt x="80684" y="126128"/>
                      <a:pt x="77344" y="139554"/>
                      <a:pt x="66209" y="154077"/>
                    </a:cubicBezTo>
                    <a:cubicBezTo>
                      <a:pt x="58972" y="163393"/>
                      <a:pt x="48395" y="171339"/>
                      <a:pt x="35590" y="171339"/>
                    </a:cubicBezTo>
                    <a:cubicBezTo>
                      <a:pt x="31693" y="171339"/>
                      <a:pt x="19167" y="170517"/>
                      <a:pt x="14435" y="159831"/>
                    </a:cubicBezTo>
                    <a:cubicBezTo>
                      <a:pt x="18889" y="159831"/>
                      <a:pt x="22508" y="159831"/>
                      <a:pt x="26405" y="156543"/>
                    </a:cubicBezTo>
                    <a:cubicBezTo>
                      <a:pt x="29188" y="154077"/>
                      <a:pt x="31972" y="150514"/>
                      <a:pt x="31972" y="145308"/>
                    </a:cubicBezTo>
                    <a:cubicBezTo>
                      <a:pt x="31972" y="136814"/>
                      <a:pt x="24456" y="135718"/>
                      <a:pt x="21672" y="135718"/>
                    </a:cubicBezTo>
                    <a:cubicBezTo>
                      <a:pt x="15270" y="135718"/>
                      <a:pt x="6084" y="140102"/>
                      <a:pt x="6084" y="153529"/>
                    </a:cubicBezTo>
                    <a:cubicBezTo>
                      <a:pt x="6084" y="167229"/>
                      <a:pt x="18332" y="177367"/>
                      <a:pt x="35590" y="177367"/>
                    </a:cubicBezTo>
                    <a:cubicBezTo>
                      <a:pt x="64261" y="177367"/>
                      <a:pt x="92932" y="152433"/>
                      <a:pt x="100726" y="121470"/>
                    </a:cubicBezTo>
                    <a:lnTo>
                      <a:pt x="127448" y="16799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2128" name="Group 2127">
              <a:extLst>
                <a:ext uri="{FF2B5EF4-FFF2-40B4-BE49-F238E27FC236}">
                  <a16:creationId xmlns:a16="http://schemas.microsoft.com/office/drawing/2014/main" id="{FC2456CE-B446-3AA8-D92E-E8F1182EAE53}"/>
                </a:ext>
              </a:extLst>
            </p:cNvPr>
            <p:cNvGrpSpPr>
              <a:grpSpLocks noChangeAspect="1"/>
            </p:cNvGrpSpPr>
            <p:nvPr>
              <p:custDataLst>
                <p:tags r:id="rId7"/>
              </p:custDataLst>
            </p:nvPr>
          </p:nvGrpSpPr>
          <p:grpSpPr>
            <a:xfrm>
              <a:off x="7124700" y="6138089"/>
              <a:ext cx="677085" cy="383609"/>
              <a:chOff x="13187517" y="8236861"/>
              <a:chExt cx="677085" cy="383609"/>
            </a:xfrm>
            <a:grpFill/>
          </p:grpSpPr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CCC0CFBC-DC79-D33C-FC79-F282C3411E8C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3187517" y="8236861"/>
                <a:ext cx="363367" cy="383609"/>
              </a:xfrm>
              <a:custGeom>
                <a:avLst/>
                <a:gdLst>
                  <a:gd name="connsiteX0" fmla="*/ 330554 w 363367"/>
                  <a:gd name="connsiteY0" fmla="*/ 383685 h 383609"/>
                  <a:gd name="connsiteX1" fmla="*/ 363588 w 363367"/>
                  <a:gd name="connsiteY1" fmla="*/ 296003 h 383609"/>
                  <a:gd name="connsiteX2" fmla="*/ 356763 w 363367"/>
                  <a:gd name="connsiteY2" fmla="*/ 296003 h 383609"/>
                  <a:gd name="connsiteX3" fmla="*/ 285782 w 363367"/>
                  <a:gd name="connsiteY3" fmla="*/ 351352 h 383609"/>
                  <a:gd name="connsiteX4" fmla="*/ 200878 w 363367"/>
                  <a:gd name="connsiteY4" fmla="*/ 359846 h 383609"/>
                  <a:gd name="connsiteX5" fmla="*/ 36257 w 363367"/>
                  <a:gd name="connsiteY5" fmla="*/ 359846 h 383609"/>
                  <a:gd name="connsiteX6" fmla="*/ 175216 w 363367"/>
                  <a:gd name="connsiteY6" fmla="*/ 196264 h 383609"/>
                  <a:gd name="connsiteX7" fmla="*/ 177673 w 363367"/>
                  <a:gd name="connsiteY7" fmla="*/ 191880 h 383609"/>
                  <a:gd name="connsiteX8" fmla="*/ 175762 w 363367"/>
                  <a:gd name="connsiteY8" fmla="*/ 187770 h 383609"/>
                  <a:gd name="connsiteX9" fmla="*/ 48542 w 363367"/>
                  <a:gd name="connsiteY9" fmla="*/ 13228 h 383609"/>
                  <a:gd name="connsiteX10" fmla="*/ 198148 w 363367"/>
                  <a:gd name="connsiteY10" fmla="*/ 13228 h 383609"/>
                  <a:gd name="connsiteX11" fmla="*/ 262031 w 363367"/>
                  <a:gd name="connsiteY11" fmla="*/ 17612 h 383609"/>
                  <a:gd name="connsiteX12" fmla="*/ 322091 w 363367"/>
                  <a:gd name="connsiteY12" fmla="*/ 38162 h 383609"/>
                  <a:gd name="connsiteX13" fmla="*/ 356763 w 363367"/>
                  <a:gd name="connsiteY13" fmla="*/ 77071 h 383609"/>
                  <a:gd name="connsiteX14" fmla="*/ 363588 w 363367"/>
                  <a:gd name="connsiteY14" fmla="*/ 77071 h 383609"/>
                  <a:gd name="connsiteX15" fmla="*/ 330554 w 363367"/>
                  <a:gd name="connsiteY15" fmla="*/ 75 h 383609"/>
                  <a:gd name="connsiteX16" fmla="*/ 7865 w 363367"/>
                  <a:gd name="connsiteY16" fmla="*/ 75 h 383609"/>
                  <a:gd name="connsiteX17" fmla="*/ 494 w 363367"/>
                  <a:gd name="connsiteY17" fmla="*/ 1993 h 383609"/>
                  <a:gd name="connsiteX18" fmla="*/ 221 w 363367"/>
                  <a:gd name="connsiteY18" fmla="*/ 11036 h 383609"/>
                  <a:gd name="connsiteX19" fmla="*/ 144639 w 363367"/>
                  <a:gd name="connsiteY19" fmla="*/ 209416 h 383609"/>
                  <a:gd name="connsiteX20" fmla="*/ 3224 w 363367"/>
                  <a:gd name="connsiteY20" fmla="*/ 375739 h 383609"/>
                  <a:gd name="connsiteX21" fmla="*/ 494 w 363367"/>
                  <a:gd name="connsiteY21" fmla="*/ 380671 h 383609"/>
                  <a:gd name="connsiteX22" fmla="*/ 7865 w 363367"/>
                  <a:gd name="connsiteY22" fmla="*/ 383685 h 383609"/>
                  <a:gd name="connsiteX23" fmla="*/ 330554 w 363367"/>
                  <a:gd name="connsiteY23" fmla="*/ 383685 h 383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3367" h="383609">
                    <a:moveTo>
                      <a:pt x="330554" y="383685"/>
                    </a:moveTo>
                    <a:lnTo>
                      <a:pt x="363588" y="296003"/>
                    </a:lnTo>
                    <a:lnTo>
                      <a:pt x="356763" y="296003"/>
                    </a:lnTo>
                    <a:cubicBezTo>
                      <a:pt x="346116" y="324499"/>
                      <a:pt x="317177" y="343132"/>
                      <a:pt x="285782" y="351352"/>
                    </a:cubicBezTo>
                    <a:cubicBezTo>
                      <a:pt x="280049" y="352722"/>
                      <a:pt x="253294" y="359846"/>
                      <a:pt x="200878" y="359846"/>
                    </a:cubicBezTo>
                    <a:lnTo>
                      <a:pt x="36257" y="359846"/>
                    </a:lnTo>
                    <a:lnTo>
                      <a:pt x="175216" y="196264"/>
                    </a:lnTo>
                    <a:cubicBezTo>
                      <a:pt x="177127" y="194072"/>
                      <a:pt x="177673" y="193250"/>
                      <a:pt x="177673" y="191880"/>
                    </a:cubicBezTo>
                    <a:cubicBezTo>
                      <a:pt x="177673" y="191332"/>
                      <a:pt x="177673" y="190510"/>
                      <a:pt x="175762" y="187770"/>
                    </a:cubicBezTo>
                    <a:lnTo>
                      <a:pt x="48542" y="13228"/>
                    </a:lnTo>
                    <a:lnTo>
                      <a:pt x="198148" y="13228"/>
                    </a:lnTo>
                    <a:cubicBezTo>
                      <a:pt x="234730" y="13228"/>
                      <a:pt x="259574" y="17064"/>
                      <a:pt x="262031" y="17612"/>
                    </a:cubicBezTo>
                    <a:cubicBezTo>
                      <a:pt x="276773" y="19804"/>
                      <a:pt x="300524" y="24462"/>
                      <a:pt x="322091" y="38162"/>
                    </a:cubicBezTo>
                    <a:cubicBezTo>
                      <a:pt x="328916" y="42546"/>
                      <a:pt x="347481" y="54877"/>
                      <a:pt x="356763" y="77071"/>
                    </a:cubicBezTo>
                    <a:lnTo>
                      <a:pt x="363588" y="77071"/>
                    </a:lnTo>
                    <a:lnTo>
                      <a:pt x="330554" y="75"/>
                    </a:lnTo>
                    <a:lnTo>
                      <a:pt x="7865" y="75"/>
                    </a:lnTo>
                    <a:cubicBezTo>
                      <a:pt x="1586" y="75"/>
                      <a:pt x="1313" y="349"/>
                      <a:pt x="494" y="1993"/>
                    </a:cubicBezTo>
                    <a:cubicBezTo>
                      <a:pt x="221" y="2815"/>
                      <a:pt x="221" y="8021"/>
                      <a:pt x="221" y="11036"/>
                    </a:cubicBezTo>
                    <a:lnTo>
                      <a:pt x="144639" y="209416"/>
                    </a:lnTo>
                    <a:lnTo>
                      <a:pt x="3224" y="375739"/>
                    </a:lnTo>
                    <a:cubicBezTo>
                      <a:pt x="494" y="379027"/>
                      <a:pt x="494" y="380397"/>
                      <a:pt x="494" y="380671"/>
                    </a:cubicBezTo>
                    <a:cubicBezTo>
                      <a:pt x="494" y="383685"/>
                      <a:pt x="2951" y="383685"/>
                      <a:pt x="7865" y="383685"/>
                    </a:cubicBezTo>
                    <a:lnTo>
                      <a:pt x="330554" y="383685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150D2F99-63E4-5B1D-ABD4-2B69E5266251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3619984" y="8376058"/>
                <a:ext cx="135955" cy="124125"/>
              </a:xfrm>
              <a:custGeom>
                <a:avLst/>
                <a:gdLst>
                  <a:gd name="connsiteX0" fmla="*/ 83503 w 135955"/>
                  <a:gd name="connsiteY0" fmla="*/ 38446 h 124125"/>
                  <a:gd name="connsiteX1" fmla="*/ 110530 w 135955"/>
                  <a:gd name="connsiteY1" fmla="*/ 6113 h 124125"/>
                  <a:gd name="connsiteX2" fmla="*/ 124180 w 135955"/>
                  <a:gd name="connsiteY2" fmla="*/ 9675 h 124125"/>
                  <a:gd name="connsiteX3" fmla="*/ 111076 w 135955"/>
                  <a:gd name="connsiteY3" fmla="*/ 24471 h 124125"/>
                  <a:gd name="connsiteX4" fmla="*/ 121450 w 135955"/>
                  <a:gd name="connsiteY4" fmla="*/ 34062 h 124125"/>
                  <a:gd name="connsiteX5" fmla="*/ 136192 w 135955"/>
                  <a:gd name="connsiteY5" fmla="*/ 18169 h 124125"/>
                  <a:gd name="connsiteX6" fmla="*/ 110803 w 135955"/>
                  <a:gd name="connsiteY6" fmla="*/ 85 h 124125"/>
                  <a:gd name="connsiteX7" fmla="*/ 82138 w 135955"/>
                  <a:gd name="connsiteY7" fmla="*/ 20909 h 124125"/>
                  <a:gd name="connsiteX8" fmla="*/ 52653 w 135955"/>
                  <a:gd name="connsiteY8" fmla="*/ 85 h 124125"/>
                  <a:gd name="connsiteX9" fmla="*/ 8700 w 135955"/>
                  <a:gd name="connsiteY9" fmla="*/ 42282 h 124125"/>
                  <a:gd name="connsiteX10" fmla="*/ 11976 w 135955"/>
                  <a:gd name="connsiteY10" fmla="*/ 45022 h 124125"/>
                  <a:gd name="connsiteX11" fmla="*/ 15525 w 135955"/>
                  <a:gd name="connsiteY11" fmla="*/ 42008 h 124125"/>
                  <a:gd name="connsiteX12" fmla="*/ 52107 w 135955"/>
                  <a:gd name="connsiteY12" fmla="*/ 6113 h 124125"/>
                  <a:gd name="connsiteX13" fmla="*/ 66849 w 135955"/>
                  <a:gd name="connsiteY13" fmla="*/ 24471 h 124125"/>
                  <a:gd name="connsiteX14" fmla="*/ 52107 w 135955"/>
                  <a:gd name="connsiteY14" fmla="*/ 89685 h 124125"/>
                  <a:gd name="connsiteX15" fmla="*/ 26172 w 135955"/>
                  <a:gd name="connsiteY15" fmla="*/ 118182 h 124125"/>
                  <a:gd name="connsiteX16" fmla="*/ 12522 w 135955"/>
                  <a:gd name="connsiteY16" fmla="*/ 114620 h 124125"/>
                  <a:gd name="connsiteX17" fmla="*/ 25353 w 135955"/>
                  <a:gd name="connsiteY17" fmla="*/ 99823 h 124125"/>
                  <a:gd name="connsiteX18" fmla="*/ 15252 w 135955"/>
                  <a:gd name="connsiteY18" fmla="*/ 90233 h 124125"/>
                  <a:gd name="connsiteX19" fmla="*/ 237 w 135955"/>
                  <a:gd name="connsiteY19" fmla="*/ 106125 h 124125"/>
                  <a:gd name="connsiteX20" fmla="*/ 25899 w 135955"/>
                  <a:gd name="connsiteY20" fmla="*/ 124210 h 124125"/>
                  <a:gd name="connsiteX21" fmla="*/ 54564 w 135955"/>
                  <a:gd name="connsiteY21" fmla="*/ 103385 h 124125"/>
                  <a:gd name="connsiteX22" fmla="*/ 84049 w 135955"/>
                  <a:gd name="connsiteY22" fmla="*/ 124210 h 124125"/>
                  <a:gd name="connsiteX23" fmla="*/ 127729 w 135955"/>
                  <a:gd name="connsiteY23" fmla="*/ 82013 h 124125"/>
                  <a:gd name="connsiteX24" fmla="*/ 124453 w 135955"/>
                  <a:gd name="connsiteY24" fmla="*/ 79273 h 124125"/>
                  <a:gd name="connsiteX25" fmla="*/ 120904 w 135955"/>
                  <a:gd name="connsiteY25" fmla="*/ 82287 h 124125"/>
                  <a:gd name="connsiteX26" fmla="*/ 84595 w 135955"/>
                  <a:gd name="connsiteY26" fmla="*/ 118182 h 124125"/>
                  <a:gd name="connsiteX27" fmla="*/ 69579 w 135955"/>
                  <a:gd name="connsiteY27" fmla="*/ 100097 h 124125"/>
                  <a:gd name="connsiteX28" fmla="*/ 74220 w 135955"/>
                  <a:gd name="connsiteY28" fmla="*/ 75985 h 124125"/>
                  <a:gd name="connsiteX29" fmla="*/ 83503 w 135955"/>
                  <a:gd name="connsiteY29" fmla="*/ 38446 h 12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5955" h="124125">
                    <a:moveTo>
                      <a:pt x="83503" y="38446"/>
                    </a:moveTo>
                    <a:cubicBezTo>
                      <a:pt x="85141" y="31321"/>
                      <a:pt x="91420" y="6113"/>
                      <a:pt x="110530" y="6113"/>
                    </a:cubicBezTo>
                    <a:cubicBezTo>
                      <a:pt x="111895" y="6113"/>
                      <a:pt x="118447" y="6113"/>
                      <a:pt x="124180" y="9675"/>
                    </a:cubicBezTo>
                    <a:cubicBezTo>
                      <a:pt x="116536" y="11045"/>
                      <a:pt x="111076" y="17895"/>
                      <a:pt x="111076" y="24471"/>
                    </a:cubicBezTo>
                    <a:cubicBezTo>
                      <a:pt x="111076" y="28855"/>
                      <a:pt x="114079" y="34062"/>
                      <a:pt x="121450" y="34062"/>
                    </a:cubicBezTo>
                    <a:cubicBezTo>
                      <a:pt x="127456" y="34062"/>
                      <a:pt x="136192" y="29129"/>
                      <a:pt x="136192" y="18169"/>
                    </a:cubicBezTo>
                    <a:cubicBezTo>
                      <a:pt x="136192" y="3921"/>
                      <a:pt x="120085" y="85"/>
                      <a:pt x="110803" y="85"/>
                    </a:cubicBezTo>
                    <a:cubicBezTo>
                      <a:pt x="94969" y="85"/>
                      <a:pt x="85414" y="14607"/>
                      <a:pt x="82138" y="20909"/>
                    </a:cubicBezTo>
                    <a:cubicBezTo>
                      <a:pt x="75312" y="2825"/>
                      <a:pt x="60570" y="85"/>
                      <a:pt x="52653" y="85"/>
                    </a:cubicBezTo>
                    <a:cubicBezTo>
                      <a:pt x="24261" y="85"/>
                      <a:pt x="8700" y="35432"/>
                      <a:pt x="8700" y="42282"/>
                    </a:cubicBezTo>
                    <a:cubicBezTo>
                      <a:pt x="8700" y="45022"/>
                      <a:pt x="11430" y="45022"/>
                      <a:pt x="11976" y="45022"/>
                    </a:cubicBezTo>
                    <a:cubicBezTo>
                      <a:pt x="14160" y="45022"/>
                      <a:pt x="14979" y="44474"/>
                      <a:pt x="15525" y="42008"/>
                    </a:cubicBezTo>
                    <a:cubicBezTo>
                      <a:pt x="24807" y="12963"/>
                      <a:pt x="42825" y="6113"/>
                      <a:pt x="52107" y="6113"/>
                    </a:cubicBezTo>
                    <a:cubicBezTo>
                      <a:pt x="57294" y="6113"/>
                      <a:pt x="66849" y="8579"/>
                      <a:pt x="66849" y="24471"/>
                    </a:cubicBezTo>
                    <a:cubicBezTo>
                      <a:pt x="66849" y="32966"/>
                      <a:pt x="62208" y="51324"/>
                      <a:pt x="52107" y="89685"/>
                    </a:cubicBezTo>
                    <a:cubicBezTo>
                      <a:pt x="47739" y="106673"/>
                      <a:pt x="38184" y="118182"/>
                      <a:pt x="26172" y="118182"/>
                    </a:cubicBezTo>
                    <a:cubicBezTo>
                      <a:pt x="24534" y="118182"/>
                      <a:pt x="18255" y="118182"/>
                      <a:pt x="12522" y="114620"/>
                    </a:cubicBezTo>
                    <a:cubicBezTo>
                      <a:pt x="19347" y="113250"/>
                      <a:pt x="25353" y="107495"/>
                      <a:pt x="25353" y="99823"/>
                    </a:cubicBezTo>
                    <a:cubicBezTo>
                      <a:pt x="25353" y="92425"/>
                      <a:pt x="19347" y="90233"/>
                      <a:pt x="15252" y="90233"/>
                    </a:cubicBezTo>
                    <a:cubicBezTo>
                      <a:pt x="7062" y="90233"/>
                      <a:pt x="237" y="97357"/>
                      <a:pt x="237" y="106125"/>
                    </a:cubicBezTo>
                    <a:cubicBezTo>
                      <a:pt x="237" y="118730"/>
                      <a:pt x="13887" y="124210"/>
                      <a:pt x="25899" y="124210"/>
                    </a:cubicBezTo>
                    <a:cubicBezTo>
                      <a:pt x="43917" y="124210"/>
                      <a:pt x="53745" y="105029"/>
                      <a:pt x="54564" y="103385"/>
                    </a:cubicBezTo>
                    <a:cubicBezTo>
                      <a:pt x="57840" y="113524"/>
                      <a:pt x="67668" y="124210"/>
                      <a:pt x="84049" y="124210"/>
                    </a:cubicBezTo>
                    <a:cubicBezTo>
                      <a:pt x="112168" y="124210"/>
                      <a:pt x="127729" y="88863"/>
                      <a:pt x="127729" y="82013"/>
                    </a:cubicBezTo>
                    <a:cubicBezTo>
                      <a:pt x="127729" y="79273"/>
                      <a:pt x="125272" y="79273"/>
                      <a:pt x="124453" y="79273"/>
                    </a:cubicBezTo>
                    <a:cubicBezTo>
                      <a:pt x="121996" y="79273"/>
                      <a:pt x="121450" y="80369"/>
                      <a:pt x="120904" y="82287"/>
                    </a:cubicBezTo>
                    <a:cubicBezTo>
                      <a:pt x="111895" y="111605"/>
                      <a:pt x="93331" y="118182"/>
                      <a:pt x="84595" y="118182"/>
                    </a:cubicBezTo>
                    <a:cubicBezTo>
                      <a:pt x="73947" y="118182"/>
                      <a:pt x="69579" y="109413"/>
                      <a:pt x="69579" y="100097"/>
                    </a:cubicBezTo>
                    <a:cubicBezTo>
                      <a:pt x="69579" y="94069"/>
                      <a:pt x="71217" y="88041"/>
                      <a:pt x="74220" y="75985"/>
                    </a:cubicBezTo>
                    <a:lnTo>
                      <a:pt x="83503" y="38446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0543C499-E1C1-2AF5-6F98-6A8CFE4709BA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3780135" y="8256675"/>
                <a:ext cx="84467" cy="127358"/>
              </a:xfrm>
              <a:custGeom>
                <a:avLst/>
                <a:gdLst>
                  <a:gd name="connsiteX0" fmla="*/ 84709 w 84467"/>
                  <a:gd name="connsiteY0" fmla="*/ 92530 h 127358"/>
                  <a:gd name="connsiteX1" fmla="*/ 78212 w 84467"/>
                  <a:gd name="connsiteY1" fmla="*/ 92530 h 127358"/>
                  <a:gd name="connsiteX2" fmla="*/ 73243 w 84467"/>
                  <a:gd name="connsiteY2" fmla="*/ 109985 h 127358"/>
                  <a:gd name="connsiteX3" fmla="*/ 54324 w 84467"/>
                  <a:gd name="connsiteY3" fmla="*/ 111136 h 127358"/>
                  <a:gd name="connsiteX4" fmla="*/ 19161 w 84467"/>
                  <a:gd name="connsiteY4" fmla="*/ 111136 h 127358"/>
                  <a:gd name="connsiteX5" fmla="*/ 57382 w 84467"/>
                  <a:gd name="connsiteY5" fmla="*/ 78912 h 127358"/>
                  <a:gd name="connsiteX6" fmla="*/ 84709 w 84467"/>
                  <a:gd name="connsiteY6" fmla="*/ 37482 h 127358"/>
                  <a:gd name="connsiteX7" fmla="*/ 39992 w 84467"/>
                  <a:gd name="connsiteY7" fmla="*/ 81 h 127358"/>
                  <a:gd name="connsiteX8" fmla="*/ 242 w 84467"/>
                  <a:gd name="connsiteY8" fmla="*/ 34414 h 127358"/>
                  <a:gd name="connsiteX9" fmla="*/ 10371 w 84467"/>
                  <a:gd name="connsiteY9" fmla="*/ 45155 h 127358"/>
                  <a:gd name="connsiteX10" fmla="*/ 20499 w 84467"/>
                  <a:gd name="connsiteY10" fmla="*/ 34989 h 127358"/>
                  <a:gd name="connsiteX11" fmla="*/ 9224 w 84467"/>
                  <a:gd name="connsiteY11" fmla="*/ 24823 h 127358"/>
                  <a:gd name="connsiteX12" fmla="*/ 37125 w 84467"/>
                  <a:gd name="connsiteY12" fmla="*/ 6986 h 127358"/>
                  <a:gd name="connsiteX13" fmla="*/ 66173 w 84467"/>
                  <a:gd name="connsiteY13" fmla="*/ 37482 h 127358"/>
                  <a:gd name="connsiteX14" fmla="*/ 48209 w 84467"/>
                  <a:gd name="connsiteY14" fmla="*/ 74309 h 127358"/>
                  <a:gd name="connsiteX15" fmla="*/ 2153 w 84467"/>
                  <a:gd name="connsiteY15" fmla="*/ 119959 h 127358"/>
                  <a:gd name="connsiteX16" fmla="*/ 242 w 84467"/>
                  <a:gd name="connsiteY16" fmla="*/ 127439 h 127358"/>
                  <a:gd name="connsiteX17" fmla="*/ 78976 w 84467"/>
                  <a:gd name="connsiteY17" fmla="*/ 127439 h 127358"/>
                  <a:gd name="connsiteX18" fmla="*/ 84709 w 84467"/>
                  <a:gd name="connsiteY18" fmla="*/ 92530 h 127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4467" h="127358">
                    <a:moveTo>
                      <a:pt x="84709" y="92530"/>
                    </a:moveTo>
                    <a:lnTo>
                      <a:pt x="78212" y="92530"/>
                    </a:lnTo>
                    <a:cubicBezTo>
                      <a:pt x="77639" y="96750"/>
                      <a:pt x="75728" y="108067"/>
                      <a:pt x="73243" y="109985"/>
                    </a:cubicBezTo>
                    <a:cubicBezTo>
                      <a:pt x="71715" y="111136"/>
                      <a:pt x="57000" y="111136"/>
                      <a:pt x="54324" y="111136"/>
                    </a:cubicBezTo>
                    <a:lnTo>
                      <a:pt x="19161" y="111136"/>
                    </a:lnTo>
                    <a:cubicBezTo>
                      <a:pt x="39227" y="93298"/>
                      <a:pt x="45916" y="87927"/>
                      <a:pt x="57382" y="78912"/>
                    </a:cubicBezTo>
                    <a:cubicBezTo>
                      <a:pt x="71523" y="67596"/>
                      <a:pt x="84709" y="55704"/>
                      <a:pt x="84709" y="37482"/>
                    </a:cubicBezTo>
                    <a:cubicBezTo>
                      <a:pt x="84709" y="14274"/>
                      <a:pt x="64453" y="81"/>
                      <a:pt x="39992" y="81"/>
                    </a:cubicBezTo>
                    <a:cubicBezTo>
                      <a:pt x="16295" y="81"/>
                      <a:pt x="242" y="16768"/>
                      <a:pt x="242" y="34414"/>
                    </a:cubicBezTo>
                    <a:cubicBezTo>
                      <a:pt x="242" y="44196"/>
                      <a:pt x="8460" y="45155"/>
                      <a:pt x="10371" y="45155"/>
                    </a:cubicBezTo>
                    <a:cubicBezTo>
                      <a:pt x="14957" y="45155"/>
                      <a:pt x="20499" y="41894"/>
                      <a:pt x="20499" y="34989"/>
                    </a:cubicBezTo>
                    <a:cubicBezTo>
                      <a:pt x="20499" y="31537"/>
                      <a:pt x="19161" y="24823"/>
                      <a:pt x="9224" y="24823"/>
                    </a:cubicBezTo>
                    <a:cubicBezTo>
                      <a:pt x="15148" y="11205"/>
                      <a:pt x="28143" y="6986"/>
                      <a:pt x="37125" y="6986"/>
                    </a:cubicBezTo>
                    <a:cubicBezTo>
                      <a:pt x="56235" y="6986"/>
                      <a:pt x="66173" y="21946"/>
                      <a:pt x="66173" y="37482"/>
                    </a:cubicBezTo>
                    <a:cubicBezTo>
                      <a:pt x="66173" y="54170"/>
                      <a:pt x="54324" y="67404"/>
                      <a:pt x="48209" y="74309"/>
                    </a:cubicBezTo>
                    <a:lnTo>
                      <a:pt x="2153" y="119959"/>
                    </a:lnTo>
                    <a:cubicBezTo>
                      <a:pt x="242" y="121685"/>
                      <a:pt x="242" y="122068"/>
                      <a:pt x="242" y="127439"/>
                    </a:cubicBezTo>
                    <a:lnTo>
                      <a:pt x="78976" y="127439"/>
                    </a:lnTo>
                    <a:lnTo>
                      <a:pt x="84709" y="92530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2147" name="Group 2146">
              <a:extLst>
                <a:ext uri="{FF2B5EF4-FFF2-40B4-BE49-F238E27FC236}">
                  <a16:creationId xmlns:a16="http://schemas.microsoft.com/office/drawing/2014/main" id="{8753B67A-61DC-B568-9011-5E7F11DAC185}"/>
                </a:ext>
              </a:extLst>
            </p:cNvPr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>
            <a:xfrm>
              <a:off x="8369300" y="6138089"/>
              <a:ext cx="728357" cy="383609"/>
              <a:chOff x="14540371" y="8230135"/>
              <a:chExt cx="728357" cy="383609"/>
            </a:xfrm>
            <a:grpFill/>
          </p:grpSpPr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21552E83-0F62-37FD-96FA-6CAE1F489B5B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4540371" y="8230135"/>
                <a:ext cx="370492" cy="383609"/>
              </a:xfrm>
              <a:custGeom>
                <a:avLst/>
                <a:gdLst>
                  <a:gd name="connsiteX0" fmla="*/ 337031 w 370492"/>
                  <a:gd name="connsiteY0" fmla="*/ 383685 h 383609"/>
                  <a:gd name="connsiteX1" fmla="*/ 370712 w 370492"/>
                  <a:gd name="connsiteY1" fmla="*/ 296003 h 383609"/>
                  <a:gd name="connsiteX2" fmla="*/ 363753 w 370492"/>
                  <a:gd name="connsiteY2" fmla="*/ 296003 h 383609"/>
                  <a:gd name="connsiteX3" fmla="*/ 291381 w 370492"/>
                  <a:gd name="connsiteY3" fmla="*/ 351352 h 383609"/>
                  <a:gd name="connsiteX4" fmla="*/ 204812 w 370492"/>
                  <a:gd name="connsiteY4" fmla="*/ 359846 h 383609"/>
                  <a:gd name="connsiteX5" fmla="*/ 36963 w 370492"/>
                  <a:gd name="connsiteY5" fmla="*/ 359846 h 383609"/>
                  <a:gd name="connsiteX6" fmla="*/ 178646 w 370492"/>
                  <a:gd name="connsiteY6" fmla="*/ 196264 h 383609"/>
                  <a:gd name="connsiteX7" fmla="*/ 181152 w 370492"/>
                  <a:gd name="connsiteY7" fmla="*/ 191880 h 383609"/>
                  <a:gd name="connsiteX8" fmla="*/ 179203 w 370492"/>
                  <a:gd name="connsiteY8" fmla="*/ 187770 h 383609"/>
                  <a:gd name="connsiteX9" fmla="*/ 49489 w 370492"/>
                  <a:gd name="connsiteY9" fmla="*/ 13228 h 383609"/>
                  <a:gd name="connsiteX10" fmla="*/ 202028 w 370492"/>
                  <a:gd name="connsiteY10" fmla="*/ 13228 h 383609"/>
                  <a:gd name="connsiteX11" fmla="*/ 267164 w 370492"/>
                  <a:gd name="connsiteY11" fmla="*/ 17612 h 383609"/>
                  <a:gd name="connsiteX12" fmla="*/ 328402 w 370492"/>
                  <a:gd name="connsiteY12" fmla="*/ 38162 h 383609"/>
                  <a:gd name="connsiteX13" fmla="*/ 363753 w 370492"/>
                  <a:gd name="connsiteY13" fmla="*/ 77071 h 383609"/>
                  <a:gd name="connsiteX14" fmla="*/ 370712 w 370492"/>
                  <a:gd name="connsiteY14" fmla="*/ 77071 h 383609"/>
                  <a:gd name="connsiteX15" fmla="*/ 337031 w 370492"/>
                  <a:gd name="connsiteY15" fmla="*/ 75 h 383609"/>
                  <a:gd name="connsiteX16" fmla="*/ 8014 w 370492"/>
                  <a:gd name="connsiteY16" fmla="*/ 75 h 383609"/>
                  <a:gd name="connsiteX17" fmla="*/ 498 w 370492"/>
                  <a:gd name="connsiteY17" fmla="*/ 1993 h 383609"/>
                  <a:gd name="connsiteX18" fmla="*/ 220 w 370492"/>
                  <a:gd name="connsiteY18" fmla="*/ 11036 h 383609"/>
                  <a:gd name="connsiteX19" fmla="*/ 147471 w 370492"/>
                  <a:gd name="connsiteY19" fmla="*/ 209416 h 383609"/>
                  <a:gd name="connsiteX20" fmla="*/ 3282 w 370492"/>
                  <a:gd name="connsiteY20" fmla="*/ 375739 h 383609"/>
                  <a:gd name="connsiteX21" fmla="*/ 498 w 370492"/>
                  <a:gd name="connsiteY21" fmla="*/ 380671 h 383609"/>
                  <a:gd name="connsiteX22" fmla="*/ 8014 w 370492"/>
                  <a:gd name="connsiteY22" fmla="*/ 383685 h 383609"/>
                  <a:gd name="connsiteX23" fmla="*/ 337031 w 370492"/>
                  <a:gd name="connsiteY23" fmla="*/ 383685 h 383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70492" h="383609">
                    <a:moveTo>
                      <a:pt x="337031" y="383685"/>
                    </a:moveTo>
                    <a:lnTo>
                      <a:pt x="370712" y="296003"/>
                    </a:lnTo>
                    <a:lnTo>
                      <a:pt x="363753" y="296003"/>
                    </a:lnTo>
                    <a:cubicBezTo>
                      <a:pt x="352897" y="324499"/>
                      <a:pt x="323392" y="343132"/>
                      <a:pt x="291381" y="351352"/>
                    </a:cubicBezTo>
                    <a:cubicBezTo>
                      <a:pt x="285535" y="352722"/>
                      <a:pt x="258256" y="359846"/>
                      <a:pt x="204812" y="359846"/>
                    </a:cubicBezTo>
                    <a:lnTo>
                      <a:pt x="36963" y="359846"/>
                    </a:lnTo>
                    <a:lnTo>
                      <a:pt x="178646" y="196264"/>
                    </a:lnTo>
                    <a:cubicBezTo>
                      <a:pt x="180595" y="194072"/>
                      <a:pt x="181152" y="193250"/>
                      <a:pt x="181152" y="191880"/>
                    </a:cubicBezTo>
                    <a:cubicBezTo>
                      <a:pt x="181152" y="191332"/>
                      <a:pt x="181152" y="190510"/>
                      <a:pt x="179203" y="187770"/>
                    </a:cubicBezTo>
                    <a:lnTo>
                      <a:pt x="49489" y="13228"/>
                    </a:lnTo>
                    <a:lnTo>
                      <a:pt x="202028" y="13228"/>
                    </a:lnTo>
                    <a:cubicBezTo>
                      <a:pt x="239328" y="13228"/>
                      <a:pt x="264659" y="17064"/>
                      <a:pt x="267164" y="17612"/>
                    </a:cubicBezTo>
                    <a:cubicBezTo>
                      <a:pt x="282195" y="19804"/>
                      <a:pt x="306412" y="24462"/>
                      <a:pt x="328402" y="38162"/>
                    </a:cubicBezTo>
                    <a:cubicBezTo>
                      <a:pt x="335361" y="42546"/>
                      <a:pt x="354289" y="54877"/>
                      <a:pt x="363753" y="77071"/>
                    </a:cubicBezTo>
                    <a:lnTo>
                      <a:pt x="370712" y="77071"/>
                    </a:lnTo>
                    <a:lnTo>
                      <a:pt x="337031" y="75"/>
                    </a:lnTo>
                    <a:lnTo>
                      <a:pt x="8014" y="75"/>
                    </a:lnTo>
                    <a:cubicBezTo>
                      <a:pt x="1612" y="75"/>
                      <a:pt x="1334" y="349"/>
                      <a:pt x="498" y="1993"/>
                    </a:cubicBezTo>
                    <a:cubicBezTo>
                      <a:pt x="220" y="2815"/>
                      <a:pt x="220" y="8021"/>
                      <a:pt x="220" y="11036"/>
                    </a:cubicBezTo>
                    <a:lnTo>
                      <a:pt x="147471" y="209416"/>
                    </a:lnTo>
                    <a:lnTo>
                      <a:pt x="3282" y="375739"/>
                    </a:lnTo>
                    <a:cubicBezTo>
                      <a:pt x="498" y="379027"/>
                      <a:pt x="498" y="380397"/>
                      <a:pt x="498" y="380671"/>
                    </a:cubicBezTo>
                    <a:cubicBezTo>
                      <a:pt x="498" y="383685"/>
                      <a:pt x="3004" y="383685"/>
                      <a:pt x="8014" y="383685"/>
                    </a:cubicBezTo>
                    <a:lnTo>
                      <a:pt x="337031" y="383685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6AB545D4-F0F5-AA3C-81D6-08E26718861A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4981318" y="8369332"/>
                <a:ext cx="138621" cy="124125"/>
              </a:xfrm>
              <a:custGeom>
                <a:avLst/>
                <a:gdLst>
                  <a:gd name="connsiteX0" fmla="*/ 85135 w 138621"/>
                  <a:gd name="connsiteY0" fmla="*/ 38446 h 124125"/>
                  <a:gd name="connsiteX1" fmla="*/ 112692 w 138621"/>
                  <a:gd name="connsiteY1" fmla="*/ 6113 h 124125"/>
                  <a:gd name="connsiteX2" fmla="*/ 126610 w 138621"/>
                  <a:gd name="connsiteY2" fmla="*/ 9675 h 124125"/>
                  <a:gd name="connsiteX3" fmla="*/ 113249 w 138621"/>
                  <a:gd name="connsiteY3" fmla="*/ 24471 h 124125"/>
                  <a:gd name="connsiteX4" fmla="*/ 123826 w 138621"/>
                  <a:gd name="connsiteY4" fmla="*/ 34062 h 124125"/>
                  <a:gd name="connsiteX5" fmla="*/ 138858 w 138621"/>
                  <a:gd name="connsiteY5" fmla="*/ 18169 h 124125"/>
                  <a:gd name="connsiteX6" fmla="*/ 112970 w 138621"/>
                  <a:gd name="connsiteY6" fmla="*/ 85 h 124125"/>
                  <a:gd name="connsiteX7" fmla="*/ 83743 w 138621"/>
                  <a:gd name="connsiteY7" fmla="*/ 20909 h 124125"/>
                  <a:gd name="connsiteX8" fmla="*/ 53681 w 138621"/>
                  <a:gd name="connsiteY8" fmla="*/ 85 h 124125"/>
                  <a:gd name="connsiteX9" fmla="*/ 8865 w 138621"/>
                  <a:gd name="connsiteY9" fmla="*/ 42282 h 124125"/>
                  <a:gd name="connsiteX10" fmla="*/ 12205 w 138621"/>
                  <a:gd name="connsiteY10" fmla="*/ 45022 h 124125"/>
                  <a:gd name="connsiteX11" fmla="*/ 15824 w 138621"/>
                  <a:gd name="connsiteY11" fmla="*/ 42008 h 124125"/>
                  <a:gd name="connsiteX12" fmla="*/ 53124 w 138621"/>
                  <a:gd name="connsiteY12" fmla="*/ 6113 h 124125"/>
                  <a:gd name="connsiteX13" fmla="*/ 68155 w 138621"/>
                  <a:gd name="connsiteY13" fmla="*/ 24471 h 124125"/>
                  <a:gd name="connsiteX14" fmla="*/ 53124 w 138621"/>
                  <a:gd name="connsiteY14" fmla="*/ 89685 h 124125"/>
                  <a:gd name="connsiteX15" fmla="*/ 26680 w 138621"/>
                  <a:gd name="connsiteY15" fmla="*/ 118182 h 124125"/>
                  <a:gd name="connsiteX16" fmla="*/ 12762 w 138621"/>
                  <a:gd name="connsiteY16" fmla="*/ 114620 h 124125"/>
                  <a:gd name="connsiteX17" fmla="*/ 25845 w 138621"/>
                  <a:gd name="connsiteY17" fmla="*/ 99823 h 124125"/>
                  <a:gd name="connsiteX18" fmla="*/ 15546 w 138621"/>
                  <a:gd name="connsiteY18" fmla="*/ 90233 h 124125"/>
                  <a:gd name="connsiteX19" fmla="*/ 236 w 138621"/>
                  <a:gd name="connsiteY19" fmla="*/ 106125 h 124125"/>
                  <a:gd name="connsiteX20" fmla="*/ 26402 w 138621"/>
                  <a:gd name="connsiteY20" fmla="*/ 124210 h 124125"/>
                  <a:gd name="connsiteX21" fmla="*/ 55629 w 138621"/>
                  <a:gd name="connsiteY21" fmla="*/ 103385 h 124125"/>
                  <a:gd name="connsiteX22" fmla="*/ 85692 w 138621"/>
                  <a:gd name="connsiteY22" fmla="*/ 124210 h 124125"/>
                  <a:gd name="connsiteX23" fmla="*/ 130228 w 138621"/>
                  <a:gd name="connsiteY23" fmla="*/ 82013 h 124125"/>
                  <a:gd name="connsiteX24" fmla="*/ 126888 w 138621"/>
                  <a:gd name="connsiteY24" fmla="*/ 79273 h 124125"/>
                  <a:gd name="connsiteX25" fmla="*/ 123270 w 138621"/>
                  <a:gd name="connsiteY25" fmla="*/ 82287 h 124125"/>
                  <a:gd name="connsiteX26" fmla="*/ 86248 w 138621"/>
                  <a:gd name="connsiteY26" fmla="*/ 118182 h 124125"/>
                  <a:gd name="connsiteX27" fmla="*/ 70939 w 138621"/>
                  <a:gd name="connsiteY27" fmla="*/ 100097 h 124125"/>
                  <a:gd name="connsiteX28" fmla="*/ 75671 w 138621"/>
                  <a:gd name="connsiteY28" fmla="*/ 75985 h 124125"/>
                  <a:gd name="connsiteX29" fmla="*/ 85135 w 138621"/>
                  <a:gd name="connsiteY29" fmla="*/ 38446 h 12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8621" h="124125">
                    <a:moveTo>
                      <a:pt x="85135" y="38446"/>
                    </a:moveTo>
                    <a:cubicBezTo>
                      <a:pt x="86805" y="31321"/>
                      <a:pt x="93207" y="6113"/>
                      <a:pt x="112692" y="6113"/>
                    </a:cubicBezTo>
                    <a:cubicBezTo>
                      <a:pt x="114084" y="6113"/>
                      <a:pt x="120764" y="6113"/>
                      <a:pt x="126610" y="9675"/>
                    </a:cubicBezTo>
                    <a:cubicBezTo>
                      <a:pt x="118816" y="11045"/>
                      <a:pt x="113249" y="17895"/>
                      <a:pt x="113249" y="24471"/>
                    </a:cubicBezTo>
                    <a:cubicBezTo>
                      <a:pt x="113249" y="28855"/>
                      <a:pt x="116311" y="34062"/>
                      <a:pt x="123826" y="34062"/>
                    </a:cubicBezTo>
                    <a:cubicBezTo>
                      <a:pt x="129950" y="34062"/>
                      <a:pt x="138858" y="29129"/>
                      <a:pt x="138858" y="18169"/>
                    </a:cubicBezTo>
                    <a:cubicBezTo>
                      <a:pt x="138858" y="3921"/>
                      <a:pt x="122435" y="85"/>
                      <a:pt x="112970" y="85"/>
                    </a:cubicBezTo>
                    <a:cubicBezTo>
                      <a:pt x="96826" y="85"/>
                      <a:pt x="87083" y="14607"/>
                      <a:pt x="83743" y="20909"/>
                    </a:cubicBezTo>
                    <a:cubicBezTo>
                      <a:pt x="76784" y="2825"/>
                      <a:pt x="61753" y="85"/>
                      <a:pt x="53681" y="85"/>
                    </a:cubicBezTo>
                    <a:cubicBezTo>
                      <a:pt x="24732" y="85"/>
                      <a:pt x="8865" y="35432"/>
                      <a:pt x="8865" y="42282"/>
                    </a:cubicBezTo>
                    <a:cubicBezTo>
                      <a:pt x="8865" y="45022"/>
                      <a:pt x="11649" y="45022"/>
                      <a:pt x="12205" y="45022"/>
                    </a:cubicBezTo>
                    <a:cubicBezTo>
                      <a:pt x="14432" y="45022"/>
                      <a:pt x="15267" y="44474"/>
                      <a:pt x="15824" y="42008"/>
                    </a:cubicBezTo>
                    <a:cubicBezTo>
                      <a:pt x="25288" y="12963"/>
                      <a:pt x="43660" y="6113"/>
                      <a:pt x="53124" y="6113"/>
                    </a:cubicBezTo>
                    <a:cubicBezTo>
                      <a:pt x="58413" y="6113"/>
                      <a:pt x="68155" y="8579"/>
                      <a:pt x="68155" y="24471"/>
                    </a:cubicBezTo>
                    <a:cubicBezTo>
                      <a:pt x="68155" y="32966"/>
                      <a:pt x="63423" y="51324"/>
                      <a:pt x="53124" y="89685"/>
                    </a:cubicBezTo>
                    <a:cubicBezTo>
                      <a:pt x="48670" y="106673"/>
                      <a:pt x="38928" y="118182"/>
                      <a:pt x="26680" y="118182"/>
                    </a:cubicBezTo>
                    <a:cubicBezTo>
                      <a:pt x="25010" y="118182"/>
                      <a:pt x="18608" y="118182"/>
                      <a:pt x="12762" y="114620"/>
                    </a:cubicBezTo>
                    <a:cubicBezTo>
                      <a:pt x="19721" y="113250"/>
                      <a:pt x="25845" y="107495"/>
                      <a:pt x="25845" y="99823"/>
                    </a:cubicBezTo>
                    <a:cubicBezTo>
                      <a:pt x="25845" y="92425"/>
                      <a:pt x="19721" y="90233"/>
                      <a:pt x="15546" y="90233"/>
                    </a:cubicBezTo>
                    <a:cubicBezTo>
                      <a:pt x="7195" y="90233"/>
                      <a:pt x="236" y="97357"/>
                      <a:pt x="236" y="106125"/>
                    </a:cubicBezTo>
                    <a:cubicBezTo>
                      <a:pt x="236" y="118730"/>
                      <a:pt x="14154" y="124210"/>
                      <a:pt x="26402" y="124210"/>
                    </a:cubicBezTo>
                    <a:cubicBezTo>
                      <a:pt x="44773" y="124210"/>
                      <a:pt x="54794" y="105029"/>
                      <a:pt x="55629" y="103385"/>
                    </a:cubicBezTo>
                    <a:cubicBezTo>
                      <a:pt x="58969" y="113524"/>
                      <a:pt x="68990" y="124210"/>
                      <a:pt x="85692" y="124210"/>
                    </a:cubicBezTo>
                    <a:cubicBezTo>
                      <a:pt x="114362" y="124210"/>
                      <a:pt x="130228" y="88863"/>
                      <a:pt x="130228" y="82013"/>
                    </a:cubicBezTo>
                    <a:cubicBezTo>
                      <a:pt x="130228" y="79273"/>
                      <a:pt x="127723" y="79273"/>
                      <a:pt x="126888" y="79273"/>
                    </a:cubicBezTo>
                    <a:cubicBezTo>
                      <a:pt x="124383" y="79273"/>
                      <a:pt x="123826" y="80369"/>
                      <a:pt x="123270" y="82287"/>
                    </a:cubicBezTo>
                    <a:cubicBezTo>
                      <a:pt x="114084" y="111605"/>
                      <a:pt x="95156" y="118182"/>
                      <a:pt x="86248" y="118182"/>
                    </a:cubicBezTo>
                    <a:cubicBezTo>
                      <a:pt x="75392" y="118182"/>
                      <a:pt x="70939" y="109413"/>
                      <a:pt x="70939" y="100097"/>
                    </a:cubicBezTo>
                    <a:cubicBezTo>
                      <a:pt x="70939" y="94069"/>
                      <a:pt x="72609" y="88041"/>
                      <a:pt x="75671" y="75985"/>
                    </a:cubicBezTo>
                    <a:lnTo>
                      <a:pt x="85135" y="38446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298244F1-C27C-3790-0B89-6219EE887F1E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5140406" y="8369332"/>
                <a:ext cx="128322" cy="177282"/>
              </a:xfrm>
              <a:custGeom>
                <a:avLst/>
                <a:gdLst>
                  <a:gd name="connsiteX0" fmla="*/ 127451 w 128322"/>
                  <a:gd name="connsiteY0" fmla="*/ 16799 h 177282"/>
                  <a:gd name="connsiteX1" fmla="*/ 128564 w 128322"/>
                  <a:gd name="connsiteY1" fmla="*/ 10497 h 177282"/>
                  <a:gd name="connsiteX2" fmla="*/ 120492 w 128322"/>
                  <a:gd name="connsiteY2" fmla="*/ 3099 h 177282"/>
                  <a:gd name="connsiteX3" fmla="*/ 110749 w 128322"/>
                  <a:gd name="connsiteY3" fmla="*/ 8853 h 177282"/>
                  <a:gd name="connsiteX4" fmla="*/ 106852 w 128322"/>
                  <a:gd name="connsiteY4" fmla="*/ 23649 h 177282"/>
                  <a:gd name="connsiteX5" fmla="*/ 101285 w 128322"/>
                  <a:gd name="connsiteY5" fmla="*/ 45570 h 177282"/>
                  <a:gd name="connsiteX6" fmla="*/ 88759 w 128322"/>
                  <a:gd name="connsiteY6" fmla="*/ 94891 h 177282"/>
                  <a:gd name="connsiteX7" fmla="*/ 57305 w 128322"/>
                  <a:gd name="connsiteY7" fmla="*/ 118182 h 177282"/>
                  <a:gd name="connsiteX8" fmla="*/ 40047 w 128322"/>
                  <a:gd name="connsiteY8" fmla="*/ 95987 h 177282"/>
                  <a:gd name="connsiteX9" fmla="*/ 54243 w 128322"/>
                  <a:gd name="connsiteY9" fmla="*/ 42282 h 177282"/>
                  <a:gd name="connsiteX10" fmla="*/ 59810 w 128322"/>
                  <a:gd name="connsiteY10" fmla="*/ 22553 h 177282"/>
                  <a:gd name="connsiteX11" fmla="*/ 36985 w 128322"/>
                  <a:gd name="connsiteY11" fmla="*/ 85 h 177282"/>
                  <a:gd name="connsiteX12" fmla="*/ 242 w 128322"/>
                  <a:gd name="connsiteY12" fmla="*/ 42282 h 177282"/>
                  <a:gd name="connsiteX13" fmla="*/ 3582 w 128322"/>
                  <a:gd name="connsiteY13" fmla="*/ 45022 h 177282"/>
                  <a:gd name="connsiteX14" fmla="*/ 8036 w 128322"/>
                  <a:gd name="connsiteY14" fmla="*/ 40090 h 177282"/>
                  <a:gd name="connsiteX15" fmla="*/ 36150 w 128322"/>
                  <a:gd name="connsiteY15" fmla="*/ 6113 h 177282"/>
                  <a:gd name="connsiteX16" fmla="*/ 43109 w 128322"/>
                  <a:gd name="connsiteY16" fmla="*/ 14881 h 177282"/>
                  <a:gd name="connsiteX17" fmla="*/ 38377 w 128322"/>
                  <a:gd name="connsiteY17" fmla="*/ 34062 h 177282"/>
                  <a:gd name="connsiteX18" fmla="*/ 22232 w 128322"/>
                  <a:gd name="connsiteY18" fmla="*/ 91603 h 177282"/>
                  <a:gd name="connsiteX19" fmla="*/ 56191 w 128322"/>
                  <a:gd name="connsiteY19" fmla="*/ 124210 h 177282"/>
                  <a:gd name="connsiteX20" fmla="*/ 84305 w 128322"/>
                  <a:gd name="connsiteY20" fmla="*/ 111879 h 177282"/>
                  <a:gd name="connsiteX21" fmla="*/ 66212 w 128322"/>
                  <a:gd name="connsiteY21" fmla="*/ 154077 h 177282"/>
                  <a:gd name="connsiteX22" fmla="*/ 35593 w 128322"/>
                  <a:gd name="connsiteY22" fmla="*/ 171339 h 177282"/>
                  <a:gd name="connsiteX23" fmla="*/ 14438 w 128322"/>
                  <a:gd name="connsiteY23" fmla="*/ 159831 h 177282"/>
                  <a:gd name="connsiteX24" fmla="*/ 26407 w 128322"/>
                  <a:gd name="connsiteY24" fmla="*/ 156543 h 177282"/>
                  <a:gd name="connsiteX25" fmla="*/ 31974 w 128322"/>
                  <a:gd name="connsiteY25" fmla="*/ 145308 h 177282"/>
                  <a:gd name="connsiteX26" fmla="*/ 21675 w 128322"/>
                  <a:gd name="connsiteY26" fmla="*/ 135718 h 177282"/>
                  <a:gd name="connsiteX27" fmla="*/ 6087 w 128322"/>
                  <a:gd name="connsiteY27" fmla="*/ 153529 h 177282"/>
                  <a:gd name="connsiteX28" fmla="*/ 35593 w 128322"/>
                  <a:gd name="connsiteY28" fmla="*/ 177367 h 177282"/>
                  <a:gd name="connsiteX29" fmla="*/ 100728 w 128322"/>
                  <a:gd name="connsiteY29" fmla="*/ 121470 h 177282"/>
                  <a:gd name="connsiteX30" fmla="*/ 127451 w 128322"/>
                  <a:gd name="connsiteY30" fmla="*/ 16799 h 177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28322" h="177282">
                    <a:moveTo>
                      <a:pt x="127451" y="16799"/>
                    </a:moveTo>
                    <a:cubicBezTo>
                      <a:pt x="128564" y="12963"/>
                      <a:pt x="128564" y="12415"/>
                      <a:pt x="128564" y="10497"/>
                    </a:cubicBezTo>
                    <a:cubicBezTo>
                      <a:pt x="128564" y="5565"/>
                      <a:pt x="124667" y="3099"/>
                      <a:pt x="120492" y="3099"/>
                    </a:cubicBezTo>
                    <a:cubicBezTo>
                      <a:pt x="117708" y="3099"/>
                      <a:pt x="113254" y="4743"/>
                      <a:pt x="110749" y="8853"/>
                    </a:cubicBezTo>
                    <a:cubicBezTo>
                      <a:pt x="110193" y="10223"/>
                      <a:pt x="107966" y="18717"/>
                      <a:pt x="106852" y="23649"/>
                    </a:cubicBezTo>
                    <a:cubicBezTo>
                      <a:pt x="104904" y="30773"/>
                      <a:pt x="102955" y="38172"/>
                      <a:pt x="101285" y="45570"/>
                    </a:cubicBezTo>
                    <a:lnTo>
                      <a:pt x="88759" y="94891"/>
                    </a:lnTo>
                    <a:cubicBezTo>
                      <a:pt x="87646" y="99001"/>
                      <a:pt x="75676" y="118182"/>
                      <a:pt x="57305" y="118182"/>
                    </a:cubicBezTo>
                    <a:cubicBezTo>
                      <a:pt x="43109" y="118182"/>
                      <a:pt x="40047" y="106125"/>
                      <a:pt x="40047" y="95987"/>
                    </a:cubicBezTo>
                    <a:cubicBezTo>
                      <a:pt x="40047" y="83383"/>
                      <a:pt x="44779" y="66394"/>
                      <a:pt x="54243" y="42282"/>
                    </a:cubicBezTo>
                    <a:cubicBezTo>
                      <a:pt x="58697" y="31047"/>
                      <a:pt x="59810" y="28033"/>
                      <a:pt x="59810" y="22553"/>
                    </a:cubicBezTo>
                    <a:cubicBezTo>
                      <a:pt x="59810" y="10223"/>
                      <a:pt x="50903" y="85"/>
                      <a:pt x="36985" y="85"/>
                    </a:cubicBezTo>
                    <a:cubicBezTo>
                      <a:pt x="10541" y="85"/>
                      <a:pt x="242" y="39816"/>
                      <a:pt x="242" y="42282"/>
                    </a:cubicBezTo>
                    <a:cubicBezTo>
                      <a:pt x="242" y="45022"/>
                      <a:pt x="3025" y="45022"/>
                      <a:pt x="3582" y="45022"/>
                    </a:cubicBezTo>
                    <a:cubicBezTo>
                      <a:pt x="6366" y="45022"/>
                      <a:pt x="6644" y="44474"/>
                      <a:pt x="8036" y="40090"/>
                    </a:cubicBezTo>
                    <a:cubicBezTo>
                      <a:pt x="15551" y="14333"/>
                      <a:pt x="26686" y="6113"/>
                      <a:pt x="36150" y="6113"/>
                    </a:cubicBezTo>
                    <a:cubicBezTo>
                      <a:pt x="38377" y="6113"/>
                      <a:pt x="43109" y="6113"/>
                      <a:pt x="43109" y="14881"/>
                    </a:cubicBezTo>
                    <a:cubicBezTo>
                      <a:pt x="43109" y="21731"/>
                      <a:pt x="40325" y="28855"/>
                      <a:pt x="38377" y="34062"/>
                    </a:cubicBezTo>
                    <a:cubicBezTo>
                      <a:pt x="27242" y="63106"/>
                      <a:pt x="22232" y="78725"/>
                      <a:pt x="22232" y="91603"/>
                    </a:cubicBezTo>
                    <a:cubicBezTo>
                      <a:pt x="22232" y="115990"/>
                      <a:pt x="39768" y="124210"/>
                      <a:pt x="56191" y="124210"/>
                    </a:cubicBezTo>
                    <a:cubicBezTo>
                      <a:pt x="67047" y="124210"/>
                      <a:pt x="76511" y="119552"/>
                      <a:pt x="84305" y="111879"/>
                    </a:cubicBezTo>
                    <a:cubicBezTo>
                      <a:pt x="80687" y="126128"/>
                      <a:pt x="77347" y="139554"/>
                      <a:pt x="66212" y="154077"/>
                    </a:cubicBezTo>
                    <a:cubicBezTo>
                      <a:pt x="58975" y="163393"/>
                      <a:pt x="48397" y="171339"/>
                      <a:pt x="35593" y="171339"/>
                    </a:cubicBezTo>
                    <a:cubicBezTo>
                      <a:pt x="31696" y="171339"/>
                      <a:pt x="19170" y="170517"/>
                      <a:pt x="14438" y="159831"/>
                    </a:cubicBezTo>
                    <a:cubicBezTo>
                      <a:pt x="18892" y="159831"/>
                      <a:pt x="22510" y="159831"/>
                      <a:pt x="26407" y="156543"/>
                    </a:cubicBezTo>
                    <a:cubicBezTo>
                      <a:pt x="29191" y="154077"/>
                      <a:pt x="31974" y="150514"/>
                      <a:pt x="31974" y="145308"/>
                    </a:cubicBezTo>
                    <a:cubicBezTo>
                      <a:pt x="31974" y="136814"/>
                      <a:pt x="24459" y="135718"/>
                      <a:pt x="21675" y="135718"/>
                    </a:cubicBezTo>
                    <a:cubicBezTo>
                      <a:pt x="15273" y="135718"/>
                      <a:pt x="6087" y="140102"/>
                      <a:pt x="6087" y="153529"/>
                    </a:cubicBezTo>
                    <a:cubicBezTo>
                      <a:pt x="6087" y="167229"/>
                      <a:pt x="18335" y="177367"/>
                      <a:pt x="35593" y="177367"/>
                    </a:cubicBezTo>
                    <a:cubicBezTo>
                      <a:pt x="64264" y="177367"/>
                      <a:pt x="92934" y="152433"/>
                      <a:pt x="100728" y="121470"/>
                    </a:cubicBezTo>
                    <a:lnTo>
                      <a:pt x="127451" y="16799"/>
                    </a:lnTo>
                    <a:close/>
                  </a:path>
                </a:pathLst>
              </a:custGeom>
              <a:grpFill/>
              <a:ln w="2727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2157" name="Group 2156">
              <a:extLst>
                <a:ext uri="{FF2B5EF4-FFF2-40B4-BE49-F238E27FC236}">
                  <a16:creationId xmlns:a16="http://schemas.microsoft.com/office/drawing/2014/main" id="{03EC620A-04BC-1CAB-3E79-EC6E9C4F803E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>
            <a:xfrm>
              <a:off x="3168895" y="6192791"/>
              <a:ext cx="841592" cy="274205"/>
              <a:chOff x="16256169" y="9277398"/>
              <a:chExt cx="841592" cy="274205"/>
            </a:xfrm>
            <a:grpFill/>
          </p:grpSpPr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EE1C0FE8-6C9F-8341-26F6-77F68FDFD97F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6256169" y="9371058"/>
                <a:ext cx="192015" cy="180545"/>
              </a:xfrm>
              <a:custGeom>
                <a:avLst/>
                <a:gdLst>
                  <a:gd name="connsiteX0" fmla="*/ 21123 w 192015"/>
                  <a:gd name="connsiteY0" fmla="*/ 152731 h 180545"/>
                  <a:gd name="connsiteX1" fmla="*/ 17935 w 192015"/>
                  <a:gd name="connsiteY1" fmla="*/ 169869 h 180545"/>
                  <a:gd name="connsiteX2" fmla="*/ 28209 w 192015"/>
                  <a:gd name="connsiteY2" fmla="*/ 180630 h 180545"/>
                  <a:gd name="connsiteX3" fmla="*/ 41317 w 192015"/>
                  <a:gd name="connsiteY3" fmla="*/ 169471 h 180545"/>
                  <a:gd name="connsiteX4" fmla="*/ 48048 w 192015"/>
                  <a:gd name="connsiteY4" fmla="*/ 139978 h 180545"/>
                  <a:gd name="connsiteX5" fmla="*/ 55842 w 192015"/>
                  <a:gd name="connsiteY5" fmla="*/ 104108 h 180545"/>
                  <a:gd name="connsiteX6" fmla="*/ 61865 w 192015"/>
                  <a:gd name="connsiteY6" fmla="*/ 77404 h 180545"/>
                  <a:gd name="connsiteX7" fmla="*/ 66470 w 192015"/>
                  <a:gd name="connsiteY7" fmla="*/ 57477 h 180545"/>
                  <a:gd name="connsiteX8" fmla="*/ 124217 w 192015"/>
                  <a:gd name="connsiteY8" fmla="*/ 8853 h 180545"/>
                  <a:gd name="connsiteX9" fmla="*/ 143347 w 192015"/>
                  <a:gd name="connsiteY9" fmla="*/ 36752 h 180545"/>
                  <a:gd name="connsiteX10" fmla="*/ 120320 w 192015"/>
                  <a:gd name="connsiteY10" fmla="*/ 129615 h 180545"/>
                  <a:gd name="connsiteX11" fmla="*/ 116777 w 192015"/>
                  <a:gd name="connsiteY11" fmla="*/ 147949 h 180545"/>
                  <a:gd name="connsiteX12" fmla="*/ 145827 w 192015"/>
                  <a:gd name="connsiteY12" fmla="*/ 180630 h 180545"/>
                  <a:gd name="connsiteX13" fmla="*/ 192237 w 192015"/>
                  <a:gd name="connsiteY13" fmla="*/ 119253 h 180545"/>
                  <a:gd name="connsiteX14" fmla="*/ 187985 w 192015"/>
                  <a:gd name="connsiteY14" fmla="*/ 115267 h 180545"/>
                  <a:gd name="connsiteX15" fmla="*/ 182671 w 192015"/>
                  <a:gd name="connsiteY15" fmla="*/ 122441 h 180545"/>
                  <a:gd name="connsiteX16" fmla="*/ 146536 w 192015"/>
                  <a:gd name="connsiteY16" fmla="*/ 171862 h 180545"/>
                  <a:gd name="connsiteX17" fmla="*/ 138033 w 192015"/>
                  <a:gd name="connsiteY17" fmla="*/ 158710 h 180545"/>
                  <a:gd name="connsiteX18" fmla="*/ 144410 w 192015"/>
                  <a:gd name="connsiteY18" fmla="*/ 130412 h 180545"/>
                  <a:gd name="connsiteX19" fmla="*/ 166021 w 192015"/>
                  <a:gd name="connsiteY19" fmla="*/ 42730 h 180545"/>
                  <a:gd name="connsiteX20" fmla="*/ 125279 w 192015"/>
                  <a:gd name="connsiteY20" fmla="*/ 85 h 180545"/>
                  <a:gd name="connsiteX21" fmla="*/ 70013 w 192015"/>
                  <a:gd name="connsiteY21" fmla="*/ 34759 h 180545"/>
                  <a:gd name="connsiteX22" fmla="*/ 37420 w 192015"/>
                  <a:gd name="connsiteY22" fmla="*/ 85 h 180545"/>
                  <a:gd name="connsiteX23" fmla="*/ 10850 w 192015"/>
                  <a:gd name="connsiteY23" fmla="*/ 22802 h 180545"/>
                  <a:gd name="connsiteX24" fmla="*/ 222 w 192015"/>
                  <a:gd name="connsiteY24" fmla="*/ 61462 h 180545"/>
                  <a:gd name="connsiteX25" fmla="*/ 4473 w 192015"/>
                  <a:gd name="connsiteY25" fmla="*/ 65448 h 180545"/>
                  <a:gd name="connsiteX26" fmla="*/ 10495 w 192015"/>
                  <a:gd name="connsiteY26" fmla="*/ 56281 h 180545"/>
                  <a:gd name="connsiteX27" fmla="*/ 36357 w 192015"/>
                  <a:gd name="connsiteY27" fmla="*/ 8853 h 180545"/>
                  <a:gd name="connsiteX28" fmla="*/ 47340 w 192015"/>
                  <a:gd name="connsiteY28" fmla="*/ 27186 h 180545"/>
                  <a:gd name="connsiteX29" fmla="*/ 41671 w 192015"/>
                  <a:gd name="connsiteY29" fmla="*/ 60665 h 180545"/>
                  <a:gd name="connsiteX30" fmla="*/ 21123 w 192015"/>
                  <a:gd name="connsiteY30" fmla="*/ 152731 h 180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92015" h="180545">
                    <a:moveTo>
                      <a:pt x="21123" y="152731"/>
                    </a:moveTo>
                    <a:cubicBezTo>
                      <a:pt x="20061" y="158710"/>
                      <a:pt x="17935" y="167877"/>
                      <a:pt x="17935" y="169869"/>
                    </a:cubicBezTo>
                    <a:cubicBezTo>
                      <a:pt x="17935" y="177043"/>
                      <a:pt x="22895" y="180630"/>
                      <a:pt x="28209" y="180630"/>
                    </a:cubicBezTo>
                    <a:cubicBezTo>
                      <a:pt x="32460" y="180630"/>
                      <a:pt x="38837" y="177442"/>
                      <a:pt x="41317" y="169471"/>
                    </a:cubicBezTo>
                    <a:cubicBezTo>
                      <a:pt x="41671" y="168674"/>
                      <a:pt x="45923" y="149942"/>
                      <a:pt x="48048" y="139978"/>
                    </a:cubicBezTo>
                    <a:lnTo>
                      <a:pt x="55842" y="104108"/>
                    </a:lnTo>
                    <a:cubicBezTo>
                      <a:pt x="57968" y="95339"/>
                      <a:pt x="60093" y="86571"/>
                      <a:pt x="61865" y="77404"/>
                    </a:cubicBezTo>
                    <a:cubicBezTo>
                      <a:pt x="63282" y="70629"/>
                      <a:pt x="66116" y="59071"/>
                      <a:pt x="66470" y="57477"/>
                    </a:cubicBezTo>
                    <a:cubicBezTo>
                      <a:pt x="71784" y="45121"/>
                      <a:pt x="90561" y="8853"/>
                      <a:pt x="124217" y="8853"/>
                    </a:cubicBezTo>
                    <a:cubicBezTo>
                      <a:pt x="140159" y="8853"/>
                      <a:pt x="143347" y="23599"/>
                      <a:pt x="143347" y="36752"/>
                    </a:cubicBezTo>
                    <a:cubicBezTo>
                      <a:pt x="143347" y="61462"/>
                      <a:pt x="125988" y="112477"/>
                      <a:pt x="120320" y="129615"/>
                    </a:cubicBezTo>
                    <a:cubicBezTo>
                      <a:pt x="117131" y="138782"/>
                      <a:pt x="116777" y="143565"/>
                      <a:pt x="116777" y="147949"/>
                    </a:cubicBezTo>
                    <a:cubicBezTo>
                      <a:pt x="116777" y="166681"/>
                      <a:pt x="129176" y="180630"/>
                      <a:pt x="145827" y="180630"/>
                    </a:cubicBezTo>
                    <a:cubicBezTo>
                      <a:pt x="179129" y="180630"/>
                      <a:pt x="192237" y="122441"/>
                      <a:pt x="192237" y="119253"/>
                    </a:cubicBezTo>
                    <a:cubicBezTo>
                      <a:pt x="192237" y="115267"/>
                      <a:pt x="189048" y="115267"/>
                      <a:pt x="187985" y="115267"/>
                    </a:cubicBezTo>
                    <a:cubicBezTo>
                      <a:pt x="184443" y="115267"/>
                      <a:pt x="184443" y="116463"/>
                      <a:pt x="182671" y="122441"/>
                    </a:cubicBezTo>
                    <a:cubicBezTo>
                      <a:pt x="175586" y="149543"/>
                      <a:pt x="163895" y="171862"/>
                      <a:pt x="146536" y="171862"/>
                    </a:cubicBezTo>
                    <a:cubicBezTo>
                      <a:pt x="140513" y="171862"/>
                      <a:pt x="138033" y="167877"/>
                      <a:pt x="138033" y="158710"/>
                    </a:cubicBezTo>
                    <a:cubicBezTo>
                      <a:pt x="138033" y="148746"/>
                      <a:pt x="141222" y="139181"/>
                      <a:pt x="144410" y="130412"/>
                    </a:cubicBezTo>
                    <a:cubicBezTo>
                      <a:pt x="151141" y="109289"/>
                      <a:pt x="166021" y="65448"/>
                      <a:pt x="166021" y="42730"/>
                    </a:cubicBezTo>
                    <a:cubicBezTo>
                      <a:pt x="166021" y="16027"/>
                      <a:pt x="150787" y="85"/>
                      <a:pt x="125279" y="85"/>
                    </a:cubicBezTo>
                    <a:cubicBezTo>
                      <a:pt x="93395" y="85"/>
                      <a:pt x="76036" y="25592"/>
                      <a:pt x="70013" y="34759"/>
                    </a:cubicBezTo>
                    <a:cubicBezTo>
                      <a:pt x="68242" y="12440"/>
                      <a:pt x="53716" y="85"/>
                      <a:pt x="37420" y="85"/>
                    </a:cubicBezTo>
                    <a:cubicBezTo>
                      <a:pt x="21124" y="85"/>
                      <a:pt x="14392" y="15628"/>
                      <a:pt x="10850" y="22802"/>
                    </a:cubicBezTo>
                    <a:cubicBezTo>
                      <a:pt x="5181" y="36353"/>
                      <a:pt x="222" y="59868"/>
                      <a:pt x="222" y="61462"/>
                    </a:cubicBezTo>
                    <a:cubicBezTo>
                      <a:pt x="222" y="65448"/>
                      <a:pt x="3764" y="65448"/>
                      <a:pt x="4473" y="65448"/>
                    </a:cubicBezTo>
                    <a:cubicBezTo>
                      <a:pt x="8015" y="65448"/>
                      <a:pt x="8370" y="65049"/>
                      <a:pt x="10495" y="56281"/>
                    </a:cubicBezTo>
                    <a:cubicBezTo>
                      <a:pt x="16518" y="27984"/>
                      <a:pt x="23603" y="8853"/>
                      <a:pt x="36357" y="8853"/>
                    </a:cubicBezTo>
                    <a:cubicBezTo>
                      <a:pt x="43443" y="8853"/>
                      <a:pt x="47340" y="14034"/>
                      <a:pt x="47340" y="27186"/>
                    </a:cubicBezTo>
                    <a:cubicBezTo>
                      <a:pt x="47340" y="35556"/>
                      <a:pt x="46277" y="39940"/>
                      <a:pt x="41671" y="60665"/>
                    </a:cubicBezTo>
                    <a:lnTo>
                      <a:pt x="21123" y="152731"/>
                    </a:lnTo>
                    <a:close/>
                  </a:path>
                </a:pathLst>
              </a:custGeom>
              <a:grpFill/>
              <a:ln w="353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2C24AB1C-95D3-4E04-0134-057BD9912221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6576787" y="9400950"/>
                <a:ext cx="235590" cy="93261"/>
              </a:xfrm>
              <a:custGeom>
                <a:avLst/>
                <a:gdLst>
                  <a:gd name="connsiteX0" fmla="*/ 223776 w 235590"/>
                  <a:gd name="connsiteY0" fmla="*/ 16027 h 93261"/>
                  <a:gd name="connsiteX1" fmla="*/ 235821 w 235590"/>
                  <a:gd name="connsiteY1" fmla="*/ 8056 h 93261"/>
                  <a:gd name="connsiteX2" fmla="*/ 224130 w 235590"/>
                  <a:gd name="connsiteY2" fmla="*/ 85 h 93261"/>
                  <a:gd name="connsiteX3" fmla="*/ 11921 w 235590"/>
                  <a:gd name="connsiteY3" fmla="*/ 85 h 93261"/>
                  <a:gd name="connsiteX4" fmla="*/ 230 w 235590"/>
                  <a:gd name="connsiteY4" fmla="*/ 8056 h 93261"/>
                  <a:gd name="connsiteX5" fmla="*/ 12275 w 235590"/>
                  <a:gd name="connsiteY5" fmla="*/ 16027 h 93261"/>
                  <a:gd name="connsiteX6" fmla="*/ 223776 w 235590"/>
                  <a:gd name="connsiteY6" fmla="*/ 16027 h 93261"/>
                  <a:gd name="connsiteX7" fmla="*/ 224130 w 235590"/>
                  <a:gd name="connsiteY7" fmla="*/ 93347 h 93261"/>
                  <a:gd name="connsiteX8" fmla="*/ 235821 w 235590"/>
                  <a:gd name="connsiteY8" fmla="*/ 85376 h 93261"/>
                  <a:gd name="connsiteX9" fmla="*/ 223776 w 235590"/>
                  <a:gd name="connsiteY9" fmla="*/ 77404 h 93261"/>
                  <a:gd name="connsiteX10" fmla="*/ 12275 w 235590"/>
                  <a:gd name="connsiteY10" fmla="*/ 77404 h 93261"/>
                  <a:gd name="connsiteX11" fmla="*/ 230 w 235590"/>
                  <a:gd name="connsiteY11" fmla="*/ 85376 h 93261"/>
                  <a:gd name="connsiteX12" fmla="*/ 11921 w 235590"/>
                  <a:gd name="connsiteY12" fmla="*/ 93347 h 93261"/>
                  <a:gd name="connsiteX13" fmla="*/ 224130 w 235590"/>
                  <a:gd name="connsiteY13" fmla="*/ 93347 h 93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5590" h="93261">
                    <a:moveTo>
                      <a:pt x="223776" y="16027"/>
                    </a:moveTo>
                    <a:cubicBezTo>
                      <a:pt x="229090" y="16027"/>
                      <a:pt x="235821" y="16027"/>
                      <a:pt x="235821" y="8056"/>
                    </a:cubicBezTo>
                    <a:cubicBezTo>
                      <a:pt x="235821" y="85"/>
                      <a:pt x="229090" y="85"/>
                      <a:pt x="224130" y="85"/>
                    </a:cubicBezTo>
                    <a:lnTo>
                      <a:pt x="11921" y="85"/>
                    </a:lnTo>
                    <a:cubicBezTo>
                      <a:pt x="6961" y="85"/>
                      <a:pt x="230" y="85"/>
                      <a:pt x="230" y="8056"/>
                    </a:cubicBezTo>
                    <a:cubicBezTo>
                      <a:pt x="230" y="16027"/>
                      <a:pt x="6961" y="16027"/>
                      <a:pt x="12275" y="16027"/>
                    </a:cubicBezTo>
                    <a:lnTo>
                      <a:pt x="223776" y="16027"/>
                    </a:lnTo>
                    <a:close/>
                    <a:moveTo>
                      <a:pt x="224130" y="93347"/>
                    </a:moveTo>
                    <a:cubicBezTo>
                      <a:pt x="229090" y="93347"/>
                      <a:pt x="235821" y="93347"/>
                      <a:pt x="235821" y="85376"/>
                    </a:cubicBezTo>
                    <a:cubicBezTo>
                      <a:pt x="235821" y="77404"/>
                      <a:pt x="229090" y="77404"/>
                      <a:pt x="223776" y="77404"/>
                    </a:cubicBezTo>
                    <a:lnTo>
                      <a:pt x="12275" y="77404"/>
                    </a:lnTo>
                    <a:cubicBezTo>
                      <a:pt x="6961" y="77404"/>
                      <a:pt x="230" y="77404"/>
                      <a:pt x="230" y="85376"/>
                    </a:cubicBezTo>
                    <a:cubicBezTo>
                      <a:pt x="230" y="93347"/>
                      <a:pt x="6961" y="93347"/>
                      <a:pt x="11921" y="93347"/>
                    </a:cubicBezTo>
                    <a:lnTo>
                      <a:pt x="224130" y="93347"/>
                    </a:lnTo>
                    <a:close/>
                  </a:path>
                </a:pathLst>
              </a:custGeom>
              <a:grpFill/>
              <a:ln w="353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84EFBCA4-F8B3-B4C2-2C25-881110397D65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16940819" y="9277398"/>
                <a:ext cx="156942" cy="269822"/>
              </a:xfrm>
              <a:custGeom>
                <a:avLst/>
                <a:gdLst>
                  <a:gd name="connsiteX0" fmla="*/ 94477 w 156942"/>
                  <a:gd name="connsiteY0" fmla="*/ 204145 h 269822"/>
                  <a:gd name="connsiteX1" fmla="*/ 94477 w 156942"/>
                  <a:gd name="connsiteY1" fmla="*/ 238819 h 269822"/>
                  <a:gd name="connsiteX2" fmla="*/ 67552 w 156942"/>
                  <a:gd name="connsiteY2" fmla="*/ 257551 h 269822"/>
                  <a:gd name="connsiteX3" fmla="*/ 60113 w 156942"/>
                  <a:gd name="connsiteY3" fmla="*/ 257551 h 269822"/>
                  <a:gd name="connsiteX4" fmla="*/ 60113 w 156942"/>
                  <a:gd name="connsiteY4" fmla="*/ 269907 h 269822"/>
                  <a:gd name="connsiteX5" fmla="*/ 107939 w 156942"/>
                  <a:gd name="connsiteY5" fmla="*/ 268711 h 269822"/>
                  <a:gd name="connsiteX6" fmla="*/ 156120 w 156942"/>
                  <a:gd name="connsiteY6" fmla="*/ 269907 h 269822"/>
                  <a:gd name="connsiteX7" fmla="*/ 156120 w 156942"/>
                  <a:gd name="connsiteY7" fmla="*/ 257551 h 269822"/>
                  <a:gd name="connsiteX8" fmla="*/ 148681 w 156942"/>
                  <a:gd name="connsiteY8" fmla="*/ 257551 h 269822"/>
                  <a:gd name="connsiteX9" fmla="*/ 121756 w 156942"/>
                  <a:gd name="connsiteY9" fmla="*/ 238819 h 269822"/>
                  <a:gd name="connsiteX10" fmla="*/ 121756 w 156942"/>
                  <a:gd name="connsiteY10" fmla="*/ 204145 h 269822"/>
                  <a:gd name="connsiteX11" fmla="*/ 157183 w 156942"/>
                  <a:gd name="connsiteY11" fmla="*/ 204145 h 269822"/>
                  <a:gd name="connsiteX12" fmla="*/ 157183 w 156942"/>
                  <a:gd name="connsiteY12" fmla="*/ 191790 h 269822"/>
                  <a:gd name="connsiteX13" fmla="*/ 121756 w 156942"/>
                  <a:gd name="connsiteY13" fmla="*/ 191790 h 269822"/>
                  <a:gd name="connsiteX14" fmla="*/ 121756 w 156942"/>
                  <a:gd name="connsiteY14" fmla="*/ 10447 h 269822"/>
                  <a:gd name="connsiteX15" fmla="*/ 116088 w 156942"/>
                  <a:gd name="connsiteY15" fmla="*/ 85 h 269822"/>
                  <a:gd name="connsiteX16" fmla="*/ 109002 w 156942"/>
                  <a:gd name="connsiteY16" fmla="*/ 4867 h 269822"/>
                  <a:gd name="connsiteX17" fmla="*/ 241 w 156942"/>
                  <a:gd name="connsiteY17" fmla="*/ 191790 h 269822"/>
                  <a:gd name="connsiteX18" fmla="*/ 241 w 156942"/>
                  <a:gd name="connsiteY18" fmla="*/ 204145 h 269822"/>
                  <a:gd name="connsiteX19" fmla="*/ 94477 w 156942"/>
                  <a:gd name="connsiteY19" fmla="*/ 204145 h 269822"/>
                  <a:gd name="connsiteX20" fmla="*/ 96603 w 156942"/>
                  <a:gd name="connsiteY20" fmla="*/ 191790 h 269822"/>
                  <a:gd name="connsiteX21" fmla="*/ 10160 w 156942"/>
                  <a:gd name="connsiteY21" fmla="*/ 191790 h 269822"/>
                  <a:gd name="connsiteX22" fmla="*/ 96603 w 156942"/>
                  <a:gd name="connsiteY22" fmla="*/ 43129 h 269822"/>
                  <a:gd name="connsiteX23" fmla="*/ 96603 w 156942"/>
                  <a:gd name="connsiteY23" fmla="*/ 191790 h 269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6942" h="269822">
                    <a:moveTo>
                      <a:pt x="94477" y="204145"/>
                    </a:moveTo>
                    <a:lnTo>
                      <a:pt x="94477" y="238819"/>
                    </a:lnTo>
                    <a:cubicBezTo>
                      <a:pt x="94477" y="253167"/>
                      <a:pt x="93768" y="257551"/>
                      <a:pt x="67552" y="257551"/>
                    </a:cubicBezTo>
                    <a:lnTo>
                      <a:pt x="60113" y="257551"/>
                    </a:lnTo>
                    <a:lnTo>
                      <a:pt x="60113" y="269907"/>
                    </a:lnTo>
                    <a:cubicBezTo>
                      <a:pt x="74638" y="268711"/>
                      <a:pt x="93060" y="268711"/>
                      <a:pt x="107939" y="268711"/>
                    </a:cubicBezTo>
                    <a:cubicBezTo>
                      <a:pt x="122819" y="268711"/>
                      <a:pt x="141595" y="268711"/>
                      <a:pt x="156120" y="269907"/>
                    </a:cubicBezTo>
                    <a:lnTo>
                      <a:pt x="156120" y="257551"/>
                    </a:lnTo>
                    <a:lnTo>
                      <a:pt x="148681" y="257551"/>
                    </a:lnTo>
                    <a:cubicBezTo>
                      <a:pt x="122464" y="257551"/>
                      <a:pt x="121756" y="253167"/>
                      <a:pt x="121756" y="238819"/>
                    </a:cubicBezTo>
                    <a:lnTo>
                      <a:pt x="121756" y="204145"/>
                    </a:lnTo>
                    <a:lnTo>
                      <a:pt x="157183" y="204145"/>
                    </a:lnTo>
                    <a:lnTo>
                      <a:pt x="157183" y="191790"/>
                    </a:lnTo>
                    <a:lnTo>
                      <a:pt x="121756" y="191790"/>
                    </a:lnTo>
                    <a:lnTo>
                      <a:pt x="121756" y="10447"/>
                    </a:lnTo>
                    <a:cubicBezTo>
                      <a:pt x="121756" y="2476"/>
                      <a:pt x="121756" y="85"/>
                      <a:pt x="116088" y="85"/>
                    </a:cubicBezTo>
                    <a:cubicBezTo>
                      <a:pt x="112899" y="85"/>
                      <a:pt x="111836" y="85"/>
                      <a:pt x="109002" y="4867"/>
                    </a:cubicBezTo>
                    <a:lnTo>
                      <a:pt x="241" y="191790"/>
                    </a:lnTo>
                    <a:lnTo>
                      <a:pt x="241" y="204145"/>
                    </a:lnTo>
                    <a:lnTo>
                      <a:pt x="94477" y="204145"/>
                    </a:lnTo>
                    <a:close/>
                    <a:moveTo>
                      <a:pt x="96603" y="191790"/>
                    </a:moveTo>
                    <a:lnTo>
                      <a:pt x="10160" y="191790"/>
                    </a:lnTo>
                    <a:lnTo>
                      <a:pt x="96603" y="43129"/>
                    </a:lnTo>
                    <a:lnTo>
                      <a:pt x="96603" y="191790"/>
                    </a:lnTo>
                    <a:close/>
                  </a:path>
                </a:pathLst>
              </a:custGeom>
              <a:grpFill/>
              <a:ln w="353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6510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ADB7F0E-E23B-9CD6-7297-DB82FCD82FA5}"/>
              </a:ext>
            </a:extLst>
          </p:cNvPr>
          <p:cNvGrpSpPr/>
          <p:nvPr/>
        </p:nvGrpSpPr>
        <p:grpSpPr>
          <a:xfrm>
            <a:off x="2163908" y="339953"/>
            <a:ext cx="9022888" cy="1062460"/>
            <a:chOff x="2133928" y="828056"/>
            <a:chExt cx="9022888" cy="106246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8053037-324B-5428-2AA7-BF177571ED66}"/>
                </a:ext>
              </a:extLst>
            </p:cNvPr>
            <p:cNvGrpSpPr>
              <a:grpSpLocks noChangeAspect="1"/>
            </p:cNvGrpSpPr>
            <p:nvPr>
              <p:custDataLst>
                <p:tags r:id="rId184"/>
              </p:custDataLst>
            </p:nvPr>
          </p:nvGrpSpPr>
          <p:grpSpPr>
            <a:xfrm>
              <a:off x="2975815" y="828056"/>
              <a:ext cx="3623309" cy="1062460"/>
              <a:chOff x="9236147" y="3537706"/>
              <a:chExt cx="3623309" cy="1062460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40F91E36-CD18-D1B1-0074-380BDD8CBD79}"/>
                  </a:ext>
                </a:extLst>
              </p:cNvPr>
              <p:cNvSpPr/>
              <p:nvPr>
                <p:custDataLst>
                  <p:tags r:id="rId204"/>
                </p:custDataLst>
              </p:nvPr>
            </p:nvSpPr>
            <p:spPr>
              <a:xfrm>
                <a:off x="9236147" y="3537706"/>
                <a:ext cx="105109" cy="1062460"/>
              </a:xfrm>
              <a:custGeom>
                <a:avLst/>
                <a:gdLst>
                  <a:gd name="connsiteX0" fmla="*/ 180 w 105109"/>
                  <a:gd name="connsiteY0" fmla="*/ 1062536 h 1062460"/>
                  <a:gd name="connsiteX1" fmla="*/ 105289 w 105109"/>
                  <a:gd name="connsiteY1" fmla="*/ 1062536 h 1062460"/>
                  <a:gd name="connsiteX2" fmla="*/ 105289 w 105109"/>
                  <a:gd name="connsiteY2" fmla="*/ 1040571 h 1062460"/>
                  <a:gd name="connsiteX3" fmla="*/ 22196 w 105109"/>
                  <a:gd name="connsiteY3" fmla="*/ 1040571 h 1062460"/>
                  <a:gd name="connsiteX4" fmla="*/ 22196 w 105109"/>
                  <a:gd name="connsiteY4" fmla="*/ 22040 h 1062460"/>
                  <a:gd name="connsiteX5" fmla="*/ 105289 w 105109"/>
                  <a:gd name="connsiteY5" fmla="*/ 22040 h 1062460"/>
                  <a:gd name="connsiteX6" fmla="*/ 105289 w 105109"/>
                  <a:gd name="connsiteY6" fmla="*/ 75 h 1062460"/>
                  <a:gd name="connsiteX7" fmla="*/ 180 w 105109"/>
                  <a:gd name="connsiteY7" fmla="*/ 75 h 1062460"/>
                  <a:gd name="connsiteX8" fmla="*/ 180 w 105109"/>
                  <a:gd name="connsiteY8" fmla="*/ 1062536 h 1062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09" h="1062460">
                    <a:moveTo>
                      <a:pt x="180" y="1062536"/>
                    </a:moveTo>
                    <a:lnTo>
                      <a:pt x="105289" y="1062536"/>
                    </a:lnTo>
                    <a:lnTo>
                      <a:pt x="105289" y="1040571"/>
                    </a:lnTo>
                    <a:lnTo>
                      <a:pt x="22196" y="1040571"/>
                    </a:lnTo>
                    <a:lnTo>
                      <a:pt x="22196" y="22040"/>
                    </a:lnTo>
                    <a:lnTo>
                      <a:pt x="105289" y="22040"/>
                    </a:lnTo>
                    <a:lnTo>
                      <a:pt x="105289" y="75"/>
                    </a:lnTo>
                    <a:lnTo>
                      <a:pt x="180" y="75"/>
                    </a:lnTo>
                    <a:lnTo>
                      <a:pt x="180" y="106253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F0D15A1-838D-69D1-2A97-5E5D8B794911}"/>
                  </a:ext>
                </a:extLst>
              </p:cNvPr>
              <p:cNvSpPr/>
              <p:nvPr>
                <p:custDataLst>
                  <p:tags r:id="rId205"/>
                </p:custDataLst>
              </p:nvPr>
            </p:nvSpPr>
            <p:spPr>
              <a:xfrm>
                <a:off x="9444355" y="3550536"/>
                <a:ext cx="157308" cy="239841"/>
              </a:xfrm>
              <a:custGeom>
                <a:avLst/>
                <a:gdLst>
                  <a:gd name="connsiteX0" fmla="*/ 94645 w 157308"/>
                  <a:gd name="connsiteY0" fmla="*/ 181469 h 239841"/>
                  <a:gd name="connsiteX1" fmla="*/ 94645 w 157308"/>
                  <a:gd name="connsiteY1" fmla="*/ 212291 h 239841"/>
                  <a:gd name="connsiteX2" fmla="*/ 67657 w 157308"/>
                  <a:gd name="connsiteY2" fmla="*/ 228941 h 239841"/>
                  <a:gd name="connsiteX3" fmla="*/ 60200 w 157308"/>
                  <a:gd name="connsiteY3" fmla="*/ 228941 h 239841"/>
                  <a:gd name="connsiteX4" fmla="*/ 60200 w 157308"/>
                  <a:gd name="connsiteY4" fmla="*/ 239924 h 239841"/>
                  <a:gd name="connsiteX5" fmla="*/ 108139 w 157308"/>
                  <a:gd name="connsiteY5" fmla="*/ 238861 h 239841"/>
                  <a:gd name="connsiteX6" fmla="*/ 156432 w 157308"/>
                  <a:gd name="connsiteY6" fmla="*/ 239924 h 239841"/>
                  <a:gd name="connsiteX7" fmla="*/ 156432 w 157308"/>
                  <a:gd name="connsiteY7" fmla="*/ 228941 h 239841"/>
                  <a:gd name="connsiteX8" fmla="*/ 148975 w 157308"/>
                  <a:gd name="connsiteY8" fmla="*/ 228941 h 239841"/>
                  <a:gd name="connsiteX9" fmla="*/ 121987 w 157308"/>
                  <a:gd name="connsiteY9" fmla="*/ 212291 h 239841"/>
                  <a:gd name="connsiteX10" fmla="*/ 121987 w 157308"/>
                  <a:gd name="connsiteY10" fmla="*/ 181469 h 239841"/>
                  <a:gd name="connsiteX11" fmla="*/ 157497 w 157308"/>
                  <a:gd name="connsiteY11" fmla="*/ 181469 h 239841"/>
                  <a:gd name="connsiteX12" fmla="*/ 157497 w 157308"/>
                  <a:gd name="connsiteY12" fmla="*/ 170487 h 239841"/>
                  <a:gd name="connsiteX13" fmla="*/ 121987 w 157308"/>
                  <a:gd name="connsiteY13" fmla="*/ 170487 h 239841"/>
                  <a:gd name="connsiteX14" fmla="*/ 121987 w 157308"/>
                  <a:gd name="connsiteY14" fmla="*/ 9293 h 239841"/>
                  <a:gd name="connsiteX15" fmla="*/ 116306 w 157308"/>
                  <a:gd name="connsiteY15" fmla="*/ 82 h 239841"/>
                  <a:gd name="connsiteX16" fmla="*/ 109204 w 157308"/>
                  <a:gd name="connsiteY16" fmla="*/ 4333 h 239841"/>
                  <a:gd name="connsiteX17" fmla="*/ 188 w 157308"/>
                  <a:gd name="connsiteY17" fmla="*/ 170487 h 239841"/>
                  <a:gd name="connsiteX18" fmla="*/ 188 w 157308"/>
                  <a:gd name="connsiteY18" fmla="*/ 181469 h 239841"/>
                  <a:gd name="connsiteX19" fmla="*/ 94645 w 157308"/>
                  <a:gd name="connsiteY19" fmla="*/ 181469 h 239841"/>
                  <a:gd name="connsiteX20" fmla="*/ 96775 w 157308"/>
                  <a:gd name="connsiteY20" fmla="*/ 170487 h 239841"/>
                  <a:gd name="connsiteX21" fmla="*/ 10131 w 157308"/>
                  <a:gd name="connsiteY21" fmla="*/ 170487 h 239841"/>
                  <a:gd name="connsiteX22" fmla="*/ 96775 w 157308"/>
                  <a:gd name="connsiteY22" fmla="*/ 38343 h 239841"/>
                  <a:gd name="connsiteX23" fmla="*/ 96775 w 157308"/>
                  <a:gd name="connsiteY23" fmla="*/ 170487 h 239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7308" h="239841">
                    <a:moveTo>
                      <a:pt x="94645" y="181469"/>
                    </a:moveTo>
                    <a:lnTo>
                      <a:pt x="94645" y="212291"/>
                    </a:lnTo>
                    <a:cubicBezTo>
                      <a:pt x="94645" y="225044"/>
                      <a:pt x="93935" y="228941"/>
                      <a:pt x="67657" y="228941"/>
                    </a:cubicBezTo>
                    <a:lnTo>
                      <a:pt x="60200" y="228941"/>
                    </a:lnTo>
                    <a:lnTo>
                      <a:pt x="60200" y="239924"/>
                    </a:lnTo>
                    <a:cubicBezTo>
                      <a:pt x="74759" y="238861"/>
                      <a:pt x="93224" y="238861"/>
                      <a:pt x="108139" y="238861"/>
                    </a:cubicBezTo>
                    <a:cubicBezTo>
                      <a:pt x="123053" y="238861"/>
                      <a:pt x="141873" y="238861"/>
                      <a:pt x="156432" y="239924"/>
                    </a:cubicBezTo>
                    <a:lnTo>
                      <a:pt x="156432" y="228941"/>
                    </a:lnTo>
                    <a:lnTo>
                      <a:pt x="148975" y="228941"/>
                    </a:lnTo>
                    <a:cubicBezTo>
                      <a:pt x="122698" y="228941"/>
                      <a:pt x="121987" y="225044"/>
                      <a:pt x="121987" y="212291"/>
                    </a:cubicBezTo>
                    <a:lnTo>
                      <a:pt x="121987" y="181469"/>
                    </a:lnTo>
                    <a:lnTo>
                      <a:pt x="157497" y="181469"/>
                    </a:lnTo>
                    <a:lnTo>
                      <a:pt x="157497" y="170487"/>
                    </a:lnTo>
                    <a:lnTo>
                      <a:pt x="121987" y="170487"/>
                    </a:lnTo>
                    <a:lnTo>
                      <a:pt x="121987" y="9293"/>
                    </a:lnTo>
                    <a:cubicBezTo>
                      <a:pt x="121987" y="2208"/>
                      <a:pt x="121987" y="82"/>
                      <a:pt x="116306" y="82"/>
                    </a:cubicBezTo>
                    <a:cubicBezTo>
                      <a:pt x="113110" y="82"/>
                      <a:pt x="112045" y="82"/>
                      <a:pt x="109204" y="4333"/>
                    </a:cubicBezTo>
                    <a:lnTo>
                      <a:pt x="188" y="170487"/>
                    </a:lnTo>
                    <a:lnTo>
                      <a:pt x="188" y="181469"/>
                    </a:lnTo>
                    <a:lnTo>
                      <a:pt x="94645" y="181469"/>
                    </a:lnTo>
                    <a:close/>
                    <a:moveTo>
                      <a:pt x="96775" y="170487"/>
                    </a:moveTo>
                    <a:lnTo>
                      <a:pt x="10131" y="170487"/>
                    </a:lnTo>
                    <a:lnTo>
                      <a:pt x="96775" y="38343"/>
                    </a:lnTo>
                    <a:lnTo>
                      <a:pt x="96775" y="170487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67B93AA-85CC-C0E9-4E50-CD46C9BFDE97}"/>
                  </a:ext>
                </a:extLst>
              </p:cNvPr>
              <p:cNvSpPr/>
              <p:nvPr>
                <p:custDataLst>
                  <p:tags r:id="rId206"/>
                </p:custDataLst>
              </p:nvPr>
            </p:nvSpPr>
            <p:spPr>
              <a:xfrm>
                <a:off x="10087440" y="3554433"/>
                <a:ext cx="117182" cy="235944"/>
              </a:xfrm>
              <a:custGeom>
                <a:avLst/>
                <a:gdLst>
                  <a:gd name="connsiteX0" fmla="*/ 73001 w 117182"/>
                  <a:gd name="connsiteY0" fmla="*/ 9293 h 235944"/>
                  <a:gd name="connsiteX1" fmla="*/ 64834 w 117182"/>
                  <a:gd name="connsiteY1" fmla="*/ 82 h 235944"/>
                  <a:gd name="connsiteX2" fmla="*/ 206 w 117182"/>
                  <a:gd name="connsiteY2" fmla="*/ 22755 h 235944"/>
                  <a:gd name="connsiteX3" fmla="*/ 206 w 117182"/>
                  <a:gd name="connsiteY3" fmla="*/ 33738 h 235944"/>
                  <a:gd name="connsiteX4" fmla="*/ 46724 w 117182"/>
                  <a:gd name="connsiteY4" fmla="*/ 24527 h 235944"/>
                  <a:gd name="connsiteX5" fmla="*/ 46724 w 117182"/>
                  <a:gd name="connsiteY5" fmla="*/ 208039 h 235944"/>
                  <a:gd name="connsiteX6" fmla="*/ 13700 w 117182"/>
                  <a:gd name="connsiteY6" fmla="*/ 225044 h 235944"/>
                  <a:gd name="connsiteX7" fmla="*/ 2336 w 117182"/>
                  <a:gd name="connsiteY7" fmla="*/ 225044 h 235944"/>
                  <a:gd name="connsiteX8" fmla="*/ 2336 w 117182"/>
                  <a:gd name="connsiteY8" fmla="*/ 236027 h 235944"/>
                  <a:gd name="connsiteX9" fmla="*/ 59862 w 117182"/>
                  <a:gd name="connsiteY9" fmla="*/ 234964 h 235944"/>
                  <a:gd name="connsiteX10" fmla="*/ 117389 w 117182"/>
                  <a:gd name="connsiteY10" fmla="*/ 236027 h 235944"/>
                  <a:gd name="connsiteX11" fmla="*/ 117389 w 117182"/>
                  <a:gd name="connsiteY11" fmla="*/ 225044 h 235944"/>
                  <a:gd name="connsiteX12" fmla="*/ 106025 w 117182"/>
                  <a:gd name="connsiteY12" fmla="*/ 225044 h 235944"/>
                  <a:gd name="connsiteX13" fmla="*/ 73001 w 117182"/>
                  <a:gd name="connsiteY13" fmla="*/ 208039 h 235944"/>
                  <a:gd name="connsiteX14" fmla="*/ 73001 w 117182"/>
                  <a:gd name="connsiteY14" fmla="*/ 9293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182" h="235944">
                    <a:moveTo>
                      <a:pt x="73001" y="9293"/>
                    </a:moveTo>
                    <a:cubicBezTo>
                      <a:pt x="73001" y="791"/>
                      <a:pt x="73001" y="82"/>
                      <a:pt x="64834" y="82"/>
                    </a:cubicBezTo>
                    <a:cubicBezTo>
                      <a:pt x="42818" y="22755"/>
                      <a:pt x="11569" y="22755"/>
                      <a:pt x="206" y="22755"/>
                    </a:cubicBezTo>
                    <a:lnTo>
                      <a:pt x="206" y="33738"/>
                    </a:lnTo>
                    <a:cubicBezTo>
                      <a:pt x="7308" y="33738"/>
                      <a:pt x="28259" y="33738"/>
                      <a:pt x="46724" y="24527"/>
                    </a:cubicBezTo>
                    <a:lnTo>
                      <a:pt x="46724" y="208039"/>
                    </a:lnTo>
                    <a:cubicBezTo>
                      <a:pt x="46724" y="220793"/>
                      <a:pt x="45658" y="225044"/>
                      <a:pt x="13700" y="225044"/>
                    </a:cubicBezTo>
                    <a:lnTo>
                      <a:pt x="2336" y="225044"/>
                    </a:lnTo>
                    <a:lnTo>
                      <a:pt x="2336" y="236027"/>
                    </a:lnTo>
                    <a:cubicBezTo>
                      <a:pt x="14765" y="234964"/>
                      <a:pt x="45658" y="234964"/>
                      <a:pt x="59862" y="234964"/>
                    </a:cubicBezTo>
                    <a:cubicBezTo>
                      <a:pt x="74066" y="234964"/>
                      <a:pt x="104960" y="234964"/>
                      <a:pt x="117389" y="236027"/>
                    </a:cubicBezTo>
                    <a:lnTo>
                      <a:pt x="117389" y="225044"/>
                    </a:lnTo>
                    <a:lnTo>
                      <a:pt x="106025" y="225044"/>
                    </a:lnTo>
                    <a:cubicBezTo>
                      <a:pt x="74066" y="225044"/>
                      <a:pt x="73001" y="221147"/>
                      <a:pt x="73001" y="208039"/>
                    </a:cubicBezTo>
                    <a:lnTo>
                      <a:pt x="73001" y="929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5360CEAE-D4C1-63B1-38A5-4A70A211B35C}"/>
                  </a:ext>
                </a:extLst>
              </p:cNvPr>
              <p:cNvSpPr/>
              <p:nvPr>
                <p:custDataLst>
                  <p:tags r:id="rId207"/>
                </p:custDataLst>
              </p:nvPr>
            </p:nvSpPr>
            <p:spPr>
              <a:xfrm>
                <a:off x="10248301" y="3554433"/>
                <a:ext cx="147366" cy="243738"/>
              </a:xfrm>
              <a:custGeom>
                <a:avLst/>
                <a:gdLst>
                  <a:gd name="connsiteX0" fmla="*/ 32170 w 147366"/>
                  <a:gd name="connsiteY0" fmla="*/ 119826 h 243738"/>
                  <a:gd name="connsiteX1" fmla="*/ 32170 w 147366"/>
                  <a:gd name="connsiteY1" fmla="*/ 111323 h 243738"/>
                  <a:gd name="connsiteX2" fmla="*/ 94312 w 147366"/>
                  <a:gd name="connsiteY2" fmla="*/ 8939 h 243738"/>
                  <a:gd name="connsiteX3" fmla="*/ 125561 w 147366"/>
                  <a:gd name="connsiteY3" fmla="*/ 23110 h 243738"/>
                  <a:gd name="connsiteX4" fmla="*/ 106030 w 147366"/>
                  <a:gd name="connsiteY4" fmla="*/ 39052 h 243738"/>
                  <a:gd name="connsiteX5" fmla="*/ 122365 w 147366"/>
                  <a:gd name="connsiteY5" fmla="*/ 55348 h 243738"/>
                  <a:gd name="connsiteX6" fmla="*/ 138699 w 147366"/>
                  <a:gd name="connsiteY6" fmla="*/ 38343 h 243738"/>
                  <a:gd name="connsiteX7" fmla="*/ 93602 w 147366"/>
                  <a:gd name="connsiteY7" fmla="*/ 82 h 243738"/>
                  <a:gd name="connsiteX8" fmla="*/ 211 w 147366"/>
                  <a:gd name="connsiteY8" fmla="*/ 124077 h 243738"/>
                  <a:gd name="connsiteX9" fmla="*/ 74427 w 147366"/>
                  <a:gd name="connsiteY9" fmla="*/ 243821 h 243738"/>
                  <a:gd name="connsiteX10" fmla="*/ 147577 w 147366"/>
                  <a:gd name="connsiteY10" fmla="*/ 163756 h 243738"/>
                  <a:gd name="connsiteX11" fmla="*/ 76557 w 147366"/>
                  <a:gd name="connsiteY11" fmla="*/ 84753 h 243738"/>
                  <a:gd name="connsiteX12" fmla="*/ 32170 w 147366"/>
                  <a:gd name="connsiteY12" fmla="*/ 119826 h 243738"/>
                  <a:gd name="connsiteX13" fmla="*/ 74427 w 147366"/>
                  <a:gd name="connsiteY13" fmla="*/ 233901 h 243738"/>
                  <a:gd name="connsiteX14" fmla="*/ 39272 w 147366"/>
                  <a:gd name="connsiteY14" fmla="*/ 207331 h 243738"/>
                  <a:gd name="connsiteX15" fmla="*/ 32880 w 147366"/>
                  <a:gd name="connsiteY15" fmla="*/ 155962 h 243738"/>
                  <a:gd name="connsiteX16" fmla="*/ 76202 w 147366"/>
                  <a:gd name="connsiteY16" fmla="*/ 92901 h 243738"/>
                  <a:gd name="connsiteX17" fmla="*/ 109226 w 147366"/>
                  <a:gd name="connsiteY17" fmla="*/ 114866 h 243738"/>
                  <a:gd name="connsiteX18" fmla="*/ 115618 w 147366"/>
                  <a:gd name="connsiteY18" fmla="*/ 163401 h 243738"/>
                  <a:gd name="connsiteX19" fmla="*/ 109581 w 147366"/>
                  <a:gd name="connsiteY19" fmla="*/ 210874 h 243738"/>
                  <a:gd name="connsiteX20" fmla="*/ 74427 w 147366"/>
                  <a:gd name="connsiteY20" fmla="*/ 233901 h 243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7366" h="243738">
                    <a:moveTo>
                      <a:pt x="32170" y="119826"/>
                    </a:moveTo>
                    <a:lnTo>
                      <a:pt x="32170" y="111323"/>
                    </a:lnTo>
                    <a:cubicBezTo>
                      <a:pt x="32170" y="21693"/>
                      <a:pt x="76202" y="8939"/>
                      <a:pt x="94312" y="8939"/>
                    </a:cubicBezTo>
                    <a:cubicBezTo>
                      <a:pt x="102834" y="8939"/>
                      <a:pt x="117749" y="11065"/>
                      <a:pt x="125561" y="23110"/>
                    </a:cubicBezTo>
                    <a:cubicBezTo>
                      <a:pt x="120234" y="23110"/>
                      <a:pt x="106030" y="23110"/>
                      <a:pt x="106030" y="39052"/>
                    </a:cubicBezTo>
                    <a:cubicBezTo>
                      <a:pt x="106030" y="50034"/>
                      <a:pt x="114553" y="55348"/>
                      <a:pt x="122365" y="55348"/>
                    </a:cubicBezTo>
                    <a:cubicBezTo>
                      <a:pt x="128046" y="55348"/>
                      <a:pt x="138699" y="52160"/>
                      <a:pt x="138699" y="38343"/>
                    </a:cubicBezTo>
                    <a:cubicBezTo>
                      <a:pt x="138699" y="17087"/>
                      <a:pt x="123075" y="82"/>
                      <a:pt x="93602" y="82"/>
                    </a:cubicBezTo>
                    <a:cubicBezTo>
                      <a:pt x="48149" y="82"/>
                      <a:pt x="211" y="45783"/>
                      <a:pt x="211" y="124077"/>
                    </a:cubicBezTo>
                    <a:cubicBezTo>
                      <a:pt x="211" y="218668"/>
                      <a:pt x="41402" y="243821"/>
                      <a:pt x="74427" y="243821"/>
                    </a:cubicBezTo>
                    <a:cubicBezTo>
                      <a:pt x="113843" y="243821"/>
                      <a:pt x="147577" y="210519"/>
                      <a:pt x="147577" y="163756"/>
                    </a:cubicBezTo>
                    <a:cubicBezTo>
                      <a:pt x="147577" y="118763"/>
                      <a:pt x="115973" y="84753"/>
                      <a:pt x="76557" y="84753"/>
                    </a:cubicBezTo>
                    <a:cubicBezTo>
                      <a:pt x="52410" y="84753"/>
                      <a:pt x="39272" y="102821"/>
                      <a:pt x="32170" y="119826"/>
                    </a:cubicBezTo>
                    <a:close/>
                    <a:moveTo>
                      <a:pt x="74427" y="233901"/>
                    </a:moveTo>
                    <a:cubicBezTo>
                      <a:pt x="52055" y="233901"/>
                      <a:pt x="41402" y="212645"/>
                      <a:pt x="39272" y="207331"/>
                    </a:cubicBezTo>
                    <a:cubicBezTo>
                      <a:pt x="32880" y="190680"/>
                      <a:pt x="32880" y="162338"/>
                      <a:pt x="32880" y="155962"/>
                    </a:cubicBezTo>
                    <a:cubicBezTo>
                      <a:pt x="32880" y="128328"/>
                      <a:pt x="44243" y="92901"/>
                      <a:pt x="76202" y="92901"/>
                    </a:cubicBezTo>
                    <a:cubicBezTo>
                      <a:pt x="81884" y="92901"/>
                      <a:pt x="98218" y="92901"/>
                      <a:pt x="109226" y="114866"/>
                    </a:cubicBezTo>
                    <a:cubicBezTo>
                      <a:pt x="115618" y="127974"/>
                      <a:pt x="115618" y="146042"/>
                      <a:pt x="115618" y="163401"/>
                    </a:cubicBezTo>
                    <a:cubicBezTo>
                      <a:pt x="115618" y="180406"/>
                      <a:pt x="115618" y="198120"/>
                      <a:pt x="109581" y="210874"/>
                    </a:cubicBezTo>
                    <a:cubicBezTo>
                      <a:pt x="98928" y="232130"/>
                      <a:pt x="82594" y="233901"/>
                      <a:pt x="74427" y="2339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0028CF8-7191-9BC4-C4AE-BC97D7D1865D}"/>
                  </a:ext>
                </a:extLst>
              </p:cNvPr>
              <p:cNvSpPr/>
              <p:nvPr>
                <p:custDataLst>
                  <p:tags r:id="rId208"/>
                </p:custDataLst>
              </p:nvPr>
            </p:nvSpPr>
            <p:spPr>
              <a:xfrm>
                <a:off x="9377240" y="4281962"/>
                <a:ext cx="117182" cy="235944"/>
              </a:xfrm>
              <a:custGeom>
                <a:avLst/>
                <a:gdLst>
                  <a:gd name="connsiteX0" fmla="*/ 72981 w 117182"/>
                  <a:gd name="connsiteY0" fmla="*/ 9314 h 235944"/>
                  <a:gd name="connsiteX1" fmla="*/ 64814 w 117182"/>
                  <a:gd name="connsiteY1" fmla="*/ 103 h 235944"/>
                  <a:gd name="connsiteX2" fmla="*/ 186 w 117182"/>
                  <a:gd name="connsiteY2" fmla="*/ 22776 h 235944"/>
                  <a:gd name="connsiteX3" fmla="*/ 186 w 117182"/>
                  <a:gd name="connsiteY3" fmla="*/ 33758 h 235944"/>
                  <a:gd name="connsiteX4" fmla="*/ 46704 w 117182"/>
                  <a:gd name="connsiteY4" fmla="*/ 24547 h 235944"/>
                  <a:gd name="connsiteX5" fmla="*/ 46704 w 117182"/>
                  <a:gd name="connsiteY5" fmla="*/ 208060 h 235944"/>
                  <a:gd name="connsiteX6" fmla="*/ 13680 w 117182"/>
                  <a:gd name="connsiteY6" fmla="*/ 225065 h 235944"/>
                  <a:gd name="connsiteX7" fmla="*/ 2316 w 117182"/>
                  <a:gd name="connsiteY7" fmla="*/ 225065 h 235944"/>
                  <a:gd name="connsiteX8" fmla="*/ 2316 w 117182"/>
                  <a:gd name="connsiteY8" fmla="*/ 236047 h 235944"/>
                  <a:gd name="connsiteX9" fmla="*/ 59843 w 117182"/>
                  <a:gd name="connsiteY9" fmla="*/ 234985 h 235944"/>
                  <a:gd name="connsiteX10" fmla="*/ 117369 w 117182"/>
                  <a:gd name="connsiteY10" fmla="*/ 236047 h 235944"/>
                  <a:gd name="connsiteX11" fmla="*/ 117369 w 117182"/>
                  <a:gd name="connsiteY11" fmla="*/ 225065 h 235944"/>
                  <a:gd name="connsiteX12" fmla="*/ 106005 w 117182"/>
                  <a:gd name="connsiteY12" fmla="*/ 225065 h 235944"/>
                  <a:gd name="connsiteX13" fmla="*/ 72981 w 117182"/>
                  <a:gd name="connsiteY13" fmla="*/ 208060 h 235944"/>
                  <a:gd name="connsiteX14" fmla="*/ 72981 w 117182"/>
                  <a:gd name="connsiteY14" fmla="*/ 9314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182" h="235944">
                    <a:moveTo>
                      <a:pt x="72981" y="9314"/>
                    </a:moveTo>
                    <a:cubicBezTo>
                      <a:pt x="72981" y="811"/>
                      <a:pt x="72981" y="103"/>
                      <a:pt x="64814" y="103"/>
                    </a:cubicBezTo>
                    <a:cubicBezTo>
                      <a:pt x="42798" y="22776"/>
                      <a:pt x="11549" y="22776"/>
                      <a:pt x="186" y="22776"/>
                    </a:cubicBezTo>
                    <a:lnTo>
                      <a:pt x="186" y="33758"/>
                    </a:lnTo>
                    <a:cubicBezTo>
                      <a:pt x="7288" y="33758"/>
                      <a:pt x="28239" y="33758"/>
                      <a:pt x="46704" y="24547"/>
                    </a:cubicBezTo>
                    <a:lnTo>
                      <a:pt x="46704" y="208060"/>
                    </a:lnTo>
                    <a:cubicBezTo>
                      <a:pt x="46704" y="220814"/>
                      <a:pt x="45639" y="225065"/>
                      <a:pt x="13680" y="225065"/>
                    </a:cubicBezTo>
                    <a:lnTo>
                      <a:pt x="2316" y="225065"/>
                    </a:lnTo>
                    <a:lnTo>
                      <a:pt x="2316" y="236047"/>
                    </a:lnTo>
                    <a:cubicBezTo>
                      <a:pt x="14745" y="234985"/>
                      <a:pt x="45639" y="234985"/>
                      <a:pt x="59843" y="234985"/>
                    </a:cubicBezTo>
                    <a:cubicBezTo>
                      <a:pt x="74047" y="234985"/>
                      <a:pt x="104940" y="234985"/>
                      <a:pt x="117369" y="236047"/>
                    </a:cubicBezTo>
                    <a:lnTo>
                      <a:pt x="117369" y="225065"/>
                    </a:lnTo>
                    <a:lnTo>
                      <a:pt x="106005" y="225065"/>
                    </a:lnTo>
                    <a:cubicBezTo>
                      <a:pt x="74046" y="225065"/>
                      <a:pt x="72981" y="221168"/>
                      <a:pt x="72981" y="208060"/>
                    </a:cubicBezTo>
                    <a:lnTo>
                      <a:pt x="72981" y="9314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7C5A603-0434-57B3-018D-044B033CEC64}"/>
                  </a:ext>
                </a:extLst>
              </p:cNvPr>
              <p:cNvSpPr/>
              <p:nvPr>
                <p:custDataLst>
                  <p:tags r:id="rId209"/>
                </p:custDataLst>
              </p:nvPr>
            </p:nvSpPr>
            <p:spPr>
              <a:xfrm>
                <a:off x="9538101" y="4281962"/>
                <a:ext cx="147366" cy="243738"/>
              </a:xfrm>
              <a:custGeom>
                <a:avLst/>
                <a:gdLst>
                  <a:gd name="connsiteX0" fmla="*/ 32150 w 147366"/>
                  <a:gd name="connsiteY0" fmla="*/ 119846 h 243738"/>
                  <a:gd name="connsiteX1" fmla="*/ 32150 w 147366"/>
                  <a:gd name="connsiteY1" fmla="*/ 111344 h 243738"/>
                  <a:gd name="connsiteX2" fmla="*/ 94292 w 147366"/>
                  <a:gd name="connsiteY2" fmla="*/ 8959 h 243738"/>
                  <a:gd name="connsiteX3" fmla="*/ 125541 w 147366"/>
                  <a:gd name="connsiteY3" fmla="*/ 23130 h 243738"/>
                  <a:gd name="connsiteX4" fmla="*/ 106010 w 147366"/>
                  <a:gd name="connsiteY4" fmla="*/ 39072 h 243738"/>
                  <a:gd name="connsiteX5" fmla="*/ 122345 w 147366"/>
                  <a:gd name="connsiteY5" fmla="*/ 55369 h 243738"/>
                  <a:gd name="connsiteX6" fmla="*/ 138680 w 147366"/>
                  <a:gd name="connsiteY6" fmla="*/ 38364 h 243738"/>
                  <a:gd name="connsiteX7" fmla="*/ 93582 w 147366"/>
                  <a:gd name="connsiteY7" fmla="*/ 103 h 243738"/>
                  <a:gd name="connsiteX8" fmla="*/ 191 w 147366"/>
                  <a:gd name="connsiteY8" fmla="*/ 124098 h 243738"/>
                  <a:gd name="connsiteX9" fmla="*/ 74407 w 147366"/>
                  <a:gd name="connsiteY9" fmla="*/ 243841 h 243738"/>
                  <a:gd name="connsiteX10" fmla="*/ 147557 w 147366"/>
                  <a:gd name="connsiteY10" fmla="*/ 163776 h 243738"/>
                  <a:gd name="connsiteX11" fmla="*/ 76537 w 147366"/>
                  <a:gd name="connsiteY11" fmla="*/ 84773 h 243738"/>
                  <a:gd name="connsiteX12" fmla="*/ 32150 w 147366"/>
                  <a:gd name="connsiteY12" fmla="*/ 119846 h 243738"/>
                  <a:gd name="connsiteX13" fmla="*/ 74407 w 147366"/>
                  <a:gd name="connsiteY13" fmla="*/ 233922 h 243738"/>
                  <a:gd name="connsiteX14" fmla="*/ 39252 w 147366"/>
                  <a:gd name="connsiteY14" fmla="*/ 207351 h 243738"/>
                  <a:gd name="connsiteX15" fmla="*/ 32860 w 147366"/>
                  <a:gd name="connsiteY15" fmla="*/ 155982 h 243738"/>
                  <a:gd name="connsiteX16" fmla="*/ 76182 w 147366"/>
                  <a:gd name="connsiteY16" fmla="*/ 92922 h 243738"/>
                  <a:gd name="connsiteX17" fmla="*/ 109206 w 147366"/>
                  <a:gd name="connsiteY17" fmla="*/ 114887 h 243738"/>
                  <a:gd name="connsiteX18" fmla="*/ 115598 w 147366"/>
                  <a:gd name="connsiteY18" fmla="*/ 163422 h 243738"/>
                  <a:gd name="connsiteX19" fmla="*/ 109561 w 147366"/>
                  <a:gd name="connsiteY19" fmla="*/ 210894 h 243738"/>
                  <a:gd name="connsiteX20" fmla="*/ 74407 w 147366"/>
                  <a:gd name="connsiteY20" fmla="*/ 233922 h 243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7366" h="243738">
                    <a:moveTo>
                      <a:pt x="32150" y="119846"/>
                    </a:moveTo>
                    <a:lnTo>
                      <a:pt x="32150" y="111344"/>
                    </a:lnTo>
                    <a:cubicBezTo>
                      <a:pt x="32150" y="21713"/>
                      <a:pt x="76182" y="8959"/>
                      <a:pt x="94292" y="8959"/>
                    </a:cubicBezTo>
                    <a:cubicBezTo>
                      <a:pt x="102815" y="8959"/>
                      <a:pt x="117729" y="11085"/>
                      <a:pt x="125541" y="23130"/>
                    </a:cubicBezTo>
                    <a:cubicBezTo>
                      <a:pt x="120214" y="23130"/>
                      <a:pt x="106010" y="23130"/>
                      <a:pt x="106010" y="39072"/>
                    </a:cubicBezTo>
                    <a:cubicBezTo>
                      <a:pt x="106010" y="50055"/>
                      <a:pt x="114533" y="55369"/>
                      <a:pt x="122345" y="55369"/>
                    </a:cubicBezTo>
                    <a:cubicBezTo>
                      <a:pt x="128027" y="55369"/>
                      <a:pt x="138680" y="52180"/>
                      <a:pt x="138680" y="38364"/>
                    </a:cubicBezTo>
                    <a:cubicBezTo>
                      <a:pt x="138680" y="17108"/>
                      <a:pt x="123055" y="103"/>
                      <a:pt x="93582" y="103"/>
                    </a:cubicBezTo>
                    <a:cubicBezTo>
                      <a:pt x="48129" y="103"/>
                      <a:pt x="191" y="45804"/>
                      <a:pt x="191" y="124098"/>
                    </a:cubicBezTo>
                    <a:cubicBezTo>
                      <a:pt x="191" y="218688"/>
                      <a:pt x="41382" y="243841"/>
                      <a:pt x="74407" y="243841"/>
                    </a:cubicBezTo>
                    <a:cubicBezTo>
                      <a:pt x="113823" y="243841"/>
                      <a:pt x="147557" y="210540"/>
                      <a:pt x="147557" y="163776"/>
                    </a:cubicBezTo>
                    <a:cubicBezTo>
                      <a:pt x="147557" y="118783"/>
                      <a:pt x="115953" y="84773"/>
                      <a:pt x="76537" y="84773"/>
                    </a:cubicBezTo>
                    <a:cubicBezTo>
                      <a:pt x="52390" y="84773"/>
                      <a:pt x="39252" y="102841"/>
                      <a:pt x="32150" y="119846"/>
                    </a:cubicBezTo>
                    <a:close/>
                    <a:moveTo>
                      <a:pt x="74407" y="233922"/>
                    </a:moveTo>
                    <a:cubicBezTo>
                      <a:pt x="52035" y="233922"/>
                      <a:pt x="41382" y="212665"/>
                      <a:pt x="39252" y="207351"/>
                    </a:cubicBezTo>
                    <a:cubicBezTo>
                      <a:pt x="32860" y="190701"/>
                      <a:pt x="32860" y="162359"/>
                      <a:pt x="32860" y="155982"/>
                    </a:cubicBezTo>
                    <a:cubicBezTo>
                      <a:pt x="32860" y="128349"/>
                      <a:pt x="44223" y="92922"/>
                      <a:pt x="76182" y="92922"/>
                    </a:cubicBezTo>
                    <a:cubicBezTo>
                      <a:pt x="81864" y="92922"/>
                      <a:pt x="98198" y="92922"/>
                      <a:pt x="109206" y="114887"/>
                    </a:cubicBezTo>
                    <a:cubicBezTo>
                      <a:pt x="115598" y="127995"/>
                      <a:pt x="115598" y="146062"/>
                      <a:pt x="115598" y="163422"/>
                    </a:cubicBezTo>
                    <a:cubicBezTo>
                      <a:pt x="115598" y="180427"/>
                      <a:pt x="115598" y="198140"/>
                      <a:pt x="109561" y="210894"/>
                    </a:cubicBezTo>
                    <a:cubicBezTo>
                      <a:pt x="98908" y="232150"/>
                      <a:pt x="82574" y="233922"/>
                      <a:pt x="74407" y="2339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654EBCF-4CF2-5656-4804-B30F0904DEA0}"/>
                  </a:ext>
                </a:extLst>
              </p:cNvPr>
              <p:cNvSpPr/>
              <p:nvPr>
                <p:custDataLst>
                  <p:tags r:id="rId210"/>
                </p:custDataLst>
              </p:nvPr>
            </p:nvSpPr>
            <p:spPr>
              <a:xfrm>
                <a:off x="10070750" y="4281962"/>
                <a:ext cx="147366" cy="243738"/>
              </a:xfrm>
              <a:custGeom>
                <a:avLst/>
                <a:gdLst>
                  <a:gd name="connsiteX0" fmla="*/ 43173 w 147366"/>
                  <a:gd name="connsiteY0" fmla="*/ 74145 h 243738"/>
                  <a:gd name="connsiteX1" fmla="*/ 25418 w 147366"/>
                  <a:gd name="connsiteY1" fmla="*/ 45449 h 243738"/>
                  <a:gd name="connsiteX2" fmla="*/ 73711 w 147366"/>
                  <a:gd name="connsiteY2" fmla="*/ 8959 h 243738"/>
                  <a:gd name="connsiteX3" fmla="*/ 122360 w 147366"/>
                  <a:gd name="connsiteY3" fmla="*/ 52889 h 243738"/>
                  <a:gd name="connsiteX4" fmla="*/ 87205 w 147366"/>
                  <a:gd name="connsiteY4" fmla="*/ 102487 h 243738"/>
                  <a:gd name="connsiteX5" fmla="*/ 43173 w 147366"/>
                  <a:gd name="connsiteY5" fmla="*/ 74145 h 243738"/>
                  <a:gd name="connsiteX6" fmla="*/ 95017 w 147366"/>
                  <a:gd name="connsiteY6" fmla="*/ 107801 h 243738"/>
                  <a:gd name="connsiteX7" fmla="*/ 137984 w 147366"/>
                  <a:gd name="connsiteY7" fmla="*/ 52889 h 243738"/>
                  <a:gd name="connsiteX8" fmla="*/ 74066 w 147366"/>
                  <a:gd name="connsiteY8" fmla="*/ 103 h 243738"/>
                  <a:gd name="connsiteX9" fmla="*/ 9793 w 147366"/>
                  <a:gd name="connsiteY9" fmla="*/ 59266 h 243738"/>
                  <a:gd name="connsiteX10" fmla="*/ 25418 w 147366"/>
                  <a:gd name="connsiteY10" fmla="*/ 98236 h 243738"/>
                  <a:gd name="connsiteX11" fmla="*/ 51340 w 147366"/>
                  <a:gd name="connsiteY11" fmla="*/ 117366 h 243738"/>
                  <a:gd name="connsiteX12" fmla="*/ 206 w 147366"/>
                  <a:gd name="connsiteY12" fmla="*/ 182552 h 243738"/>
                  <a:gd name="connsiteX13" fmla="*/ 73711 w 147366"/>
                  <a:gd name="connsiteY13" fmla="*/ 243841 h 243738"/>
                  <a:gd name="connsiteX14" fmla="*/ 147572 w 147366"/>
                  <a:gd name="connsiteY14" fmla="*/ 176530 h 243738"/>
                  <a:gd name="connsiteX15" fmla="*/ 130172 w 147366"/>
                  <a:gd name="connsiteY15" fmla="*/ 132954 h 243738"/>
                  <a:gd name="connsiteX16" fmla="*/ 95017 w 147366"/>
                  <a:gd name="connsiteY16" fmla="*/ 107801 h 243738"/>
                  <a:gd name="connsiteX17" fmla="*/ 59507 w 147366"/>
                  <a:gd name="connsiteY17" fmla="*/ 122680 h 243738"/>
                  <a:gd name="connsiteX18" fmla="*/ 103185 w 147366"/>
                  <a:gd name="connsiteY18" fmla="*/ 150314 h 243738"/>
                  <a:gd name="connsiteX19" fmla="*/ 129817 w 147366"/>
                  <a:gd name="connsiteY19" fmla="*/ 189284 h 243738"/>
                  <a:gd name="connsiteX20" fmla="*/ 74066 w 147366"/>
                  <a:gd name="connsiteY20" fmla="*/ 233922 h 243738"/>
                  <a:gd name="connsiteX21" fmla="*/ 17961 w 147366"/>
                  <a:gd name="connsiteY21" fmla="*/ 182552 h 243738"/>
                  <a:gd name="connsiteX22" fmla="*/ 59507 w 147366"/>
                  <a:gd name="connsiteY22" fmla="*/ 122680 h 243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7366" h="243738">
                    <a:moveTo>
                      <a:pt x="43173" y="74145"/>
                    </a:moveTo>
                    <a:cubicBezTo>
                      <a:pt x="26838" y="63517"/>
                      <a:pt x="25418" y="51472"/>
                      <a:pt x="25418" y="45449"/>
                    </a:cubicBezTo>
                    <a:cubicBezTo>
                      <a:pt x="25418" y="23839"/>
                      <a:pt x="48499" y="8959"/>
                      <a:pt x="73711" y="8959"/>
                    </a:cubicBezTo>
                    <a:cubicBezTo>
                      <a:pt x="99634" y="8959"/>
                      <a:pt x="122360" y="27381"/>
                      <a:pt x="122360" y="52889"/>
                    </a:cubicBezTo>
                    <a:cubicBezTo>
                      <a:pt x="122360" y="73082"/>
                      <a:pt x="108511" y="90087"/>
                      <a:pt x="87205" y="102487"/>
                    </a:cubicBezTo>
                    <a:lnTo>
                      <a:pt x="43173" y="74145"/>
                    </a:lnTo>
                    <a:close/>
                    <a:moveTo>
                      <a:pt x="95017" y="107801"/>
                    </a:moveTo>
                    <a:cubicBezTo>
                      <a:pt x="120584" y="94693"/>
                      <a:pt x="137984" y="76271"/>
                      <a:pt x="137984" y="52889"/>
                    </a:cubicBezTo>
                    <a:cubicBezTo>
                      <a:pt x="137984" y="20296"/>
                      <a:pt x="106380" y="103"/>
                      <a:pt x="74066" y="103"/>
                    </a:cubicBezTo>
                    <a:cubicBezTo>
                      <a:pt x="38556" y="103"/>
                      <a:pt x="9793" y="26319"/>
                      <a:pt x="9793" y="59266"/>
                    </a:cubicBezTo>
                    <a:cubicBezTo>
                      <a:pt x="9793" y="65643"/>
                      <a:pt x="10504" y="81585"/>
                      <a:pt x="25418" y="98236"/>
                    </a:cubicBezTo>
                    <a:cubicBezTo>
                      <a:pt x="29324" y="102487"/>
                      <a:pt x="42463" y="111344"/>
                      <a:pt x="51340" y="117366"/>
                    </a:cubicBezTo>
                    <a:cubicBezTo>
                      <a:pt x="30744" y="127640"/>
                      <a:pt x="206" y="147479"/>
                      <a:pt x="206" y="182552"/>
                    </a:cubicBezTo>
                    <a:cubicBezTo>
                      <a:pt x="206" y="220105"/>
                      <a:pt x="36426" y="243841"/>
                      <a:pt x="73711" y="243841"/>
                    </a:cubicBezTo>
                    <a:cubicBezTo>
                      <a:pt x="113838" y="243841"/>
                      <a:pt x="147572" y="214437"/>
                      <a:pt x="147572" y="176530"/>
                    </a:cubicBezTo>
                    <a:cubicBezTo>
                      <a:pt x="147572" y="163776"/>
                      <a:pt x="143666" y="147834"/>
                      <a:pt x="130172" y="132954"/>
                    </a:cubicBezTo>
                    <a:cubicBezTo>
                      <a:pt x="123425" y="125515"/>
                      <a:pt x="117744" y="121972"/>
                      <a:pt x="95017" y="107801"/>
                    </a:cubicBezTo>
                    <a:close/>
                    <a:moveTo>
                      <a:pt x="59507" y="122680"/>
                    </a:moveTo>
                    <a:lnTo>
                      <a:pt x="103185" y="150314"/>
                    </a:lnTo>
                    <a:cubicBezTo>
                      <a:pt x="113127" y="157045"/>
                      <a:pt x="129817" y="167673"/>
                      <a:pt x="129817" y="189284"/>
                    </a:cubicBezTo>
                    <a:cubicBezTo>
                      <a:pt x="129817" y="215500"/>
                      <a:pt x="103185" y="233922"/>
                      <a:pt x="74066" y="233922"/>
                    </a:cubicBezTo>
                    <a:cubicBezTo>
                      <a:pt x="43528" y="233922"/>
                      <a:pt x="17961" y="211957"/>
                      <a:pt x="17961" y="182552"/>
                    </a:cubicBezTo>
                    <a:cubicBezTo>
                      <a:pt x="17961" y="162005"/>
                      <a:pt x="29324" y="139331"/>
                      <a:pt x="59507" y="1226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285C89A1-0BCB-AB2B-FF45-451FFBB9058E}"/>
                  </a:ext>
                </a:extLst>
              </p:cNvPr>
              <p:cNvSpPr/>
              <p:nvPr>
                <p:custDataLst>
                  <p:tags r:id="rId211"/>
                </p:custDataLst>
              </p:nvPr>
            </p:nvSpPr>
            <p:spPr>
              <a:xfrm>
                <a:off x="10243329" y="4278065"/>
                <a:ext cx="157308" cy="239841"/>
              </a:xfrm>
              <a:custGeom>
                <a:avLst/>
                <a:gdLst>
                  <a:gd name="connsiteX0" fmla="*/ 94667 w 157308"/>
                  <a:gd name="connsiteY0" fmla="*/ 181490 h 239841"/>
                  <a:gd name="connsiteX1" fmla="*/ 94667 w 157308"/>
                  <a:gd name="connsiteY1" fmla="*/ 212311 h 239841"/>
                  <a:gd name="connsiteX2" fmla="*/ 67680 w 157308"/>
                  <a:gd name="connsiteY2" fmla="*/ 228962 h 239841"/>
                  <a:gd name="connsiteX3" fmla="*/ 60223 w 157308"/>
                  <a:gd name="connsiteY3" fmla="*/ 228962 h 239841"/>
                  <a:gd name="connsiteX4" fmla="*/ 60223 w 157308"/>
                  <a:gd name="connsiteY4" fmla="*/ 239944 h 239841"/>
                  <a:gd name="connsiteX5" fmla="*/ 108161 w 157308"/>
                  <a:gd name="connsiteY5" fmla="*/ 238882 h 239841"/>
                  <a:gd name="connsiteX6" fmla="*/ 156454 w 157308"/>
                  <a:gd name="connsiteY6" fmla="*/ 239944 h 239841"/>
                  <a:gd name="connsiteX7" fmla="*/ 156454 w 157308"/>
                  <a:gd name="connsiteY7" fmla="*/ 228962 h 239841"/>
                  <a:gd name="connsiteX8" fmla="*/ 148997 w 157308"/>
                  <a:gd name="connsiteY8" fmla="*/ 228962 h 239841"/>
                  <a:gd name="connsiteX9" fmla="*/ 122010 w 157308"/>
                  <a:gd name="connsiteY9" fmla="*/ 212311 h 239841"/>
                  <a:gd name="connsiteX10" fmla="*/ 122010 w 157308"/>
                  <a:gd name="connsiteY10" fmla="*/ 181490 h 239841"/>
                  <a:gd name="connsiteX11" fmla="*/ 157520 w 157308"/>
                  <a:gd name="connsiteY11" fmla="*/ 181490 h 239841"/>
                  <a:gd name="connsiteX12" fmla="*/ 157520 w 157308"/>
                  <a:gd name="connsiteY12" fmla="*/ 170507 h 239841"/>
                  <a:gd name="connsiteX13" fmla="*/ 122010 w 157308"/>
                  <a:gd name="connsiteY13" fmla="*/ 170507 h 239841"/>
                  <a:gd name="connsiteX14" fmla="*/ 122010 w 157308"/>
                  <a:gd name="connsiteY14" fmla="*/ 9314 h 239841"/>
                  <a:gd name="connsiteX15" fmla="*/ 116328 w 157308"/>
                  <a:gd name="connsiteY15" fmla="*/ 103 h 239841"/>
                  <a:gd name="connsiteX16" fmla="*/ 109226 w 157308"/>
                  <a:gd name="connsiteY16" fmla="*/ 4354 h 239841"/>
                  <a:gd name="connsiteX17" fmla="*/ 211 w 157308"/>
                  <a:gd name="connsiteY17" fmla="*/ 170507 h 239841"/>
                  <a:gd name="connsiteX18" fmla="*/ 211 w 157308"/>
                  <a:gd name="connsiteY18" fmla="*/ 181490 h 239841"/>
                  <a:gd name="connsiteX19" fmla="*/ 94667 w 157308"/>
                  <a:gd name="connsiteY19" fmla="*/ 181490 h 239841"/>
                  <a:gd name="connsiteX20" fmla="*/ 96798 w 157308"/>
                  <a:gd name="connsiteY20" fmla="*/ 170507 h 239841"/>
                  <a:gd name="connsiteX21" fmla="*/ 10154 w 157308"/>
                  <a:gd name="connsiteY21" fmla="*/ 170507 h 239841"/>
                  <a:gd name="connsiteX22" fmla="*/ 96798 w 157308"/>
                  <a:gd name="connsiteY22" fmla="*/ 38364 h 239841"/>
                  <a:gd name="connsiteX23" fmla="*/ 96798 w 157308"/>
                  <a:gd name="connsiteY23" fmla="*/ 170507 h 239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7308" h="239841">
                    <a:moveTo>
                      <a:pt x="94667" y="181490"/>
                    </a:moveTo>
                    <a:lnTo>
                      <a:pt x="94667" y="212311"/>
                    </a:lnTo>
                    <a:cubicBezTo>
                      <a:pt x="94667" y="225065"/>
                      <a:pt x="93957" y="228962"/>
                      <a:pt x="67680" y="228962"/>
                    </a:cubicBezTo>
                    <a:lnTo>
                      <a:pt x="60223" y="228962"/>
                    </a:lnTo>
                    <a:lnTo>
                      <a:pt x="60223" y="239944"/>
                    </a:lnTo>
                    <a:cubicBezTo>
                      <a:pt x="74782" y="238882"/>
                      <a:pt x="93247" y="238882"/>
                      <a:pt x="108161" y="238882"/>
                    </a:cubicBezTo>
                    <a:cubicBezTo>
                      <a:pt x="123075" y="238882"/>
                      <a:pt x="141895" y="238882"/>
                      <a:pt x="156454" y="239944"/>
                    </a:cubicBezTo>
                    <a:lnTo>
                      <a:pt x="156454" y="228962"/>
                    </a:lnTo>
                    <a:lnTo>
                      <a:pt x="148997" y="228962"/>
                    </a:lnTo>
                    <a:cubicBezTo>
                      <a:pt x="122720" y="228962"/>
                      <a:pt x="122010" y="225065"/>
                      <a:pt x="122010" y="212311"/>
                    </a:cubicBezTo>
                    <a:lnTo>
                      <a:pt x="122010" y="181490"/>
                    </a:lnTo>
                    <a:lnTo>
                      <a:pt x="157520" y="181490"/>
                    </a:lnTo>
                    <a:lnTo>
                      <a:pt x="157520" y="170507"/>
                    </a:lnTo>
                    <a:lnTo>
                      <a:pt x="122010" y="170507"/>
                    </a:lnTo>
                    <a:lnTo>
                      <a:pt x="122010" y="9314"/>
                    </a:lnTo>
                    <a:cubicBezTo>
                      <a:pt x="122010" y="2228"/>
                      <a:pt x="122010" y="103"/>
                      <a:pt x="116328" y="103"/>
                    </a:cubicBezTo>
                    <a:cubicBezTo>
                      <a:pt x="113132" y="103"/>
                      <a:pt x="112067" y="103"/>
                      <a:pt x="109226" y="4354"/>
                    </a:cubicBezTo>
                    <a:lnTo>
                      <a:pt x="211" y="170507"/>
                    </a:lnTo>
                    <a:lnTo>
                      <a:pt x="211" y="181490"/>
                    </a:lnTo>
                    <a:lnTo>
                      <a:pt x="94667" y="181490"/>
                    </a:lnTo>
                    <a:close/>
                    <a:moveTo>
                      <a:pt x="96798" y="170507"/>
                    </a:moveTo>
                    <a:lnTo>
                      <a:pt x="10154" y="170507"/>
                    </a:lnTo>
                    <a:lnTo>
                      <a:pt x="96798" y="38364"/>
                    </a:lnTo>
                    <a:lnTo>
                      <a:pt x="96798" y="170507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60B202A-39A8-69CF-270F-B8CF52289246}"/>
                  </a:ext>
                </a:extLst>
              </p:cNvPr>
              <p:cNvSpPr/>
              <p:nvPr>
                <p:custDataLst>
                  <p:tags r:id="rId212"/>
                </p:custDataLst>
              </p:nvPr>
            </p:nvSpPr>
            <p:spPr>
              <a:xfrm>
                <a:off x="10414842" y="3537706"/>
                <a:ext cx="105109" cy="1062460"/>
              </a:xfrm>
              <a:custGeom>
                <a:avLst/>
                <a:gdLst>
                  <a:gd name="connsiteX0" fmla="*/ 83309 w 105109"/>
                  <a:gd name="connsiteY0" fmla="*/ 1040571 h 1062460"/>
                  <a:gd name="connsiteX1" fmla="*/ 216 w 105109"/>
                  <a:gd name="connsiteY1" fmla="*/ 1040571 h 1062460"/>
                  <a:gd name="connsiteX2" fmla="*/ 216 w 105109"/>
                  <a:gd name="connsiteY2" fmla="*/ 1062536 h 1062460"/>
                  <a:gd name="connsiteX3" fmla="*/ 105325 w 105109"/>
                  <a:gd name="connsiteY3" fmla="*/ 1062536 h 1062460"/>
                  <a:gd name="connsiteX4" fmla="*/ 105325 w 105109"/>
                  <a:gd name="connsiteY4" fmla="*/ 75 h 1062460"/>
                  <a:gd name="connsiteX5" fmla="*/ 216 w 105109"/>
                  <a:gd name="connsiteY5" fmla="*/ 75 h 1062460"/>
                  <a:gd name="connsiteX6" fmla="*/ 216 w 105109"/>
                  <a:gd name="connsiteY6" fmla="*/ 22040 h 1062460"/>
                  <a:gd name="connsiteX7" fmla="*/ 83309 w 105109"/>
                  <a:gd name="connsiteY7" fmla="*/ 22040 h 1062460"/>
                  <a:gd name="connsiteX8" fmla="*/ 83309 w 105109"/>
                  <a:gd name="connsiteY8" fmla="*/ 1040571 h 1062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09" h="1062460">
                    <a:moveTo>
                      <a:pt x="83309" y="1040571"/>
                    </a:moveTo>
                    <a:lnTo>
                      <a:pt x="216" y="1040571"/>
                    </a:lnTo>
                    <a:lnTo>
                      <a:pt x="216" y="1062536"/>
                    </a:lnTo>
                    <a:lnTo>
                      <a:pt x="105325" y="1062536"/>
                    </a:lnTo>
                    <a:lnTo>
                      <a:pt x="105325" y="75"/>
                    </a:lnTo>
                    <a:lnTo>
                      <a:pt x="216" y="75"/>
                    </a:lnTo>
                    <a:lnTo>
                      <a:pt x="216" y="22040"/>
                    </a:lnTo>
                    <a:lnTo>
                      <a:pt x="83309" y="22040"/>
                    </a:lnTo>
                    <a:lnTo>
                      <a:pt x="83309" y="104057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D0669D7-9359-9D12-A116-C3DF0E56459A}"/>
                  </a:ext>
                </a:extLst>
              </p:cNvPr>
              <p:cNvSpPr/>
              <p:nvPr>
                <p:custDataLst>
                  <p:tags r:id="rId213"/>
                </p:custDataLst>
              </p:nvPr>
            </p:nvSpPr>
            <p:spPr>
              <a:xfrm>
                <a:off x="10774913" y="3537706"/>
                <a:ext cx="105109" cy="1062460"/>
              </a:xfrm>
              <a:custGeom>
                <a:avLst/>
                <a:gdLst>
                  <a:gd name="connsiteX0" fmla="*/ 223 w 105109"/>
                  <a:gd name="connsiteY0" fmla="*/ 1062536 h 1062460"/>
                  <a:gd name="connsiteX1" fmla="*/ 105333 w 105109"/>
                  <a:gd name="connsiteY1" fmla="*/ 1062536 h 1062460"/>
                  <a:gd name="connsiteX2" fmla="*/ 105333 w 105109"/>
                  <a:gd name="connsiteY2" fmla="*/ 1040571 h 1062460"/>
                  <a:gd name="connsiteX3" fmla="*/ 22239 w 105109"/>
                  <a:gd name="connsiteY3" fmla="*/ 1040571 h 1062460"/>
                  <a:gd name="connsiteX4" fmla="*/ 22239 w 105109"/>
                  <a:gd name="connsiteY4" fmla="*/ 22040 h 1062460"/>
                  <a:gd name="connsiteX5" fmla="*/ 105333 w 105109"/>
                  <a:gd name="connsiteY5" fmla="*/ 22040 h 1062460"/>
                  <a:gd name="connsiteX6" fmla="*/ 105333 w 105109"/>
                  <a:gd name="connsiteY6" fmla="*/ 75 h 1062460"/>
                  <a:gd name="connsiteX7" fmla="*/ 223 w 105109"/>
                  <a:gd name="connsiteY7" fmla="*/ 75 h 1062460"/>
                  <a:gd name="connsiteX8" fmla="*/ 223 w 105109"/>
                  <a:gd name="connsiteY8" fmla="*/ 1062536 h 1062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09" h="1062460">
                    <a:moveTo>
                      <a:pt x="223" y="1062536"/>
                    </a:moveTo>
                    <a:lnTo>
                      <a:pt x="105333" y="1062536"/>
                    </a:lnTo>
                    <a:lnTo>
                      <a:pt x="105333" y="1040571"/>
                    </a:lnTo>
                    <a:lnTo>
                      <a:pt x="22239" y="1040571"/>
                    </a:lnTo>
                    <a:lnTo>
                      <a:pt x="22239" y="22040"/>
                    </a:lnTo>
                    <a:lnTo>
                      <a:pt x="105333" y="22040"/>
                    </a:lnTo>
                    <a:lnTo>
                      <a:pt x="105333" y="75"/>
                    </a:lnTo>
                    <a:lnTo>
                      <a:pt x="223" y="75"/>
                    </a:lnTo>
                    <a:lnTo>
                      <a:pt x="223" y="106253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D00E959-4AC3-C4A9-81F5-0FCAB2C756FC}"/>
                  </a:ext>
                </a:extLst>
              </p:cNvPr>
              <p:cNvSpPr/>
              <p:nvPr>
                <p:custDataLst>
                  <p:tags r:id="rId214"/>
                </p:custDataLst>
              </p:nvPr>
            </p:nvSpPr>
            <p:spPr>
              <a:xfrm>
                <a:off x="10898606" y="3633790"/>
                <a:ext cx="162635" cy="160484"/>
              </a:xfrm>
              <a:custGeom>
                <a:avLst/>
                <a:gdLst>
                  <a:gd name="connsiteX0" fmla="*/ 118477 w 162635"/>
                  <a:gd name="connsiteY0" fmla="*/ 22755 h 160484"/>
                  <a:gd name="connsiteX1" fmla="*/ 85808 w 162635"/>
                  <a:gd name="connsiteY1" fmla="*/ 82 h 160484"/>
                  <a:gd name="connsiteX2" fmla="*/ 229 w 162635"/>
                  <a:gd name="connsiteY2" fmla="*/ 103884 h 160484"/>
                  <a:gd name="connsiteX3" fmla="*/ 47457 w 162635"/>
                  <a:gd name="connsiteY3" fmla="*/ 160567 h 160484"/>
                  <a:gd name="connsiteX4" fmla="*/ 93620 w 162635"/>
                  <a:gd name="connsiteY4" fmla="*/ 133997 h 160484"/>
                  <a:gd name="connsiteX5" fmla="*/ 125934 w 162635"/>
                  <a:gd name="connsiteY5" fmla="*/ 160567 h 160484"/>
                  <a:gd name="connsiteX6" fmla="*/ 152212 w 162635"/>
                  <a:gd name="connsiteY6" fmla="*/ 141082 h 160484"/>
                  <a:gd name="connsiteX7" fmla="*/ 162864 w 162635"/>
                  <a:gd name="connsiteY7" fmla="*/ 106009 h 160484"/>
                  <a:gd name="connsiteX8" fmla="*/ 158603 w 162635"/>
                  <a:gd name="connsiteY8" fmla="*/ 102467 h 160484"/>
                  <a:gd name="connsiteX9" fmla="*/ 153632 w 162635"/>
                  <a:gd name="connsiteY9" fmla="*/ 108843 h 160484"/>
                  <a:gd name="connsiteX10" fmla="*/ 126644 w 162635"/>
                  <a:gd name="connsiteY10" fmla="*/ 152773 h 160484"/>
                  <a:gd name="connsiteX11" fmla="*/ 115991 w 162635"/>
                  <a:gd name="connsiteY11" fmla="*/ 136477 h 160484"/>
                  <a:gd name="connsiteX12" fmla="*/ 120608 w 162635"/>
                  <a:gd name="connsiteY12" fmla="*/ 110261 h 160484"/>
                  <a:gd name="connsiteX13" fmla="*/ 128420 w 162635"/>
                  <a:gd name="connsiteY13" fmla="*/ 78376 h 160484"/>
                  <a:gd name="connsiteX14" fmla="*/ 141203 w 162635"/>
                  <a:gd name="connsiteY14" fmla="*/ 28778 h 160484"/>
                  <a:gd name="connsiteX15" fmla="*/ 143689 w 162635"/>
                  <a:gd name="connsiteY15" fmla="*/ 16733 h 160484"/>
                  <a:gd name="connsiteX16" fmla="*/ 133391 w 162635"/>
                  <a:gd name="connsiteY16" fmla="*/ 7168 h 160484"/>
                  <a:gd name="connsiteX17" fmla="*/ 118477 w 162635"/>
                  <a:gd name="connsiteY17" fmla="*/ 22755 h 160484"/>
                  <a:gd name="connsiteX18" fmla="*/ 95396 w 162635"/>
                  <a:gd name="connsiteY18" fmla="*/ 114512 h 160484"/>
                  <a:gd name="connsiteX19" fmla="*/ 88294 w 162635"/>
                  <a:gd name="connsiteY19" fmla="*/ 127620 h 160484"/>
                  <a:gd name="connsiteX20" fmla="*/ 48167 w 162635"/>
                  <a:gd name="connsiteY20" fmla="*/ 152773 h 160484"/>
                  <a:gd name="connsiteX21" fmla="*/ 25441 w 162635"/>
                  <a:gd name="connsiteY21" fmla="*/ 119472 h 160484"/>
                  <a:gd name="connsiteX22" fmla="*/ 44972 w 162635"/>
                  <a:gd name="connsiteY22" fmla="*/ 41886 h 160484"/>
                  <a:gd name="connsiteX23" fmla="*/ 86163 w 162635"/>
                  <a:gd name="connsiteY23" fmla="*/ 7876 h 160484"/>
                  <a:gd name="connsiteX24" fmla="*/ 114216 w 162635"/>
                  <a:gd name="connsiteY24" fmla="*/ 39052 h 160484"/>
                  <a:gd name="connsiteX25" fmla="*/ 113151 w 162635"/>
                  <a:gd name="connsiteY25" fmla="*/ 45075 h 160484"/>
                  <a:gd name="connsiteX26" fmla="*/ 95396 w 162635"/>
                  <a:gd name="connsiteY26" fmla="*/ 114512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635" h="160484">
                    <a:moveTo>
                      <a:pt x="118477" y="22755"/>
                    </a:moveTo>
                    <a:cubicBezTo>
                      <a:pt x="112085" y="9647"/>
                      <a:pt x="101787" y="82"/>
                      <a:pt x="85808" y="82"/>
                    </a:cubicBezTo>
                    <a:cubicBezTo>
                      <a:pt x="44261" y="82"/>
                      <a:pt x="229" y="52160"/>
                      <a:pt x="229" y="103884"/>
                    </a:cubicBezTo>
                    <a:cubicBezTo>
                      <a:pt x="229" y="137185"/>
                      <a:pt x="19759" y="160567"/>
                      <a:pt x="47457" y="160567"/>
                    </a:cubicBezTo>
                    <a:cubicBezTo>
                      <a:pt x="54559" y="160567"/>
                      <a:pt x="72314" y="159150"/>
                      <a:pt x="93620" y="133997"/>
                    </a:cubicBezTo>
                    <a:cubicBezTo>
                      <a:pt x="96461" y="148876"/>
                      <a:pt x="108889" y="160567"/>
                      <a:pt x="125934" y="160567"/>
                    </a:cubicBezTo>
                    <a:cubicBezTo>
                      <a:pt x="138363" y="160567"/>
                      <a:pt x="146530" y="152419"/>
                      <a:pt x="152212" y="141082"/>
                    </a:cubicBezTo>
                    <a:cubicBezTo>
                      <a:pt x="158248" y="128328"/>
                      <a:pt x="162864" y="106718"/>
                      <a:pt x="162864" y="106009"/>
                    </a:cubicBezTo>
                    <a:cubicBezTo>
                      <a:pt x="162864" y="102467"/>
                      <a:pt x="159669" y="102467"/>
                      <a:pt x="158603" y="102467"/>
                    </a:cubicBezTo>
                    <a:cubicBezTo>
                      <a:pt x="155052" y="102467"/>
                      <a:pt x="154697" y="103884"/>
                      <a:pt x="153632" y="108843"/>
                    </a:cubicBezTo>
                    <a:cubicBezTo>
                      <a:pt x="147595" y="131871"/>
                      <a:pt x="141203" y="152773"/>
                      <a:pt x="126644" y="152773"/>
                    </a:cubicBezTo>
                    <a:cubicBezTo>
                      <a:pt x="117057" y="152773"/>
                      <a:pt x="115991" y="143562"/>
                      <a:pt x="115991" y="136477"/>
                    </a:cubicBezTo>
                    <a:cubicBezTo>
                      <a:pt x="115991" y="128683"/>
                      <a:pt x="116702" y="125848"/>
                      <a:pt x="120608" y="110261"/>
                    </a:cubicBezTo>
                    <a:cubicBezTo>
                      <a:pt x="124514" y="95381"/>
                      <a:pt x="125224" y="91838"/>
                      <a:pt x="128420" y="78376"/>
                    </a:cubicBezTo>
                    <a:lnTo>
                      <a:pt x="141203" y="28778"/>
                    </a:lnTo>
                    <a:cubicBezTo>
                      <a:pt x="143689" y="18858"/>
                      <a:pt x="143689" y="18150"/>
                      <a:pt x="143689" y="16733"/>
                    </a:cubicBezTo>
                    <a:cubicBezTo>
                      <a:pt x="143689" y="10710"/>
                      <a:pt x="139428" y="7168"/>
                      <a:pt x="133391" y="7168"/>
                    </a:cubicBezTo>
                    <a:cubicBezTo>
                      <a:pt x="124869" y="7168"/>
                      <a:pt x="119542" y="14962"/>
                      <a:pt x="118477" y="22755"/>
                    </a:cubicBezTo>
                    <a:close/>
                    <a:moveTo>
                      <a:pt x="95396" y="114512"/>
                    </a:moveTo>
                    <a:cubicBezTo>
                      <a:pt x="93620" y="120889"/>
                      <a:pt x="93620" y="121597"/>
                      <a:pt x="88294" y="127620"/>
                    </a:cubicBezTo>
                    <a:cubicBezTo>
                      <a:pt x="72669" y="147105"/>
                      <a:pt x="58110" y="152773"/>
                      <a:pt x="48167" y="152773"/>
                    </a:cubicBezTo>
                    <a:cubicBezTo>
                      <a:pt x="30412" y="152773"/>
                      <a:pt x="25441" y="133288"/>
                      <a:pt x="25441" y="119472"/>
                    </a:cubicBezTo>
                    <a:cubicBezTo>
                      <a:pt x="25441" y="101758"/>
                      <a:pt x="36804" y="58183"/>
                      <a:pt x="44972" y="41886"/>
                    </a:cubicBezTo>
                    <a:cubicBezTo>
                      <a:pt x="55980" y="20984"/>
                      <a:pt x="71959" y="7876"/>
                      <a:pt x="86163" y="7876"/>
                    </a:cubicBezTo>
                    <a:cubicBezTo>
                      <a:pt x="109244" y="7876"/>
                      <a:pt x="114216" y="36926"/>
                      <a:pt x="114216" y="39052"/>
                    </a:cubicBezTo>
                    <a:cubicBezTo>
                      <a:pt x="114216" y="41178"/>
                      <a:pt x="113506" y="43303"/>
                      <a:pt x="113151" y="45075"/>
                    </a:cubicBezTo>
                    <a:lnTo>
                      <a:pt x="95396" y="114512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F18798D-A5F8-9267-B5E0-2E5BC5B349B1}"/>
                  </a:ext>
                </a:extLst>
              </p:cNvPr>
              <p:cNvSpPr/>
              <p:nvPr>
                <p:custDataLst>
                  <p:tags r:id="rId215"/>
                </p:custDataLst>
              </p:nvPr>
            </p:nvSpPr>
            <p:spPr>
              <a:xfrm>
                <a:off x="11085030" y="3678853"/>
                <a:ext cx="115336" cy="169625"/>
              </a:xfrm>
              <a:custGeom>
                <a:avLst/>
                <a:gdLst>
                  <a:gd name="connsiteX0" fmla="*/ 115571 w 115336"/>
                  <a:gd name="connsiteY0" fmla="*/ 85640 h 169625"/>
                  <a:gd name="connsiteX1" fmla="*/ 100905 w 115336"/>
                  <a:gd name="connsiteY1" fmla="*/ 21411 h 169625"/>
                  <a:gd name="connsiteX2" fmla="*/ 57902 w 115336"/>
                  <a:gd name="connsiteY2" fmla="*/ 84 h 169625"/>
                  <a:gd name="connsiteX3" fmla="*/ 234 w 115336"/>
                  <a:gd name="connsiteY3" fmla="*/ 85640 h 169625"/>
                  <a:gd name="connsiteX4" fmla="*/ 57902 w 115336"/>
                  <a:gd name="connsiteY4" fmla="*/ 169709 h 169625"/>
                  <a:gd name="connsiteX5" fmla="*/ 115571 w 115336"/>
                  <a:gd name="connsiteY5" fmla="*/ 85640 h 169625"/>
                  <a:gd name="connsiteX6" fmla="*/ 57902 w 115336"/>
                  <a:gd name="connsiteY6" fmla="*/ 162765 h 169625"/>
                  <a:gd name="connsiteX7" fmla="*/ 26334 w 115336"/>
                  <a:gd name="connsiteY7" fmla="*/ 135734 h 169625"/>
                  <a:gd name="connsiteX8" fmla="*/ 22854 w 115336"/>
                  <a:gd name="connsiteY8" fmla="*/ 82416 h 169625"/>
                  <a:gd name="connsiteX9" fmla="*/ 26583 w 115336"/>
                  <a:gd name="connsiteY9" fmla="*/ 31826 h 169625"/>
                  <a:gd name="connsiteX10" fmla="*/ 57902 w 115336"/>
                  <a:gd name="connsiteY10" fmla="*/ 7027 h 169625"/>
                  <a:gd name="connsiteX11" fmla="*/ 88725 w 115336"/>
                  <a:gd name="connsiteY11" fmla="*/ 29594 h 169625"/>
                  <a:gd name="connsiteX12" fmla="*/ 92951 w 115336"/>
                  <a:gd name="connsiteY12" fmla="*/ 82416 h 169625"/>
                  <a:gd name="connsiteX13" fmla="*/ 89719 w 115336"/>
                  <a:gd name="connsiteY13" fmla="*/ 134742 h 169625"/>
                  <a:gd name="connsiteX14" fmla="*/ 57902 w 115336"/>
                  <a:gd name="connsiteY14" fmla="*/ 162765 h 16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5336" h="169625">
                    <a:moveTo>
                      <a:pt x="115571" y="85640"/>
                    </a:moveTo>
                    <a:cubicBezTo>
                      <a:pt x="115571" y="58361"/>
                      <a:pt x="112339" y="38770"/>
                      <a:pt x="100905" y="21411"/>
                    </a:cubicBezTo>
                    <a:cubicBezTo>
                      <a:pt x="93199" y="10003"/>
                      <a:pt x="77788" y="84"/>
                      <a:pt x="57902" y="84"/>
                    </a:cubicBezTo>
                    <a:cubicBezTo>
                      <a:pt x="234" y="84"/>
                      <a:pt x="234" y="67785"/>
                      <a:pt x="234" y="85640"/>
                    </a:cubicBezTo>
                    <a:cubicBezTo>
                      <a:pt x="234" y="103495"/>
                      <a:pt x="234" y="169709"/>
                      <a:pt x="57902" y="169709"/>
                    </a:cubicBezTo>
                    <a:cubicBezTo>
                      <a:pt x="115571" y="169709"/>
                      <a:pt x="115571" y="103495"/>
                      <a:pt x="115571" y="85640"/>
                    </a:cubicBezTo>
                    <a:close/>
                    <a:moveTo>
                      <a:pt x="57902" y="162765"/>
                    </a:moveTo>
                    <a:cubicBezTo>
                      <a:pt x="46468" y="162765"/>
                      <a:pt x="31305" y="156069"/>
                      <a:pt x="26334" y="135734"/>
                    </a:cubicBezTo>
                    <a:cubicBezTo>
                      <a:pt x="22854" y="121103"/>
                      <a:pt x="22854" y="100768"/>
                      <a:pt x="22854" y="82416"/>
                    </a:cubicBezTo>
                    <a:cubicBezTo>
                      <a:pt x="22854" y="64313"/>
                      <a:pt x="22854" y="45466"/>
                      <a:pt x="26583" y="31826"/>
                    </a:cubicBezTo>
                    <a:cubicBezTo>
                      <a:pt x="31803" y="12235"/>
                      <a:pt x="47711" y="7027"/>
                      <a:pt x="57902" y="7027"/>
                    </a:cubicBezTo>
                    <a:cubicBezTo>
                      <a:pt x="71325" y="7027"/>
                      <a:pt x="84251" y="15211"/>
                      <a:pt x="88725" y="29594"/>
                    </a:cubicBezTo>
                    <a:cubicBezTo>
                      <a:pt x="92702" y="42986"/>
                      <a:pt x="92951" y="60841"/>
                      <a:pt x="92951" y="82416"/>
                    </a:cubicBezTo>
                    <a:cubicBezTo>
                      <a:pt x="92951" y="100768"/>
                      <a:pt x="92951" y="119119"/>
                      <a:pt x="89719" y="134742"/>
                    </a:cubicBezTo>
                    <a:cubicBezTo>
                      <a:pt x="84748" y="157309"/>
                      <a:pt x="67845" y="162765"/>
                      <a:pt x="57902" y="1627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4B2F2F7-371A-72CA-62F8-E19F2A7556EE}"/>
                  </a:ext>
                </a:extLst>
              </p:cNvPr>
              <p:cNvSpPr/>
              <p:nvPr>
                <p:custDataLst>
                  <p:tags r:id="rId216"/>
                </p:custDataLst>
              </p:nvPr>
            </p:nvSpPr>
            <p:spPr>
              <a:xfrm>
                <a:off x="10898606" y="4361319"/>
                <a:ext cx="162635" cy="160484"/>
              </a:xfrm>
              <a:custGeom>
                <a:avLst/>
                <a:gdLst>
                  <a:gd name="connsiteX0" fmla="*/ 118477 w 162635"/>
                  <a:gd name="connsiteY0" fmla="*/ 22776 h 160484"/>
                  <a:gd name="connsiteX1" fmla="*/ 85808 w 162635"/>
                  <a:gd name="connsiteY1" fmla="*/ 103 h 160484"/>
                  <a:gd name="connsiteX2" fmla="*/ 229 w 162635"/>
                  <a:gd name="connsiteY2" fmla="*/ 103904 h 160484"/>
                  <a:gd name="connsiteX3" fmla="*/ 47457 w 162635"/>
                  <a:gd name="connsiteY3" fmla="*/ 160588 h 160484"/>
                  <a:gd name="connsiteX4" fmla="*/ 93620 w 162635"/>
                  <a:gd name="connsiteY4" fmla="*/ 134017 h 160484"/>
                  <a:gd name="connsiteX5" fmla="*/ 125934 w 162635"/>
                  <a:gd name="connsiteY5" fmla="*/ 160588 h 160484"/>
                  <a:gd name="connsiteX6" fmla="*/ 152212 w 162635"/>
                  <a:gd name="connsiteY6" fmla="*/ 141103 h 160484"/>
                  <a:gd name="connsiteX7" fmla="*/ 162864 w 162635"/>
                  <a:gd name="connsiteY7" fmla="*/ 106030 h 160484"/>
                  <a:gd name="connsiteX8" fmla="*/ 158603 w 162635"/>
                  <a:gd name="connsiteY8" fmla="*/ 102487 h 160484"/>
                  <a:gd name="connsiteX9" fmla="*/ 153632 w 162635"/>
                  <a:gd name="connsiteY9" fmla="*/ 108864 h 160484"/>
                  <a:gd name="connsiteX10" fmla="*/ 126644 w 162635"/>
                  <a:gd name="connsiteY10" fmla="*/ 152794 h 160484"/>
                  <a:gd name="connsiteX11" fmla="*/ 115991 w 162635"/>
                  <a:gd name="connsiteY11" fmla="*/ 136497 h 160484"/>
                  <a:gd name="connsiteX12" fmla="*/ 120608 w 162635"/>
                  <a:gd name="connsiteY12" fmla="*/ 110281 h 160484"/>
                  <a:gd name="connsiteX13" fmla="*/ 128420 w 162635"/>
                  <a:gd name="connsiteY13" fmla="*/ 78397 h 160484"/>
                  <a:gd name="connsiteX14" fmla="*/ 141203 w 162635"/>
                  <a:gd name="connsiteY14" fmla="*/ 28799 h 160484"/>
                  <a:gd name="connsiteX15" fmla="*/ 143689 w 162635"/>
                  <a:gd name="connsiteY15" fmla="*/ 16753 h 160484"/>
                  <a:gd name="connsiteX16" fmla="*/ 133391 w 162635"/>
                  <a:gd name="connsiteY16" fmla="*/ 7188 h 160484"/>
                  <a:gd name="connsiteX17" fmla="*/ 118477 w 162635"/>
                  <a:gd name="connsiteY17" fmla="*/ 22776 h 160484"/>
                  <a:gd name="connsiteX18" fmla="*/ 95396 w 162635"/>
                  <a:gd name="connsiteY18" fmla="*/ 114532 h 160484"/>
                  <a:gd name="connsiteX19" fmla="*/ 88294 w 162635"/>
                  <a:gd name="connsiteY19" fmla="*/ 127640 h 160484"/>
                  <a:gd name="connsiteX20" fmla="*/ 48167 w 162635"/>
                  <a:gd name="connsiteY20" fmla="*/ 152794 h 160484"/>
                  <a:gd name="connsiteX21" fmla="*/ 25441 w 162635"/>
                  <a:gd name="connsiteY21" fmla="*/ 119492 h 160484"/>
                  <a:gd name="connsiteX22" fmla="*/ 44972 w 162635"/>
                  <a:gd name="connsiteY22" fmla="*/ 41907 h 160484"/>
                  <a:gd name="connsiteX23" fmla="*/ 86163 w 162635"/>
                  <a:gd name="connsiteY23" fmla="*/ 7897 h 160484"/>
                  <a:gd name="connsiteX24" fmla="*/ 114216 w 162635"/>
                  <a:gd name="connsiteY24" fmla="*/ 39072 h 160484"/>
                  <a:gd name="connsiteX25" fmla="*/ 113151 w 162635"/>
                  <a:gd name="connsiteY25" fmla="*/ 45095 h 160484"/>
                  <a:gd name="connsiteX26" fmla="*/ 95396 w 162635"/>
                  <a:gd name="connsiteY26" fmla="*/ 114532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2635" h="160484">
                    <a:moveTo>
                      <a:pt x="118477" y="22776"/>
                    </a:moveTo>
                    <a:cubicBezTo>
                      <a:pt x="112085" y="9668"/>
                      <a:pt x="101787" y="103"/>
                      <a:pt x="85808" y="103"/>
                    </a:cubicBezTo>
                    <a:cubicBezTo>
                      <a:pt x="44261" y="103"/>
                      <a:pt x="229" y="52180"/>
                      <a:pt x="229" y="103904"/>
                    </a:cubicBezTo>
                    <a:cubicBezTo>
                      <a:pt x="229" y="137206"/>
                      <a:pt x="19759" y="160588"/>
                      <a:pt x="47457" y="160588"/>
                    </a:cubicBezTo>
                    <a:cubicBezTo>
                      <a:pt x="54559" y="160588"/>
                      <a:pt x="72314" y="159170"/>
                      <a:pt x="93620" y="134017"/>
                    </a:cubicBezTo>
                    <a:cubicBezTo>
                      <a:pt x="96461" y="148897"/>
                      <a:pt x="108889" y="160588"/>
                      <a:pt x="125934" y="160588"/>
                    </a:cubicBezTo>
                    <a:cubicBezTo>
                      <a:pt x="138363" y="160588"/>
                      <a:pt x="146530" y="152439"/>
                      <a:pt x="152212" y="141103"/>
                    </a:cubicBezTo>
                    <a:cubicBezTo>
                      <a:pt x="158248" y="128349"/>
                      <a:pt x="162864" y="106738"/>
                      <a:pt x="162864" y="106030"/>
                    </a:cubicBezTo>
                    <a:cubicBezTo>
                      <a:pt x="162864" y="102487"/>
                      <a:pt x="159669" y="102487"/>
                      <a:pt x="158603" y="102487"/>
                    </a:cubicBezTo>
                    <a:cubicBezTo>
                      <a:pt x="155052" y="102487"/>
                      <a:pt x="154697" y="103904"/>
                      <a:pt x="153632" y="108864"/>
                    </a:cubicBezTo>
                    <a:cubicBezTo>
                      <a:pt x="147595" y="131892"/>
                      <a:pt x="141203" y="152794"/>
                      <a:pt x="126644" y="152794"/>
                    </a:cubicBezTo>
                    <a:cubicBezTo>
                      <a:pt x="117057" y="152794"/>
                      <a:pt x="115991" y="143583"/>
                      <a:pt x="115991" y="136497"/>
                    </a:cubicBezTo>
                    <a:cubicBezTo>
                      <a:pt x="115991" y="128703"/>
                      <a:pt x="116702" y="125869"/>
                      <a:pt x="120608" y="110281"/>
                    </a:cubicBezTo>
                    <a:cubicBezTo>
                      <a:pt x="124514" y="95402"/>
                      <a:pt x="125224" y="91859"/>
                      <a:pt x="128420" y="78397"/>
                    </a:cubicBezTo>
                    <a:lnTo>
                      <a:pt x="141203" y="28799"/>
                    </a:lnTo>
                    <a:cubicBezTo>
                      <a:pt x="143689" y="18879"/>
                      <a:pt x="143689" y="18170"/>
                      <a:pt x="143689" y="16753"/>
                    </a:cubicBezTo>
                    <a:cubicBezTo>
                      <a:pt x="143689" y="10731"/>
                      <a:pt x="139428" y="7188"/>
                      <a:pt x="133391" y="7188"/>
                    </a:cubicBezTo>
                    <a:cubicBezTo>
                      <a:pt x="124869" y="7188"/>
                      <a:pt x="119542" y="14982"/>
                      <a:pt x="118477" y="22776"/>
                    </a:cubicBezTo>
                    <a:close/>
                    <a:moveTo>
                      <a:pt x="95396" y="114532"/>
                    </a:moveTo>
                    <a:cubicBezTo>
                      <a:pt x="93620" y="120909"/>
                      <a:pt x="93620" y="121618"/>
                      <a:pt x="88294" y="127640"/>
                    </a:cubicBezTo>
                    <a:cubicBezTo>
                      <a:pt x="72669" y="147125"/>
                      <a:pt x="58110" y="152794"/>
                      <a:pt x="48167" y="152794"/>
                    </a:cubicBezTo>
                    <a:cubicBezTo>
                      <a:pt x="30412" y="152794"/>
                      <a:pt x="25441" y="133309"/>
                      <a:pt x="25441" y="119492"/>
                    </a:cubicBezTo>
                    <a:cubicBezTo>
                      <a:pt x="25441" y="101778"/>
                      <a:pt x="36804" y="58203"/>
                      <a:pt x="44972" y="41907"/>
                    </a:cubicBezTo>
                    <a:cubicBezTo>
                      <a:pt x="55980" y="21005"/>
                      <a:pt x="71959" y="7897"/>
                      <a:pt x="86163" y="7897"/>
                    </a:cubicBezTo>
                    <a:cubicBezTo>
                      <a:pt x="109244" y="7897"/>
                      <a:pt x="114216" y="36947"/>
                      <a:pt x="114216" y="39072"/>
                    </a:cubicBezTo>
                    <a:cubicBezTo>
                      <a:pt x="114216" y="41198"/>
                      <a:pt x="113506" y="43324"/>
                      <a:pt x="113151" y="45095"/>
                    </a:cubicBezTo>
                    <a:lnTo>
                      <a:pt x="95396" y="114532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16056FC-3E6F-6E53-F35E-04B900B1C576}"/>
                  </a:ext>
                </a:extLst>
              </p:cNvPr>
              <p:cNvSpPr/>
              <p:nvPr>
                <p:custDataLst>
                  <p:tags r:id="rId217"/>
                </p:custDataLst>
              </p:nvPr>
            </p:nvSpPr>
            <p:spPr>
              <a:xfrm>
                <a:off x="11099198" y="4406382"/>
                <a:ext cx="90479" cy="164665"/>
              </a:xfrm>
              <a:custGeom>
                <a:avLst/>
                <a:gdLst>
                  <a:gd name="connsiteX0" fmla="*/ 56411 w 90479"/>
                  <a:gd name="connsiteY0" fmla="*/ 7048 h 164665"/>
                  <a:gd name="connsiteX1" fmla="*/ 48954 w 90479"/>
                  <a:gd name="connsiteY1" fmla="*/ 104 h 164665"/>
                  <a:gd name="connsiteX2" fmla="*/ 234 w 90479"/>
                  <a:gd name="connsiteY2" fmla="*/ 15975 h 164665"/>
                  <a:gd name="connsiteX3" fmla="*/ 234 w 90479"/>
                  <a:gd name="connsiteY3" fmla="*/ 24903 h 164665"/>
                  <a:gd name="connsiteX4" fmla="*/ 36277 w 90479"/>
                  <a:gd name="connsiteY4" fmla="*/ 17959 h 164665"/>
                  <a:gd name="connsiteX5" fmla="*/ 36277 w 90479"/>
                  <a:gd name="connsiteY5" fmla="*/ 144434 h 164665"/>
                  <a:gd name="connsiteX6" fmla="*/ 11420 w 90479"/>
                  <a:gd name="connsiteY6" fmla="*/ 155842 h 164665"/>
                  <a:gd name="connsiteX7" fmla="*/ 1974 w 90479"/>
                  <a:gd name="connsiteY7" fmla="*/ 155842 h 164665"/>
                  <a:gd name="connsiteX8" fmla="*/ 1974 w 90479"/>
                  <a:gd name="connsiteY8" fmla="*/ 164769 h 164665"/>
                  <a:gd name="connsiteX9" fmla="*/ 46220 w 90479"/>
                  <a:gd name="connsiteY9" fmla="*/ 163777 h 164665"/>
                  <a:gd name="connsiteX10" fmla="*/ 90714 w 90479"/>
                  <a:gd name="connsiteY10" fmla="*/ 164769 h 164665"/>
                  <a:gd name="connsiteX11" fmla="*/ 90714 w 90479"/>
                  <a:gd name="connsiteY11" fmla="*/ 155842 h 164665"/>
                  <a:gd name="connsiteX12" fmla="*/ 81268 w 90479"/>
                  <a:gd name="connsiteY12" fmla="*/ 155842 h 164665"/>
                  <a:gd name="connsiteX13" fmla="*/ 56411 w 90479"/>
                  <a:gd name="connsiteY13" fmla="*/ 144434 h 164665"/>
                  <a:gd name="connsiteX14" fmla="*/ 56411 w 90479"/>
                  <a:gd name="connsiteY14" fmla="*/ 7048 h 16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79" h="164665">
                    <a:moveTo>
                      <a:pt x="56411" y="7048"/>
                    </a:moveTo>
                    <a:cubicBezTo>
                      <a:pt x="56411" y="352"/>
                      <a:pt x="55914" y="104"/>
                      <a:pt x="48954" y="104"/>
                    </a:cubicBezTo>
                    <a:cubicBezTo>
                      <a:pt x="33045" y="15727"/>
                      <a:pt x="10426" y="15975"/>
                      <a:pt x="234" y="15975"/>
                    </a:cubicBezTo>
                    <a:lnTo>
                      <a:pt x="234" y="24903"/>
                    </a:lnTo>
                    <a:cubicBezTo>
                      <a:pt x="6200" y="24903"/>
                      <a:pt x="22606" y="24903"/>
                      <a:pt x="36277" y="17959"/>
                    </a:cubicBezTo>
                    <a:lnTo>
                      <a:pt x="36277" y="144434"/>
                    </a:lnTo>
                    <a:cubicBezTo>
                      <a:pt x="36277" y="152618"/>
                      <a:pt x="36277" y="155842"/>
                      <a:pt x="11420" y="155842"/>
                    </a:cubicBezTo>
                    <a:lnTo>
                      <a:pt x="1974" y="155842"/>
                    </a:lnTo>
                    <a:lnTo>
                      <a:pt x="1974" y="164769"/>
                    </a:lnTo>
                    <a:cubicBezTo>
                      <a:pt x="6449" y="164521"/>
                      <a:pt x="37023" y="163777"/>
                      <a:pt x="46220" y="163777"/>
                    </a:cubicBezTo>
                    <a:cubicBezTo>
                      <a:pt x="53925" y="163777"/>
                      <a:pt x="85245" y="164521"/>
                      <a:pt x="90714" y="164769"/>
                    </a:cubicBezTo>
                    <a:lnTo>
                      <a:pt x="90714" y="155842"/>
                    </a:lnTo>
                    <a:lnTo>
                      <a:pt x="81268" y="155842"/>
                    </a:lnTo>
                    <a:cubicBezTo>
                      <a:pt x="56411" y="155842"/>
                      <a:pt x="56411" y="152618"/>
                      <a:pt x="56411" y="144434"/>
                    </a:cubicBezTo>
                    <a:lnTo>
                      <a:pt x="56411" y="7048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35047A2F-654B-0789-4EC6-222D658B40D9}"/>
                  </a:ext>
                </a:extLst>
              </p:cNvPr>
              <p:cNvSpPr/>
              <p:nvPr>
                <p:custDataLst>
                  <p:tags r:id="rId218"/>
                </p:custDataLst>
              </p:nvPr>
            </p:nvSpPr>
            <p:spPr>
              <a:xfrm>
                <a:off x="11235312" y="3537706"/>
                <a:ext cx="105109" cy="1062460"/>
              </a:xfrm>
              <a:custGeom>
                <a:avLst/>
                <a:gdLst>
                  <a:gd name="connsiteX0" fmla="*/ 83332 w 105109"/>
                  <a:gd name="connsiteY0" fmla="*/ 1040571 h 1062460"/>
                  <a:gd name="connsiteX1" fmla="*/ 239 w 105109"/>
                  <a:gd name="connsiteY1" fmla="*/ 1040571 h 1062460"/>
                  <a:gd name="connsiteX2" fmla="*/ 239 w 105109"/>
                  <a:gd name="connsiteY2" fmla="*/ 1062536 h 1062460"/>
                  <a:gd name="connsiteX3" fmla="*/ 105348 w 105109"/>
                  <a:gd name="connsiteY3" fmla="*/ 1062536 h 1062460"/>
                  <a:gd name="connsiteX4" fmla="*/ 105348 w 105109"/>
                  <a:gd name="connsiteY4" fmla="*/ 75 h 1062460"/>
                  <a:gd name="connsiteX5" fmla="*/ 239 w 105109"/>
                  <a:gd name="connsiteY5" fmla="*/ 75 h 1062460"/>
                  <a:gd name="connsiteX6" fmla="*/ 239 w 105109"/>
                  <a:gd name="connsiteY6" fmla="*/ 22040 h 1062460"/>
                  <a:gd name="connsiteX7" fmla="*/ 83332 w 105109"/>
                  <a:gd name="connsiteY7" fmla="*/ 22040 h 1062460"/>
                  <a:gd name="connsiteX8" fmla="*/ 83332 w 105109"/>
                  <a:gd name="connsiteY8" fmla="*/ 1040571 h 1062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09" h="1062460">
                    <a:moveTo>
                      <a:pt x="83332" y="1040571"/>
                    </a:moveTo>
                    <a:lnTo>
                      <a:pt x="239" y="1040571"/>
                    </a:lnTo>
                    <a:lnTo>
                      <a:pt x="239" y="1062536"/>
                    </a:lnTo>
                    <a:lnTo>
                      <a:pt x="105348" y="1062536"/>
                    </a:lnTo>
                    <a:lnTo>
                      <a:pt x="105348" y="75"/>
                    </a:lnTo>
                    <a:lnTo>
                      <a:pt x="239" y="75"/>
                    </a:lnTo>
                    <a:lnTo>
                      <a:pt x="239" y="22040"/>
                    </a:lnTo>
                    <a:lnTo>
                      <a:pt x="83332" y="22040"/>
                    </a:lnTo>
                    <a:lnTo>
                      <a:pt x="83332" y="104057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33C1970-3DFD-B7B0-19AE-BB63AC6FFE12}"/>
                  </a:ext>
                </a:extLst>
              </p:cNvPr>
              <p:cNvSpPr/>
              <p:nvPr>
                <p:custDataLst>
                  <p:tags r:id="rId219"/>
                </p:custDataLst>
              </p:nvPr>
            </p:nvSpPr>
            <p:spPr>
              <a:xfrm>
                <a:off x="11557070" y="4027669"/>
                <a:ext cx="236140" cy="82899"/>
              </a:xfrm>
              <a:custGeom>
                <a:avLst/>
                <a:gdLst>
                  <a:gd name="connsiteX0" fmla="*/ 224315 w 236140"/>
                  <a:gd name="connsiteY0" fmla="*/ 14263 h 82899"/>
                  <a:gd name="connsiteX1" fmla="*/ 236388 w 236140"/>
                  <a:gd name="connsiteY1" fmla="*/ 7178 h 82899"/>
                  <a:gd name="connsiteX2" fmla="*/ 224670 w 236140"/>
                  <a:gd name="connsiteY2" fmla="*/ 92 h 82899"/>
                  <a:gd name="connsiteX3" fmla="*/ 11966 w 236140"/>
                  <a:gd name="connsiteY3" fmla="*/ 92 h 82899"/>
                  <a:gd name="connsiteX4" fmla="*/ 247 w 236140"/>
                  <a:gd name="connsiteY4" fmla="*/ 7178 h 82899"/>
                  <a:gd name="connsiteX5" fmla="*/ 12321 w 236140"/>
                  <a:gd name="connsiteY5" fmla="*/ 14263 h 82899"/>
                  <a:gd name="connsiteX6" fmla="*/ 224315 w 236140"/>
                  <a:gd name="connsiteY6" fmla="*/ 14263 h 82899"/>
                  <a:gd name="connsiteX7" fmla="*/ 224670 w 236140"/>
                  <a:gd name="connsiteY7" fmla="*/ 82992 h 82899"/>
                  <a:gd name="connsiteX8" fmla="*/ 236388 w 236140"/>
                  <a:gd name="connsiteY8" fmla="*/ 75907 h 82899"/>
                  <a:gd name="connsiteX9" fmla="*/ 224315 w 236140"/>
                  <a:gd name="connsiteY9" fmla="*/ 68821 h 82899"/>
                  <a:gd name="connsiteX10" fmla="*/ 12321 w 236140"/>
                  <a:gd name="connsiteY10" fmla="*/ 68821 h 82899"/>
                  <a:gd name="connsiteX11" fmla="*/ 247 w 236140"/>
                  <a:gd name="connsiteY11" fmla="*/ 75907 h 82899"/>
                  <a:gd name="connsiteX12" fmla="*/ 11966 w 236140"/>
                  <a:gd name="connsiteY12" fmla="*/ 82992 h 82899"/>
                  <a:gd name="connsiteX13" fmla="*/ 224670 w 236140"/>
                  <a:gd name="connsiteY13" fmla="*/ 82992 h 82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6140" h="82899">
                    <a:moveTo>
                      <a:pt x="224315" y="14263"/>
                    </a:moveTo>
                    <a:cubicBezTo>
                      <a:pt x="229641" y="14263"/>
                      <a:pt x="236388" y="14263"/>
                      <a:pt x="236388" y="7178"/>
                    </a:cubicBezTo>
                    <a:cubicBezTo>
                      <a:pt x="236388" y="92"/>
                      <a:pt x="229641" y="92"/>
                      <a:pt x="224670" y="92"/>
                    </a:cubicBezTo>
                    <a:lnTo>
                      <a:pt x="11966" y="92"/>
                    </a:lnTo>
                    <a:cubicBezTo>
                      <a:pt x="6994" y="92"/>
                      <a:pt x="247" y="92"/>
                      <a:pt x="247" y="7178"/>
                    </a:cubicBezTo>
                    <a:cubicBezTo>
                      <a:pt x="247" y="14263"/>
                      <a:pt x="6994" y="14263"/>
                      <a:pt x="12321" y="14263"/>
                    </a:cubicBezTo>
                    <a:lnTo>
                      <a:pt x="224315" y="14263"/>
                    </a:lnTo>
                    <a:close/>
                    <a:moveTo>
                      <a:pt x="224670" y="82992"/>
                    </a:moveTo>
                    <a:cubicBezTo>
                      <a:pt x="229641" y="82992"/>
                      <a:pt x="236388" y="82992"/>
                      <a:pt x="236388" y="75907"/>
                    </a:cubicBezTo>
                    <a:cubicBezTo>
                      <a:pt x="236388" y="68821"/>
                      <a:pt x="229641" y="68821"/>
                      <a:pt x="224315" y="68821"/>
                    </a:cubicBezTo>
                    <a:lnTo>
                      <a:pt x="12321" y="68821"/>
                    </a:lnTo>
                    <a:cubicBezTo>
                      <a:pt x="6994" y="68821"/>
                      <a:pt x="247" y="68821"/>
                      <a:pt x="247" y="75907"/>
                    </a:cubicBezTo>
                    <a:cubicBezTo>
                      <a:pt x="247" y="82992"/>
                      <a:pt x="6994" y="82992"/>
                      <a:pt x="11966" y="82992"/>
                    </a:cubicBezTo>
                    <a:lnTo>
                      <a:pt x="224670" y="82992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02B362D-19E2-A247-3C39-884DAB641782}"/>
                  </a:ext>
                </a:extLst>
              </p:cNvPr>
              <p:cNvSpPr/>
              <p:nvPr>
                <p:custDataLst>
                  <p:tags r:id="rId220"/>
                </p:custDataLst>
              </p:nvPr>
            </p:nvSpPr>
            <p:spPr>
              <a:xfrm>
                <a:off x="12009662" y="3537706"/>
                <a:ext cx="105109" cy="1062460"/>
              </a:xfrm>
              <a:custGeom>
                <a:avLst/>
                <a:gdLst>
                  <a:gd name="connsiteX0" fmla="*/ 258 w 105109"/>
                  <a:gd name="connsiteY0" fmla="*/ 1062536 h 1062460"/>
                  <a:gd name="connsiteX1" fmla="*/ 105367 w 105109"/>
                  <a:gd name="connsiteY1" fmla="*/ 1062536 h 1062460"/>
                  <a:gd name="connsiteX2" fmla="*/ 105367 w 105109"/>
                  <a:gd name="connsiteY2" fmla="*/ 1040571 h 1062460"/>
                  <a:gd name="connsiteX3" fmla="*/ 22274 w 105109"/>
                  <a:gd name="connsiteY3" fmla="*/ 1040571 h 1062460"/>
                  <a:gd name="connsiteX4" fmla="*/ 22274 w 105109"/>
                  <a:gd name="connsiteY4" fmla="*/ 22040 h 1062460"/>
                  <a:gd name="connsiteX5" fmla="*/ 105367 w 105109"/>
                  <a:gd name="connsiteY5" fmla="*/ 22040 h 1062460"/>
                  <a:gd name="connsiteX6" fmla="*/ 105367 w 105109"/>
                  <a:gd name="connsiteY6" fmla="*/ 75 h 1062460"/>
                  <a:gd name="connsiteX7" fmla="*/ 258 w 105109"/>
                  <a:gd name="connsiteY7" fmla="*/ 75 h 1062460"/>
                  <a:gd name="connsiteX8" fmla="*/ 258 w 105109"/>
                  <a:gd name="connsiteY8" fmla="*/ 1062536 h 1062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09" h="1062460">
                    <a:moveTo>
                      <a:pt x="258" y="1062536"/>
                    </a:moveTo>
                    <a:lnTo>
                      <a:pt x="105367" y="1062536"/>
                    </a:lnTo>
                    <a:lnTo>
                      <a:pt x="105367" y="1040571"/>
                    </a:lnTo>
                    <a:lnTo>
                      <a:pt x="22274" y="1040571"/>
                    </a:lnTo>
                    <a:lnTo>
                      <a:pt x="22274" y="22040"/>
                    </a:lnTo>
                    <a:lnTo>
                      <a:pt x="105367" y="22040"/>
                    </a:lnTo>
                    <a:lnTo>
                      <a:pt x="105367" y="75"/>
                    </a:lnTo>
                    <a:lnTo>
                      <a:pt x="258" y="75"/>
                    </a:lnTo>
                    <a:lnTo>
                      <a:pt x="258" y="1062536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C6DF77B-BB40-FFC6-3D59-7BDC2197925A}"/>
                  </a:ext>
                </a:extLst>
              </p:cNvPr>
              <p:cNvSpPr/>
              <p:nvPr>
                <p:custDataLst>
                  <p:tags r:id="rId221"/>
                </p:custDataLst>
              </p:nvPr>
            </p:nvSpPr>
            <p:spPr>
              <a:xfrm>
                <a:off x="12150756" y="3554433"/>
                <a:ext cx="117182" cy="235944"/>
              </a:xfrm>
              <a:custGeom>
                <a:avLst/>
                <a:gdLst>
                  <a:gd name="connsiteX0" fmla="*/ 73059 w 117182"/>
                  <a:gd name="connsiteY0" fmla="*/ 9293 h 235944"/>
                  <a:gd name="connsiteX1" fmla="*/ 64892 w 117182"/>
                  <a:gd name="connsiteY1" fmla="*/ 82 h 235944"/>
                  <a:gd name="connsiteX2" fmla="*/ 264 w 117182"/>
                  <a:gd name="connsiteY2" fmla="*/ 22755 h 235944"/>
                  <a:gd name="connsiteX3" fmla="*/ 264 w 117182"/>
                  <a:gd name="connsiteY3" fmla="*/ 33738 h 235944"/>
                  <a:gd name="connsiteX4" fmla="*/ 46782 w 117182"/>
                  <a:gd name="connsiteY4" fmla="*/ 24527 h 235944"/>
                  <a:gd name="connsiteX5" fmla="*/ 46782 w 117182"/>
                  <a:gd name="connsiteY5" fmla="*/ 208039 h 235944"/>
                  <a:gd name="connsiteX6" fmla="*/ 13757 w 117182"/>
                  <a:gd name="connsiteY6" fmla="*/ 225044 h 235944"/>
                  <a:gd name="connsiteX7" fmla="*/ 2394 w 117182"/>
                  <a:gd name="connsiteY7" fmla="*/ 225044 h 235944"/>
                  <a:gd name="connsiteX8" fmla="*/ 2394 w 117182"/>
                  <a:gd name="connsiteY8" fmla="*/ 236027 h 235944"/>
                  <a:gd name="connsiteX9" fmla="*/ 59920 w 117182"/>
                  <a:gd name="connsiteY9" fmla="*/ 234964 h 235944"/>
                  <a:gd name="connsiteX10" fmla="*/ 117446 w 117182"/>
                  <a:gd name="connsiteY10" fmla="*/ 236027 h 235944"/>
                  <a:gd name="connsiteX11" fmla="*/ 117446 w 117182"/>
                  <a:gd name="connsiteY11" fmla="*/ 225044 h 235944"/>
                  <a:gd name="connsiteX12" fmla="*/ 106083 w 117182"/>
                  <a:gd name="connsiteY12" fmla="*/ 225044 h 235944"/>
                  <a:gd name="connsiteX13" fmla="*/ 73059 w 117182"/>
                  <a:gd name="connsiteY13" fmla="*/ 208039 h 235944"/>
                  <a:gd name="connsiteX14" fmla="*/ 73059 w 117182"/>
                  <a:gd name="connsiteY14" fmla="*/ 9293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182" h="235944">
                    <a:moveTo>
                      <a:pt x="73059" y="9293"/>
                    </a:moveTo>
                    <a:cubicBezTo>
                      <a:pt x="73059" y="791"/>
                      <a:pt x="73059" y="82"/>
                      <a:pt x="64892" y="82"/>
                    </a:cubicBezTo>
                    <a:cubicBezTo>
                      <a:pt x="42876" y="22755"/>
                      <a:pt x="11627" y="22755"/>
                      <a:pt x="264" y="22755"/>
                    </a:cubicBezTo>
                    <a:lnTo>
                      <a:pt x="264" y="33738"/>
                    </a:lnTo>
                    <a:cubicBezTo>
                      <a:pt x="7366" y="33738"/>
                      <a:pt x="28317" y="33738"/>
                      <a:pt x="46782" y="24527"/>
                    </a:cubicBezTo>
                    <a:lnTo>
                      <a:pt x="46782" y="208039"/>
                    </a:lnTo>
                    <a:cubicBezTo>
                      <a:pt x="46782" y="220793"/>
                      <a:pt x="45716" y="225044"/>
                      <a:pt x="13757" y="225044"/>
                    </a:cubicBezTo>
                    <a:lnTo>
                      <a:pt x="2394" y="225044"/>
                    </a:lnTo>
                    <a:lnTo>
                      <a:pt x="2394" y="236027"/>
                    </a:lnTo>
                    <a:cubicBezTo>
                      <a:pt x="14823" y="234964"/>
                      <a:pt x="45716" y="234964"/>
                      <a:pt x="59920" y="234964"/>
                    </a:cubicBezTo>
                    <a:cubicBezTo>
                      <a:pt x="74124" y="234964"/>
                      <a:pt x="105018" y="234964"/>
                      <a:pt x="117446" y="236027"/>
                    </a:cubicBezTo>
                    <a:lnTo>
                      <a:pt x="117446" y="225044"/>
                    </a:lnTo>
                    <a:lnTo>
                      <a:pt x="106083" y="225044"/>
                    </a:lnTo>
                    <a:cubicBezTo>
                      <a:pt x="74124" y="225044"/>
                      <a:pt x="73059" y="221147"/>
                      <a:pt x="73059" y="208039"/>
                    </a:cubicBezTo>
                    <a:lnTo>
                      <a:pt x="73059" y="929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2AE43F2-3C77-890C-BA76-465F3D2114A7}"/>
                  </a:ext>
                </a:extLst>
              </p:cNvPr>
              <p:cNvSpPr/>
              <p:nvPr>
                <p:custDataLst>
                  <p:tags r:id="rId222"/>
                </p:custDataLst>
              </p:nvPr>
            </p:nvSpPr>
            <p:spPr>
              <a:xfrm>
                <a:off x="12328306" y="3554433"/>
                <a:ext cx="117182" cy="235944"/>
              </a:xfrm>
              <a:custGeom>
                <a:avLst/>
                <a:gdLst>
                  <a:gd name="connsiteX0" fmla="*/ 73064 w 117182"/>
                  <a:gd name="connsiteY0" fmla="*/ 9293 h 235944"/>
                  <a:gd name="connsiteX1" fmla="*/ 64897 w 117182"/>
                  <a:gd name="connsiteY1" fmla="*/ 82 h 235944"/>
                  <a:gd name="connsiteX2" fmla="*/ 269 w 117182"/>
                  <a:gd name="connsiteY2" fmla="*/ 22755 h 235944"/>
                  <a:gd name="connsiteX3" fmla="*/ 269 w 117182"/>
                  <a:gd name="connsiteY3" fmla="*/ 33738 h 235944"/>
                  <a:gd name="connsiteX4" fmla="*/ 46787 w 117182"/>
                  <a:gd name="connsiteY4" fmla="*/ 24527 h 235944"/>
                  <a:gd name="connsiteX5" fmla="*/ 46787 w 117182"/>
                  <a:gd name="connsiteY5" fmla="*/ 208039 h 235944"/>
                  <a:gd name="connsiteX6" fmla="*/ 13762 w 117182"/>
                  <a:gd name="connsiteY6" fmla="*/ 225044 h 235944"/>
                  <a:gd name="connsiteX7" fmla="*/ 2399 w 117182"/>
                  <a:gd name="connsiteY7" fmla="*/ 225044 h 235944"/>
                  <a:gd name="connsiteX8" fmla="*/ 2399 w 117182"/>
                  <a:gd name="connsiteY8" fmla="*/ 236027 h 235944"/>
                  <a:gd name="connsiteX9" fmla="*/ 59925 w 117182"/>
                  <a:gd name="connsiteY9" fmla="*/ 234964 h 235944"/>
                  <a:gd name="connsiteX10" fmla="*/ 117451 w 117182"/>
                  <a:gd name="connsiteY10" fmla="*/ 236027 h 235944"/>
                  <a:gd name="connsiteX11" fmla="*/ 117451 w 117182"/>
                  <a:gd name="connsiteY11" fmla="*/ 225044 h 235944"/>
                  <a:gd name="connsiteX12" fmla="*/ 106088 w 117182"/>
                  <a:gd name="connsiteY12" fmla="*/ 225044 h 235944"/>
                  <a:gd name="connsiteX13" fmla="*/ 73064 w 117182"/>
                  <a:gd name="connsiteY13" fmla="*/ 208039 h 235944"/>
                  <a:gd name="connsiteX14" fmla="*/ 73064 w 117182"/>
                  <a:gd name="connsiteY14" fmla="*/ 9293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182" h="235944">
                    <a:moveTo>
                      <a:pt x="73064" y="9293"/>
                    </a:moveTo>
                    <a:cubicBezTo>
                      <a:pt x="73064" y="791"/>
                      <a:pt x="73064" y="82"/>
                      <a:pt x="64897" y="82"/>
                    </a:cubicBezTo>
                    <a:cubicBezTo>
                      <a:pt x="42881" y="22755"/>
                      <a:pt x="11632" y="22755"/>
                      <a:pt x="269" y="22755"/>
                    </a:cubicBezTo>
                    <a:lnTo>
                      <a:pt x="269" y="33738"/>
                    </a:lnTo>
                    <a:cubicBezTo>
                      <a:pt x="7371" y="33738"/>
                      <a:pt x="28322" y="33738"/>
                      <a:pt x="46787" y="24527"/>
                    </a:cubicBezTo>
                    <a:lnTo>
                      <a:pt x="46787" y="208039"/>
                    </a:lnTo>
                    <a:cubicBezTo>
                      <a:pt x="46787" y="220793"/>
                      <a:pt x="45721" y="225044"/>
                      <a:pt x="13762" y="225044"/>
                    </a:cubicBezTo>
                    <a:lnTo>
                      <a:pt x="2399" y="225044"/>
                    </a:lnTo>
                    <a:lnTo>
                      <a:pt x="2399" y="236027"/>
                    </a:lnTo>
                    <a:cubicBezTo>
                      <a:pt x="14828" y="234964"/>
                      <a:pt x="45721" y="234964"/>
                      <a:pt x="59925" y="234964"/>
                    </a:cubicBezTo>
                    <a:cubicBezTo>
                      <a:pt x="74129" y="234964"/>
                      <a:pt x="105023" y="234964"/>
                      <a:pt x="117451" y="236027"/>
                    </a:cubicBezTo>
                    <a:lnTo>
                      <a:pt x="117451" y="225044"/>
                    </a:lnTo>
                    <a:lnTo>
                      <a:pt x="106088" y="225044"/>
                    </a:lnTo>
                    <a:cubicBezTo>
                      <a:pt x="74129" y="225044"/>
                      <a:pt x="73064" y="221147"/>
                      <a:pt x="73064" y="208039"/>
                    </a:cubicBezTo>
                    <a:lnTo>
                      <a:pt x="73064" y="9293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C19B393-7F8A-89CC-AE35-4C553BDC4420}"/>
                  </a:ext>
                </a:extLst>
              </p:cNvPr>
              <p:cNvSpPr/>
              <p:nvPr>
                <p:custDataLst>
                  <p:tags r:id="rId223"/>
                </p:custDataLst>
              </p:nvPr>
            </p:nvSpPr>
            <p:spPr>
              <a:xfrm>
                <a:off x="12504791" y="3752825"/>
                <a:ext cx="37640" cy="37552"/>
              </a:xfrm>
              <a:custGeom>
                <a:avLst/>
                <a:gdLst>
                  <a:gd name="connsiteX0" fmla="*/ 37914 w 37640"/>
                  <a:gd name="connsiteY0" fmla="*/ 18858 h 37552"/>
                  <a:gd name="connsiteX1" fmla="*/ 19094 w 37640"/>
                  <a:gd name="connsiteY1" fmla="*/ 82 h 37552"/>
                  <a:gd name="connsiteX2" fmla="*/ 274 w 37640"/>
                  <a:gd name="connsiteY2" fmla="*/ 18858 h 37552"/>
                  <a:gd name="connsiteX3" fmla="*/ 19094 w 37640"/>
                  <a:gd name="connsiteY3" fmla="*/ 37635 h 37552"/>
                  <a:gd name="connsiteX4" fmla="*/ 37914 w 37640"/>
                  <a:gd name="connsiteY4" fmla="*/ 18858 h 37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640" h="37552">
                    <a:moveTo>
                      <a:pt x="37914" y="18858"/>
                    </a:moveTo>
                    <a:cubicBezTo>
                      <a:pt x="37914" y="8585"/>
                      <a:pt x="29392" y="82"/>
                      <a:pt x="19094" y="82"/>
                    </a:cubicBezTo>
                    <a:cubicBezTo>
                      <a:pt x="8796" y="82"/>
                      <a:pt x="274" y="8585"/>
                      <a:pt x="274" y="18858"/>
                    </a:cubicBezTo>
                    <a:cubicBezTo>
                      <a:pt x="274" y="29132"/>
                      <a:pt x="8796" y="37635"/>
                      <a:pt x="19094" y="37635"/>
                    </a:cubicBezTo>
                    <a:cubicBezTo>
                      <a:pt x="29392" y="37635"/>
                      <a:pt x="37914" y="29132"/>
                      <a:pt x="37914" y="188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072D32D-44AB-CE6B-5285-F79902DD8694}"/>
                  </a:ext>
                </a:extLst>
              </p:cNvPr>
              <p:cNvSpPr/>
              <p:nvPr>
                <p:custDataLst>
                  <p:tags r:id="rId224"/>
                </p:custDataLst>
              </p:nvPr>
            </p:nvSpPr>
            <p:spPr>
              <a:xfrm>
                <a:off x="12587806" y="3554433"/>
                <a:ext cx="147366" cy="243738"/>
              </a:xfrm>
              <a:custGeom>
                <a:avLst/>
                <a:gdLst>
                  <a:gd name="connsiteX0" fmla="*/ 88341 w 147366"/>
                  <a:gd name="connsiteY0" fmla="*/ 111323 h 243738"/>
                  <a:gd name="connsiteX1" fmla="*/ 138055 w 147366"/>
                  <a:gd name="connsiteY1" fmla="*/ 48972 h 243738"/>
                  <a:gd name="connsiteX2" fmla="*/ 72717 w 147366"/>
                  <a:gd name="connsiteY2" fmla="*/ 82 h 243738"/>
                  <a:gd name="connsiteX3" fmla="*/ 9864 w 147366"/>
                  <a:gd name="connsiteY3" fmla="*/ 48263 h 243738"/>
                  <a:gd name="connsiteX4" fmla="*/ 27974 w 147366"/>
                  <a:gd name="connsiteY4" fmla="*/ 66685 h 243738"/>
                  <a:gd name="connsiteX5" fmla="*/ 46084 w 147366"/>
                  <a:gd name="connsiteY5" fmla="*/ 48617 h 243738"/>
                  <a:gd name="connsiteX6" fmla="*/ 24068 w 147366"/>
                  <a:gd name="connsiteY6" fmla="*/ 30904 h 243738"/>
                  <a:gd name="connsiteX7" fmla="*/ 71296 w 147366"/>
                  <a:gd name="connsiteY7" fmla="*/ 8939 h 243738"/>
                  <a:gd name="connsiteX8" fmla="*/ 105386 w 147366"/>
                  <a:gd name="connsiteY8" fmla="*/ 48617 h 243738"/>
                  <a:gd name="connsiteX9" fmla="*/ 95443 w 147366"/>
                  <a:gd name="connsiteY9" fmla="*/ 89004 h 243738"/>
                  <a:gd name="connsiteX10" fmla="*/ 63839 w 147366"/>
                  <a:gd name="connsiteY10" fmla="*/ 107426 h 243738"/>
                  <a:gd name="connsiteX11" fmla="*/ 49990 w 147366"/>
                  <a:gd name="connsiteY11" fmla="*/ 108489 h 243738"/>
                  <a:gd name="connsiteX12" fmla="*/ 44664 w 147366"/>
                  <a:gd name="connsiteY12" fmla="*/ 112740 h 243738"/>
                  <a:gd name="connsiteX13" fmla="*/ 53186 w 147366"/>
                  <a:gd name="connsiteY13" fmla="*/ 116637 h 243738"/>
                  <a:gd name="connsiteX14" fmla="*/ 68811 w 147366"/>
                  <a:gd name="connsiteY14" fmla="*/ 116637 h 243738"/>
                  <a:gd name="connsiteX15" fmla="*/ 111067 w 147366"/>
                  <a:gd name="connsiteY15" fmla="*/ 175446 h 243738"/>
                  <a:gd name="connsiteX16" fmla="*/ 70941 w 147366"/>
                  <a:gd name="connsiteY16" fmla="*/ 233901 h 243738"/>
                  <a:gd name="connsiteX17" fmla="*/ 16611 w 147366"/>
                  <a:gd name="connsiteY17" fmla="*/ 206977 h 243738"/>
                  <a:gd name="connsiteX18" fmla="*/ 40048 w 147366"/>
                  <a:gd name="connsiteY18" fmla="*/ 187492 h 243738"/>
                  <a:gd name="connsiteX19" fmla="*/ 20162 w 147366"/>
                  <a:gd name="connsiteY19" fmla="*/ 167652 h 243738"/>
                  <a:gd name="connsiteX20" fmla="*/ 276 w 147366"/>
                  <a:gd name="connsiteY20" fmla="*/ 188200 h 243738"/>
                  <a:gd name="connsiteX21" fmla="*/ 72006 w 147366"/>
                  <a:gd name="connsiteY21" fmla="*/ 243821 h 243738"/>
                  <a:gd name="connsiteX22" fmla="*/ 147643 w 147366"/>
                  <a:gd name="connsiteY22" fmla="*/ 175446 h 243738"/>
                  <a:gd name="connsiteX23" fmla="*/ 88341 w 147366"/>
                  <a:gd name="connsiteY23" fmla="*/ 111323 h 243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7366" h="243738">
                    <a:moveTo>
                      <a:pt x="88341" y="111323"/>
                    </a:moveTo>
                    <a:cubicBezTo>
                      <a:pt x="117459" y="101758"/>
                      <a:pt x="138055" y="76959"/>
                      <a:pt x="138055" y="48972"/>
                    </a:cubicBezTo>
                    <a:cubicBezTo>
                      <a:pt x="138055" y="19921"/>
                      <a:pt x="106806" y="82"/>
                      <a:pt x="72717" y="82"/>
                    </a:cubicBezTo>
                    <a:cubicBezTo>
                      <a:pt x="36852" y="82"/>
                      <a:pt x="9864" y="21338"/>
                      <a:pt x="9864" y="48263"/>
                    </a:cubicBezTo>
                    <a:cubicBezTo>
                      <a:pt x="9864" y="59954"/>
                      <a:pt x="17676" y="66685"/>
                      <a:pt x="27974" y="66685"/>
                    </a:cubicBezTo>
                    <a:cubicBezTo>
                      <a:pt x="38982" y="66685"/>
                      <a:pt x="46084" y="58891"/>
                      <a:pt x="46084" y="48617"/>
                    </a:cubicBezTo>
                    <a:cubicBezTo>
                      <a:pt x="46084" y="30904"/>
                      <a:pt x="29395" y="30904"/>
                      <a:pt x="24068" y="30904"/>
                    </a:cubicBezTo>
                    <a:cubicBezTo>
                      <a:pt x="35076" y="13544"/>
                      <a:pt x="58513" y="8939"/>
                      <a:pt x="71296" y="8939"/>
                    </a:cubicBezTo>
                    <a:cubicBezTo>
                      <a:pt x="85855" y="8939"/>
                      <a:pt x="105386" y="16733"/>
                      <a:pt x="105386" y="48617"/>
                    </a:cubicBezTo>
                    <a:cubicBezTo>
                      <a:pt x="105386" y="52869"/>
                      <a:pt x="104676" y="73416"/>
                      <a:pt x="95443" y="89004"/>
                    </a:cubicBezTo>
                    <a:cubicBezTo>
                      <a:pt x="84790" y="106009"/>
                      <a:pt x="72717" y="107072"/>
                      <a:pt x="63839" y="107426"/>
                    </a:cubicBezTo>
                    <a:cubicBezTo>
                      <a:pt x="60998" y="107781"/>
                      <a:pt x="52476" y="108489"/>
                      <a:pt x="49990" y="108489"/>
                    </a:cubicBezTo>
                    <a:cubicBezTo>
                      <a:pt x="47149" y="108843"/>
                      <a:pt x="44664" y="109198"/>
                      <a:pt x="44664" y="112740"/>
                    </a:cubicBezTo>
                    <a:cubicBezTo>
                      <a:pt x="44664" y="116637"/>
                      <a:pt x="47149" y="116637"/>
                      <a:pt x="53186" y="116637"/>
                    </a:cubicBezTo>
                    <a:lnTo>
                      <a:pt x="68811" y="116637"/>
                    </a:lnTo>
                    <a:cubicBezTo>
                      <a:pt x="97929" y="116637"/>
                      <a:pt x="111067" y="140728"/>
                      <a:pt x="111067" y="175446"/>
                    </a:cubicBezTo>
                    <a:cubicBezTo>
                      <a:pt x="111067" y="223627"/>
                      <a:pt x="86565" y="233901"/>
                      <a:pt x="70941" y="233901"/>
                    </a:cubicBezTo>
                    <a:cubicBezTo>
                      <a:pt x="55672" y="233901"/>
                      <a:pt x="29039" y="227879"/>
                      <a:pt x="16611" y="206977"/>
                    </a:cubicBezTo>
                    <a:cubicBezTo>
                      <a:pt x="29039" y="208748"/>
                      <a:pt x="40048" y="200954"/>
                      <a:pt x="40048" y="187492"/>
                    </a:cubicBezTo>
                    <a:cubicBezTo>
                      <a:pt x="40048" y="174738"/>
                      <a:pt x="30460" y="167652"/>
                      <a:pt x="20162" y="167652"/>
                    </a:cubicBezTo>
                    <a:cubicBezTo>
                      <a:pt x="11640" y="167652"/>
                      <a:pt x="276" y="172612"/>
                      <a:pt x="276" y="188200"/>
                    </a:cubicBezTo>
                    <a:cubicBezTo>
                      <a:pt x="276" y="220439"/>
                      <a:pt x="33301" y="243821"/>
                      <a:pt x="72006" y="243821"/>
                    </a:cubicBezTo>
                    <a:cubicBezTo>
                      <a:pt x="115329" y="243821"/>
                      <a:pt x="147643" y="211582"/>
                      <a:pt x="147643" y="175446"/>
                    </a:cubicBezTo>
                    <a:cubicBezTo>
                      <a:pt x="147643" y="146396"/>
                      <a:pt x="125271" y="118763"/>
                      <a:pt x="88341" y="1113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495E762-E101-2403-D890-37015AC92AAC}"/>
                  </a:ext>
                </a:extLst>
              </p:cNvPr>
              <p:cNvSpPr/>
              <p:nvPr>
                <p:custDataLst>
                  <p:tags r:id="rId225"/>
                </p:custDataLst>
              </p:nvPr>
            </p:nvSpPr>
            <p:spPr>
              <a:xfrm>
                <a:off x="12134066" y="4281962"/>
                <a:ext cx="147366" cy="243738"/>
              </a:xfrm>
              <a:custGeom>
                <a:avLst/>
                <a:gdLst>
                  <a:gd name="connsiteX0" fmla="*/ 32223 w 147366"/>
                  <a:gd name="connsiteY0" fmla="*/ 119846 h 243738"/>
                  <a:gd name="connsiteX1" fmla="*/ 32223 w 147366"/>
                  <a:gd name="connsiteY1" fmla="*/ 111344 h 243738"/>
                  <a:gd name="connsiteX2" fmla="*/ 94365 w 147366"/>
                  <a:gd name="connsiteY2" fmla="*/ 8959 h 243738"/>
                  <a:gd name="connsiteX3" fmla="*/ 125614 w 147366"/>
                  <a:gd name="connsiteY3" fmla="*/ 23130 h 243738"/>
                  <a:gd name="connsiteX4" fmla="*/ 106083 w 147366"/>
                  <a:gd name="connsiteY4" fmla="*/ 39072 h 243738"/>
                  <a:gd name="connsiteX5" fmla="*/ 122418 w 147366"/>
                  <a:gd name="connsiteY5" fmla="*/ 55369 h 243738"/>
                  <a:gd name="connsiteX6" fmla="*/ 138752 w 147366"/>
                  <a:gd name="connsiteY6" fmla="*/ 38364 h 243738"/>
                  <a:gd name="connsiteX7" fmla="*/ 93655 w 147366"/>
                  <a:gd name="connsiteY7" fmla="*/ 103 h 243738"/>
                  <a:gd name="connsiteX8" fmla="*/ 264 w 147366"/>
                  <a:gd name="connsiteY8" fmla="*/ 124098 h 243738"/>
                  <a:gd name="connsiteX9" fmla="*/ 74479 w 147366"/>
                  <a:gd name="connsiteY9" fmla="*/ 243841 h 243738"/>
                  <a:gd name="connsiteX10" fmla="*/ 147630 w 147366"/>
                  <a:gd name="connsiteY10" fmla="*/ 163776 h 243738"/>
                  <a:gd name="connsiteX11" fmla="*/ 76610 w 147366"/>
                  <a:gd name="connsiteY11" fmla="*/ 84773 h 243738"/>
                  <a:gd name="connsiteX12" fmla="*/ 32223 w 147366"/>
                  <a:gd name="connsiteY12" fmla="*/ 119846 h 243738"/>
                  <a:gd name="connsiteX13" fmla="*/ 74479 w 147366"/>
                  <a:gd name="connsiteY13" fmla="*/ 233922 h 243738"/>
                  <a:gd name="connsiteX14" fmla="*/ 39325 w 147366"/>
                  <a:gd name="connsiteY14" fmla="*/ 207351 h 243738"/>
                  <a:gd name="connsiteX15" fmla="*/ 32933 w 147366"/>
                  <a:gd name="connsiteY15" fmla="*/ 155982 h 243738"/>
                  <a:gd name="connsiteX16" fmla="*/ 76255 w 147366"/>
                  <a:gd name="connsiteY16" fmla="*/ 92922 h 243738"/>
                  <a:gd name="connsiteX17" fmla="*/ 109279 w 147366"/>
                  <a:gd name="connsiteY17" fmla="*/ 114887 h 243738"/>
                  <a:gd name="connsiteX18" fmla="*/ 115671 w 147366"/>
                  <a:gd name="connsiteY18" fmla="*/ 163422 h 243738"/>
                  <a:gd name="connsiteX19" fmla="*/ 109634 w 147366"/>
                  <a:gd name="connsiteY19" fmla="*/ 210894 h 243738"/>
                  <a:gd name="connsiteX20" fmla="*/ 74479 w 147366"/>
                  <a:gd name="connsiteY20" fmla="*/ 233922 h 243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7366" h="243738">
                    <a:moveTo>
                      <a:pt x="32223" y="119846"/>
                    </a:moveTo>
                    <a:lnTo>
                      <a:pt x="32223" y="111344"/>
                    </a:lnTo>
                    <a:cubicBezTo>
                      <a:pt x="32223" y="21713"/>
                      <a:pt x="76255" y="8959"/>
                      <a:pt x="94365" y="8959"/>
                    </a:cubicBezTo>
                    <a:cubicBezTo>
                      <a:pt x="102887" y="8959"/>
                      <a:pt x="117802" y="11085"/>
                      <a:pt x="125614" y="23130"/>
                    </a:cubicBezTo>
                    <a:cubicBezTo>
                      <a:pt x="120287" y="23130"/>
                      <a:pt x="106083" y="23130"/>
                      <a:pt x="106083" y="39072"/>
                    </a:cubicBezTo>
                    <a:cubicBezTo>
                      <a:pt x="106083" y="50055"/>
                      <a:pt x="114606" y="55369"/>
                      <a:pt x="122418" y="55369"/>
                    </a:cubicBezTo>
                    <a:cubicBezTo>
                      <a:pt x="128099" y="55369"/>
                      <a:pt x="138752" y="52180"/>
                      <a:pt x="138752" y="38364"/>
                    </a:cubicBezTo>
                    <a:cubicBezTo>
                      <a:pt x="138752" y="17108"/>
                      <a:pt x="123128" y="103"/>
                      <a:pt x="93655" y="103"/>
                    </a:cubicBezTo>
                    <a:cubicBezTo>
                      <a:pt x="48202" y="103"/>
                      <a:pt x="264" y="45804"/>
                      <a:pt x="264" y="124098"/>
                    </a:cubicBezTo>
                    <a:cubicBezTo>
                      <a:pt x="264" y="218688"/>
                      <a:pt x="41455" y="243841"/>
                      <a:pt x="74479" y="243841"/>
                    </a:cubicBezTo>
                    <a:cubicBezTo>
                      <a:pt x="113895" y="243841"/>
                      <a:pt x="147630" y="210540"/>
                      <a:pt x="147630" y="163776"/>
                    </a:cubicBezTo>
                    <a:cubicBezTo>
                      <a:pt x="147630" y="118783"/>
                      <a:pt x="116026" y="84773"/>
                      <a:pt x="76610" y="84773"/>
                    </a:cubicBezTo>
                    <a:cubicBezTo>
                      <a:pt x="52463" y="84773"/>
                      <a:pt x="39325" y="102841"/>
                      <a:pt x="32223" y="119846"/>
                    </a:cubicBezTo>
                    <a:close/>
                    <a:moveTo>
                      <a:pt x="74479" y="233922"/>
                    </a:moveTo>
                    <a:cubicBezTo>
                      <a:pt x="52108" y="233922"/>
                      <a:pt x="41455" y="212665"/>
                      <a:pt x="39325" y="207351"/>
                    </a:cubicBezTo>
                    <a:cubicBezTo>
                      <a:pt x="32933" y="190701"/>
                      <a:pt x="32933" y="162359"/>
                      <a:pt x="32933" y="155982"/>
                    </a:cubicBezTo>
                    <a:cubicBezTo>
                      <a:pt x="32933" y="128349"/>
                      <a:pt x="44296" y="92922"/>
                      <a:pt x="76255" y="92922"/>
                    </a:cubicBezTo>
                    <a:cubicBezTo>
                      <a:pt x="81936" y="92922"/>
                      <a:pt x="98271" y="92922"/>
                      <a:pt x="109279" y="114887"/>
                    </a:cubicBezTo>
                    <a:cubicBezTo>
                      <a:pt x="115671" y="127995"/>
                      <a:pt x="115671" y="146062"/>
                      <a:pt x="115671" y="163422"/>
                    </a:cubicBezTo>
                    <a:cubicBezTo>
                      <a:pt x="115671" y="180427"/>
                      <a:pt x="115671" y="198140"/>
                      <a:pt x="109634" y="210894"/>
                    </a:cubicBezTo>
                    <a:cubicBezTo>
                      <a:pt x="98981" y="232150"/>
                      <a:pt x="82647" y="233922"/>
                      <a:pt x="74479" y="2339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55F4400-A05A-87C6-75BC-361ADC8CB720}"/>
                  </a:ext>
                </a:extLst>
              </p:cNvPr>
              <p:cNvSpPr/>
              <p:nvPr>
                <p:custDataLst>
                  <p:tags r:id="rId226"/>
                </p:custDataLst>
              </p:nvPr>
            </p:nvSpPr>
            <p:spPr>
              <a:xfrm>
                <a:off x="12328306" y="4281962"/>
                <a:ext cx="117182" cy="235944"/>
              </a:xfrm>
              <a:custGeom>
                <a:avLst/>
                <a:gdLst>
                  <a:gd name="connsiteX0" fmla="*/ 73064 w 117182"/>
                  <a:gd name="connsiteY0" fmla="*/ 9314 h 235944"/>
                  <a:gd name="connsiteX1" fmla="*/ 64897 w 117182"/>
                  <a:gd name="connsiteY1" fmla="*/ 103 h 235944"/>
                  <a:gd name="connsiteX2" fmla="*/ 269 w 117182"/>
                  <a:gd name="connsiteY2" fmla="*/ 22776 h 235944"/>
                  <a:gd name="connsiteX3" fmla="*/ 269 w 117182"/>
                  <a:gd name="connsiteY3" fmla="*/ 33758 h 235944"/>
                  <a:gd name="connsiteX4" fmla="*/ 46787 w 117182"/>
                  <a:gd name="connsiteY4" fmla="*/ 24547 h 235944"/>
                  <a:gd name="connsiteX5" fmla="*/ 46787 w 117182"/>
                  <a:gd name="connsiteY5" fmla="*/ 208060 h 235944"/>
                  <a:gd name="connsiteX6" fmla="*/ 13762 w 117182"/>
                  <a:gd name="connsiteY6" fmla="*/ 225065 h 235944"/>
                  <a:gd name="connsiteX7" fmla="*/ 2399 w 117182"/>
                  <a:gd name="connsiteY7" fmla="*/ 225065 h 235944"/>
                  <a:gd name="connsiteX8" fmla="*/ 2399 w 117182"/>
                  <a:gd name="connsiteY8" fmla="*/ 236047 h 235944"/>
                  <a:gd name="connsiteX9" fmla="*/ 59925 w 117182"/>
                  <a:gd name="connsiteY9" fmla="*/ 234985 h 235944"/>
                  <a:gd name="connsiteX10" fmla="*/ 117451 w 117182"/>
                  <a:gd name="connsiteY10" fmla="*/ 236047 h 235944"/>
                  <a:gd name="connsiteX11" fmla="*/ 117451 w 117182"/>
                  <a:gd name="connsiteY11" fmla="*/ 225065 h 235944"/>
                  <a:gd name="connsiteX12" fmla="*/ 106088 w 117182"/>
                  <a:gd name="connsiteY12" fmla="*/ 225065 h 235944"/>
                  <a:gd name="connsiteX13" fmla="*/ 73064 w 117182"/>
                  <a:gd name="connsiteY13" fmla="*/ 208060 h 235944"/>
                  <a:gd name="connsiteX14" fmla="*/ 73064 w 117182"/>
                  <a:gd name="connsiteY14" fmla="*/ 9314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182" h="235944">
                    <a:moveTo>
                      <a:pt x="73064" y="9314"/>
                    </a:moveTo>
                    <a:cubicBezTo>
                      <a:pt x="73064" y="811"/>
                      <a:pt x="73064" y="103"/>
                      <a:pt x="64897" y="103"/>
                    </a:cubicBezTo>
                    <a:cubicBezTo>
                      <a:pt x="42881" y="22776"/>
                      <a:pt x="11632" y="22776"/>
                      <a:pt x="269" y="22776"/>
                    </a:cubicBezTo>
                    <a:lnTo>
                      <a:pt x="269" y="33758"/>
                    </a:lnTo>
                    <a:cubicBezTo>
                      <a:pt x="7371" y="33758"/>
                      <a:pt x="28322" y="33758"/>
                      <a:pt x="46787" y="24547"/>
                    </a:cubicBezTo>
                    <a:lnTo>
                      <a:pt x="46787" y="208060"/>
                    </a:lnTo>
                    <a:cubicBezTo>
                      <a:pt x="46787" y="220814"/>
                      <a:pt x="45721" y="225065"/>
                      <a:pt x="13762" y="225065"/>
                    </a:cubicBezTo>
                    <a:lnTo>
                      <a:pt x="2399" y="225065"/>
                    </a:lnTo>
                    <a:lnTo>
                      <a:pt x="2399" y="236047"/>
                    </a:lnTo>
                    <a:cubicBezTo>
                      <a:pt x="14828" y="234985"/>
                      <a:pt x="45721" y="234985"/>
                      <a:pt x="59925" y="234985"/>
                    </a:cubicBezTo>
                    <a:cubicBezTo>
                      <a:pt x="74129" y="234985"/>
                      <a:pt x="105023" y="234985"/>
                      <a:pt x="117451" y="236047"/>
                    </a:cubicBezTo>
                    <a:lnTo>
                      <a:pt x="117451" y="225065"/>
                    </a:lnTo>
                    <a:lnTo>
                      <a:pt x="106088" y="225065"/>
                    </a:lnTo>
                    <a:cubicBezTo>
                      <a:pt x="74129" y="225065"/>
                      <a:pt x="73064" y="221168"/>
                      <a:pt x="73064" y="208060"/>
                    </a:cubicBezTo>
                    <a:lnTo>
                      <a:pt x="73064" y="9314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9B0D87A7-5B39-50F2-1ADC-6BC838D74F12}"/>
                  </a:ext>
                </a:extLst>
              </p:cNvPr>
              <p:cNvSpPr/>
              <p:nvPr>
                <p:custDataLst>
                  <p:tags r:id="rId227"/>
                </p:custDataLst>
              </p:nvPr>
            </p:nvSpPr>
            <p:spPr>
              <a:xfrm>
                <a:off x="12504791" y="4480354"/>
                <a:ext cx="37640" cy="37552"/>
              </a:xfrm>
              <a:custGeom>
                <a:avLst/>
                <a:gdLst>
                  <a:gd name="connsiteX0" fmla="*/ 37914 w 37640"/>
                  <a:gd name="connsiteY0" fmla="*/ 18879 h 37552"/>
                  <a:gd name="connsiteX1" fmla="*/ 19094 w 37640"/>
                  <a:gd name="connsiteY1" fmla="*/ 103 h 37552"/>
                  <a:gd name="connsiteX2" fmla="*/ 274 w 37640"/>
                  <a:gd name="connsiteY2" fmla="*/ 18879 h 37552"/>
                  <a:gd name="connsiteX3" fmla="*/ 19094 w 37640"/>
                  <a:gd name="connsiteY3" fmla="*/ 37655 h 37552"/>
                  <a:gd name="connsiteX4" fmla="*/ 37914 w 37640"/>
                  <a:gd name="connsiteY4" fmla="*/ 18879 h 37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640" h="37552">
                    <a:moveTo>
                      <a:pt x="37914" y="18879"/>
                    </a:moveTo>
                    <a:cubicBezTo>
                      <a:pt x="37914" y="8605"/>
                      <a:pt x="29392" y="103"/>
                      <a:pt x="19094" y="103"/>
                    </a:cubicBezTo>
                    <a:cubicBezTo>
                      <a:pt x="8796" y="103"/>
                      <a:pt x="274" y="8605"/>
                      <a:pt x="274" y="18879"/>
                    </a:cubicBezTo>
                    <a:cubicBezTo>
                      <a:pt x="274" y="29153"/>
                      <a:pt x="8796" y="37655"/>
                      <a:pt x="19094" y="37655"/>
                    </a:cubicBezTo>
                    <a:cubicBezTo>
                      <a:pt x="29392" y="37655"/>
                      <a:pt x="37914" y="29153"/>
                      <a:pt x="37914" y="188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B88DAA79-A7A8-BE0B-DC61-CD3AE64FDBB0}"/>
                  </a:ext>
                </a:extLst>
              </p:cNvPr>
              <p:cNvSpPr/>
              <p:nvPr>
                <p:custDataLst>
                  <p:tags r:id="rId228"/>
                </p:custDataLst>
              </p:nvPr>
            </p:nvSpPr>
            <p:spPr>
              <a:xfrm>
                <a:off x="12604495" y="4281962"/>
                <a:ext cx="117182" cy="235944"/>
              </a:xfrm>
              <a:custGeom>
                <a:avLst/>
                <a:gdLst>
                  <a:gd name="connsiteX0" fmla="*/ 73072 w 117182"/>
                  <a:gd name="connsiteY0" fmla="*/ 9314 h 235944"/>
                  <a:gd name="connsiteX1" fmla="*/ 64904 w 117182"/>
                  <a:gd name="connsiteY1" fmla="*/ 103 h 235944"/>
                  <a:gd name="connsiteX2" fmla="*/ 276 w 117182"/>
                  <a:gd name="connsiteY2" fmla="*/ 22776 h 235944"/>
                  <a:gd name="connsiteX3" fmla="*/ 276 w 117182"/>
                  <a:gd name="connsiteY3" fmla="*/ 33758 h 235944"/>
                  <a:gd name="connsiteX4" fmla="*/ 46794 w 117182"/>
                  <a:gd name="connsiteY4" fmla="*/ 24547 h 235944"/>
                  <a:gd name="connsiteX5" fmla="*/ 46794 w 117182"/>
                  <a:gd name="connsiteY5" fmla="*/ 208060 h 235944"/>
                  <a:gd name="connsiteX6" fmla="*/ 13770 w 117182"/>
                  <a:gd name="connsiteY6" fmla="*/ 225065 h 235944"/>
                  <a:gd name="connsiteX7" fmla="*/ 2407 w 117182"/>
                  <a:gd name="connsiteY7" fmla="*/ 225065 h 235944"/>
                  <a:gd name="connsiteX8" fmla="*/ 2407 w 117182"/>
                  <a:gd name="connsiteY8" fmla="*/ 236047 h 235944"/>
                  <a:gd name="connsiteX9" fmla="*/ 59933 w 117182"/>
                  <a:gd name="connsiteY9" fmla="*/ 234985 h 235944"/>
                  <a:gd name="connsiteX10" fmla="*/ 117459 w 117182"/>
                  <a:gd name="connsiteY10" fmla="*/ 236047 h 235944"/>
                  <a:gd name="connsiteX11" fmla="*/ 117459 w 117182"/>
                  <a:gd name="connsiteY11" fmla="*/ 225065 h 235944"/>
                  <a:gd name="connsiteX12" fmla="*/ 106096 w 117182"/>
                  <a:gd name="connsiteY12" fmla="*/ 225065 h 235944"/>
                  <a:gd name="connsiteX13" fmla="*/ 73072 w 117182"/>
                  <a:gd name="connsiteY13" fmla="*/ 208060 h 235944"/>
                  <a:gd name="connsiteX14" fmla="*/ 73072 w 117182"/>
                  <a:gd name="connsiteY14" fmla="*/ 9314 h 23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182" h="235944">
                    <a:moveTo>
                      <a:pt x="73072" y="9314"/>
                    </a:moveTo>
                    <a:cubicBezTo>
                      <a:pt x="73072" y="811"/>
                      <a:pt x="73072" y="103"/>
                      <a:pt x="64904" y="103"/>
                    </a:cubicBezTo>
                    <a:cubicBezTo>
                      <a:pt x="42888" y="22776"/>
                      <a:pt x="11640" y="22776"/>
                      <a:pt x="276" y="22776"/>
                    </a:cubicBezTo>
                    <a:lnTo>
                      <a:pt x="276" y="33758"/>
                    </a:lnTo>
                    <a:cubicBezTo>
                      <a:pt x="7378" y="33758"/>
                      <a:pt x="28329" y="33758"/>
                      <a:pt x="46794" y="24547"/>
                    </a:cubicBezTo>
                    <a:lnTo>
                      <a:pt x="46794" y="208060"/>
                    </a:lnTo>
                    <a:cubicBezTo>
                      <a:pt x="46794" y="220814"/>
                      <a:pt x="45729" y="225065"/>
                      <a:pt x="13770" y="225065"/>
                    </a:cubicBezTo>
                    <a:lnTo>
                      <a:pt x="2407" y="225065"/>
                    </a:lnTo>
                    <a:lnTo>
                      <a:pt x="2407" y="236047"/>
                    </a:lnTo>
                    <a:cubicBezTo>
                      <a:pt x="14835" y="234985"/>
                      <a:pt x="45729" y="234985"/>
                      <a:pt x="59933" y="234985"/>
                    </a:cubicBezTo>
                    <a:cubicBezTo>
                      <a:pt x="74137" y="234985"/>
                      <a:pt x="105031" y="234985"/>
                      <a:pt x="117459" y="236047"/>
                    </a:cubicBezTo>
                    <a:lnTo>
                      <a:pt x="117459" y="225065"/>
                    </a:lnTo>
                    <a:lnTo>
                      <a:pt x="106096" y="225065"/>
                    </a:lnTo>
                    <a:cubicBezTo>
                      <a:pt x="74137" y="225065"/>
                      <a:pt x="73072" y="221168"/>
                      <a:pt x="73072" y="208060"/>
                    </a:cubicBezTo>
                    <a:lnTo>
                      <a:pt x="73072" y="9314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ED55667-D77C-54C6-7EDF-90D002B4F9CF}"/>
                  </a:ext>
                </a:extLst>
              </p:cNvPr>
              <p:cNvSpPr/>
              <p:nvPr>
                <p:custDataLst>
                  <p:tags r:id="rId229"/>
                </p:custDataLst>
              </p:nvPr>
            </p:nvSpPr>
            <p:spPr>
              <a:xfrm>
                <a:off x="12754347" y="3537706"/>
                <a:ext cx="105109" cy="1062460"/>
              </a:xfrm>
              <a:custGeom>
                <a:avLst/>
                <a:gdLst>
                  <a:gd name="connsiteX0" fmla="*/ 83375 w 105109"/>
                  <a:gd name="connsiteY0" fmla="*/ 1040571 h 1062460"/>
                  <a:gd name="connsiteX1" fmla="*/ 281 w 105109"/>
                  <a:gd name="connsiteY1" fmla="*/ 1040571 h 1062460"/>
                  <a:gd name="connsiteX2" fmla="*/ 281 w 105109"/>
                  <a:gd name="connsiteY2" fmla="*/ 1062536 h 1062460"/>
                  <a:gd name="connsiteX3" fmla="*/ 105391 w 105109"/>
                  <a:gd name="connsiteY3" fmla="*/ 1062536 h 1062460"/>
                  <a:gd name="connsiteX4" fmla="*/ 105391 w 105109"/>
                  <a:gd name="connsiteY4" fmla="*/ 75 h 1062460"/>
                  <a:gd name="connsiteX5" fmla="*/ 281 w 105109"/>
                  <a:gd name="connsiteY5" fmla="*/ 75 h 1062460"/>
                  <a:gd name="connsiteX6" fmla="*/ 281 w 105109"/>
                  <a:gd name="connsiteY6" fmla="*/ 22040 h 1062460"/>
                  <a:gd name="connsiteX7" fmla="*/ 83375 w 105109"/>
                  <a:gd name="connsiteY7" fmla="*/ 22040 h 1062460"/>
                  <a:gd name="connsiteX8" fmla="*/ 83375 w 105109"/>
                  <a:gd name="connsiteY8" fmla="*/ 1040571 h 1062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09" h="1062460">
                    <a:moveTo>
                      <a:pt x="83375" y="1040571"/>
                    </a:moveTo>
                    <a:lnTo>
                      <a:pt x="281" y="1040571"/>
                    </a:lnTo>
                    <a:lnTo>
                      <a:pt x="281" y="1062536"/>
                    </a:lnTo>
                    <a:lnTo>
                      <a:pt x="105391" y="1062536"/>
                    </a:lnTo>
                    <a:lnTo>
                      <a:pt x="105391" y="75"/>
                    </a:lnTo>
                    <a:lnTo>
                      <a:pt x="281" y="75"/>
                    </a:lnTo>
                    <a:lnTo>
                      <a:pt x="281" y="22040"/>
                    </a:lnTo>
                    <a:lnTo>
                      <a:pt x="83375" y="22040"/>
                    </a:lnTo>
                    <a:lnTo>
                      <a:pt x="83375" y="1040571"/>
                    </a:lnTo>
                    <a:close/>
                  </a:path>
                </a:pathLst>
              </a:custGeom>
              <a:solidFill>
                <a:srgbClr val="FFFFFF"/>
              </a:solidFill>
              <a:ln w="3546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DF5D40F-E3B9-D0AA-687C-A756D6487FB2}"/>
                </a:ext>
              </a:extLst>
            </p:cNvPr>
            <p:cNvGrpSpPr>
              <a:grpSpLocks noChangeAspect="1"/>
            </p:cNvGrpSpPr>
            <p:nvPr>
              <p:custDataLst>
                <p:tags r:id="rId185"/>
              </p:custDataLst>
            </p:nvPr>
          </p:nvGrpSpPr>
          <p:grpSpPr>
            <a:xfrm>
              <a:off x="8096538" y="1186579"/>
              <a:ext cx="3060278" cy="345414"/>
              <a:chOff x="9411497" y="5216962"/>
              <a:chExt cx="3060278" cy="345414"/>
            </a:xfrm>
            <a:solidFill>
              <a:srgbClr val="00B0F0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F03ED2A-48CE-3E88-E139-2F9FC5EF89CF}"/>
                  </a:ext>
                </a:extLst>
              </p:cNvPr>
              <p:cNvSpPr/>
              <p:nvPr>
                <p:custDataLst>
                  <p:tags r:id="rId187"/>
                </p:custDataLst>
              </p:nvPr>
            </p:nvSpPr>
            <p:spPr>
              <a:xfrm>
                <a:off x="9411497" y="5216962"/>
                <a:ext cx="130066" cy="345414"/>
              </a:xfrm>
              <a:custGeom>
                <a:avLst/>
                <a:gdLst>
                  <a:gd name="connsiteX0" fmla="*/ 42712 w 130066"/>
                  <a:gd name="connsiteY0" fmla="*/ 342045 h 345414"/>
                  <a:gd name="connsiteX1" fmla="*/ 40211 w 130066"/>
                  <a:gd name="connsiteY1" fmla="*/ 337209 h 345414"/>
                  <a:gd name="connsiteX2" fmla="*/ 18056 w 130066"/>
                  <a:gd name="connsiteY2" fmla="*/ 255346 h 345414"/>
                  <a:gd name="connsiteX3" fmla="*/ 124897 w 130066"/>
                  <a:gd name="connsiteY3" fmla="*/ 9756 h 345414"/>
                  <a:gd name="connsiteX4" fmla="*/ 130257 w 130066"/>
                  <a:gd name="connsiteY4" fmla="*/ 3539 h 345414"/>
                  <a:gd name="connsiteX5" fmla="*/ 126683 w 130066"/>
                  <a:gd name="connsiteY5" fmla="*/ 85 h 345414"/>
                  <a:gd name="connsiteX6" fmla="*/ 50573 w 130066"/>
                  <a:gd name="connsiteY6" fmla="*/ 77112 h 345414"/>
                  <a:gd name="connsiteX7" fmla="*/ 190 w 130066"/>
                  <a:gd name="connsiteY7" fmla="*/ 242911 h 345414"/>
                  <a:gd name="connsiteX8" fmla="*/ 9838 w 130066"/>
                  <a:gd name="connsiteY8" fmla="*/ 302323 h 345414"/>
                  <a:gd name="connsiteX9" fmla="*/ 39139 w 130066"/>
                  <a:gd name="connsiteY9" fmla="*/ 345499 h 345414"/>
                  <a:gd name="connsiteX10" fmla="*/ 42712 w 130066"/>
                  <a:gd name="connsiteY10" fmla="*/ 342045 h 345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0066" h="345414">
                    <a:moveTo>
                      <a:pt x="42712" y="342045"/>
                    </a:moveTo>
                    <a:cubicBezTo>
                      <a:pt x="42712" y="341354"/>
                      <a:pt x="42712" y="340664"/>
                      <a:pt x="40211" y="337209"/>
                    </a:cubicBezTo>
                    <a:cubicBezTo>
                      <a:pt x="20915" y="308885"/>
                      <a:pt x="18056" y="279525"/>
                      <a:pt x="18056" y="255346"/>
                    </a:cubicBezTo>
                    <a:cubicBezTo>
                      <a:pt x="18056" y="208370"/>
                      <a:pt x="39139" y="80221"/>
                      <a:pt x="124897" y="9756"/>
                    </a:cubicBezTo>
                    <a:cubicBezTo>
                      <a:pt x="129899" y="4920"/>
                      <a:pt x="130257" y="4575"/>
                      <a:pt x="130257" y="3539"/>
                    </a:cubicBezTo>
                    <a:cubicBezTo>
                      <a:pt x="130257" y="1121"/>
                      <a:pt x="128827" y="85"/>
                      <a:pt x="126683" y="85"/>
                    </a:cubicBezTo>
                    <a:cubicBezTo>
                      <a:pt x="122753" y="85"/>
                      <a:pt x="81660" y="28063"/>
                      <a:pt x="50573" y="77112"/>
                    </a:cubicBezTo>
                    <a:cubicBezTo>
                      <a:pt x="11267" y="139632"/>
                      <a:pt x="190" y="205952"/>
                      <a:pt x="190" y="242911"/>
                    </a:cubicBezTo>
                    <a:cubicBezTo>
                      <a:pt x="190" y="263291"/>
                      <a:pt x="3406" y="285052"/>
                      <a:pt x="9838" y="302323"/>
                    </a:cubicBezTo>
                    <a:cubicBezTo>
                      <a:pt x="18771" y="325465"/>
                      <a:pt x="34136" y="345499"/>
                      <a:pt x="39139" y="345499"/>
                    </a:cubicBezTo>
                    <a:cubicBezTo>
                      <a:pt x="41283" y="345499"/>
                      <a:pt x="42712" y="344118"/>
                      <a:pt x="42712" y="342045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9530A60-4E38-22CA-E250-0C8EF81DFA56}"/>
                  </a:ext>
                </a:extLst>
              </p:cNvPr>
              <p:cNvSpPr/>
              <p:nvPr>
                <p:custDataLst>
                  <p:tags r:id="rId188"/>
                </p:custDataLst>
              </p:nvPr>
            </p:nvSpPr>
            <p:spPr>
              <a:xfrm>
                <a:off x="9525444" y="5240105"/>
                <a:ext cx="282287" cy="235918"/>
              </a:xfrm>
              <a:custGeom>
                <a:avLst/>
                <a:gdLst>
                  <a:gd name="connsiteX0" fmla="*/ 241032 w 282287"/>
                  <a:gd name="connsiteY0" fmla="*/ 34281 h 235918"/>
                  <a:gd name="connsiteX1" fmla="*/ 277121 w 282287"/>
                  <a:gd name="connsiteY1" fmla="*/ 10793 h 235918"/>
                  <a:gd name="connsiteX2" fmla="*/ 282481 w 282287"/>
                  <a:gd name="connsiteY2" fmla="*/ 4575 h 235918"/>
                  <a:gd name="connsiteX3" fmla="*/ 277836 w 282287"/>
                  <a:gd name="connsiteY3" fmla="*/ 85 h 235918"/>
                  <a:gd name="connsiteX4" fmla="*/ 243533 w 282287"/>
                  <a:gd name="connsiteY4" fmla="*/ 1121 h 235918"/>
                  <a:gd name="connsiteX5" fmla="*/ 208872 w 282287"/>
                  <a:gd name="connsiteY5" fmla="*/ 85 h 235918"/>
                  <a:gd name="connsiteX6" fmla="*/ 202440 w 282287"/>
                  <a:gd name="connsiteY6" fmla="*/ 6648 h 235918"/>
                  <a:gd name="connsiteX7" fmla="*/ 208872 w 282287"/>
                  <a:gd name="connsiteY7" fmla="*/ 10793 h 235918"/>
                  <a:gd name="connsiteX8" fmla="*/ 230312 w 282287"/>
                  <a:gd name="connsiteY8" fmla="*/ 25645 h 235918"/>
                  <a:gd name="connsiteX9" fmla="*/ 228882 w 282287"/>
                  <a:gd name="connsiteY9" fmla="*/ 33935 h 235918"/>
                  <a:gd name="connsiteX10" fmla="*/ 189577 w 282287"/>
                  <a:gd name="connsiteY10" fmla="*/ 185572 h 235918"/>
                  <a:gd name="connsiteX11" fmla="*/ 122757 w 282287"/>
                  <a:gd name="connsiteY11" fmla="*/ 5957 h 235918"/>
                  <a:gd name="connsiteX12" fmla="*/ 112752 w 282287"/>
                  <a:gd name="connsiteY12" fmla="*/ 85 h 235918"/>
                  <a:gd name="connsiteX13" fmla="*/ 68086 w 282287"/>
                  <a:gd name="connsiteY13" fmla="*/ 85 h 235918"/>
                  <a:gd name="connsiteX14" fmla="*/ 58438 w 282287"/>
                  <a:gd name="connsiteY14" fmla="*/ 6648 h 235918"/>
                  <a:gd name="connsiteX15" fmla="*/ 68086 w 282287"/>
                  <a:gd name="connsiteY15" fmla="*/ 10793 h 235918"/>
                  <a:gd name="connsiteX16" fmla="*/ 89883 w 282287"/>
                  <a:gd name="connsiteY16" fmla="*/ 13556 h 235918"/>
                  <a:gd name="connsiteX17" fmla="*/ 88811 w 282287"/>
                  <a:gd name="connsiteY17" fmla="*/ 18046 h 235918"/>
                  <a:gd name="connsiteX18" fmla="*/ 41644 w 282287"/>
                  <a:gd name="connsiteY18" fmla="*/ 201116 h 235918"/>
                  <a:gd name="connsiteX19" fmla="*/ 6983 w 282287"/>
                  <a:gd name="connsiteY19" fmla="*/ 225295 h 235918"/>
                  <a:gd name="connsiteX20" fmla="*/ 194 w 282287"/>
                  <a:gd name="connsiteY20" fmla="*/ 231858 h 235918"/>
                  <a:gd name="connsiteX21" fmla="*/ 4839 w 282287"/>
                  <a:gd name="connsiteY21" fmla="*/ 236003 h 235918"/>
                  <a:gd name="connsiteX22" fmla="*/ 38785 w 282287"/>
                  <a:gd name="connsiteY22" fmla="*/ 234967 h 235918"/>
                  <a:gd name="connsiteX23" fmla="*/ 73803 w 282287"/>
                  <a:gd name="connsiteY23" fmla="*/ 236003 h 235918"/>
                  <a:gd name="connsiteX24" fmla="*/ 80235 w 282287"/>
                  <a:gd name="connsiteY24" fmla="*/ 229785 h 235918"/>
                  <a:gd name="connsiteX25" fmla="*/ 73446 w 282287"/>
                  <a:gd name="connsiteY25" fmla="*/ 225295 h 235918"/>
                  <a:gd name="connsiteX26" fmla="*/ 52364 w 282287"/>
                  <a:gd name="connsiteY26" fmla="*/ 210442 h 235918"/>
                  <a:gd name="connsiteX27" fmla="*/ 53793 w 282287"/>
                  <a:gd name="connsiteY27" fmla="*/ 201807 h 235918"/>
                  <a:gd name="connsiteX28" fmla="*/ 99888 w 282287"/>
                  <a:gd name="connsiteY28" fmla="*/ 23918 h 235918"/>
                  <a:gd name="connsiteX29" fmla="*/ 176713 w 282287"/>
                  <a:gd name="connsiteY29" fmla="*/ 230131 h 235918"/>
                  <a:gd name="connsiteX30" fmla="*/ 183859 w 282287"/>
                  <a:gd name="connsiteY30" fmla="*/ 236003 h 235918"/>
                  <a:gd name="connsiteX31" fmla="*/ 191006 w 282287"/>
                  <a:gd name="connsiteY31" fmla="*/ 229095 h 235918"/>
                  <a:gd name="connsiteX32" fmla="*/ 241032 w 282287"/>
                  <a:gd name="connsiteY32" fmla="*/ 34281 h 235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82287" h="235918">
                    <a:moveTo>
                      <a:pt x="241032" y="34281"/>
                    </a:moveTo>
                    <a:cubicBezTo>
                      <a:pt x="246749" y="12174"/>
                      <a:pt x="266759" y="11138"/>
                      <a:pt x="277121" y="10793"/>
                    </a:cubicBezTo>
                    <a:cubicBezTo>
                      <a:pt x="278193" y="10793"/>
                      <a:pt x="282481" y="10447"/>
                      <a:pt x="282481" y="4575"/>
                    </a:cubicBezTo>
                    <a:cubicBezTo>
                      <a:pt x="282481" y="1812"/>
                      <a:pt x="281052" y="85"/>
                      <a:pt x="277836" y="85"/>
                    </a:cubicBezTo>
                    <a:cubicBezTo>
                      <a:pt x="266759" y="85"/>
                      <a:pt x="254967" y="1121"/>
                      <a:pt x="243533" y="1121"/>
                    </a:cubicBezTo>
                    <a:cubicBezTo>
                      <a:pt x="232098" y="1121"/>
                      <a:pt x="219949" y="85"/>
                      <a:pt x="208872" y="85"/>
                    </a:cubicBezTo>
                    <a:cubicBezTo>
                      <a:pt x="207086" y="85"/>
                      <a:pt x="202440" y="85"/>
                      <a:pt x="202440" y="6648"/>
                    </a:cubicBezTo>
                    <a:cubicBezTo>
                      <a:pt x="202440" y="10447"/>
                      <a:pt x="205656" y="10793"/>
                      <a:pt x="208872" y="10793"/>
                    </a:cubicBezTo>
                    <a:cubicBezTo>
                      <a:pt x="227453" y="11483"/>
                      <a:pt x="230312" y="18392"/>
                      <a:pt x="230312" y="25645"/>
                    </a:cubicBezTo>
                    <a:cubicBezTo>
                      <a:pt x="230312" y="28754"/>
                      <a:pt x="229597" y="31172"/>
                      <a:pt x="228882" y="33935"/>
                    </a:cubicBezTo>
                    <a:lnTo>
                      <a:pt x="189577" y="185572"/>
                    </a:lnTo>
                    <a:lnTo>
                      <a:pt x="122757" y="5957"/>
                    </a:lnTo>
                    <a:cubicBezTo>
                      <a:pt x="120613" y="430"/>
                      <a:pt x="120256" y="85"/>
                      <a:pt x="112752" y="85"/>
                    </a:cubicBezTo>
                    <a:lnTo>
                      <a:pt x="68086" y="85"/>
                    </a:lnTo>
                    <a:cubicBezTo>
                      <a:pt x="62369" y="85"/>
                      <a:pt x="58438" y="85"/>
                      <a:pt x="58438" y="6648"/>
                    </a:cubicBezTo>
                    <a:cubicBezTo>
                      <a:pt x="58438" y="10793"/>
                      <a:pt x="61297" y="10793"/>
                      <a:pt x="68086" y="10793"/>
                    </a:cubicBezTo>
                    <a:cubicBezTo>
                      <a:pt x="70587" y="10793"/>
                      <a:pt x="89883" y="10793"/>
                      <a:pt x="89883" y="13556"/>
                    </a:cubicBezTo>
                    <a:cubicBezTo>
                      <a:pt x="89883" y="13901"/>
                      <a:pt x="89883" y="14592"/>
                      <a:pt x="88811" y="18046"/>
                    </a:cubicBezTo>
                    <a:lnTo>
                      <a:pt x="41644" y="201116"/>
                    </a:lnTo>
                    <a:cubicBezTo>
                      <a:pt x="36641" y="220114"/>
                      <a:pt x="23420" y="224604"/>
                      <a:pt x="6983" y="225295"/>
                    </a:cubicBezTo>
                    <a:cubicBezTo>
                      <a:pt x="4125" y="225295"/>
                      <a:pt x="194" y="225640"/>
                      <a:pt x="194" y="231858"/>
                    </a:cubicBezTo>
                    <a:cubicBezTo>
                      <a:pt x="194" y="234967"/>
                      <a:pt x="2338" y="236003"/>
                      <a:pt x="4839" y="236003"/>
                    </a:cubicBezTo>
                    <a:cubicBezTo>
                      <a:pt x="15559" y="236003"/>
                      <a:pt x="27708" y="234967"/>
                      <a:pt x="38785" y="234967"/>
                    </a:cubicBezTo>
                    <a:cubicBezTo>
                      <a:pt x="50220" y="234967"/>
                      <a:pt x="62726" y="236003"/>
                      <a:pt x="73803" y="236003"/>
                    </a:cubicBezTo>
                    <a:cubicBezTo>
                      <a:pt x="75947" y="236003"/>
                      <a:pt x="80235" y="236003"/>
                      <a:pt x="80235" y="229785"/>
                    </a:cubicBezTo>
                    <a:cubicBezTo>
                      <a:pt x="80235" y="225640"/>
                      <a:pt x="77734" y="225295"/>
                      <a:pt x="73446" y="225295"/>
                    </a:cubicBezTo>
                    <a:cubicBezTo>
                      <a:pt x="53078" y="224604"/>
                      <a:pt x="52364" y="215623"/>
                      <a:pt x="52364" y="210442"/>
                    </a:cubicBezTo>
                    <a:cubicBezTo>
                      <a:pt x="52364" y="209406"/>
                      <a:pt x="52364" y="207334"/>
                      <a:pt x="53793" y="201807"/>
                    </a:cubicBezTo>
                    <a:lnTo>
                      <a:pt x="99888" y="23918"/>
                    </a:lnTo>
                    <a:lnTo>
                      <a:pt x="176713" y="230131"/>
                    </a:lnTo>
                    <a:cubicBezTo>
                      <a:pt x="178500" y="235312"/>
                      <a:pt x="178857" y="236003"/>
                      <a:pt x="183859" y="236003"/>
                    </a:cubicBezTo>
                    <a:cubicBezTo>
                      <a:pt x="187790" y="236003"/>
                      <a:pt x="189219" y="235657"/>
                      <a:pt x="191006" y="229095"/>
                    </a:cubicBezTo>
                    <a:lnTo>
                      <a:pt x="241032" y="34281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2C08C8A-773C-680B-DD07-B896E088EBD7}"/>
                  </a:ext>
                </a:extLst>
              </p:cNvPr>
              <p:cNvSpPr/>
              <p:nvPr>
                <p:custDataLst>
                  <p:tags r:id="rId189"/>
                </p:custDataLst>
              </p:nvPr>
            </p:nvSpPr>
            <p:spPr>
              <a:xfrm>
                <a:off x="9808206" y="5323350"/>
                <a:ext cx="142572" cy="156472"/>
              </a:xfrm>
              <a:custGeom>
                <a:avLst/>
                <a:gdLst>
                  <a:gd name="connsiteX0" fmla="*/ 142774 w 142572"/>
                  <a:gd name="connsiteY0" fmla="*/ 56733 h 156472"/>
                  <a:gd name="connsiteX1" fmla="*/ 90605 w 142572"/>
                  <a:gd name="connsiteY1" fmla="*/ 85 h 156472"/>
                  <a:gd name="connsiteX2" fmla="*/ 202 w 142572"/>
                  <a:gd name="connsiteY2" fmla="*/ 99564 h 156472"/>
                  <a:gd name="connsiteX3" fmla="*/ 52371 w 142572"/>
                  <a:gd name="connsiteY3" fmla="*/ 156558 h 156472"/>
                  <a:gd name="connsiteX4" fmla="*/ 142774 w 142572"/>
                  <a:gd name="connsiteY4" fmla="*/ 56733 h 156472"/>
                  <a:gd name="connsiteX5" fmla="*/ 52371 w 142572"/>
                  <a:gd name="connsiteY5" fmla="*/ 148958 h 156472"/>
                  <a:gd name="connsiteX6" fmla="*/ 25214 w 142572"/>
                  <a:gd name="connsiteY6" fmla="*/ 113381 h 156472"/>
                  <a:gd name="connsiteX7" fmla="*/ 45939 w 142572"/>
                  <a:gd name="connsiteY7" fmla="*/ 39117 h 156472"/>
                  <a:gd name="connsiteX8" fmla="*/ 90248 w 142572"/>
                  <a:gd name="connsiteY8" fmla="*/ 7684 h 156472"/>
                  <a:gd name="connsiteX9" fmla="*/ 117762 w 142572"/>
                  <a:gd name="connsiteY9" fmla="*/ 43262 h 156472"/>
                  <a:gd name="connsiteX10" fmla="*/ 98466 w 142572"/>
                  <a:gd name="connsiteY10" fmla="*/ 114417 h 156472"/>
                  <a:gd name="connsiteX11" fmla="*/ 52371 w 142572"/>
                  <a:gd name="connsiteY11" fmla="*/ 148958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572" h="156472">
                    <a:moveTo>
                      <a:pt x="142774" y="56733"/>
                    </a:moveTo>
                    <a:cubicBezTo>
                      <a:pt x="142774" y="23918"/>
                      <a:pt x="121692" y="85"/>
                      <a:pt x="90605" y="85"/>
                    </a:cubicBezTo>
                    <a:cubicBezTo>
                      <a:pt x="46297" y="85"/>
                      <a:pt x="202" y="49134"/>
                      <a:pt x="202" y="99564"/>
                    </a:cubicBezTo>
                    <a:cubicBezTo>
                      <a:pt x="202" y="135142"/>
                      <a:pt x="22713" y="156558"/>
                      <a:pt x="52371" y="156558"/>
                    </a:cubicBezTo>
                    <a:cubicBezTo>
                      <a:pt x="96679" y="156558"/>
                      <a:pt x="142774" y="107509"/>
                      <a:pt x="142774" y="56733"/>
                    </a:cubicBezTo>
                    <a:close/>
                    <a:moveTo>
                      <a:pt x="52371" y="148958"/>
                    </a:moveTo>
                    <a:cubicBezTo>
                      <a:pt x="38435" y="148958"/>
                      <a:pt x="25214" y="138251"/>
                      <a:pt x="25214" y="113381"/>
                    </a:cubicBezTo>
                    <a:cubicBezTo>
                      <a:pt x="25214" y="96110"/>
                      <a:pt x="34505" y="57769"/>
                      <a:pt x="45939" y="39117"/>
                    </a:cubicBezTo>
                    <a:cubicBezTo>
                      <a:pt x="59160" y="18046"/>
                      <a:pt x="76312" y="7684"/>
                      <a:pt x="90248" y="7684"/>
                    </a:cubicBezTo>
                    <a:cubicBezTo>
                      <a:pt x="107757" y="7684"/>
                      <a:pt x="117762" y="22882"/>
                      <a:pt x="117762" y="43262"/>
                    </a:cubicBezTo>
                    <a:cubicBezTo>
                      <a:pt x="117762" y="58114"/>
                      <a:pt x="109901" y="93692"/>
                      <a:pt x="98466" y="114417"/>
                    </a:cubicBezTo>
                    <a:cubicBezTo>
                      <a:pt x="88104" y="133415"/>
                      <a:pt x="69880" y="148958"/>
                      <a:pt x="52371" y="148958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B1F24E0-4222-EB15-4ADC-64102E1A0FB3}"/>
                  </a:ext>
                </a:extLst>
              </p:cNvPr>
              <p:cNvSpPr/>
              <p:nvPr>
                <p:custDataLst>
                  <p:tags r:id="rId190"/>
                </p:custDataLst>
              </p:nvPr>
            </p:nvSpPr>
            <p:spPr>
              <a:xfrm>
                <a:off x="9981190" y="5323350"/>
                <a:ext cx="145074" cy="156472"/>
              </a:xfrm>
              <a:custGeom>
                <a:avLst/>
                <a:gdLst>
                  <a:gd name="connsiteX0" fmla="*/ 62739 w 145074"/>
                  <a:gd name="connsiteY0" fmla="*/ 53279 h 156472"/>
                  <a:gd name="connsiteX1" fmla="*/ 109906 w 145074"/>
                  <a:gd name="connsiteY1" fmla="*/ 7684 h 156472"/>
                  <a:gd name="connsiteX2" fmla="*/ 128844 w 145074"/>
                  <a:gd name="connsiteY2" fmla="*/ 12520 h 156472"/>
                  <a:gd name="connsiteX3" fmla="*/ 115265 w 145074"/>
                  <a:gd name="connsiteY3" fmla="*/ 29100 h 156472"/>
                  <a:gd name="connsiteX4" fmla="*/ 127772 w 145074"/>
                  <a:gd name="connsiteY4" fmla="*/ 40153 h 156472"/>
                  <a:gd name="connsiteX5" fmla="*/ 145281 w 145074"/>
                  <a:gd name="connsiteY5" fmla="*/ 21846 h 156472"/>
                  <a:gd name="connsiteX6" fmla="*/ 110263 w 145074"/>
                  <a:gd name="connsiteY6" fmla="*/ 85 h 156472"/>
                  <a:gd name="connsiteX7" fmla="*/ 67027 w 145074"/>
                  <a:gd name="connsiteY7" fmla="*/ 24955 h 156472"/>
                  <a:gd name="connsiteX8" fmla="*/ 37369 w 145074"/>
                  <a:gd name="connsiteY8" fmla="*/ 85 h 156472"/>
                  <a:gd name="connsiteX9" fmla="*/ 11641 w 145074"/>
                  <a:gd name="connsiteY9" fmla="*/ 18392 h 156472"/>
                  <a:gd name="connsiteX10" fmla="*/ 207 w 145074"/>
                  <a:gd name="connsiteY10" fmla="*/ 53279 h 156472"/>
                  <a:gd name="connsiteX11" fmla="*/ 5567 w 145074"/>
                  <a:gd name="connsiteY11" fmla="*/ 56733 h 156472"/>
                  <a:gd name="connsiteX12" fmla="*/ 12356 w 145074"/>
                  <a:gd name="connsiteY12" fmla="*/ 48788 h 156472"/>
                  <a:gd name="connsiteX13" fmla="*/ 36654 w 145074"/>
                  <a:gd name="connsiteY13" fmla="*/ 7684 h 156472"/>
                  <a:gd name="connsiteX14" fmla="*/ 45944 w 145074"/>
                  <a:gd name="connsiteY14" fmla="*/ 21500 h 156472"/>
                  <a:gd name="connsiteX15" fmla="*/ 43443 w 145074"/>
                  <a:gd name="connsiteY15" fmla="*/ 39117 h 156472"/>
                  <a:gd name="connsiteX16" fmla="*/ 16644 w 145074"/>
                  <a:gd name="connsiteY16" fmla="*/ 142741 h 156472"/>
                  <a:gd name="connsiteX17" fmla="*/ 15572 w 145074"/>
                  <a:gd name="connsiteY17" fmla="*/ 147577 h 156472"/>
                  <a:gd name="connsiteX18" fmla="*/ 25577 w 145074"/>
                  <a:gd name="connsiteY18" fmla="*/ 156558 h 156472"/>
                  <a:gd name="connsiteX19" fmla="*/ 39512 w 145074"/>
                  <a:gd name="connsiteY19" fmla="*/ 143777 h 156472"/>
                  <a:gd name="connsiteX20" fmla="*/ 62739 w 145074"/>
                  <a:gd name="connsiteY20" fmla="*/ 53279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5074" h="156472">
                    <a:moveTo>
                      <a:pt x="62739" y="53279"/>
                    </a:moveTo>
                    <a:cubicBezTo>
                      <a:pt x="63096" y="52242"/>
                      <a:pt x="79176" y="7684"/>
                      <a:pt x="109906" y="7684"/>
                    </a:cubicBezTo>
                    <a:cubicBezTo>
                      <a:pt x="111692" y="7684"/>
                      <a:pt x="121697" y="7684"/>
                      <a:pt x="128844" y="12520"/>
                    </a:cubicBezTo>
                    <a:cubicBezTo>
                      <a:pt x="116337" y="16319"/>
                      <a:pt x="115265" y="27372"/>
                      <a:pt x="115265" y="29100"/>
                    </a:cubicBezTo>
                    <a:cubicBezTo>
                      <a:pt x="115265" y="33590"/>
                      <a:pt x="118481" y="40153"/>
                      <a:pt x="127772" y="40153"/>
                    </a:cubicBezTo>
                    <a:cubicBezTo>
                      <a:pt x="134204" y="40153"/>
                      <a:pt x="145281" y="35317"/>
                      <a:pt x="145281" y="21846"/>
                    </a:cubicBezTo>
                    <a:cubicBezTo>
                      <a:pt x="145281" y="3884"/>
                      <a:pt x="122055" y="85"/>
                      <a:pt x="110263" y="85"/>
                    </a:cubicBezTo>
                    <a:cubicBezTo>
                      <a:pt x="85607" y="85"/>
                      <a:pt x="72744" y="17355"/>
                      <a:pt x="67027" y="24955"/>
                    </a:cubicBezTo>
                    <a:cubicBezTo>
                      <a:pt x="63096" y="6648"/>
                      <a:pt x="49160" y="85"/>
                      <a:pt x="37369" y="85"/>
                    </a:cubicBezTo>
                    <a:cubicBezTo>
                      <a:pt x="24505" y="85"/>
                      <a:pt x="17358" y="8029"/>
                      <a:pt x="11641" y="18392"/>
                    </a:cubicBezTo>
                    <a:cubicBezTo>
                      <a:pt x="4852" y="32208"/>
                      <a:pt x="207" y="52588"/>
                      <a:pt x="207" y="53279"/>
                    </a:cubicBezTo>
                    <a:cubicBezTo>
                      <a:pt x="207" y="56733"/>
                      <a:pt x="3780" y="56733"/>
                      <a:pt x="5567" y="56733"/>
                    </a:cubicBezTo>
                    <a:cubicBezTo>
                      <a:pt x="10212" y="56733"/>
                      <a:pt x="10569" y="56387"/>
                      <a:pt x="12356" y="48788"/>
                    </a:cubicBezTo>
                    <a:cubicBezTo>
                      <a:pt x="18788" y="24609"/>
                      <a:pt x="25577" y="7684"/>
                      <a:pt x="36654" y="7684"/>
                    </a:cubicBezTo>
                    <a:cubicBezTo>
                      <a:pt x="45944" y="7684"/>
                      <a:pt x="45944" y="17701"/>
                      <a:pt x="45944" y="21500"/>
                    </a:cubicBezTo>
                    <a:cubicBezTo>
                      <a:pt x="45944" y="27027"/>
                      <a:pt x="44872" y="33590"/>
                      <a:pt x="43443" y="39117"/>
                    </a:cubicBezTo>
                    <a:lnTo>
                      <a:pt x="16644" y="142741"/>
                    </a:lnTo>
                    <a:cubicBezTo>
                      <a:pt x="15929" y="144813"/>
                      <a:pt x="15572" y="146541"/>
                      <a:pt x="15572" y="147577"/>
                    </a:cubicBezTo>
                    <a:cubicBezTo>
                      <a:pt x="15572" y="151376"/>
                      <a:pt x="18430" y="156558"/>
                      <a:pt x="25577" y="156558"/>
                    </a:cubicBezTo>
                    <a:cubicBezTo>
                      <a:pt x="36297" y="156558"/>
                      <a:pt x="38798" y="146541"/>
                      <a:pt x="39512" y="143777"/>
                    </a:cubicBezTo>
                    <a:lnTo>
                      <a:pt x="62739" y="53279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3A1F7EA-1282-DC4A-20F8-572A1C2936E0}"/>
                  </a:ext>
                </a:extLst>
              </p:cNvPr>
              <p:cNvSpPr/>
              <p:nvPr>
                <p:custDataLst>
                  <p:tags r:id="rId191"/>
                </p:custDataLst>
              </p:nvPr>
            </p:nvSpPr>
            <p:spPr>
              <a:xfrm>
                <a:off x="10131862" y="5323350"/>
                <a:ext cx="271210" cy="156472"/>
              </a:xfrm>
              <a:custGeom>
                <a:avLst/>
                <a:gdLst>
                  <a:gd name="connsiteX0" fmla="*/ 52738 w 271210"/>
                  <a:gd name="connsiteY0" fmla="*/ 92310 h 156472"/>
                  <a:gd name="connsiteX1" fmla="*/ 58455 w 271210"/>
                  <a:gd name="connsiteY1" fmla="*/ 69858 h 156472"/>
                  <a:gd name="connsiteX2" fmla="*/ 67388 w 271210"/>
                  <a:gd name="connsiteY2" fmla="*/ 44989 h 156472"/>
                  <a:gd name="connsiteX3" fmla="*/ 117771 w 271210"/>
                  <a:gd name="connsiteY3" fmla="*/ 7684 h 156472"/>
                  <a:gd name="connsiteX4" fmla="*/ 134208 w 271210"/>
                  <a:gd name="connsiteY4" fmla="*/ 30481 h 156472"/>
                  <a:gd name="connsiteX5" fmla="*/ 130992 w 271210"/>
                  <a:gd name="connsiteY5" fmla="*/ 52933 h 156472"/>
                  <a:gd name="connsiteX6" fmla="*/ 107766 w 271210"/>
                  <a:gd name="connsiteY6" fmla="*/ 142741 h 156472"/>
                  <a:gd name="connsiteX7" fmla="*/ 106694 w 271210"/>
                  <a:gd name="connsiteY7" fmla="*/ 147577 h 156472"/>
                  <a:gd name="connsiteX8" fmla="*/ 116699 w 271210"/>
                  <a:gd name="connsiteY8" fmla="*/ 156558 h 156472"/>
                  <a:gd name="connsiteX9" fmla="*/ 129563 w 271210"/>
                  <a:gd name="connsiteY9" fmla="*/ 147577 h 156472"/>
                  <a:gd name="connsiteX10" fmla="*/ 143856 w 271210"/>
                  <a:gd name="connsiteY10" fmla="*/ 92310 h 156472"/>
                  <a:gd name="connsiteX11" fmla="*/ 149573 w 271210"/>
                  <a:gd name="connsiteY11" fmla="*/ 69858 h 156472"/>
                  <a:gd name="connsiteX12" fmla="*/ 158506 w 271210"/>
                  <a:gd name="connsiteY12" fmla="*/ 44989 h 156472"/>
                  <a:gd name="connsiteX13" fmla="*/ 208889 w 271210"/>
                  <a:gd name="connsiteY13" fmla="*/ 7684 h 156472"/>
                  <a:gd name="connsiteX14" fmla="*/ 225326 w 271210"/>
                  <a:gd name="connsiteY14" fmla="*/ 30481 h 156472"/>
                  <a:gd name="connsiteX15" fmla="*/ 204601 w 271210"/>
                  <a:gd name="connsiteY15" fmla="*/ 106818 h 156472"/>
                  <a:gd name="connsiteX16" fmla="*/ 198884 w 271210"/>
                  <a:gd name="connsiteY16" fmla="*/ 128924 h 156472"/>
                  <a:gd name="connsiteX17" fmla="*/ 226041 w 271210"/>
                  <a:gd name="connsiteY17" fmla="*/ 156558 h 156472"/>
                  <a:gd name="connsiteX18" fmla="*/ 271421 w 271210"/>
                  <a:gd name="connsiteY18" fmla="*/ 103364 h 156472"/>
                  <a:gd name="connsiteX19" fmla="*/ 266061 w 271210"/>
                  <a:gd name="connsiteY19" fmla="*/ 99910 h 156472"/>
                  <a:gd name="connsiteX20" fmla="*/ 259987 w 271210"/>
                  <a:gd name="connsiteY20" fmla="*/ 105782 h 156472"/>
                  <a:gd name="connsiteX21" fmla="*/ 226755 w 271210"/>
                  <a:gd name="connsiteY21" fmla="*/ 148958 h 156472"/>
                  <a:gd name="connsiteX22" fmla="*/ 218894 w 271210"/>
                  <a:gd name="connsiteY22" fmla="*/ 138941 h 156472"/>
                  <a:gd name="connsiteX23" fmla="*/ 225326 w 271210"/>
                  <a:gd name="connsiteY23" fmla="*/ 113035 h 156472"/>
                  <a:gd name="connsiteX24" fmla="*/ 247123 w 271210"/>
                  <a:gd name="connsiteY24" fmla="*/ 36008 h 156472"/>
                  <a:gd name="connsiteX25" fmla="*/ 209604 w 271210"/>
                  <a:gd name="connsiteY25" fmla="*/ 85 h 156472"/>
                  <a:gd name="connsiteX26" fmla="*/ 156005 w 271210"/>
                  <a:gd name="connsiteY26" fmla="*/ 30481 h 156472"/>
                  <a:gd name="connsiteX27" fmla="*/ 118486 w 271210"/>
                  <a:gd name="connsiteY27" fmla="*/ 85 h 156472"/>
                  <a:gd name="connsiteX28" fmla="*/ 67388 w 271210"/>
                  <a:gd name="connsiteY28" fmla="*/ 27372 h 156472"/>
                  <a:gd name="connsiteX29" fmla="*/ 37373 w 271210"/>
                  <a:gd name="connsiteY29" fmla="*/ 85 h 156472"/>
                  <a:gd name="connsiteX30" fmla="*/ 11645 w 271210"/>
                  <a:gd name="connsiteY30" fmla="*/ 18392 h 156472"/>
                  <a:gd name="connsiteX31" fmla="*/ 211 w 271210"/>
                  <a:gd name="connsiteY31" fmla="*/ 53279 h 156472"/>
                  <a:gd name="connsiteX32" fmla="*/ 5571 w 271210"/>
                  <a:gd name="connsiteY32" fmla="*/ 56733 h 156472"/>
                  <a:gd name="connsiteX33" fmla="*/ 12360 w 271210"/>
                  <a:gd name="connsiteY33" fmla="*/ 48788 h 156472"/>
                  <a:gd name="connsiteX34" fmla="*/ 36658 w 271210"/>
                  <a:gd name="connsiteY34" fmla="*/ 7684 h 156472"/>
                  <a:gd name="connsiteX35" fmla="*/ 45949 w 271210"/>
                  <a:gd name="connsiteY35" fmla="*/ 21500 h 156472"/>
                  <a:gd name="connsiteX36" fmla="*/ 43447 w 271210"/>
                  <a:gd name="connsiteY36" fmla="*/ 39117 h 156472"/>
                  <a:gd name="connsiteX37" fmla="*/ 16648 w 271210"/>
                  <a:gd name="connsiteY37" fmla="*/ 142741 h 156472"/>
                  <a:gd name="connsiteX38" fmla="*/ 15576 w 271210"/>
                  <a:gd name="connsiteY38" fmla="*/ 147577 h 156472"/>
                  <a:gd name="connsiteX39" fmla="*/ 25581 w 271210"/>
                  <a:gd name="connsiteY39" fmla="*/ 156558 h 156472"/>
                  <a:gd name="connsiteX40" fmla="*/ 38445 w 271210"/>
                  <a:gd name="connsiteY40" fmla="*/ 147577 h 156472"/>
                  <a:gd name="connsiteX41" fmla="*/ 52738 w 271210"/>
                  <a:gd name="connsiteY41" fmla="*/ 92310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71210" h="156472">
                    <a:moveTo>
                      <a:pt x="52738" y="92310"/>
                    </a:moveTo>
                    <a:cubicBezTo>
                      <a:pt x="54524" y="84711"/>
                      <a:pt x="56668" y="77458"/>
                      <a:pt x="58455" y="69858"/>
                    </a:cubicBezTo>
                    <a:cubicBezTo>
                      <a:pt x="63100" y="52933"/>
                      <a:pt x="63100" y="52242"/>
                      <a:pt x="67388" y="44989"/>
                    </a:cubicBezTo>
                    <a:cubicBezTo>
                      <a:pt x="77750" y="27718"/>
                      <a:pt x="93116" y="7684"/>
                      <a:pt x="117771" y="7684"/>
                    </a:cubicBezTo>
                    <a:cubicBezTo>
                      <a:pt x="134208" y="7684"/>
                      <a:pt x="134208" y="25300"/>
                      <a:pt x="134208" y="30481"/>
                    </a:cubicBezTo>
                    <a:cubicBezTo>
                      <a:pt x="134208" y="39807"/>
                      <a:pt x="131707" y="49824"/>
                      <a:pt x="130992" y="52933"/>
                    </a:cubicBezTo>
                    <a:lnTo>
                      <a:pt x="107766" y="142741"/>
                    </a:lnTo>
                    <a:cubicBezTo>
                      <a:pt x="107051" y="144813"/>
                      <a:pt x="106694" y="146541"/>
                      <a:pt x="106694" y="147577"/>
                    </a:cubicBezTo>
                    <a:cubicBezTo>
                      <a:pt x="106694" y="151376"/>
                      <a:pt x="109552" y="156558"/>
                      <a:pt x="116699" y="156558"/>
                    </a:cubicBezTo>
                    <a:cubicBezTo>
                      <a:pt x="120987" y="156558"/>
                      <a:pt x="127061" y="154140"/>
                      <a:pt x="129563" y="147577"/>
                    </a:cubicBezTo>
                    <a:lnTo>
                      <a:pt x="143856" y="92310"/>
                    </a:lnTo>
                    <a:cubicBezTo>
                      <a:pt x="145642" y="84711"/>
                      <a:pt x="147786" y="77458"/>
                      <a:pt x="149573" y="69858"/>
                    </a:cubicBezTo>
                    <a:cubicBezTo>
                      <a:pt x="154218" y="52933"/>
                      <a:pt x="154218" y="52242"/>
                      <a:pt x="158506" y="44989"/>
                    </a:cubicBezTo>
                    <a:cubicBezTo>
                      <a:pt x="168869" y="27718"/>
                      <a:pt x="184234" y="7684"/>
                      <a:pt x="208889" y="7684"/>
                    </a:cubicBezTo>
                    <a:cubicBezTo>
                      <a:pt x="225326" y="7684"/>
                      <a:pt x="225326" y="25300"/>
                      <a:pt x="225326" y="30481"/>
                    </a:cubicBezTo>
                    <a:cubicBezTo>
                      <a:pt x="225326" y="51897"/>
                      <a:pt x="209604" y="93001"/>
                      <a:pt x="204601" y="106818"/>
                    </a:cubicBezTo>
                    <a:cubicBezTo>
                      <a:pt x="199956" y="118562"/>
                      <a:pt x="198884" y="121671"/>
                      <a:pt x="198884" y="128924"/>
                    </a:cubicBezTo>
                    <a:cubicBezTo>
                      <a:pt x="198884" y="144123"/>
                      <a:pt x="208889" y="156558"/>
                      <a:pt x="226041" y="156558"/>
                    </a:cubicBezTo>
                    <a:cubicBezTo>
                      <a:pt x="259272" y="156558"/>
                      <a:pt x="271421" y="105091"/>
                      <a:pt x="271421" y="103364"/>
                    </a:cubicBezTo>
                    <a:cubicBezTo>
                      <a:pt x="271421" y="99910"/>
                      <a:pt x="268562" y="99910"/>
                      <a:pt x="266061" y="99910"/>
                    </a:cubicBezTo>
                    <a:cubicBezTo>
                      <a:pt x="261416" y="99910"/>
                      <a:pt x="261416" y="100600"/>
                      <a:pt x="259987" y="105782"/>
                    </a:cubicBezTo>
                    <a:cubicBezTo>
                      <a:pt x="257128" y="115108"/>
                      <a:pt x="247480" y="148958"/>
                      <a:pt x="226755" y="148958"/>
                    </a:cubicBezTo>
                    <a:cubicBezTo>
                      <a:pt x="219251" y="148958"/>
                      <a:pt x="218894" y="143777"/>
                      <a:pt x="218894" y="138941"/>
                    </a:cubicBezTo>
                    <a:cubicBezTo>
                      <a:pt x="218894" y="130306"/>
                      <a:pt x="222467" y="121325"/>
                      <a:pt x="225326" y="113035"/>
                    </a:cubicBezTo>
                    <a:cubicBezTo>
                      <a:pt x="232472" y="94728"/>
                      <a:pt x="247123" y="56042"/>
                      <a:pt x="247123" y="36008"/>
                    </a:cubicBezTo>
                    <a:cubicBezTo>
                      <a:pt x="247123" y="6993"/>
                      <a:pt x="226398" y="85"/>
                      <a:pt x="209604" y="85"/>
                    </a:cubicBezTo>
                    <a:cubicBezTo>
                      <a:pt x="184591" y="85"/>
                      <a:pt x="166725" y="15283"/>
                      <a:pt x="156005" y="30481"/>
                    </a:cubicBezTo>
                    <a:cubicBezTo>
                      <a:pt x="153146" y="6648"/>
                      <a:pt x="134565" y="85"/>
                      <a:pt x="118486" y="85"/>
                    </a:cubicBezTo>
                    <a:cubicBezTo>
                      <a:pt x="97046" y="85"/>
                      <a:pt x="79537" y="11483"/>
                      <a:pt x="67388" y="27372"/>
                    </a:cubicBezTo>
                    <a:cubicBezTo>
                      <a:pt x="64887" y="10447"/>
                      <a:pt x="52738" y="85"/>
                      <a:pt x="37373" y="85"/>
                    </a:cubicBezTo>
                    <a:cubicBezTo>
                      <a:pt x="24509" y="85"/>
                      <a:pt x="17362" y="8029"/>
                      <a:pt x="11645" y="18392"/>
                    </a:cubicBezTo>
                    <a:cubicBezTo>
                      <a:pt x="4856" y="32208"/>
                      <a:pt x="211" y="52588"/>
                      <a:pt x="211" y="53279"/>
                    </a:cubicBezTo>
                    <a:cubicBezTo>
                      <a:pt x="211" y="56733"/>
                      <a:pt x="3784" y="56733"/>
                      <a:pt x="5571" y="56733"/>
                    </a:cubicBezTo>
                    <a:cubicBezTo>
                      <a:pt x="10216" y="56733"/>
                      <a:pt x="10573" y="56387"/>
                      <a:pt x="12360" y="48788"/>
                    </a:cubicBezTo>
                    <a:cubicBezTo>
                      <a:pt x="18792" y="24609"/>
                      <a:pt x="25581" y="7684"/>
                      <a:pt x="36658" y="7684"/>
                    </a:cubicBezTo>
                    <a:cubicBezTo>
                      <a:pt x="45949" y="7684"/>
                      <a:pt x="45949" y="17701"/>
                      <a:pt x="45949" y="21500"/>
                    </a:cubicBezTo>
                    <a:cubicBezTo>
                      <a:pt x="45949" y="27027"/>
                      <a:pt x="44877" y="33590"/>
                      <a:pt x="43447" y="39117"/>
                    </a:cubicBezTo>
                    <a:lnTo>
                      <a:pt x="16648" y="142741"/>
                    </a:lnTo>
                    <a:cubicBezTo>
                      <a:pt x="15933" y="144813"/>
                      <a:pt x="15576" y="146541"/>
                      <a:pt x="15576" y="147577"/>
                    </a:cubicBezTo>
                    <a:cubicBezTo>
                      <a:pt x="15576" y="151376"/>
                      <a:pt x="18434" y="156558"/>
                      <a:pt x="25581" y="156558"/>
                    </a:cubicBezTo>
                    <a:cubicBezTo>
                      <a:pt x="29869" y="156558"/>
                      <a:pt x="35943" y="154140"/>
                      <a:pt x="38445" y="147577"/>
                    </a:cubicBezTo>
                    <a:lnTo>
                      <a:pt x="52738" y="9231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C8FF5A6-FEA4-FC27-2461-60B7F4626786}"/>
                  </a:ext>
                </a:extLst>
              </p:cNvPr>
              <p:cNvSpPr/>
              <p:nvPr>
                <p:custDataLst>
                  <p:tags r:id="rId192"/>
                </p:custDataLst>
              </p:nvPr>
            </p:nvSpPr>
            <p:spPr>
              <a:xfrm>
                <a:off x="10433006" y="5323350"/>
                <a:ext cx="152577" cy="156472"/>
              </a:xfrm>
              <a:custGeom>
                <a:avLst/>
                <a:gdLst>
                  <a:gd name="connsiteX0" fmla="*/ 86334 w 152577"/>
                  <a:gd name="connsiteY0" fmla="*/ 132379 h 156472"/>
                  <a:gd name="connsiteX1" fmla="*/ 115992 w 152577"/>
                  <a:gd name="connsiteY1" fmla="*/ 156558 h 156472"/>
                  <a:gd name="connsiteX2" fmla="*/ 142077 w 152577"/>
                  <a:gd name="connsiteY2" fmla="*/ 137214 h 156472"/>
                  <a:gd name="connsiteX3" fmla="*/ 152797 w 152577"/>
                  <a:gd name="connsiteY3" fmla="*/ 103364 h 156472"/>
                  <a:gd name="connsiteX4" fmla="*/ 147437 w 152577"/>
                  <a:gd name="connsiteY4" fmla="*/ 99910 h 156472"/>
                  <a:gd name="connsiteX5" fmla="*/ 140648 w 152577"/>
                  <a:gd name="connsiteY5" fmla="*/ 107854 h 156472"/>
                  <a:gd name="connsiteX6" fmla="*/ 116707 w 152577"/>
                  <a:gd name="connsiteY6" fmla="*/ 148958 h 156472"/>
                  <a:gd name="connsiteX7" fmla="*/ 107417 w 152577"/>
                  <a:gd name="connsiteY7" fmla="*/ 134796 h 156472"/>
                  <a:gd name="connsiteX8" fmla="*/ 109918 w 152577"/>
                  <a:gd name="connsiteY8" fmla="*/ 117180 h 156472"/>
                  <a:gd name="connsiteX9" fmla="*/ 134216 w 152577"/>
                  <a:gd name="connsiteY9" fmla="*/ 23227 h 156472"/>
                  <a:gd name="connsiteX10" fmla="*/ 135645 w 152577"/>
                  <a:gd name="connsiteY10" fmla="*/ 15974 h 156472"/>
                  <a:gd name="connsiteX11" fmla="*/ 125998 w 152577"/>
                  <a:gd name="connsiteY11" fmla="*/ 6993 h 156472"/>
                  <a:gd name="connsiteX12" fmla="*/ 111705 w 152577"/>
                  <a:gd name="connsiteY12" fmla="*/ 20464 h 156472"/>
                  <a:gd name="connsiteX13" fmla="*/ 82047 w 152577"/>
                  <a:gd name="connsiteY13" fmla="*/ 85 h 156472"/>
                  <a:gd name="connsiteX14" fmla="*/ 219 w 152577"/>
                  <a:gd name="connsiteY14" fmla="*/ 103018 h 156472"/>
                  <a:gd name="connsiteX15" fmla="*/ 43455 w 152577"/>
                  <a:gd name="connsiteY15" fmla="*/ 156558 h 156472"/>
                  <a:gd name="connsiteX16" fmla="*/ 86334 w 152577"/>
                  <a:gd name="connsiteY16" fmla="*/ 132379 h 156472"/>
                  <a:gd name="connsiteX17" fmla="*/ 105630 w 152577"/>
                  <a:gd name="connsiteY17" fmla="*/ 44643 h 156472"/>
                  <a:gd name="connsiteX18" fmla="*/ 88836 w 152577"/>
                  <a:gd name="connsiteY18" fmla="*/ 109927 h 156472"/>
                  <a:gd name="connsiteX19" fmla="*/ 44170 w 152577"/>
                  <a:gd name="connsiteY19" fmla="*/ 148958 h 156472"/>
                  <a:gd name="connsiteX20" fmla="*/ 24517 w 152577"/>
                  <a:gd name="connsiteY20" fmla="*/ 118217 h 156472"/>
                  <a:gd name="connsiteX21" fmla="*/ 42026 w 152577"/>
                  <a:gd name="connsiteY21" fmla="*/ 46025 h 156472"/>
                  <a:gd name="connsiteX22" fmla="*/ 82047 w 152577"/>
                  <a:gd name="connsiteY22" fmla="*/ 7684 h 156472"/>
                  <a:gd name="connsiteX23" fmla="*/ 106702 w 152577"/>
                  <a:gd name="connsiteY23" fmla="*/ 40153 h 156472"/>
                  <a:gd name="connsiteX24" fmla="*/ 105630 w 152577"/>
                  <a:gd name="connsiteY24" fmla="*/ 44643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2577" h="156472">
                    <a:moveTo>
                      <a:pt x="86334" y="132379"/>
                    </a:moveTo>
                    <a:cubicBezTo>
                      <a:pt x="90265" y="149304"/>
                      <a:pt x="103486" y="156558"/>
                      <a:pt x="115992" y="156558"/>
                    </a:cubicBezTo>
                    <a:cubicBezTo>
                      <a:pt x="129214" y="156558"/>
                      <a:pt x="136717" y="147922"/>
                      <a:pt x="142077" y="137214"/>
                    </a:cubicBezTo>
                    <a:cubicBezTo>
                      <a:pt x="148509" y="124089"/>
                      <a:pt x="152797" y="104055"/>
                      <a:pt x="152797" y="103364"/>
                    </a:cubicBezTo>
                    <a:cubicBezTo>
                      <a:pt x="152797" y="99910"/>
                      <a:pt x="149938" y="99910"/>
                      <a:pt x="147437" y="99910"/>
                    </a:cubicBezTo>
                    <a:cubicBezTo>
                      <a:pt x="143149" y="99910"/>
                      <a:pt x="142792" y="100255"/>
                      <a:pt x="140648" y="107854"/>
                    </a:cubicBezTo>
                    <a:cubicBezTo>
                      <a:pt x="135645" y="127197"/>
                      <a:pt x="128856" y="148958"/>
                      <a:pt x="116707" y="148958"/>
                    </a:cubicBezTo>
                    <a:cubicBezTo>
                      <a:pt x="107417" y="148958"/>
                      <a:pt x="107417" y="139632"/>
                      <a:pt x="107417" y="134796"/>
                    </a:cubicBezTo>
                    <a:cubicBezTo>
                      <a:pt x="107417" y="132379"/>
                      <a:pt x="107417" y="126852"/>
                      <a:pt x="109918" y="117180"/>
                    </a:cubicBezTo>
                    <a:lnTo>
                      <a:pt x="134216" y="23227"/>
                    </a:lnTo>
                    <a:cubicBezTo>
                      <a:pt x="135645" y="18392"/>
                      <a:pt x="135645" y="17701"/>
                      <a:pt x="135645" y="15974"/>
                    </a:cubicBezTo>
                    <a:cubicBezTo>
                      <a:pt x="135645" y="8720"/>
                      <a:pt x="129571" y="6993"/>
                      <a:pt x="125998" y="6993"/>
                    </a:cubicBezTo>
                    <a:cubicBezTo>
                      <a:pt x="114563" y="6993"/>
                      <a:pt x="112062" y="18737"/>
                      <a:pt x="111705" y="20464"/>
                    </a:cubicBezTo>
                    <a:cubicBezTo>
                      <a:pt x="104915" y="5611"/>
                      <a:pt x="93481" y="85"/>
                      <a:pt x="82047" y="85"/>
                    </a:cubicBezTo>
                    <a:cubicBezTo>
                      <a:pt x="42383" y="85"/>
                      <a:pt x="219" y="52588"/>
                      <a:pt x="219" y="103018"/>
                    </a:cubicBezTo>
                    <a:cubicBezTo>
                      <a:pt x="219" y="132379"/>
                      <a:pt x="16656" y="156558"/>
                      <a:pt x="43455" y="156558"/>
                    </a:cubicBezTo>
                    <a:cubicBezTo>
                      <a:pt x="56319" y="156558"/>
                      <a:pt x="72041" y="149304"/>
                      <a:pt x="86334" y="132379"/>
                    </a:cubicBezTo>
                    <a:close/>
                    <a:moveTo>
                      <a:pt x="105630" y="44643"/>
                    </a:moveTo>
                    <a:lnTo>
                      <a:pt x="88836" y="109927"/>
                    </a:lnTo>
                    <a:cubicBezTo>
                      <a:pt x="85977" y="120980"/>
                      <a:pt x="63823" y="148958"/>
                      <a:pt x="44170" y="148958"/>
                    </a:cubicBezTo>
                    <a:cubicBezTo>
                      <a:pt x="27376" y="148958"/>
                      <a:pt x="24517" y="128579"/>
                      <a:pt x="24517" y="118217"/>
                    </a:cubicBezTo>
                    <a:cubicBezTo>
                      <a:pt x="24517" y="100946"/>
                      <a:pt x="35594" y="60532"/>
                      <a:pt x="42026" y="46025"/>
                    </a:cubicBezTo>
                    <a:cubicBezTo>
                      <a:pt x="50959" y="24955"/>
                      <a:pt x="67396" y="7684"/>
                      <a:pt x="82047" y="7684"/>
                    </a:cubicBezTo>
                    <a:cubicBezTo>
                      <a:pt x="97769" y="7684"/>
                      <a:pt x="106702" y="25645"/>
                      <a:pt x="106702" y="40153"/>
                    </a:cubicBezTo>
                    <a:cubicBezTo>
                      <a:pt x="106702" y="40844"/>
                      <a:pt x="106345" y="42571"/>
                      <a:pt x="105630" y="4464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494963D-F073-D83F-1FF4-7AD9776D33E7}"/>
                  </a:ext>
                </a:extLst>
              </p:cNvPr>
              <p:cNvSpPr/>
              <p:nvPr>
                <p:custDataLst>
                  <p:tags r:id="rId193"/>
                </p:custDataLst>
              </p:nvPr>
            </p:nvSpPr>
            <p:spPr>
              <a:xfrm>
                <a:off x="10610636" y="5236306"/>
                <a:ext cx="75753" cy="243517"/>
              </a:xfrm>
              <a:custGeom>
                <a:avLst/>
                <a:gdLst>
                  <a:gd name="connsiteX0" fmla="*/ 74905 w 75753"/>
                  <a:gd name="connsiteY0" fmla="*/ 8720 h 243517"/>
                  <a:gd name="connsiteX1" fmla="*/ 75977 w 75753"/>
                  <a:gd name="connsiteY1" fmla="*/ 4230 h 243517"/>
                  <a:gd name="connsiteX2" fmla="*/ 70975 w 75753"/>
                  <a:gd name="connsiteY2" fmla="*/ 85 h 243517"/>
                  <a:gd name="connsiteX3" fmla="*/ 65257 w 75753"/>
                  <a:gd name="connsiteY3" fmla="*/ 776 h 243517"/>
                  <a:gd name="connsiteX4" fmla="*/ 29882 w 75753"/>
                  <a:gd name="connsiteY4" fmla="*/ 3539 h 243517"/>
                  <a:gd name="connsiteX5" fmla="*/ 21664 w 75753"/>
                  <a:gd name="connsiteY5" fmla="*/ 10793 h 243517"/>
                  <a:gd name="connsiteX6" fmla="*/ 30239 w 75753"/>
                  <a:gd name="connsiteY6" fmla="*/ 14592 h 243517"/>
                  <a:gd name="connsiteX7" fmla="*/ 48106 w 75753"/>
                  <a:gd name="connsiteY7" fmla="*/ 20464 h 243517"/>
                  <a:gd name="connsiteX8" fmla="*/ 47034 w 75753"/>
                  <a:gd name="connsiteY8" fmla="*/ 26336 h 243517"/>
                  <a:gd name="connsiteX9" fmla="*/ 2368 w 75753"/>
                  <a:gd name="connsiteY9" fmla="*/ 199044 h 243517"/>
                  <a:gd name="connsiteX10" fmla="*/ 224 w 75753"/>
                  <a:gd name="connsiteY10" fmla="*/ 212515 h 243517"/>
                  <a:gd name="connsiteX11" fmla="*/ 30239 w 75753"/>
                  <a:gd name="connsiteY11" fmla="*/ 243602 h 243517"/>
                  <a:gd name="connsiteX12" fmla="*/ 55610 w 75753"/>
                  <a:gd name="connsiteY12" fmla="*/ 225640 h 243517"/>
                  <a:gd name="connsiteX13" fmla="*/ 66687 w 75753"/>
                  <a:gd name="connsiteY13" fmla="*/ 190408 h 243517"/>
                  <a:gd name="connsiteX14" fmla="*/ 61327 w 75753"/>
                  <a:gd name="connsiteY14" fmla="*/ 186954 h 243517"/>
                  <a:gd name="connsiteX15" fmla="*/ 56324 w 75753"/>
                  <a:gd name="connsiteY15" fmla="*/ 188681 h 243517"/>
                  <a:gd name="connsiteX16" fmla="*/ 53823 w 75753"/>
                  <a:gd name="connsiteY16" fmla="*/ 197316 h 243517"/>
                  <a:gd name="connsiteX17" fmla="*/ 30954 w 75753"/>
                  <a:gd name="connsiteY17" fmla="*/ 236003 h 243517"/>
                  <a:gd name="connsiteX18" fmla="*/ 21664 w 75753"/>
                  <a:gd name="connsiteY18" fmla="*/ 221841 h 243517"/>
                  <a:gd name="connsiteX19" fmla="*/ 23808 w 75753"/>
                  <a:gd name="connsiteY19" fmla="*/ 205952 h 243517"/>
                  <a:gd name="connsiteX20" fmla="*/ 74905 w 75753"/>
                  <a:gd name="connsiteY20" fmla="*/ 8720 h 243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5753" h="243517">
                    <a:moveTo>
                      <a:pt x="74905" y="8720"/>
                    </a:moveTo>
                    <a:cubicBezTo>
                      <a:pt x="75262" y="7684"/>
                      <a:pt x="75977" y="4920"/>
                      <a:pt x="75977" y="4230"/>
                    </a:cubicBezTo>
                    <a:cubicBezTo>
                      <a:pt x="75977" y="1121"/>
                      <a:pt x="73833" y="85"/>
                      <a:pt x="70975" y="85"/>
                    </a:cubicBezTo>
                    <a:cubicBezTo>
                      <a:pt x="69903" y="85"/>
                      <a:pt x="66329" y="430"/>
                      <a:pt x="65257" y="776"/>
                    </a:cubicBezTo>
                    <a:lnTo>
                      <a:pt x="29882" y="3539"/>
                    </a:lnTo>
                    <a:cubicBezTo>
                      <a:pt x="25594" y="3884"/>
                      <a:pt x="21664" y="4230"/>
                      <a:pt x="21664" y="10793"/>
                    </a:cubicBezTo>
                    <a:cubicBezTo>
                      <a:pt x="21664" y="14592"/>
                      <a:pt x="25237" y="14592"/>
                      <a:pt x="30239" y="14592"/>
                    </a:cubicBezTo>
                    <a:cubicBezTo>
                      <a:pt x="47391" y="14592"/>
                      <a:pt x="48106" y="17010"/>
                      <a:pt x="48106" y="20464"/>
                    </a:cubicBezTo>
                    <a:cubicBezTo>
                      <a:pt x="48106" y="21500"/>
                      <a:pt x="47034" y="25991"/>
                      <a:pt x="47034" y="26336"/>
                    </a:cubicBezTo>
                    <a:lnTo>
                      <a:pt x="2368" y="199044"/>
                    </a:lnTo>
                    <a:cubicBezTo>
                      <a:pt x="2011" y="200425"/>
                      <a:pt x="224" y="207334"/>
                      <a:pt x="224" y="212515"/>
                    </a:cubicBezTo>
                    <a:cubicBezTo>
                      <a:pt x="224" y="230822"/>
                      <a:pt x="13088" y="243602"/>
                      <a:pt x="30239" y="243602"/>
                    </a:cubicBezTo>
                    <a:cubicBezTo>
                      <a:pt x="43818" y="243602"/>
                      <a:pt x="50964" y="234276"/>
                      <a:pt x="55610" y="225640"/>
                    </a:cubicBezTo>
                    <a:cubicBezTo>
                      <a:pt x="61684" y="213551"/>
                      <a:pt x="66687" y="191444"/>
                      <a:pt x="66687" y="190408"/>
                    </a:cubicBezTo>
                    <a:cubicBezTo>
                      <a:pt x="66687" y="186954"/>
                      <a:pt x="63828" y="186954"/>
                      <a:pt x="61327" y="186954"/>
                    </a:cubicBezTo>
                    <a:cubicBezTo>
                      <a:pt x="59540" y="186954"/>
                      <a:pt x="57396" y="186954"/>
                      <a:pt x="56324" y="188681"/>
                    </a:cubicBezTo>
                    <a:lnTo>
                      <a:pt x="53823" y="197316"/>
                    </a:lnTo>
                    <a:cubicBezTo>
                      <a:pt x="47748" y="221495"/>
                      <a:pt x="40959" y="236003"/>
                      <a:pt x="30954" y="236003"/>
                    </a:cubicBezTo>
                    <a:cubicBezTo>
                      <a:pt x="21664" y="236003"/>
                      <a:pt x="21664" y="226677"/>
                      <a:pt x="21664" y="221841"/>
                    </a:cubicBezTo>
                    <a:cubicBezTo>
                      <a:pt x="21664" y="219423"/>
                      <a:pt x="21664" y="214242"/>
                      <a:pt x="23808" y="205952"/>
                    </a:cubicBezTo>
                    <a:lnTo>
                      <a:pt x="74905" y="872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5621620-6D95-6292-D1CB-ED7C8F928B11}"/>
                  </a:ext>
                </a:extLst>
              </p:cNvPr>
              <p:cNvSpPr/>
              <p:nvPr>
                <p:custDataLst>
                  <p:tags r:id="rId194"/>
                </p:custDataLst>
              </p:nvPr>
            </p:nvSpPr>
            <p:spPr>
              <a:xfrm>
                <a:off x="10818359" y="5241141"/>
                <a:ext cx="243240" cy="234881"/>
              </a:xfrm>
              <a:custGeom>
                <a:avLst/>
                <a:gdLst>
                  <a:gd name="connsiteX0" fmla="*/ 222129 w 243240"/>
                  <a:gd name="connsiteY0" fmla="*/ 153794 h 234881"/>
                  <a:gd name="connsiteX1" fmla="*/ 223559 w 243240"/>
                  <a:gd name="connsiteY1" fmla="*/ 149649 h 234881"/>
                  <a:gd name="connsiteX2" fmla="*/ 218199 w 243240"/>
                  <a:gd name="connsiteY2" fmla="*/ 145850 h 234881"/>
                  <a:gd name="connsiteX3" fmla="*/ 210695 w 243240"/>
                  <a:gd name="connsiteY3" fmla="*/ 154140 h 234881"/>
                  <a:gd name="connsiteX4" fmla="*/ 120649 w 243240"/>
                  <a:gd name="connsiteY4" fmla="*/ 224259 h 234881"/>
                  <a:gd name="connsiteX5" fmla="*/ 77055 w 243240"/>
                  <a:gd name="connsiteY5" fmla="*/ 224259 h 234881"/>
                  <a:gd name="connsiteX6" fmla="*/ 65978 w 243240"/>
                  <a:gd name="connsiteY6" fmla="*/ 220805 h 234881"/>
                  <a:gd name="connsiteX7" fmla="*/ 67407 w 243240"/>
                  <a:gd name="connsiteY7" fmla="*/ 213206 h 234881"/>
                  <a:gd name="connsiteX8" fmla="*/ 92063 w 243240"/>
                  <a:gd name="connsiteY8" fmla="*/ 118217 h 234881"/>
                  <a:gd name="connsiteX9" fmla="*/ 123150 w 243240"/>
                  <a:gd name="connsiteY9" fmla="*/ 118217 h 234881"/>
                  <a:gd name="connsiteX10" fmla="*/ 149950 w 243240"/>
                  <a:gd name="connsiteY10" fmla="*/ 133069 h 234881"/>
                  <a:gd name="connsiteX11" fmla="*/ 146734 w 243240"/>
                  <a:gd name="connsiteY11" fmla="*/ 150685 h 234881"/>
                  <a:gd name="connsiteX12" fmla="*/ 146019 w 243240"/>
                  <a:gd name="connsiteY12" fmla="*/ 154485 h 234881"/>
                  <a:gd name="connsiteX13" fmla="*/ 151736 w 243240"/>
                  <a:gd name="connsiteY13" fmla="*/ 158630 h 234881"/>
                  <a:gd name="connsiteX14" fmla="*/ 158168 w 243240"/>
                  <a:gd name="connsiteY14" fmla="*/ 151722 h 234881"/>
                  <a:gd name="connsiteX15" fmla="*/ 177821 w 243240"/>
                  <a:gd name="connsiteY15" fmla="*/ 75730 h 234881"/>
                  <a:gd name="connsiteX16" fmla="*/ 178893 w 243240"/>
                  <a:gd name="connsiteY16" fmla="*/ 71240 h 234881"/>
                  <a:gd name="connsiteX17" fmla="*/ 173176 w 243240"/>
                  <a:gd name="connsiteY17" fmla="*/ 67095 h 234881"/>
                  <a:gd name="connsiteX18" fmla="*/ 166387 w 243240"/>
                  <a:gd name="connsiteY18" fmla="*/ 75385 h 234881"/>
                  <a:gd name="connsiteX19" fmla="*/ 123865 w 243240"/>
                  <a:gd name="connsiteY19" fmla="*/ 107509 h 234881"/>
                  <a:gd name="connsiteX20" fmla="*/ 94921 w 243240"/>
                  <a:gd name="connsiteY20" fmla="*/ 107509 h 234881"/>
                  <a:gd name="connsiteX21" fmla="*/ 116718 w 243240"/>
                  <a:gd name="connsiteY21" fmla="*/ 22537 h 234881"/>
                  <a:gd name="connsiteX22" fmla="*/ 133870 w 243240"/>
                  <a:gd name="connsiteY22" fmla="*/ 10793 h 234881"/>
                  <a:gd name="connsiteX23" fmla="*/ 178536 w 243240"/>
                  <a:gd name="connsiteY23" fmla="*/ 10793 h 234881"/>
                  <a:gd name="connsiteX24" fmla="*/ 226060 w 243240"/>
                  <a:gd name="connsiteY24" fmla="*/ 45679 h 234881"/>
                  <a:gd name="connsiteX25" fmla="*/ 224273 w 243240"/>
                  <a:gd name="connsiteY25" fmla="*/ 67786 h 234881"/>
                  <a:gd name="connsiteX26" fmla="*/ 223559 w 243240"/>
                  <a:gd name="connsiteY26" fmla="*/ 73658 h 234881"/>
                  <a:gd name="connsiteX27" fmla="*/ 228919 w 243240"/>
                  <a:gd name="connsiteY27" fmla="*/ 77803 h 234881"/>
                  <a:gd name="connsiteX28" fmla="*/ 234993 w 243240"/>
                  <a:gd name="connsiteY28" fmla="*/ 70204 h 234881"/>
                  <a:gd name="connsiteX29" fmla="*/ 243212 w 243240"/>
                  <a:gd name="connsiteY29" fmla="*/ 9065 h 234881"/>
                  <a:gd name="connsiteX30" fmla="*/ 234636 w 243240"/>
                  <a:gd name="connsiteY30" fmla="*/ 85 h 234881"/>
                  <a:gd name="connsiteX31" fmla="*/ 67765 w 243240"/>
                  <a:gd name="connsiteY31" fmla="*/ 85 h 234881"/>
                  <a:gd name="connsiteX32" fmla="*/ 58117 w 243240"/>
                  <a:gd name="connsiteY32" fmla="*/ 6302 h 234881"/>
                  <a:gd name="connsiteX33" fmla="*/ 67765 w 243240"/>
                  <a:gd name="connsiteY33" fmla="*/ 10793 h 234881"/>
                  <a:gd name="connsiteX34" fmla="*/ 88490 w 243240"/>
                  <a:gd name="connsiteY34" fmla="*/ 16665 h 234881"/>
                  <a:gd name="connsiteX35" fmla="*/ 87060 w 243240"/>
                  <a:gd name="connsiteY35" fmla="*/ 24609 h 234881"/>
                  <a:gd name="connsiteX36" fmla="*/ 39179 w 243240"/>
                  <a:gd name="connsiteY36" fmla="*/ 209751 h 234881"/>
                  <a:gd name="connsiteX37" fmla="*/ 9878 w 243240"/>
                  <a:gd name="connsiteY37" fmla="*/ 224259 h 234881"/>
                  <a:gd name="connsiteX38" fmla="*/ 230 w 243240"/>
                  <a:gd name="connsiteY38" fmla="*/ 230822 h 234881"/>
                  <a:gd name="connsiteX39" fmla="*/ 9163 w 243240"/>
                  <a:gd name="connsiteY39" fmla="*/ 234967 h 234881"/>
                  <a:gd name="connsiteX40" fmla="*/ 180322 w 243240"/>
                  <a:gd name="connsiteY40" fmla="*/ 234967 h 234881"/>
                  <a:gd name="connsiteX41" fmla="*/ 190327 w 243240"/>
                  <a:gd name="connsiteY41" fmla="*/ 229440 h 234881"/>
                  <a:gd name="connsiteX42" fmla="*/ 222129 w 243240"/>
                  <a:gd name="connsiteY42" fmla="*/ 153794 h 234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43240" h="234881">
                    <a:moveTo>
                      <a:pt x="222129" y="153794"/>
                    </a:moveTo>
                    <a:cubicBezTo>
                      <a:pt x="222487" y="153103"/>
                      <a:pt x="223559" y="149995"/>
                      <a:pt x="223559" y="149649"/>
                    </a:cubicBezTo>
                    <a:cubicBezTo>
                      <a:pt x="223559" y="145850"/>
                      <a:pt x="219271" y="145850"/>
                      <a:pt x="218199" y="145850"/>
                    </a:cubicBezTo>
                    <a:cubicBezTo>
                      <a:pt x="214268" y="145850"/>
                      <a:pt x="213911" y="146195"/>
                      <a:pt x="210695" y="154140"/>
                    </a:cubicBezTo>
                    <a:cubicBezTo>
                      <a:pt x="189970" y="201807"/>
                      <a:pt x="177464" y="224259"/>
                      <a:pt x="120649" y="224259"/>
                    </a:cubicBezTo>
                    <a:lnTo>
                      <a:pt x="77055" y="224259"/>
                    </a:lnTo>
                    <a:cubicBezTo>
                      <a:pt x="65978" y="224259"/>
                      <a:pt x="65978" y="223223"/>
                      <a:pt x="65978" y="220805"/>
                    </a:cubicBezTo>
                    <a:cubicBezTo>
                      <a:pt x="65978" y="218732"/>
                      <a:pt x="67050" y="215278"/>
                      <a:pt x="67407" y="213206"/>
                    </a:cubicBezTo>
                    <a:lnTo>
                      <a:pt x="92063" y="118217"/>
                    </a:lnTo>
                    <a:lnTo>
                      <a:pt x="123150" y="118217"/>
                    </a:lnTo>
                    <a:cubicBezTo>
                      <a:pt x="147448" y="118217"/>
                      <a:pt x="149950" y="123743"/>
                      <a:pt x="149950" y="133069"/>
                    </a:cubicBezTo>
                    <a:cubicBezTo>
                      <a:pt x="149950" y="135487"/>
                      <a:pt x="149592" y="140668"/>
                      <a:pt x="146734" y="150685"/>
                    </a:cubicBezTo>
                    <a:cubicBezTo>
                      <a:pt x="146734" y="151376"/>
                      <a:pt x="146019" y="153449"/>
                      <a:pt x="146019" y="154485"/>
                    </a:cubicBezTo>
                    <a:cubicBezTo>
                      <a:pt x="146019" y="158630"/>
                      <a:pt x="149592" y="158630"/>
                      <a:pt x="151736" y="158630"/>
                    </a:cubicBezTo>
                    <a:cubicBezTo>
                      <a:pt x="155667" y="158630"/>
                      <a:pt x="156739" y="157939"/>
                      <a:pt x="158168" y="151722"/>
                    </a:cubicBezTo>
                    <a:lnTo>
                      <a:pt x="177821" y="75730"/>
                    </a:lnTo>
                    <a:cubicBezTo>
                      <a:pt x="178178" y="74694"/>
                      <a:pt x="178893" y="71931"/>
                      <a:pt x="178893" y="71240"/>
                    </a:cubicBezTo>
                    <a:cubicBezTo>
                      <a:pt x="178893" y="67095"/>
                      <a:pt x="174605" y="67095"/>
                      <a:pt x="173176" y="67095"/>
                    </a:cubicBezTo>
                    <a:cubicBezTo>
                      <a:pt x="168531" y="67095"/>
                      <a:pt x="168531" y="68131"/>
                      <a:pt x="166387" y="75385"/>
                    </a:cubicBezTo>
                    <a:cubicBezTo>
                      <a:pt x="159597" y="99910"/>
                      <a:pt x="152808" y="107509"/>
                      <a:pt x="123865" y="107509"/>
                    </a:cubicBezTo>
                    <a:lnTo>
                      <a:pt x="94921" y="107509"/>
                    </a:lnTo>
                    <a:lnTo>
                      <a:pt x="116718" y="22537"/>
                    </a:lnTo>
                    <a:cubicBezTo>
                      <a:pt x="119577" y="11138"/>
                      <a:pt x="122078" y="10793"/>
                      <a:pt x="133870" y="10793"/>
                    </a:cubicBezTo>
                    <a:lnTo>
                      <a:pt x="178536" y="10793"/>
                    </a:lnTo>
                    <a:cubicBezTo>
                      <a:pt x="217127" y="10793"/>
                      <a:pt x="226060" y="21155"/>
                      <a:pt x="226060" y="45679"/>
                    </a:cubicBezTo>
                    <a:cubicBezTo>
                      <a:pt x="226060" y="55006"/>
                      <a:pt x="225345" y="59496"/>
                      <a:pt x="224273" y="67786"/>
                    </a:cubicBezTo>
                    <a:cubicBezTo>
                      <a:pt x="223916" y="69513"/>
                      <a:pt x="223559" y="72622"/>
                      <a:pt x="223559" y="73658"/>
                    </a:cubicBezTo>
                    <a:cubicBezTo>
                      <a:pt x="223559" y="77803"/>
                      <a:pt x="227489" y="77803"/>
                      <a:pt x="228919" y="77803"/>
                    </a:cubicBezTo>
                    <a:cubicBezTo>
                      <a:pt x="233921" y="77803"/>
                      <a:pt x="234278" y="76421"/>
                      <a:pt x="234993" y="70204"/>
                    </a:cubicBezTo>
                    <a:lnTo>
                      <a:pt x="243212" y="9065"/>
                    </a:lnTo>
                    <a:cubicBezTo>
                      <a:pt x="244284" y="85"/>
                      <a:pt x="242140" y="85"/>
                      <a:pt x="234636" y="85"/>
                    </a:cubicBezTo>
                    <a:lnTo>
                      <a:pt x="67765" y="85"/>
                    </a:lnTo>
                    <a:cubicBezTo>
                      <a:pt x="61690" y="85"/>
                      <a:pt x="58117" y="85"/>
                      <a:pt x="58117" y="6302"/>
                    </a:cubicBezTo>
                    <a:cubicBezTo>
                      <a:pt x="58117" y="10793"/>
                      <a:pt x="60618" y="10793"/>
                      <a:pt x="67765" y="10793"/>
                    </a:cubicBezTo>
                    <a:cubicBezTo>
                      <a:pt x="88490" y="10793"/>
                      <a:pt x="88490" y="13556"/>
                      <a:pt x="88490" y="16665"/>
                    </a:cubicBezTo>
                    <a:cubicBezTo>
                      <a:pt x="88490" y="17010"/>
                      <a:pt x="88490" y="19428"/>
                      <a:pt x="87060" y="24609"/>
                    </a:cubicBezTo>
                    <a:lnTo>
                      <a:pt x="39179" y="209751"/>
                    </a:lnTo>
                    <a:cubicBezTo>
                      <a:pt x="36320" y="221495"/>
                      <a:pt x="34176" y="224259"/>
                      <a:pt x="9878" y="224259"/>
                    </a:cubicBezTo>
                    <a:cubicBezTo>
                      <a:pt x="4161" y="224259"/>
                      <a:pt x="230" y="224259"/>
                      <a:pt x="230" y="230822"/>
                    </a:cubicBezTo>
                    <a:cubicBezTo>
                      <a:pt x="230" y="234967"/>
                      <a:pt x="3446" y="234967"/>
                      <a:pt x="9163" y="234967"/>
                    </a:cubicBezTo>
                    <a:lnTo>
                      <a:pt x="180322" y="234967"/>
                    </a:lnTo>
                    <a:cubicBezTo>
                      <a:pt x="187469" y="234967"/>
                      <a:pt x="187826" y="234621"/>
                      <a:pt x="190327" y="229440"/>
                    </a:cubicBezTo>
                    <a:lnTo>
                      <a:pt x="222129" y="153794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D8AB07F-BE37-A924-6BCE-7F007A45AFDD}"/>
                  </a:ext>
                </a:extLst>
              </p:cNvPr>
              <p:cNvSpPr/>
              <p:nvPr>
                <p:custDataLst>
                  <p:tags r:id="rId195"/>
                </p:custDataLst>
              </p:nvPr>
            </p:nvSpPr>
            <p:spPr>
              <a:xfrm>
                <a:off x="11077181" y="5323350"/>
                <a:ext cx="138999" cy="219683"/>
              </a:xfrm>
              <a:custGeom>
                <a:avLst/>
                <a:gdLst>
                  <a:gd name="connsiteX0" fmla="*/ 138165 w 138999"/>
                  <a:gd name="connsiteY0" fmla="*/ 8720 h 219683"/>
                  <a:gd name="connsiteX1" fmla="*/ 139237 w 138999"/>
                  <a:gd name="connsiteY1" fmla="*/ 4230 h 219683"/>
                  <a:gd name="connsiteX2" fmla="*/ 135306 w 138999"/>
                  <a:gd name="connsiteY2" fmla="*/ 430 h 219683"/>
                  <a:gd name="connsiteX3" fmla="*/ 112795 w 138999"/>
                  <a:gd name="connsiteY3" fmla="*/ 22191 h 219683"/>
                  <a:gd name="connsiteX4" fmla="*/ 82065 w 138999"/>
                  <a:gd name="connsiteY4" fmla="*/ 85 h 219683"/>
                  <a:gd name="connsiteX5" fmla="*/ 237 w 138999"/>
                  <a:gd name="connsiteY5" fmla="*/ 103018 h 219683"/>
                  <a:gd name="connsiteX6" fmla="*/ 43473 w 138999"/>
                  <a:gd name="connsiteY6" fmla="*/ 156558 h 219683"/>
                  <a:gd name="connsiteX7" fmla="*/ 81350 w 138999"/>
                  <a:gd name="connsiteY7" fmla="*/ 138251 h 219683"/>
                  <a:gd name="connsiteX8" fmla="*/ 67414 w 138999"/>
                  <a:gd name="connsiteY8" fmla="*/ 192481 h 219683"/>
                  <a:gd name="connsiteX9" fmla="*/ 40257 w 138999"/>
                  <a:gd name="connsiteY9" fmla="*/ 209061 h 219683"/>
                  <a:gd name="connsiteX10" fmla="*/ 31682 w 138999"/>
                  <a:gd name="connsiteY10" fmla="*/ 215623 h 219683"/>
                  <a:gd name="connsiteX11" fmla="*/ 36327 w 138999"/>
                  <a:gd name="connsiteY11" fmla="*/ 219768 h 219683"/>
                  <a:gd name="connsiteX12" fmla="*/ 72059 w 138999"/>
                  <a:gd name="connsiteY12" fmla="*/ 218732 h 219683"/>
                  <a:gd name="connsiteX13" fmla="*/ 108149 w 138999"/>
                  <a:gd name="connsiteY13" fmla="*/ 219768 h 219683"/>
                  <a:gd name="connsiteX14" fmla="*/ 114938 w 138999"/>
                  <a:gd name="connsiteY14" fmla="*/ 213206 h 219683"/>
                  <a:gd name="connsiteX15" fmla="*/ 106363 w 138999"/>
                  <a:gd name="connsiteY15" fmla="*/ 209061 h 219683"/>
                  <a:gd name="connsiteX16" fmla="*/ 88139 w 138999"/>
                  <a:gd name="connsiteY16" fmla="*/ 203534 h 219683"/>
                  <a:gd name="connsiteX17" fmla="*/ 89211 w 138999"/>
                  <a:gd name="connsiteY17" fmla="*/ 197317 h 219683"/>
                  <a:gd name="connsiteX18" fmla="*/ 138165 w 138999"/>
                  <a:gd name="connsiteY18" fmla="*/ 8720 h 219683"/>
                  <a:gd name="connsiteX19" fmla="*/ 88496 w 138999"/>
                  <a:gd name="connsiteY19" fmla="*/ 110617 h 219683"/>
                  <a:gd name="connsiteX20" fmla="*/ 44188 w 138999"/>
                  <a:gd name="connsiteY20" fmla="*/ 148958 h 219683"/>
                  <a:gd name="connsiteX21" fmla="*/ 24535 w 138999"/>
                  <a:gd name="connsiteY21" fmla="*/ 118217 h 219683"/>
                  <a:gd name="connsiteX22" fmla="*/ 42044 w 138999"/>
                  <a:gd name="connsiteY22" fmla="*/ 46025 h 219683"/>
                  <a:gd name="connsiteX23" fmla="*/ 82065 w 138999"/>
                  <a:gd name="connsiteY23" fmla="*/ 7684 h 219683"/>
                  <a:gd name="connsiteX24" fmla="*/ 99573 w 138999"/>
                  <a:gd name="connsiteY24" fmla="*/ 17701 h 219683"/>
                  <a:gd name="connsiteX25" fmla="*/ 106720 w 138999"/>
                  <a:gd name="connsiteY25" fmla="*/ 39807 h 219683"/>
                  <a:gd name="connsiteX26" fmla="*/ 105648 w 138999"/>
                  <a:gd name="connsiteY26" fmla="*/ 44298 h 219683"/>
                  <a:gd name="connsiteX27" fmla="*/ 88496 w 138999"/>
                  <a:gd name="connsiteY27" fmla="*/ 110617 h 219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8999" h="219683">
                    <a:moveTo>
                      <a:pt x="138165" y="8720"/>
                    </a:moveTo>
                    <a:cubicBezTo>
                      <a:pt x="138522" y="7684"/>
                      <a:pt x="139237" y="4920"/>
                      <a:pt x="139237" y="4230"/>
                    </a:cubicBezTo>
                    <a:cubicBezTo>
                      <a:pt x="139237" y="1121"/>
                      <a:pt x="136378" y="430"/>
                      <a:pt x="135306" y="430"/>
                    </a:cubicBezTo>
                    <a:cubicBezTo>
                      <a:pt x="131375" y="430"/>
                      <a:pt x="118512" y="12520"/>
                      <a:pt x="112795" y="22191"/>
                    </a:cubicBezTo>
                    <a:cubicBezTo>
                      <a:pt x="108507" y="12174"/>
                      <a:pt x="99216" y="85"/>
                      <a:pt x="82065" y="85"/>
                    </a:cubicBezTo>
                    <a:cubicBezTo>
                      <a:pt x="42401" y="85"/>
                      <a:pt x="237" y="52588"/>
                      <a:pt x="237" y="103018"/>
                    </a:cubicBezTo>
                    <a:cubicBezTo>
                      <a:pt x="237" y="132379"/>
                      <a:pt x="16674" y="156558"/>
                      <a:pt x="43473" y="156558"/>
                    </a:cubicBezTo>
                    <a:cubicBezTo>
                      <a:pt x="58124" y="156558"/>
                      <a:pt x="71345" y="147577"/>
                      <a:pt x="81350" y="138251"/>
                    </a:cubicBezTo>
                    <a:lnTo>
                      <a:pt x="67414" y="192481"/>
                    </a:lnTo>
                    <a:cubicBezTo>
                      <a:pt x="63484" y="207334"/>
                      <a:pt x="63126" y="208715"/>
                      <a:pt x="40257" y="209061"/>
                    </a:cubicBezTo>
                    <a:cubicBezTo>
                      <a:pt x="35612" y="209061"/>
                      <a:pt x="31682" y="209061"/>
                      <a:pt x="31682" y="215623"/>
                    </a:cubicBezTo>
                    <a:cubicBezTo>
                      <a:pt x="31682" y="218732"/>
                      <a:pt x="33826" y="219768"/>
                      <a:pt x="36327" y="219768"/>
                    </a:cubicBezTo>
                    <a:cubicBezTo>
                      <a:pt x="47761" y="219768"/>
                      <a:pt x="60268" y="218732"/>
                      <a:pt x="72059" y="218732"/>
                    </a:cubicBezTo>
                    <a:cubicBezTo>
                      <a:pt x="83851" y="218732"/>
                      <a:pt x="96715" y="219768"/>
                      <a:pt x="108149" y="219768"/>
                    </a:cubicBezTo>
                    <a:cubicBezTo>
                      <a:pt x="110293" y="219768"/>
                      <a:pt x="114938" y="219768"/>
                      <a:pt x="114938" y="213206"/>
                    </a:cubicBezTo>
                    <a:cubicBezTo>
                      <a:pt x="114938" y="209061"/>
                      <a:pt x="111365" y="209061"/>
                      <a:pt x="106363" y="209061"/>
                    </a:cubicBezTo>
                    <a:cubicBezTo>
                      <a:pt x="88139" y="209061"/>
                      <a:pt x="88139" y="206988"/>
                      <a:pt x="88139" y="203534"/>
                    </a:cubicBezTo>
                    <a:cubicBezTo>
                      <a:pt x="88139" y="201116"/>
                      <a:pt x="88854" y="199389"/>
                      <a:pt x="89211" y="197317"/>
                    </a:cubicBezTo>
                    <a:lnTo>
                      <a:pt x="138165" y="8720"/>
                    </a:lnTo>
                    <a:close/>
                    <a:moveTo>
                      <a:pt x="88496" y="110617"/>
                    </a:moveTo>
                    <a:cubicBezTo>
                      <a:pt x="85638" y="121325"/>
                      <a:pt x="63841" y="148958"/>
                      <a:pt x="44188" y="148958"/>
                    </a:cubicBezTo>
                    <a:cubicBezTo>
                      <a:pt x="27394" y="148958"/>
                      <a:pt x="24535" y="128579"/>
                      <a:pt x="24535" y="118217"/>
                    </a:cubicBezTo>
                    <a:cubicBezTo>
                      <a:pt x="24535" y="100946"/>
                      <a:pt x="35612" y="60532"/>
                      <a:pt x="42044" y="46025"/>
                    </a:cubicBezTo>
                    <a:cubicBezTo>
                      <a:pt x="50977" y="24955"/>
                      <a:pt x="67414" y="7684"/>
                      <a:pt x="82065" y="7684"/>
                    </a:cubicBezTo>
                    <a:cubicBezTo>
                      <a:pt x="84923" y="7684"/>
                      <a:pt x="93142" y="8029"/>
                      <a:pt x="99573" y="17701"/>
                    </a:cubicBezTo>
                    <a:cubicBezTo>
                      <a:pt x="103147" y="23227"/>
                      <a:pt x="106720" y="33245"/>
                      <a:pt x="106720" y="39807"/>
                    </a:cubicBezTo>
                    <a:cubicBezTo>
                      <a:pt x="106720" y="40844"/>
                      <a:pt x="106363" y="42225"/>
                      <a:pt x="105648" y="44298"/>
                    </a:cubicBezTo>
                    <a:lnTo>
                      <a:pt x="88496" y="110617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97EB85B-E55B-4AE6-5D37-0B47060CB1CE}"/>
                  </a:ext>
                </a:extLst>
              </p:cNvPr>
              <p:cNvSpPr/>
              <p:nvPr>
                <p:custDataLst>
                  <p:tags r:id="rId196"/>
                </p:custDataLst>
              </p:nvPr>
            </p:nvSpPr>
            <p:spPr>
              <a:xfrm>
                <a:off x="11232616" y="5323350"/>
                <a:ext cx="170801" cy="156472"/>
              </a:xfrm>
              <a:custGeom>
                <a:avLst/>
                <a:gdLst>
                  <a:gd name="connsiteX0" fmla="*/ 153892 w 170801"/>
                  <a:gd name="connsiteY0" fmla="*/ 17701 h 156472"/>
                  <a:gd name="connsiteX1" fmla="*/ 154963 w 170801"/>
                  <a:gd name="connsiteY1" fmla="*/ 12865 h 156472"/>
                  <a:gd name="connsiteX2" fmla="*/ 144958 w 170801"/>
                  <a:gd name="connsiteY2" fmla="*/ 3884 h 156472"/>
                  <a:gd name="connsiteX3" fmla="*/ 131023 w 170801"/>
                  <a:gd name="connsiteY3" fmla="*/ 16665 h 156472"/>
                  <a:gd name="connsiteX4" fmla="*/ 104938 w 170801"/>
                  <a:gd name="connsiteY4" fmla="*/ 117526 h 156472"/>
                  <a:gd name="connsiteX5" fmla="*/ 99935 w 170801"/>
                  <a:gd name="connsiteY5" fmla="*/ 128924 h 156472"/>
                  <a:gd name="connsiteX6" fmla="*/ 67061 w 170801"/>
                  <a:gd name="connsiteY6" fmla="*/ 148958 h 156472"/>
                  <a:gd name="connsiteX7" fmla="*/ 47766 w 170801"/>
                  <a:gd name="connsiteY7" fmla="*/ 122362 h 156472"/>
                  <a:gd name="connsiteX8" fmla="*/ 68491 w 170801"/>
                  <a:gd name="connsiteY8" fmla="*/ 46716 h 156472"/>
                  <a:gd name="connsiteX9" fmla="*/ 73136 w 170801"/>
                  <a:gd name="connsiteY9" fmla="*/ 28063 h 156472"/>
                  <a:gd name="connsiteX10" fmla="*/ 45979 w 170801"/>
                  <a:gd name="connsiteY10" fmla="*/ 85 h 156472"/>
                  <a:gd name="connsiteX11" fmla="*/ 242 w 170801"/>
                  <a:gd name="connsiteY11" fmla="*/ 53279 h 156472"/>
                  <a:gd name="connsiteX12" fmla="*/ 5601 w 170801"/>
                  <a:gd name="connsiteY12" fmla="*/ 56733 h 156472"/>
                  <a:gd name="connsiteX13" fmla="*/ 12033 w 170801"/>
                  <a:gd name="connsiteY13" fmla="*/ 51206 h 156472"/>
                  <a:gd name="connsiteX14" fmla="*/ 45265 w 170801"/>
                  <a:gd name="connsiteY14" fmla="*/ 7684 h 156472"/>
                  <a:gd name="connsiteX15" fmla="*/ 53126 w 170801"/>
                  <a:gd name="connsiteY15" fmla="*/ 17701 h 156472"/>
                  <a:gd name="connsiteX16" fmla="*/ 44550 w 170801"/>
                  <a:gd name="connsiteY16" fmla="*/ 48788 h 156472"/>
                  <a:gd name="connsiteX17" fmla="*/ 25969 w 170801"/>
                  <a:gd name="connsiteY17" fmla="*/ 116489 h 156472"/>
                  <a:gd name="connsiteX18" fmla="*/ 65989 w 170801"/>
                  <a:gd name="connsiteY18" fmla="*/ 156558 h 156472"/>
                  <a:gd name="connsiteX19" fmla="*/ 105653 w 170801"/>
                  <a:gd name="connsiteY19" fmla="*/ 135833 h 156472"/>
                  <a:gd name="connsiteX20" fmla="*/ 134239 w 170801"/>
                  <a:gd name="connsiteY20" fmla="*/ 156558 h 156472"/>
                  <a:gd name="connsiteX21" fmla="*/ 160323 w 170801"/>
                  <a:gd name="connsiteY21" fmla="*/ 137214 h 156472"/>
                  <a:gd name="connsiteX22" fmla="*/ 171043 w 170801"/>
                  <a:gd name="connsiteY22" fmla="*/ 103364 h 156472"/>
                  <a:gd name="connsiteX23" fmla="*/ 165683 w 170801"/>
                  <a:gd name="connsiteY23" fmla="*/ 99910 h 156472"/>
                  <a:gd name="connsiteX24" fmla="*/ 158894 w 170801"/>
                  <a:gd name="connsiteY24" fmla="*/ 107854 h 156472"/>
                  <a:gd name="connsiteX25" fmla="*/ 134953 w 170801"/>
                  <a:gd name="connsiteY25" fmla="*/ 148958 h 156472"/>
                  <a:gd name="connsiteX26" fmla="*/ 125663 w 170801"/>
                  <a:gd name="connsiteY26" fmla="*/ 134796 h 156472"/>
                  <a:gd name="connsiteX27" fmla="*/ 128164 w 170801"/>
                  <a:gd name="connsiteY27" fmla="*/ 117180 h 156472"/>
                  <a:gd name="connsiteX28" fmla="*/ 153892 w 170801"/>
                  <a:gd name="connsiteY28" fmla="*/ 17701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70801" h="156472">
                    <a:moveTo>
                      <a:pt x="153892" y="17701"/>
                    </a:moveTo>
                    <a:cubicBezTo>
                      <a:pt x="154606" y="15628"/>
                      <a:pt x="154963" y="13901"/>
                      <a:pt x="154963" y="12865"/>
                    </a:cubicBezTo>
                    <a:cubicBezTo>
                      <a:pt x="154963" y="9065"/>
                      <a:pt x="152105" y="3884"/>
                      <a:pt x="144958" y="3884"/>
                    </a:cubicBezTo>
                    <a:cubicBezTo>
                      <a:pt x="134239" y="3884"/>
                      <a:pt x="131737" y="13901"/>
                      <a:pt x="131023" y="16665"/>
                    </a:cubicBezTo>
                    <a:lnTo>
                      <a:pt x="104938" y="117526"/>
                    </a:lnTo>
                    <a:cubicBezTo>
                      <a:pt x="103151" y="123743"/>
                      <a:pt x="103151" y="124434"/>
                      <a:pt x="99935" y="128924"/>
                    </a:cubicBezTo>
                    <a:cubicBezTo>
                      <a:pt x="93146" y="138596"/>
                      <a:pt x="82784" y="148958"/>
                      <a:pt x="67061" y="148958"/>
                    </a:cubicBezTo>
                    <a:cubicBezTo>
                      <a:pt x="50982" y="148958"/>
                      <a:pt x="47766" y="133760"/>
                      <a:pt x="47766" y="122362"/>
                    </a:cubicBezTo>
                    <a:cubicBezTo>
                      <a:pt x="47766" y="101291"/>
                      <a:pt x="59558" y="70204"/>
                      <a:pt x="68491" y="46716"/>
                    </a:cubicBezTo>
                    <a:cubicBezTo>
                      <a:pt x="71349" y="39462"/>
                      <a:pt x="73136" y="34626"/>
                      <a:pt x="73136" y="28063"/>
                    </a:cubicBezTo>
                    <a:cubicBezTo>
                      <a:pt x="73136" y="10793"/>
                      <a:pt x="61344" y="85"/>
                      <a:pt x="45979" y="85"/>
                    </a:cubicBezTo>
                    <a:cubicBezTo>
                      <a:pt x="12748" y="85"/>
                      <a:pt x="242" y="51206"/>
                      <a:pt x="242" y="53279"/>
                    </a:cubicBezTo>
                    <a:cubicBezTo>
                      <a:pt x="242" y="56733"/>
                      <a:pt x="3815" y="56733"/>
                      <a:pt x="5601" y="56733"/>
                    </a:cubicBezTo>
                    <a:cubicBezTo>
                      <a:pt x="10247" y="56733"/>
                      <a:pt x="10604" y="56042"/>
                      <a:pt x="12033" y="51206"/>
                    </a:cubicBezTo>
                    <a:cubicBezTo>
                      <a:pt x="14892" y="40498"/>
                      <a:pt x="24540" y="7684"/>
                      <a:pt x="45265" y="7684"/>
                    </a:cubicBezTo>
                    <a:cubicBezTo>
                      <a:pt x="49195" y="7684"/>
                      <a:pt x="53126" y="8720"/>
                      <a:pt x="53126" y="17701"/>
                    </a:cubicBezTo>
                    <a:cubicBezTo>
                      <a:pt x="53126" y="25991"/>
                      <a:pt x="49552" y="35317"/>
                      <a:pt x="44550" y="48788"/>
                    </a:cubicBezTo>
                    <a:cubicBezTo>
                      <a:pt x="35259" y="72967"/>
                      <a:pt x="25969" y="98528"/>
                      <a:pt x="25969" y="116489"/>
                    </a:cubicBezTo>
                    <a:cubicBezTo>
                      <a:pt x="25969" y="146541"/>
                      <a:pt x="46694" y="156558"/>
                      <a:pt x="65989" y="156558"/>
                    </a:cubicBezTo>
                    <a:cubicBezTo>
                      <a:pt x="84928" y="156558"/>
                      <a:pt x="97077" y="146195"/>
                      <a:pt x="105653" y="135833"/>
                    </a:cubicBezTo>
                    <a:cubicBezTo>
                      <a:pt x="112084" y="154485"/>
                      <a:pt x="127449" y="156558"/>
                      <a:pt x="134239" y="156558"/>
                    </a:cubicBezTo>
                    <a:cubicBezTo>
                      <a:pt x="147460" y="156558"/>
                      <a:pt x="154963" y="147922"/>
                      <a:pt x="160323" y="137214"/>
                    </a:cubicBezTo>
                    <a:cubicBezTo>
                      <a:pt x="166755" y="124089"/>
                      <a:pt x="171043" y="104055"/>
                      <a:pt x="171043" y="103364"/>
                    </a:cubicBezTo>
                    <a:cubicBezTo>
                      <a:pt x="171043" y="99910"/>
                      <a:pt x="168185" y="99910"/>
                      <a:pt x="165683" y="99910"/>
                    </a:cubicBezTo>
                    <a:cubicBezTo>
                      <a:pt x="161395" y="99910"/>
                      <a:pt x="161038" y="100255"/>
                      <a:pt x="158894" y="107854"/>
                    </a:cubicBezTo>
                    <a:cubicBezTo>
                      <a:pt x="153892" y="127197"/>
                      <a:pt x="147102" y="148958"/>
                      <a:pt x="134953" y="148958"/>
                    </a:cubicBezTo>
                    <a:cubicBezTo>
                      <a:pt x="125663" y="148958"/>
                      <a:pt x="125663" y="139632"/>
                      <a:pt x="125663" y="134796"/>
                    </a:cubicBezTo>
                    <a:cubicBezTo>
                      <a:pt x="125663" y="132379"/>
                      <a:pt x="125663" y="126852"/>
                      <a:pt x="128164" y="117180"/>
                    </a:cubicBezTo>
                    <a:lnTo>
                      <a:pt x="153892" y="17701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36B80AD-36B1-3DE5-64E4-2F4002DA19C4}"/>
                  </a:ext>
                </a:extLst>
              </p:cNvPr>
              <p:cNvSpPr/>
              <p:nvPr>
                <p:custDataLst>
                  <p:tags r:id="rId197"/>
                </p:custDataLst>
              </p:nvPr>
            </p:nvSpPr>
            <p:spPr>
              <a:xfrm>
                <a:off x="11433313" y="5323350"/>
                <a:ext cx="152577" cy="156472"/>
              </a:xfrm>
              <a:custGeom>
                <a:avLst/>
                <a:gdLst>
                  <a:gd name="connsiteX0" fmla="*/ 86362 w 152577"/>
                  <a:gd name="connsiteY0" fmla="*/ 132379 h 156472"/>
                  <a:gd name="connsiteX1" fmla="*/ 116020 w 152577"/>
                  <a:gd name="connsiteY1" fmla="*/ 156558 h 156472"/>
                  <a:gd name="connsiteX2" fmla="*/ 142105 w 152577"/>
                  <a:gd name="connsiteY2" fmla="*/ 137214 h 156472"/>
                  <a:gd name="connsiteX3" fmla="*/ 152825 w 152577"/>
                  <a:gd name="connsiteY3" fmla="*/ 103364 h 156472"/>
                  <a:gd name="connsiteX4" fmla="*/ 147465 w 152577"/>
                  <a:gd name="connsiteY4" fmla="*/ 99910 h 156472"/>
                  <a:gd name="connsiteX5" fmla="*/ 140676 w 152577"/>
                  <a:gd name="connsiteY5" fmla="*/ 107854 h 156472"/>
                  <a:gd name="connsiteX6" fmla="*/ 116735 w 152577"/>
                  <a:gd name="connsiteY6" fmla="*/ 148958 h 156472"/>
                  <a:gd name="connsiteX7" fmla="*/ 107445 w 152577"/>
                  <a:gd name="connsiteY7" fmla="*/ 134796 h 156472"/>
                  <a:gd name="connsiteX8" fmla="*/ 109946 w 152577"/>
                  <a:gd name="connsiteY8" fmla="*/ 117180 h 156472"/>
                  <a:gd name="connsiteX9" fmla="*/ 134244 w 152577"/>
                  <a:gd name="connsiteY9" fmla="*/ 23227 h 156472"/>
                  <a:gd name="connsiteX10" fmla="*/ 135673 w 152577"/>
                  <a:gd name="connsiteY10" fmla="*/ 15974 h 156472"/>
                  <a:gd name="connsiteX11" fmla="*/ 126025 w 152577"/>
                  <a:gd name="connsiteY11" fmla="*/ 6993 h 156472"/>
                  <a:gd name="connsiteX12" fmla="*/ 111732 w 152577"/>
                  <a:gd name="connsiteY12" fmla="*/ 20464 h 156472"/>
                  <a:gd name="connsiteX13" fmla="*/ 82074 w 152577"/>
                  <a:gd name="connsiteY13" fmla="*/ 85 h 156472"/>
                  <a:gd name="connsiteX14" fmla="*/ 247 w 152577"/>
                  <a:gd name="connsiteY14" fmla="*/ 103018 h 156472"/>
                  <a:gd name="connsiteX15" fmla="*/ 43483 w 152577"/>
                  <a:gd name="connsiteY15" fmla="*/ 156558 h 156472"/>
                  <a:gd name="connsiteX16" fmla="*/ 86362 w 152577"/>
                  <a:gd name="connsiteY16" fmla="*/ 132379 h 156472"/>
                  <a:gd name="connsiteX17" fmla="*/ 105658 w 152577"/>
                  <a:gd name="connsiteY17" fmla="*/ 44643 h 156472"/>
                  <a:gd name="connsiteX18" fmla="*/ 88864 w 152577"/>
                  <a:gd name="connsiteY18" fmla="*/ 109927 h 156472"/>
                  <a:gd name="connsiteX19" fmla="*/ 44198 w 152577"/>
                  <a:gd name="connsiteY19" fmla="*/ 148958 h 156472"/>
                  <a:gd name="connsiteX20" fmla="*/ 24545 w 152577"/>
                  <a:gd name="connsiteY20" fmla="*/ 118217 h 156472"/>
                  <a:gd name="connsiteX21" fmla="*/ 42054 w 152577"/>
                  <a:gd name="connsiteY21" fmla="*/ 46025 h 156472"/>
                  <a:gd name="connsiteX22" fmla="*/ 82074 w 152577"/>
                  <a:gd name="connsiteY22" fmla="*/ 7684 h 156472"/>
                  <a:gd name="connsiteX23" fmla="*/ 106730 w 152577"/>
                  <a:gd name="connsiteY23" fmla="*/ 40153 h 156472"/>
                  <a:gd name="connsiteX24" fmla="*/ 105658 w 152577"/>
                  <a:gd name="connsiteY24" fmla="*/ 44643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2577" h="156472">
                    <a:moveTo>
                      <a:pt x="86362" y="132379"/>
                    </a:moveTo>
                    <a:cubicBezTo>
                      <a:pt x="90293" y="149304"/>
                      <a:pt x="103514" y="156558"/>
                      <a:pt x="116020" y="156558"/>
                    </a:cubicBezTo>
                    <a:cubicBezTo>
                      <a:pt x="129241" y="156558"/>
                      <a:pt x="136745" y="147922"/>
                      <a:pt x="142105" y="137214"/>
                    </a:cubicBezTo>
                    <a:cubicBezTo>
                      <a:pt x="148537" y="124089"/>
                      <a:pt x="152825" y="104055"/>
                      <a:pt x="152825" y="103364"/>
                    </a:cubicBezTo>
                    <a:cubicBezTo>
                      <a:pt x="152825" y="99910"/>
                      <a:pt x="149966" y="99910"/>
                      <a:pt x="147465" y="99910"/>
                    </a:cubicBezTo>
                    <a:cubicBezTo>
                      <a:pt x="143177" y="99910"/>
                      <a:pt x="142820" y="100255"/>
                      <a:pt x="140676" y="107854"/>
                    </a:cubicBezTo>
                    <a:cubicBezTo>
                      <a:pt x="135673" y="127197"/>
                      <a:pt x="128884" y="148958"/>
                      <a:pt x="116735" y="148958"/>
                    </a:cubicBezTo>
                    <a:cubicBezTo>
                      <a:pt x="107445" y="148958"/>
                      <a:pt x="107445" y="139632"/>
                      <a:pt x="107445" y="134796"/>
                    </a:cubicBezTo>
                    <a:cubicBezTo>
                      <a:pt x="107445" y="132379"/>
                      <a:pt x="107445" y="126852"/>
                      <a:pt x="109946" y="117180"/>
                    </a:cubicBezTo>
                    <a:lnTo>
                      <a:pt x="134244" y="23227"/>
                    </a:lnTo>
                    <a:cubicBezTo>
                      <a:pt x="135673" y="18392"/>
                      <a:pt x="135673" y="17701"/>
                      <a:pt x="135673" y="15974"/>
                    </a:cubicBezTo>
                    <a:cubicBezTo>
                      <a:pt x="135673" y="8720"/>
                      <a:pt x="129599" y="6993"/>
                      <a:pt x="126025" y="6993"/>
                    </a:cubicBezTo>
                    <a:cubicBezTo>
                      <a:pt x="114591" y="6993"/>
                      <a:pt x="112090" y="18737"/>
                      <a:pt x="111732" y="20464"/>
                    </a:cubicBezTo>
                    <a:cubicBezTo>
                      <a:pt x="104943" y="5611"/>
                      <a:pt x="93509" y="85"/>
                      <a:pt x="82074" y="85"/>
                    </a:cubicBezTo>
                    <a:cubicBezTo>
                      <a:pt x="42411" y="85"/>
                      <a:pt x="247" y="52588"/>
                      <a:pt x="247" y="103018"/>
                    </a:cubicBezTo>
                    <a:cubicBezTo>
                      <a:pt x="247" y="132379"/>
                      <a:pt x="16684" y="156558"/>
                      <a:pt x="43483" y="156558"/>
                    </a:cubicBezTo>
                    <a:cubicBezTo>
                      <a:pt x="56347" y="156558"/>
                      <a:pt x="72069" y="149304"/>
                      <a:pt x="86362" y="132379"/>
                    </a:cubicBezTo>
                    <a:close/>
                    <a:moveTo>
                      <a:pt x="105658" y="44643"/>
                    </a:moveTo>
                    <a:lnTo>
                      <a:pt x="88864" y="109927"/>
                    </a:lnTo>
                    <a:cubicBezTo>
                      <a:pt x="86005" y="120980"/>
                      <a:pt x="63851" y="148958"/>
                      <a:pt x="44198" y="148958"/>
                    </a:cubicBezTo>
                    <a:cubicBezTo>
                      <a:pt x="27404" y="148958"/>
                      <a:pt x="24545" y="128579"/>
                      <a:pt x="24545" y="118217"/>
                    </a:cubicBezTo>
                    <a:cubicBezTo>
                      <a:pt x="24545" y="100946"/>
                      <a:pt x="35622" y="60532"/>
                      <a:pt x="42054" y="46025"/>
                    </a:cubicBezTo>
                    <a:cubicBezTo>
                      <a:pt x="50987" y="24955"/>
                      <a:pt x="67424" y="7684"/>
                      <a:pt x="82074" y="7684"/>
                    </a:cubicBezTo>
                    <a:cubicBezTo>
                      <a:pt x="97797" y="7684"/>
                      <a:pt x="106730" y="25645"/>
                      <a:pt x="106730" y="40153"/>
                    </a:cubicBezTo>
                    <a:cubicBezTo>
                      <a:pt x="106730" y="40844"/>
                      <a:pt x="106373" y="42571"/>
                      <a:pt x="105658" y="4464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46832D0-E77E-5569-33A5-060D1C847A8D}"/>
                  </a:ext>
                </a:extLst>
              </p:cNvPr>
              <p:cNvSpPr/>
              <p:nvPr>
                <p:custDataLst>
                  <p:tags r:id="rId198"/>
                </p:custDataLst>
              </p:nvPr>
            </p:nvSpPr>
            <p:spPr>
              <a:xfrm>
                <a:off x="11609871" y="5259794"/>
                <a:ext cx="100765" cy="220029"/>
              </a:xfrm>
              <a:custGeom>
                <a:avLst/>
                <a:gdLst>
                  <a:gd name="connsiteX0" fmla="*/ 60640 w 100765"/>
                  <a:gd name="connsiteY0" fmla="*/ 78148 h 220029"/>
                  <a:gd name="connsiteX1" fmla="*/ 91013 w 100765"/>
                  <a:gd name="connsiteY1" fmla="*/ 78148 h 220029"/>
                  <a:gd name="connsiteX2" fmla="*/ 101018 w 100765"/>
                  <a:gd name="connsiteY2" fmla="*/ 71586 h 220029"/>
                  <a:gd name="connsiteX3" fmla="*/ 92085 w 100765"/>
                  <a:gd name="connsiteY3" fmla="*/ 67441 h 220029"/>
                  <a:gd name="connsiteX4" fmla="*/ 63499 w 100765"/>
                  <a:gd name="connsiteY4" fmla="*/ 67441 h 220029"/>
                  <a:gd name="connsiteX5" fmla="*/ 76720 w 100765"/>
                  <a:gd name="connsiteY5" fmla="*/ 16319 h 220029"/>
                  <a:gd name="connsiteX6" fmla="*/ 78149 w 100765"/>
                  <a:gd name="connsiteY6" fmla="*/ 9065 h 220029"/>
                  <a:gd name="connsiteX7" fmla="*/ 68501 w 100765"/>
                  <a:gd name="connsiteY7" fmla="*/ 85 h 220029"/>
                  <a:gd name="connsiteX8" fmla="*/ 54565 w 100765"/>
                  <a:gd name="connsiteY8" fmla="*/ 12520 h 220029"/>
                  <a:gd name="connsiteX9" fmla="*/ 40630 w 100765"/>
                  <a:gd name="connsiteY9" fmla="*/ 67441 h 220029"/>
                  <a:gd name="connsiteX10" fmla="*/ 10257 w 100765"/>
                  <a:gd name="connsiteY10" fmla="*/ 67441 h 220029"/>
                  <a:gd name="connsiteX11" fmla="*/ 252 w 100765"/>
                  <a:gd name="connsiteY11" fmla="*/ 74003 h 220029"/>
                  <a:gd name="connsiteX12" fmla="*/ 9185 w 100765"/>
                  <a:gd name="connsiteY12" fmla="*/ 78148 h 220029"/>
                  <a:gd name="connsiteX13" fmla="*/ 37771 w 100765"/>
                  <a:gd name="connsiteY13" fmla="*/ 78148 h 220029"/>
                  <a:gd name="connsiteX14" fmla="*/ 12044 w 100765"/>
                  <a:gd name="connsiteY14" fmla="*/ 177282 h 220029"/>
                  <a:gd name="connsiteX15" fmla="*/ 10257 w 100765"/>
                  <a:gd name="connsiteY15" fmla="*/ 189027 h 220029"/>
                  <a:gd name="connsiteX16" fmla="*/ 40630 w 100765"/>
                  <a:gd name="connsiteY16" fmla="*/ 220114 h 220029"/>
                  <a:gd name="connsiteX17" fmla="*/ 94943 w 100765"/>
                  <a:gd name="connsiteY17" fmla="*/ 166920 h 220029"/>
                  <a:gd name="connsiteX18" fmla="*/ 89583 w 100765"/>
                  <a:gd name="connsiteY18" fmla="*/ 163466 h 220029"/>
                  <a:gd name="connsiteX19" fmla="*/ 82437 w 100765"/>
                  <a:gd name="connsiteY19" fmla="*/ 170029 h 220029"/>
                  <a:gd name="connsiteX20" fmla="*/ 41344 w 100765"/>
                  <a:gd name="connsiteY20" fmla="*/ 212515 h 220029"/>
                  <a:gd name="connsiteX21" fmla="*/ 31697 w 100765"/>
                  <a:gd name="connsiteY21" fmla="*/ 198353 h 220029"/>
                  <a:gd name="connsiteX22" fmla="*/ 34198 w 100765"/>
                  <a:gd name="connsiteY22" fmla="*/ 180737 h 220029"/>
                  <a:gd name="connsiteX23" fmla="*/ 60640 w 100765"/>
                  <a:gd name="connsiteY23" fmla="*/ 78148 h 220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0765" h="220029">
                    <a:moveTo>
                      <a:pt x="60640" y="78148"/>
                    </a:moveTo>
                    <a:lnTo>
                      <a:pt x="91013" y="78148"/>
                    </a:lnTo>
                    <a:cubicBezTo>
                      <a:pt x="97087" y="78148"/>
                      <a:pt x="101018" y="78148"/>
                      <a:pt x="101018" y="71586"/>
                    </a:cubicBezTo>
                    <a:cubicBezTo>
                      <a:pt x="101018" y="67441"/>
                      <a:pt x="97802" y="67441"/>
                      <a:pt x="92085" y="67441"/>
                    </a:cubicBezTo>
                    <a:lnTo>
                      <a:pt x="63499" y="67441"/>
                    </a:lnTo>
                    <a:lnTo>
                      <a:pt x="76720" y="16319"/>
                    </a:lnTo>
                    <a:cubicBezTo>
                      <a:pt x="78149" y="11483"/>
                      <a:pt x="78149" y="10793"/>
                      <a:pt x="78149" y="9065"/>
                    </a:cubicBezTo>
                    <a:cubicBezTo>
                      <a:pt x="78149" y="1812"/>
                      <a:pt x="72074" y="85"/>
                      <a:pt x="68501" y="85"/>
                    </a:cubicBezTo>
                    <a:cubicBezTo>
                      <a:pt x="59568" y="85"/>
                      <a:pt x="55995" y="7338"/>
                      <a:pt x="54565" y="12520"/>
                    </a:cubicBezTo>
                    <a:lnTo>
                      <a:pt x="40630" y="67441"/>
                    </a:lnTo>
                    <a:lnTo>
                      <a:pt x="10257" y="67441"/>
                    </a:lnTo>
                    <a:cubicBezTo>
                      <a:pt x="4183" y="67441"/>
                      <a:pt x="252" y="67441"/>
                      <a:pt x="252" y="74003"/>
                    </a:cubicBezTo>
                    <a:cubicBezTo>
                      <a:pt x="252" y="78148"/>
                      <a:pt x="3468" y="78148"/>
                      <a:pt x="9185" y="78148"/>
                    </a:cubicBezTo>
                    <a:lnTo>
                      <a:pt x="37771" y="78148"/>
                    </a:lnTo>
                    <a:lnTo>
                      <a:pt x="12044" y="177282"/>
                    </a:lnTo>
                    <a:cubicBezTo>
                      <a:pt x="11686" y="178664"/>
                      <a:pt x="10257" y="184191"/>
                      <a:pt x="10257" y="189027"/>
                    </a:cubicBezTo>
                    <a:cubicBezTo>
                      <a:pt x="10257" y="206297"/>
                      <a:pt x="22049" y="220114"/>
                      <a:pt x="40630" y="220114"/>
                    </a:cubicBezTo>
                    <a:cubicBezTo>
                      <a:pt x="76720" y="220114"/>
                      <a:pt x="94943" y="168647"/>
                      <a:pt x="94943" y="166920"/>
                    </a:cubicBezTo>
                    <a:cubicBezTo>
                      <a:pt x="94943" y="163466"/>
                      <a:pt x="92085" y="163466"/>
                      <a:pt x="89583" y="163466"/>
                    </a:cubicBezTo>
                    <a:cubicBezTo>
                      <a:pt x="85295" y="163466"/>
                      <a:pt x="85295" y="163811"/>
                      <a:pt x="82437" y="170029"/>
                    </a:cubicBezTo>
                    <a:cubicBezTo>
                      <a:pt x="76005" y="186609"/>
                      <a:pt x="61712" y="212515"/>
                      <a:pt x="41344" y="212515"/>
                    </a:cubicBezTo>
                    <a:cubicBezTo>
                      <a:pt x="31697" y="212515"/>
                      <a:pt x="31697" y="203879"/>
                      <a:pt x="31697" y="198353"/>
                    </a:cubicBezTo>
                    <a:cubicBezTo>
                      <a:pt x="31697" y="195935"/>
                      <a:pt x="31697" y="190408"/>
                      <a:pt x="34198" y="180737"/>
                    </a:cubicBezTo>
                    <a:lnTo>
                      <a:pt x="60640" y="78148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1843592-EA41-2203-3F16-AE5912FB1453}"/>
                  </a:ext>
                </a:extLst>
              </p:cNvPr>
              <p:cNvSpPr/>
              <p:nvPr>
                <p:custDataLst>
                  <p:tags r:id="rId199"/>
                </p:custDataLst>
              </p:nvPr>
            </p:nvSpPr>
            <p:spPr>
              <a:xfrm>
                <a:off x="11725723" y="5249431"/>
                <a:ext cx="88616" cy="230391"/>
              </a:xfrm>
              <a:custGeom>
                <a:avLst/>
                <a:gdLst>
                  <a:gd name="connsiteX0" fmla="*/ 88872 w 88616"/>
                  <a:gd name="connsiteY0" fmla="*/ 177282 h 230391"/>
                  <a:gd name="connsiteX1" fmla="*/ 83512 w 88616"/>
                  <a:gd name="connsiteY1" fmla="*/ 173828 h 230391"/>
                  <a:gd name="connsiteX2" fmla="*/ 77438 w 88616"/>
                  <a:gd name="connsiteY2" fmla="*/ 179700 h 230391"/>
                  <a:gd name="connsiteX3" fmla="*/ 44206 w 88616"/>
                  <a:gd name="connsiteY3" fmla="*/ 222877 h 230391"/>
                  <a:gd name="connsiteX4" fmla="*/ 36345 w 88616"/>
                  <a:gd name="connsiteY4" fmla="*/ 213206 h 230391"/>
                  <a:gd name="connsiteX5" fmla="*/ 45636 w 88616"/>
                  <a:gd name="connsiteY5" fmla="*/ 180046 h 230391"/>
                  <a:gd name="connsiteX6" fmla="*/ 68504 w 88616"/>
                  <a:gd name="connsiteY6" fmla="*/ 120980 h 230391"/>
                  <a:gd name="connsiteX7" fmla="*/ 72792 w 88616"/>
                  <a:gd name="connsiteY7" fmla="*/ 101637 h 230391"/>
                  <a:gd name="connsiteX8" fmla="*/ 45993 w 88616"/>
                  <a:gd name="connsiteY8" fmla="*/ 74003 h 230391"/>
                  <a:gd name="connsiteX9" fmla="*/ 255 w 88616"/>
                  <a:gd name="connsiteY9" fmla="*/ 127197 h 230391"/>
                  <a:gd name="connsiteX10" fmla="*/ 5615 w 88616"/>
                  <a:gd name="connsiteY10" fmla="*/ 130651 h 230391"/>
                  <a:gd name="connsiteX11" fmla="*/ 12047 w 88616"/>
                  <a:gd name="connsiteY11" fmla="*/ 125125 h 230391"/>
                  <a:gd name="connsiteX12" fmla="*/ 45278 w 88616"/>
                  <a:gd name="connsiteY12" fmla="*/ 81603 h 230391"/>
                  <a:gd name="connsiteX13" fmla="*/ 53139 w 88616"/>
                  <a:gd name="connsiteY13" fmla="*/ 91274 h 230391"/>
                  <a:gd name="connsiteX14" fmla="*/ 46708 w 88616"/>
                  <a:gd name="connsiteY14" fmla="*/ 116144 h 230391"/>
                  <a:gd name="connsiteX15" fmla="*/ 35988 w 88616"/>
                  <a:gd name="connsiteY15" fmla="*/ 144813 h 230391"/>
                  <a:gd name="connsiteX16" fmla="*/ 22767 w 88616"/>
                  <a:gd name="connsiteY16" fmla="*/ 179010 h 230391"/>
                  <a:gd name="connsiteX17" fmla="*/ 16335 w 88616"/>
                  <a:gd name="connsiteY17" fmla="*/ 202843 h 230391"/>
                  <a:gd name="connsiteX18" fmla="*/ 43492 w 88616"/>
                  <a:gd name="connsiteY18" fmla="*/ 230476 h 230391"/>
                  <a:gd name="connsiteX19" fmla="*/ 88872 w 88616"/>
                  <a:gd name="connsiteY19" fmla="*/ 177282 h 230391"/>
                  <a:gd name="connsiteX20" fmla="*/ 87085 w 88616"/>
                  <a:gd name="connsiteY20" fmla="*/ 11483 h 230391"/>
                  <a:gd name="connsiteX21" fmla="*/ 74936 w 88616"/>
                  <a:gd name="connsiteY21" fmla="*/ 85 h 230391"/>
                  <a:gd name="connsiteX22" fmla="*/ 57785 w 88616"/>
                  <a:gd name="connsiteY22" fmla="*/ 16665 h 230391"/>
                  <a:gd name="connsiteX23" fmla="*/ 69934 w 88616"/>
                  <a:gd name="connsiteY23" fmla="*/ 28063 h 230391"/>
                  <a:gd name="connsiteX24" fmla="*/ 87085 w 88616"/>
                  <a:gd name="connsiteY24" fmla="*/ 11483 h 23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8616" h="230391">
                    <a:moveTo>
                      <a:pt x="88872" y="177282"/>
                    </a:moveTo>
                    <a:cubicBezTo>
                      <a:pt x="88872" y="173828"/>
                      <a:pt x="86013" y="173828"/>
                      <a:pt x="83512" y="173828"/>
                    </a:cubicBezTo>
                    <a:cubicBezTo>
                      <a:pt x="78867" y="173828"/>
                      <a:pt x="78867" y="174519"/>
                      <a:pt x="77438" y="179700"/>
                    </a:cubicBezTo>
                    <a:cubicBezTo>
                      <a:pt x="74579" y="189717"/>
                      <a:pt x="64931" y="222877"/>
                      <a:pt x="44206" y="222877"/>
                    </a:cubicBezTo>
                    <a:cubicBezTo>
                      <a:pt x="41348" y="222877"/>
                      <a:pt x="36345" y="222532"/>
                      <a:pt x="36345" y="213206"/>
                    </a:cubicBezTo>
                    <a:cubicBezTo>
                      <a:pt x="36345" y="204225"/>
                      <a:pt x="40990" y="192826"/>
                      <a:pt x="45636" y="180046"/>
                    </a:cubicBezTo>
                    <a:lnTo>
                      <a:pt x="68504" y="120980"/>
                    </a:lnTo>
                    <a:cubicBezTo>
                      <a:pt x="72078" y="110963"/>
                      <a:pt x="72792" y="108199"/>
                      <a:pt x="72792" y="101637"/>
                    </a:cubicBezTo>
                    <a:cubicBezTo>
                      <a:pt x="72792" y="82639"/>
                      <a:pt x="59214" y="74003"/>
                      <a:pt x="45993" y="74003"/>
                    </a:cubicBezTo>
                    <a:cubicBezTo>
                      <a:pt x="12404" y="74003"/>
                      <a:pt x="255" y="125470"/>
                      <a:pt x="255" y="127197"/>
                    </a:cubicBezTo>
                    <a:cubicBezTo>
                      <a:pt x="255" y="130651"/>
                      <a:pt x="3829" y="130651"/>
                      <a:pt x="5615" y="130651"/>
                    </a:cubicBezTo>
                    <a:cubicBezTo>
                      <a:pt x="10260" y="130651"/>
                      <a:pt x="10618" y="129961"/>
                      <a:pt x="12047" y="125125"/>
                    </a:cubicBezTo>
                    <a:cubicBezTo>
                      <a:pt x="15263" y="113726"/>
                      <a:pt x="24553" y="81603"/>
                      <a:pt x="45278" y="81603"/>
                    </a:cubicBezTo>
                    <a:cubicBezTo>
                      <a:pt x="49209" y="81603"/>
                      <a:pt x="53139" y="83330"/>
                      <a:pt x="53139" y="91274"/>
                    </a:cubicBezTo>
                    <a:cubicBezTo>
                      <a:pt x="53139" y="99564"/>
                      <a:pt x="49209" y="109581"/>
                      <a:pt x="46708" y="116144"/>
                    </a:cubicBezTo>
                    <a:lnTo>
                      <a:pt x="35988" y="144813"/>
                    </a:lnTo>
                    <a:cubicBezTo>
                      <a:pt x="31343" y="156212"/>
                      <a:pt x="27055" y="167611"/>
                      <a:pt x="22767" y="179010"/>
                    </a:cubicBezTo>
                    <a:cubicBezTo>
                      <a:pt x="17764" y="192135"/>
                      <a:pt x="16335" y="195935"/>
                      <a:pt x="16335" y="202843"/>
                    </a:cubicBezTo>
                    <a:cubicBezTo>
                      <a:pt x="16335" y="216314"/>
                      <a:pt x="24911" y="230476"/>
                      <a:pt x="43492" y="230476"/>
                    </a:cubicBezTo>
                    <a:cubicBezTo>
                      <a:pt x="77080" y="230476"/>
                      <a:pt x="88872" y="178664"/>
                      <a:pt x="88872" y="177282"/>
                    </a:cubicBezTo>
                    <a:close/>
                    <a:moveTo>
                      <a:pt x="87085" y="11483"/>
                    </a:moveTo>
                    <a:cubicBezTo>
                      <a:pt x="87085" y="2848"/>
                      <a:pt x="79939" y="85"/>
                      <a:pt x="74936" y="85"/>
                    </a:cubicBezTo>
                    <a:cubicBezTo>
                      <a:pt x="67432" y="85"/>
                      <a:pt x="57785" y="6993"/>
                      <a:pt x="57785" y="16665"/>
                    </a:cubicBezTo>
                    <a:cubicBezTo>
                      <a:pt x="57785" y="25300"/>
                      <a:pt x="64931" y="28063"/>
                      <a:pt x="69934" y="28063"/>
                    </a:cubicBezTo>
                    <a:cubicBezTo>
                      <a:pt x="77080" y="28063"/>
                      <a:pt x="87085" y="21500"/>
                      <a:pt x="87085" y="1148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56BC1DD-E1D3-194A-043D-E33F94AA3808}"/>
                  </a:ext>
                </a:extLst>
              </p:cNvPr>
              <p:cNvSpPr/>
              <p:nvPr>
                <p:custDataLst>
                  <p:tags r:id="rId200"/>
                </p:custDataLst>
              </p:nvPr>
            </p:nvSpPr>
            <p:spPr>
              <a:xfrm>
                <a:off x="11844950" y="5323350"/>
                <a:ext cx="142572" cy="156472"/>
              </a:xfrm>
              <a:custGeom>
                <a:avLst/>
                <a:gdLst>
                  <a:gd name="connsiteX0" fmla="*/ 142831 w 142572"/>
                  <a:gd name="connsiteY0" fmla="*/ 56733 h 156472"/>
                  <a:gd name="connsiteX1" fmla="*/ 90662 w 142572"/>
                  <a:gd name="connsiteY1" fmla="*/ 85 h 156472"/>
                  <a:gd name="connsiteX2" fmla="*/ 258 w 142572"/>
                  <a:gd name="connsiteY2" fmla="*/ 99564 h 156472"/>
                  <a:gd name="connsiteX3" fmla="*/ 52428 w 142572"/>
                  <a:gd name="connsiteY3" fmla="*/ 156558 h 156472"/>
                  <a:gd name="connsiteX4" fmla="*/ 142831 w 142572"/>
                  <a:gd name="connsiteY4" fmla="*/ 56733 h 156472"/>
                  <a:gd name="connsiteX5" fmla="*/ 52428 w 142572"/>
                  <a:gd name="connsiteY5" fmla="*/ 148958 h 156472"/>
                  <a:gd name="connsiteX6" fmla="*/ 25271 w 142572"/>
                  <a:gd name="connsiteY6" fmla="*/ 113381 h 156472"/>
                  <a:gd name="connsiteX7" fmla="*/ 45996 w 142572"/>
                  <a:gd name="connsiteY7" fmla="*/ 39117 h 156472"/>
                  <a:gd name="connsiteX8" fmla="*/ 90304 w 142572"/>
                  <a:gd name="connsiteY8" fmla="*/ 7684 h 156472"/>
                  <a:gd name="connsiteX9" fmla="*/ 117818 w 142572"/>
                  <a:gd name="connsiteY9" fmla="*/ 43262 h 156472"/>
                  <a:gd name="connsiteX10" fmla="*/ 98523 w 142572"/>
                  <a:gd name="connsiteY10" fmla="*/ 114417 h 156472"/>
                  <a:gd name="connsiteX11" fmla="*/ 52428 w 142572"/>
                  <a:gd name="connsiteY11" fmla="*/ 148958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572" h="156472">
                    <a:moveTo>
                      <a:pt x="142831" y="56733"/>
                    </a:moveTo>
                    <a:cubicBezTo>
                      <a:pt x="142831" y="23918"/>
                      <a:pt x="121749" y="85"/>
                      <a:pt x="90662" y="85"/>
                    </a:cubicBezTo>
                    <a:cubicBezTo>
                      <a:pt x="46353" y="85"/>
                      <a:pt x="258" y="49134"/>
                      <a:pt x="258" y="99564"/>
                    </a:cubicBezTo>
                    <a:cubicBezTo>
                      <a:pt x="258" y="135142"/>
                      <a:pt x="22770" y="156558"/>
                      <a:pt x="52428" y="156558"/>
                    </a:cubicBezTo>
                    <a:cubicBezTo>
                      <a:pt x="96736" y="156558"/>
                      <a:pt x="142831" y="107509"/>
                      <a:pt x="142831" y="56733"/>
                    </a:cubicBezTo>
                    <a:close/>
                    <a:moveTo>
                      <a:pt x="52428" y="148958"/>
                    </a:moveTo>
                    <a:cubicBezTo>
                      <a:pt x="38492" y="148958"/>
                      <a:pt x="25271" y="138251"/>
                      <a:pt x="25271" y="113381"/>
                    </a:cubicBezTo>
                    <a:cubicBezTo>
                      <a:pt x="25271" y="96110"/>
                      <a:pt x="34562" y="57769"/>
                      <a:pt x="45996" y="39117"/>
                    </a:cubicBezTo>
                    <a:cubicBezTo>
                      <a:pt x="59217" y="18046"/>
                      <a:pt x="76369" y="7684"/>
                      <a:pt x="90304" y="7684"/>
                    </a:cubicBezTo>
                    <a:cubicBezTo>
                      <a:pt x="107813" y="7684"/>
                      <a:pt x="117818" y="22882"/>
                      <a:pt x="117818" y="43262"/>
                    </a:cubicBezTo>
                    <a:cubicBezTo>
                      <a:pt x="117818" y="58114"/>
                      <a:pt x="109957" y="93692"/>
                      <a:pt x="98523" y="114417"/>
                    </a:cubicBezTo>
                    <a:cubicBezTo>
                      <a:pt x="88160" y="133415"/>
                      <a:pt x="69937" y="148958"/>
                      <a:pt x="52428" y="148958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468DAFE-E6D2-EC6D-FC75-8701A9378E4D}"/>
                  </a:ext>
                </a:extLst>
              </p:cNvPr>
              <p:cNvSpPr/>
              <p:nvPr>
                <p:custDataLst>
                  <p:tags r:id="rId201"/>
                </p:custDataLst>
              </p:nvPr>
            </p:nvSpPr>
            <p:spPr>
              <a:xfrm>
                <a:off x="12017934" y="5323350"/>
                <a:ext cx="179734" cy="156472"/>
              </a:xfrm>
              <a:custGeom>
                <a:avLst/>
                <a:gdLst>
                  <a:gd name="connsiteX0" fmla="*/ 52790 w 179734"/>
                  <a:gd name="connsiteY0" fmla="*/ 92310 h 156472"/>
                  <a:gd name="connsiteX1" fmla="*/ 58507 w 179734"/>
                  <a:gd name="connsiteY1" fmla="*/ 69858 h 156472"/>
                  <a:gd name="connsiteX2" fmla="*/ 69227 w 179734"/>
                  <a:gd name="connsiteY2" fmla="*/ 41880 h 156472"/>
                  <a:gd name="connsiteX3" fmla="*/ 117466 w 179734"/>
                  <a:gd name="connsiteY3" fmla="*/ 7684 h 156472"/>
                  <a:gd name="connsiteX4" fmla="*/ 133903 w 179734"/>
                  <a:gd name="connsiteY4" fmla="*/ 30481 h 156472"/>
                  <a:gd name="connsiteX5" fmla="*/ 113178 w 179734"/>
                  <a:gd name="connsiteY5" fmla="*/ 106818 h 156472"/>
                  <a:gd name="connsiteX6" fmla="*/ 107461 w 179734"/>
                  <a:gd name="connsiteY6" fmla="*/ 128924 h 156472"/>
                  <a:gd name="connsiteX7" fmla="*/ 134618 w 179734"/>
                  <a:gd name="connsiteY7" fmla="*/ 156558 h 156472"/>
                  <a:gd name="connsiteX8" fmla="*/ 179998 w 179734"/>
                  <a:gd name="connsiteY8" fmla="*/ 103364 h 156472"/>
                  <a:gd name="connsiteX9" fmla="*/ 174638 w 179734"/>
                  <a:gd name="connsiteY9" fmla="*/ 99910 h 156472"/>
                  <a:gd name="connsiteX10" fmla="*/ 168564 w 179734"/>
                  <a:gd name="connsiteY10" fmla="*/ 105782 h 156472"/>
                  <a:gd name="connsiteX11" fmla="*/ 135332 w 179734"/>
                  <a:gd name="connsiteY11" fmla="*/ 148958 h 156472"/>
                  <a:gd name="connsiteX12" fmla="*/ 127471 w 179734"/>
                  <a:gd name="connsiteY12" fmla="*/ 138941 h 156472"/>
                  <a:gd name="connsiteX13" fmla="*/ 133903 w 179734"/>
                  <a:gd name="connsiteY13" fmla="*/ 113035 h 156472"/>
                  <a:gd name="connsiteX14" fmla="*/ 155700 w 179734"/>
                  <a:gd name="connsiteY14" fmla="*/ 36008 h 156472"/>
                  <a:gd name="connsiteX15" fmla="*/ 118538 w 179734"/>
                  <a:gd name="connsiteY15" fmla="*/ 85 h 156472"/>
                  <a:gd name="connsiteX16" fmla="*/ 67441 w 179734"/>
                  <a:gd name="connsiteY16" fmla="*/ 27372 h 156472"/>
                  <a:gd name="connsiteX17" fmla="*/ 37425 w 179734"/>
                  <a:gd name="connsiteY17" fmla="*/ 85 h 156472"/>
                  <a:gd name="connsiteX18" fmla="*/ 11698 w 179734"/>
                  <a:gd name="connsiteY18" fmla="*/ 18392 h 156472"/>
                  <a:gd name="connsiteX19" fmla="*/ 263 w 179734"/>
                  <a:gd name="connsiteY19" fmla="*/ 53279 h 156472"/>
                  <a:gd name="connsiteX20" fmla="*/ 5623 w 179734"/>
                  <a:gd name="connsiteY20" fmla="*/ 56733 h 156472"/>
                  <a:gd name="connsiteX21" fmla="*/ 12413 w 179734"/>
                  <a:gd name="connsiteY21" fmla="*/ 48788 h 156472"/>
                  <a:gd name="connsiteX22" fmla="*/ 36711 w 179734"/>
                  <a:gd name="connsiteY22" fmla="*/ 7684 h 156472"/>
                  <a:gd name="connsiteX23" fmla="*/ 46001 w 179734"/>
                  <a:gd name="connsiteY23" fmla="*/ 21500 h 156472"/>
                  <a:gd name="connsiteX24" fmla="*/ 43500 w 179734"/>
                  <a:gd name="connsiteY24" fmla="*/ 39117 h 156472"/>
                  <a:gd name="connsiteX25" fmla="*/ 16700 w 179734"/>
                  <a:gd name="connsiteY25" fmla="*/ 142741 h 156472"/>
                  <a:gd name="connsiteX26" fmla="*/ 15628 w 179734"/>
                  <a:gd name="connsiteY26" fmla="*/ 147577 h 156472"/>
                  <a:gd name="connsiteX27" fmla="*/ 25634 w 179734"/>
                  <a:gd name="connsiteY27" fmla="*/ 156558 h 156472"/>
                  <a:gd name="connsiteX28" fmla="*/ 38497 w 179734"/>
                  <a:gd name="connsiteY28" fmla="*/ 147577 h 156472"/>
                  <a:gd name="connsiteX29" fmla="*/ 52790 w 179734"/>
                  <a:gd name="connsiteY29" fmla="*/ 92310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9734" h="156472">
                    <a:moveTo>
                      <a:pt x="52790" y="92310"/>
                    </a:moveTo>
                    <a:cubicBezTo>
                      <a:pt x="54577" y="84711"/>
                      <a:pt x="56721" y="77458"/>
                      <a:pt x="58507" y="69858"/>
                    </a:cubicBezTo>
                    <a:cubicBezTo>
                      <a:pt x="63153" y="52242"/>
                      <a:pt x="63153" y="51897"/>
                      <a:pt x="69227" y="41880"/>
                    </a:cubicBezTo>
                    <a:cubicBezTo>
                      <a:pt x="74230" y="33590"/>
                      <a:pt x="90309" y="7684"/>
                      <a:pt x="117466" y="7684"/>
                    </a:cubicBezTo>
                    <a:cubicBezTo>
                      <a:pt x="133189" y="7684"/>
                      <a:pt x="133903" y="23227"/>
                      <a:pt x="133903" y="30481"/>
                    </a:cubicBezTo>
                    <a:cubicBezTo>
                      <a:pt x="133903" y="51897"/>
                      <a:pt x="118181" y="93001"/>
                      <a:pt x="113178" y="106818"/>
                    </a:cubicBezTo>
                    <a:cubicBezTo>
                      <a:pt x="108533" y="118562"/>
                      <a:pt x="107461" y="121671"/>
                      <a:pt x="107461" y="128924"/>
                    </a:cubicBezTo>
                    <a:cubicBezTo>
                      <a:pt x="107461" y="144123"/>
                      <a:pt x="117466" y="156558"/>
                      <a:pt x="134618" y="156558"/>
                    </a:cubicBezTo>
                    <a:cubicBezTo>
                      <a:pt x="167849" y="156558"/>
                      <a:pt x="179998" y="105091"/>
                      <a:pt x="179998" y="103364"/>
                    </a:cubicBezTo>
                    <a:cubicBezTo>
                      <a:pt x="179998" y="99910"/>
                      <a:pt x="177140" y="99910"/>
                      <a:pt x="174638" y="99910"/>
                    </a:cubicBezTo>
                    <a:cubicBezTo>
                      <a:pt x="169993" y="99910"/>
                      <a:pt x="169993" y="100600"/>
                      <a:pt x="168564" y="105782"/>
                    </a:cubicBezTo>
                    <a:cubicBezTo>
                      <a:pt x="165705" y="115108"/>
                      <a:pt x="156057" y="148958"/>
                      <a:pt x="135332" y="148958"/>
                    </a:cubicBezTo>
                    <a:cubicBezTo>
                      <a:pt x="127829" y="148958"/>
                      <a:pt x="127471" y="143777"/>
                      <a:pt x="127471" y="138941"/>
                    </a:cubicBezTo>
                    <a:cubicBezTo>
                      <a:pt x="127471" y="130306"/>
                      <a:pt x="131045" y="121325"/>
                      <a:pt x="133903" y="113035"/>
                    </a:cubicBezTo>
                    <a:cubicBezTo>
                      <a:pt x="141050" y="94728"/>
                      <a:pt x="155700" y="56042"/>
                      <a:pt x="155700" y="36008"/>
                    </a:cubicBezTo>
                    <a:cubicBezTo>
                      <a:pt x="155700" y="7684"/>
                      <a:pt x="136047" y="85"/>
                      <a:pt x="118538" y="85"/>
                    </a:cubicBezTo>
                    <a:cubicBezTo>
                      <a:pt x="89238" y="85"/>
                      <a:pt x="72086" y="20810"/>
                      <a:pt x="67441" y="27372"/>
                    </a:cubicBezTo>
                    <a:cubicBezTo>
                      <a:pt x="64939" y="10447"/>
                      <a:pt x="52790" y="85"/>
                      <a:pt x="37425" y="85"/>
                    </a:cubicBezTo>
                    <a:cubicBezTo>
                      <a:pt x="24562" y="85"/>
                      <a:pt x="17415" y="8029"/>
                      <a:pt x="11698" y="18392"/>
                    </a:cubicBezTo>
                    <a:cubicBezTo>
                      <a:pt x="4909" y="32208"/>
                      <a:pt x="263" y="52588"/>
                      <a:pt x="263" y="53279"/>
                    </a:cubicBezTo>
                    <a:cubicBezTo>
                      <a:pt x="263" y="56733"/>
                      <a:pt x="3837" y="56733"/>
                      <a:pt x="5623" y="56733"/>
                    </a:cubicBezTo>
                    <a:cubicBezTo>
                      <a:pt x="10269" y="56733"/>
                      <a:pt x="10626" y="56387"/>
                      <a:pt x="12413" y="48788"/>
                    </a:cubicBezTo>
                    <a:cubicBezTo>
                      <a:pt x="18844" y="24609"/>
                      <a:pt x="25634" y="7684"/>
                      <a:pt x="36711" y="7684"/>
                    </a:cubicBezTo>
                    <a:cubicBezTo>
                      <a:pt x="46001" y="7684"/>
                      <a:pt x="46001" y="17701"/>
                      <a:pt x="46001" y="21500"/>
                    </a:cubicBezTo>
                    <a:cubicBezTo>
                      <a:pt x="46001" y="27027"/>
                      <a:pt x="44929" y="33590"/>
                      <a:pt x="43500" y="39117"/>
                    </a:cubicBezTo>
                    <a:lnTo>
                      <a:pt x="16700" y="142741"/>
                    </a:lnTo>
                    <a:cubicBezTo>
                      <a:pt x="15986" y="144813"/>
                      <a:pt x="15628" y="146541"/>
                      <a:pt x="15628" y="147577"/>
                    </a:cubicBezTo>
                    <a:cubicBezTo>
                      <a:pt x="15628" y="151376"/>
                      <a:pt x="18487" y="156558"/>
                      <a:pt x="25634" y="156558"/>
                    </a:cubicBezTo>
                    <a:cubicBezTo>
                      <a:pt x="29921" y="156558"/>
                      <a:pt x="35996" y="154140"/>
                      <a:pt x="38497" y="147577"/>
                    </a:cubicBezTo>
                    <a:lnTo>
                      <a:pt x="52790" y="92310"/>
                    </a:ln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22FA77E7-513C-8D71-76C2-BB011C58D626}"/>
                  </a:ext>
                </a:extLst>
              </p:cNvPr>
              <p:cNvSpPr/>
              <p:nvPr>
                <p:custDataLst>
                  <p:tags r:id="rId202"/>
                </p:custDataLst>
              </p:nvPr>
            </p:nvSpPr>
            <p:spPr>
              <a:xfrm>
                <a:off x="12216329" y="5323350"/>
                <a:ext cx="122562" cy="156472"/>
              </a:xfrm>
              <a:custGeom>
                <a:avLst/>
                <a:gdLst>
                  <a:gd name="connsiteX0" fmla="*/ 61372 w 122562"/>
                  <a:gd name="connsiteY0" fmla="*/ 84711 h 156472"/>
                  <a:gd name="connsiteX1" fmla="*/ 93174 w 122562"/>
                  <a:gd name="connsiteY1" fmla="*/ 110272 h 156472"/>
                  <a:gd name="connsiteX2" fmla="*/ 46721 w 122562"/>
                  <a:gd name="connsiteY2" fmla="*/ 148958 h 156472"/>
                  <a:gd name="connsiteX3" fmla="*/ 12418 w 122562"/>
                  <a:gd name="connsiteY3" fmla="*/ 129615 h 156472"/>
                  <a:gd name="connsiteX4" fmla="*/ 30642 w 122562"/>
                  <a:gd name="connsiteY4" fmla="*/ 112690 h 156472"/>
                  <a:gd name="connsiteX5" fmla="*/ 18493 w 122562"/>
                  <a:gd name="connsiteY5" fmla="*/ 101637 h 156472"/>
                  <a:gd name="connsiteX6" fmla="*/ 269 w 122562"/>
                  <a:gd name="connsiteY6" fmla="*/ 123052 h 156472"/>
                  <a:gd name="connsiteX7" fmla="*/ 46364 w 122562"/>
                  <a:gd name="connsiteY7" fmla="*/ 156558 h 156472"/>
                  <a:gd name="connsiteX8" fmla="*/ 113541 w 122562"/>
                  <a:gd name="connsiteY8" fmla="*/ 98528 h 156472"/>
                  <a:gd name="connsiteX9" fmla="*/ 71019 w 122562"/>
                  <a:gd name="connsiteY9" fmla="*/ 59151 h 156472"/>
                  <a:gd name="connsiteX10" fmla="*/ 48151 w 122562"/>
                  <a:gd name="connsiteY10" fmla="*/ 39462 h 156472"/>
                  <a:gd name="connsiteX11" fmla="*/ 84241 w 122562"/>
                  <a:gd name="connsiteY11" fmla="*/ 7684 h 156472"/>
                  <a:gd name="connsiteX12" fmla="*/ 111040 w 122562"/>
                  <a:gd name="connsiteY12" fmla="*/ 24609 h 156472"/>
                  <a:gd name="connsiteX13" fmla="*/ 96747 w 122562"/>
                  <a:gd name="connsiteY13" fmla="*/ 38771 h 156472"/>
                  <a:gd name="connsiteX14" fmla="*/ 107467 w 122562"/>
                  <a:gd name="connsiteY14" fmla="*/ 48443 h 156472"/>
                  <a:gd name="connsiteX15" fmla="*/ 122832 w 122562"/>
                  <a:gd name="connsiteY15" fmla="*/ 29445 h 156472"/>
                  <a:gd name="connsiteX16" fmla="*/ 84598 w 122562"/>
                  <a:gd name="connsiteY16" fmla="*/ 85 h 156472"/>
                  <a:gd name="connsiteX17" fmla="*/ 28140 w 122562"/>
                  <a:gd name="connsiteY17" fmla="*/ 51206 h 156472"/>
                  <a:gd name="connsiteX18" fmla="*/ 61372 w 122562"/>
                  <a:gd name="connsiteY18" fmla="*/ 84711 h 15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562" h="156472">
                    <a:moveTo>
                      <a:pt x="61372" y="84711"/>
                    </a:moveTo>
                    <a:cubicBezTo>
                      <a:pt x="77094" y="88165"/>
                      <a:pt x="93174" y="91620"/>
                      <a:pt x="93174" y="110272"/>
                    </a:cubicBezTo>
                    <a:cubicBezTo>
                      <a:pt x="93174" y="121325"/>
                      <a:pt x="83526" y="148958"/>
                      <a:pt x="46721" y="148958"/>
                    </a:cubicBezTo>
                    <a:cubicBezTo>
                      <a:pt x="38860" y="148958"/>
                      <a:pt x="18135" y="147231"/>
                      <a:pt x="12418" y="129615"/>
                    </a:cubicBezTo>
                    <a:cubicBezTo>
                      <a:pt x="30642" y="127888"/>
                      <a:pt x="30642" y="113381"/>
                      <a:pt x="30642" y="112690"/>
                    </a:cubicBezTo>
                    <a:cubicBezTo>
                      <a:pt x="30642" y="106127"/>
                      <a:pt x="25996" y="101637"/>
                      <a:pt x="18493" y="101637"/>
                    </a:cubicBezTo>
                    <a:cubicBezTo>
                      <a:pt x="10274" y="101637"/>
                      <a:pt x="269" y="107509"/>
                      <a:pt x="269" y="123052"/>
                    </a:cubicBezTo>
                    <a:cubicBezTo>
                      <a:pt x="269" y="144123"/>
                      <a:pt x="20994" y="156558"/>
                      <a:pt x="46364" y="156558"/>
                    </a:cubicBezTo>
                    <a:cubicBezTo>
                      <a:pt x="99963" y="156558"/>
                      <a:pt x="113541" y="114417"/>
                      <a:pt x="113541" y="98528"/>
                    </a:cubicBezTo>
                    <a:cubicBezTo>
                      <a:pt x="113541" y="68477"/>
                      <a:pt x="85670" y="62259"/>
                      <a:pt x="71019" y="59151"/>
                    </a:cubicBezTo>
                    <a:cubicBezTo>
                      <a:pt x="61014" y="57078"/>
                      <a:pt x="48151" y="54315"/>
                      <a:pt x="48151" y="39462"/>
                    </a:cubicBezTo>
                    <a:cubicBezTo>
                      <a:pt x="48151" y="31172"/>
                      <a:pt x="55654" y="7684"/>
                      <a:pt x="84241" y="7684"/>
                    </a:cubicBezTo>
                    <a:cubicBezTo>
                      <a:pt x="93888" y="7684"/>
                      <a:pt x="107109" y="11138"/>
                      <a:pt x="111040" y="24609"/>
                    </a:cubicBezTo>
                    <a:cubicBezTo>
                      <a:pt x="99606" y="25991"/>
                      <a:pt x="96747" y="35317"/>
                      <a:pt x="96747" y="38771"/>
                    </a:cubicBezTo>
                    <a:cubicBezTo>
                      <a:pt x="96747" y="42571"/>
                      <a:pt x="98891" y="48443"/>
                      <a:pt x="107467" y="48443"/>
                    </a:cubicBezTo>
                    <a:cubicBezTo>
                      <a:pt x="113541" y="48443"/>
                      <a:pt x="122832" y="44298"/>
                      <a:pt x="122832" y="29445"/>
                    </a:cubicBezTo>
                    <a:cubicBezTo>
                      <a:pt x="122832" y="13556"/>
                      <a:pt x="108181" y="85"/>
                      <a:pt x="84598" y="85"/>
                    </a:cubicBezTo>
                    <a:cubicBezTo>
                      <a:pt x="42791" y="85"/>
                      <a:pt x="28140" y="33245"/>
                      <a:pt x="28140" y="51206"/>
                    </a:cubicBezTo>
                    <a:cubicBezTo>
                      <a:pt x="28140" y="77803"/>
                      <a:pt x="51367" y="82639"/>
                      <a:pt x="61372" y="84711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747CBC2-099A-F6C5-B4AB-7A5F19A217EC}"/>
                  </a:ext>
                </a:extLst>
              </p:cNvPr>
              <p:cNvSpPr/>
              <p:nvPr>
                <p:custDataLst>
                  <p:tags r:id="rId203"/>
                </p:custDataLst>
              </p:nvPr>
            </p:nvSpPr>
            <p:spPr>
              <a:xfrm>
                <a:off x="12341709" y="5216962"/>
                <a:ext cx="130066" cy="345414"/>
              </a:xfrm>
              <a:custGeom>
                <a:avLst/>
                <a:gdLst>
                  <a:gd name="connsiteX0" fmla="*/ 130340 w 130066"/>
                  <a:gd name="connsiteY0" fmla="*/ 102673 h 345414"/>
                  <a:gd name="connsiteX1" fmla="*/ 120692 w 130066"/>
                  <a:gd name="connsiteY1" fmla="*/ 43262 h 345414"/>
                  <a:gd name="connsiteX2" fmla="*/ 91391 w 130066"/>
                  <a:gd name="connsiteY2" fmla="*/ 85 h 345414"/>
                  <a:gd name="connsiteX3" fmla="*/ 87818 w 130066"/>
                  <a:gd name="connsiteY3" fmla="*/ 3539 h 345414"/>
                  <a:gd name="connsiteX4" fmla="*/ 90319 w 130066"/>
                  <a:gd name="connsiteY4" fmla="*/ 8375 h 345414"/>
                  <a:gd name="connsiteX5" fmla="*/ 112473 w 130066"/>
                  <a:gd name="connsiteY5" fmla="*/ 90238 h 345414"/>
                  <a:gd name="connsiteX6" fmla="*/ 5633 w 130066"/>
                  <a:gd name="connsiteY6" fmla="*/ 335828 h 345414"/>
                  <a:gd name="connsiteX7" fmla="*/ 273 w 130066"/>
                  <a:gd name="connsiteY7" fmla="*/ 342045 h 345414"/>
                  <a:gd name="connsiteX8" fmla="*/ 3846 w 130066"/>
                  <a:gd name="connsiteY8" fmla="*/ 345499 h 345414"/>
                  <a:gd name="connsiteX9" fmla="*/ 79957 w 130066"/>
                  <a:gd name="connsiteY9" fmla="*/ 268472 h 345414"/>
                  <a:gd name="connsiteX10" fmla="*/ 130340 w 130066"/>
                  <a:gd name="connsiteY10" fmla="*/ 102673 h 345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0066" h="345414">
                    <a:moveTo>
                      <a:pt x="130340" y="102673"/>
                    </a:moveTo>
                    <a:cubicBezTo>
                      <a:pt x="130340" y="82293"/>
                      <a:pt x="127124" y="60532"/>
                      <a:pt x="120692" y="43262"/>
                    </a:cubicBezTo>
                    <a:cubicBezTo>
                      <a:pt x="111759" y="20119"/>
                      <a:pt x="96394" y="85"/>
                      <a:pt x="91391" y="85"/>
                    </a:cubicBezTo>
                    <a:cubicBezTo>
                      <a:pt x="89247" y="85"/>
                      <a:pt x="87818" y="1466"/>
                      <a:pt x="87818" y="3539"/>
                    </a:cubicBezTo>
                    <a:cubicBezTo>
                      <a:pt x="87818" y="4230"/>
                      <a:pt x="87818" y="4920"/>
                      <a:pt x="90319" y="8375"/>
                    </a:cubicBezTo>
                    <a:cubicBezTo>
                      <a:pt x="109615" y="36699"/>
                      <a:pt x="112473" y="66059"/>
                      <a:pt x="112473" y="90238"/>
                    </a:cubicBezTo>
                    <a:cubicBezTo>
                      <a:pt x="112473" y="137214"/>
                      <a:pt x="91391" y="265363"/>
                      <a:pt x="5633" y="335828"/>
                    </a:cubicBezTo>
                    <a:cubicBezTo>
                      <a:pt x="630" y="340664"/>
                      <a:pt x="273" y="341009"/>
                      <a:pt x="273" y="342045"/>
                    </a:cubicBezTo>
                    <a:cubicBezTo>
                      <a:pt x="273" y="344463"/>
                      <a:pt x="1702" y="345499"/>
                      <a:pt x="3846" y="345499"/>
                    </a:cubicBezTo>
                    <a:cubicBezTo>
                      <a:pt x="7777" y="345499"/>
                      <a:pt x="48869" y="317521"/>
                      <a:pt x="79957" y="268472"/>
                    </a:cubicBezTo>
                    <a:cubicBezTo>
                      <a:pt x="119263" y="205952"/>
                      <a:pt x="130340" y="139632"/>
                      <a:pt x="130340" y="102673"/>
                    </a:cubicBezTo>
                    <a:close/>
                  </a:path>
                </a:pathLst>
              </a:custGeom>
              <a:grpFill/>
              <a:ln w="358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  <p:sp>
          <p:nvSpPr>
            <p:cNvPr id="49" name="Graphic 2008">
              <a:extLst>
                <a:ext uri="{FF2B5EF4-FFF2-40B4-BE49-F238E27FC236}">
                  <a16:creationId xmlns:a16="http://schemas.microsoft.com/office/drawing/2014/main" id="{94EF0E28-AED6-ADBF-F60F-54A0130B58FA}"/>
                </a:ext>
              </a:extLst>
            </p:cNvPr>
            <p:cNvSpPr>
              <a:spLocks noChangeAspect="1"/>
            </p:cNvSpPr>
            <p:nvPr>
              <p:custDataLst>
                <p:tags r:id="rId186"/>
              </p:custDataLst>
            </p:nvPr>
          </p:nvSpPr>
          <p:spPr>
            <a:xfrm>
              <a:off x="2133928" y="1249684"/>
              <a:ext cx="306728" cy="219205"/>
            </a:xfrm>
            <a:custGeom>
              <a:avLst/>
              <a:gdLst>
                <a:gd name="connsiteX0" fmla="*/ 232002 w 306728"/>
                <a:gd name="connsiteY0" fmla="*/ 78999 h 219205"/>
                <a:gd name="connsiteX1" fmla="*/ 275524 w 306728"/>
                <a:gd name="connsiteY1" fmla="*/ 109687 h 219205"/>
                <a:gd name="connsiteX2" fmla="*/ 232002 w 306728"/>
                <a:gd name="connsiteY2" fmla="*/ 140376 h 219205"/>
                <a:gd name="connsiteX3" fmla="*/ 12664 w 306728"/>
                <a:gd name="connsiteY3" fmla="*/ 140376 h 219205"/>
                <a:gd name="connsiteX4" fmla="*/ 229 w 306728"/>
                <a:gd name="connsiteY4" fmla="*/ 148347 h 219205"/>
                <a:gd name="connsiteX5" fmla="*/ 12318 w 306728"/>
                <a:gd name="connsiteY5" fmla="*/ 156318 h 219205"/>
                <a:gd name="connsiteX6" fmla="*/ 216458 w 306728"/>
                <a:gd name="connsiteY6" fmla="*/ 156318 h 219205"/>
                <a:gd name="connsiteX7" fmla="*/ 181917 w 306728"/>
                <a:gd name="connsiteY7" fmla="*/ 214906 h 219205"/>
                <a:gd name="connsiteX8" fmla="*/ 188480 w 306728"/>
                <a:gd name="connsiteY8" fmla="*/ 219290 h 219205"/>
                <a:gd name="connsiteX9" fmla="*/ 195043 w 306728"/>
                <a:gd name="connsiteY9" fmla="*/ 216102 h 219205"/>
                <a:gd name="connsiteX10" fmla="*/ 234420 w 306728"/>
                <a:gd name="connsiteY10" fmla="*/ 156717 h 219205"/>
                <a:gd name="connsiteX11" fmla="*/ 299358 w 306728"/>
                <a:gd name="connsiteY11" fmla="*/ 115666 h 219205"/>
                <a:gd name="connsiteX12" fmla="*/ 306266 w 306728"/>
                <a:gd name="connsiteY12" fmla="*/ 112079 h 219205"/>
                <a:gd name="connsiteX13" fmla="*/ 306957 w 306728"/>
                <a:gd name="connsiteY13" fmla="*/ 109687 h 219205"/>
                <a:gd name="connsiteX14" fmla="*/ 306611 w 306728"/>
                <a:gd name="connsiteY14" fmla="*/ 107296 h 219205"/>
                <a:gd name="connsiteX15" fmla="*/ 305575 w 306728"/>
                <a:gd name="connsiteY15" fmla="*/ 106499 h 219205"/>
                <a:gd name="connsiteX16" fmla="*/ 297976 w 306728"/>
                <a:gd name="connsiteY16" fmla="*/ 103311 h 219205"/>
                <a:gd name="connsiteX17" fmla="*/ 197460 w 306728"/>
                <a:gd name="connsiteY17" fmla="*/ 8454 h 219205"/>
                <a:gd name="connsiteX18" fmla="*/ 188480 w 306728"/>
                <a:gd name="connsiteY18" fmla="*/ 85 h 219205"/>
                <a:gd name="connsiteX19" fmla="*/ 181917 w 306728"/>
                <a:gd name="connsiteY19" fmla="*/ 4469 h 219205"/>
                <a:gd name="connsiteX20" fmla="*/ 216458 w 306728"/>
                <a:gd name="connsiteY20" fmla="*/ 63056 h 219205"/>
                <a:gd name="connsiteX21" fmla="*/ 12318 w 306728"/>
                <a:gd name="connsiteY21" fmla="*/ 63056 h 219205"/>
                <a:gd name="connsiteX22" fmla="*/ 229 w 306728"/>
                <a:gd name="connsiteY22" fmla="*/ 71028 h 219205"/>
                <a:gd name="connsiteX23" fmla="*/ 12664 w 306728"/>
                <a:gd name="connsiteY23" fmla="*/ 78999 h 219205"/>
                <a:gd name="connsiteX24" fmla="*/ 232002 w 306728"/>
                <a:gd name="connsiteY24" fmla="*/ 78999 h 21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6728" h="219205">
                  <a:moveTo>
                    <a:pt x="232002" y="78999"/>
                  </a:moveTo>
                  <a:cubicBezTo>
                    <a:pt x="246509" y="93347"/>
                    <a:pt x="264125" y="103709"/>
                    <a:pt x="275524" y="109687"/>
                  </a:cubicBezTo>
                  <a:cubicBezTo>
                    <a:pt x="263089" y="116064"/>
                    <a:pt x="246164" y="126427"/>
                    <a:pt x="232002" y="140376"/>
                  </a:cubicBezTo>
                  <a:lnTo>
                    <a:pt x="12664" y="140376"/>
                  </a:lnTo>
                  <a:cubicBezTo>
                    <a:pt x="6792" y="140376"/>
                    <a:pt x="229" y="140376"/>
                    <a:pt x="229" y="148347"/>
                  </a:cubicBezTo>
                  <a:cubicBezTo>
                    <a:pt x="229" y="156318"/>
                    <a:pt x="6446" y="156318"/>
                    <a:pt x="12318" y="156318"/>
                  </a:cubicBezTo>
                  <a:lnTo>
                    <a:pt x="216458" y="156318"/>
                  </a:lnTo>
                  <a:cubicBezTo>
                    <a:pt x="199878" y="174652"/>
                    <a:pt x="181917" y="209725"/>
                    <a:pt x="181917" y="214906"/>
                  </a:cubicBezTo>
                  <a:cubicBezTo>
                    <a:pt x="181917" y="219290"/>
                    <a:pt x="186407" y="219290"/>
                    <a:pt x="188480" y="219290"/>
                  </a:cubicBezTo>
                  <a:cubicBezTo>
                    <a:pt x="191243" y="219290"/>
                    <a:pt x="193661" y="219290"/>
                    <a:pt x="195043" y="216102"/>
                  </a:cubicBezTo>
                  <a:cubicBezTo>
                    <a:pt x="202296" y="200957"/>
                    <a:pt x="211968" y="179833"/>
                    <a:pt x="234420" y="156717"/>
                  </a:cubicBezTo>
                  <a:cubicBezTo>
                    <a:pt x="258253" y="132405"/>
                    <a:pt x="281396" y="121644"/>
                    <a:pt x="299358" y="115666"/>
                  </a:cubicBezTo>
                  <a:cubicBezTo>
                    <a:pt x="305230" y="113274"/>
                    <a:pt x="305575" y="112876"/>
                    <a:pt x="306266" y="112079"/>
                  </a:cubicBezTo>
                  <a:cubicBezTo>
                    <a:pt x="306957" y="111680"/>
                    <a:pt x="306957" y="110485"/>
                    <a:pt x="306957" y="109687"/>
                  </a:cubicBezTo>
                  <a:cubicBezTo>
                    <a:pt x="306957" y="108890"/>
                    <a:pt x="306957" y="108093"/>
                    <a:pt x="306611" y="107296"/>
                  </a:cubicBezTo>
                  <a:lnTo>
                    <a:pt x="305575" y="106499"/>
                  </a:lnTo>
                  <a:cubicBezTo>
                    <a:pt x="304884" y="106100"/>
                    <a:pt x="304539" y="105702"/>
                    <a:pt x="297976" y="103311"/>
                  </a:cubicBezTo>
                  <a:cubicBezTo>
                    <a:pt x="251345" y="87368"/>
                    <a:pt x="216804" y="51100"/>
                    <a:pt x="197460" y="8454"/>
                  </a:cubicBezTo>
                  <a:cubicBezTo>
                    <a:pt x="193661" y="483"/>
                    <a:pt x="193315" y="85"/>
                    <a:pt x="188480" y="85"/>
                  </a:cubicBezTo>
                  <a:cubicBezTo>
                    <a:pt x="186407" y="85"/>
                    <a:pt x="181917" y="85"/>
                    <a:pt x="181917" y="4469"/>
                  </a:cubicBezTo>
                  <a:cubicBezTo>
                    <a:pt x="181917" y="9650"/>
                    <a:pt x="199533" y="44324"/>
                    <a:pt x="216458" y="63056"/>
                  </a:cubicBezTo>
                  <a:lnTo>
                    <a:pt x="12318" y="63056"/>
                  </a:lnTo>
                  <a:cubicBezTo>
                    <a:pt x="6446" y="63056"/>
                    <a:pt x="229" y="63056"/>
                    <a:pt x="229" y="71028"/>
                  </a:cubicBezTo>
                  <a:cubicBezTo>
                    <a:pt x="229" y="78999"/>
                    <a:pt x="6792" y="78999"/>
                    <a:pt x="12664" y="78999"/>
                  </a:cubicBezTo>
                  <a:lnTo>
                    <a:pt x="232002" y="78999"/>
                  </a:lnTo>
                  <a:close/>
                </a:path>
              </a:pathLst>
            </a:custGeom>
            <a:solidFill>
              <a:srgbClr val="FFFFFF"/>
            </a:solidFill>
            <a:ln w="342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F913BAE-E5CC-04E4-F8FB-2643567AAB1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117633" y="1641363"/>
            <a:ext cx="6548166" cy="322740"/>
            <a:chOff x="7585696" y="5301546"/>
            <a:chExt cx="6548166" cy="322740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F940A65-3EBB-8E53-1DBC-C274F9214D75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7585696" y="5301546"/>
              <a:ext cx="157154" cy="257555"/>
            </a:xfrm>
            <a:custGeom>
              <a:avLst/>
              <a:gdLst>
                <a:gd name="connsiteX0" fmla="*/ 104083 w 157154"/>
                <a:gd name="connsiteY0" fmla="*/ 112389 h 257555"/>
                <a:gd name="connsiteX1" fmla="*/ 58675 w 157154"/>
                <a:gd name="connsiteY1" fmla="*/ 101406 h 257555"/>
                <a:gd name="connsiteX2" fmla="*/ 22845 w 157154"/>
                <a:gd name="connsiteY2" fmla="*/ 56414 h 257555"/>
                <a:gd name="connsiteX3" fmla="*/ 69672 w 157154"/>
                <a:gd name="connsiteY3" fmla="*/ 10004 h 257555"/>
                <a:gd name="connsiteX4" fmla="*/ 138848 w 157154"/>
                <a:gd name="connsiteY4" fmla="*/ 84047 h 257555"/>
                <a:gd name="connsiteX5" fmla="*/ 143105 w 157154"/>
                <a:gd name="connsiteY5" fmla="*/ 88298 h 257555"/>
                <a:gd name="connsiteX6" fmla="*/ 147717 w 157154"/>
                <a:gd name="connsiteY6" fmla="*/ 79796 h 257555"/>
                <a:gd name="connsiteX7" fmla="*/ 147717 w 157154"/>
                <a:gd name="connsiteY7" fmla="*/ 8587 h 257555"/>
                <a:gd name="connsiteX8" fmla="*/ 143815 w 157154"/>
                <a:gd name="connsiteY8" fmla="*/ 85 h 257555"/>
                <a:gd name="connsiteX9" fmla="*/ 138494 w 157154"/>
                <a:gd name="connsiteY9" fmla="*/ 4690 h 257555"/>
                <a:gd name="connsiteX10" fmla="*/ 126077 w 157154"/>
                <a:gd name="connsiteY10" fmla="*/ 24884 h 257555"/>
                <a:gd name="connsiteX11" fmla="*/ 69317 w 157154"/>
                <a:gd name="connsiteY11" fmla="*/ 85 h 257555"/>
                <a:gd name="connsiteX12" fmla="*/ 141 w 157154"/>
                <a:gd name="connsiteY12" fmla="*/ 68813 h 257555"/>
                <a:gd name="connsiteX13" fmla="*/ 46613 w 157154"/>
                <a:gd name="connsiteY13" fmla="*/ 133645 h 257555"/>
                <a:gd name="connsiteX14" fmla="*/ 93440 w 157154"/>
                <a:gd name="connsiteY14" fmla="*/ 145336 h 257555"/>
                <a:gd name="connsiteX15" fmla="*/ 123594 w 157154"/>
                <a:gd name="connsiteY15" fmla="*/ 163404 h 257555"/>
                <a:gd name="connsiteX16" fmla="*/ 134591 w 157154"/>
                <a:gd name="connsiteY16" fmla="*/ 195997 h 257555"/>
                <a:gd name="connsiteX17" fmla="*/ 87055 w 157154"/>
                <a:gd name="connsiteY17" fmla="*/ 246658 h 257555"/>
                <a:gd name="connsiteX18" fmla="*/ 31004 w 157154"/>
                <a:gd name="connsiteY18" fmla="*/ 227527 h 257555"/>
                <a:gd name="connsiteX19" fmla="*/ 9010 w 157154"/>
                <a:gd name="connsiteY19" fmla="*/ 172969 h 257555"/>
                <a:gd name="connsiteX20" fmla="*/ 4753 w 157154"/>
                <a:gd name="connsiteY20" fmla="*/ 169426 h 257555"/>
                <a:gd name="connsiteX21" fmla="*/ 141 w 157154"/>
                <a:gd name="connsiteY21" fmla="*/ 178283 h 257555"/>
                <a:gd name="connsiteX22" fmla="*/ 141 w 157154"/>
                <a:gd name="connsiteY22" fmla="*/ 249138 h 257555"/>
                <a:gd name="connsiteX23" fmla="*/ 4043 w 157154"/>
                <a:gd name="connsiteY23" fmla="*/ 257640 h 257555"/>
                <a:gd name="connsiteX24" fmla="*/ 9365 w 157154"/>
                <a:gd name="connsiteY24" fmla="*/ 253035 h 257555"/>
                <a:gd name="connsiteX25" fmla="*/ 22136 w 157154"/>
                <a:gd name="connsiteY25" fmla="*/ 232841 h 257555"/>
                <a:gd name="connsiteX26" fmla="*/ 87410 w 157154"/>
                <a:gd name="connsiteY26" fmla="*/ 257640 h 257555"/>
                <a:gd name="connsiteX27" fmla="*/ 157295 w 157154"/>
                <a:gd name="connsiteY27" fmla="*/ 183952 h 257555"/>
                <a:gd name="connsiteX28" fmla="*/ 104083 w 157154"/>
                <a:gd name="connsiteY28" fmla="*/ 112389 h 25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7154" h="257555">
                  <a:moveTo>
                    <a:pt x="104083" y="112389"/>
                  </a:moveTo>
                  <a:lnTo>
                    <a:pt x="58675" y="101406"/>
                  </a:lnTo>
                  <a:cubicBezTo>
                    <a:pt x="36680" y="96092"/>
                    <a:pt x="22845" y="76962"/>
                    <a:pt x="22845" y="56414"/>
                  </a:cubicBezTo>
                  <a:cubicBezTo>
                    <a:pt x="22845" y="31615"/>
                    <a:pt x="42002" y="10004"/>
                    <a:pt x="69672" y="10004"/>
                  </a:cubicBezTo>
                  <a:cubicBezTo>
                    <a:pt x="128915" y="10004"/>
                    <a:pt x="136720" y="68105"/>
                    <a:pt x="138848" y="84047"/>
                  </a:cubicBezTo>
                  <a:cubicBezTo>
                    <a:pt x="139203" y="86173"/>
                    <a:pt x="139203" y="88298"/>
                    <a:pt x="143105" y="88298"/>
                  </a:cubicBezTo>
                  <a:cubicBezTo>
                    <a:pt x="147717" y="88298"/>
                    <a:pt x="147717" y="86527"/>
                    <a:pt x="147717" y="79796"/>
                  </a:cubicBezTo>
                  <a:lnTo>
                    <a:pt x="147717" y="8587"/>
                  </a:lnTo>
                  <a:cubicBezTo>
                    <a:pt x="147717" y="2565"/>
                    <a:pt x="147717" y="85"/>
                    <a:pt x="143815" y="85"/>
                  </a:cubicBezTo>
                  <a:cubicBezTo>
                    <a:pt x="141332" y="85"/>
                    <a:pt x="140977" y="439"/>
                    <a:pt x="138494" y="4690"/>
                  </a:cubicBezTo>
                  <a:lnTo>
                    <a:pt x="126077" y="24884"/>
                  </a:lnTo>
                  <a:cubicBezTo>
                    <a:pt x="115435" y="14610"/>
                    <a:pt x="100890" y="85"/>
                    <a:pt x="69317" y="85"/>
                  </a:cubicBezTo>
                  <a:cubicBezTo>
                    <a:pt x="29940" y="85"/>
                    <a:pt x="141" y="31261"/>
                    <a:pt x="141" y="68813"/>
                  </a:cubicBezTo>
                  <a:cubicBezTo>
                    <a:pt x="141" y="98218"/>
                    <a:pt x="18943" y="124080"/>
                    <a:pt x="46613" y="133645"/>
                  </a:cubicBezTo>
                  <a:cubicBezTo>
                    <a:pt x="50516" y="135062"/>
                    <a:pt x="68608" y="139313"/>
                    <a:pt x="93440" y="145336"/>
                  </a:cubicBezTo>
                  <a:cubicBezTo>
                    <a:pt x="103019" y="147816"/>
                    <a:pt x="113661" y="150296"/>
                    <a:pt x="123594" y="163404"/>
                  </a:cubicBezTo>
                  <a:cubicBezTo>
                    <a:pt x="131044" y="172615"/>
                    <a:pt x="134591" y="184306"/>
                    <a:pt x="134591" y="195997"/>
                  </a:cubicBezTo>
                  <a:cubicBezTo>
                    <a:pt x="134591" y="221150"/>
                    <a:pt x="116854" y="246658"/>
                    <a:pt x="87055" y="246658"/>
                  </a:cubicBezTo>
                  <a:cubicBezTo>
                    <a:pt x="76767" y="246658"/>
                    <a:pt x="49806" y="244886"/>
                    <a:pt x="31004" y="227527"/>
                  </a:cubicBezTo>
                  <a:cubicBezTo>
                    <a:pt x="10429" y="208396"/>
                    <a:pt x="9365" y="185723"/>
                    <a:pt x="9010" y="172969"/>
                  </a:cubicBezTo>
                  <a:cubicBezTo>
                    <a:pt x="8655" y="169426"/>
                    <a:pt x="5817" y="169426"/>
                    <a:pt x="4753" y="169426"/>
                  </a:cubicBezTo>
                  <a:cubicBezTo>
                    <a:pt x="141" y="169426"/>
                    <a:pt x="141" y="171906"/>
                    <a:pt x="141" y="178283"/>
                  </a:cubicBezTo>
                  <a:lnTo>
                    <a:pt x="141" y="249138"/>
                  </a:lnTo>
                  <a:cubicBezTo>
                    <a:pt x="141" y="255160"/>
                    <a:pt x="141" y="257640"/>
                    <a:pt x="4043" y="257640"/>
                  </a:cubicBezTo>
                  <a:cubicBezTo>
                    <a:pt x="6527" y="257640"/>
                    <a:pt x="6881" y="256932"/>
                    <a:pt x="9365" y="253035"/>
                  </a:cubicBezTo>
                  <a:cubicBezTo>
                    <a:pt x="9365" y="252680"/>
                    <a:pt x="10429" y="251617"/>
                    <a:pt x="22136" y="232841"/>
                  </a:cubicBezTo>
                  <a:cubicBezTo>
                    <a:pt x="33133" y="244886"/>
                    <a:pt x="55837" y="257640"/>
                    <a:pt x="87410" y="257640"/>
                  </a:cubicBezTo>
                  <a:cubicBezTo>
                    <a:pt x="128915" y="257640"/>
                    <a:pt x="157295" y="222921"/>
                    <a:pt x="157295" y="183952"/>
                  </a:cubicBezTo>
                  <a:cubicBezTo>
                    <a:pt x="157295" y="148524"/>
                    <a:pt x="133882" y="119474"/>
                    <a:pt x="104083" y="112389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94F8D77-75AF-F4B5-7577-4251DECBF10E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7772847" y="5392593"/>
              <a:ext cx="157154" cy="162610"/>
            </a:xfrm>
            <a:custGeom>
              <a:avLst/>
              <a:gdLst>
                <a:gd name="connsiteX0" fmla="*/ 157301 w 157154"/>
                <a:gd name="connsiteY0" fmla="*/ 82984 h 162610"/>
                <a:gd name="connsiteX1" fmla="*/ 78901 w 157154"/>
                <a:gd name="connsiteY1" fmla="*/ 85 h 162610"/>
                <a:gd name="connsiteX2" fmla="*/ 147 w 157154"/>
                <a:gd name="connsiteY2" fmla="*/ 82984 h 162610"/>
                <a:gd name="connsiteX3" fmla="*/ 78546 w 157154"/>
                <a:gd name="connsiteY3" fmla="*/ 162695 h 162610"/>
                <a:gd name="connsiteX4" fmla="*/ 157301 w 157154"/>
                <a:gd name="connsiteY4" fmla="*/ 82984 h 162610"/>
                <a:gd name="connsiteX5" fmla="*/ 78901 w 157154"/>
                <a:gd name="connsiteY5" fmla="*/ 153839 h 162610"/>
                <a:gd name="connsiteX6" fmla="*/ 38460 w 157154"/>
                <a:gd name="connsiteY6" fmla="*/ 130102 h 162610"/>
                <a:gd name="connsiteX7" fmla="*/ 29591 w 157154"/>
                <a:gd name="connsiteY7" fmla="*/ 80150 h 162610"/>
                <a:gd name="connsiteX8" fmla="*/ 38105 w 157154"/>
                <a:gd name="connsiteY8" fmla="*/ 31615 h 162610"/>
                <a:gd name="connsiteX9" fmla="*/ 78546 w 157154"/>
                <a:gd name="connsiteY9" fmla="*/ 7879 h 162610"/>
                <a:gd name="connsiteX10" fmla="*/ 118633 w 157154"/>
                <a:gd name="connsiteY10" fmla="*/ 30906 h 162610"/>
                <a:gd name="connsiteX11" fmla="*/ 127857 w 157154"/>
                <a:gd name="connsiteY11" fmla="*/ 80150 h 162610"/>
                <a:gd name="connsiteX12" fmla="*/ 120052 w 157154"/>
                <a:gd name="connsiteY12" fmla="*/ 127622 h 162610"/>
                <a:gd name="connsiteX13" fmla="*/ 78901 w 157154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154" h="162610">
                  <a:moveTo>
                    <a:pt x="157301" y="82984"/>
                  </a:moveTo>
                  <a:cubicBezTo>
                    <a:pt x="157301" y="37637"/>
                    <a:pt x="121826" y="85"/>
                    <a:pt x="78901" y="85"/>
                  </a:cubicBezTo>
                  <a:cubicBezTo>
                    <a:pt x="34557" y="85"/>
                    <a:pt x="147" y="38700"/>
                    <a:pt x="147" y="82984"/>
                  </a:cubicBezTo>
                  <a:cubicBezTo>
                    <a:pt x="147" y="128685"/>
                    <a:pt x="37041" y="162695"/>
                    <a:pt x="78546" y="162695"/>
                  </a:cubicBezTo>
                  <a:cubicBezTo>
                    <a:pt x="121471" y="162695"/>
                    <a:pt x="157301" y="127977"/>
                    <a:pt x="157301" y="82984"/>
                  </a:cubicBezTo>
                  <a:close/>
                  <a:moveTo>
                    <a:pt x="78901" y="153839"/>
                  </a:moveTo>
                  <a:cubicBezTo>
                    <a:pt x="63647" y="153839"/>
                    <a:pt x="48038" y="146399"/>
                    <a:pt x="38460" y="130102"/>
                  </a:cubicBezTo>
                  <a:cubicBezTo>
                    <a:pt x="29591" y="114514"/>
                    <a:pt x="29591" y="92904"/>
                    <a:pt x="29591" y="80150"/>
                  </a:cubicBezTo>
                  <a:cubicBezTo>
                    <a:pt x="29591" y="66333"/>
                    <a:pt x="29591" y="47203"/>
                    <a:pt x="38105" y="31615"/>
                  </a:cubicBezTo>
                  <a:cubicBezTo>
                    <a:pt x="47683" y="15318"/>
                    <a:pt x="64356" y="7879"/>
                    <a:pt x="78546" y="7879"/>
                  </a:cubicBezTo>
                  <a:cubicBezTo>
                    <a:pt x="94156" y="7879"/>
                    <a:pt x="109410" y="15673"/>
                    <a:pt x="118633" y="30906"/>
                  </a:cubicBezTo>
                  <a:cubicBezTo>
                    <a:pt x="127857" y="46140"/>
                    <a:pt x="127857" y="66688"/>
                    <a:pt x="127857" y="80150"/>
                  </a:cubicBezTo>
                  <a:cubicBezTo>
                    <a:pt x="127857" y="92904"/>
                    <a:pt x="127857" y="112035"/>
                    <a:pt x="120052" y="127622"/>
                  </a:cubicBezTo>
                  <a:cubicBezTo>
                    <a:pt x="112248" y="143565"/>
                    <a:pt x="96639" y="153839"/>
                    <a:pt x="78901" y="153839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5731922-66F7-C79A-F21C-03ABC0AB2D3A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7951996" y="5305443"/>
              <a:ext cx="78754" cy="245864"/>
            </a:xfrm>
            <a:custGeom>
              <a:avLst/>
              <a:gdLst>
                <a:gd name="connsiteX0" fmla="*/ 51236 w 78754"/>
                <a:gd name="connsiteY0" fmla="*/ 85 h 245864"/>
                <a:gd name="connsiteX1" fmla="*/ 152 w 78754"/>
                <a:gd name="connsiteY1" fmla="*/ 3982 h 245864"/>
                <a:gd name="connsiteX2" fmla="*/ 152 w 78754"/>
                <a:gd name="connsiteY2" fmla="*/ 14964 h 245864"/>
                <a:gd name="connsiteX3" fmla="*/ 27822 w 78754"/>
                <a:gd name="connsiteY3" fmla="*/ 34803 h 245864"/>
                <a:gd name="connsiteX4" fmla="*/ 27822 w 78754"/>
                <a:gd name="connsiteY4" fmla="*/ 219024 h 245864"/>
                <a:gd name="connsiteX5" fmla="*/ 152 w 78754"/>
                <a:gd name="connsiteY5" fmla="*/ 234967 h 245864"/>
                <a:gd name="connsiteX6" fmla="*/ 152 w 78754"/>
                <a:gd name="connsiteY6" fmla="*/ 245949 h 245864"/>
                <a:gd name="connsiteX7" fmla="*/ 39529 w 78754"/>
                <a:gd name="connsiteY7" fmla="*/ 244886 h 245864"/>
                <a:gd name="connsiteX8" fmla="*/ 78906 w 78754"/>
                <a:gd name="connsiteY8" fmla="*/ 245949 h 245864"/>
                <a:gd name="connsiteX9" fmla="*/ 78906 w 78754"/>
                <a:gd name="connsiteY9" fmla="*/ 234967 h 245864"/>
                <a:gd name="connsiteX10" fmla="*/ 51236 w 78754"/>
                <a:gd name="connsiteY10" fmla="*/ 219024 h 245864"/>
                <a:gd name="connsiteX11" fmla="*/ 51236 w 78754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754" h="245864">
                  <a:moveTo>
                    <a:pt x="51236" y="85"/>
                  </a:moveTo>
                  <a:lnTo>
                    <a:pt x="152" y="3982"/>
                  </a:lnTo>
                  <a:lnTo>
                    <a:pt x="152" y="14964"/>
                  </a:lnTo>
                  <a:cubicBezTo>
                    <a:pt x="24984" y="14964"/>
                    <a:pt x="27822" y="17444"/>
                    <a:pt x="27822" y="34803"/>
                  </a:cubicBezTo>
                  <a:lnTo>
                    <a:pt x="27822" y="219024"/>
                  </a:lnTo>
                  <a:cubicBezTo>
                    <a:pt x="27822" y="234967"/>
                    <a:pt x="23920" y="234967"/>
                    <a:pt x="152" y="234967"/>
                  </a:cubicBezTo>
                  <a:lnTo>
                    <a:pt x="152" y="245949"/>
                  </a:lnTo>
                  <a:cubicBezTo>
                    <a:pt x="11858" y="245595"/>
                    <a:pt x="30660" y="244886"/>
                    <a:pt x="39529" y="244886"/>
                  </a:cubicBezTo>
                  <a:cubicBezTo>
                    <a:pt x="48398" y="244886"/>
                    <a:pt x="65780" y="245595"/>
                    <a:pt x="78906" y="245949"/>
                  </a:cubicBezTo>
                  <a:lnTo>
                    <a:pt x="78906" y="234967"/>
                  </a:lnTo>
                  <a:cubicBezTo>
                    <a:pt x="55138" y="234967"/>
                    <a:pt x="51236" y="234967"/>
                    <a:pt x="51236" y="219024"/>
                  </a:cubicBezTo>
                  <a:lnTo>
                    <a:pt x="51236" y="85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1C5FEDF-A747-9563-92D9-110B4CD6431C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8045572" y="5398616"/>
              <a:ext cx="173472" cy="156588"/>
            </a:xfrm>
            <a:custGeom>
              <a:avLst/>
              <a:gdLst>
                <a:gd name="connsiteX0" fmla="*/ 140990 w 173472"/>
                <a:gd name="connsiteY0" fmla="*/ 34803 h 156588"/>
                <a:gd name="connsiteX1" fmla="*/ 173627 w 173472"/>
                <a:gd name="connsiteY1" fmla="*/ 11067 h 156588"/>
                <a:gd name="connsiteX2" fmla="*/ 173627 w 173472"/>
                <a:gd name="connsiteY2" fmla="*/ 85 h 156588"/>
                <a:gd name="connsiteX3" fmla="*/ 147021 w 173472"/>
                <a:gd name="connsiteY3" fmla="*/ 1148 h 156588"/>
                <a:gd name="connsiteX4" fmla="*/ 116158 w 173472"/>
                <a:gd name="connsiteY4" fmla="*/ 85 h 156588"/>
                <a:gd name="connsiteX5" fmla="*/ 116158 w 173472"/>
                <a:gd name="connsiteY5" fmla="*/ 11067 h 156588"/>
                <a:gd name="connsiteX6" fmla="*/ 133186 w 173472"/>
                <a:gd name="connsiteY6" fmla="*/ 26301 h 156588"/>
                <a:gd name="connsiteX7" fmla="*/ 131057 w 173472"/>
                <a:gd name="connsiteY7" fmla="*/ 34803 h 156588"/>
                <a:gd name="connsiteX8" fmla="*/ 94873 w 173472"/>
                <a:gd name="connsiteY8" fmla="*/ 125143 h 156588"/>
                <a:gd name="connsiteX9" fmla="*/ 55141 w 173472"/>
                <a:gd name="connsiteY9" fmla="*/ 26301 h 156588"/>
                <a:gd name="connsiteX10" fmla="*/ 53012 w 173472"/>
                <a:gd name="connsiteY10" fmla="*/ 20278 h 156588"/>
                <a:gd name="connsiteX11" fmla="*/ 73233 w 173472"/>
                <a:gd name="connsiteY11" fmla="*/ 11067 h 156588"/>
                <a:gd name="connsiteX12" fmla="*/ 73233 w 173472"/>
                <a:gd name="connsiteY12" fmla="*/ 85 h 156588"/>
                <a:gd name="connsiteX13" fmla="*/ 34565 w 173472"/>
                <a:gd name="connsiteY13" fmla="*/ 1148 h 156588"/>
                <a:gd name="connsiteX14" fmla="*/ 154 w 173472"/>
                <a:gd name="connsiteY14" fmla="*/ 85 h 156588"/>
                <a:gd name="connsiteX15" fmla="*/ 154 w 173472"/>
                <a:gd name="connsiteY15" fmla="*/ 11067 h 156588"/>
                <a:gd name="connsiteX16" fmla="*/ 28534 w 173472"/>
                <a:gd name="connsiteY16" fmla="*/ 24175 h 156588"/>
                <a:gd name="connsiteX17" fmla="*/ 79619 w 173472"/>
                <a:gd name="connsiteY17" fmla="*/ 149942 h 156588"/>
                <a:gd name="connsiteX18" fmla="*/ 87068 w 173472"/>
                <a:gd name="connsiteY18" fmla="*/ 156673 h 156588"/>
                <a:gd name="connsiteX19" fmla="*/ 94518 w 173472"/>
                <a:gd name="connsiteY19" fmla="*/ 149942 h 156588"/>
                <a:gd name="connsiteX20" fmla="*/ 140990 w 173472"/>
                <a:gd name="connsiteY20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472" h="156588">
                  <a:moveTo>
                    <a:pt x="140990" y="34803"/>
                  </a:moveTo>
                  <a:cubicBezTo>
                    <a:pt x="144183" y="26655"/>
                    <a:pt x="150214" y="11421"/>
                    <a:pt x="173627" y="11067"/>
                  </a:cubicBezTo>
                  <a:lnTo>
                    <a:pt x="173627" y="85"/>
                  </a:lnTo>
                  <a:cubicBezTo>
                    <a:pt x="165468" y="793"/>
                    <a:pt x="155180" y="1148"/>
                    <a:pt x="147021" y="1148"/>
                  </a:cubicBezTo>
                  <a:cubicBezTo>
                    <a:pt x="138507" y="1148"/>
                    <a:pt x="122188" y="439"/>
                    <a:pt x="116158" y="85"/>
                  </a:cubicBezTo>
                  <a:lnTo>
                    <a:pt x="116158" y="11067"/>
                  </a:lnTo>
                  <a:cubicBezTo>
                    <a:pt x="129284" y="11421"/>
                    <a:pt x="133186" y="19570"/>
                    <a:pt x="133186" y="26301"/>
                  </a:cubicBezTo>
                  <a:cubicBezTo>
                    <a:pt x="133186" y="29489"/>
                    <a:pt x="132476" y="30906"/>
                    <a:pt x="131057" y="34803"/>
                  </a:cubicBezTo>
                  <a:lnTo>
                    <a:pt x="94873" y="125143"/>
                  </a:lnTo>
                  <a:lnTo>
                    <a:pt x="55141" y="26301"/>
                  </a:lnTo>
                  <a:cubicBezTo>
                    <a:pt x="53012" y="21695"/>
                    <a:pt x="53012" y="20987"/>
                    <a:pt x="53012" y="20278"/>
                  </a:cubicBezTo>
                  <a:cubicBezTo>
                    <a:pt x="53012" y="11067"/>
                    <a:pt x="66847" y="11067"/>
                    <a:pt x="73233" y="11067"/>
                  </a:cubicBezTo>
                  <a:lnTo>
                    <a:pt x="73233" y="85"/>
                  </a:lnTo>
                  <a:cubicBezTo>
                    <a:pt x="62590" y="439"/>
                    <a:pt x="42724" y="1148"/>
                    <a:pt x="34565" y="1148"/>
                  </a:cubicBezTo>
                  <a:cubicBezTo>
                    <a:pt x="24987" y="1148"/>
                    <a:pt x="10797" y="793"/>
                    <a:pt x="154" y="85"/>
                  </a:cubicBezTo>
                  <a:lnTo>
                    <a:pt x="154" y="11067"/>
                  </a:lnTo>
                  <a:cubicBezTo>
                    <a:pt x="22504" y="11067"/>
                    <a:pt x="23923" y="13193"/>
                    <a:pt x="28534" y="24175"/>
                  </a:cubicBezTo>
                  <a:lnTo>
                    <a:pt x="79619" y="149942"/>
                  </a:lnTo>
                  <a:cubicBezTo>
                    <a:pt x="81747" y="154901"/>
                    <a:pt x="82457" y="156673"/>
                    <a:pt x="87068" y="156673"/>
                  </a:cubicBezTo>
                  <a:cubicBezTo>
                    <a:pt x="91680" y="156673"/>
                    <a:pt x="93099" y="153484"/>
                    <a:pt x="94518" y="149942"/>
                  </a:cubicBezTo>
                  <a:lnTo>
                    <a:pt x="140990" y="34803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9DF4113-D7EA-9DEA-F6B1-E7C4212CA62E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8226141" y="5392593"/>
              <a:ext cx="137288" cy="162610"/>
            </a:xfrm>
            <a:custGeom>
              <a:avLst/>
              <a:gdLst>
                <a:gd name="connsiteX0" fmla="*/ 29958 w 137288"/>
                <a:gd name="connsiteY0" fmla="*/ 69522 h 162610"/>
                <a:gd name="connsiteX1" fmla="*/ 73947 w 137288"/>
                <a:gd name="connsiteY1" fmla="*/ 7879 h 162610"/>
                <a:gd name="connsiteX2" fmla="*/ 114034 w 137288"/>
                <a:gd name="connsiteY2" fmla="*/ 69522 h 162610"/>
                <a:gd name="connsiteX3" fmla="*/ 29958 w 137288"/>
                <a:gd name="connsiteY3" fmla="*/ 69522 h 162610"/>
                <a:gd name="connsiteX4" fmla="*/ 29604 w 137288"/>
                <a:gd name="connsiteY4" fmla="*/ 76962 h 162610"/>
                <a:gd name="connsiteX5" fmla="*/ 128579 w 137288"/>
                <a:gd name="connsiteY5" fmla="*/ 76962 h 162610"/>
                <a:gd name="connsiteX6" fmla="*/ 137448 w 137288"/>
                <a:gd name="connsiteY6" fmla="*/ 69522 h 162610"/>
                <a:gd name="connsiteX7" fmla="*/ 73947 w 137288"/>
                <a:gd name="connsiteY7" fmla="*/ 85 h 162610"/>
                <a:gd name="connsiteX8" fmla="*/ 159 w 137288"/>
                <a:gd name="connsiteY8" fmla="*/ 80859 h 162610"/>
                <a:gd name="connsiteX9" fmla="*/ 78204 w 137288"/>
                <a:gd name="connsiteY9" fmla="*/ 162695 h 162610"/>
                <a:gd name="connsiteX10" fmla="*/ 137448 w 137288"/>
                <a:gd name="connsiteY10" fmla="*/ 116640 h 162610"/>
                <a:gd name="connsiteX11" fmla="*/ 132836 w 137288"/>
                <a:gd name="connsiteY11" fmla="*/ 112389 h 162610"/>
                <a:gd name="connsiteX12" fmla="*/ 128224 w 137288"/>
                <a:gd name="connsiteY12" fmla="*/ 117349 h 162610"/>
                <a:gd name="connsiteX13" fmla="*/ 80333 w 137288"/>
                <a:gd name="connsiteY13" fmla="*/ 153839 h 162610"/>
                <a:gd name="connsiteX14" fmla="*/ 40246 w 137288"/>
                <a:gd name="connsiteY14" fmla="*/ 130102 h 162610"/>
                <a:gd name="connsiteX15" fmla="*/ 29604 w 137288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288" h="162610">
                  <a:moveTo>
                    <a:pt x="29958" y="69522"/>
                  </a:moveTo>
                  <a:cubicBezTo>
                    <a:pt x="32087" y="16735"/>
                    <a:pt x="61886" y="7879"/>
                    <a:pt x="73947" y="7879"/>
                  </a:cubicBezTo>
                  <a:cubicBezTo>
                    <a:pt x="110487" y="7879"/>
                    <a:pt x="114034" y="55705"/>
                    <a:pt x="114034" y="69522"/>
                  </a:cubicBezTo>
                  <a:lnTo>
                    <a:pt x="29958" y="69522"/>
                  </a:lnTo>
                  <a:close/>
                  <a:moveTo>
                    <a:pt x="29604" y="76962"/>
                  </a:moveTo>
                  <a:lnTo>
                    <a:pt x="128579" y="76962"/>
                  </a:lnTo>
                  <a:cubicBezTo>
                    <a:pt x="136384" y="76962"/>
                    <a:pt x="137448" y="76962"/>
                    <a:pt x="137448" y="69522"/>
                  </a:cubicBezTo>
                  <a:cubicBezTo>
                    <a:pt x="137448" y="34449"/>
                    <a:pt x="118291" y="85"/>
                    <a:pt x="73947" y="85"/>
                  </a:cubicBezTo>
                  <a:cubicBezTo>
                    <a:pt x="32796" y="85"/>
                    <a:pt x="159" y="36575"/>
                    <a:pt x="159" y="80859"/>
                  </a:cubicBezTo>
                  <a:cubicBezTo>
                    <a:pt x="159" y="128331"/>
                    <a:pt x="37408" y="162695"/>
                    <a:pt x="78204" y="162695"/>
                  </a:cubicBezTo>
                  <a:cubicBezTo>
                    <a:pt x="121484" y="162695"/>
                    <a:pt x="137448" y="123371"/>
                    <a:pt x="137448" y="116640"/>
                  </a:cubicBezTo>
                  <a:cubicBezTo>
                    <a:pt x="137448" y="113097"/>
                    <a:pt x="134610" y="112389"/>
                    <a:pt x="132836" y="112389"/>
                  </a:cubicBezTo>
                  <a:cubicBezTo>
                    <a:pt x="129643" y="112389"/>
                    <a:pt x="128934" y="114514"/>
                    <a:pt x="128224" y="117349"/>
                  </a:cubicBezTo>
                  <a:cubicBezTo>
                    <a:pt x="115808" y="153839"/>
                    <a:pt x="83880" y="153839"/>
                    <a:pt x="80333" y="153839"/>
                  </a:cubicBezTo>
                  <a:cubicBezTo>
                    <a:pt x="62595" y="153839"/>
                    <a:pt x="48405" y="143210"/>
                    <a:pt x="40246" y="130102"/>
                  </a:cubicBezTo>
                  <a:cubicBezTo>
                    <a:pt x="29604" y="113097"/>
                    <a:pt x="29604" y="89715"/>
                    <a:pt x="29604" y="76962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453EEC4-7FEC-C75B-4430-6917816A393E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8507024" y="5392593"/>
              <a:ext cx="159992" cy="162610"/>
            </a:xfrm>
            <a:custGeom>
              <a:avLst/>
              <a:gdLst>
                <a:gd name="connsiteX0" fmla="*/ 103399 w 159992"/>
                <a:gd name="connsiteY0" fmla="*/ 131874 h 162610"/>
                <a:gd name="connsiteX1" fmla="*/ 131070 w 159992"/>
                <a:gd name="connsiteY1" fmla="*/ 160924 h 162610"/>
                <a:gd name="connsiteX2" fmla="*/ 160160 w 159992"/>
                <a:gd name="connsiteY2" fmla="*/ 127268 h 162610"/>
                <a:gd name="connsiteX3" fmla="*/ 160160 w 159992"/>
                <a:gd name="connsiteY3" fmla="*/ 107429 h 162610"/>
                <a:gd name="connsiteX4" fmla="*/ 151291 w 159992"/>
                <a:gd name="connsiteY4" fmla="*/ 107429 h 162610"/>
                <a:gd name="connsiteX5" fmla="*/ 151291 w 159992"/>
                <a:gd name="connsiteY5" fmla="*/ 127268 h 162610"/>
                <a:gd name="connsiteX6" fmla="*/ 138520 w 159992"/>
                <a:gd name="connsiteY6" fmla="*/ 149942 h 162610"/>
                <a:gd name="connsiteX7" fmla="*/ 125394 w 159992"/>
                <a:gd name="connsiteY7" fmla="*/ 132228 h 162610"/>
                <a:gd name="connsiteX8" fmla="*/ 125394 w 159992"/>
                <a:gd name="connsiteY8" fmla="*/ 61374 h 162610"/>
                <a:gd name="connsiteX9" fmla="*/ 112623 w 159992"/>
                <a:gd name="connsiteY9" fmla="*/ 19570 h 162610"/>
                <a:gd name="connsiteX10" fmla="*/ 64022 w 159992"/>
                <a:gd name="connsiteY10" fmla="*/ 85 h 162610"/>
                <a:gd name="connsiteX11" fmla="*/ 10455 w 159992"/>
                <a:gd name="connsiteY11" fmla="*/ 40117 h 162610"/>
                <a:gd name="connsiteX12" fmla="*/ 26773 w 159992"/>
                <a:gd name="connsiteY12" fmla="*/ 56768 h 162610"/>
                <a:gd name="connsiteX13" fmla="*/ 43092 w 159992"/>
                <a:gd name="connsiteY13" fmla="*/ 40472 h 162610"/>
                <a:gd name="connsiteX14" fmla="*/ 25000 w 159992"/>
                <a:gd name="connsiteY14" fmla="*/ 24175 h 162610"/>
                <a:gd name="connsiteX15" fmla="*/ 63313 w 159992"/>
                <a:gd name="connsiteY15" fmla="*/ 7879 h 162610"/>
                <a:gd name="connsiteX16" fmla="*/ 100916 w 159992"/>
                <a:gd name="connsiteY16" fmla="*/ 53225 h 162610"/>
                <a:gd name="connsiteX17" fmla="*/ 100916 w 159992"/>
                <a:gd name="connsiteY17" fmla="*/ 66333 h 162610"/>
                <a:gd name="connsiteX18" fmla="*/ 35642 w 159992"/>
                <a:gd name="connsiteY18" fmla="*/ 79087 h 162610"/>
                <a:gd name="connsiteX19" fmla="*/ 167 w 159992"/>
                <a:gd name="connsiteY19" fmla="*/ 125143 h 162610"/>
                <a:gd name="connsiteX20" fmla="*/ 56927 w 159992"/>
                <a:gd name="connsiteY20" fmla="*/ 162695 h 162610"/>
                <a:gd name="connsiteX21" fmla="*/ 103399 w 159992"/>
                <a:gd name="connsiteY21" fmla="*/ 131874 h 162610"/>
                <a:gd name="connsiteX22" fmla="*/ 100916 w 159992"/>
                <a:gd name="connsiteY22" fmla="*/ 73773 h 162610"/>
                <a:gd name="connsiteX23" fmla="*/ 100916 w 159992"/>
                <a:gd name="connsiteY23" fmla="*/ 109200 h 162610"/>
                <a:gd name="connsiteX24" fmla="*/ 59410 w 159992"/>
                <a:gd name="connsiteY24" fmla="*/ 154901 h 162610"/>
                <a:gd name="connsiteX25" fmla="*/ 27483 w 159992"/>
                <a:gd name="connsiteY25" fmla="*/ 124788 h 162610"/>
                <a:gd name="connsiteX26" fmla="*/ 100916 w 159992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992" h="162610">
                  <a:moveTo>
                    <a:pt x="103399" y="131874"/>
                  </a:moveTo>
                  <a:cubicBezTo>
                    <a:pt x="104818" y="146045"/>
                    <a:pt x="114397" y="160924"/>
                    <a:pt x="131070" y="160924"/>
                  </a:cubicBezTo>
                  <a:cubicBezTo>
                    <a:pt x="138520" y="160924"/>
                    <a:pt x="160160" y="155964"/>
                    <a:pt x="160160" y="127268"/>
                  </a:cubicBezTo>
                  <a:lnTo>
                    <a:pt x="160160" y="107429"/>
                  </a:lnTo>
                  <a:lnTo>
                    <a:pt x="151291" y="107429"/>
                  </a:lnTo>
                  <a:lnTo>
                    <a:pt x="151291" y="127268"/>
                  </a:lnTo>
                  <a:cubicBezTo>
                    <a:pt x="151291" y="147816"/>
                    <a:pt x="142422" y="149942"/>
                    <a:pt x="138520" y="149942"/>
                  </a:cubicBezTo>
                  <a:cubicBezTo>
                    <a:pt x="126813" y="149942"/>
                    <a:pt x="125394" y="133999"/>
                    <a:pt x="125394" y="132228"/>
                  </a:cubicBezTo>
                  <a:lnTo>
                    <a:pt x="125394" y="61374"/>
                  </a:lnTo>
                  <a:cubicBezTo>
                    <a:pt x="125394" y="46494"/>
                    <a:pt x="125394" y="32678"/>
                    <a:pt x="112623" y="19570"/>
                  </a:cubicBezTo>
                  <a:cubicBezTo>
                    <a:pt x="98788" y="5753"/>
                    <a:pt x="81050" y="85"/>
                    <a:pt x="64022" y="85"/>
                  </a:cubicBezTo>
                  <a:cubicBezTo>
                    <a:pt x="34933" y="85"/>
                    <a:pt x="10455" y="16735"/>
                    <a:pt x="10455" y="40117"/>
                  </a:cubicBezTo>
                  <a:cubicBezTo>
                    <a:pt x="10455" y="50746"/>
                    <a:pt x="17550" y="56768"/>
                    <a:pt x="26773" y="56768"/>
                  </a:cubicBezTo>
                  <a:cubicBezTo>
                    <a:pt x="36706" y="56768"/>
                    <a:pt x="43092" y="49683"/>
                    <a:pt x="43092" y="40472"/>
                  </a:cubicBezTo>
                  <a:cubicBezTo>
                    <a:pt x="43092" y="36220"/>
                    <a:pt x="41318" y="24529"/>
                    <a:pt x="25000" y="24175"/>
                  </a:cubicBezTo>
                  <a:cubicBezTo>
                    <a:pt x="34578" y="11776"/>
                    <a:pt x="51961" y="7879"/>
                    <a:pt x="63313" y="7879"/>
                  </a:cubicBezTo>
                  <a:cubicBezTo>
                    <a:pt x="80695" y="7879"/>
                    <a:pt x="100916" y="21695"/>
                    <a:pt x="100916" y="53225"/>
                  </a:cubicBezTo>
                  <a:lnTo>
                    <a:pt x="100916" y="66333"/>
                  </a:lnTo>
                  <a:cubicBezTo>
                    <a:pt x="82824" y="67396"/>
                    <a:pt x="57991" y="68459"/>
                    <a:pt x="35642" y="79087"/>
                  </a:cubicBezTo>
                  <a:cubicBezTo>
                    <a:pt x="9036" y="91132"/>
                    <a:pt x="167" y="109555"/>
                    <a:pt x="167" y="125143"/>
                  </a:cubicBezTo>
                  <a:cubicBezTo>
                    <a:pt x="167" y="153839"/>
                    <a:pt x="34578" y="162695"/>
                    <a:pt x="56927" y="162695"/>
                  </a:cubicBezTo>
                  <a:cubicBezTo>
                    <a:pt x="80341" y="162695"/>
                    <a:pt x="96659" y="148524"/>
                    <a:pt x="103399" y="131874"/>
                  </a:cubicBezTo>
                  <a:close/>
                  <a:moveTo>
                    <a:pt x="100916" y="73773"/>
                  </a:moveTo>
                  <a:lnTo>
                    <a:pt x="100916" y="109200"/>
                  </a:lnTo>
                  <a:cubicBezTo>
                    <a:pt x="100916" y="142856"/>
                    <a:pt x="75374" y="154901"/>
                    <a:pt x="59410" y="154901"/>
                  </a:cubicBezTo>
                  <a:cubicBezTo>
                    <a:pt x="42028" y="154901"/>
                    <a:pt x="27483" y="142502"/>
                    <a:pt x="27483" y="124788"/>
                  </a:cubicBezTo>
                  <a:cubicBezTo>
                    <a:pt x="27483" y="105303"/>
                    <a:pt x="42382" y="75899"/>
                    <a:pt x="100916" y="73773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92C7619-C94E-C13C-F4D5-4B9D9B96BCE0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8680852" y="5394719"/>
              <a:ext cx="178439" cy="156588"/>
            </a:xfrm>
            <a:custGeom>
              <a:avLst/>
              <a:gdLst>
                <a:gd name="connsiteX0" fmla="*/ 27843 w 178439"/>
                <a:gd name="connsiteY0" fmla="*/ 34803 h 156588"/>
                <a:gd name="connsiteX1" fmla="*/ 27843 w 178439"/>
                <a:gd name="connsiteY1" fmla="*/ 129748 h 156588"/>
                <a:gd name="connsiteX2" fmla="*/ 172 w 178439"/>
                <a:gd name="connsiteY2" fmla="*/ 145690 h 156588"/>
                <a:gd name="connsiteX3" fmla="*/ 172 w 178439"/>
                <a:gd name="connsiteY3" fmla="*/ 156673 h 156588"/>
                <a:gd name="connsiteX4" fmla="*/ 40259 w 178439"/>
                <a:gd name="connsiteY4" fmla="*/ 155610 h 156588"/>
                <a:gd name="connsiteX5" fmla="*/ 79991 w 178439"/>
                <a:gd name="connsiteY5" fmla="*/ 156673 h 156588"/>
                <a:gd name="connsiteX6" fmla="*/ 79991 w 178439"/>
                <a:gd name="connsiteY6" fmla="*/ 145690 h 156588"/>
                <a:gd name="connsiteX7" fmla="*/ 52320 w 178439"/>
                <a:gd name="connsiteY7" fmla="*/ 129748 h 156588"/>
                <a:gd name="connsiteX8" fmla="*/ 52320 w 178439"/>
                <a:gd name="connsiteY8" fmla="*/ 64562 h 156588"/>
                <a:gd name="connsiteX9" fmla="*/ 100212 w 178439"/>
                <a:gd name="connsiteY9" fmla="*/ 7879 h 156588"/>
                <a:gd name="connsiteX10" fmla="*/ 126463 w 178439"/>
                <a:gd name="connsiteY10" fmla="*/ 47203 h 156588"/>
                <a:gd name="connsiteX11" fmla="*/ 126463 w 178439"/>
                <a:gd name="connsiteY11" fmla="*/ 129748 h 156588"/>
                <a:gd name="connsiteX12" fmla="*/ 98793 w 178439"/>
                <a:gd name="connsiteY12" fmla="*/ 145690 h 156588"/>
                <a:gd name="connsiteX13" fmla="*/ 98793 w 178439"/>
                <a:gd name="connsiteY13" fmla="*/ 156673 h 156588"/>
                <a:gd name="connsiteX14" fmla="*/ 138880 w 178439"/>
                <a:gd name="connsiteY14" fmla="*/ 155610 h 156588"/>
                <a:gd name="connsiteX15" fmla="*/ 178612 w 178439"/>
                <a:gd name="connsiteY15" fmla="*/ 156673 h 156588"/>
                <a:gd name="connsiteX16" fmla="*/ 178612 w 178439"/>
                <a:gd name="connsiteY16" fmla="*/ 145690 h 156588"/>
                <a:gd name="connsiteX17" fmla="*/ 150941 w 178439"/>
                <a:gd name="connsiteY17" fmla="*/ 135062 h 156588"/>
                <a:gd name="connsiteX18" fmla="*/ 150941 w 178439"/>
                <a:gd name="connsiteY18" fmla="*/ 67396 h 156588"/>
                <a:gd name="connsiteX19" fmla="*/ 139944 w 178439"/>
                <a:gd name="connsiteY19" fmla="*/ 13193 h 156588"/>
                <a:gd name="connsiteX20" fmla="*/ 102695 w 178439"/>
                <a:gd name="connsiteY20" fmla="*/ 85 h 156588"/>
                <a:gd name="connsiteX21" fmla="*/ 50192 w 178439"/>
                <a:gd name="connsiteY21" fmla="*/ 37283 h 156588"/>
                <a:gd name="connsiteX22" fmla="*/ 50192 w 178439"/>
                <a:gd name="connsiteY22" fmla="*/ 85 h 156588"/>
                <a:gd name="connsiteX23" fmla="*/ 172 w 178439"/>
                <a:gd name="connsiteY23" fmla="*/ 3982 h 156588"/>
                <a:gd name="connsiteX24" fmla="*/ 172 w 178439"/>
                <a:gd name="connsiteY24" fmla="*/ 14964 h 156588"/>
                <a:gd name="connsiteX25" fmla="*/ 27843 w 178439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439" h="156588">
                  <a:moveTo>
                    <a:pt x="27843" y="34803"/>
                  </a:moveTo>
                  <a:lnTo>
                    <a:pt x="27843" y="129748"/>
                  </a:lnTo>
                  <a:cubicBezTo>
                    <a:pt x="27843" y="145690"/>
                    <a:pt x="23940" y="145690"/>
                    <a:pt x="172" y="145690"/>
                  </a:cubicBezTo>
                  <a:lnTo>
                    <a:pt x="172" y="156673"/>
                  </a:lnTo>
                  <a:cubicBezTo>
                    <a:pt x="12588" y="156318"/>
                    <a:pt x="30681" y="155610"/>
                    <a:pt x="40259" y="155610"/>
                  </a:cubicBezTo>
                  <a:cubicBezTo>
                    <a:pt x="49482" y="155610"/>
                    <a:pt x="67929" y="156318"/>
                    <a:pt x="79991" y="156673"/>
                  </a:cubicBezTo>
                  <a:lnTo>
                    <a:pt x="79991" y="145690"/>
                  </a:lnTo>
                  <a:cubicBezTo>
                    <a:pt x="56223" y="145690"/>
                    <a:pt x="52320" y="145690"/>
                    <a:pt x="52320" y="129748"/>
                  </a:cubicBezTo>
                  <a:lnTo>
                    <a:pt x="52320" y="64562"/>
                  </a:lnTo>
                  <a:cubicBezTo>
                    <a:pt x="52320" y="27718"/>
                    <a:pt x="77508" y="7879"/>
                    <a:pt x="100212" y="7879"/>
                  </a:cubicBezTo>
                  <a:cubicBezTo>
                    <a:pt x="122561" y="7879"/>
                    <a:pt x="126463" y="27009"/>
                    <a:pt x="126463" y="47203"/>
                  </a:cubicBezTo>
                  <a:lnTo>
                    <a:pt x="126463" y="129748"/>
                  </a:lnTo>
                  <a:cubicBezTo>
                    <a:pt x="126463" y="145690"/>
                    <a:pt x="122561" y="145690"/>
                    <a:pt x="98793" y="145690"/>
                  </a:cubicBezTo>
                  <a:lnTo>
                    <a:pt x="98793" y="156673"/>
                  </a:lnTo>
                  <a:cubicBezTo>
                    <a:pt x="111209" y="156318"/>
                    <a:pt x="129301" y="155610"/>
                    <a:pt x="138880" y="155610"/>
                  </a:cubicBezTo>
                  <a:cubicBezTo>
                    <a:pt x="148103" y="155610"/>
                    <a:pt x="166550" y="156318"/>
                    <a:pt x="178612" y="156673"/>
                  </a:cubicBezTo>
                  <a:lnTo>
                    <a:pt x="178612" y="145690"/>
                  </a:lnTo>
                  <a:cubicBezTo>
                    <a:pt x="160165" y="145690"/>
                    <a:pt x="151296" y="145690"/>
                    <a:pt x="150941" y="135062"/>
                  </a:cubicBezTo>
                  <a:lnTo>
                    <a:pt x="150941" y="67396"/>
                  </a:lnTo>
                  <a:cubicBezTo>
                    <a:pt x="150941" y="36929"/>
                    <a:pt x="150941" y="25947"/>
                    <a:pt x="139944" y="13193"/>
                  </a:cubicBezTo>
                  <a:cubicBezTo>
                    <a:pt x="134977" y="7170"/>
                    <a:pt x="123271" y="85"/>
                    <a:pt x="102695" y="85"/>
                  </a:cubicBezTo>
                  <a:cubicBezTo>
                    <a:pt x="76798" y="85"/>
                    <a:pt x="60125" y="15318"/>
                    <a:pt x="50192" y="37283"/>
                  </a:cubicBezTo>
                  <a:lnTo>
                    <a:pt x="50192" y="85"/>
                  </a:lnTo>
                  <a:lnTo>
                    <a:pt x="172" y="3982"/>
                  </a:lnTo>
                  <a:lnTo>
                    <a:pt x="172" y="14964"/>
                  </a:lnTo>
                  <a:cubicBezTo>
                    <a:pt x="25005" y="14964"/>
                    <a:pt x="27843" y="17444"/>
                    <a:pt x="27843" y="34803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9CF07BA-EA68-2534-FA09-BC0CBEA1DFE9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8878646" y="5305443"/>
              <a:ext cx="174891" cy="249761"/>
            </a:xfrm>
            <a:custGeom>
              <a:avLst/>
              <a:gdLst>
                <a:gd name="connsiteX0" fmla="*/ 122921 w 174891"/>
                <a:gd name="connsiteY0" fmla="*/ 226464 h 249761"/>
                <a:gd name="connsiteX1" fmla="*/ 122921 w 174891"/>
                <a:gd name="connsiteY1" fmla="*/ 249846 h 249761"/>
                <a:gd name="connsiteX2" fmla="*/ 175070 w 174891"/>
                <a:gd name="connsiteY2" fmla="*/ 245949 h 249761"/>
                <a:gd name="connsiteX3" fmla="*/ 175070 w 174891"/>
                <a:gd name="connsiteY3" fmla="*/ 234967 h 249761"/>
                <a:gd name="connsiteX4" fmla="*/ 147399 w 174891"/>
                <a:gd name="connsiteY4" fmla="*/ 215127 h 249761"/>
                <a:gd name="connsiteX5" fmla="*/ 147399 w 174891"/>
                <a:gd name="connsiteY5" fmla="*/ 85 h 249761"/>
                <a:gd name="connsiteX6" fmla="*/ 96315 w 174891"/>
                <a:gd name="connsiteY6" fmla="*/ 3982 h 249761"/>
                <a:gd name="connsiteX7" fmla="*/ 96315 w 174891"/>
                <a:gd name="connsiteY7" fmla="*/ 14964 h 249761"/>
                <a:gd name="connsiteX8" fmla="*/ 123985 w 174891"/>
                <a:gd name="connsiteY8" fmla="*/ 34803 h 249761"/>
                <a:gd name="connsiteX9" fmla="*/ 123985 w 174891"/>
                <a:gd name="connsiteY9" fmla="*/ 111326 h 249761"/>
                <a:gd name="connsiteX10" fmla="*/ 79287 w 174891"/>
                <a:gd name="connsiteY10" fmla="*/ 89361 h 249761"/>
                <a:gd name="connsiteX11" fmla="*/ 178 w 174891"/>
                <a:gd name="connsiteY11" fmla="*/ 169781 h 249761"/>
                <a:gd name="connsiteX12" fmla="*/ 75385 w 174891"/>
                <a:gd name="connsiteY12" fmla="*/ 249846 h 249761"/>
                <a:gd name="connsiteX13" fmla="*/ 122921 w 174891"/>
                <a:gd name="connsiteY13" fmla="*/ 226464 h 249761"/>
                <a:gd name="connsiteX14" fmla="*/ 122921 w 174891"/>
                <a:gd name="connsiteY14" fmla="*/ 131519 h 249761"/>
                <a:gd name="connsiteX15" fmla="*/ 122921 w 174891"/>
                <a:gd name="connsiteY15" fmla="*/ 204145 h 249761"/>
                <a:gd name="connsiteX16" fmla="*/ 119019 w 174891"/>
                <a:gd name="connsiteY16" fmla="*/ 217253 h 249761"/>
                <a:gd name="connsiteX17" fmla="*/ 77158 w 174891"/>
                <a:gd name="connsiteY17" fmla="*/ 242052 h 249761"/>
                <a:gd name="connsiteX18" fmla="*/ 39910 w 174891"/>
                <a:gd name="connsiteY18" fmla="*/ 219379 h 249761"/>
                <a:gd name="connsiteX19" fmla="*/ 29622 w 174891"/>
                <a:gd name="connsiteY19" fmla="*/ 170135 h 249761"/>
                <a:gd name="connsiteX20" fmla="*/ 40619 w 174891"/>
                <a:gd name="connsiteY20" fmla="*/ 119828 h 249761"/>
                <a:gd name="connsiteX21" fmla="*/ 80706 w 174891"/>
                <a:gd name="connsiteY21" fmla="*/ 97155 h 249761"/>
                <a:gd name="connsiteX22" fmla="*/ 119019 w 174891"/>
                <a:gd name="connsiteY22" fmla="*/ 118411 h 249761"/>
                <a:gd name="connsiteX23" fmla="*/ 122921 w 174891"/>
                <a:gd name="connsiteY23" fmla="*/ 131519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4891" h="249761">
                  <a:moveTo>
                    <a:pt x="122921" y="226464"/>
                  </a:moveTo>
                  <a:lnTo>
                    <a:pt x="122921" y="249846"/>
                  </a:lnTo>
                  <a:lnTo>
                    <a:pt x="175070" y="245949"/>
                  </a:lnTo>
                  <a:lnTo>
                    <a:pt x="175070" y="234967"/>
                  </a:lnTo>
                  <a:cubicBezTo>
                    <a:pt x="150237" y="234967"/>
                    <a:pt x="147399" y="232487"/>
                    <a:pt x="147399" y="215127"/>
                  </a:cubicBezTo>
                  <a:lnTo>
                    <a:pt x="147399" y="85"/>
                  </a:lnTo>
                  <a:lnTo>
                    <a:pt x="96315" y="3982"/>
                  </a:lnTo>
                  <a:lnTo>
                    <a:pt x="96315" y="14964"/>
                  </a:lnTo>
                  <a:cubicBezTo>
                    <a:pt x="121147" y="14964"/>
                    <a:pt x="123985" y="17444"/>
                    <a:pt x="123985" y="34803"/>
                  </a:cubicBezTo>
                  <a:lnTo>
                    <a:pt x="123985" y="111326"/>
                  </a:lnTo>
                  <a:cubicBezTo>
                    <a:pt x="113698" y="98572"/>
                    <a:pt x="98443" y="89361"/>
                    <a:pt x="79287" y="89361"/>
                  </a:cubicBezTo>
                  <a:cubicBezTo>
                    <a:pt x="37426" y="89361"/>
                    <a:pt x="178" y="124080"/>
                    <a:pt x="178" y="169781"/>
                  </a:cubicBezTo>
                  <a:cubicBezTo>
                    <a:pt x="178" y="214773"/>
                    <a:pt x="34943" y="249846"/>
                    <a:pt x="75385" y="249846"/>
                  </a:cubicBezTo>
                  <a:cubicBezTo>
                    <a:pt x="98089" y="249846"/>
                    <a:pt x="114052" y="237801"/>
                    <a:pt x="122921" y="226464"/>
                  </a:cubicBezTo>
                  <a:close/>
                  <a:moveTo>
                    <a:pt x="122921" y="131519"/>
                  </a:moveTo>
                  <a:lnTo>
                    <a:pt x="122921" y="204145"/>
                  </a:lnTo>
                  <a:cubicBezTo>
                    <a:pt x="122921" y="210522"/>
                    <a:pt x="122921" y="211230"/>
                    <a:pt x="119019" y="217253"/>
                  </a:cubicBezTo>
                  <a:cubicBezTo>
                    <a:pt x="108376" y="234258"/>
                    <a:pt x="92413" y="242052"/>
                    <a:pt x="77158" y="242052"/>
                  </a:cubicBezTo>
                  <a:cubicBezTo>
                    <a:pt x="61195" y="242052"/>
                    <a:pt x="48424" y="232841"/>
                    <a:pt x="39910" y="219379"/>
                  </a:cubicBezTo>
                  <a:cubicBezTo>
                    <a:pt x="30686" y="204854"/>
                    <a:pt x="29622" y="184660"/>
                    <a:pt x="29622" y="170135"/>
                  </a:cubicBezTo>
                  <a:cubicBezTo>
                    <a:pt x="29622" y="157027"/>
                    <a:pt x="30331" y="135771"/>
                    <a:pt x="40619" y="119828"/>
                  </a:cubicBezTo>
                  <a:cubicBezTo>
                    <a:pt x="48069" y="108846"/>
                    <a:pt x="61549" y="97155"/>
                    <a:pt x="80706" y="97155"/>
                  </a:cubicBezTo>
                  <a:cubicBezTo>
                    <a:pt x="93122" y="97155"/>
                    <a:pt x="108022" y="102469"/>
                    <a:pt x="119019" y="118411"/>
                  </a:cubicBezTo>
                  <a:cubicBezTo>
                    <a:pt x="122921" y="124434"/>
                    <a:pt x="122921" y="125143"/>
                    <a:pt x="122921" y="131519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B4889C7-807C-2B1D-ACCB-2AC4322DEE37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9191851" y="5390822"/>
              <a:ext cx="162120" cy="233464"/>
            </a:xfrm>
            <a:custGeom>
              <a:avLst/>
              <a:gdLst>
                <a:gd name="connsiteX0" fmla="*/ 69008 w 162120"/>
                <a:gd name="connsiteY0" fmla="*/ 99635 h 233464"/>
                <a:gd name="connsiteX1" fmla="*/ 38145 w 162120"/>
                <a:gd name="connsiteY1" fmla="*/ 56060 h 233464"/>
                <a:gd name="connsiteX2" fmla="*/ 43821 w 162120"/>
                <a:gd name="connsiteY2" fmla="*/ 26301 h 233464"/>
                <a:gd name="connsiteX3" fmla="*/ 69008 w 162120"/>
                <a:gd name="connsiteY3" fmla="*/ 12130 h 233464"/>
                <a:gd name="connsiteX4" fmla="*/ 99871 w 162120"/>
                <a:gd name="connsiteY4" fmla="*/ 55705 h 233464"/>
                <a:gd name="connsiteX5" fmla="*/ 94195 w 162120"/>
                <a:gd name="connsiteY5" fmla="*/ 85464 h 233464"/>
                <a:gd name="connsiteX6" fmla="*/ 69008 w 162120"/>
                <a:gd name="connsiteY6" fmla="*/ 99635 h 233464"/>
                <a:gd name="connsiteX7" fmla="*/ 27857 w 162120"/>
                <a:gd name="connsiteY7" fmla="*/ 113452 h 233464"/>
                <a:gd name="connsiteX8" fmla="*/ 33888 w 162120"/>
                <a:gd name="connsiteY8" fmla="*/ 96801 h 233464"/>
                <a:gd name="connsiteX9" fmla="*/ 69008 w 162120"/>
                <a:gd name="connsiteY9" fmla="*/ 107783 h 233464"/>
                <a:gd name="connsiteX10" fmla="*/ 126478 w 162120"/>
                <a:gd name="connsiteY10" fmla="*/ 56060 h 233464"/>
                <a:gd name="connsiteX11" fmla="*/ 111933 w 162120"/>
                <a:gd name="connsiteY11" fmla="*/ 21695 h 233464"/>
                <a:gd name="connsiteX12" fmla="*/ 143860 w 162120"/>
                <a:gd name="connsiteY12" fmla="*/ 7879 h 233464"/>
                <a:gd name="connsiteX13" fmla="*/ 147408 w 162120"/>
                <a:gd name="connsiteY13" fmla="*/ 8233 h 233464"/>
                <a:gd name="connsiteX14" fmla="*/ 141732 w 162120"/>
                <a:gd name="connsiteY14" fmla="*/ 17798 h 233464"/>
                <a:gd name="connsiteX15" fmla="*/ 152020 w 162120"/>
                <a:gd name="connsiteY15" fmla="*/ 28072 h 233464"/>
                <a:gd name="connsiteX16" fmla="*/ 162307 w 162120"/>
                <a:gd name="connsiteY16" fmla="*/ 17444 h 233464"/>
                <a:gd name="connsiteX17" fmla="*/ 144215 w 162120"/>
                <a:gd name="connsiteY17" fmla="*/ 85 h 233464"/>
                <a:gd name="connsiteX18" fmla="*/ 106612 w 162120"/>
                <a:gd name="connsiteY18" fmla="*/ 16735 h 233464"/>
                <a:gd name="connsiteX19" fmla="*/ 69008 w 162120"/>
                <a:gd name="connsiteY19" fmla="*/ 3982 h 233464"/>
                <a:gd name="connsiteX20" fmla="*/ 11539 w 162120"/>
                <a:gd name="connsiteY20" fmla="*/ 55705 h 233464"/>
                <a:gd name="connsiteX21" fmla="*/ 28212 w 162120"/>
                <a:gd name="connsiteY21" fmla="*/ 92195 h 233464"/>
                <a:gd name="connsiteX22" fmla="*/ 17215 w 162120"/>
                <a:gd name="connsiteY22" fmla="*/ 121600 h 233464"/>
                <a:gd name="connsiteX23" fmla="*/ 32824 w 162120"/>
                <a:gd name="connsiteY23" fmla="*/ 153130 h 233464"/>
                <a:gd name="connsiteX24" fmla="*/ 187 w 162120"/>
                <a:gd name="connsiteY24" fmla="*/ 188557 h 233464"/>
                <a:gd name="connsiteX25" fmla="*/ 78586 w 162120"/>
                <a:gd name="connsiteY25" fmla="*/ 233550 h 233464"/>
                <a:gd name="connsiteX26" fmla="*/ 157341 w 162120"/>
                <a:gd name="connsiteY26" fmla="*/ 187849 h 233464"/>
                <a:gd name="connsiteX27" fmla="*/ 134282 w 162120"/>
                <a:gd name="connsiteY27" fmla="*/ 147462 h 233464"/>
                <a:gd name="connsiteX28" fmla="*/ 73265 w 162120"/>
                <a:gd name="connsiteY28" fmla="*/ 137542 h 233464"/>
                <a:gd name="connsiteX29" fmla="*/ 46659 w 162120"/>
                <a:gd name="connsiteY29" fmla="*/ 137188 h 233464"/>
                <a:gd name="connsiteX30" fmla="*/ 27857 w 162120"/>
                <a:gd name="connsiteY30" fmla="*/ 113452 h 233464"/>
                <a:gd name="connsiteX31" fmla="*/ 78941 w 162120"/>
                <a:gd name="connsiteY31" fmla="*/ 225401 h 233464"/>
                <a:gd name="connsiteX32" fmla="*/ 18634 w 162120"/>
                <a:gd name="connsiteY32" fmla="*/ 188557 h 233464"/>
                <a:gd name="connsiteX33" fmla="*/ 47723 w 162120"/>
                <a:gd name="connsiteY33" fmla="*/ 158090 h 233464"/>
                <a:gd name="connsiteX34" fmla="*/ 68653 w 162120"/>
                <a:gd name="connsiteY34" fmla="*/ 158090 h 233464"/>
                <a:gd name="connsiteX35" fmla="*/ 138894 w 162120"/>
                <a:gd name="connsiteY35" fmla="*/ 188557 h 233464"/>
                <a:gd name="connsiteX36" fmla="*/ 78941 w 162120"/>
                <a:gd name="connsiteY36" fmla="*/ 225401 h 233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2120" h="233464">
                  <a:moveTo>
                    <a:pt x="69008" y="99635"/>
                  </a:moveTo>
                  <a:cubicBezTo>
                    <a:pt x="38145" y="99635"/>
                    <a:pt x="38145" y="64208"/>
                    <a:pt x="38145" y="56060"/>
                  </a:cubicBezTo>
                  <a:cubicBezTo>
                    <a:pt x="38145" y="46494"/>
                    <a:pt x="38500" y="35158"/>
                    <a:pt x="43821" y="26301"/>
                  </a:cubicBezTo>
                  <a:cubicBezTo>
                    <a:pt x="46659" y="22050"/>
                    <a:pt x="54818" y="12130"/>
                    <a:pt x="69008" y="12130"/>
                  </a:cubicBezTo>
                  <a:cubicBezTo>
                    <a:pt x="99871" y="12130"/>
                    <a:pt x="99871" y="47557"/>
                    <a:pt x="99871" y="55705"/>
                  </a:cubicBezTo>
                  <a:cubicBezTo>
                    <a:pt x="99871" y="65271"/>
                    <a:pt x="99517" y="76607"/>
                    <a:pt x="94195" y="85464"/>
                  </a:cubicBezTo>
                  <a:cubicBezTo>
                    <a:pt x="91357" y="89715"/>
                    <a:pt x="83198" y="99635"/>
                    <a:pt x="69008" y="99635"/>
                  </a:cubicBezTo>
                  <a:close/>
                  <a:moveTo>
                    <a:pt x="27857" y="113452"/>
                  </a:moveTo>
                  <a:cubicBezTo>
                    <a:pt x="27857" y="112034"/>
                    <a:pt x="27857" y="103886"/>
                    <a:pt x="33888" y="96801"/>
                  </a:cubicBezTo>
                  <a:cubicBezTo>
                    <a:pt x="47723" y="106720"/>
                    <a:pt x="62268" y="107783"/>
                    <a:pt x="69008" y="107783"/>
                  </a:cubicBezTo>
                  <a:cubicBezTo>
                    <a:pt x="102000" y="107783"/>
                    <a:pt x="126478" y="83338"/>
                    <a:pt x="126478" y="56060"/>
                  </a:cubicBezTo>
                  <a:cubicBezTo>
                    <a:pt x="126478" y="42952"/>
                    <a:pt x="120802" y="29843"/>
                    <a:pt x="111933" y="21695"/>
                  </a:cubicBezTo>
                  <a:cubicBezTo>
                    <a:pt x="124704" y="9650"/>
                    <a:pt x="137475" y="7879"/>
                    <a:pt x="143860" y="7879"/>
                  </a:cubicBezTo>
                  <a:cubicBezTo>
                    <a:pt x="144570" y="7879"/>
                    <a:pt x="146344" y="7879"/>
                    <a:pt x="147408" y="8233"/>
                  </a:cubicBezTo>
                  <a:cubicBezTo>
                    <a:pt x="143506" y="9650"/>
                    <a:pt x="141732" y="13547"/>
                    <a:pt x="141732" y="17798"/>
                  </a:cubicBezTo>
                  <a:cubicBezTo>
                    <a:pt x="141732" y="23821"/>
                    <a:pt x="146344" y="28072"/>
                    <a:pt x="152020" y="28072"/>
                  </a:cubicBezTo>
                  <a:cubicBezTo>
                    <a:pt x="155567" y="28072"/>
                    <a:pt x="162307" y="25592"/>
                    <a:pt x="162307" y="17444"/>
                  </a:cubicBezTo>
                  <a:cubicBezTo>
                    <a:pt x="162307" y="11421"/>
                    <a:pt x="158050" y="85"/>
                    <a:pt x="144215" y="85"/>
                  </a:cubicBezTo>
                  <a:cubicBezTo>
                    <a:pt x="137120" y="85"/>
                    <a:pt x="121511" y="2210"/>
                    <a:pt x="106612" y="16735"/>
                  </a:cubicBezTo>
                  <a:cubicBezTo>
                    <a:pt x="91712" y="5044"/>
                    <a:pt x="76813" y="3982"/>
                    <a:pt x="69008" y="3982"/>
                  </a:cubicBezTo>
                  <a:cubicBezTo>
                    <a:pt x="36016" y="3982"/>
                    <a:pt x="11539" y="28426"/>
                    <a:pt x="11539" y="55705"/>
                  </a:cubicBezTo>
                  <a:cubicBezTo>
                    <a:pt x="11539" y="71293"/>
                    <a:pt x="19343" y="84756"/>
                    <a:pt x="28212" y="92195"/>
                  </a:cubicBezTo>
                  <a:cubicBezTo>
                    <a:pt x="23600" y="97509"/>
                    <a:pt x="17215" y="109200"/>
                    <a:pt x="17215" y="121600"/>
                  </a:cubicBezTo>
                  <a:cubicBezTo>
                    <a:pt x="17215" y="132582"/>
                    <a:pt x="21826" y="146045"/>
                    <a:pt x="32824" y="153130"/>
                  </a:cubicBezTo>
                  <a:cubicBezTo>
                    <a:pt x="11539" y="159153"/>
                    <a:pt x="187" y="174386"/>
                    <a:pt x="187" y="188557"/>
                  </a:cubicBezTo>
                  <a:cubicBezTo>
                    <a:pt x="187" y="214065"/>
                    <a:pt x="35307" y="233550"/>
                    <a:pt x="78586" y="233550"/>
                  </a:cubicBezTo>
                  <a:cubicBezTo>
                    <a:pt x="120447" y="233550"/>
                    <a:pt x="157341" y="215482"/>
                    <a:pt x="157341" y="187849"/>
                  </a:cubicBezTo>
                  <a:cubicBezTo>
                    <a:pt x="157341" y="175449"/>
                    <a:pt x="152374" y="157381"/>
                    <a:pt x="134282" y="147462"/>
                  </a:cubicBezTo>
                  <a:cubicBezTo>
                    <a:pt x="115480" y="137542"/>
                    <a:pt x="94905" y="137542"/>
                    <a:pt x="73265" y="137542"/>
                  </a:cubicBezTo>
                  <a:cubicBezTo>
                    <a:pt x="64396" y="137542"/>
                    <a:pt x="49142" y="137542"/>
                    <a:pt x="46659" y="137188"/>
                  </a:cubicBezTo>
                  <a:cubicBezTo>
                    <a:pt x="35307" y="135771"/>
                    <a:pt x="27857" y="124788"/>
                    <a:pt x="27857" y="113452"/>
                  </a:cubicBezTo>
                  <a:close/>
                  <a:moveTo>
                    <a:pt x="78941" y="225401"/>
                  </a:moveTo>
                  <a:cubicBezTo>
                    <a:pt x="43111" y="225401"/>
                    <a:pt x="18634" y="207333"/>
                    <a:pt x="18634" y="188557"/>
                  </a:cubicBezTo>
                  <a:cubicBezTo>
                    <a:pt x="18634" y="172261"/>
                    <a:pt x="32114" y="159153"/>
                    <a:pt x="47723" y="158090"/>
                  </a:cubicBezTo>
                  <a:lnTo>
                    <a:pt x="68653" y="158090"/>
                  </a:lnTo>
                  <a:cubicBezTo>
                    <a:pt x="99162" y="158090"/>
                    <a:pt x="138894" y="158090"/>
                    <a:pt x="138894" y="188557"/>
                  </a:cubicBezTo>
                  <a:cubicBezTo>
                    <a:pt x="138894" y="207688"/>
                    <a:pt x="113707" y="225401"/>
                    <a:pt x="78941" y="225401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54EC85B-DEFB-7E24-99C9-C0A1C3791428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9369227" y="5392593"/>
              <a:ext cx="137288" cy="162610"/>
            </a:xfrm>
            <a:custGeom>
              <a:avLst/>
              <a:gdLst>
                <a:gd name="connsiteX0" fmla="*/ 29991 w 137288"/>
                <a:gd name="connsiteY0" fmla="*/ 69522 h 162610"/>
                <a:gd name="connsiteX1" fmla="*/ 73980 w 137288"/>
                <a:gd name="connsiteY1" fmla="*/ 7879 h 162610"/>
                <a:gd name="connsiteX2" fmla="*/ 114066 w 137288"/>
                <a:gd name="connsiteY2" fmla="*/ 69522 h 162610"/>
                <a:gd name="connsiteX3" fmla="*/ 29991 w 137288"/>
                <a:gd name="connsiteY3" fmla="*/ 69522 h 162610"/>
                <a:gd name="connsiteX4" fmla="*/ 29636 w 137288"/>
                <a:gd name="connsiteY4" fmla="*/ 76962 h 162610"/>
                <a:gd name="connsiteX5" fmla="*/ 128611 w 137288"/>
                <a:gd name="connsiteY5" fmla="*/ 76962 h 162610"/>
                <a:gd name="connsiteX6" fmla="*/ 137480 w 137288"/>
                <a:gd name="connsiteY6" fmla="*/ 69522 h 162610"/>
                <a:gd name="connsiteX7" fmla="*/ 73980 w 137288"/>
                <a:gd name="connsiteY7" fmla="*/ 85 h 162610"/>
                <a:gd name="connsiteX8" fmla="*/ 192 w 137288"/>
                <a:gd name="connsiteY8" fmla="*/ 80859 h 162610"/>
                <a:gd name="connsiteX9" fmla="*/ 78237 w 137288"/>
                <a:gd name="connsiteY9" fmla="*/ 162695 h 162610"/>
                <a:gd name="connsiteX10" fmla="*/ 137480 w 137288"/>
                <a:gd name="connsiteY10" fmla="*/ 116640 h 162610"/>
                <a:gd name="connsiteX11" fmla="*/ 132868 w 137288"/>
                <a:gd name="connsiteY11" fmla="*/ 112389 h 162610"/>
                <a:gd name="connsiteX12" fmla="*/ 128256 w 137288"/>
                <a:gd name="connsiteY12" fmla="*/ 117349 h 162610"/>
                <a:gd name="connsiteX13" fmla="*/ 80365 w 137288"/>
                <a:gd name="connsiteY13" fmla="*/ 153839 h 162610"/>
                <a:gd name="connsiteX14" fmla="*/ 40278 w 137288"/>
                <a:gd name="connsiteY14" fmla="*/ 130102 h 162610"/>
                <a:gd name="connsiteX15" fmla="*/ 29636 w 137288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288" h="162610">
                  <a:moveTo>
                    <a:pt x="29991" y="69522"/>
                  </a:moveTo>
                  <a:cubicBezTo>
                    <a:pt x="32119" y="16735"/>
                    <a:pt x="61918" y="7879"/>
                    <a:pt x="73980" y="7879"/>
                  </a:cubicBezTo>
                  <a:cubicBezTo>
                    <a:pt x="110519" y="7879"/>
                    <a:pt x="114066" y="55705"/>
                    <a:pt x="114066" y="69522"/>
                  </a:cubicBezTo>
                  <a:lnTo>
                    <a:pt x="29991" y="69522"/>
                  </a:lnTo>
                  <a:close/>
                  <a:moveTo>
                    <a:pt x="29636" y="76962"/>
                  </a:moveTo>
                  <a:lnTo>
                    <a:pt x="128611" y="76962"/>
                  </a:lnTo>
                  <a:cubicBezTo>
                    <a:pt x="136416" y="76962"/>
                    <a:pt x="137480" y="76962"/>
                    <a:pt x="137480" y="69522"/>
                  </a:cubicBezTo>
                  <a:cubicBezTo>
                    <a:pt x="137480" y="34449"/>
                    <a:pt x="118323" y="85"/>
                    <a:pt x="73980" y="85"/>
                  </a:cubicBezTo>
                  <a:cubicBezTo>
                    <a:pt x="32829" y="85"/>
                    <a:pt x="192" y="36575"/>
                    <a:pt x="192" y="80859"/>
                  </a:cubicBezTo>
                  <a:cubicBezTo>
                    <a:pt x="192" y="128331"/>
                    <a:pt x="37440" y="162695"/>
                    <a:pt x="78237" y="162695"/>
                  </a:cubicBezTo>
                  <a:cubicBezTo>
                    <a:pt x="121516" y="162695"/>
                    <a:pt x="137480" y="123371"/>
                    <a:pt x="137480" y="116640"/>
                  </a:cubicBezTo>
                  <a:cubicBezTo>
                    <a:pt x="137480" y="113097"/>
                    <a:pt x="134642" y="112389"/>
                    <a:pt x="132868" y="112389"/>
                  </a:cubicBezTo>
                  <a:cubicBezTo>
                    <a:pt x="129675" y="112389"/>
                    <a:pt x="128966" y="114514"/>
                    <a:pt x="128256" y="117349"/>
                  </a:cubicBezTo>
                  <a:cubicBezTo>
                    <a:pt x="115840" y="153839"/>
                    <a:pt x="83913" y="153839"/>
                    <a:pt x="80365" y="153839"/>
                  </a:cubicBezTo>
                  <a:cubicBezTo>
                    <a:pt x="62628" y="153839"/>
                    <a:pt x="48438" y="143210"/>
                    <a:pt x="40278" y="130102"/>
                  </a:cubicBezTo>
                  <a:cubicBezTo>
                    <a:pt x="29636" y="113097"/>
                    <a:pt x="29636" y="89715"/>
                    <a:pt x="29636" y="76962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4CFE463-007C-A166-DE63-AC7924260F3B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9523702" y="5333430"/>
              <a:ext cx="111036" cy="221773"/>
            </a:xfrm>
            <a:custGeom>
              <a:avLst/>
              <a:gdLst>
                <a:gd name="connsiteX0" fmla="*/ 54827 w 111036"/>
                <a:gd name="connsiteY0" fmla="*/ 76253 h 221773"/>
                <a:gd name="connsiteX1" fmla="*/ 105557 w 111036"/>
                <a:gd name="connsiteY1" fmla="*/ 76253 h 221773"/>
                <a:gd name="connsiteX2" fmla="*/ 105557 w 111036"/>
                <a:gd name="connsiteY2" fmla="*/ 65271 h 221773"/>
                <a:gd name="connsiteX3" fmla="*/ 54827 w 111036"/>
                <a:gd name="connsiteY3" fmla="*/ 65271 h 221773"/>
                <a:gd name="connsiteX4" fmla="*/ 54827 w 111036"/>
                <a:gd name="connsiteY4" fmla="*/ 85 h 221773"/>
                <a:gd name="connsiteX5" fmla="*/ 45959 w 111036"/>
                <a:gd name="connsiteY5" fmla="*/ 85 h 221773"/>
                <a:gd name="connsiteX6" fmla="*/ 196 w 111036"/>
                <a:gd name="connsiteY6" fmla="*/ 68459 h 221773"/>
                <a:gd name="connsiteX7" fmla="*/ 196 w 111036"/>
                <a:gd name="connsiteY7" fmla="*/ 76253 h 221773"/>
                <a:gd name="connsiteX8" fmla="*/ 30350 w 111036"/>
                <a:gd name="connsiteY8" fmla="*/ 76253 h 221773"/>
                <a:gd name="connsiteX9" fmla="*/ 30350 w 111036"/>
                <a:gd name="connsiteY9" fmla="*/ 174032 h 221773"/>
                <a:gd name="connsiteX10" fmla="*/ 76112 w 111036"/>
                <a:gd name="connsiteY10" fmla="*/ 221859 h 221773"/>
                <a:gd name="connsiteX11" fmla="*/ 111233 w 111036"/>
                <a:gd name="connsiteY11" fmla="*/ 174032 h 221773"/>
                <a:gd name="connsiteX12" fmla="*/ 111233 w 111036"/>
                <a:gd name="connsiteY12" fmla="*/ 153839 h 221773"/>
                <a:gd name="connsiteX13" fmla="*/ 102364 w 111036"/>
                <a:gd name="connsiteY13" fmla="*/ 153839 h 221773"/>
                <a:gd name="connsiteX14" fmla="*/ 102364 w 111036"/>
                <a:gd name="connsiteY14" fmla="*/ 173323 h 221773"/>
                <a:gd name="connsiteX15" fmla="*/ 78596 w 111036"/>
                <a:gd name="connsiteY15" fmla="*/ 213002 h 221773"/>
                <a:gd name="connsiteX16" fmla="*/ 54827 w 111036"/>
                <a:gd name="connsiteY16" fmla="*/ 174741 h 221773"/>
                <a:gd name="connsiteX17" fmla="*/ 54827 w 111036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36" h="221773">
                  <a:moveTo>
                    <a:pt x="54827" y="76253"/>
                  </a:moveTo>
                  <a:lnTo>
                    <a:pt x="105557" y="76253"/>
                  </a:lnTo>
                  <a:lnTo>
                    <a:pt x="105557" y="65271"/>
                  </a:lnTo>
                  <a:lnTo>
                    <a:pt x="54827" y="65271"/>
                  </a:lnTo>
                  <a:lnTo>
                    <a:pt x="54827" y="85"/>
                  </a:lnTo>
                  <a:lnTo>
                    <a:pt x="45959" y="85"/>
                  </a:lnTo>
                  <a:cubicBezTo>
                    <a:pt x="45604" y="29135"/>
                    <a:pt x="34961" y="67042"/>
                    <a:pt x="196" y="68459"/>
                  </a:cubicBezTo>
                  <a:lnTo>
                    <a:pt x="196" y="76253"/>
                  </a:lnTo>
                  <a:lnTo>
                    <a:pt x="30350" y="76253"/>
                  </a:lnTo>
                  <a:lnTo>
                    <a:pt x="30350" y="174032"/>
                  </a:lnTo>
                  <a:cubicBezTo>
                    <a:pt x="30350" y="217607"/>
                    <a:pt x="63341" y="221859"/>
                    <a:pt x="76112" y="221859"/>
                  </a:cubicBezTo>
                  <a:cubicBezTo>
                    <a:pt x="101300" y="221859"/>
                    <a:pt x="111233" y="196705"/>
                    <a:pt x="111233" y="174032"/>
                  </a:cubicBezTo>
                  <a:lnTo>
                    <a:pt x="111233" y="153839"/>
                  </a:lnTo>
                  <a:lnTo>
                    <a:pt x="102364" y="153839"/>
                  </a:lnTo>
                  <a:lnTo>
                    <a:pt x="102364" y="173323"/>
                  </a:lnTo>
                  <a:cubicBezTo>
                    <a:pt x="102364" y="199540"/>
                    <a:pt x="91721" y="213002"/>
                    <a:pt x="78596" y="213002"/>
                  </a:cubicBezTo>
                  <a:cubicBezTo>
                    <a:pt x="54827" y="213002"/>
                    <a:pt x="54827" y="180763"/>
                    <a:pt x="54827" y="174741"/>
                  </a:cubicBezTo>
                  <a:lnTo>
                    <a:pt x="54827" y="76253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3FDBA37-DE1F-D36A-6413-5B06AC5D3E5A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9685429" y="5398616"/>
              <a:ext cx="37603" cy="152691"/>
            </a:xfrm>
            <a:custGeom>
              <a:avLst/>
              <a:gdLst>
                <a:gd name="connsiteX0" fmla="*/ 37803 w 37603"/>
                <a:gd name="connsiteY0" fmla="*/ 18861 h 152691"/>
                <a:gd name="connsiteX1" fmla="*/ 19002 w 37603"/>
                <a:gd name="connsiteY1" fmla="*/ 85 h 152691"/>
                <a:gd name="connsiteX2" fmla="*/ 200 w 37603"/>
                <a:gd name="connsiteY2" fmla="*/ 18861 h 152691"/>
                <a:gd name="connsiteX3" fmla="*/ 19002 w 37603"/>
                <a:gd name="connsiteY3" fmla="*/ 37637 h 152691"/>
                <a:gd name="connsiteX4" fmla="*/ 37803 w 37603"/>
                <a:gd name="connsiteY4" fmla="*/ 18861 h 152691"/>
                <a:gd name="connsiteX5" fmla="*/ 37803 w 37603"/>
                <a:gd name="connsiteY5" fmla="*/ 133999 h 152691"/>
                <a:gd name="connsiteX6" fmla="*/ 19002 w 37603"/>
                <a:gd name="connsiteY6" fmla="*/ 115223 h 152691"/>
                <a:gd name="connsiteX7" fmla="*/ 200 w 37603"/>
                <a:gd name="connsiteY7" fmla="*/ 133999 h 152691"/>
                <a:gd name="connsiteX8" fmla="*/ 19002 w 37603"/>
                <a:gd name="connsiteY8" fmla="*/ 152776 h 152691"/>
                <a:gd name="connsiteX9" fmla="*/ 37803 w 37603"/>
                <a:gd name="connsiteY9" fmla="*/ 133999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603" h="152691">
                  <a:moveTo>
                    <a:pt x="37803" y="18861"/>
                  </a:moveTo>
                  <a:cubicBezTo>
                    <a:pt x="37803" y="8587"/>
                    <a:pt x="29289" y="85"/>
                    <a:pt x="19002" y="85"/>
                  </a:cubicBezTo>
                  <a:cubicBezTo>
                    <a:pt x="8714" y="85"/>
                    <a:pt x="200" y="8587"/>
                    <a:pt x="200" y="18861"/>
                  </a:cubicBezTo>
                  <a:cubicBezTo>
                    <a:pt x="200" y="29135"/>
                    <a:pt x="8714" y="37637"/>
                    <a:pt x="19002" y="37637"/>
                  </a:cubicBezTo>
                  <a:cubicBezTo>
                    <a:pt x="29289" y="37637"/>
                    <a:pt x="37803" y="29135"/>
                    <a:pt x="37803" y="18861"/>
                  </a:cubicBezTo>
                  <a:close/>
                  <a:moveTo>
                    <a:pt x="37803" y="133999"/>
                  </a:moveTo>
                  <a:cubicBezTo>
                    <a:pt x="37803" y="123725"/>
                    <a:pt x="29289" y="115223"/>
                    <a:pt x="19002" y="115223"/>
                  </a:cubicBezTo>
                  <a:cubicBezTo>
                    <a:pt x="8714" y="115223"/>
                    <a:pt x="200" y="123725"/>
                    <a:pt x="200" y="133999"/>
                  </a:cubicBezTo>
                  <a:cubicBezTo>
                    <a:pt x="200" y="144273"/>
                    <a:pt x="8714" y="152776"/>
                    <a:pt x="19002" y="152776"/>
                  </a:cubicBezTo>
                  <a:cubicBezTo>
                    <a:pt x="29289" y="152776"/>
                    <a:pt x="37803" y="144273"/>
                    <a:pt x="37803" y="133999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5098CEA-D4B2-3ADB-5960-21E41A618E46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0122402" y="5394719"/>
              <a:ext cx="162475" cy="160484"/>
            </a:xfrm>
            <a:custGeom>
              <a:avLst/>
              <a:gdLst>
                <a:gd name="connsiteX0" fmla="*/ 118344 w 162475"/>
                <a:gd name="connsiteY0" fmla="*/ 22758 h 160484"/>
                <a:gd name="connsiteX1" fmla="*/ 85707 w 162475"/>
                <a:gd name="connsiteY1" fmla="*/ 85 h 160484"/>
                <a:gd name="connsiteX2" fmla="*/ 213 w 162475"/>
                <a:gd name="connsiteY2" fmla="*/ 103886 h 160484"/>
                <a:gd name="connsiteX3" fmla="*/ 47394 w 162475"/>
                <a:gd name="connsiteY3" fmla="*/ 160570 h 160484"/>
                <a:gd name="connsiteX4" fmla="*/ 93512 w 162475"/>
                <a:gd name="connsiteY4" fmla="*/ 133999 h 160484"/>
                <a:gd name="connsiteX5" fmla="*/ 125794 w 162475"/>
                <a:gd name="connsiteY5" fmla="*/ 160570 h 160484"/>
                <a:gd name="connsiteX6" fmla="*/ 152046 w 162475"/>
                <a:gd name="connsiteY6" fmla="*/ 141085 h 160484"/>
                <a:gd name="connsiteX7" fmla="*/ 162688 w 162475"/>
                <a:gd name="connsiteY7" fmla="*/ 106012 h 160484"/>
                <a:gd name="connsiteX8" fmla="*/ 158431 w 162475"/>
                <a:gd name="connsiteY8" fmla="*/ 102469 h 160484"/>
                <a:gd name="connsiteX9" fmla="*/ 153465 w 162475"/>
                <a:gd name="connsiteY9" fmla="*/ 108846 h 160484"/>
                <a:gd name="connsiteX10" fmla="*/ 126504 w 162475"/>
                <a:gd name="connsiteY10" fmla="*/ 152776 h 160484"/>
                <a:gd name="connsiteX11" fmla="*/ 115861 w 162475"/>
                <a:gd name="connsiteY11" fmla="*/ 136479 h 160484"/>
                <a:gd name="connsiteX12" fmla="*/ 120473 w 162475"/>
                <a:gd name="connsiteY12" fmla="*/ 110263 h 160484"/>
                <a:gd name="connsiteX13" fmla="*/ 128277 w 162475"/>
                <a:gd name="connsiteY13" fmla="*/ 78379 h 160484"/>
                <a:gd name="connsiteX14" fmla="*/ 141048 w 162475"/>
                <a:gd name="connsiteY14" fmla="*/ 28781 h 160484"/>
                <a:gd name="connsiteX15" fmla="*/ 143532 w 162475"/>
                <a:gd name="connsiteY15" fmla="*/ 16735 h 160484"/>
                <a:gd name="connsiteX16" fmla="*/ 133244 w 162475"/>
                <a:gd name="connsiteY16" fmla="*/ 7170 h 160484"/>
                <a:gd name="connsiteX17" fmla="*/ 118344 w 162475"/>
                <a:gd name="connsiteY17" fmla="*/ 22758 h 160484"/>
                <a:gd name="connsiteX18" fmla="*/ 95286 w 162475"/>
                <a:gd name="connsiteY18" fmla="*/ 114514 h 160484"/>
                <a:gd name="connsiteX19" fmla="*/ 88191 w 162475"/>
                <a:gd name="connsiteY19" fmla="*/ 127622 h 160484"/>
                <a:gd name="connsiteX20" fmla="*/ 48104 w 162475"/>
                <a:gd name="connsiteY20" fmla="*/ 152776 h 160484"/>
                <a:gd name="connsiteX21" fmla="*/ 25400 w 162475"/>
                <a:gd name="connsiteY21" fmla="*/ 119474 h 160484"/>
                <a:gd name="connsiteX22" fmla="*/ 44911 w 162475"/>
                <a:gd name="connsiteY22" fmla="*/ 41889 h 160484"/>
                <a:gd name="connsiteX23" fmla="*/ 86062 w 162475"/>
                <a:gd name="connsiteY23" fmla="*/ 7879 h 160484"/>
                <a:gd name="connsiteX24" fmla="*/ 114087 w 162475"/>
                <a:gd name="connsiteY24" fmla="*/ 39055 h 160484"/>
                <a:gd name="connsiteX25" fmla="*/ 113023 w 162475"/>
                <a:gd name="connsiteY25" fmla="*/ 45077 h 160484"/>
                <a:gd name="connsiteX26" fmla="*/ 95286 w 162475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475" h="160484">
                  <a:moveTo>
                    <a:pt x="118344" y="22758"/>
                  </a:moveTo>
                  <a:cubicBezTo>
                    <a:pt x="111959" y="9650"/>
                    <a:pt x="101671" y="85"/>
                    <a:pt x="85707" y="85"/>
                  </a:cubicBezTo>
                  <a:cubicBezTo>
                    <a:pt x="44202" y="85"/>
                    <a:pt x="213" y="52163"/>
                    <a:pt x="213" y="103886"/>
                  </a:cubicBezTo>
                  <a:cubicBezTo>
                    <a:pt x="213" y="137188"/>
                    <a:pt x="19724" y="160570"/>
                    <a:pt x="47394" y="160570"/>
                  </a:cubicBezTo>
                  <a:cubicBezTo>
                    <a:pt x="54489" y="160570"/>
                    <a:pt x="72227" y="159153"/>
                    <a:pt x="93512" y="133999"/>
                  </a:cubicBezTo>
                  <a:cubicBezTo>
                    <a:pt x="96350" y="148879"/>
                    <a:pt x="108766" y="160570"/>
                    <a:pt x="125794" y="160570"/>
                  </a:cubicBezTo>
                  <a:cubicBezTo>
                    <a:pt x="138210" y="160570"/>
                    <a:pt x="146370" y="152421"/>
                    <a:pt x="152046" y="141085"/>
                  </a:cubicBezTo>
                  <a:cubicBezTo>
                    <a:pt x="158076" y="128331"/>
                    <a:pt x="162688" y="106720"/>
                    <a:pt x="162688" y="106012"/>
                  </a:cubicBezTo>
                  <a:cubicBezTo>
                    <a:pt x="162688" y="102469"/>
                    <a:pt x="159495" y="102469"/>
                    <a:pt x="158431" y="102469"/>
                  </a:cubicBezTo>
                  <a:cubicBezTo>
                    <a:pt x="154884" y="102469"/>
                    <a:pt x="154529" y="103886"/>
                    <a:pt x="153465" y="108846"/>
                  </a:cubicBezTo>
                  <a:cubicBezTo>
                    <a:pt x="147434" y="131874"/>
                    <a:pt x="141048" y="152776"/>
                    <a:pt x="126504" y="152776"/>
                  </a:cubicBezTo>
                  <a:cubicBezTo>
                    <a:pt x="116925" y="152776"/>
                    <a:pt x="115861" y="143565"/>
                    <a:pt x="115861" y="136479"/>
                  </a:cubicBezTo>
                  <a:cubicBezTo>
                    <a:pt x="115861" y="128685"/>
                    <a:pt x="116571" y="125851"/>
                    <a:pt x="120473" y="110263"/>
                  </a:cubicBezTo>
                  <a:cubicBezTo>
                    <a:pt x="124375" y="95384"/>
                    <a:pt x="125085" y="91841"/>
                    <a:pt x="128277" y="78379"/>
                  </a:cubicBezTo>
                  <a:lnTo>
                    <a:pt x="141048" y="28781"/>
                  </a:lnTo>
                  <a:cubicBezTo>
                    <a:pt x="143532" y="18861"/>
                    <a:pt x="143532" y="18153"/>
                    <a:pt x="143532" y="16735"/>
                  </a:cubicBezTo>
                  <a:cubicBezTo>
                    <a:pt x="143532" y="10713"/>
                    <a:pt x="139275" y="7170"/>
                    <a:pt x="133244" y="7170"/>
                  </a:cubicBezTo>
                  <a:cubicBezTo>
                    <a:pt x="124730" y="7170"/>
                    <a:pt x="119409" y="14964"/>
                    <a:pt x="118344" y="22758"/>
                  </a:cubicBezTo>
                  <a:close/>
                  <a:moveTo>
                    <a:pt x="95286" y="114514"/>
                  </a:moveTo>
                  <a:cubicBezTo>
                    <a:pt x="93512" y="120891"/>
                    <a:pt x="93512" y="121600"/>
                    <a:pt x="88191" y="127622"/>
                  </a:cubicBezTo>
                  <a:cubicBezTo>
                    <a:pt x="72582" y="147107"/>
                    <a:pt x="58037" y="152776"/>
                    <a:pt x="48104" y="152776"/>
                  </a:cubicBezTo>
                  <a:cubicBezTo>
                    <a:pt x="30366" y="152776"/>
                    <a:pt x="25400" y="133291"/>
                    <a:pt x="25400" y="119474"/>
                  </a:cubicBezTo>
                  <a:cubicBezTo>
                    <a:pt x="25400" y="101761"/>
                    <a:pt x="36752" y="58185"/>
                    <a:pt x="44911" y="41889"/>
                  </a:cubicBezTo>
                  <a:cubicBezTo>
                    <a:pt x="55908" y="20987"/>
                    <a:pt x="71872" y="7879"/>
                    <a:pt x="86062" y="7879"/>
                  </a:cubicBezTo>
                  <a:cubicBezTo>
                    <a:pt x="109121" y="7879"/>
                    <a:pt x="114087" y="36929"/>
                    <a:pt x="114087" y="39055"/>
                  </a:cubicBezTo>
                  <a:cubicBezTo>
                    <a:pt x="114087" y="41180"/>
                    <a:pt x="113378" y="43306"/>
                    <a:pt x="113023" y="45077"/>
                  </a:cubicBezTo>
                  <a:lnTo>
                    <a:pt x="95286" y="114514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5F469C9-A8C2-8431-105C-9561BFD64152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0308642" y="5439782"/>
              <a:ext cx="115222" cy="169625"/>
            </a:xfrm>
            <a:custGeom>
              <a:avLst/>
              <a:gdLst>
                <a:gd name="connsiteX0" fmla="*/ 115441 w 115222"/>
                <a:gd name="connsiteY0" fmla="*/ 85643 h 169625"/>
                <a:gd name="connsiteX1" fmla="*/ 100790 w 115222"/>
                <a:gd name="connsiteY1" fmla="*/ 21413 h 169625"/>
                <a:gd name="connsiteX2" fmla="*/ 57829 w 115222"/>
                <a:gd name="connsiteY2" fmla="*/ 86 h 169625"/>
                <a:gd name="connsiteX3" fmla="*/ 218 w 115222"/>
                <a:gd name="connsiteY3" fmla="*/ 85643 h 169625"/>
                <a:gd name="connsiteX4" fmla="*/ 57829 w 115222"/>
                <a:gd name="connsiteY4" fmla="*/ 169711 h 169625"/>
                <a:gd name="connsiteX5" fmla="*/ 115441 w 115222"/>
                <a:gd name="connsiteY5" fmla="*/ 85643 h 169625"/>
                <a:gd name="connsiteX6" fmla="*/ 57829 w 115222"/>
                <a:gd name="connsiteY6" fmla="*/ 162768 h 169625"/>
                <a:gd name="connsiteX7" fmla="*/ 26292 w 115222"/>
                <a:gd name="connsiteY7" fmla="*/ 135737 h 169625"/>
                <a:gd name="connsiteX8" fmla="*/ 22815 w 115222"/>
                <a:gd name="connsiteY8" fmla="*/ 82419 h 169625"/>
                <a:gd name="connsiteX9" fmla="*/ 26540 w 115222"/>
                <a:gd name="connsiteY9" fmla="*/ 31829 h 169625"/>
                <a:gd name="connsiteX10" fmla="*/ 57829 w 115222"/>
                <a:gd name="connsiteY10" fmla="*/ 7030 h 169625"/>
                <a:gd name="connsiteX11" fmla="*/ 88622 w 115222"/>
                <a:gd name="connsiteY11" fmla="*/ 29597 h 169625"/>
                <a:gd name="connsiteX12" fmla="*/ 92843 w 115222"/>
                <a:gd name="connsiteY12" fmla="*/ 82419 h 169625"/>
                <a:gd name="connsiteX13" fmla="*/ 89615 w 115222"/>
                <a:gd name="connsiteY13" fmla="*/ 134745 h 169625"/>
                <a:gd name="connsiteX14" fmla="*/ 57829 w 115222"/>
                <a:gd name="connsiteY14" fmla="*/ 162768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222" h="169625">
                  <a:moveTo>
                    <a:pt x="115441" y="85643"/>
                  </a:moveTo>
                  <a:cubicBezTo>
                    <a:pt x="115441" y="58364"/>
                    <a:pt x="112212" y="38773"/>
                    <a:pt x="100790" y="21413"/>
                  </a:cubicBezTo>
                  <a:cubicBezTo>
                    <a:pt x="93091" y="10006"/>
                    <a:pt x="77695" y="86"/>
                    <a:pt x="57829" y="86"/>
                  </a:cubicBezTo>
                  <a:cubicBezTo>
                    <a:pt x="218" y="86"/>
                    <a:pt x="218" y="67787"/>
                    <a:pt x="218" y="85643"/>
                  </a:cubicBezTo>
                  <a:cubicBezTo>
                    <a:pt x="218" y="103498"/>
                    <a:pt x="218" y="169711"/>
                    <a:pt x="57829" y="169711"/>
                  </a:cubicBezTo>
                  <a:cubicBezTo>
                    <a:pt x="115441" y="169711"/>
                    <a:pt x="115441" y="103498"/>
                    <a:pt x="115441" y="85643"/>
                  </a:cubicBezTo>
                  <a:close/>
                  <a:moveTo>
                    <a:pt x="57829" y="162768"/>
                  </a:moveTo>
                  <a:cubicBezTo>
                    <a:pt x="46406" y="162768"/>
                    <a:pt x="31258" y="156072"/>
                    <a:pt x="26292" y="135737"/>
                  </a:cubicBezTo>
                  <a:cubicBezTo>
                    <a:pt x="22815" y="121105"/>
                    <a:pt x="22815" y="100770"/>
                    <a:pt x="22815" y="82419"/>
                  </a:cubicBezTo>
                  <a:cubicBezTo>
                    <a:pt x="22815" y="64316"/>
                    <a:pt x="22815" y="45468"/>
                    <a:pt x="26540" y="31829"/>
                  </a:cubicBezTo>
                  <a:cubicBezTo>
                    <a:pt x="31755" y="12238"/>
                    <a:pt x="47648" y="7030"/>
                    <a:pt x="57829" y="7030"/>
                  </a:cubicBezTo>
                  <a:cubicBezTo>
                    <a:pt x="71239" y="7030"/>
                    <a:pt x="84152" y="15214"/>
                    <a:pt x="88622" y="29597"/>
                  </a:cubicBezTo>
                  <a:cubicBezTo>
                    <a:pt x="92595" y="42988"/>
                    <a:pt x="92843" y="60844"/>
                    <a:pt x="92843" y="82419"/>
                  </a:cubicBezTo>
                  <a:cubicBezTo>
                    <a:pt x="92843" y="100770"/>
                    <a:pt x="92843" y="119121"/>
                    <a:pt x="89615" y="134745"/>
                  </a:cubicBezTo>
                  <a:cubicBezTo>
                    <a:pt x="84648" y="157312"/>
                    <a:pt x="67762" y="162768"/>
                    <a:pt x="57829" y="162768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A06C06F-9C71-DDDD-9F12-C9F3C05AFFE4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0573280" y="5421289"/>
              <a:ext cx="235908" cy="82899"/>
            </a:xfrm>
            <a:custGeom>
              <a:avLst/>
              <a:gdLst>
                <a:gd name="connsiteX0" fmla="*/ 224072 w 235908"/>
                <a:gd name="connsiteY0" fmla="*/ 14256 h 82899"/>
                <a:gd name="connsiteX1" fmla="*/ 236134 w 235908"/>
                <a:gd name="connsiteY1" fmla="*/ 7170 h 82899"/>
                <a:gd name="connsiteX2" fmla="*/ 224427 w 235908"/>
                <a:gd name="connsiteY2" fmla="*/ 85 h 82899"/>
                <a:gd name="connsiteX3" fmla="*/ 11932 w 235908"/>
                <a:gd name="connsiteY3" fmla="*/ 85 h 82899"/>
                <a:gd name="connsiteX4" fmla="*/ 225 w 235908"/>
                <a:gd name="connsiteY4" fmla="*/ 7170 h 82899"/>
                <a:gd name="connsiteX5" fmla="*/ 12287 w 235908"/>
                <a:gd name="connsiteY5" fmla="*/ 14256 h 82899"/>
                <a:gd name="connsiteX6" fmla="*/ 224072 w 235908"/>
                <a:gd name="connsiteY6" fmla="*/ 14256 h 82899"/>
                <a:gd name="connsiteX7" fmla="*/ 224427 w 235908"/>
                <a:gd name="connsiteY7" fmla="*/ 82984 h 82899"/>
                <a:gd name="connsiteX8" fmla="*/ 236134 w 235908"/>
                <a:gd name="connsiteY8" fmla="*/ 75899 h 82899"/>
                <a:gd name="connsiteX9" fmla="*/ 224072 w 235908"/>
                <a:gd name="connsiteY9" fmla="*/ 68813 h 82899"/>
                <a:gd name="connsiteX10" fmla="*/ 12287 w 235908"/>
                <a:gd name="connsiteY10" fmla="*/ 68813 h 82899"/>
                <a:gd name="connsiteX11" fmla="*/ 225 w 235908"/>
                <a:gd name="connsiteY11" fmla="*/ 75899 h 82899"/>
                <a:gd name="connsiteX12" fmla="*/ 11932 w 235908"/>
                <a:gd name="connsiteY12" fmla="*/ 82984 h 82899"/>
                <a:gd name="connsiteX13" fmla="*/ 224427 w 235908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908" h="82899">
                  <a:moveTo>
                    <a:pt x="224072" y="14256"/>
                  </a:moveTo>
                  <a:cubicBezTo>
                    <a:pt x="229394" y="14256"/>
                    <a:pt x="236134" y="14256"/>
                    <a:pt x="236134" y="7170"/>
                  </a:cubicBezTo>
                  <a:cubicBezTo>
                    <a:pt x="236134" y="85"/>
                    <a:pt x="229394" y="85"/>
                    <a:pt x="224427" y="85"/>
                  </a:cubicBezTo>
                  <a:lnTo>
                    <a:pt x="11932" y="85"/>
                  </a:lnTo>
                  <a:cubicBezTo>
                    <a:pt x="6965" y="85"/>
                    <a:pt x="225" y="85"/>
                    <a:pt x="225" y="7170"/>
                  </a:cubicBezTo>
                  <a:cubicBezTo>
                    <a:pt x="225" y="14256"/>
                    <a:pt x="6965" y="14256"/>
                    <a:pt x="12287" y="14256"/>
                  </a:cubicBezTo>
                  <a:lnTo>
                    <a:pt x="224072" y="14256"/>
                  </a:lnTo>
                  <a:close/>
                  <a:moveTo>
                    <a:pt x="224427" y="82984"/>
                  </a:moveTo>
                  <a:cubicBezTo>
                    <a:pt x="229394" y="82984"/>
                    <a:pt x="236134" y="82984"/>
                    <a:pt x="236134" y="75899"/>
                  </a:cubicBezTo>
                  <a:cubicBezTo>
                    <a:pt x="236134" y="68813"/>
                    <a:pt x="229394" y="68813"/>
                    <a:pt x="224072" y="68813"/>
                  </a:cubicBezTo>
                  <a:lnTo>
                    <a:pt x="12287" y="68813"/>
                  </a:lnTo>
                  <a:cubicBezTo>
                    <a:pt x="6965" y="68813"/>
                    <a:pt x="225" y="68813"/>
                    <a:pt x="225" y="75899"/>
                  </a:cubicBezTo>
                  <a:cubicBezTo>
                    <a:pt x="225" y="82984"/>
                    <a:pt x="6965" y="82984"/>
                    <a:pt x="11932" y="82984"/>
                  </a:cubicBezTo>
                  <a:lnTo>
                    <a:pt x="224427" y="82984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DD40432-27F1-2F49-DA93-821F6A6F2E11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0957315" y="5455654"/>
              <a:ext cx="216752" cy="14170"/>
            </a:xfrm>
            <a:custGeom>
              <a:avLst/>
              <a:gdLst>
                <a:gd name="connsiteX0" fmla="*/ 204572 w 216752"/>
                <a:gd name="connsiteY0" fmla="*/ 14256 h 14170"/>
                <a:gd name="connsiteX1" fmla="*/ 216988 w 216752"/>
                <a:gd name="connsiteY1" fmla="*/ 7170 h 14170"/>
                <a:gd name="connsiteX2" fmla="*/ 204572 w 216752"/>
                <a:gd name="connsiteY2" fmla="*/ 85 h 14170"/>
                <a:gd name="connsiteX3" fmla="*/ 12652 w 216752"/>
                <a:gd name="connsiteY3" fmla="*/ 85 h 14170"/>
                <a:gd name="connsiteX4" fmla="*/ 236 w 216752"/>
                <a:gd name="connsiteY4" fmla="*/ 7170 h 14170"/>
                <a:gd name="connsiteX5" fmla="*/ 12652 w 216752"/>
                <a:gd name="connsiteY5" fmla="*/ 14256 h 14170"/>
                <a:gd name="connsiteX6" fmla="*/ 204572 w 216752"/>
                <a:gd name="connsiteY6" fmla="*/ 14256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752" h="14170">
                  <a:moveTo>
                    <a:pt x="204572" y="14256"/>
                  </a:moveTo>
                  <a:cubicBezTo>
                    <a:pt x="210602" y="14256"/>
                    <a:pt x="216988" y="14256"/>
                    <a:pt x="216988" y="7170"/>
                  </a:cubicBezTo>
                  <a:cubicBezTo>
                    <a:pt x="216988" y="85"/>
                    <a:pt x="210602" y="85"/>
                    <a:pt x="204572" y="85"/>
                  </a:cubicBezTo>
                  <a:lnTo>
                    <a:pt x="12652" y="85"/>
                  </a:lnTo>
                  <a:cubicBezTo>
                    <a:pt x="6621" y="85"/>
                    <a:pt x="236" y="85"/>
                    <a:pt x="236" y="7170"/>
                  </a:cubicBezTo>
                  <a:cubicBezTo>
                    <a:pt x="236" y="14256"/>
                    <a:pt x="6621" y="14256"/>
                    <a:pt x="12652" y="14256"/>
                  </a:cubicBezTo>
                  <a:lnTo>
                    <a:pt x="204572" y="14256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CB7F279-4BF2-50F4-20E6-AC5E26C8DA14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1217624" y="5315362"/>
              <a:ext cx="149349" cy="243738"/>
            </a:xfrm>
            <a:custGeom>
              <a:avLst/>
              <a:gdLst>
                <a:gd name="connsiteX0" fmla="*/ 149593 w 149349"/>
                <a:gd name="connsiteY0" fmla="*/ 122663 h 243738"/>
                <a:gd name="connsiteX1" fmla="*/ 135403 w 149349"/>
                <a:gd name="connsiteY1" fmla="*/ 39763 h 243738"/>
                <a:gd name="connsiteX2" fmla="*/ 75096 w 149349"/>
                <a:gd name="connsiteY2" fmla="*/ 85 h 243738"/>
                <a:gd name="connsiteX3" fmla="*/ 13369 w 149349"/>
                <a:gd name="connsiteY3" fmla="*/ 42243 h 243738"/>
                <a:gd name="connsiteX4" fmla="*/ 243 w 149349"/>
                <a:gd name="connsiteY4" fmla="*/ 122663 h 243738"/>
                <a:gd name="connsiteX5" fmla="*/ 16207 w 149349"/>
                <a:gd name="connsiteY5" fmla="*/ 208042 h 243738"/>
                <a:gd name="connsiteX6" fmla="*/ 74741 w 149349"/>
                <a:gd name="connsiteY6" fmla="*/ 243823 h 243738"/>
                <a:gd name="connsiteX7" fmla="*/ 136467 w 149349"/>
                <a:gd name="connsiteY7" fmla="*/ 202728 h 243738"/>
                <a:gd name="connsiteX8" fmla="*/ 149593 w 149349"/>
                <a:gd name="connsiteY8" fmla="*/ 122663 h 243738"/>
                <a:gd name="connsiteX9" fmla="*/ 74741 w 149349"/>
                <a:gd name="connsiteY9" fmla="*/ 236029 h 243738"/>
                <a:gd name="connsiteX10" fmla="*/ 33590 w 149349"/>
                <a:gd name="connsiteY10" fmla="*/ 193163 h 243738"/>
                <a:gd name="connsiteX11" fmla="*/ 29688 w 149349"/>
                <a:gd name="connsiteY11" fmla="*/ 118411 h 243738"/>
                <a:gd name="connsiteX12" fmla="*/ 32526 w 149349"/>
                <a:gd name="connsiteY12" fmla="*/ 53225 h 243738"/>
                <a:gd name="connsiteX13" fmla="*/ 74741 w 149349"/>
                <a:gd name="connsiteY13" fmla="*/ 7879 h 243738"/>
                <a:gd name="connsiteX14" fmla="*/ 116601 w 149349"/>
                <a:gd name="connsiteY14" fmla="*/ 49328 h 243738"/>
                <a:gd name="connsiteX15" fmla="*/ 120149 w 149349"/>
                <a:gd name="connsiteY15" fmla="*/ 118411 h 243738"/>
                <a:gd name="connsiteX16" fmla="*/ 116247 w 149349"/>
                <a:gd name="connsiteY16" fmla="*/ 191746 h 243738"/>
                <a:gd name="connsiteX17" fmla="*/ 74741 w 149349"/>
                <a:gd name="connsiteY17" fmla="*/ 236029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349" h="243738">
                  <a:moveTo>
                    <a:pt x="149593" y="122663"/>
                  </a:moveTo>
                  <a:cubicBezTo>
                    <a:pt x="149593" y="94321"/>
                    <a:pt x="147819" y="65979"/>
                    <a:pt x="135403" y="39763"/>
                  </a:cubicBezTo>
                  <a:cubicBezTo>
                    <a:pt x="119085" y="5753"/>
                    <a:pt x="89995" y="85"/>
                    <a:pt x="75096" y="85"/>
                  </a:cubicBezTo>
                  <a:cubicBezTo>
                    <a:pt x="53811" y="85"/>
                    <a:pt x="27914" y="9296"/>
                    <a:pt x="13369" y="42243"/>
                  </a:cubicBezTo>
                  <a:cubicBezTo>
                    <a:pt x="2017" y="66688"/>
                    <a:pt x="243" y="94321"/>
                    <a:pt x="243" y="122663"/>
                  </a:cubicBezTo>
                  <a:cubicBezTo>
                    <a:pt x="243" y="149233"/>
                    <a:pt x="1662" y="181117"/>
                    <a:pt x="16207" y="208042"/>
                  </a:cubicBezTo>
                  <a:cubicBezTo>
                    <a:pt x="31461" y="236738"/>
                    <a:pt x="57358" y="243823"/>
                    <a:pt x="74741" y="243823"/>
                  </a:cubicBezTo>
                  <a:cubicBezTo>
                    <a:pt x="93897" y="243823"/>
                    <a:pt x="120858" y="236384"/>
                    <a:pt x="136467" y="202728"/>
                  </a:cubicBezTo>
                  <a:cubicBezTo>
                    <a:pt x="147819" y="178283"/>
                    <a:pt x="149593" y="150650"/>
                    <a:pt x="149593" y="122663"/>
                  </a:cubicBezTo>
                  <a:close/>
                  <a:moveTo>
                    <a:pt x="74741" y="236029"/>
                  </a:moveTo>
                  <a:cubicBezTo>
                    <a:pt x="60906" y="236029"/>
                    <a:pt x="39975" y="227173"/>
                    <a:pt x="33590" y="193163"/>
                  </a:cubicBezTo>
                  <a:cubicBezTo>
                    <a:pt x="29688" y="171906"/>
                    <a:pt x="29688" y="139313"/>
                    <a:pt x="29688" y="118411"/>
                  </a:cubicBezTo>
                  <a:cubicBezTo>
                    <a:pt x="29688" y="95738"/>
                    <a:pt x="29688" y="72356"/>
                    <a:pt x="32526" y="53225"/>
                  </a:cubicBezTo>
                  <a:cubicBezTo>
                    <a:pt x="39266" y="11067"/>
                    <a:pt x="65872" y="7879"/>
                    <a:pt x="74741" y="7879"/>
                  </a:cubicBezTo>
                  <a:cubicBezTo>
                    <a:pt x="86448" y="7879"/>
                    <a:pt x="109861" y="14256"/>
                    <a:pt x="116601" y="49328"/>
                  </a:cubicBezTo>
                  <a:cubicBezTo>
                    <a:pt x="120149" y="69168"/>
                    <a:pt x="120149" y="96092"/>
                    <a:pt x="120149" y="118411"/>
                  </a:cubicBezTo>
                  <a:cubicBezTo>
                    <a:pt x="120149" y="144982"/>
                    <a:pt x="120149" y="169072"/>
                    <a:pt x="116247" y="191746"/>
                  </a:cubicBezTo>
                  <a:cubicBezTo>
                    <a:pt x="110925" y="225401"/>
                    <a:pt x="90705" y="236029"/>
                    <a:pt x="74741" y="236029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FAF03FB-D2EB-01A6-DBE6-D386BD19D69E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1411673" y="5513754"/>
              <a:ext cx="37603" cy="37552"/>
            </a:xfrm>
            <a:custGeom>
              <a:avLst/>
              <a:gdLst>
                <a:gd name="connsiteX0" fmla="*/ 37852 w 37603"/>
                <a:gd name="connsiteY0" fmla="*/ 18861 h 37552"/>
                <a:gd name="connsiteX1" fmla="*/ 19050 w 37603"/>
                <a:gd name="connsiteY1" fmla="*/ 85 h 37552"/>
                <a:gd name="connsiteX2" fmla="*/ 248 w 37603"/>
                <a:gd name="connsiteY2" fmla="*/ 18861 h 37552"/>
                <a:gd name="connsiteX3" fmla="*/ 19050 w 37603"/>
                <a:gd name="connsiteY3" fmla="*/ 37637 h 37552"/>
                <a:gd name="connsiteX4" fmla="*/ 37852 w 37603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03" h="37552">
                  <a:moveTo>
                    <a:pt x="37852" y="18861"/>
                  </a:moveTo>
                  <a:cubicBezTo>
                    <a:pt x="37852" y="8587"/>
                    <a:pt x="29338" y="85"/>
                    <a:pt x="19050" y="85"/>
                  </a:cubicBezTo>
                  <a:cubicBezTo>
                    <a:pt x="8762" y="85"/>
                    <a:pt x="248" y="8587"/>
                    <a:pt x="248" y="18861"/>
                  </a:cubicBezTo>
                  <a:cubicBezTo>
                    <a:pt x="248" y="29135"/>
                    <a:pt x="8762" y="37637"/>
                    <a:pt x="19050" y="37637"/>
                  </a:cubicBezTo>
                  <a:cubicBezTo>
                    <a:pt x="29338" y="37637"/>
                    <a:pt x="37852" y="29135"/>
                    <a:pt x="37852" y="18861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98B5A82-46CB-52C0-7DDE-D986CB2A9BDD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1494606" y="5315362"/>
              <a:ext cx="147221" cy="243738"/>
            </a:xfrm>
            <a:custGeom>
              <a:avLst/>
              <a:gdLst>
                <a:gd name="connsiteX0" fmla="*/ 88229 w 147221"/>
                <a:gd name="connsiteY0" fmla="*/ 111326 h 243738"/>
                <a:gd name="connsiteX1" fmla="*/ 137894 w 147221"/>
                <a:gd name="connsiteY1" fmla="*/ 48974 h 243738"/>
                <a:gd name="connsiteX2" fmla="*/ 72620 w 147221"/>
                <a:gd name="connsiteY2" fmla="*/ 85 h 243738"/>
                <a:gd name="connsiteX3" fmla="*/ 9829 w 147221"/>
                <a:gd name="connsiteY3" fmla="*/ 48266 h 243738"/>
                <a:gd name="connsiteX4" fmla="*/ 27922 w 147221"/>
                <a:gd name="connsiteY4" fmla="*/ 66688 h 243738"/>
                <a:gd name="connsiteX5" fmla="*/ 46014 w 147221"/>
                <a:gd name="connsiteY5" fmla="*/ 48620 h 243738"/>
                <a:gd name="connsiteX6" fmla="*/ 24019 w 147221"/>
                <a:gd name="connsiteY6" fmla="*/ 30906 h 243738"/>
                <a:gd name="connsiteX7" fmla="*/ 71201 w 147221"/>
                <a:gd name="connsiteY7" fmla="*/ 8941 h 243738"/>
                <a:gd name="connsiteX8" fmla="*/ 105257 w 147221"/>
                <a:gd name="connsiteY8" fmla="*/ 48620 h 243738"/>
                <a:gd name="connsiteX9" fmla="*/ 95324 w 147221"/>
                <a:gd name="connsiteY9" fmla="*/ 89007 h 243738"/>
                <a:gd name="connsiteX10" fmla="*/ 63751 w 147221"/>
                <a:gd name="connsiteY10" fmla="*/ 107429 h 243738"/>
                <a:gd name="connsiteX11" fmla="*/ 49916 w 147221"/>
                <a:gd name="connsiteY11" fmla="*/ 108492 h 243738"/>
                <a:gd name="connsiteX12" fmla="*/ 44595 w 147221"/>
                <a:gd name="connsiteY12" fmla="*/ 112743 h 243738"/>
                <a:gd name="connsiteX13" fmla="*/ 53109 w 147221"/>
                <a:gd name="connsiteY13" fmla="*/ 116640 h 243738"/>
                <a:gd name="connsiteX14" fmla="*/ 68718 w 147221"/>
                <a:gd name="connsiteY14" fmla="*/ 116640 h 243738"/>
                <a:gd name="connsiteX15" fmla="*/ 110933 w 147221"/>
                <a:gd name="connsiteY15" fmla="*/ 175449 h 243738"/>
                <a:gd name="connsiteX16" fmla="*/ 70846 w 147221"/>
                <a:gd name="connsiteY16" fmla="*/ 233904 h 243738"/>
                <a:gd name="connsiteX17" fmla="*/ 16570 w 147221"/>
                <a:gd name="connsiteY17" fmla="*/ 206979 h 243738"/>
                <a:gd name="connsiteX18" fmla="*/ 39983 w 147221"/>
                <a:gd name="connsiteY18" fmla="*/ 187494 h 243738"/>
                <a:gd name="connsiteX19" fmla="*/ 20117 w 147221"/>
                <a:gd name="connsiteY19" fmla="*/ 167655 h 243738"/>
                <a:gd name="connsiteX20" fmla="*/ 251 w 147221"/>
                <a:gd name="connsiteY20" fmla="*/ 188203 h 243738"/>
                <a:gd name="connsiteX21" fmla="*/ 71911 w 147221"/>
                <a:gd name="connsiteY21" fmla="*/ 243823 h 243738"/>
                <a:gd name="connsiteX22" fmla="*/ 147472 w 147221"/>
                <a:gd name="connsiteY22" fmla="*/ 175449 h 243738"/>
                <a:gd name="connsiteX23" fmla="*/ 88229 w 147221"/>
                <a:gd name="connsiteY23" fmla="*/ 111326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221" h="243738">
                  <a:moveTo>
                    <a:pt x="88229" y="111326"/>
                  </a:moveTo>
                  <a:cubicBezTo>
                    <a:pt x="117319" y="101761"/>
                    <a:pt x="137894" y="76962"/>
                    <a:pt x="137894" y="48974"/>
                  </a:cubicBezTo>
                  <a:cubicBezTo>
                    <a:pt x="137894" y="19924"/>
                    <a:pt x="106676" y="85"/>
                    <a:pt x="72620" y="85"/>
                  </a:cubicBezTo>
                  <a:cubicBezTo>
                    <a:pt x="36790" y="85"/>
                    <a:pt x="9829" y="21341"/>
                    <a:pt x="9829" y="48266"/>
                  </a:cubicBezTo>
                  <a:cubicBezTo>
                    <a:pt x="9829" y="59957"/>
                    <a:pt x="17634" y="66688"/>
                    <a:pt x="27922" y="66688"/>
                  </a:cubicBezTo>
                  <a:cubicBezTo>
                    <a:pt x="38919" y="66688"/>
                    <a:pt x="46014" y="58894"/>
                    <a:pt x="46014" y="48620"/>
                  </a:cubicBezTo>
                  <a:cubicBezTo>
                    <a:pt x="46014" y="30906"/>
                    <a:pt x="29341" y="30906"/>
                    <a:pt x="24019" y="30906"/>
                  </a:cubicBezTo>
                  <a:cubicBezTo>
                    <a:pt x="35017" y="13547"/>
                    <a:pt x="58430" y="8941"/>
                    <a:pt x="71201" y="8941"/>
                  </a:cubicBezTo>
                  <a:cubicBezTo>
                    <a:pt x="85746" y="8941"/>
                    <a:pt x="105257" y="16735"/>
                    <a:pt x="105257" y="48620"/>
                  </a:cubicBezTo>
                  <a:cubicBezTo>
                    <a:pt x="105257" y="52871"/>
                    <a:pt x="104548" y="73419"/>
                    <a:pt x="95324" y="89007"/>
                  </a:cubicBezTo>
                  <a:cubicBezTo>
                    <a:pt x="84682" y="106012"/>
                    <a:pt x="72620" y="107075"/>
                    <a:pt x="63751" y="107429"/>
                  </a:cubicBezTo>
                  <a:cubicBezTo>
                    <a:pt x="60913" y="107783"/>
                    <a:pt x="52399" y="108492"/>
                    <a:pt x="49916" y="108492"/>
                  </a:cubicBezTo>
                  <a:cubicBezTo>
                    <a:pt x="47078" y="108846"/>
                    <a:pt x="44595" y="109200"/>
                    <a:pt x="44595" y="112743"/>
                  </a:cubicBezTo>
                  <a:cubicBezTo>
                    <a:pt x="44595" y="116640"/>
                    <a:pt x="47078" y="116640"/>
                    <a:pt x="53109" y="116640"/>
                  </a:cubicBezTo>
                  <a:lnTo>
                    <a:pt x="68718" y="116640"/>
                  </a:lnTo>
                  <a:cubicBezTo>
                    <a:pt x="97807" y="116640"/>
                    <a:pt x="110933" y="140730"/>
                    <a:pt x="110933" y="175449"/>
                  </a:cubicBezTo>
                  <a:cubicBezTo>
                    <a:pt x="110933" y="223630"/>
                    <a:pt x="86455" y="233904"/>
                    <a:pt x="70846" y="233904"/>
                  </a:cubicBezTo>
                  <a:cubicBezTo>
                    <a:pt x="55592" y="233904"/>
                    <a:pt x="28986" y="227881"/>
                    <a:pt x="16570" y="206979"/>
                  </a:cubicBezTo>
                  <a:cubicBezTo>
                    <a:pt x="28986" y="208751"/>
                    <a:pt x="39983" y="200957"/>
                    <a:pt x="39983" y="187494"/>
                  </a:cubicBezTo>
                  <a:cubicBezTo>
                    <a:pt x="39983" y="174741"/>
                    <a:pt x="30405" y="167655"/>
                    <a:pt x="20117" y="167655"/>
                  </a:cubicBezTo>
                  <a:cubicBezTo>
                    <a:pt x="11603" y="167655"/>
                    <a:pt x="251" y="172615"/>
                    <a:pt x="251" y="188203"/>
                  </a:cubicBezTo>
                  <a:cubicBezTo>
                    <a:pt x="251" y="220442"/>
                    <a:pt x="33243" y="243823"/>
                    <a:pt x="71911" y="243823"/>
                  </a:cubicBezTo>
                  <a:cubicBezTo>
                    <a:pt x="115190" y="243823"/>
                    <a:pt x="147472" y="211585"/>
                    <a:pt x="147472" y="175449"/>
                  </a:cubicBezTo>
                  <a:cubicBezTo>
                    <a:pt x="147472" y="146399"/>
                    <a:pt x="125123" y="118766"/>
                    <a:pt x="88229" y="111326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49497DD-FE15-1B51-6E5E-C13CE5E70833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1674820" y="5315362"/>
              <a:ext cx="141545" cy="243738"/>
            </a:xfrm>
            <a:custGeom>
              <a:avLst/>
              <a:gdLst>
                <a:gd name="connsiteX0" fmla="*/ 141801 w 141545"/>
                <a:gd name="connsiteY0" fmla="*/ 164821 h 243738"/>
                <a:gd name="connsiteX1" fmla="*/ 74399 w 141545"/>
                <a:gd name="connsiteY1" fmla="*/ 87235 h 243738"/>
                <a:gd name="connsiteX2" fmla="*/ 29346 w 141545"/>
                <a:gd name="connsiteY2" fmla="*/ 105303 h 243738"/>
                <a:gd name="connsiteX3" fmla="*/ 29346 w 141545"/>
                <a:gd name="connsiteY3" fmla="*/ 36220 h 243738"/>
                <a:gd name="connsiteX4" fmla="*/ 59499 w 141545"/>
                <a:gd name="connsiteY4" fmla="*/ 40826 h 243738"/>
                <a:gd name="connsiteX5" fmla="*/ 127966 w 141545"/>
                <a:gd name="connsiteY5" fmla="*/ 3982 h 243738"/>
                <a:gd name="connsiteX6" fmla="*/ 124419 w 141545"/>
                <a:gd name="connsiteY6" fmla="*/ 85 h 243738"/>
                <a:gd name="connsiteX7" fmla="*/ 121581 w 141545"/>
                <a:gd name="connsiteY7" fmla="*/ 1148 h 243738"/>
                <a:gd name="connsiteX8" fmla="*/ 73335 w 141545"/>
                <a:gd name="connsiteY8" fmla="*/ 11421 h 243738"/>
                <a:gd name="connsiteX9" fmla="*/ 26153 w 141545"/>
                <a:gd name="connsiteY9" fmla="*/ 1502 h 243738"/>
                <a:gd name="connsiteX10" fmla="*/ 21896 w 141545"/>
                <a:gd name="connsiteY10" fmla="*/ 439 h 243738"/>
                <a:gd name="connsiteX11" fmla="*/ 18348 w 141545"/>
                <a:gd name="connsiteY11" fmla="*/ 8941 h 243738"/>
                <a:gd name="connsiteX12" fmla="*/ 18348 w 141545"/>
                <a:gd name="connsiteY12" fmla="*/ 113806 h 243738"/>
                <a:gd name="connsiteX13" fmla="*/ 23315 w 141545"/>
                <a:gd name="connsiteY13" fmla="*/ 123017 h 243738"/>
                <a:gd name="connsiteX14" fmla="*/ 27927 w 141545"/>
                <a:gd name="connsiteY14" fmla="*/ 119828 h 243738"/>
                <a:gd name="connsiteX15" fmla="*/ 73689 w 141545"/>
                <a:gd name="connsiteY15" fmla="*/ 95029 h 243738"/>
                <a:gd name="connsiteX16" fmla="*/ 103843 w 141545"/>
                <a:gd name="connsiteY16" fmla="*/ 117703 h 243738"/>
                <a:gd name="connsiteX17" fmla="*/ 110229 w 141545"/>
                <a:gd name="connsiteY17" fmla="*/ 162341 h 243738"/>
                <a:gd name="connsiteX18" fmla="*/ 101715 w 141545"/>
                <a:gd name="connsiteY18" fmla="*/ 210876 h 243738"/>
                <a:gd name="connsiteX19" fmla="*/ 63756 w 141545"/>
                <a:gd name="connsiteY19" fmla="*/ 233904 h 243738"/>
                <a:gd name="connsiteX20" fmla="*/ 11608 w 141545"/>
                <a:gd name="connsiteY20" fmla="*/ 194225 h 243738"/>
                <a:gd name="connsiteX21" fmla="*/ 17639 w 141545"/>
                <a:gd name="connsiteY21" fmla="*/ 194934 h 243738"/>
                <a:gd name="connsiteX22" fmla="*/ 35376 w 141545"/>
                <a:gd name="connsiteY22" fmla="*/ 177575 h 243738"/>
                <a:gd name="connsiteX23" fmla="*/ 17639 w 141545"/>
                <a:gd name="connsiteY23" fmla="*/ 160215 h 243738"/>
                <a:gd name="connsiteX24" fmla="*/ 256 w 141545"/>
                <a:gd name="connsiteY24" fmla="*/ 178992 h 243738"/>
                <a:gd name="connsiteX25" fmla="*/ 64466 w 141545"/>
                <a:gd name="connsiteY25" fmla="*/ 243823 h 243738"/>
                <a:gd name="connsiteX26" fmla="*/ 141801 w 141545"/>
                <a:gd name="connsiteY26" fmla="*/ 16482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545" h="243738">
                  <a:moveTo>
                    <a:pt x="141801" y="164821"/>
                  </a:moveTo>
                  <a:cubicBezTo>
                    <a:pt x="141801" y="122663"/>
                    <a:pt x="112712" y="87235"/>
                    <a:pt x="74399" y="87235"/>
                  </a:cubicBezTo>
                  <a:cubicBezTo>
                    <a:pt x="57371" y="87235"/>
                    <a:pt x="42117" y="92904"/>
                    <a:pt x="29346" y="105303"/>
                  </a:cubicBezTo>
                  <a:lnTo>
                    <a:pt x="29346" y="36220"/>
                  </a:lnTo>
                  <a:cubicBezTo>
                    <a:pt x="36441" y="38346"/>
                    <a:pt x="48147" y="40826"/>
                    <a:pt x="59499" y="40826"/>
                  </a:cubicBezTo>
                  <a:cubicBezTo>
                    <a:pt x="103134" y="40826"/>
                    <a:pt x="127966" y="8587"/>
                    <a:pt x="127966" y="3982"/>
                  </a:cubicBezTo>
                  <a:cubicBezTo>
                    <a:pt x="127966" y="1856"/>
                    <a:pt x="126902" y="85"/>
                    <a:pt x="124419" y="85"/>
                  </a:cubicBezTo>
                  <a:cubicBezTo>
                    <a:pt x="124064" y="85"/>
                    <a:pt x="123354" y="85"/>
                    <a:pt x="121581" y="1148"/>
                  </a:cubicBezTo>
                  <a:cubicBezTo>
                    <a:pt x="114486" y="4336"/>
                    <a:pt x="97103" y="11421"/>
                    <a:pt x="73335" y="11421"/>
                  </a:cubicBezTo>
                  <a:cubicBezTo>
                    <a:pt x="59145" y="11421"/>
                    <a:pt x="42826" y="8941"/>
                    <a:pt x="26153" y="1502"/>
                  </a:cubicBezTo>
                  <a:cubicBezTo>
                    <a:pt x="23315" y="439"/>
                    <a:pt x="22605" y="439"/>
                    <a:pt x="21896" y="439"/>
                  </a:cubicBezTo>
                  <a:cubicBezTo>
                    <a:pt x="18348" y="439"/>
                    <a:pt x="18348" y="3273"/>
                    <a:pt x="18348" y="8941"/>
                  </a:cubicBezTo>
                  <a:lnTo>
                    <a:pt x="18348" y="113806"/>
                  </a:lnTo>
                  <a:cubicBezTo>
                    <a:pt x="18348" y="120183"/>
                    <a:pt x="18348" y="123017"/>
                    <a:pt x="23315" y="123017"/>
                  </a:cubicBezTo>
                  <a:cubicBezTo>
                    <a:pt x="25798" y="123017"/>
                    <a:pt x="26508" y="121954"/>
                    <a:pt x="27927" y="119828"/>
                  </a:cubicBezTo>
                  <a:cubicBezTo>
                    <a:pt x="31829" y="114160"/>
                    <a:pt x="44955" y="95029"/>
                    <a:pt x="73689" y="95029"/>
                  </a:cubicBezTo>
                  <a:cubicBezTo>
                    <a:pt x="92136" y="95029"/>
                    <a:pt x="101005" y="111326"/>
                    <a:pt x="103843" y="117703"/>
                  </a:cubicBezTo>
                  <a:cubicBezTo>
                    <a:pt x="109519" y="130811"/>
                    <a:pt x="110229" y="144627"/>
                    <a:pt x="110229" y="162341"/>
                  </a:cubicBezTo>
                  <a:cubicBezTo>
                    <a:pt x="110229" y="174741"/>
                    <a:pt x="110229" y="195997"/>
                    <a:pt x="101715" y="210876"/>
                  </a:cubicBezTo>
                  <a:cubicBezTo>
                    <a:pt x="93201" y="224693"/>
                    <a:pt x="80075" y="233904"/>
                    <a:pt x="63756" y="233904"/>
                  </a:cubicBezTo>
                  <a:cubicBezTo>
                    <a:pt x="37860" y="233904"/>
                    <a:pt x="17639" y="215127"/>
                    <a:pt x="11608" y="194225"/>
                  </a:cubicBezTo>
                  <a:cubicBezTo>
                    <a:pt x="12672" y="194580"/>
                    <a:pt x="13737" y="194934"/>
                    <a:pt x="17639" y="194934"/>
                  </a:cubicBezTo>
                  <a:cubicBezTo>
                    <a:pt x="29346" y="194934"/>
                    <a:pt x="35376" y="186077"/>
                    <a:pt x="35376" y="177575"/>
                  </a:cubicBezTo>
                  <a:cubicBezTo>
                    <a:pt x="35376" y="169072"/>
                    <a:pt x="29346" y="160215"/>
                    <a:pt x="17639" y="160215"/>
                  </a:cubicBezTo>
                  <a:cubicBezTo>
                    <a:pt x="12672" y="160215"/>
                    <a:pt x="256" y="162695"/>
                    <a:pt x="256" y="178992"/>
                  </a:cubicBezTo>
                  <a:cubicBezTo>
                    <a:pt x="256" y="209459"/>
                    <a:pt x="24734" y="243823"/>
                    <a:pt x="64466" y="243823"/>
                  </a:cubicBezTo>
                  <a:cubicBezTo>
                    <a:pt x="105617" y="243823"/>
                    <a:pt x="141801" y="209813"/>
                    <a:pt x="141801" y="164821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2DF66B8-E088-4CB8-D274-EB92DEC0AED7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1852196" y="5315362"/>
              <a:ext cx="141545" cy="243738"/>
            </a:xfrm>
            <a:custGeom>
              <a:avLst/>
              <a:gdLst>
                <a:gd name="connsiteX0" fmla="*/ 141806 w 141545"/>
                <a:gd name="connsiteY0" fmla="*/ 164821 h 243738"/>
                <a:gd name="connsiteX1" fmla="*/ 74404 w 141545"/>
                <a:gd name="connsiteY1" fmla="*/ 87235 h 243738"/>
                <a:gd name="connsiteX2" fmla="*/ 29351 w 141545"/>
                <a:gd name="connsiteY2" fmla="*/ 105303 h 243738"/>
                <a:gd name="connsiteX3" fmla="*/ 29351 w 141545"/>
                <a:gd name="connsiteY3" fmla="*/ 36220 h 243738"/>
                <a:gd name="connsiteX4" fmla="*/ 59504 w 141545"/>
                <a:gd name="connsiteY4" fmla="*/ 40826 h 243738"/>
                <a:gd name="connsiteX5" fmla="*/ 127971 w 141545"/>
                <a:gd name="connsiteY5" fmla="*/ 3982 h 243738"/>
                <a:gd name="connsiteX6" fmla="*/ 124424 w 141545"/>
                <a:gd name="connsiteY6" fmla="*/ 85 h 243738"/>
                <a:gd name="connsiteX7" fmla="*/ 121586 w 141545"/>
                <a:gd name="connsiteY7" fmla="*/ 1148 h 243738"/>
                <a:gd name="connsiteX8" fmla="*/ 73340 w 141545"/>
                <a:gd name="connsiteY8" fmla="*/ 11421 h 243738"/>
                <a:gd name="connsiteX9" fmla="*/ 26158 w 141545"/>
                <a:gd name="connsiteY9" fmla="*/ 1502 h 243738"/>
                <a:gd name="connsiteX10" fmla="*/ 21901 w 141545"/>
                <a:gd name="connsiteY10" fmla="*/ 439 h 243738"/>
                <a:gd name="connsiteX11" fmla="*/ 18353 w 141545"/>
                <a:gd name="connsiteY11" fmla="*/ 8941 h 243738"/>
                <a:gd name="connsiteX12" fmla="*/ 18353 w 141545"/>
                <a:gd name="connsiteY12" fmla="*/ 113806 h 243738"/>
                <a:gd name="connsiteX13" fmla="*/ 23320 w 141545"/>
                <a:gd name="connsiteY13" fmla="*/ 123017 h 243738"/>
                <a:gd name="connsiteX14" fmla="*/ 27932 w 141545"/>
                <a:gd name="connsiteY14" fmla="*/ 119828 h 243738"/>
                <a:gd name="connsiteX15" fmla="*/ 73694 w 141545"/>
                <a:gd name="connsiteY15" fmla="*/ 95029 h 243738"/>
                <a:gd name="connsiteX16" fmla="*/ 103848 w 141545"/>
                <a:gd name="connsiteY16" fmla="*/ 117703 h 243738"/>
                <a:gd name="connsiteX17" fmla="*/ 110234 w 141545"/>
                <a:gd name="connsiteY17" fmla="*/ 162341 h 243738"/>
                <a:gd name="connsiteX18" fmla="*/ 101720 w 141545"/>
                <a:gd name="connsiteY18" fmla="*/ 210876 h 243738"/>
                <a:gd name="connsiteX19" fmla="*/ 63761 w 141545"/>
                <a:gd name="connsiteY19" fmla="*/ 233904 h 243738"/>
                <a:gd name="connsiteX20" fmla="*/ 11613 w 141545"/>
                <a:gd name="connsiteY20" fmla="*/ 194225 h 243738"/>
                <a:gd name="connsiteX21" fmla="*/ 17644 w 141545"/>
                <a:gd name="connsiteY21" fmla="*/ 194934 h 243738"/>
                <a:gd name="connsiteX22" fmla="*/ 35381 w 141545"/>
                <a:gd name="connsiteY22" fmla="*/ 177575 h 243738"/>
                <a:gd name="connsiteX23" fmla="*/ 17644 w 141545"/>
                <a:gd name="connsiteY23" fmla="*/ 160215 h 243738"/>
                <a:gd name="connsiteX24" fmla="*/ 261 w 141545"/>
                <a:gd name="connsiteY24" fmla="*/ 178992 h 243738"/>
                <a:gd name="connsiteX25" fmla="*/ 64471 w 141545"/>
                <a:gd name="connsiteY25" fmla="*/ 243823 h 243738"/>
                <a:gd name="connsiteX26" fmla="*/ 141806 w 141545"/>
                <a:gd name="connsiteY26" fmla="*/ 16482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545" h="243738">
                  <a:moveTo>
                    <a:pt x="141806" y="164821"/>
                  </a:moveTo>
                  <a:cubicBezTo>
                    <a:pt x="141806" y="122663"/>
                    <a:pt x="112717" y="87235"/>
                    <a:pt x="74404" y="87235"/>
                  </a:cubicBezTo>
                  <a:cubicBezTo>
                    <a:pt x="57376" y="87235"/>
                    <a:pt x="42122" y="92904"/>
                    <a:pt x="29351" y="105303"/>
                  </a:cubicBezTo>
                  <a:lnTo>
                    <a:pt x="29351" y="36220"/>
                  </a:lnTo>
                  <a:cubicBezTo>
                    <a:pt x="36446" y="38346"/>
                    <a:pt x="48152" y="40826"/>
                    <a:pt x="59504" y="40826"/>
                  </a:cubicBezTo>
                  <a:cubicBezTo>
                    <a:pt x="103139" y="40826"/>
                    <a:pt x="127971" y="8587"/>
                    <a:pt x="127971" y="3982"/>
                  </a:cubicBezTo>
                  <a:cubicBezTo>
                    <a:pt x="127971" y="1856"/>
                    <a:pt x="126907" y="85"/>
                    <a:pt x="124424" y="85"/>
                  </a:cubicBezTo>
                  <a:cubicBezTo>
                    <a:pt x="124069" y="85"/>
                    <a:pt x="123359" y="85"/>
                    <a:pt x="121586" y="1148"/>
                  </a:cubicBezTo>
                  <a:cubicBezTo>
                    <a:pt x="114491" y="4336"/>
                    <a:pt x="97108" y="11421"/>
                    <a:pt x="73340" y="11421"/>
                  </a:cubicBezTo>
                  <a:cubicBezTo>
                    <a:pt x="59150" y="11421"/>
                    <a:pt x="42831" y="8941"/>
                    <a:pt x="26158" y="1502"/>
                  </a:cubicBezTo>
                  <a:cubicBezTo>
                    <a:pt x="23320" y="439"/>
                    <a:pt x="22610" y="439"/>
                    <a:pt x="21901" y="439"/>
                  </a:cubicBezTo>
                  <a:cubicBezTo>
                    <a:pt x="18353" y="439"/>
                    <a:pt x="18353" y="3273"/>
                    <a:pt x="18353" y="8941"/>
                  </a:cubicBezTo>
                  <a:lnTo>
                    <a:pt x="18353" y="113806"/>
                  </a:lnTo>
                  <a:cubicBezTo>
                    <a:pt x="18353" y="120183"/>
                    <a:pt x="18353" y="123017"/>
                    <a:pt x="23320" y="123017"/>
                  </a:cubicBezTo>
                  <a:cubicBezTo>
                    <a:pt x="25803" y="123017"/>
                    <a:pt x="26513" y="121954"/>
                    <a:pt x="27932" y="119828"/>
                  </a:cubicBezTo>
                  <a:cubicBezTo>
                    <a:pt x="31834" y="114160"/>
                    <a:pt x="44960" y="95029"/>
                    <a:pt x="73694" y="95029"/>
                  </a:cubicBezTo>
                  <a:cubicBezTo>
                    <a:pt x="92141" y="95029"/>
                    <a:pt x="101010" y="111326"/>
                    <a:pt x="103848" y="117703"/>
                  </a:cubicBezTo>
                  <a:cubicBezTo>
                    <a:pt x="109524" y="130811"/>
                    <a:pt x="110234" y="144627"/>
                    <a:pt x="110234" y="162341"/>
                  </a:cubicBezTo>
                  <a:cubicBezTo>
                    <a:pt x="110234" y="174741"/>
                    <a:pt x="110234" y="195997"/>
                    <a:pt x="101720" y="210876"/>
                  </a:cubicBezTo>
                  <a:cubicBezTo>
                    <a:pt x="93206" y="224693"/>
                    <a:pt x="80080" y="233904"/>
                    <a:pt x="63761" y="233904"/>
                  </a:cubicBezTo>
                  <a:cubicBezTo>
                    <a:pt x="37865" y="233904"/>
                    <a:pt x="17644" y="215127"/>
                    <a:pt x="11613" y="194225"/>
                  </a:cubicBezTo>
                  <a:cubicBezTo>
                    <a:pt x="12677" y="194580"/>
                    <a:pt x="13742" y="194934"/>
                    <a:pt x="17644" y="194934"/>
                  </a:cubicBezTo>
                  <a:cubicBezTo>
                    <a:pt x="29351" y="194934"/>
                    <a:pt x="35381" y="186077"/>
                    <a:pt x="35381" y="177575"/>
                  </a:cubicBezTo>
                  <a:cubicBezTo>
                    <a:pt x="35381" y="169072"/>
                    <a:pt x="29351" y="160215"/>
                    <a:pt x="17644" y="160215"/>
                  </a:cubicBezTo>
                  <a:cubicBezTo>
                    <a:pt x="12677" y="160215"/>
                    <a:pt x="261" y="162695"/>
                    <a:pt x="261" y="178992"/>
                  </a:cubicBezTo>
                  <a:cubicBezTo>
                    <a:pt x="261" y="209459"/>
                    <a:pt x="24739" y="243823"/>
                    <a:pt x="64471" y="243823"/>
                  </a:cubicBezTo>
                  <a:cubicBezTo>
                    <a:pt x="105622" y="243823"/>
                    <a:pt x="141806" y="209813"/>
                    <a:pt x="141806" y="164821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68A2BE4-783E-650F-EE02-3C61002B6614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2042343" y="5513754"/>
              <a:ext cx="41505" cy="105927"/>
            </a:xfrm>
            <a:custGeom>
              <a:avLst/>
              <a:gdLst>
                <a:gd name="connsiteX0" fmla="*/ 41772 w 41505"/>
                <a:gd name="connsiteY0" fmla="*/ 37283 h 105927"/>
                <a:gd name="connsiteX1" fmla="*/ 19068 w 41505"/>
                <a:gd name="connsiteY1" fmla="*/ 85 h 105927"/>
                <a:gd name="connsiteX2" fmla="*/ 266 w 41505"/>
                <a:gd name="connsiteY2" fmla="*/ 18861 h 105927"/>
                <a:gd name="connsiteX3" fmla="*/ 19068 w 41505"/>
                <a:gd name="connsiteY3" fmla="*/ 37637 h 105927"/>
                <a:gd name="connsiteX4" fmla="*/ 31484 w 41505"/>
                <a:gd name="connsiteY4" fmla="*/ 33032 h 105927"/>
                <a:gd name="connsiteX5" fmla="*/ 33258 w 41505"/>
                <a:gd name="connsiteY5" fmla="*/ 31969 h 105927"/>
                <a:gd name="connsiteX6" fmla="*/ 33967 w 41505"/>
                <a:gd name="connsiteY6" fmla="*/ 37283 h 105927"/>
                <a:gd name="connsiteX7" fmla="*/ 9844 w 41505"/>
                <a:gd name="connsiteY7" fmla="*/ 96447 h 105927"/>
                <a:gd name="connsiteX8" fmla="*/ 5942 w 41505"/>
                <a:gd name="connsiteY8" fmla="*/ 102115 h 105927"/>
                <a:gd name="connsiteX9" fmla="*/ 9490 w 41505"/>
                <a:gd name="connsiteY9" fmla="*/ 106012 h 105927"/>
                <a:gd name="connsiteX10" fmla="*/ 41772 w 41505"/>
                <a:gd name="connsiteY10" fmla="*/ 3728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505" h="105927">
                  <a:moveTo>
                    <a:pt x="41772" y="37283"/>
                  </a:moveTo>
                  <a:cubicBezTo>
                    <a:pt x="41772" y="13901"/>
                    <a:pt x="32903" y="85"/>
                    <a:pt x="19068" y="85"/>
                  </a:cubicBezTo>
                  <a:cubicBezTo>
                    <a:pt x="7361" y="85"/>
                    <a:pt x="266" y="8941"/>
                    <a:pt x="266" y="18861"/>
                  </a:cubicBezTo>
                  <a:cubicBezTo>
                    <a:pt x="266" y="28426"/>
                    <a:pt x="7361" y="37637"/>
                    <a:pt x="19068" y="37637"/>
                  </a:cubicBezTo>
                  <a:cubicBezTo>
                    <a:pt x="23325" y="37637"/>
                    <a:pt x="27937" y="36220"/>
                    <a:pt x="31484" y="33032"/>
                  </a:cubicBezTo>
                  <a:cubicBezTo>
                    <a:pt x="32548" y="32323"/>
                    <a:pt x="32903" y="31969"/>
                    <a:pt x="33258" y="31969"/>
                  </a:cubicBezTo>
                  <a:cubicBezTo>
                    <a:pt x="33613" y="31969"/>
                    <a:pt x="33967" y="32323"/>
                    <a:pt x="33967" y="37283"/>
                  </a:cubicBezTo>
                  <a:cubicBezTo>
                    <a:pt x="33967" y="63499"/>
                    <a:pt x="21551" y="84756"/>
                    <a:pt x="9844" y="96447"/>
                  </a:cubicBezTo>
                  <a:cubicBezTo>
                    <a:pt x="5942" y="100344"/>
                    <a:pt x="5942" y="101052"/>
                    <a:pt x="5942" y="102115"/>
                  </a:cubicBezTo>
                  <a:cubicBezTo>
                    <a:pt x="5942" y="104595"/>
                    <a:pt x="7716" y="106012"/>
                    <a:pt x="9490" y="106012"/>
                  </a:cubicBezTo>
                  <a:cubicBezTo>
                    <a:pt x="13392" y="106012"/>
                    <a:pt x="41772" y="78733"/>
                    <a:pt x="41772" y="37283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5ED5F3-F1D4-3E5B-BBFE-3B5A3DE36645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12538441" y="5394719"/>
              <a:ext cx="162475" cy="160484"/>
            </a:xfrm>
            <a:custGeom>
              <a:avLst/>
              <a:gdLst>
                <a:gd name="connsiteX0" fmla="*/ 118412 w 162475"/>
                <a:gd name="connsiteY0" fmla="*/ 22758 h 160484"/>
                <a:gd name="connsiteX1" fmla="*/ 85775 w 162475"/>
                <a:gd name="connsiteY1" fmla="*/ 85 h 160484"/>
                <a:gd name="connsiteX2" fmla="*/ 280 w 162475"/>
                <a:gd name="connsiteY2" fmla="*/ 103886 h 160484"/>
                <a:gd name="connsiteX3" fmla="*/ 47462 w 162475"/>
                <a:gd name="connsiteY3" fmla="*/ 160570 h 160484"/>
                <a:gd name="connsiteX4" fmla="*/ 93580 w 162475"/>
                <a:gd name="connsiteY4" fmla="*/ 133999 h 160484"/>
                <a:gd name="connsiteX5" fmla="*/ 125862 w 162475"/>
                <a:gd name="connsiteY5" fmla="*/ 160570 h 160484"/>
                <a:gd name="connsiteX6" fmla="*/ 152114 w 162475"/>
                <a:gd name="connsiteY6" fmla="*/ 141085 h 160484"/>
                <a:gd name="connsiteX7" fmla="*/ 162756 w 162475"/>
                <a:gd name="connsiteY7" fmla="*/ 106012 h 160484"/>
                <a:gd name="connsiteX8" fmla="*/ 158499 w 162475"/>
                <a:gd name="connsiteY8" fmla="*/ 102469 h 160484"/>
                <a:gd name="connsiteX9" fmla="*/ 153532 w 162475"/>
                <a:gd name="connsiteY9" fmla="*/ 108846 h 160484"/>
                <a:gd name="connsiteX10" fmla="*/ 126571 w 162475"/>
                <a:gd name="connsiteY10" fmla="*/ 152776 h 160484"/>
                <a:gd name="connsiteX11" fmla="*/ 115929 w 162475"/>
                <a:gd name="connsiteY11" fmla="*/ 136479 h 160484"/>
                <a:gd name="connsiteX12" fmla="*/ 120541 w 162475"/>
                <a:gd name="connsiteY12" fmla="*/ 110263 h 160484"/>
                <a:gd name="connsiteX13" fmla="*/ 128345 w 162475"/>
                <a:gd name="connsiteY13" fmla="*/ 78379 h 160484"/>
                <a:gd name="connsiteX14" fmla="*/ 141116 w 162475"/>
                <a:gd name="connsiteY14" fmla="*/ 28781 h 160484"/>
                <a:gd name="connsiteX15" fmla="*/ 143599 w 162475"/>
                <a:gd name="connsiteY15" fmla="*/ 16735 h 160484"/>
                <a:gd name="connsiteX16" fmla="*/ 133312 w 162475"/>
                <a:gd name="connsiteY16" fmla="*/ 7170 h 160484"/>
                <a:gd name="connsiteX17" fmla="*/ 118412 w 162475"/>
                <a:gd name="connsiteY17" fmla="*/ 22758 h 160484"/>
                <a:gd name="connsiteX18" fmla="*/ 95353 w 162475"/>
                <a:gd name="connsiteY18" fmla="*/ 114514 h 160484"/>
                <a:gd name="connsiteX19" fmla="*/ 88258 w 162475"/>
                <a:gd name="connsiteY19" fmla="*/ 127622 h 160484"/>
                <a:gd name="connsiteX20" fmla="*/ 48172 w 162475"/>
                <a:gd name="connsiteY20" fmla="*/ 152776 h 160484"/>
                <a:gd name="connsiteX21" fmla="*/ 25468 w 162475"/>
                <a:gd name="connsiteY21" fmla="*/ 119474 h 160484"/>
                <a:gd name="connsiteX22" fmla="*/ 44979 w 162475"/>
                <a:gd name="connsiteY22" fmla="*/ 41889 h 160484"/>
                <a:gd name="connsiteX23" fmla="*/ 86130 w 162475"/>
                <a:gd name="connsiteY23" fmla="*/ 7879 h 160484"/>
                <a:gd name="connsiteX24" fmla="*/ 114155 w 162475"/>
                <a:gd name="connsiteY24" fmla="*/ 39055 h 160484"/>
                <a:gd name="connsiteX25" fmla="*/ 113091 w 162475"/>
                <a:gd name="connsiteY25" fmla="*/ 45077 h 160484"/>
                <a:gd name="connsiteX26" fmla="*/ 95353 w 162475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475" h="160484">
                  <a:moveTo>
                    <a:pt x="118412" y="22758"/>
                  </a:moveTo>
                  <a:cubicBezTo>
                    <a:pt x="112027" y="9650"/>
                    <a:pt x="101739" y="85"/>
                    <a:pt x="85775" y="85"/>
                  </a:cubicBezTo>
                  <a:cubicBezTo>
                    <a:pt x="44269" y="85"/>
                    <a:pt x="280" y="52163"/>
                    <a:pt x="280" y="103886"/>
                  </a:cubicBezTo>
                  <a:cubicBezTo>
                    <a:pt x="280" y="137188"/>
                    <a:pt x="19792" y="160570"/>
                    <a:pt x="47462" y="160570"/>
                  </a:cubicBezTo>
                  <a:cubicBezTo>
                    <a:pt x="54557" y="160570"/>
                    <a:pt x="72295" y="159153"/>
                    <a:pt x="93580" y="133999"/>
                  </a:cubicBezTo>
                  <a:cubicBezTo>
                    <a:pt x="96418" y="148879"/>
                    <a:pt x="108834" y="160570"/>
                    <a:pt x="125862" y="160570"/>
                  </a:cubicBezTo>
                  <a:cubicBezTo>
                    <a:pt x="138278" y="160570"/>
                    <a:pt x="146437" y="152421"/>
                    <a:pt x="152114" y="141085"/>
                  </a:cubicBezTo>
                  <a:cubicBezTo>
                    <a:pt x="158144" y="128331"/>
                    <a:pt x="162756" y="106720"/>
                    <a:pt x="162756" y="106012"/>
                  </a:cubicBezTo>
                  <a:cubicBezTo>
                    <a:pt x="162756" y="102469"/>
                    <a:pt x="159563" y="102469"/>
                    <a:pt x="158499" y="102469"/>
                  </a:cubicBezTo>
                  <a:cubicBezTo>
                    <a:pt x="154951" y="102469"/>
                    <a:pt x="154597" y="103886"/>
                    <a:pt x="153532" y="108846"/>
                  </a:cubicBezTo>
                  <a:cubicBezTo>
                    <a:pt x="147502" y="131874"/>
                    <a:pt x="141116" y="152776"/>
                    <a:pt x="126571" y="152776"/>
                  </a:cubicBezTo>
                  <a:cubicBezTo>
                    <a:pt x="116993" y="152776"/>
                    <a:pt x="115929" y="143565"/>
                    <a:pt x="115929" y="136479"/>
                  </a:cubicBezTo>
                  <a:cubicBezTo>
                    <a:pt x="115929" y="128685"/>
                    <a:pt x="116638" y="125851"/>
                    <a:pt x="120541" y="110263"/>
                  </a:cubicBezTo>
                  <a:cubicBezTo>
                    <a:pt x="124443" y="95384"/>
                    <a:pt x="125152" y="91841"/>
                    <a:pt x="128345" y="78379"/>
                  </a:cubicBezTo>
                  <a:lnTo>
                    <a:pt x="141116" y="28781"/>
                  </a:lnTo>
                  <a:cubicBezTo>
                    <a:pt x="143599" y="18861"/>
                    <a:pt x="143599" y="18153"/>
                    <a:pt x="143599" y="16735"/>
                  </a:cubicBezTo>
                  <a:cubicBezTo>
                    <a:pt x="143599" y="10713"/>
                    <a:pt x="139342" y="7170"/>
                    <a:pt x="133312" y="7170"/>
                  </a:cubicBezTo>
                  <a:cubicBezTo>
                    <a:pt x="124798" y="7170"/>
                    <a:pt x="119476" y="14964"/>
                    <a:pt x="118412" y="22758"/>
                  </a:cubicBezTo>
                  <a:close/>
                  <a:moveTo>
                    <a:pt x="95353" y="114514"/>
                  </a:moveTo>
                  <a:cubicBezTo>
                    <a:pt x="93580" y="120891"/>
                    <a:pt x="93580" y="121600"/>
                    <a:pt x="88258" y="127622"/>
                  </a:cubicBezTo>
                  <a:cubicBezTo>
                    <a:pt x="72649" y="147107"/>
                    <a:pt x="58105" y="152776"/>
                    <a:pt x="48172" y="152776"/>
                  </a:cubicBezTo>
                  <a:cubicBezTo>
                    <a:pt x="30434" y="152776"/>
                    <a:pt x="25468" y="133291"/>
                    <a:pt x="25468" y="119474"/>
                  </a:cubicBezTo>
                  <a:cubicBezTo>
                    <a:pt x="25468" y="101761"/>
                    <a:pt x="36820" y="58185"/>
                    <a:pt x="44979" y="41889"/>
                  </a:cubicBezTo>
                  <a:cubicBezTo>
                    <a:pt x="55976" y="20987"/>
                    <a:pt x="71940" y="7879"/>
                    <a:pt x="86130" y="7879"/>
                  </a:cubicBezTo>
                  <a:cubicBezTo>
                    <a:pt x="109189" y="7879"/>
                    <a:pt x="114155" y="36929"/>
                    <a:pt x="114155" y="39055"/>
                  </a:cubicBezTo>
                  <a:cubicBezTo>
                    <a:pt x="114155" y="41180"/>
                    <a:pt x="113446" y="43306"/>
                    <a:pt x="113091" y="45077"/>
                  </a:cubicBezTo>
                  <a:lnTo>
                    <a:pt x="95353" y="114514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94CBDA0-475C-D107-1940-1AE80C09A015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2738835" y="5439782"/>
              <a:ext cx="90390" cy="164665"/>
            </a:xfrm>
            <a:custGeom>
              <a:avLst/>
              <a:gdLst>
                <a:gd name="connsiteX0" fmla="*/ 56407 w 90390"/>
                <a:gd name="connsiteY0" fmla="*/ 7030 h 164665"/>
                <a:gd name="connsiteX1" fmla="*/ 48957 w 90390"/>
                <a:gd name="connsiteY1" fmla="*/ 86 h 164665"/>
                <a:gd name="connsiteX2" fmla="*/ 286 w 90390"/>
                <a:gd name="connsiteY2" fmla="*/ 15958 h 164665"/>
                <a:gd name="connsiteX3" fmla="*/ 286 w 90390"/>
                <a:gd name="connsiteY3" fmla="*/ 24885 h 164665"/>
                <a:gd name="connsiteX4" fmla="*/ 36293 w 90390"/>
                <a:gd name="connsiteY4" fmla="*/ 17941 h 164665"/>
                <a:gd name="connsiteX5" fmla="*/ 36293 w 90390"/>
                <a:gd name="connsiteY5" fmla="*/ 144416 h 164665"/>
                <a:gd name="connsiteX6" fmla="*/ 11460 w 90390"/>
                <a:gd name="connsiteY6" fmla="*/ 155824 h 164665"/>
                <a:gd name="connsiteX7" fmla="*/ 2024 w 90390"/>
                <a:gd name="connsiteY7" fmla="*/ 155824 h 164665"/>
                <a:gd name="connsiteX8" fmla="*/ 2024 w 90390"/>
                <a:gd name="connsiteY8" fmla="*/ 164752 h 164665"/>
                <a:gd name="connsiteX9" fmla="*/ 46226 w 90390"/>
                <a:gd name="connsiteY9" fmla="*/ 163760 h 164665"/>
                <a:gd name="connsiteX10" fmla="*/ 90676 w 90390"/>
                <a:gd name="connsiteY10" fmla="*/ 164752 h 164665"/>
                <a:gd name="connsiteX11" fmla="*/ 90676 w 90390"/>
                <a:gd name="connsiteY11" fmla="*/ 155824 h 164665"/>
                <a:gd name="connsiteX12" fmla="*/ 81240 w 90390"/>
                <a:gd name="connsiteY12" fmla="*/ 155824 h 164665"/>
                <a:gd name="connsiteX13" fmla="*/ 56407 w 90390"/>
                <a:gd name="connsiteY13" fmla="*/ 144416 h 164665"/>
                <a:gd name="connsiteX14" fmla="*/ 56407 w 90390"/>
                <a:gd name="connsiteY14" fmla="*/ 7030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390" h="164665">
                  <a:moveTo>
                    <a:pt x="56407" y="7030"/>
                  </a:moveTo>
                  <a:cubicBezTo>
                    <a:pt x="56407" y="334"/>
                    <a:pt x="55910" y="86"/>
                    <a:pt x="48957" y="86"/>
                  </a:cubicBezTo>
                  <a:cubicBezTo>
                    <a:pt x="33065" y="15710"/>
                    <a:pt x="10467" y="15958"/>
                    <a:pt x="286" y="15958"/>
                  </a:cubicBezTo>
                  <a:lnTo>
                    <a:pt x="286" y="24885"/>
                  </a:lnTo>
                  <a:cubicBezTo>
                    <a:pt x="6245" y="24885"/>
                    <a:pt x="22635" y="24885"/>
                    <a:pt x="36293" y="17941"/>
                  </a:cubicBezTo>
                  <a:lnTo>
                    <a:pt x="36293" y="144416"/>
                  </a:lnTo>
                  <a:cubicBezTo>
                    <a:pt x="36293" y="152600"/>
                    <a:pt x="36293" y="155824"/>
                    <a:pt x="11460" y="155824"/>
                  </a:cubicBezTo>
                  <a:lnTo>
                    <a:pt x="2024" y="155824"/>
                  </a:lnTo>
                  <a:lnTo>
                    <a:pt x="2024" y="164752"/>
                  </a:lnTo>
                  <a:cubicBezTo>
                    <a:pt x="6494" y="164504"/>
                    <a:pt x="37038" y="163760"/>
                    <a:pt x="46226" y="163760"/>
                  </a:cubicBezTo>
                  <a:cubicBezTo>
                    <a:pt x="53924" y="163760"/>
                    <a:pt x="85213" y="164504"/>
                    <a:pt x="90676" y="164752"/>
                  </a:cubicBezTo>
                  <a:lnTo>
                    <a:pt x="90676" y="155824"/>
                  </a:lnTo>
                  <a:lnTo>
                    <a:pt x="81240" y="155824"/>
                  </a:lnTo>
                  <a:cubicBezTo>
                    <a:pt x="56407" y="155824"/>
                    <a:pt x="56407" y="152600"/>
                    <a:pt x="56407" y="144416"/>
                  </a:cubicBezTo>
                  <a:lnTo>
                    <a:pt x="56407" y="7030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446ED37-318D-6BE4-B62A-2F5A4D5B57A2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2989319" y="5421289"/>
              <a:ext cx="235908" cy="82899"/>
            </a:xfrm>
            <a:custGeom>
              <a:avLst/>
              <a:gdLst>
                <a:gd name="connsiteX0" fmla="*/ 224140 w 235908"/>
                <a:gd name="connsiteY0" fmla="*/ 14256 h 82899"/>
                <a:gd name="connsiteX1" fmla="*/ 236202 w 235908"/>
                <a:gd name="connsiteY1" fmla="*/ 7170 h 82899"/>
                <a:gd name="connsiteX2" fmla="*/ 224495 w 235908"/>
                <a:gd name="connsiteY2" fmla="*/ 85 h 82899"/>
                <a:gd name="connsiteX3" fmla="*/ 12000 w 235908"/>
                <a:gd name="connsiteY3" fmla="*/ 85 h 82899"/>
                <a:gd name="connsiteX4" fmla="*/ 293 w 235908"/>
                <a:gd name="connsiteY4" fmla="*/ 7170 h 82899"/>
                <a:gd name="connsiteX5" fmla="*/ 12354 w 235908"/>
                <a:gd name="connsiteY5" fmla="*/ 14256 h 82899"/>
                <a:gd name="connsiteX6" fmla="*/ 224140 w 235908"/>
                <a:gd name="connsiteY6" fmla="*/ 14256 h 82899"/>
                <a:gd name="connsiteX7" fmla="*/ 224495 w 235908"/>
                <a:gd name="connsiteY7" fmla="*/ 82984 h 82899"/>
                <a:gd name="connsiteX8" fmla="*/ 236202 w 235908"/>
                <a:gd name="connsiteY8" fmla="*/ 75899 h 82899"/>
                <a:gd name="connsiteX9" fmla="*/ 224140 w 235908"/>
                <a:gd name="connsiteY9" fmla="*/ 68813 h 82899"/>
                <a:gd name="connsiteX10" fmla="*/ 12354 w 235908"/>
                <a:gd name="connsiteY10" fmla="*/ 68813 h 82899"/>
                <a:gd name="connsiteX11" fmla="*/ 293 w 235908"/>
                <a:gd name="connsiteY11" fmla="*/ 75899 h 82899"/>
                <a:gd name="connsiteX12" fmla="*/ 12000 w 235908"/>
                <a:gd name="connsiteY12" fmla="*/ 82984 h 82899"/>
                <a:gd name="connsiteX13" fmla="*/ 224495 w 235908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908" h="82899">
                  <a:moveTo>
                    <a:pt x="224140" y="14256"/>
                  </a:moveTo>
                  <a:cubicBezTo>
                    <a:pt x="229462" y="14256"/>
                    <a:pt x="236202" y="14256"/>
                    <a:pt x="236202" y="7170"/>
                  </a:cubicBezTo>
                  <a:cubicBezTo>
                    <a:pt x="236202" y="85"/>
                    <a:pt x="229462" y="85"/>
                    <a:pt x="224495" y="85"/>
                  </a:cubicBezTo>
                  <a:lnTo>
                    <a:pt x="12000" y="85"/>
                  </a:lnTo>
                  <a:cubicBezTo>
                    <a:pt x="7033" y="85"/>
                    <a:pt x="293" y="85"/>
                    <a:pt x="293" y="7170"/>
                  </a:cubicBezTo>
                  <a:cubicBezTo>
                    <a:pt x="293" y="14256"/>
                    <a:pt x="7033" y="14256"/>
                    <a:pt x="12354" y="14256"/>
                  </a:cubicBezTo>
                  <a:lnTo>
                    <a:pt x="224140" y="14256"/>
                  </a:lnTo>
                  <a:close/>
                  <a:moveTo>
                    <a:pt x="224495" y="82984"/>
                  </a:moveTo>
                  <a:cubicBezTo>
                    <a:pt x="229462" y="82984"/>
                    <a:pt x="236202" y="82984"/>
                    <a:pt x="236202" y="75899"/>
                  </a:cubicBezTo>
                  <a:cubicBezTo>
                    <a:pt x="236202" y="68813"/>
                    <a:pt x="229462" y="68813"/>
                    <a:pt x="224140" y="68813"/>
                  </a:cubicBezTo>
                  <a:lnTo>
                    <a:pt x="12354" y="68813"/>
                  </a:lnTo>
                  <a:cubicBezTo>
                    <a:pt x="7033" y="68813"/>
                    <a:pt x="293" y="68813"/>
                    <a:pt x="293" y="75899"/>
                  </a:cubicBezTo>
                  <a:cubicBezTo>
                    <a:pt x="293" y="82984"/>
                    <a:pt x="7033" y="82984"/>
                    <a:pt x="12000" y="82984"/>
                  </a:cubicBezTo>
                  <a:lnTo>
                    <a:pt x="224495" y="82984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1381782-C8B9-E971-597D-257BADFB053C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3357745" y="5315362"/>
              <a:ext cx="149349" cy="243738"/>
            </a:xfrm>
            <a:custGeom>
              <a:avLst/>
              <a:gdLst>
                <a:gd name="connsiteX0" fmla="*/ 149653 w 149349"/>
                <a:gd name="connsiteY0" fmla="*/ 122663 h 243738"/>
                <a:gd name="connsiteX1" fmla="*/ 135463 w 149349"/>
                <a:gd name="connsiteY1" fmla="*/ 39763 h 243738"/>
                <a:gd name="connsiteX2" fmla="*/ 75156 w 149349"/>
                <a:gd name="connsiteY2" fmla="*/ 85 h 243738"/>
                <a:gd name="connsiteX3" fmla="*/ 13429 w 149349"/>
                <a:gd name="connsiteY3" fmla="*/ 42243 h 243738"/>
                <a:gd name="connsiteX4" fmla="*/ 303 w 149349"/>
                <a:gd name="connsiteY4" fmla="*/ 122663 h 243738"/>
                <a:gd name="connsiteX5" fmla="*/ 16267 w 149349"/>
                <a:gd name="connsiteY5" fmla="*/ 208042 h 243738"/>
                <a:gd name="connsiteX6" fmla="*/ 74801 w 149349"/>
                <a:gd name="connsiteY6" fmla="*/ 243823 h 243738"/>
                <a:gd name="connsiteX7" fmla="*/ 136528 w 149349"/>
                <a:gd name="connsiteY7" fmla="*/ 202728 h 243738"/>
                <a:gd name="connsiteX8" fmla="*/ 149653 w 149349"/>
                <a:gd name="connsiteY8" fmla="*/ 122663 h 243738"/>
                <a:gd name="connsiteX9" fmla="*/ 74801 w 149349"/>
                <a:gd name="connsiteY9" fmla="*/ 236029 h 243738"/>
                <a:gd name="connsiteX10" fmla="*/ 33650 w 149349"/>
                <a:gd name="connsiteY10" fmla="*/ 193163 h 243738"/>
                <a:gd name="connsiteX11" fmla="*/ 29748 w 149349"/>
                <a:gd name="connsiteY11" fmla="*/ 118411 h 243738"/>
                <a:gd name="connsiteX12" fmla="*/ 32586 w 149349"/>
                <a:gd name="connsiteY12" fmla="*/ 53225 h 243738"/>
                <a:gd name="connsiteX13" fmla="*/ 74801 w 149349"/>
                <a:gd name="connsiteY13" fmla="*/ 7879 h 243738"/>
                <a:gd name="connsiteX14" fmla="*/ 116661 w 149349"/>
                <a:gd name="connsiteY14" fmla="*/ 49328 h 243738"/>
                <a:gd name="connsiteX15" fmla="*/ 120209 w 149349"/>
                <a:gd name="connsiteY15" fmla="*/ 118411 h 243738"/>
                <a:gd name="connsiteX16" fmla="*/ 116307 w 149349"/>
                <a:gd name="connsiteY16" fmla="*/ 191746 h 243738"/>
                <a:gd name="connsiteX17" fmla="*/ 74801 w 149349"/>
                <a:gd name="connsiteY17" fmla="*/ 236029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349" h="243738">
                  <a:moveTo>
                    <a:pt x="149653" y="122663"/>
                  </a:moveTo>
                  <a:cubicBezTo>
                    <a:pt x="149653" y="94321"/>
                    <a:pt x="147880" y="65979"/>
                    <a:pt x="135463" y="39763"/>
                  </a:cubicBezTo>
                  <a:cubicBezTo>
                    <a:pt x="119145" y="5753"/>
                    <a:pt x="90055" y="85"/>
                    <a:pt x="75156" y="85"/>
                  </a:cubicBezTo>
                  <a:cubicBezTo>
                    <a:pt x="53871" y="85"/>
                    <a:pt x="27974" y="9296"/>
                    <a:pt x="13429" y="42243"/>
                  </a:cubicBezTo>
                  <a:cubicBezTo>
                    <a:pt x="2077" y="66688"/>
                    <a:pt x="303" y="94321"/>
                    <a:pt x="303" y="122663"/>
                  </a:cubicBezTo>
                  <a:cubicBezTo>
                    <a:pt x="303" y="149233"/>
                    <a:pt x="1722" y="181117"/>
                    <a:pt x="16267" y="208042"/>
                  </a:cubicBezTo>
                  <a:cubicBezTo>
                    <a:pt x="31521" y="236738"/>
                    <a:pt x="57418" y="243823"/>
                    <a:pt x="74801" y="243823"/>
                  </a:cubicBezTo>
                  <a:cubicBezTo>
                    <a:pt x="93957" y="243823"/>
                    <a:pt x="120919" y="236384"/>
                    <a:pt x="136528" y="202728"/>
                  </a:cubicBezTo>
                  <a:cubicBezTo>
                    <a:pt x="147880" y="178283"/>
                    <a:pt x="149653" y="150650"/>
                    <a:pt x="149653" y="122663"/>
                  </a:cubicBezTo>
                  <a:close/>
                  <a:moveTo>
                    <a:pt x="74801" y="236029"/>
                  </a:moveTo>
                  <a:cubicBezTo>
                    <a:pt x="60966" y="236029"/>
                    <a:pt x="40035" y="227173"/>
                    <a:pt x="33650" y="193163"/>
                  </a:cubicBezTo>
                  <a:cubicBezTo>
                    <a:pt x="29748" y="171906"/>
                    <a:pt x="29748" y="139313"/>
                    <a:pt x="29748" y="118411"/>
                  </a:cubicBezTo>
                  <a:cubicBezTo>
                    <a:pt x="29748" y="95738"/>
                    <a:pt x="29748" y="72356"/>
                    <a:pt x="32586" y="53225"/>
                  </a:cubicBezTo>
                  <a:cubicBezTo>
                    <a:pt x="39326" y="11067"/>
                    <a:pt x="65932" y="7879"/>
                    <a:pt x="74801" y="7879"/>
                  </a:cubicBezTo>
                  <a:cubicBezTo>
                    <a:pt x="86508" y="7879"/>
                    <a:pt x="109921" y="14256"/>
                    <a:pt x="116661" y="49328"/>
                  </a:cubicBezTo>
                  <a:cubicBezTo>
                    <a:pt x="120209" y="69168"/>
                    <a:pt x="120209" y="96092"/>
                    <a:pt x="120209" y="118411"/>
                  </a:cubicBezTo>
                  <a:cubicBezTo>
                    <a:pt x="120209" y="144982"/>
                    <a:pt x="120209" y="169072"/>
                    <a:pt x="116307" y="191746"/>
                  </a:cubicBezTo>
                  <a:cubicBezTo>
                    <a:pt x="110985" y="225401"/>
                    <a:pt x="90765" y="236029"/>
                    <a:pt x="74801" y="236029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3E39FFA-C0D3-E246-D082-E0E61FD6537B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3551794" y="5513754"/>
              <a:ext cx="37603" cy="37552"/>
            </a:xfrm>
            <a:custGeom>
              <a:avLst/>
              <a:gdLst>
                <a:gd name="connsiteX0" fmla="*/ 37912 w 37603"/>
                <a:gd name="connsiteY0" fmla="*/ 18861 h 37552"/>
                <a:gd name="connsiteX1" fmla="*/ 19110 w 37603"/>
                <a:gd name="connsiteY1" fmla="*/ 85 h 37552"/>
                <a:gd name="connsiteX2" fmla="*/ 308 w 37603"/>
                <a:gd name="connsiteY2" fmla="*/ 18861 h 37552"/>
                <a:gd name="connsiteX3" fmla="*/ 19110 w 37603"/>
                <a:gd name="connsiteY3" fmla="*/ 37637 h 37552"/>
                <a:gd name="connsiteX4" fmla="*/ 37912 w 37603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03" h="37552">
                  <a:moveTo>
                    <a:pt x="37912" y="18861"/>
                  </a:moveTo>
                  <a:cubicBezTo>
                    <a:pt x="37912" y="8587"/>
                    <a:pt x="29398" y="85"/>
                    <a:pt x="19110" y="85"/>
                  </a:cubicBezTo>
                  <a:cubicBezTo>
                    <a:pt x="8822" y="85"/>
                    <a:pt x="308" y="8587"/>
                    <a:pt x="308" y="18861"/>
                  </a:cubicBezTo>
                  <a:cubicBezTo>
                    <a:pt x="308" y="29135"/>
                    <a:pt x="8822" y="37637"/>
                    <a:pt x="19110" y="37637"/>
                  </a:cubicBezTo>
                  <a:cubicBezTo>
                    <a:pt x="29398" y="37637"/>
                    <a:pt x="37912" y="29135"/>
                    <a:pt x="37912" y="18861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BAE5A28-003B-D196-E090-DCF0DD8482B1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3639694" y="5311820"/>
              <a:ext cx="152187" cy="247281"/>
            </a:xfrm>
            <a:custGeom>
              <a:avLst/>
              <a:gdLst>
                <a:gd name="connsiteX0" fmla="*/ 149306 w 152187"/>
                <a:gd name="connsiteY0" fmla="*/ 23821 h 247281"/>
                <a:gd name="connsiteX1" fmla="*/ 152499 w 152187"/>
                <a:gd name="connsiteY1" fmla="*/ 11421 h 247281"/>
                <a:gd name="connsiteX2" fmla="*/ 66295 w 152187"/>
                <a:gd name="connsiteY2" fmla="*/ 11421 h 247281"/>
                <a:gd name="connsiteX3" fmla="*/ 20887 w 152187"/>
                <a:gd name="connsiteY3" fmla="*/ 85 h 247281"/>
                <a:gd name="connsiteX4" fmla="*/ 12018 w 152187"/>
                <a:gd name="connsiteY4" fmla="*/ 85 h 247281"/>
                <a:gd name="connsiteX5" fmla="*/ 311 w 152187"/>
                <a:gd name="connsiteY5" fmla="*/ 73065 h 247281"/>
                <a:gd name="connsiteX6" fmla="*/ 9180 w 152187"/>
                <a:gd name="connsiteY6" fmla="*/ 73065 h 247281"/>
                <a:gd name="connsiteX7" fmla="*/ 18049 w 152187"/>
                <a:gd name="connsiteY7" fmla="*/ 40826 h 247281"/>
                <a:gd name="connsiteX8" fmla="*/ 52814 w 152187"/>
                <a:gd name="connsiteY8" fmla="*/ 38700 h 247281"/>
                <a:gd name="connsiteX9" fmla="*/ 126247 w 152187"/>
                <a:gd name="connsiteY9" fmla="*/ 38700 h 247281"/>
                <a:gd name="connsiteX10" fmla="*/ 86515 w 152187"/>
                <a:gd name="connsiteY10" fmla="*/ 94675 h 247281"/>
                <a:gd name="connsiteX11" fmla="*/ 42881 w 152187"/>
                <a:gd name="connsiteY11" fmla="*/ 227881 h 247281"/>
                <a:gd name="connsiteX12" fmla="*/ 59200 w 152187"/>
                <a:gd name="connsiteY12" fmla="*/ 247366 h 247281"/>
                <a:gd name="connsiteX13" fmla="*/ 75518 w 152187"/>
                <a:gd name="connsiteY13" fmla="*/ 227881 h 247281"/>
                <a:gd name="connsiteX14" fmla="*/ 75518 w 152187"/>
                <a:gd name="connsiteY14" fmla="*/ 209813 h 247281"/>
                <a:gd name="connsiteX15" fmla="*/ 79420 w 152187"/>
                <a:gd name="connsiteY15" fmla="*/ 151713 h 247281"/>
                <a:gd name="connsiteX16" fmla="*/ 101415 w 152187"/>
                <a:gd name="connsiteY16" fmla="*/ 91132 h 247281"/>
                <a:gd name="connsiteX17" fmla="*/ 149306 w 152187"/>
                <a:gd name="connsiteY17" fmla="*/ 23821 h 247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2187" h="247281">
                  <a:moveTo>
                    <a:pt x="149306" y="23821"/>
                  </a:moveTo>
                  <a:cubicBezTo>
                    <a:pt x="152499" y="19570"/>
                    <a:pt x="152499" y="18861"/>
                    <a:pt x="152499" y="11421"/>
                  </a:cubicBezTo>
                  <a:lnTo>
                    <a:pt x="66295" y="11421"/>
                  </a:lnTo>
                  <a:cubicBezTo>
                    <a:pt x="23015" y="11421"/>
                    <a:pt x="22306" y="6816"/>
                    <a:pt x="20887" y="85"/>
                  </a:cubicBezTo>
                  <a:lnTo>
                    <a:pt x="12018" y="85"/>
                  </a:lnTo>
                  <a:lnTo>
                    <a:pt x="311" y="73065"/>
                  </a:lnTo>
                  <a:lnTo>
                    <a:pt x="9180" y="73065"/>
                  </a:lnTo>
                  <a:cubicBezTo>
                    <a:pt x="10244" y="67396"/>
                    <a:pt x="13437" y="45077"/>
                    <a:pt x="18049" y="40826"/>
                  </a:cubicBezTo>
                  <a:cubicBezTo>
                    <a:pt x="20532" y="38700"/>
                    <a:pt x="48202" y="38700"/>
                    <a:pt x="52814" y="38700"/>
                  </a:cubicBezTo>
                  <a:lnTo>
                    <a:pt x="126247" y="38700"/>
                  </a:lnTo>
                  <a:cubicBezTo>
                    <a:pt x="122345" y="44369"/>
                    <a:pt x="94320" y="82984"/>
                    <a:pt x="86515" y="94675"/>
                  </a:cubicBezTo>
                  <a:cubicBezTo>
                    <a:pt x="54588" y="142502"/>
                    <a:pt x="42881" y="191746"/>
                    <a:pt x="42881" y="227881"/>
                  </a:cubicBezTo>
                  <a:cubicBezTo>
                    <a:pt x="42881" y="231424"/>
                    <a:pt x="42881" y="247366"/>
                    <a:pt x="59200" y="247366"/>
                  </a:cubicBezTo>
                  <a:cubicBezTo>
                    <a:pt x="75518" y="247366"/>
                    <a:pt x="75518" y="231424"/>
                    <a:pt x="75518" y="227881"/>
                  </a:cubicBezTo>
                  <a:lnTo>
                    <a:pt x="75518" y="209813"/>
                  </a:lnTo>
                  <a:cubicBezTo>
                    <a:pt x="75518" y="190328"/>
                    <a:pt x="76582" y="170844"/>
                    <a:pt x="79420" y="151713"/>
                  </a:cubicBezTo>
                  <a:cubicBezTo>
                    <a:pt x="80839" y="143565"/>
                    <a:pt x="85806" y="113097"/>
                    <a:pt x="101415" y="91132"/>
                  </a:cubicBezTo>
                  <a:lnTo>
                    <a:pt x="149306" y="23821"/>
                  </a:ln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FF2DC5EA-3C79-11E6-D056-133172CE791F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3812103" y="5315362"/>
              <a:ext cx="147221" cy="243738"/>
            </a:xfrm>
            <a:custGeom>
              <a:avLst/>
              <a:gdLst>
                <a:gd name="connsiteX0" fmla="*/ 115610 w 147221"/>
                <a:gd name="connsiteY0" fmla="*/ 123371 h 243738"/>
                <a:gd name="connsiteX1" fmla="*/ 115610 w 147221"/>
                <a:gd name="connsiteY1" fmla="*/ 134708 h 243738"/>
                <a:gd name="connsiteX2" fmla="*/ 58140 w 147221"/>
                <a:gd name="connsiteY2" fmla="*/ 233904 h 243738"/>
                <a:gd name="connsiteX3" fmla="*/ 23375 w 147221"/>
                <a:gd name="connsiteY3" fmla="*/ 221150 h 243738"/>
                <a:gd name="connsiteX4" fmla="*/ 41822 w 147221"/>
                <a:gd name="connsiteY4" fmla="*/ 204854 h 243738"/>
                <a:gd name="connsiteX5" fmla="*/ 25503 w 147221"/>
                <a:gd name="connsiteY5" fmla="*/ 188557 h 243738"/>
                <a:gd name="connsiteX6" fmla="*/ 9185 w 147221"/>
                <a:gd name="connsiteY6" fmla="*/ 205562 h 243738"/>
                <a:gd name="connsiteX7" fmla="*/ 58495 w 147221"/>
                <a:gd name="connsiteY7" fmla="*/ 243823 h 243738"/>
                <a:gd name="connsiteX8" fmla="*/ 147538 w 147221"/>
                <a:gd name="connsiteY8" fmla="*/ 119474 h 243738"/>
                <a:gd name="connsiteX9" fmla="*/ 75168 w 147221"/>
                <a:gd name="connsiteY9" fmla="*/ 85 h 243738"/>
                <a:gd name="connsiteX10" fmla="*/ 23020 w 147221"/>
                <a:gd name="connsiteY10" fmla="*/ 22404 h 243738"/>
                <a:gd name="connsiteX11" fmla="*/ 316 w 147221"/>
                <a:gd name="connsiteY11" fmla="*/ 79796 h 243738"/>
                <a:gd name="connsiteX12" fmla="*/ 71266 w 147221"/>
                <a:gd name="connsiteY12" fmla="*/ 158798 h 243738"/>
                <a:gd name="connsiteX13" fmla="*/ 115610 w 147221"/>
                <a:gd name="connsiteY13" fmla="*/ 123371 h 243738"/>
                <a:gd name="connsiteX14" fmla="*/ 71621 w 147221"/>
                <a:gd name="connsiteY14" fmla="*/ 150650 h 243738"/>
                <a:gd name="connsiteX15" fmla="*/ 38629 w 147221"/>
                <a:gd name="connsiteY15" fmla="*/ 128331 h 243738"/>
                <a:gd name="connsiteX16" fmla="*/ 32244 w 147221"/>
                <a:gd name="connsiteY16" fmla="*/ 80150 h 243738"/>
                <a:gd name="connsiteX17" fmla="*/ 39693 w 147221"/>
                <a:gd name="connsiteY17" fmla="*/ 31261 h 243738"/>
                <a:gd name="connsiteX18" fmla="*/ 75168 w 147221"/>
                <a:gd name="connsiteY18" fmla="*/ 8941 h 243738"/>
                <a:gd name="connsiteX19" fmla="*/ 109224 w 147221"/>
                <a:gd name="connsiteY19" fmla="*/ 36929 h 243738"/>
                <a:gd name="connsiteX20" fmla="*/ 114900 w 147221"/>
                <a:gd name="connsiteY20" fmla="*/ 86881 h 243738"/>
                <a:gd name="connsiteX21" fmla="*/ 71621 w 147221"/>
                <a:gd name="connsiteY21" fmla="*/ 15065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221" h="243738">
                  <a:moveTo>
                    <a:pt x="115610" y="123371"/>
                  </a:moveTo>
                  <a:lnTo>
                    <a:pt x="115610" y="134708"/>
                  </a:lnTo>
                  <a:cubicBezTo>
                    <a:pt x="115610" y="217607"/>
                    <a:pt x="78716" y="233904"/>
                    <a:pt x="58140" y="233904"/>
                  </a:cubicBezTo>
                  <a:cubicBezTo>
                    <a:pt x="52110" y="233904"/>
                    <a:pt x="32953" y="233195"/>
                    <a:pt x="23375" y="221150"/>
                  </a:cubicBezTo>
                  <a:cubicBezTo>
                    <a:pt x="38984" y="221150"/>
                    <a:pt x="41822" y="210876"/>
                    <a:pt x="41822" y="204854"/>
                  </a:cubicBezTo>
                  <a:cubicBezTo>
                    <a:pt x="41822" y="193871"/>
                    <a:pt x="33308" y="188557"/>
                    <a:pt x="25503" y="188557"/>
                  </a:cubicBezTo>
                  <a:cubicBezTo>
                    <a:pt x="19827" y="188557"/>
                    <a:pt x="9185" y="191746"/>
                    <a:pt x="9185" y="205562"/>
                  </a:cubicBezTo>
                  <a:cubicBezTo>
                    <a:pt x="9185" y="229298"/>
                    <a:pt x="28341" y="243823"/>
                    <a:pt x="58495" y="243823"/>
                  </a:cubicBezTo>
                  <a:cubicBezTo>
                    <a:pt x="104258" y="243823"/>
                    <a:pt x="147538" y="195643"/>
                    <a:pt x="147538" y="119474"/>
                  </a:cubicBezTo>
                  <a:cubicBezTo>
                    <a:pt x="147538" y="24175"/>
                    <a:pt x="106741" y="85"/>
                    <a:pt x="75168" y="85"/>
                  </a:cubicBezTo>
                  <a:cubicBezTo>
                    <a:pt x="55657" y="85"/>
                    <a:pt x="38274" y="6462"/>
                    <a:pt x="23020" y="22404"/>
                  </a:cubicBezTo>
                  <a:cubicBezTo>
                    <a:pt x="8475" y="38346"/>
                    <a:pt x="316" y="53225"/>
                    <a:pt x="316" y="79796"/>
                  </a:cubicBezTo>
                  <a:cubicBezTo>
                    <a:pt x="316" y="124080"/>
                    <a:pt x="31534" y="158798"/>
                    <a:pt x="71266" y="158798"/>
                  </a:cubicBezTo>
                  <a:cubicBezTo>
                    <a:pt x="92906" y="158798"/>
                    <a:pt x="107451" y="143919"/>
                    <a:pt x="115610" y="123371"/>
                  </a:cubicBezTo>
                  <a:close/>
                  <a:moveTo>
                    <a:pt x="71621" y="150650"/>
                  </a:moveTo>
                  <a:cubicBezTo>
                    <a:pt x="65945" y="150650"/>
                    <a:pt x="49626" y="150650"/>
                    <a:pt x="38629" y="128331"/>
                  </a:cubicBezTo>
                  <a:cubicBezTo>
                    <a:pt x="32244" y="115223"/>
                    <a:pt x="32244" y="97509"/>
                    <a:pt x="32244" y="80150"/>
                  </a:cubicBezTo>
                  <a:cubicBezTo>
                    <a:pt x="32244" y="61019"/>
                    <a:pt x="32244" y="44369"/>
                    <a:pt x="39693" y="31261"/>
                  </a:cubicBezTo>
                  <a:cubicBezTo>
                    <a:pt x="49272" y="13547"/>
                    <a:pt x="62752" y="8941"/>
                    <a:pt x="75168" y="8941"/>
                  </a:cubicBezTo>
                  <a:cubicBezTo>
                    <a:pt x="91487" y="8941"/>
                    <a:pt x="103194" y="20987"/>
                    <a:pt x="109224" y="36929"/>
                  </a:cubicBezTo>
                  <a:cubicBezTo>
                    <a:pt x="113481" y="48266"/>
                    <a:pt x="114900" y="70585"/>
                    <a:pt x="114900" y="86881"/>
                  </a:cubicBezTo>
                  <a:cubicBezTo>
                    <a:pt x="114900" y="116286"/>
                    <a:pt x="102839" y="150650"/>
                    <a:pt x="71621" y="150650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D1E5CC1-7FAD-F73B-0F9F-C8C89C085CAA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3992317" y="5315362"/>
              <a:ext cx="141545" cy="243738"/>
            </a:xfrm>
            <a:custGeom>
              <a:avLst/>
              <a:gdLst>
                <a:gd name="connsiteX0" fmla="*/ 141866 w 141545"/>
                <a:gd name="connsiteY0" fmla="*/ 164821 h 243738"/>
                <a:gd name="connsiteX1" fmla="*/ 74464 w 141545"/>
                <a:gd name="connsiteY1" fmla="*/ 87235 h 243738"/>
                <a:gd name="connsiteX2" fmla="*/ 29411 w 141545"/>
                <a:gd name="connsiteY2" fmla="*/ 105303 h 243738"/>
                <a:gd name="connsiteX3" fmla="*/ 29411 w 141545"/>
                <a:gd name="connsiteY3" fmla="*/ 36220 h 243738"/>
                <a:gd name="connsiteX4" fmla="*/ 59564 w 141545"/>
                <a:gd name="connsiteY4" fmla="*/ 40826 h 243738"/>
                <a:gd name="connsiteX5" fmla="*/ 128031 w 141545"/>
                <a:gd name="connsiteY5" fmla="*/ 3982 h 243738"/>
                <a:gd name="connsiteX6" fmla="*/ 124484 w 141545"/>
                <a:gd name="connsiteY6" fmla="*/ 85 h 243738"/>
                <a:gd name="connsiteX7" fmla="*/ 121646 w 141545"/>
                <a:gd name="connsiteY7" fmla="*/ 1148 h 243738"/>
                <a:gd name="connsiteX8" fmla="*/ 73400 w 141545"/>
                <a:gd name="connsiteY8" fmla="*/ 11421 h 243738"/>
                <a:gd name="connsiteX9" fmla="*/ 26218 w 141545"/>
                <a:gd name="connsiteY9" fmla="*/ 1502 h 243738"/>
                <a:gd name="connsiteX10" fmla="*/ 21961 w 141545"/>
                <a:gd name="connsiteY10" fmla="*/ 439 h 243738"/>
                <a:gd name="connsiteX11" fmla="*/ 18413 w 141545"/>
                <a:gd name="connsiteY11" fmla="*/ 8941 h 243738"/>
                <a:gd name="connsiteX12" fmla="*/ 18413 w 141545"/>
                <a:gd name="connsiteY12" fmla="*/ 113806 h 243738"/>
                <a:gd name="connsiteX13" fmla="*/ 23380 w 141545"/>
                <a:gd name="connsiteY13" fmla="*/ 123017 h 243738"/>
                <a:gd name="connsiteX14" fmla="*/ 27992 w 141545"/>
                <a:gd name="connsiteY14" fmla="*/ 119828 h 243738"/>
                <a:gd name="connsiteX15" fmla="*/ 73754 w 141545"/>
                <a:gd name="connsiteY15" fmla="*/ 95029 h 243738"/>
                <a:gd name="connsiteX16" fmla="*/ 103908 w 141545"/>
                <a:gd name="connsiteY16" fmla="*/ 117703 h 243738"/>
                <a:gd name="connsiteX17" fmla="*/ 110294 w 141545"/>
                <a:gd name="connsiteY17" fmla="*/ 162341 h 243738"/>
                <a:gd name="connsiteX18" fmla="*/ 101780 w 141545"/>
                <a:gd name="connsiteY18" fmla="*/ 210876 h 243738"/>
                <a:gd name="connsiteX19" fmla="*/ 63821 w 141545"/>
                <a:gd name="connsiteY19" fmla="*/ 233904 h 243738"/>
                <a:gd name="connsiteX20" fmla="*/ 11673 w 141545"/>
                <a:gd name="connsiteY20" fmla="*/ 194225 h 243738"/>
                <a:gd name="connsiteX21" fmla="*/ 17704 w 141545"/>
                <a:gd name="connsiteY21" fmla="*/ 194934 h 243738"/>
                <a:gd name="connsiteX22" fmla="*/ 35441 w 141545"/>
                <a:gd name="connsiteY22" fmla="*/ 177575 h 243738"/>
                <a:gd name="connsiteX23" fmla="*/ 17704 w 141545"/>
                <a:gd name="connsiteY23" fmla="*/ 160215 h 243738"/>
                <a:gd name="connsiteX24" fmla="*/ 321 w 141545"/>
                <a:gd name="connsiteY24" fmla="*/ 178992 h 243738"/>
                <a:gd name="connsiteX25" fmla="*/ 64531 w 141545"/>
                <a:gd name="connsiteY25" fmla="*/ 243823 h 243738"/>
                <a:gd name="connsiteX26" fmla="*/ 141866 w 141545"/>
                <a:gd name="connsiteY26" fmla="*/ 16482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545" h="243738">
                  <a:moveTo>
                    <a:pt x="141866" y="164821"/>
                  </a:moveTo>
                  <a:cubicBezTo>
                    <a:pt x="141866" y="122663"/>
                    <a:pt x="112777" y="87235"/>
                    <a:pt x="74464" y="87235"/>
                  </a:cubicBezTo>
                  <a:cubicBezTo>
                    <a:pt x="57436" y="87235"/>
                    <a:pt x="42182" y="92904"/>
                    <a:pt x="29411" y="105303"/>
                  </a:cubicBezTo>
                  <a:lnTo>
                    <a:pt x="29411" y="36220"/>
                  </a:lnTo>
                  <a:cubicBezTo>
                    <a:pt x="36506" y="38346"/>
                    <a:pt x="48212" y="40826"/>
                    <a:pt x="59564" y="40826"/>
                  </a:cubicBezTo>
                  <a:cubicBezTo>
                    <a:pt x="103199" y="40826"/>
                    <a:pt x="128031" y="8587"/>
                    <a:pt x="128031" y="3982"/>
                  </a:cubicBezTo>
                  <a:cubicBezTo>
                    <a:pt x="128031" y="1856"/>
                    <a:pt x="126967" y="85"/>
                    <a:pt x="124484" y="85"/>
                  </a:cubicBezTo>
                  <a:cubicBezTo>
                    <a:pt x="124129" y="85"/>
                    <a:pt x="123419" y="85"/>
                    <a:pt x="121646" y="1148"/>
                  </a:cubicBezTo>
                  <a:cubicBezTo>
                    <a:pt x="114551" y="4336"/>
                    <a:pt x="97168" y="11421"/>
                    <a:pt x="73400" y="11421"/>
                  </a:cubicBezTo>
                  <a:cubicBezTo>
                    <a:pt x="59210" y="11421"/>
                    <a:pt x="42891" y="8941"/>
                    <a:pt x="26218" y="1502"/>
                  </a:cubicBezTo>
                  <a:cubicBezTo>
                    <a:pt x="23380" y="439"/>
                    <a:pt x="22670" y="439"/>
                    <a:pt x="21961" y="439"/>
                  </a:cubicBezTo>
                  <a:cubicBezTo>
                    <a:pt x="18413" y="439"/>
                    <a:pt x="18413" y="3273"/>
                    <a:pt x="18413" y="8941"/>
                  </a:cubicBezTo>
                  <a:lnTo>
                    <a:pt x="18413" y="113806"/>
                  </a:lnTo>
                  <a:cubicBezTo>
                    <a:pt x="18413" y="120183"/>
                    <a:pt x="18413" y="123017"/>
                    <a:pt x="23380" y="123017"/>
                  </a:cubicBezTo>
                  <a:cubicBezTo>
                    <a:pt x="25863" y="123017"/>
                    <a:pt x="26573" y="121954"/>
                    <a:pt x="27992" y="119828"/>
                  </a:cubicBezTo>
                  <a:cubicBezTo>
                    <a:pt x="31894" y="114160"/>
                    <a:pt x="45020" y="95029"/>
                    <a:pt x="73754" y="95029"/>
                  </a:cubicBezTo>
                  <a:cubicBezTo>
                    <a:pt x="92201" y="95029"/>
                    <a:pt x="101070" y="111326"/>
                    <a:pt x="103908" y="117703"/>
                  </a:cubicBezTo>
                  <a:cubicBezTo>
                    <a:pt x="109584" y="130811"/>
                    <a:pt x="110294" y="144627"/>
                    <a:pt x="110294" y="162341"/>
                  </a:cubicBezTo>
                  <a:cubicBezTo>
                    <a:pt x="110294" y="174741"/>
                    <a:pt x="110294" y="195997"/>
                    <a:pt x="101780" y="210876"/>
                  </a:cubicBezTo>
                  <a:cubicBezTo>
                    <a:pt x="93266" y="224693"/>
                    <a:pt x="80140" y="233904"/>
                    <a:pt x="63821" y="233904"/>
                  </a:cubicBezTo>
                  <a:cubicBezTo>
                    <a:pt x="37925" y="233904"/>
                    <a:pt x="17704" y="215127"/>
                    <a:pt x="11673" y="194225"/>
                  </a:cubicBezTo>
                  <a:cubicBezTo>
                    <a:pt x="12737" y="194580"/>
                    <a:pt x="13802" y="194934"/>
                    <a:pt x="17704" y="194934"/>
                  </a:cubicBezTo>
                  <a:cubicBezTo>
                    <a:pt x="29411" y="194934"/>
                    <a:pt x="35441" y="186077"/>
                    <a:pt x="35441" y="177575"/>
                  </a:cubicBezTo>
                  <a:cubicBezTo>
                    <a:pt x="35441" y="169072"/>
                    <a:pt x="29411" y="160215"/>
                    <a:pt x="17704" y="160215"/>
                  </a:cubicBezTo>
                  <a:cubicBezTo>
                    <a:pt x="12737" y="160215"/>
                    <a:pt x="321" y="162695"/>
                    <a:pt x="321" y="178992"/>
                  </a:cubicBezTo>
                  <a:cubicBezTo>
                    <a:pt x="321" y="209459"/>
                    <a:pt x="24799" y="243823"/>
                    <a:pt x="64531" y="243823"/>
                  </a:cubicBezTo>
                  <a:cubicBezTo>
                    <a:pt x="105682" y="243823"/>
                    <a:pt x="141866" y="209813"/>
                    <a:pt x="141866" y="164821"/>
                  </a:cubicBezTo>
                  <a:close/>
                </a:path>
              </a:pathLst>
            </a:custGeom>
            <a:solidFill>
              <a:srgbClr val="FFFFFF"/>
            </a:solidFill>
            <a:ln w="3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6780F4F-8630-ED49-CEB3-79020C476938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942567" y="2165046"/>
            <a:ext cx="8498177" cy="322386"/>
            <a:chOff x="6596537" y="5301546"/>
            <a:chExt cx="8498177" cy="322386"/>
          </a:xfrm>
        </p:grpSpPr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3AF56D7-0AC8-CDEF-ABF0-A38064EBB949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6596537" y="5309340"/>
              <a:ext cx="194495" cy="241967"/>
            </a:xfrm>
            <a:custGeom>
              <a:avLst/>
              <a:gdLst>
                <a:gd name="connsiteX0" fmla="*/ 194609 w 194495"/>
                <a:gd name="connsiteY0" fmla="*/ 150650 h 241967"/>
                <a:gd name="connsiteX1" fmla="*/ 185752 w 194495"/>
                <a:gd name="connsiteY1" fmla="*/ 150650 h 241967"/>
                <a:gd name="connsiteX2" fmla="*/ 114543 w 194495"/>
                <a:gd name="connsiteY2" fmla="*/ 231070 h 241967"/>
                <a:gd name="connsiteX3" fmla="*/ 85493 w 194495"/>
                <a:gd name="connsiteY3" fmla="*/ 231070 h 241967"/>
                <a:gd name="connsiteX4" fmla="*/ 68134 w 194495"/>
                <a:gd name="connsiteY4" fmla="*/ 216899 h 241967"/>
                <a:gd name="connsiteX5" fmla="*/ 68134 w 194495"/>
                <a:gd name="connsiteY5" fmla="*/ 28072 h 241967"/>
                <a:gd name="connsiteX6" fmla="*/ 101790 w 194495"/>
                <a:gd name="connsiteY6" fmla="*/ 11067 h 241967"/>
                <a:gd name="connsiteX7" fmla="*/ 113481 w 194495"/>
                <a:gd name="connsiteY7" fmla="*/ 11067 h 241967"/>
                <a:gd name="connsiteX8" fmla="*/ 113481 w 194495"/>
                <a:gd name="connsiteY8" fmla="*/ 85 h 241967"/>
                <a:gd name="connsiteX9" fmla="*/ 53963 w 194495"/>
                <a:gd name="connsiteY9" fmla="*/ 1148 h 241967"/>
                <a:gd name="connsiteX10" fmla="*/ 114 w 194495"/>
                <a:gd name="connsiteY10" fmla="*/ 85 h 241967"/>
                <a:gd name="connsiteX11" fmla="*/ 114 w 194495"/>
                <a:gd name="connsiteY11" fmla="*/ 11067 h 241967"/>
                <a:gd name="connsiteX12" fmla="*/ 8616 w 194495"/>
                <a:gd name="connsiteY12" fmla="*/ 11067 h 241967"/>
                <a:gd name="connsiteX13" fmla="*/ 36604 w 194495"/>
                <a:gd name="connsiteY13" fmla="*/ 27718 h 241967"/>
                <a:gd name="connsiteX14" fmla="*/ 36604 w 194495"/>
                <a:gd name="connsiteY14" fmla="*/ 214419 h 241967"/>
                <a:gd name="connsiteX15" fmla="*/ 8616 w 194495"/>
                <a:gd name="connsiteY15" fmla="*/ 231070 h 241967"/>
                <a:gd name="connsiteX16" fmla="*/ 114 w 194495"/>
                <a:gd name="connsiteY16" fmla="*/ 231070 h 241967"/>
                <a:gd name="connsiteX17" fmla="*/ 114 w 194495"/>
                <a:gd name="connsiteY17" fmla="*/ 242052 h 241967"/>
                <a:gd name="connsiteX18" fmla="*/ 184689 w 194495"/>
                <a:gd name="connsiteY18" fmla="*/ 242052 h 241967"/>
                <a:gd name="connsiteX19" fmla="*/ 194609 w 194495"/>
                <a:gd name="connsiteY19" fmla="*/ 150650 h 2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95" h="241967">
                  <a:moveTo>
                    <a:pt x="194609" y="150650"/>
                  </a:moveTo>
                  <a:lnTo>
                    <a:pt x="185752" y="150650"/>
                  </a:lnTo>
                  <a:cubicBezTo>
                    <a:pt x="181855" y="186786"/>
                    <a:pt x="176895" y="231070"/>
                    <a:pt x="114543" y="231070"/>
                  </a:cubicBezTo>
                  <a:lnTo>
                    <a:pt x="85493" y="231070"/>
                  </a:lnTo>
                  <a:cubicBezTo>
                    <a:pt x="68842" y="231070"/>
                    <a:pt x="68134" y="228590"/>
                    <a:pt x="68134" y="216899"/>
                  </a:cubicBezTo>
                  <a:lnTo>
                    <a:pt x="68134" y="28072"/>
                  </a:lnTo>
                  <a:cubicBezTo>
                    <a:pt x="68134" y="16027"/>
                    <a:pt x="68134" y="11067"/>
                    <a:pt x="101790" y="11067"/>
                  </a:cubicBezTo>
                  <a:lnTo>
                    <a:pt x="113481" y="11067"/>
                  </a:lnTo>
                  <a:lnTo>
                    <a:pt x="113481" y="85"/>
                  </a:lnTo>
                  <a:cubicBezTo>
                    <a:pt x="100727" y="1148"/>
                    <a:pt x="68488" y="1148"/>
                    <a:pt x="53963" y="1148"/>
                  </a:cubicBezTo>
                  <a:cubicBezTo>
                    <a:pt x="40146" y="1148"/>
                    <a:pt x="12513" y="1148"/>
                    <a:pt x="114" y="85"/>
                  </a:cubicBezTo>
                  <a:lnTo>
                    <a:pt x="114" y="11067"/>
                  </a:lnTo>
                  <a:lnTo>
                    <a:pt x="8616" y="11067"/>
                  </a:lnTo>
                  <a:cubicBezTo>
                    <a:pt x="35895" y="11067"/>
                    <a:pt x="36604" y="14964"/>
                    <a:pt x="36604" y="27718"/>
                  </a:cubicBezTo>
                  <a:lnTo>
                    <a:pt x="36604" y="214419"/>
                  </a:lnTo>
                  <a:cubicBezTo>
                    <a:pt x="36604" y="227173"/>
                    <a:pt x="35895" y="231070"/>
                    <a:pt x="8616" y="231070"/>
                  </a:cubicBezTo>
                  <a:lnTo>
                    <a:pt x="114" y="231070"/>
                  </a:lnTo>
                  <a:lnTo>
                    <a:pt x="114" y="242052"/>
                  </a:lnTo>
                  <a:lnTo>
                    <a:pt x="184689" y="242052"/>
                  </a:lnTo>
                  <a:lnTo>
                    <a:pt x="194609" y="15065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6260FA3-6089-63B5-A214-2013BB931BC6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6816186" y="5392593"/>
              <a:ext cx="137103" cy="162610"/>
            </a:xfrm>
            <a:custGeom>
              <a:avLst/>
              <a:gdLst>
                <a:gd name="connsiteX0" fmla="*/ 29879 w 137103"/>
                <a:gd name="connsiteY0" fmla="*/ 69522 h 162610"/>
                <a:gd name="connsiteX1" fmla="*/ 73808 w 137103"/>
                <a:gd name="connsiteY1" fmla="*/ 7879 h 162610"/>
                <a:gd name="connsiteX2" fmla="*/ 113841 w 137103"/>
                <a:gd name="connsiteY2" fmla="*/ 69522 h 162610"/>
                <a:gd name="connsiteX3" fmla="*/ 29879 w 137103"/>
                <a:gd name="connsiteY3" fmla="*/ 69522 h 162610"/>
                <a:gd name="connsiteX4" fmla="*/ 29525 w 137103"/>
                <a:gd name="connsiteY4" fmla="*/ 76962 h 162610"/>
                <a:gd name="connsiteX5" fmla="*/ 128366 w 137103"/>
                <a:gd name="connsiteY5" fmla="*/ 76962 h 162610"/>
                <a:gd name="connsiteX6" fmla="*/ 137223 w 137103"/>
                <a:gd name="connsiteY6" fmla="*/ 69522 h 162610"/>
                <a:gd name="connsiteX7" fmla="*/ 73808 w 137103"/>
                <a:gd name="connsiteY7" fmla="*/ 85 h 162610"/>
                <a:gd name="connsiteX8" fmla="*/ 120 w 137103"/>
                <a:gd name="connsiteY8" fmla="*/ 80859 h 162610"/>
                <a:gd name="connsiteX9" fmla="*/ 78060 w 137103"/>
                <a:gd name="connsiteY9" fmla="*/ 162695 h 162610"/>
                <a:gd name="connsiteX10" fmla="*/ 137223 w 137103"/>
                <a:gd name="connsiteY10" fmla="*/ 116640 h 162610"/>
                <a:gd name="connsiteX11" fmla="*/ 132618 w 137103"/>
                <a:gd name="connsiteY11" fmla="*/ 112389 h 162610"/>
                <a:gd name="connsiteX12" fmla="*/ 128012 w 137103"/>
                <a:gd name="connsiteY12" fmla="*/ 117349 h 162610"/>
                <a:gd name="connsiteX13" fmla="*/ 80185 w 137103"/>
                <a:gd name="connsiteY13" fmla="*/ 153839 h 162610"/>
                <a:gd name="connsiteX14" fmla="*/ 40153 w 137103"/>
                <a:gd name="connsiteY14" fmla="*/ 130102 h 162610"/>
                <a:gd name="connsiteX15" fmla="*/ 29525 w 137103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62610">
                  <a:moveTo>
                    <a:pt x="29879" y="69522"/>
                  </a:moveTo>
                  <a:cubicBezTo>
                    <a:pt x="32004" y="16735"/>
                    <a:pt x="61763" y="7879"/>
                    <a:pt x="73808" y="7879"/>
                  </a:cubicBezTo>
                  <a:cubicBezTo>
                    <a:pt x="110298" y="7879"/>
                    <a:pt x="113841" y="55705"/>
                    <a:pt x="113841" y="69522"/>
                  </a:cubicBezTo>
                  <a:lnTo>
                    <a:pt x="29879" y="69522"/>
                  </a:lnTo>
                  <a:close/>
                  <a:moveTo>
                    <a:pt x="29525" y="76962"/>
                  </a:moveTo>
                  <a:lnTo>
                    <a:pt x="128366" y="76962"/>
                  </a:lnTo>
                  <a:cubicBezTo>
                    <a:pt x="136160" y="76962"/>
                    <a:pt x="137223" y="76962"/>
                    <a:pt x="137223" y="69522"/>
                  </a:cubicBezTo>
                  <a:cubicBezTo>
                    <a:pt x="137223" y="34449"/>
                    <a:pt x="118092" y="85"/>
                    <a:pt x="73808" y="85"/>
                  </a:cubicBezTo>
                  <a:cubicBezTo>
                    <a:pt x="32713" y="85"/>
                    <a:pt x="120" y="36575"/>
                    <a:pt x="120" y="80859"/>
                  </a:cubicBezTo>
                  <a:cubicBezTo>
                    <a:pt x="120" y="128331"/>
                    <a:pt x="37318" y="162695"/>
                    <a:pt x="78060" y="162695"/>
                  </a:cubicBezTo>
                  <a:cubicBezTo>
                    <a:pt x="121281" y="162695"/>
                    <a:pt x="137223" y="123371"/>
                    <a:pt x="137223" y="116640"/>
                  </a:cubicBezTo>
                  <a:cubicBezTo>
                    <a:pt x="137223" y="113097"/>
                    <a:pt x="134389" y="112389"/>
                    <a:pt x="132618" y="112389"/>
                  </a:cubicBezTo>
                  <a:cubicBezTo>
                    <a:pt x="129429" y="112389"/>
                    <a:pt x="128721" y="114514"/>
                    <a:pt x="128012" y="117349"/>
                  </a:cubicBezTo>
                  <a:cubicBezTo>
                    <a:pt x="115612" y="153839"/>
                    <a:pt x="83728" y="153839"/>
                    <a:pt x="80185" y="153839"/>
                  </a:cubicBezTo>
                  <a:cubicBezTo>
                    <a:pt x="62472" y="153839"/>
                    <a:pt x="48301" y="143210"/>
                    <a:pt x="40153" y="130102"/>
                  </a:cubicBezTo>
                  <a:cubicBezTo>
                    <a:pt x="29525" y="113097"/>
                    <a:pt x="29525" y="89715"/>
                    <a:pt x="29525" y="7696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C89E503-5FC3-5C05-1429-CE0441F1DCED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6978600" y="5392593"/>
              <a:ext cx="159776" cy="162610"/>
            </a:xfrm>
            <a:custGeom>
              <a:avLst/>
              <a:gdLst>
                <a:gd name="connsiteX0" fmla="*/ 103217 w 159776"/>
                <a:gd name="connsiteY0" fmla="*/ 131874 h 162610"/>
                <a:gd name="connsiteX1" fmla="*/ 130851 w 159776"/>
                <a:gd name="connsiteY1" fmla="*/ 160924 h 162610"/>
                <a:gd name="connsiteX2" fmla="*/ 159901 w 159776"/>
                <a:gd name="connsiteY2" fmla="*/ 127268 h 162610"/>
                <a:gd name="connsiteX3" fmla="*/ 159901 w 159776"/>
                <a:gd name="connsiteY3" fmla="*/ 107429 h 162610"/>
                <a:gd name="connsiteX4" fmla="*/ 151044 w 159776"/>
                <a:gd name="connsiteY4" fmla="*/ 107429 h 162610"/>
                <a:gd name="connsiteX5" fmla="*/ 151044 w 159776"/>
                <a:gd name="connsiteY5" fmla="*/ 127268 h 162610"/>
                <a:gd name="connsiteX6" fmla="*/ 138290 w 159776"/>
                <a:gd name="connsiteY6" fmla="*/ 149942 h 162610"/>
                <a:gd name="connsiteX7" fmla="*/ 125182 w 159776"/>
                <a:gd name="connsiteY7" fmla="*/ 132228 h 162610"/>
                <a:gd name="connsiteX8" fmla="*/ 125182 w 159776"/>
                <a:gd name="connsiteY8" fmla="*/ 61374 h 162610"/>
                <a:gd name="connsiteX9" fmla="*/ 112428 w 159776"/>
                <a:gd name="connsiteY9" fmla="*/ 19570 h 162610"/>
                <a:gd name="connsiteX10" fmla="*/ 63893 w 159776"/>
                <a:gd name="connsiteY10" fmla="*/ 85 h 162610"/>
                <a:gd name="connsiteX11" fmla="*/ 10398 w 159776"/>
                <a:gd name="connsiteY11" fmla="*/ 40117 h 162610"/>
                <a:gd name="connsiteX12" fmla="*/ 26695 w 159776"/>
                <a:gd name="connsiteY12" fmla="*/ 56768 h 162610"/>
                <a:gd name="connsiteX13" fmla="*/ 42991 w 159776"/>
                <a:gd name="connsiteY13" fmla="*/ 40472 h 162610"/>
                <a:gd name="connsiteX14" fmla="*/ 24923 w 159776"/>
                <a:gd name="connsiteY14" fmla="*/ 24175 h 162610"/>
                <a:gd name="connsiteX15" fmla="*/ 63185 w 159776"/>
                <a:gd name="connsiteY15" fmla="*/ 7879 h 162610"/>
                <a:gd name="connsiteX16" fmla="*/ 100738 w 159776"/>
                <a:gd name="connsiteY16" fmla="*/ 53225 h 162610"/>
                <a:gd name="connsiteX17" fmla="*/ 100738 w 159776"/>
                <a:gd name="connsiteY17" fmla="*/ 66333 h 162610"/>
                <a:gd name="connsiteX18" fmla="*/ 35552 w 159776"/>
                <a:gd name="connsiteY18" fmla="*/ 79087 h 162610"/>
                <a:gd name="connsiteX19" fmla="*/ 124 w 159776"/>
                <a:gd name="connsiteY19" fmla="*/ 125143 h 162610"/>
                <a:gd name="connsiteX20" fmla="*/ 56808 w 159776"/>
                <a:gd name="connsiteY20" fmla="*/ 162695 h 162610"/>
                <a:gd name="connsiteX21" fmla="*/ 103217 w 159776"/>
                <a:gd name="connsiteY21" fmla="*/ 131874 h 162610"/>
                <a:gd name="connsiteX22" fmla="*/ 100738 w 159776"/>
                <a:gd name="connsiteY22" fmla="*/ 73773 h 162610"/>
                <a:gd name="connsiteX23" fmla="*/ 100738 w 159776"/>
                <a:gd name="connsiteY23" fmla="*/ 109200 h 162610"/>
                <a:gd name="connsiteX24" fmla="*/ 59288 w 159776"/>
                <a:gd name="connsiteY24" fmla="*/ 154901 h 162610"/>
                <a:gd name="connsiteX25" fmla="*/ 27403 w 159776"/>
                <a:gd name="connsiteY25" fmla="*/ 124788 h 162610"/>
                <a:gd name="connsiteX26" fmla="*/ 100738 w 159776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776" h="162610">
                  <a:moveTo>
                    <a:pt x="103217" y="131874"/>
                  </a:moveTo>
                  <a:cubicBezTo>
                    <a:pt x="104634" y="146045"/>
                    <a:pt x="114200" y="160924"/>
                    <a:pt x="130851" y="160924"/>
                  </a:cubicBezTo>
                  <a:cubicBezTo>
                    <a:pt x="138290" y="160924"/>
                    <a:pt x="159901" y="155964"/>
                    <a:pt x="159901" y="127268"/>
                  </a:cubicBezTo>
                  <a:lnTo>
                    <a:pt x="159901" y="107429"/>
                  </a:lnTo>
                  <a:lnTo>
                    <a:pt x="151044" y="107429"/>
                  </a:lnTo>
                  <a:lnTo>
                    <a:pt x="151044" y="127268"/>
                  </a:lnTo>
                  <a:cubicBezTo>
                    <a:pt x="151044" y="147816"/>
                    <a:pt x="142187" y="149942"/>
                    <a:pt x="138290" y="149942"/>
                  </a:cubicBezTo>
                  <a:cubicBezTo>
                    <a:pt x="126599" y="149942"/>
                    <a:pt x="125182" y="133999"/>
                    <a:pt x="125182" y="132228"/>
                  </a:cubicBezTo>
                  <a:lnTo>
                    <a:pt x="125182" y="61374"/>
                  </a:lnTo>
                  <a:cubicBezTo>
                    <a:pt x="125182" y="46494"/>
                    <a:pt x="125182" y="32678"/>
                    <a:pt x="112428" y="19570"/>
                  </a:cubicBezTo>
                  <a:cubicBezTo>
                    <a:pt x="98612" y="5753"/>
                    <a:pt x="80898" y="85"/>
                    <a:pt x="63893" y="85"/>
                  </a:cubicBezTo>
                  <a:cubicBezTo>
                    <a:pt x="34843" y="85"/>
                    <a:pt x="10398" y="16735"/>
                    <a:pt x="10398" y="40117"/>
                  </a:cubicBezTo>
                  <a:cubicBezTo>
                    <a:pt x="10398" y="50746"/>
                    <a:pt x="17484" y="56768"/>
                    <a:pt x="26695" y="56768"/>
                  </a:cubicBezTo>
                  <a:cubicBezTo>
                    <a:pt x="36614" y="56768"/>
                    <a:pt x="42991" y="49683"/>
                    <a:pt x="42991" y="40472"/>
                  </a:cubicBezTo>
                  <a:cubicBezTo>
                    <a:pt x="42991" y="36220"/>
                    <a:pt x="41220" y="24529"/>
                    <a:pt x="24923" y="24175"/>
                  </a:cubicBezTo>
                  <a:cubicBezTo>
                    <a:pt x="34489" y="11776"/>
                    <a:pt x="51848" y="7879"/>
                    <a:pt x="63185" y="7879"/>
                  </a:cubicBezTo>
                  <a:cubicBezTo>
                    <a:pt x="80544" y="7879"/>
                    <a:pt x="100738" y="21695"/>
                    <a:pt x="100738" y="53225"/>
                  </a:cubicBezTo>
                  <a:lnTo>
                    <a:pt x="100738" y="66333"/>
                  </a:lnTo>
                  <a:cubicBezTo>
                    <a:pt x="82670" y="67396"/>
                    <a:pt x="57871" y="68459"/>
                    <a:pt x="35552" y="79087"/>
                  </a:cubicBezTo>
                  <a:cubicBezTo>
                    <a:pt x="8981" y="91132"/>
                    <a:pt x="124" y="109555"/>
                    <a:pt x="124" y="125143"/>
                  </a:cubicBezTo>
                  <a:cubicBezTo>
                    <a:pt x="124" y="153839"/>
                    <a:pt x="34489" y="162695"/>
                    <a:pt x="56808" y="162695"/>
                  </a:cubicBezTo>
                  <a:cubicBezTo>
                    <a:pt x="80190" y="162695"/>
                    <a:pt x="96486" y="148524"/>
                    <a:pt x="103217" y="131874"/>
                  </a:cubicBezTo>
                  <a:close/>
                  <a:moveTo>
                    <a:pt x="100738" y="73773"/>
                  </a:moveTo>
                  <a:lnTo>
                    <a:pt x="100738" y="109200"/>
                  </a:lnTo>
                  <a:cubicBezTo>
                    <a:pt x="100738" y="142856"/>
                    <a:pt x="75230" y="154901"/>
                    <a:pt x="59288" y="154901"/>
                  </a:cubicBezTo>
                  <a:cubicBezTo>
                    <a:pt x="41928" y="154901"/>
                    <a:pt x="27403" y="142502"/>
                    <a:pt x="27403" y="124788"/>
                  </a:cubicBezTo>
                  <a:cubicBezTo>
                    <a:pt x="27403" y="105303"/>
                    <a:pt x="42283" y="75899"/>
                    <a:pt x="100738" y="7377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DE3CEAA-2CC9-DC96-E7B9-9F51C9EE3242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7152548" y="5392593"/>
              <a:ext cx="115846" cy="162610"/>
            </a:xfrm>
            <a:custGeom>
              <a:avLst/>
              <a:gdLst>
                <a:gd name="connsiteX0" fmla="*/ 62127 w 115846"/>
                <a:gd name="connsiteY0" fmla="*/ 90070 h 162610"/>
                <a:gd name="connsiteX1" fmla="*/ 98971 w 115846"/>
                <a:gd name="connsiteY1" fmla="*/ 122663 h 162610"/>
                <a:gd name="connsiteX2" fmla="*/ 58938 w 115846"/>
                <a:gd name="connsiteY2" fmla="*/ 154901 h 162610"/>
                <a:gd name="connsiteX3" fmla="*/ 9695 w 115846"/>
                <a:gd name="connsiteY3" fmla="*/ 104595 h 162610"/>
                <a:gd name="connsiteX4" fmla="*/ 4735 w 115846"/>
                <a:gd name="connsiteY4" fmla="*/ 98572 h 162610"/>
                <a:gd name="connsiteX5" fmla="*/ 129 w 115846"/>
                <a:gd name="connsiteY5" fmla="*/ 107429 h 162610"/>
                <a:gd name="connsiteX6" fmla="*/ 129 w 115846"/>
                <a:gd name="connsiteY6" fmla="*/ 154193 h 162610"/>
                <a:gd name="connsiteX7" fmla="*/ 4026 w 115846"/>
                <a:gd name="connsiteY7" fmla="*/ 162695 h 162610"/>
                <a:gd name="connsiteX8" fmla="*/ 12883 w 115846"/>
                <a:gd name="connsiteY8" fmla="*/ 155610 h 162610"/>
                <a:gd name="connsiteX9" fmla="*/ 19969 w 115846"/>
                <a:gd name="connsiteY9" fmla="*/ 147462 h 162610"/>
                <a:gd name="connsiteX10" fmla="*/ 58938 w 115846"/>
                <a:gd name="connsiteY10" fmla="*/ 162695 h 162610"/>
                <a:gd name="connsiteX11" fmla="*/ 115976 w 115846"/>
                <a:gd name="connsiteY11" fmla="*/ 113452 h 162610"/>
                <a:gd name="connsiteX12" fmla="*/ 101097 w 115846"/>
                <a:gd name="connsiteY12" fmla="*/ 79796 h 162610"/>
                <a:gd name="connsiteX13" fmla="*/ 60710 w 115846"/>
                <a:gd name="connsiteY13" fmla="*/ 62791 h 162610"/>
                <a:gd name="connsiteX14" fmla="*/ 17134 w 115846"/>
                <a:gd name="connsiteY14" fmla="*/ 33740 h 162610"/>
                <a:gd name="connsiteX15" fmla="*/ 56813 w 115846"/>
                <a:gd name="connsiteY15" fmla="*/ 6816 h 162610"/>
                <a:gd name="connsiteX16" fmla="*/ 98263 w 115846"/>
                <a:gd name="connsiteY16" fmla="*/ 49683 h 162610"/>
                <a:gd name="connsiteX17" fmla="*/ 102514 w 115846"/>
                <a:gd name="connsiteY17" fmla="*/ 52871 h 162610"/>
                <a:gd name="connsiteX18" fmla="*/ 107119 w 115846"/>
                <a:gd name="connsiteY18" fmla="*/ 44369 h 162610"/>
                <a:gd name="connsiteX19" fmla="*/ 107119 w 115846"/>
                <a:gd name="connsiteY19" fmla="*/ 8587 h 162610"/>
                <a:gd name="connsiteX20" fmla="*/ 103222 w 115846"/>
                <a:gd name="connsiteY20" fmla="*/ 85 h 162610"/>
                <a:gd name="connsiteX21" fmla="*/ 96137 w 115846"/>
                <a:gd name="connsiteY21" fmla="*/ 4336 h 162610"/>
                <a:gd name="connsiteX22" fmla="*/ 90114 w 115846"/>
                <a:gd name="connsiteY22" fmla="*/ 10004 h 162610"/>
                <a:gd name="connsiteX23" fmla="*/ 56813 w 115846"/>
                <a:gd name="connsiteY23" fmla="*/ 85 h 162610"/>
                <a:gd name="connsiteX24" fmla="*/ 129 w 115846"/>
                <a:gd name="connsiteY24" fmla="*/ 43660 h 162610"/>
                <a:gd name="connsiteX25" fmla="*/ 15363 w 115846"/>
                <a:gd name="connsiteY25" fmla="*/ 73773 h 162610"/>
                <a:gd name="connsiteX26" fmla="*/ 62127 w 115846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846" h="162610">
                  <a:moveTo>
                    <a:pt x="62127" y="90070"/>
                  </a:moveTo>
                  <a:cubicBezTo>
                    <a:pt x="69921" y="91487"/>
                    <a:pt x="98971" y="97155"/>
                    <a:pt x="98971" y="122663"/>
                  </a:cubicBezTo>
                  <a:cubicBezTo>
                    <a:pt x="98971" y="140730"/>
                    <a:pt x="86572" y="154901"/>
                    <a:pt x="58938" y="154901"/>
                  </a:cubicBezTo>
                  <a:cubicBezTo>
                    <a:pt x="29180" y="154901"/>
                    <a:pt x="16426" y="134708"/>
                    <a:pt x="9695" y="104595"/>
                  </a:cubicBezTo>
                  <a:cubicBezTo>
                    <a:pt x="8632" y="99989"/>
                    <a:pt x="8278" y="98572"/>
                    <a:pt x="4735" y="98572"/>
                  </a:cubicBezTo>
                  <a:cubicBezTo>
                    <a:pt x="129" y="98572"/>
                    <a:pt x="129" y="101052"/>
                    <a:pt x="129" y="107429"/>
                  </a:cubicBezTo>
                  <a:lnTo>
                    <a:pt x="129" y="154193"/>
                  </a:lnTo>
                  <a:cubicBezTo>
                    <a:pt x="129" y="160215"/>
                    <a:pt x="129" y="162695"/>
                    <a:pt x="4026" y="162695"/>
                  </a:cubicBezTo>
                  <a:cubicBezTo>
                    <a:pt x="5798" y="162695"/>
                    <a:pt x="6152" y="162341"/>
                    <a:pt x="12883" y="155610"/>
                  </a:cubicBezTo>
                  <a:cubicBezTo>
                    <a:pt x="13592" y="154901"/>
                    <a:pt x="13592" y="154193"/>
                    <a:pt x="19969" y="147462"/>
                  </a:cubicBezTo>
                  <a:cubicBezTo>
                    <a:pt x="35557" y="162341"/>
                    <a:pt x="51499" y="162695"/>
                    <a:pt x="58938" y="162695"/>
                  </a:cubicBezTo>
                  <a:cubicBezTo>
                    <a:pt x="99680" y="162695"/>
                    <a:pt x="115976" y="138959"/>
                    <a:pt x="115976" y="113452"/>
                  </a:cubicBezTo>
                  <a:cubicBezTo>
                    <a:pt x="115976" y="94675"/>
                    <a:pt x="105348" y="84047"/>
                    <a:pt x="101097" y="79796"/>
                  </a:cubicBezTo>
                  <a:cubicBezTo>
                    <a:pt x="89406" y="68459"/>
                    <a:pt x="75589" y="65625"/>
                    <a:pt x="60710" y="62791"/>
                  </a:cubicBezTo>
                  <a:cubicBezTo>
                    <a:pt x="40871" y="58894"/>
                    <a:pt x="17134" y="54288"/>
                    <a:pt x="17134" y="33740"/>
                  </a:cubicBezTo>
                  <a:cubicBezTo>
                    <a:pt x="17134" y="21341"/>
                    <a:pt x="26345" y="6816"/>
                    <a:pt x="56813" y="6816"/>
                  </a:cubicBezTo>
                  <a:cubicBezTo>
                    <a:pt x="95783" y="6816"/>
                    <a:pt x="97554" y="38700"/>
                    <a:pt x="98263" y="49683"/>
                  </a:cubicBezTo>
                  <a:cubicBezTo>
                    <a:pt x="98617" y="52871"/>
                    <a:pt x="101805" y="52871"/>
                    <a:pt x="102514" y="52871"/>
                  </a:cubicBezTo>
                  <a:cubicBezTo>
                    <a:pt x="107119" y="52871"/>
                    <a:pt x="107119" y="51100"/>
                    <a:pt x="107119" y="44369"/>
                  </a:cubicBezTo>
                  <a:lnTo>
                    <a:pt x="107119" y="8587"/>
                  </a:lnTo>
                  <a:cubicBezTo>
                    <a:pt x="107119" y="2565"/>
                    <a:pt x="107119" y="85"/>
                    <a:pt x="103222" y="85"/>
                  </a:cubicBezTo>
                  <a:cubicBezTo>
                    <a:pt x="101451" y="85"/>
                    <a:pt x="100742" y="85"/>
                    <a:pt x="96137" y="4336"/>
                  </a:cubicBezTo>
                  <a:cubicBezTo>
                    <a:pt x="95074" y="5753"/>
                    <a:pt x="91531" y="8941"/>
                    <a:pt x="90114" y="10004"/>
                  </a:cubicBezTo>
                  <a:cubicBezTo>
                    <a:pt x="76652" y="85"/>
                    <a:pt x="62127" y="85"/>
                    <a:pt x="56813" y="85"/>
                  </a:cubicBezTo>
                  <a:cubicBezTo>
                    <a:pt x="13592" y="85"/>
                    <a:pt x="129" y="23821"/>
                    <a:pt x="129" y="43660"/>
                  </a:cubicBezTo>
                  <a:cubicBezTo>
                    <a:pt x="129" y="56060"/>
                    <a:pt x="5798" y="65979"/>
                    <a:pt x="15363" y="73773"/>
                  </a:cubicBezTo>
                  <a:cubicBezTo>
                    <a:pt x="26700" y="82984"/>
                    <a:pt x="36619" y="85110"/>
                    <a:pt x="62127" y="9007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46D538E-7EA2-A1AB-3443-9D139D3B5026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7287329" y="5333430"/>
              <a:ext cx="110886" cy="221773"/>
            </a:xfrm>
            <a:custGeom>
              <a:avLst/>
              <a:gdLst>
                <a:gd name="connsiteX0" fmla="*/ 54691 w 110886"/>
                <a:gd name="connsiteY0" fmla="*/ 76253 h 221773"/>
                <a:gd name="connsiteX1" fmla="*/ 105352 w 110886"/>
                <a:gd name="connsiteY1" fmla="*/ 76253 h 221773"/>
                <a:gd name="connsiteX2" fmla="*/ 105352 w 110886"/>
                <a:gd name="connsiteY2" fmla="*/ 65271 h 221773"/>
                <a:gd name="connsiteX3" fmla="*/ 54691 w 110886"/>
                <a:gd name="connsiteY3" fmla="*/ 65271 h 221773"/>
                <a:gd name="connsiteX4" fmla="*/ 54691 w 110886"/>
                <a:gd name="connsiteY4" fmla="*/ 85 h 221773"/>
                <a:gd name="connsiteX5" fmla="*/ 45834 w 110886"/>
                <a:gd name="connsiteY5" fmla="*/ 85 h 221773"/>
                <a:gd name="connsiteX6" fmla="*/ 133 w 110886"/>
                <a:gd name="connsiteY6" fmla="*/ 68459 h 221773"/>
                <a:gd name="connsiteX7" fmla="*/ 133 w 110886"/>
                <a:gd name="connsiteY7" fmla="*/ 76253 h 221773"/>
                <a:gd name="connsiteX8" fmla="*/ 30246 w 110886"/>
                <a:gd name="connsiteY8" fmla="*/ 76253 h 221773"/>
                <a:gd name="connsiteX9" fmla="*/ 30246 w 110886"/>
                <a:gd name="connsiteY9" fmla="*/ 174032 h 221773"/>
                <a:gd name="connsiteX10" fmla="*/ 75947 w 110886"/>
                <a:gd name="connsiteY10" fmla="*/ 221859 h 221773"/>
                <a:gd name="connsiteX11" fmla="*/ 111020 w 110886"/>
                <a:gd name="connsiteY11" fmla="*/ 174032 h 221773"/>
                <a:gd name="connsiteX12" fmla="*/ 111020 w 110886"/>
                <a:gd name="connsiteY12" fmla="*/ 153839 h 221773"/>
                <a:gd name="connsiteX13" fmla="*/ 102164 w 110886"/>
                <a:gd name="connsiteY13" fmla="*/ 153839 h 221773"/>
                <a:gd name="connsiteX14" fmla="*/ 102164 w 110886"/>
                <a:gd name="connsiteY14" fmla="*/ 173323 h 221773"/>
                <a:gd name="connsiteX15" fmla="*/ 78427 w 110886"/>
                <a:gd name="connsiteY15" fmla="*/ 213002 h 221773"/>
                <a:gd name="connsiteX16" fmla="*/ 54691 w 110886"/>
                <a:gd name="connsiteY16" fmla="*/ 174741 h 221773"/>
                <a:gd name="connsiteX17" fmla="*/ 54691 w 110886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886" h="221773">
                  <a:moveTo>
                    <a:pt x="54691" y="76253"/>
                  </a:moveTo>
                  <a:lnTo>
                    <a:pt x="105352" y="76253"/>
                  </a:lnTo>
                  <a:lnTo>
                    <a:pt x="105352" y="65271"/>
                  </a:lnTo>
                  <a:lnTo>
                    <a:pt x="54691" y="65271"/>
                  </a:lnTo>
                  <a:lnTo>
                    <a:pt x="54691" y="85"/>
                  </a:lnTo>
                  <a:lnTo>
                    <a:pt x="45834" y="85"/>
                  </a:lnTo>
                  <a:cubicBezTo>
                    <a:pt x="45480" y="29135"/>
                    <a:pt x="34852" y="67042"/>
                    <a:pt x="133" y="68459"/>
                  </a:cubicBezTo>
                  <a:lnTo>
                    <a:pt x="133" y="76253"/>
                  </a:lnTo>
                  <a:lnTo>
                    <a:pt x="30246" y="76253"/>
                  </a:lnTo>
                  <a:lnTo>
                    <a:pt x="30246" y="174032"/>
                  </a:lnTo>
                  <a:cubicBezTo>
                    <a:pt x="30246" y="217607"/>
                    <a:pt x="63194" y="221859"/>
                    <a:pt x="75947" y="221859"/>
                  </a:cubicBezTo>
                  <a:cubicBezTo>
                    <a:pt x="101101" y="221859"/>
                    <a:pt x="111020" y="196705"/>
                    <a:pt x="111020" y="174032"/>
                  </a:cubicBezTo>
                  <a:lnTo>
                    <a:pt x="111020" y="153839"/>
                  </a:lnTo>
                  <a:lnTo>
                    <a:pt x="102164" y="153839"/>
                  </a:lnTo>
                  <a:lnTo>
                    <a:pt x="102164" y="173323"/>
                  </a:lnTo>
                  <a:cubicBezTo>
                    <a:pt x="102164" y="199540"/>
                    <a:pt x="91535" y="213002"/>
                    <a:pt x="78427" y="213002"/>
                  </a:cubicBezTo>
                  <a:cubicBezTo>
                    <a:pt x="54691" y="213002"/>
                    <a:pt x="54691" y="180763"/>
                    <a:pt x="54691" y="174741"/>
                  </a:cubicBezTo>
                  <a:lnTo>
                    <a:pt x="54691" y="762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BE967EB-905C-3793-5DE6-292B86DC3277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7548152" y="5392593"/>
              <a:ext cx="115846" cy="162610"/>
            </a:xfrm>
            <a:custGeom>
              <a:avLst/>
              <a:gdLst>
                <a:gd name="connsiteX0" fmla="*/ 62138 w 115846"/>
                <a:gd name="connsiteY0" fmla="*/ 90070 h 162610"/>
                <a:gd name="connsiteX1" fmla="*/ 98982 w 115846"/>
                <a:gd name="connsiteY1" fmla="*/ 122663 h 162610"/>
                <a:gd name="connsiteX2" fmla="*/ 58950 w 115846"/>
                <a:gd name="connsiteY2" fmla="*/ 154901 h 162610"/>
                <a:gd name="connsiteX3" fmla="*/ 9706 w 115846"/>
                <a:gd name="connsiteY3" fmla="*/ 104595 h 162610"/>
                <a:gd name="connsiteX4" fmla="*/ 4746 w 115846"/>
                <a:gd name="connsiteY4" fmla="*/ 98572 h 162610"/>
                <a:gd name="connsiteX5" fmla="*/ 141 w 115846"/>
                <a:gd name="connsiteY5" fmla="*/ 107429 h 162610"/>
                <a:gd name="connsiteX6" fmla="*/ 141 w 115846"/>
                <a:gd name="connsiteY6" fmla="*/ 154193 h 162610"/>
                <a:gd name="connsiteX7" fmla="*/ 4037 w 115846"/>
                <a:gd name="connsiteY7" fmla="*/ 162695 h 162610"/>
                <a:gd name="connsiteX8" fmla="*/ 12894 w 115846"/>
                <a:gd name="connsiteY8" fmla="*/ 155610 h 162610"/>
                <a:gd name="connsiteX9" fmla="*/ 19980 w 115846"/>
                <a:gd name="connsiteY9" fmla="*/ 147462 h 162610"/>
                <a:gd name="connsiteX10" fmla="*/ 58950 w 115846"/>
                <a:gd name="connsiteY10" fmla="*/ 162695 h 162610"/>
                <a:gd name="connsiteX11" fmla="*/ 115987 w 115846"/>
                <a:gd name="connsiteY11" fmla="*/ 113452 h 162610"/>
                <a:gd name="connsiteX12" fmla="*/ 101108 w 115846"/>
                <a:gd name="connsiteY12" fmla="*/ 79796 h 162610"/>
                <a:gd name="connsiteX13" fmla="*/ 60721 w 115846"/>
                <a:gd name="connsiteY13" fmla="*/ 62791 h 162610"/>
                <a:gd name="connsiteX14" fmla="*/ 17146 w 115846"/>
                <a:gd name="connsiteY14" fmla="*/ 33740 h 162610"/>
                <a:gd name="connsiteX15" fmla="*/ 56824 w 115846"/>
                <a:gd name="connsiteY15" fmla="*/ 6816 h 162610"/>
                <a:gd name="connsiteX16" fmla="*/ 98274 w 115846"/>
                <a:gd name="connsiteY16" fmla="*/ 49683 h 162610"/>
                <a:gd name="connsiteX17" fmla="*/ 102525 w 115846"/>
                <a:gd name="connsiteY17" fmla="*/ 52871 h 162610"/>
                <a:gd name="connsiteX18" fmla="*/ 107130 w 115846"/>
                <a:gd name="connsiteY18" fmla="*/ 44369 h 162610"/>
                <a:gd name="connsiteX19" fmla="*/ 107130 w 115846"/>
                <a:gd name="connsiteY19" fmla="*/ 8587 h 162610"/>
                <a:gd name="connsiteX20" fmla="*/ 103234 w 115846"/>
                <a:gd name="connsiteY20" fmla="*/ 85 h 162610"/>
                <a:gd name="connsiteX21" fmla="*/ 96148 w 115846"/>
                <a:gd name="connsiteY21" fmla="*/ 4336 h 162610"/>
                <a:gd name="connsiteX22" fmla="*/ 90125 w 115846"/>
                <a:gd name="connsiteY22" fmla="*/ 10004 h 162610"/>
                <a:gd name="connsiteX23" fmla="*/ 56824 w 115846"/>
                <a:gd name="connsiteY23" fmla="*/ 85 h 162610"/>
                <a:gd name="connsiteX24" fmla="*/ 141 w 115846"/>
                <a:gd name="connsiteY24" fmla="*/ 43660 h 162610"/>
                <a:gd name="connsiteX25" fmla="*/ 15374 w 115846"/>
                <a:gd name="connsiteY25" fmla="*/ 73773 h 162610"/>
                <a:gd name="connsiteX26" fmla="*/ 62138 w 115846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846" h="162610">
                  <a:moveTo>
                    <a:pt x="62138" y="90070"/>
                  </a:moveTo>
                  <a:cubicBezTo>
                    <a:pt x="69932" y="91487"/>
                    <a:pt x="98982" y="97155"/>
                    <a:pt x="98982" y="122663"/>
                  </a:cubicBezTo>
                  <a:cubicBezTo>
                    <a:pt x="98982" y="140730"/>
                    <a:pt x="86583" y="154901"/>
                    <a:pt x="58950" y="154901"/>
                  </a:cubicBezTo>
                  <a:cubicBezTo>
                    <a:pt x="29191" y="154901"/>
                    <a:pt x="16437" y="134708"/>
                    <a:pt x="9706" y="104595"/>
                  </a:cubicBezTo>
                  <a:cubicBezTo>
                    <a:pt x="8643" y="99989"/>
                    <a:pt x="8289" y="98572"/>
                    <a:pt x="4746" y="98572"/>
                  </a:cubicBezTo>
                  <a:cubicBezTo>
                    <a:pt x="141" y="98572"/>
                    <a:pt x="141" y="101052"/>
                    <a:pt x="141" y="107429"/>
                  </a:cubicBezTo>
                  <a:lnTo>
                    <a:pt x="141" y="154193"/>
                  </a:lnTo>
                  <a:cubicBezTo>
                    <a:pt x="141" y="160215"/>
                    <a:pt x="141" y="162695"/>
                    <a:pt x="4037" y="162695"/>
                  </a:cubicBezTo>
                  <a:cubicBezTo>
                    <a:pt x="5809" y="162695"/>
                    <a:pt x="6163" y="162341"/>
                    <a:pt x="12894" y="155610"/>
                  </a:cubicBezTo>
                  <a:cubicBezTo>
                    <a:pt x="13603" y="154901"/>
                    <a:pt x="13603" y="154193"/>
                    <a:pt x="19980" y="147462"/>
                  </a:cubicBezTo>
                  <a:cubicBezTo>
                    <a:pt x="35568" y="162341"/>
                    <a:pt x="51510" y="162695"/>
                    <a:pt x="58950" y="162695"/>
                  </a:cubicBezTo>
                  <a:cubicBezTo>
                    <a:pt x="99691" y="162695"/>
                    <a:pt x="115987" y="138959"/>
                    <a:pt x="115987" y="113452"/>
                  </a:cubicBezTo>
                  <a:cubicBezTo>
                    <a:pt x="115987" y="94675"/>
                    <a:pt x="105359" y="84047"/>
                    <a:pt x="101108" y="79796"/>
                  </a:cubicBezTo>
                  <a:cubicBezTo>
                    <a:pt x="89417" y="68459"/>
                    <a:pt x="75600" y="65625"/>
                    <a:pt x="60721" y="62791"/>
                  </a:cubicBezTo>
                  <a:cubicBezTo>
                    <a:pt x="40882" y="58894"/>
                    <a:pt x="17146" y="54288"/>
                    <a:pt x="17146" y="33740"/>
                  </a:cubicBezTo>
                  <a:cubicBezTo>
                    <a:pt x="17146" y="21341"/>
                    <a:pt x="26357" y="6816"/>
                    <a:pt x="56824" y="6816"/>
                  </a:cubicBezTo>
                  <a:cubicBezTo>
                    <a:pt x="95794" y="6816"/>
                    <a:pt x="97565" y="38700"/>
                    <a:pt x="98274" y="49683"/>
                  </a:cubicBezTo>
                  <a:cubicBezTo>
                    <a:pt x="98628" y="52871"/>
                    <a:pt x="101816" y="52871"/>
                    <a:pt x="102525" y="52871"/>
                  </a:cubicBezTo>
                  <a:cubicBezTo>
                    <a:pt x="107130" y="52871"/>
                    <a:pt x="107130" y="51100"/>
                    <a:pt x="107130" y="44369"/>
                  </a:cubicBezTo>
                  <a:lnTo>
                    <a:pt x="107130" y="8587"/>
                  </a:lnTo>
                  <a:cubicBezTo>
                    <a:pt x="107130" y="2565"/>
                    <a:pt x="107130" y="85"/>
                    <a:pt x="103234" y="85"/>
                  </a:cubicBezTo>
                  <a:cubicBezTo>
                    <a:pt x="101462" y="85"/>
                    <a:pt x="100754" y="85"/>
                    <a:pt x="96148" y="4336"/>
                  </a:cubicBezTo>
                  <a:cubicBezTo>
                    <a:pt x="95085" y="5753"/>
                    <a:pt x="91543" y="8941"/>
                    <a:pt x="90125" y="10004"/>
                  </a:cubicBezTo>
                  <a:cubicBezTo>
                    <a:pt x="76663" y="85"/>
                    <a:pt x="62138" y="85"/>
                    <a:pt x="56824" y="85"/>
                  </a:cubicBezTo>
                  <a:cubicBezTo>
                    <a:pt x="13603" y="85"/>
                    <a:pt x="141" y="23821"/>
                    <a:pt x="141" y="43660"/>
                  </a:cubicBezTo>
                  <a:cubicBezTo>
                    <a:pt x="141" y="56060"/>
                    <a:pt x="5809" y="65979"/>
                    <a:pt x="15374" y="73773"/>
                  </a:cubicBezTo>
                  <a:cubicBezTo>
                    <a:pt x="26711" y="82984"/>
                    <a:pt x="36630" y="85110"/>
                    <a:pt x="62138" y="9007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14C20CD-8A8C-5643-D35A-AAEE1983AFD0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7688247" y="5394719"/>
              <a:ext cx="174655" cy="225316"/>
            </a:xfrm>
            <a:custGeom>
              <a:avLst/>
              <a:gdLst>
                <a:gd name="connsiteX0" fmla="*/ 122722 w 174655"/>
                <a:gd name="connsiteY0" fmla="*/ 135062 h 225316"/>
                <a:gd name="connsiteX1" fmla="*/ 122722 w 174655"/>
                <a:gd name="connsiteY1" fmla="*/ 198477 h 225316"/>
                <a:gd name="connsiteX2" fmla="*/ 95089 w 174655"/>
                <a:gd name="connsiteY2" fmla="*/ 214419 h 225316"/>
                <a:gd name="connsiteX3" fmla="*/ 95089 w 174655"/>
                <a:gd name="connsiteY3" fmla="*/ 225401 h 225316"/>
                <a:gd name="connsiteX4" fmla="*/ 134768 w 174655"/>
                <a:gd name="connsiteY4" fmla="*/ 224339 h 225316"/>
                <a:gd name="connsiteX5" fmla="*/ 174800 w 174655"/>
                <a:gd name="connsiteY5" fmla="*/ 225401 h 225316"/>
                <a:gd name="connsiteX6" fmla="*/ 174800 w 174655"/>
                <a:gd name="connsiteY6" fmla="*/ 214419 h 225316"/>
                <a:gd name="connsiteX7" fmla="*/ 147167 w 174655"/>
                <a:gd name="connsiteY7" fmla="*/ 198477 h 225316"/>
                <a:gd name="connsiteX8" fmla="*/ 147167 w 174655"/>
                <a:gd name="connsiteY8" fmla="*/ 85 h 225316"/>
                <a:gd name="connsiteX9" fmla="*/ 139373 w 174655"/>
                <a:gd name="connsiteY9" fmla="*/ 85 h 225316"/>
                <a:gd name="connsiteX10" fmla="*/ 125911 w 174655"/>
                <a:gd name="connsiteY10" fmla="*/ 32323 h 225316"/>
                <a:gd name="connsiteX11" fmla="*/ 78438 w 174655"/>
                <a:gd name="connsiteY11" fmla="*/ 85 h 225316"/>
                <a:gd name="connsiteX12" fmla="*/ 144 w 174655"/>
                <a:gd name="connsiteY12" fmla="*/ 80504 h 225316"/>
                <a:gd name="connsiteX13" fmla="*/ 75604 w 174655"/>
                <a:gd name="connsiteY13" fmla="*/ 160570 h 225316"/>
                <a:gd name="connsiteX14" fmla="*/ 122722 w 174655"/>
                <a:gd name="connsiteY14" fmla="*/ 135062 h 225316"/>
                <a:gd name="connsiteX15" fmla="*/ 123785 w 174655"/>
                <a:gd name="connsiteY15" fmla="*/ 58540 h 225316"/>
                <a:gd name="connsiteX16" fmla="*/ 123785 w 174655"/>
                <a:gd name="connsiteY16" fmla="*/ 108492 h 225316"/>
                <a:gd name="connsiteX17" fmla="*/ 109614 w 174655"/>
                <a:gd name="connsiteY17" fmla="*/ 138251 h 225316"/>
                <a:gd name="connsiteX18" fmla="*/ 77021 w 174655"/>
                <a:gd name="connsiteY18" fmla="*/ 152776 h 225316"/>
                <a:gd name="connsiteX19" fmla="*/ 29549 w 174655"/>
                <a:gd name="connsiteY19" fmla="*/ 80504 h 225316"/>
                <a:gd name="connsiteX20" fmla="*/ 80564 w 174655"/>
                <a:gd name="connsiteY20" fmla="*/ 8941 h 225316"/>
                <a:gd name="connsiteX21" fmla="*/ 123785 w 174655"/>
                <a:gd name="connsiteY21" fmla="*/ 58540 h 2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4655" h="225316">
                  <a:moveTo>
                    <a:pt x="122722" y="135062"/>
                  </a:moveTo>
                  <a:lnTo>
                    <a:pt x="122722" y="198477"/>
                  </a:lnTo>
                  <a:cubicBezTo>
                    <a:pt x="122722" y="214419"/>
                    <a:pt x="118825" y="214419"/>
                    <a:pt x="95089" y="214419"/>
                  </a:cubicBezTo>
                  <a:lnTo>
                    <a:pt x="95089" y="225401"/>
                  </a:lnTo>
                  <a:cubicBezTo>
                    <a:pt x="107134" y="225047"/>
                    <a:pt x="125557" y="224339"/>
                    <a:pt x="134768" y="224339"/>
                  </a:cubicBezTo>
                  <a:cubicBezTo>
                    <a:pt x="144333" y="224339"/>
                    <a:pt x="162401" y="225047"/>
                    <a:pt x="174800" y="225401"/>
                  </a:cubicBezTo>
                  <a:lnTo>
                    <a:pt x="174800" y="214419"/>
                  </a:lnTo>
                  <a:cubicBezTo>
                    <a:pt x="151064" y="214419"/>
                    <a:pt x="147167" y="214419"/>
                    <a:pt x="147167" y="198477"/>
                  </a:cubicBezTo>
                  <a:lnTo>
                    <a:pt x="147167" y="85"/>
                  </a:lnTo>
                  <a:lnTo>
                    <a:pt x="139373" y="85"/>
                  </a:lnTo>
                  <a:lnTo>
                    <a:pt x="125911" y="32323"/>
                  </a:lnTo>
                  <a:cubicBezTo>
                    <a:pt x="121305" y="22404"/>
                    <a:pt x="106780" y="85"/>
                    <a:pt x="78438" y="85"/>
                  </a:cubicBezTo>
                  <a:cubicBezTo>
                    <a:pt x="37343" y="85"/>
                    <a:pt x="144" y="34449"/>
                    <a:pt x="144" y="80504"/>
                  </a:cubicBezTo>
                  <a:cubicBezTo>
                    <a:pt x="144" y="124788"/>
                    <a:pt x="34509" y="160570"/>
                    <a:pt x="75604" y="160570"/>
                  </a:cubicBezTo>
                  <a:cubicBezTo>
                    <a:pt x="100403" y="160570"/>
                    <a:pt x="114928" y="145336"/>
                    <a:pt x="122722" y="135062"/>
                  </a:cubicBezTo>
                  <a:close/>
                  <a:moveTo>
                    <a:pt x="123785" y="58540"/>
                  </a:moveTo>
                  <a:lnTo>
                    <a:pt x="123785" y="108492"/>
                  </a:lnTo>
                  <a:cubicBezTo>
                    <a:pt x="123785" y="119828"/>
                    <a:pt x="117408" y="129748"/>
                    <a:pt x="109614" y="138251"/>
                  </a:cubicBezTo>
                  <a:cubicBezTo>
                    <a:pt x="105009" y="143210"/>
                    <a:pt x="93672" y="152776"/>
                    <a:pt x="77021" y="152776"/>
                  </a:cubicBezTo>
                  <a:cubicBezTo>
                    <a:pt x="51160" y="152776"/>
                    <a:pt x="29549" y="121246"/>
                    <a:pt x="29549" y="80504"/>
                  </a:cubicBezTo>
                  <a:cubicBezTo>
                    <a:pt x="29549" y="38346"/>
                    <a:pt x="54348" y="8941"/>
                    <a:pt x="80564" y="8941"/>
                  </a:cubicBezTo>
                  <a:cubicBezTo>
                    <a:pt x="108906" y="8941"/>
                    <a:pt x="123785" y="39763"/>
                    <a:pt x="123785" y="5854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8C28628-470B-9D8A-95F6-2DD82B9D4A58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7893646" y="5513754"/>
              <a:ext cx="37552" cy="37552"/>
            </a:xfrm>
            <a:custGeom>
              <a:avLst/>
              <a:gdLst>
                <a:gd name="connsiteX0" fmla="*/ 37702 w 37552"/>
                <a:gd name="connsiteY0" fmla="*/ 18861 h 37552"/>
                <a:gd name="connsiteX1" fmla="*/ 18926 w 37552"/>
                <a:gd name="connsiteY1" fmla="*/ 85 h 37552"/>
                <a:gd name="connsiteX2" fmla="*/ 150 w 37552"/>
                <a:gd name="connsiteY2" fmla="*/ 18861 h 37552"/>
                <a:gd name="connsiteX3" fmla="*/ 18926 w 37552"/>
                <a:gd name="connsiteY3" fmla="*/ 37637 h 37552"/>
                <a:gd name="connsiteX4" fmla="*/ 37702 w 37552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552">
                  <a:moveTo>
                    <a:pt x="37702" y="18861"/>
                  </a:moveTo>
                  <a:cubicBezTo>
                    <a:pt x="37702" y="8587"/>
                    <a:pt x="29200" y="85"/>
                    <a:pt x="18926" y="85"/>
                  </a:cubicBezTo>
                  <a:cubicBezTo>
                    <a:pt x="8652" y="85"/>
                    <a:pt x="150" y="8587"/>
                    <a:pt x="150" y="18861"/>
                  </a:cubicBezTo>
                  <a:cubicBezTo>
                    <a:pt x="150" y="29135"/>
                    <a:pt x="8652" y="37637"/>
                    <a:pt x="18926" y="37637"/>
                  </a:cubicBezTo>
                  <a:cubicBezTo>
                    <a:pt x="29200" y="37637"/>
                    <a:pt x="37702" y="29135"/>
                    <a:pt x="37702" y="1886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AC95F28-5427-7585-D97A-7AF6BBBFE222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8128607" y="5301546"/>
              <a:ext cx="177135" cy="249761"/>
            </a:xfrm>
            <a:custGeom>
              <a:avLst/>
              <a:gdLst>
                <a:gd name="connsiteX0" fmla="*/ 107501 w 177135"/>
                <a:gd name="connsiteY0" fmla="*/ 108137 h 249761"/>
                <a:gd name="connsiteX1" fmla="*/ 126278 w 177135"/>
                <a:gd name="connsiteY1" fmla="*/ 127268 h 249761"/>
                <a:gd name="connsiteX2" fmla="*/ 126278 w 177135"/>
                <a:gd name="connsiteY2" fmla="*/ 222921 h 249761"/>
                <a:gd name="connsiteX3" fmla="*/ 98644 w 177135"/>
                <a:gd name="connsiteY3" fmla="*/ 238864 h 249761"/>
                <a:gd name="connsiteX4" fmla="*/ 98644 w 177135"/>
                <a:gd name="connsiteY4" fmla="*/ 249846 h 249761"/>
                <a:gd name="connsiteX5" fmla="*/ 137968 w 177135"/>
                <a:gd name="connsiteY5" fmla="*/ 248783 h 249761"/>
                <a:gd name="connsiteX6" fmla="*/ 177293 w 177135"/>
                <a:gd name="connsiteY6" fmla="*/ 249846 h 249761"/>
                <a:gd name="connsiteX7" fmla="*/ 177293 w 177135"/>
                <a:gd name="connsiteY7" fmla="*/ 238864 h 249761"/>
                <a:gd name="connsiteX8" fmla="*/ 149659 w 177135"/>
                <a:gd name="connsiteY8" fmla="*/ 222921 h 249761"/>
                <a:gd name="connsiteX9" fmla="*/ 149659 w 177135"/>
                <a:gd name="connsiteY9" fmla="*/ 92904 h 249761"/>
                <a:gd name="connsiteX10" fmla="*/ 105021 w 177135"/>
                <a:gd name="connsiteY10" fmla="*/ 96092 h 249761"/>
                <a:gd name="connsiteX11" fmla="*/ 98644 w 177135"/>
                <a:gd name="connsiteY11" fmla="*/ 96801 h 249761"/>
                <a:gd name="connsiteX12" fmla="*/ 92267 w 177135"/>
                <a:gd name="connsiteY12" fmla="*/ 97155 h 249761"/>
                <a:gd name="connsiteX13" fmla="*/ 50463 w 177135"/>
                <a:gd name="connsiteY13" fmla="*/ 97155 h 249761"/>
                <a:gd name="connsiteX14" fmla="*/ 50463 w 177135"/>
                <a:gd name="connsiteY14" fmla="*/ 57122 h 249761"/>
                <a:gd name="connsiteX15" fmla="*/ 102896 w 177135"/>
                <a:gd name="connsiteY15" fmla="*/ 7879 h 249761"/>
                <a:gd name="connsiteX16" fmla="*/ 133363 w 177135"/>
                <a:gd name="connsiteY16" fmla="*/ 19570 h 249761"/>
                <a:gd name="connsiteX17" fmla="*/ 116712 w 177135"/>
                <a:gd name="connsiteY17" fmla="*/ 35866 h 249761"/>
                <a:gd name="connsiteX18" fmla="*/ 132654 w 177135"/>
                <a:gd name="connsiteY18" fmla="*/ 52163 h 249761"/>
                <a:gd name="connsiteX19" fmla="*/ 148951 w 177135"/>
                <a:gd name="connsiteY19" fmla="*/ 35866 h 249761"/>
                <a:gd name="connsiteX20" fmla="*/ 103250 w 177135"/>
                <a:gd name="connsiteY20" fmla="*/ 85 h 249761"/>
                <a:gd name="connsiteX21" fmla="*/ 28144 w 177135"/>
                <a:gd name="connsiteY21" fmla="*/ 56768 h 249761"/>
                <a:gd name="connsiteX22" fmla="*/ 28144 w 177135"/>
                <a:gd name="connsiteY22" fmla="*/ 97155 h 249761"/>
                <a:gd name="connsiteX23" fmla="*/ 157 w 177135"/>
                <a:gd name="connsiteY23" fmla="*/ 97155 h 249761"/>
                <a:gd name="connsiteX24" fmla="*/ 157 w 177135"/>
                <a:gd name="connsiteY24" fmla="*/ 108137 h 249761"/>
                <a:gd name="connsiteX25" fmla="*/ 28144 w 177135"/>
                <a:gd name="connsiteY25" fmla="*/ 108137 h 249761"/>
                <a:gd name="connsiteX26" fmla="*/ 28144 w 177135"/>
                <a:gd name="connsiteY26" fmla="*/ 222921 h 249761"/>
                <a:gd name="connsiteX27" fmla="*/ 511 w 177135"/>
                <a:gd name="connsiteY27" fmla="*/ 238864 h 249761"/>
                <a:gd name="connsiteX28" fmla="*/ 511 w 177135"/>
                <a:gd name="connsiteY28" fmla="*/ 249846 h 249761"/>
                <a:gd name="connsiteX29" fmla="*/ 39835 w 177135"/>
                <a:gd name="connsiteY29" fmla="*/ 248783 h 249761"/>
                <a:gd name="connsiteX30" fmla="*/ 79159 w 177135"/>
                <a:gd name="connsiteY30" fmla="*/ 249846 h 249761"/>
                <a:gd name="connsiteX31" fmla="*/ 79159 w 177135"/>
                <a:gd name="connsiteY31" fmla="*/ 238864 h 249761"/>
                <a:gd name="connsiteX32" fmla="*/ 51526 w 177135"/>
                <a:gd name="connsiteY32" fmla="*/ 222921 h 249761"/>
                <a:gd name="connsiteX33" fmla="*/ 51526 w 177135"/>
                <a:gd name="connsiteY33" fmla="*/ 108137 h 249761"/>
                <a:gd name="connsiteX34" fmla="*/ 107501 w 177135"/>
                <a:gd name="connsiteY34" fmla="*/ 108137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7135" h="249761">
                  <a:moveTo>
                    <a:pt x="107501" y="108137"/>
                  </a:moveTo>
                  <a:cubicBezTo>
                    <a:pt x="123798" y="108137"/>
                    <a:pt x="126278" y="112743"/>
                    <a:pt x="126278" y="127268"/>
                  </a:cubicBezTo>
                  <a:lnTo>
                    <a:pt x="126278" y="222921"/>
                  </a:lnTo>
                  <a:cubicBezTo>
                    <a:pt x="126278" y="238864"/>
                    <a:pt x="122381" y="238864"/>
                    <a:pt x="98644" y="238864"/>
                  </a:cubicBezTo>
                  <a:lnTo>
                    <a:pt x="98644" y="249846"/>
                  </a:lnTo>
                  <a:cubicBezTo>
                    <a:pt x="110335" y="249492"/>
                    <a:pt x="129112" y="248783"/>
                    <a:pt x="137968" y="248783"/>
                  </a:cubicBezTo>
                  <a:cubicBezTo>
                    <a:pt x="146825" y="248783"/>
                    <a:pt x="164185" y="249492"/>
                    <a:pt x="177293" y="249846"/>
                  </a:cubicBezTo>
                  <a:lnTo>
                    <a:pt x="177293" y="238864"/>
                  </a:lnTo>
                  <a:cubicBezTo>
                    <a:pt x="153556" y="238864"/>
                    <a:pt x="149659" y="238864"/>
                    <a:pt x="149659" y="222921"/>
                  </a:cubicBezTo>
                  <a:lnTo>
                    <a:pt x="149659" y="92904"/>
                  </a:lnTo>
                  <a:lnTo>
                    <a:pt x="105021" y="96092"/>
                  </a:lnTo>
                  <a:cubicBezTo>
                    <a:pt x="99353" y="96447"/>
                    <a:pt x="98999" y="96801"/>
                    <a:pt x="98644" y="96801"/>
                  </a:cubicBezTo>
                  <a:cubicBezTo>
                    <a:pt x="97936" y="97155"/>
                    <a:pt x="97227" y="97155"/>
                    <a:pt x="92267" y="97155"/>
                  </a:cubicBezTo>
                  <a:lnTo>
                    <a:pt x="50463" y="97155"/>
                  </a:lnTo>
                  <a:lnTo>
                    <a:pt x="50463" y="57122"/>
                  </a:lnTo>
                  <a:cubicBezTo>
                    <a:pt x="50463" y="22049"/>
                    <a:pt x="80931" y="7879"/>
                    <a:pt x="102896" y="7879"/>
                  </a:cubicBezTo>
                  <a:cubicBezTo>
                    <a:pt x="113524" y="7879"/>
                    <a:pt x="126278" y="11421"/>
                    <a:pt x="133363" y="19570"/>
                  </a:cubicBezTo>
                  <a:cubicBezTo>
                    <a:pt x="118838" y="20278"/>
                    <a:pt x="116712" y="30198"/>
                    <a:pt x="116712" y="35866"/>
                  </a:cubicBezTo>
                  <a:cubicBezTo>
                    <a:pt x="116712" y="47557"/>
                    <a:pt x="125923" y="52163"/>
                    <a:pt x="132654" y="52163"/>
                  </a:cubicBezTo>
                  <a:cubicBezTo>
                    <a:pt x="140803" y="52163"/>
                    <a:pt x="148951" y="46494"/>
                    <a:pt x="148951" y="35866"/>
                  </a:cubicBezTo>
                  <a:cubicBezTo>
                    <a:pt x="148951" y="14964"/>
                    <a:pt x="129466" y="85"/>
                    <a:pt x="103250" y="85"/>
                  </a:cubicBezTo>
                  <a:cubicBezTo>
                    <a:pt x="70303" y="85"/>
                    <a:pt x="28144" y="18153"/>
                    <a:pt x="28144" y="56768"/>
                  </a:cubicBezTo>
                  <a:lnTo>
                    <a:pt x="28144" y="97155"/>
                  </a:lnTo>
                  <a:lnTo>
                    <a:pt x="157" y="97155"/>
                  </a:lnTo>
                  <a:lnTo>
                    <a:pt x="157" y="108137"/>
                  </a:lnTo>
                  <a:lnTo>
                    <a:pt x="28144" y="108137"/>
                  </a:lnTo>
                  <a:lnTo>
                    <a:pt x="28144" y="222921"/>
                  </a:lnTo>
                  <a:cubicBezTo>
                    <a:pt x="28144" y="238864"/>
                    <a:pt x="24247" y="238864"/>
                    <a:pt x="511" y="238864"/>
                  </a:cubicBezTo>
                  <a:lnTo>
                    <a:pt x="511" y="249846"/>
                  </a:lnTo>
                  <a:cubicBezTo>
                    <a:pt x="12202" y="249492"/>
                    <a:pt x="30979" y="248783"/>
                    <a:pt x="39835" y="248783"/>
                  </a:cubicBezTo>
                  <a:cubicBezTo>
                    <a:pt x="48692" y="248783"/>
                    <a:pt x="66051" y="249492"/>
                    <a:pt x="79159" y="249846"/>
                  </a:cubicBezTo>
                  <a:lnTo>
                    <a:pt x="79159" y="238864"/>
                  </a:lnTo>
                  <a:cubicBezTo>
                    <a:pt x="55423" y="238864"/>
                    <a:pt x="51526" y="238864"/>
                    <a:pt x="51526" y="222921"/>
                  </a:cubicBezTo>
                  <a:lnTo>
                    <a:pt x="51526" y="108137"/>
                  </a:lnTo>
                  <a:lnTo>
                    <a:pt x="107501" y="108137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68E18DC-99B5-6200-0CE0-2032895481A3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8322590" y="5333430"/>
              <a:ext cx="110886" cy="221773"/>
            </a:xfrm>
            <a:custGeom>
              <a:avLst/>
              <a:gdLst>
                <a:gd name="connsiteX0" fmla="*/ 54720 w 110886"/>
                <a:gd name="connsiteY0" fmla="*/ 76253 h 221773"/>
                <a:gd name="connsiteX1" fmla="*/ 105381 w 110886"/>
                <a:gd name="connsiteY1" fmla="*/ 76253 h 221773"/>
                <a:gd name="connsiteX2" fmla="*/ 105381 w 110886"/>
                <a:gd name="connsiteY2" fmla="*/ 65271 h 221773"/>
                <a:gd name="connsiteX3" fmla="*/ 54720 w 110886"/>
                <a:gd name="connsiteY3" fmla="*/ 65271 h 221773"/>
                <a:gd name="connsiteX4" fmla="*/ 54720 w 110886"/>
                <a:gd name="connsiteY4" fmla="*/ 85 h 221773"/>
                <a:gd name="connsiteX5" fmla="*/ 45863 w 110886"/>
                <a:gd name="connsiteY5" fmla="*/ 85 h 221773"/>
                <a:gd name="connsiteX6" fmla="*/ 162 w 110886"/>
                <a:gd name="connsiteY6" fmla="*/ 68459 h 221773"/>
                <a:gd name="connsiteX7" fmla="*/ 162 w 110886"/>
                <a:gd name="connsiteY7" fmla="*/ 76253 h 221773"/>
                <a:gd name="connsiteX8" fmla="*/ 30276 w 110886"/>
                <a:gd name="connsiteY8" fmla="*/ 76253 h 221773"/>
                <a:gd name="connsiteX9" fmla="*/ 30276 w 110886"/>
                <a:gd name="connsiteY9" fmla="*/ 174032 h 221773"/>
                <a:gd name="connsiteX10" fmla="*/ 75977 w 110886"/>
                <a:gd name="connsiteY10" fmla="*/ 221859 h 221773"/>
                <a:gd name="connsiteX11" fmla="*/ 111049 w 110886"/>
                <a:gd name="connsiteY11" fmla="*/ 174032 h 221773"/>
                <a:gd name="connsiteX12" fmla="*/ 111049 w 110886"/>
                <a:gd name="connsiteY12" fmla="*/ 153839 h 221773"/>
                <a:gd name="connsiteX13" fmla="*/ 102193 w 110886"/>
                <a:gd name="connsiteY13" fmla="*/ 153839 h 221773"/>
                <a:gd name="connsiteX14" fmla="*/ 102193 w 110886"/>
                <a:gd name="connsiteY14" fmla="*/ 173323 h 221773"/>
                <a:gd name="connsiteX15" fmla="*/ 78456 w 110886"/>
                <a:gd name="connsiteY15" fmla="*/ 213002 h 221773"/>
                <a:gd name="connsiteX16" fmla="*/ 54720 w 110886"/>
                <a:gd name="connsiteY16" fmla="*/ 174741 h 221773"/>
                <a:gd name="connsiteX17" fmla="*/ 54720 w 110886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886" h="221773">
                  <a:moveTo>
                    <a:pt x="54720" y="76253"/>
                  </a:moveTo>
                  <a:lnTo>
                    <a:pt x="105381" y="76253"/>
                  </a:lnTo>
                  <a:lnTo>
                    <a:pt x="105381" y="65271"/>
                  </a:lnTo>
                  <a:lnTo>
                    <a:pt x="54720" y="65271"/>
                  </a:lnTo>
                  <a:lnTo>
                    <a:pt x="54720" y="85"/>
                  </a:lnTo>
                  <a:lnTo>
                    <a:pt x="45863" y="85"/>
                  </a:lnTo>
                  <a:cubicBezTo>
                    <a:pt x="45509" y="29135"/>
                    <a:pt x="34881" y="67042"/>
                    <a:pt x="162" y="68459"/>
                  </a:cubicBezTo>
                  <a:lnTo>
                    <a:pt x="162" y="76253"/>
                  </a:lnTo>
                  <a:lnTo>
                    <a:pt x="30276" y="76253"/>
                  </a:lnTo>
                  <a:lnTo>
                    <a:pt x="30276" y="174032"/>
                  </a:lnTo>
                  <a:cubicBezTo>
                    <a:pt x="30276" y="217607"/>
                    <a:pt x="63223" y="221859"/>
                    <a:pt x="75977" y="221859"/>
                  </a:cubicBezTo>
                  <a:cubicBezTo>
                    <a:pt x="101130" y="221859"/>
                    <a:pt x="111049" y="196705"/>
                    <a:pt x="111049" y="174032"/>
                  </a:cubicBezTo>
                  <a:lnTo>
                    <a:pt x="111049" y="153839"/>
                  </a:lnTo>
                  <a:lnTo>
                    <a:pt x="102193" y="153839"/>
                  </a:lnTo>
                  <a:lnTo>
                    <a:pt x="102193" y="173323"/>
                  </a:lnTo>
                  <a:cubicBezTo>
                    <a:pt x="102193" y="199540"/>
                    <a:pt x="91564" y="213002"/>
                    <a:pt x="78456" y="213002"/>
                  </a:cubicBezTo>
                  <a:cubicBezTo>
                    <a:pt x="54720" y="213002"/>
                    <a:pt x="54720" y="180763"/>
                    <a:pt x="54720" y="174741"/>
                  </a:cubicBezTo>
                  <a:lnTo>
                    <a:pt x="54720" y="762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09F30369-0F7F-29FD-0AC8-951DF2294FFF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8460363" y="5333430"/>
              <a:ext cx="110886" cy="221773"/>
            </a:xfrm>
            <a:custGeom>
              <a:avLst/>
              <a:gdLst>
                <a:gd name="connsiteX0" fmla="*/ 54724 w 110886"/>
                <a:gd name="connsiteY0" fmla="*/ 76253 h 221773"/>
                <a:gd name="connsiteX1" fmla="*/ 105385 w 110886"/>
                <a:gd name="connsiteY1" fmla="*/ 76253 h 221773"/>
                <a:gd name="connsiteX2" fmla="*/ 105385 w 110886"/>
                <a:gd name="connsiteY2" fmla="*/ 65271 h 221773"/>
                <a:gd name="connsiteX3" fmla="*/ 54724 w 110886"/>
                <a:gd name="connsiteY3" fmla="*/ 65271 h 221773"/>
                <a:gd name="connsiteX4" fmla="*/ 54724 w 110886"/>
                <a:gd name="connsiteY4" fmla="*/ 85 h 221773"/>
                <a:gd name="connsiteX5" fmla="*/ 45867 w 110886"/>
                <a:gd name="connsiteY5" fmla="*/ 85 h 221773"/>
                <a:gd name="connsiteX6" fmla="*/ 166 w 110886"/>
                <a:gd name="connsiteY6" fmla="*/ 68459 h 221773"/>
                <a:gd name="connsiteX7" fmla="*/ 166 w 110886"/>
                <a:gd name="connsiteY7" fmla="*/ 76253 h 221773"/>
                <a:gd name="connsiteX8" fmla="*/ 30279 w 110886"/>
                <a:gd name="connsiteY8" fmla="*/ 76253 h 221773"/>
                <a:gd name="connsiteX9" fmla="*/ 30279 w 110886"/>
                <a:gd name="connsiteY9" fmla="*/ 174032 h 221773"/>
                <a:gd name="connsiteX10" fmla="*/ 75980 w 110886"/>
                <a:gd name="connsiteY10" fmla="*/ 221859 h 221773"/>
                <a:gd name="connsiteX11" fmla="*/ 111053 w 110886"/>
                <a:gd name="connsiteY11" fmla="*/ 174032 h 221773"/>
                <a:gd name="connsiteX12" fmla="*/ 111053 w 110886"/>
                <a:gd name="connsiteY12" fmla="*/ 153839 h 221773"/>
                <a:gd name="connsiteX13" fmla="*/ 102197 w 110886"/>
                <a:gd name="connsiteY13" fmla="*/ 153839 h 221773"/>
                <a:gd name="connsiteX14" fmla="*/ 102197 w 110886"/>
                <a:gd name="connsiteY14" fmla="*/ 173323 h 221773"/>
                <a:gd name="connsiteX15" fmla="*/ 78460 w 110886"/>
                <a:gd name="connsiteY15" fmla="*/ 213002 h 221773"/>
                <a:gd name="connsiteX16" fmla="*/ 54724 w 110886"/>
                <a:gd name="connsiteY16" fmla="*/ 174741 h 221773"/>
                <a:gd name="connsiteX17" fmla="*/ 54724 w 110886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886" h="221773">
                  <a:moveTo>
                    <a:pt x="54724" y="76253"/>
                  </a:moveTo>
                  <a:lnTo>
                    <a:pt x="105385" y="76253"/>
                  </a:lnTo>
                  <a:lnTo>
                    <a:pt x="105385" y="65271"/>
                  </a:lnTo>
                  <a:lnTo>
                    <a:pt x="54724" y="65271"/>
                  </a:lnTo>
                  <a:lnTo>
                    <a:pt x="54724" y="85"/>
                  </a:lnTo>
                  <a:lnTo>
                    <a:pt x="45867" y="85"/>
                  </a:lnTo>
                  <a:cubicBezTo>
                    <a:pt x="45513" y="29135"/>
                    <a:pt x="34885" y="67042"/>
                    <a:pt x="166" y="68459"/>
                  </a:cubicBezTo>
                  <a:lnTo>
                    <a:pt x="166" y="76253"/>
                  </a:lnTo>
                  <a:lnTo>
                    <a:pt x="30279" y="76253"/>
                  </a:lnTo>
                  <a:lnTo>
                    <a:pt x="30279" y="174032"/>
                  </a:lnTo>
                  <a:cubicBezTo>
                    <a:pt x="30279" y="217607"/>
                    <a:pt x="63227" y="221859"/>
                    <a:pt x="75980" y="221859"/>
                  </a:cubicBezTo>
                  <a:cubicBezTo>
                    <a:pt x="101134" y="221859"/>
                    <a:pt x="111053" y="196705"/>
                    <a:pt x="111053" y="174032"/>
                  </a:cubicBezTo>
                  <a:lnTo>
                    <a:pt x="111053" y="153839"/>
                  </a:lnTo>
                  <a:lnTo>
                    <a:pt x="102197" y="153839"/>
                  </a:lnTo>
                  <a:lnTo>
                    <a:pt x="102197" y="173323"/>
                  </a:lnTo>
                  <a:cubicBezTo>
                    <a:pt x="102197" y="199540"/>
                    <a:pt x="91568" y="213002"/>
                    <a:pt x="78460" y="213002"/>
                  </a:cubicBezTo>
                  <a:cubicBezTo>
                    <a:pt x="54724" y="213002"/>
                    <a:pt x="54724" y="180763"/>
                    <a:pt x="54724" y="174741"/>
                  </a:cubicBezTo>
                  <a:lnTo>
                    <a:pt x="54724" y="762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950F33B6-A0BA-2FF7-7F25-6C0C1FAD746B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8601324" y="5392593"/>
              <a:ext cx="137103" cy="162610"/>
            </a:xfrm>
            <a:custGeom>
              <a:avLst/>
              <a:gdLst>
                <a:gd name="connsiteX0" fmla="*/ 29929 w 137103"/>
                <a:gd name="connsiteY0" fmla="*/ 69522 h 162610"/>
                <a:gd name="connsiteX1" fmla="*/ 73859 w 137103"/>
                <a:gd name="connsiteY1" fmla="*/ 7879 h 162610"/>
                <a:gd name="connsiteX2" fmla="*/ 113891 w 137103"/>
                <a:gd name="connsiteY2" fmla="*/ 69522 h 162610"/>
                <a:gd name="connsiteX3" fmla="*/ 29929 w 137103"/>
                <a:gd name="connsiteY3" fmla="*/ 69522 h 162610"/>
                <a:gd name="connsiteX4" fmla="*/ 29575 w 137103"/>
                <a:gd name="connsiteY4" fmla="*/ 76962 h 162610"/>
                <a:gd name="connsiteX5" fmla="*/ 128416 w 137103"/>
                <a:gd name="connsiteY5" fmla="*/ 76962 h 162610"/>
                <a:gd name="connsiteX6" fmla="*/ 137273 w 137103"/>
                <a:gd name="connsiteY6" fmla="*/ 69522 h 162610"/>
                <a:gd name="connsiteX7" fmla="*/ 73859 w 137103"/>
                <a:gd name="connsiteY7" fmla="*/ 85 h 162610"/>
                <a:gd name="connsiteX8" fmla="*/ 170 w 137103"/>
                <a:gd name="connsiteY8" fmla="*/ 80859 h 162610"/>
                <a:gd name="connsiteX9" fmla="*/ 78110 w 137103"/>
                <a:gd name="connsiteY9" fmla="*/ 162695 h 162610"/>
                <a:gd name="connsiteX10" fmla="*/ 137273 w 137103"/>
                <a:gd name="connsiteY10" fmla="*/ 116640 h 162610"/>
                <a:gd name="connsiteX11" fmla="*/ 132668 w 137103"/>
                <a:gd name="connsiteY11" fmla="*/ 112389 h 162610"/>
                <a:gd name="connsiteX12" fmla="*/ 128062 w 137103"/>
                <a:gd name="connsiteY12" fmla="*/ 117349 h 162610"/>
                <a:gd name="connsiteX13" fmla="*/ 80236 w 137103"/>
                <a:gd name="connsiteY13" fmla="*/ 153839 h 162610"/>
                <a:gd name="connsiteX14" fmla="*/ 40203 w 137103"/>
                <a:gd name="connsiteY14" fmla="*/ 130102 h 162610"/>
                <a:gd name="connsiteX15" fmla="*/ 29575 w 137103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62610">
                  <a:moveTo>
                    <a:pt x="29929" y="69522"/>
                  </a:moveTo>
                  <a:cubicBezTo>
                    <a:pt x="32055" y="16735"/>
                    <a:pt x="61813" y="7879"/>
                    <a:pt x="73859" y="7879"/>
                  </a:cubicBezTo>
                  <a:cubicBezTo>
                    <a:pt x="110349" y="7879"/>
                    <a:pt x="113891" y="55705"/>
                    <a:pt x="113891" y="69522"/>
                  </a:cubicBezTo>
                  <a:lnTo>
                    <a:pt x="29929" y="69522"/>
                  </a:lnTo>
                  <a:close/>
                  <a:moveTo>
                    <a:pt x="29575" y="76962"/>
                  </a:moveTo>
                  <a:lnTo>
                    <a:pt x="128416" y="76962"/>
                  </a:lnTo>
                  <a:cubicBezTo>
                    <a:pt x="136210" y="76962"/>
                    <a:pt x="137273" y="76962"/>
                    <a:pt x="137273" y="69522"/>
                  </a:cubicBezTo>
                  <a:cubicBezTo>
                    <a:pt x="137273" y="34449"/>
                    <a:pt x="118143" y="85"/>
                    <a:pt x="73859" y="85"/>
                  </a:cubicBezTo>
                  <a:cubicBezTo>
                    <a:pt x="32763" y="85"/>
                    <a:pt x="170" y="36575"/>
                    <a:pt x="170" y="80859"/>
                  </a:cubicBezTo>
                  <a:cubicBezTo>
                    <a:pt x="170" y="128331"/>
                    <a:pt x="37369" y="162695"/>
                    <a:pt x="78110" y="162695"/>
                  </a:cubicBezTo>
                  <a:cubicBezTo>
                    <a:pt x="121331" y="162695"/>
                    <a:pt x="137273" y="123371"/>
                    <a:pt x="137273" y="116640"/>
                  </a:cubicBezTo>
                  <a:cubicBezTo>
                    <a:pt x="137273" y="113097"/>
                    <a:pt x="134439" y="112389"/>
                    <a:pt x="132668" y="112389"/>
                  </a:cubicBezTo>
                  <a:cubicBezTo>
                    <a:pt x="129479" y="112389"/>
                    <a:pt x="128771" y="114514"/>
                    <a:pt x="128062" y="117349"/>
                  </a:cubicBezTo>
                  <a:cubicBezTo>
                    <a:pt x="115663" y="153839"/>
                    <a:pt x="83778" y="153839"/>
                    <a:pt x="80236" y="153839"/>
                  </a:cubicBezTo>
                  <a:cubicBezTo>
                    <a:pt x="62522" y="153839"/>
                    <a:pt x="48351" y="143210"/>
                    <a:pt x="40203" y="130102"/>
                  </a:cubicBezTo>
                  <a:cubicBezTo>
                    <a:pt x="29575" y="113097"/>
                    <a:pt x="29575" y="89715"/>
                    <a:pt x="29575" y="7696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06C28E4-894E-2719-F638-378AEC3C98C7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8760904" y="5305443"/>
              <a:ext cx="174655" cy="249761"/>
            </a:xfrm>
            <a:custGeom>
              <a:avLst/>
              <a:gdLst>
                <a:gd name="connsiteX0" fmla="*/ 122753 w 174655"/>
                <a:gd name="connsiteY0" fmla="*/ 226464 h 249761"/>
                <a:gd name="connsiteX1" fmla="*/ 122753 w 174655"/>
                <a:gd name="connsiteY1" fmla="*/ 249846 h 249761"/>
                <a:gd name="connsiteX2" fmla="*/ 174830 w 174655"/>
                <a:gd name="connsiteY2" fmla="*/ 245949 h 249761"/>
                <a:gd name="connsiteX3" fmla="*/ 174830 w 174655"/>
                <a:gd name="connsiteY3" fmla="*/ 234967 h 249761"/>
                <a:gd name="connsiteX4" fmla="*/ 147197 w 174655"/>
                <a:gd name="connsiteY4" fmla="*/ 215127 h 249761"/>
                <a:gd name="connsiteX5" fmla="*/ 147197 w 174655"/>
                <a:gd name="connsiteY5" fmla="*/ 85 h 249761"/>
                <a:gd name="connsiteX6" fmla="*/ 96182 w 174655"/>
                <a:gd name="connsiteY6" fmla="*/ 3982 h 249761"/>
                <a:gd name="connsiteX7" fmla="*/ 96182 w 174655"/>
                <a:gd name="connsiteY7" fmla="*/ 14964 h 249761"/>
                <a:gd name="connsiteX8" fmla="*/ 123815 w 174655"/>
                <a:gd name="connsiteY8" fmla="*/ 34803 h 249761"/>
                <a:gd name="connsiteX9" fmla="*/ 123815 w 174655"/>
                <a:gd name="connsiteY9" fmla="*/ 111326 h 249761"/>
                <a:gd name="connsiteX10" fmla="*/ 79177 w 174655"/>
                <a:gd name="connsiteY10" fmla="*/ 89361 h 249761"/>
                <a:gd name="connsiteX11" fmla="*/ 175 w 174655"/>
                <a:gd name="connsiteY11" fmla="*/ 169781 h 249761"/>
                <a:gd name="connsiteX12" fmla="*/ 75280 w 174655"/>
                <a:gd name="connsiteY12" fmla="*/ 249846 h 249761"/>
                <a:gd name="connsiteX13" fmla="*/ 122753 w 174655"/>
                <a:gd name="connsiteY13" fmla="*/ 226464 h 249761"/>
                <a:gd name="connsiteX14" fmla="*/ 122753 w 174655"/>
                <a:gd name="connsiteY14" fmla="*/ 131519 h 249761"/>
                <a:gd name="connsiteX15" fmla="*/ 122753 w 174655"/>
                <a:gd name="connsiteY15" fmla="*/ 204145 h 249761"/>
                <a:gd name="connsiteX16" fmla="*/ 118856 w 174655"/>
                <a:gd name="connsiteY16" fmla="*/ 217253 h 249761"/>
                <a:gd name="connsiteX17" fmla="*/ 77052 w 174655"/>
                <a:gd name="connsiteY17" fmla="*/ 242052 h 249761"/>
                <a:gd name="connsiteX18" fmla="*/ 39853 w 174655"/>
                <a:gd name="connsiteY18" fmla="*/ 219379 h 249761"/>
                <a:gd name="connsiteX19" fmla="*/ 29579 w 174655"/>
                <a:gd name="connsiteY19" fmla="*/ 170135 h 249761"/>
                <a:gd name="connsiteX20" fmla="*/ 40562 w 174655"/>
                <a:gd name="connsiteY20" fmla="*/ 119828 h 249761"/>
                <a:gd name="connsiteX21" fmla="*/ 80594 w 174655"/>
                <a:gd name="connsiteY21" fmla="*/ 97155 h 249761"/>
                <a:gd name="connsiteX22" fmla="*/ 118856 w 174655"/>
                <a:gd name="connsiteY22" fmla="*/ 118411 h 249761"/>
                <a:gd name="connsiteX23" fmla="*/ 122753 w 174655"/>
                <a:gd name="connsiteY23" fmla="*/ 131519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4655" h="249761">
                  <a:moveTo>
                    <a:pt x="122753" y="226464"/>
                  </a:moveTo>
                  <a:lnTo>
                    <a:pt x="122753" y="249846"/>
                  </a:lnTo>
                  <a:lnTo>
                    <a:pt x="174830" y="245949"/>
                  </a:lnTo>
                  <a:lnTo>
                    <a:pt x="174830" y="234967"/>
                  </a:lnTo>
                  <a:cubicBezTo>
                    <a:pt x="150031" y="234967"/>
                    <a:pt x="147197" y="232487"/>
                    <a:pt x="147197" y="215127"/>
                  </a:cubicBezTo>
                  <a:lnTo>
                    <a:pt x="147197" y="85"/>
                  </a:lnTo>
                  <a:lnTo>
                    <a:pt x="96182" y="3982"/>
                  </a:lnTo>
                  <a:lnTo>
                    <a:pt x="96182" y="14964"/>
                  </a:lnTo>
                  <a:cubicBezTo>
                    <a:pt x="120981" y="14964"/>
                    <a:pt x="123815" y="17444"/>
                    <a:pt x="123815" y="34803"/>
                  </a:cubicBezTo>
                  <a:lnTo>
                    <a:pt x="123815" y="111326"/>
                  </a:lnTo>
                  <a:cubicBezTo>
                    <a:pt x="113541" y="98572"/>
                    <a:pt x="98308" y="89361"/>
                    <a:pt x="79177" y="89361"/>
                  </a:cubicBezTo>
                  <a:cubicBezTo>
                    <a:pt x="37373" y="89361"/>
                    <a:pt x="175" y="124080"/>
                    <a:pt x="175" y="169781"/>
                  </a:cubicBezTo>
                  <a:cubicBezTo>
                    <a:pt x="175" y="214773"/>
                    <a:pt x="34893" y="249846"/>
                    <a:pt x="75280" y="249846"/>
                  </a:cubicBezTo>
                  <a:cubicBezTo>
                    <a:pt x="97954" y="249846"/>
                    <a:pt x="113896" y="237801"/>
                    <a:pt x="122753" y="226464"/>
                  </a:cubicBezTo>
                  <a:close/>
                  <a:moveTo>
                    <a:pt x="122753" y="131519"/>
                  </a:moveTo>
                  <a:lnTo>
                    <a:pt x="122753" y="204145"/>
                  </a:lnTo>
                  <a:cubicBezTo>
                    <a:pt x="122753" y="210522"/>
                    <a:pt x="122753" y="211230"/>
                    <a:pt x="118856" y="217253"/>
                  </a:cubicBezTo>
                  <a:cubicBezTo>
                    <a:pt x="108227" y="234258"/>
                    <a:pt x="92285" y="242052"/>
                    <a:pt x="77052" y="242052"/>
                  </a:cubicBezTo>
                  <a:cubicBezTo>
                    <a:pt x="61109" y="242052"/>
                    <a:pt x="48356" y="232841"/>
                    <a:pt x="39853" y="219379"/>
                  </a:cubicBezTo>
                  <a:cubicBezTo>
                    <a:pt x="30642" y="204854"/>
                    <a:pt x="29579" y="184660"/>
                    <a:pt x="29579" y="170135"/>
                  </a:cubicBezTo>
                  <a:cubicBezTo>
                    <a:pt x="29579" y="157027"/>
                    <a:pt x="30288" y="135771"/>
                    <a:pt x="40562" y="119828"/>
                  </a:cubicBezTo>
                  <a:cubicBezTo>
                    <a:pt x="48001" y="108846"/>
                    <a:pt x="61464" y="97155"/>
                    <a:pt x="80594" y="97155"/>
                  </a:cubicBezTo>
                  <a:cubicBezTo>
                    <a:pt x="92994" y="97155"/>
                    <a:pt x="107873" y="102469"/>
                    <a:pt x="118856" y="118411"/>
                  </a:cubicBezTo>
                  <a:cubicBezTo>
                    <a:pt x="122753" y="124434"/>
                    <a:pt x="122753" y="125143"/>
                    <a:pt x="122753" y="131519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1B887B5C-5210-3C37-BC8B-F9E48AED6AEB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9075459" y="5305443"/>
              <a:ext cx="78648" cy="245864"/>
            </a:xfrm>
            <a:custGeom>
              <a:avLst/>
              <a:gdLst>
                <a:gd name="connsiteX0" fmla="*/ 51199 w 78648"/>
                <a:gd name="connsiteY0" fmla="*/ 85 h 245864"/>
                <a:gd name="connsiteX1" fmla="*/ 183 w 78648"/>
                <a:gd name="connsiteY1" fmla="*/ 3982 h 245864"/>
                <a:gd name="connsiteX2" fmla="*/ 183 w 78648"/>
                <a:gd name="connsiteY2" fmla="*/ 14964 h 245864"/>
                <a:gd name="connsiteX3" fmla="*/ 27817 w 78648"/>
                <a:gd name="connsiteY3" fmla="*/ 34803 h 245864"/>
                <a:gd name="connsiteX4" fmla="*/ 27817 w 78648"/>
                <a:gd name="connsiteY4" fmla="*/ 219024 h 245864"/>
                <a:gd name="connsiteX5" fmla="*/ 183 w 78648"/>
                <a:gd name="connsiteY5" fmla="*/ 234967 h 245864"/>
                <a:gd name="connsiteX6" fmla="*/ 183 w 78648"/>
                <a:gd name="connsiteY6" fmla="*/ 245949 h 245864"/>
                <a:gd name="connsiteX7" fmla="*/ 39508 w 78648"/>
                <a:gd name="connsiteY7" fmla="*/ 244886 h 245864"/>
                <a:gd name="connsiteX8" fmla="*/ 78832 w 78648"/>
                <a:gd name="connsiteY8" fmla="*/ 245949 h 245864"/>
                <a:gd name="connsiteX9" fmla="*/ 78832 w 78648"/>
                <a:gd name="connsiteY9" fmla="*/ 234967 h 245864"/>
                <a:gd name="connsiteX10" fmla="*/ 51199 w 78648"/>
                <a:gd name="connsiteY10" fmla="*/ 219024 h 245864"/>
                <a:gd name="connsiteX11" fmla="*/ 51199 w 78648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648" h="245864">
                  <a:moveTo>
                    <a:pt x="51199" y="85"/>
                  </a:moveTo>
                  <a:lnTo>
                    <a:pt x="183" y="3982"/>
                  </a:lnTo>
                  <a:lnTo>
                    <a:pt x="183" y="14964"/>
                  </a:lnTo>
                  <a:cubicBezTo>
                    <a:pt x="24982" y="14964"/>
                    <a:pt x="27817" y="17444"/>
                    <a:pt x="27817" y="34803"/>
                  </a:cubicBezTo>
                  <a:lnTo>
                    <a:pt x="27817" y="219024"/>
                  </a:lnTo>
                  <a:cubicBezTo>
                    <a:pt x="27817" y="234967"/>
                    <a:pt x="23920" y="234967"/>
                    <a:pt x="183" y="234967"/>
                  </a:cubicBezTo>
                  <a:lnTo>
                    <a:pt x="183" y="245949"/>
                  </a:lnTo>
                  <a:cubicBezTo>
                    <a:pt x="11874" y="245595"/>
                    <a:pt x="30651" y="244886"/>
                    <a:pt x="39508" y="244886"/>
                  </a:cubicBezTo>
                  <a:cubicBezTo>
                    <a:pt x="48364" y="244886"/>
                    <a:pt x="65724" y="245595"/>
                    <a:pt x="78832" y="245949"/>
                  </a:cubicBezTo>
                  <a:lnTo>
                    <a:pt x="78832" y="234967"/>
                  </a:lnTo>
                  <a:cubicBezTo>
                    <a:pt x="55096" y="234967"/>
                    <a:pt x="51199" y="234967"/>
                    <a:pt x="51199" y="219024"/>
                  </a:cubicBezTo>
                  <a:lnTo>
                    <a:pt x="51199" y="8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7E52129-5FAB-5EAD-7B1D-66FCBB44CE74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9173868" y="5314299"/>
              <a:ext cx="75814" cy="237007"/>
            </a:xfrm>
            <a:custGeom>
              <a:avLst/>
              <a:gdLst>
                <a:gd name="connsiteX0" fmla="*/ 51201 w 75814"/>
                <a:gd name="connsiteY0" fmla="*/ 80504 h 237007"/>
                <a:gd name="connsiteX1" fmla="*/ 1603 w 75814"/>
                <a:gd name="connsiteY1" fmla="*/ 84401 h 237007"/>
                <a:gd name="connsiteX2" fmla="*/ 1603 w 75814"/>
                <a:gd name="connsiteY2" fmla="*/ 95384 h 237007"/>
                <a:gd name="connsiteX3" fmla="*/ 27819 w 75814"/>
                <a:gd name="connsiteY3" fmla="*/ 114869 h 237007"/>
                <a:gd name="connsiteX4" fmla="*/ 27819 w 75814"/>
                <a:gd name="connsiteY4" fmla="*/ 210168 h 237007"/>
                <a:gd name="connsiteX5" fmla="*/ 186 w 75814"/>
                <a:gd name="connsiteY5" fmla="*/ 226110 h 237007"/>
                <a:gd name="connsiteX6" fmla="*/ 186 w 75814"/>
                <a:gd name="connsiteY6" fmla="*/ 237092 h 237007"/>
                <a:gd name="connsiteX7" fmla="*/ 39156 w 75814"/>
                <a:gd name="connsiteY7" fmla="*/ 236029 h 237007"/>
                <a:gd name="connsiteX8" fmla="*/ 76000 w 75814"/>
                <a:gd name="connsiteY8" fmla="*/ 237092 h 237007"/>
                <a:gd name="connsiteX9" fmla="*/ 76000 w 75814"/>
                <a:gd name="connsiteY9" fmla="*/ 226110 h 237007"/>
                <a:gd name="connsiteX10" fmla="*/ 51201 w 75814"/>
                <a:gd name="connsiteY10" fmla="*/ 210522 h 237007"/>
                <a:gd name="connsiteX11" fmla="*/ 51201 w 75814"/>
                <a:gd name="connsiteY11" fmla="*/ 80504 h 237007"/>
                <a:gd name="connsiteX12" fmla="*/ 52618 w 75814"/>
                <a:gd name="connsiteY12" fmla="*/ 18861 h 237007"/>
                <a:gd name="connsiteX13" fmla="*/ 33842 w 75814"/>
                <a:gd name="connsiteY13" fmla="*/ 85 h 237007"/>
                <a:gd name="connsiteX14" fmla="*/ 15066 w 75814"/>
                <a:gd name="connsiteY14" fmla="*/ 18861 h 237007"/>
                <a:gd name="connsiteX15" fmla="*/ 33842 w 75814"/>
                <a:gd name="connsiteY15" fmla="*/ 37637 h 237007"/>
                <a:gd name="connsiteX16" fmla="*/ 52618 w 75814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14" h="237007">
                  <a:moveTo>
                    <a:pt x="51201" y="80504"/>
                  </a:moveTo>
                  <a:lnTo>
                    <a:pt x="1603" y="84401"/>
                  </a:lnTo>
                  <a:lnTo>
                    <a:pt x="1603" y="95384"/>
                  </a:lnTo>
                  <a:cubicBezTo>
                    <a:pt x="24631" y="95384"/>
                    <a:pt x="27819" y="97509"/>
                    <a:pt x="27819" y="114869"/>
                  </a:cubicBezTo>
                  <a:lnTo>
                    <a:pt x="27819" y="210168"/>
                  </a:lnTo>
                  <a:cubicBezTo>
                    <a:pt x="27819" y="226110"/>
                    <a:pt x="23922" y="226110"/>
                    <a:pt x="186" y="226110"/>
                  </a:cubicBezTo>
                  <a:lnTo>
                    <a:pt x="186" y="237092"/>
                  </a:lnTo>
                  <a:cubicBezTo>
                    <a:pt x="11523" y="236738"/>
                    <a:pt x="30654" y="236029"/>
                    <a:pt x="39156" y="236029"/>
                  </a:cubicBezTo>
                  <a:cubicBezTo>
                    <a:pt x="51556" y="236029"/>
                    <a:pt x="63955" y="236738"/>
                    <a:pt x="76000" y="237092"/>
                  </a:cubicBezTo>
                  <a:lnTo>
                    <a:pt x="76000" y="226110"/>
                  </a:lnTo>
                  <a:cubicBezTo>
                    <a:pt x="52618" y="226110"/>
                    <a:pt x="51201" y="224339"/>
                    <a:pt x="51201" y="210522"/>
                  </a:cubicBezTo>
                  <a:lnTo>
                    <a:pt x="51201" y="80504"/>
                  </a:lnTo>
                  <a:close/>
                  <a:moveTo>
                    <a:pt x="52618" y="18861"/>
                  </a:moveTo>
                  <a:cubicBezTo>
                    <a:pt x="52618" y="7524"/>
                    <a:pt x="43762" y="85"/>
                    <a:pt x="33842" y="85"/>
                  </a:cubicBezTo>
                  <a:cubicBezTo>
                    <a:pt x="22860" y="85"/>
                    <a:pt x="15066" y="9650"/>
                    <a:pt x="15066" y="18861"/>
                  </a:cubicBezTo>
                  <a:cubicBezTo>
                    <a:pt x="15066" y="28426"/>
                    <a:pt x="22860" y="37637"/>
                    <a:pt x="33842" y="37637"/>
                  </a:cubicBezTo>
                  <a:cubicBezTo>
                    <a:pt x="43762" y="37637"/>
                    <a:pt x="52618" y="30198"/>
                    <a:pt x="52618" y="1886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A645EDD-60D0-C680-CC8D-EAEBC1B416FC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9271922" y="5394719"/>
              <a:ext cx="178198" cy="156588"/>
            </a:xfrm>
            <a:custGeom>
              <a:avLst/>
              <a:gdLst>
                <a:gd name="connsiteX0" fmla="*/ 27822 w 178198"/>
                <a:gd name="connsiteY0" fmla="*/ 34803 h 156588"/>
                <a:gd name="connsiteX1" fmla="*/ 27822 w 178198"/>
                <a:gd name="connsiteY1" fmla="*/ 129748 h 156588"/>
                <a:gd name="connsiteX2" fmla="*/ 189 w 178198"/>
                <a:gd name="connsiteY2" fmla="*/ 145690 h 156588"/>
                <a:gd name="connsiteX3" fmla="*/ 189 w 178198"/>
                <a:gd name="connsiteY3" fmla="*/ 156673 h 156588"/>
                <a:gd name="connsiteX4" fmla="*/ 40222 w 178198"/>
                <a:gd name="connsiteY4" fmla="*/ 155610 h 156588"/>
                <a:gd name="connsiteX5" fmla="*/ 79900 w 178198"/>
                <a:gd name="connsiteY5" fmla="*/ 156673 h 156588"/>
                <a:gd name="connsiteX6" fmla="*/ 79900 w 178198"/>
                <a:gd name="connsiteY6" fmla="*/ 145690 h 156588"/>
                <a:gd name="connsiteX7" fmla="*/ 52267 w 178198"/>
                <a:gd name="connsiteY7" fmla="*/ 129748 h 156588"/>
                <a:gd name="connsiteX8" fmla="*/ 52267 w 178198"/>
                <a:gd name="connsiteY8" fmla="*/ 64562 h 156588"/>
                <a:gd name="connsiteX9" fmla="*/ 100094 w 178198"/>
                <a:gd name="connsiteY9" fmla="*/ 7879 h 156588"/>
                <a:gd name="connsiteX10" fmla="*/ 126310 w 178198"/>
                <a:gd name="connsiteY10" fmla="*/ 47203 h 156588"/>
                <a:gd name="connsiteX11" fmla="*/ 126310 w 178198"/>
                <a:gd name="connsiteY11" fmla="*/ 129748 h 156588"/>
                <a:gd name="connsiteX12" fmla="*/ 98676 w 178198"/>
                <a:gd name="connsiteY12" fmla="*/ 145690 h 156588"/>
                <a:gd name="connsiteX13" fmla="*/ 98676 w 178198"/>
                <a:gd name="connsiteY13" fmla="*/ 156673 h 156588"/>
                <a:gd name="connsiteX14" fmla="*/ 138709 w 178198"/>
                <a:gd name="connsiteY14" fmla="*/ 155610 h 156588"/>
                <a:gd name="connsiteX15" fmla="*/ 178388 w 178198"/>
                <a:gd name="connsiteY15" fmla="*/ 156673 h 156588"/>
                <a:gd name="connsiteX16" fmla="*/ 178388 w 178198"/>
                <a:gd name="connsiteY16" fmla="*/ 145690 h 156588"/>
                <a:gd name="connsiteX17" fmla="*/ 150754 w 178198"/>
                <a:gd name="connsiteY17" fmla="*/ 135062 h 156588"/>
                <a:gd name="connsiteX18" fmla="*/ 150754 w 178198"/>
                <a:gd name="connsiteY18" fmla="*/ 67396 h 156588"/>
                <a:gd name="connsiteX19" fmla="*/ 139772 w 178198"/>
                <a:gd name="connsiteY19" fmla="*/ 13193 h 156588"/>
                <a:gd name="connsiteX20" fmla="*/ 102573 w 178198"/>
                <a:gd name="connsiteY20" fmla="*/ 85 h 156588"/>
                <a:gd name="connsiteX21" fmla="*/ 50141 w 178198"/>
                <a:gd name="connsiteY21" fmla="*/ 37283 h 156588"/>
                <a:gd name="connsiteX22" fmla="*/ 50141 w 178198"/>
                <a:gd name="connsiteY22" fmla="*/ 85 h 156588"/>
                <a:gd name="connsiteX23" fmla="*/ 189 w 178198"/>
                <a:gd name="connsiteY23" fmla="*/ 3982 h 156588"/>
                <a:gd name="connsiteX24" fmla="*/ 189 w 178198"/>
                <a:gd name="connsiteY24" fmla="*/ 14964 h 156588"/>
                <a:gd name="connsiteX25" fmla="*/ 27822 w 178198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198" h="156588">
                  <a:moveTo>
                    <a:pt x="27822" y="34803"/>
                  </a:moveTo>
                  <a:lnTo>
                    <a:pt x="27822" y="129748"/>
                  </a:lnTo>
                  <a:cubicBezTo>
                    <a:pt x="27822" y="145690"/>
                    <a:pt x="23925" y="145690"/>
                    <a:pt x="189" y="145690"/>
                  </a:cubicBezTo>
                  <a:lnTo>
                    <a:pt x="189" y="156673"/>
                  </a:lnTo>
                  <a:cubicBezTo>
                    <a:pt x="12589" y="156318"/>
                    <a:pt x="30656" y="155610"/>
                    <a:pt x="40222" y="155610"/>
                  </a:cubicBezTo>
                  <a:cubicBezTo>
                    <a:pt x="49433" y="155610"/>
                    <a:pt x="67855" y="156318"/>
                    <a:pt x="79900" y="156673"/>
                  </a:cubicBezTo>
                  <a:lnTo>
                    <a:pt x="79900" y="145690"/>
                  </a:lnTo>
                  <a:cubicBezTo>
                    <a:pt x="56164" y="145690"/>
                    <a:pt x="52267" y="145690"/>
                    <a:pt x="52267" y="129748"/>
                  </a:cubicBezTo>
                  <a:lnTo>
                    <a:pt x="52267" y="64562"/>
                  </a:lnTo>
                  <a:cubicBezTo>
                    <a:pt x="52267" y="27718"/>
                    <a:pt x="77420" y="7879"/>
                    <a:pt x="100094" y="7879"/>
                  </a:cubicBezTo>
                  <a:cubicBezTo>
                    <a:pt x="122413" y="7879"/>
                    <a:pt x="126310" y="27009"/>
                    <a:pt x="126310" y="47203"/>
                  </a:cubicBezTo>
                  <a:lnTo>
                    <a:pt x="126310" y="129748"/>
                  </a:lnTo>
                  <a:cubicBezTo>
                    <a:pt x="126310" y="145690"/>
                    <a:pt x="122413" y="145690"/>
                    <a:pt x="98676" y="145690"/>
                  </a:cubicBezTo>
                  <a:lnTo>
                    <a:pt x="98676" y="156673"/>
                  </a:lnTo>
                  <a:cubicBezTo>
                    <a:pt x="111076" y="156318"/>
                    <a:pt x="129144" y="155610"/>
                    <a:pt x="138709" y="155610"/>
                  </a:cubicBezTo>
                  <a:cubicBezTo>
                    <a:pt x="147920" y="155610"/>
                    <a:pt x="166342" y="156318"/>
                    <a:pt x="178388" y="156673"/>
                  </a:cubicBezTo>
                  <a:lnTo>
                    <a:pt x="178388" y="145690"/>
                  </a:lnTo>
                  <a:cubicBezTo>
                    <a:pt x="159965" y="145690"/>
                    <a:pt x="151109" y="145690"/>
                    <a:pt x="150754" y="135062"/>
                  </a:cubicBezTo>
                  <a:lnTo>
                    <a:pt x="150754" y="67396"/>
                  </a:lnTo>
                  <a:cubicBezTo>
                    <a:pt x="150754" y="36929"/>
                    <a:pt x="150754" y="25947"/>
                    <a:pt x="139772" y="13193"/>
                  </a:cubicBezTo>
                  <a:cubicBezTo>
                    <a:pt x="134812" y="7170"/>
                    <a:pt x="123121" y="85"/>
                    <a:pt x="102573" y="85"/>
                  </a:cubicBezTo>
                  <a:cubicBezTo>
                    <a:pt x="76712" y="85"/>
                    <a:pt x="60061" y="15318"/>
                    <a:pt x="50141" y="37283"/>
                  </a:cubicBezTo>
                  <a:lnTo>
                    <a:pt x="50141" y="85"/>
                  </a:lnTo>
                  <a:lnTo>
                    <a:pt x="189" y="3982"/>
                  </a:lnTo>
                  <a:lnTo>
                    <a:pt x="189" y="14964"/>
                  </a:lnTo>
                  <a:cubicBezTo>
                    <a:pt x="24988" y="14964"/>
                    <a:pt x="27822" y="17444"/>
                    <a:pt x="27822" y="3480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97E9937-AE5C-D5D2-296F-4666B84B320C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9467323" y="5392593"/>
              <a:ext cx="137103" cy="162610"/>
            </a:xfrm>
            <a:custGeom>
              <a:avLst/>
              <a:gdLst>
                <a:gd name="connsiteX0" fmla="*/ 29953 w 137103"/>
                <a:gd name="connsiteY0" fmla="*/ 69522 h 162610"/>
                <a:gd name="connsiteX1" fmla="*/ 73883 w 137103"/>
                <a:gd name="connsiteY1" fmla="*/ 7879 h 162610"/>
                <a:gd name="connsiteX2" fmla="*/ 113916 w 137103"/>
                <a:gd name="connsiteY2" fmla="*/ 69522 h 162610"/>
                <a:gd name="connsiteX3" fmla="*/ 29953 w 137103"/>
                <a:gd name="connsiteY3" fmla="*/ 69522 h 162610"/>
                <a:gd name="connsiteX4" fmla="*/ 29599 w 137103"/>
                <a:gd name="connsiteY4" fmla="*/ 76962 h 162610"/>
                <a:gd name="connsiteX5" fmla="*/ 128441 w 137103"/>
                <a:gd name="connsiteY5" fmla="*/ 76962 h 162610"/>
                <a:gd name="connsiteX6" fmla="*/ 137298 w 137103"/>
                <a:gd name="connsiteY6" fmla="*/ 69522 h 162610"/>
                <a:gd name="connsiteX7" fmla="*/ 73883 w 137103"/>
                <a:gd name="connsiteY7" fmla="*/ 85 h 162610"/>
                <a:gd name="connsiteX8" fmla="*/ 195 w 137103"/>
                <a:gd name="connsiteY8" fmla="*/ 80859 h 162610"/>
                <a:gd name="connsiteX9" fmla="*/ 78134 w 137103"/>
                <a:gd name="connsiteY9" fmla="*/ 162695 h 162610"/>
                <a:gd name="connsiteX10" fmla="*/ 137298 w 137103"/>
                <a:gd name="connsiteY10" fmla="*/ 116640 h 162610"/>
                <a:gd name="connsiteX11" fmla="*/ 132692 w 137103"/>
                <a:gd name="connsiteY11" fmla="*/ 112389 h 162610"/>
                <a:gd name="connsiteX12" fmla="*/ 128087 w 137103"/>
                <a:gd name="connsiteY12" fmla="*/ 117349 h 162610"/>
                <a:gd name="connsiteX13" fmla="*/ 80260 w 137103"/>
                <a:gd name="connsiteY13" fmla="*/ 153839 h 162610"/>
                <a:gd name="connsiteX14" fmla="*/ 40227 w 137103"/>
                <a:gd name="connsiteY14" fmla="*/ 130102 h 162610"/>
                <a:gd name="connsiteX15" fmla="*/ 29599 w 137103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62610">
                  <a:moveTo>
                    <a:pt x="29953" y="69522"/>
                  </a:moveTo>
                  <a:cubicBezTo>
                    <a:pt x="32079" y="16735"/>
                    <a:pt x="61838" y="7879"/>
                    <a:pt x="73883" y="7879"/>
                  </a:cubicBezTo>
                  <a:cubicBezTo>
                    <a:pt x="110373" y="7879"/>
                    <a:pt x="113916" y="55705"/>
                    <a:pt x="113916" y="69522"/>
                  </a:cubicBezTo>
                  <a:lnTo>
                    <a:pt x="29953" y="69522"/>
                  </a:lnTo>
                  <a:close/>
                  <a:moveTo>
                    <a:pt x="29599" y="76962"/>
                  </a:moveTo>
                  <a:lnTo>
                    <a:pt x="128441" y="76962"/>
                  </a:lnTo>
                  <a:cubicBezTo>
                    <a:pt x="136235" y="76962"/>
                    <a:pt x="137298" y="76962"/>
                    <a:pt x="137298" y="69522"/>
                  </a:cubicBezTo>
                  <a:cubicBezTo>
                    <a:pt x="137298" y="34449"/>
                    <a:pt x="118167" y="85"/>
                    <a:pt x="73883" y="85"/>
                  </a:cubicBezTo>
                  <a:cubicBezTo>
                    <a:pt x="32788" y="85"/>
                    <a:pt x="195" y="36575"/>
                    <a:pt x="195" y="80859"/>
                  </a:cubicBezTo>
                  <a:cubicBezTo>
                    <a:pt x="195" y="128331"/>
                    <a:pt x="37393" y="162695"/>
                    <a:pt x="78134" y="162695"/>
                  </a:cubicBezTo>
                  <a:cubicBezTo>
                    <a:pt x="121355" y="162695"/>
                    <a:pt x="137298" y="123371"/>
                    <a:pt x="137298" y="116640"/>
                  </a:cubicBezTo>
                  <a:cubicBezTo>
                    <a:pt x="137298" y="113097"/>
                    <a:pt x="134463" y="112389"/>
                    <a:pt x="132692" y="112389"/>
                  </a:cubicBezTo>
                  <a:cubicBezTo>
                    <a:pt x="129504" y="112389"/>
                    <a:pt x="128795" y="114514"/>
                    <a:pt x="128087" y="117349"/>
                  </a:cubicBezTo>
                  <a:cubicBezTo>
                    <a:pt x="115687" y="153839"/>
                    <a:pt x="83803" y="153839"/>
                    <a:pt x="80260" y="153839"/>
                  </a:cubicBezTo>
                  <a:cubicBezTo>
                    <a:pt x="62546" y="153839"/>
                    <a:pt x="48375" y="143210"/>
                    <a:pt x="40227" y="130102"/>
                  </a:cubicBezTo>
                  <a:cubicBezTo>
                    <a:pt x="29599" y="113097"/>
                    <a:pt x="29599" y="89715"/>
                    <a:pt x="29599" y="7696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0097D1AD-4D65-B5A7-B9BD-8F8888EDFD27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9645326" y="5398616"/>
              <a:ext cx="37552" cy="152691"/>
            </a:xfrm>
            <a:custGeom>
              <a:avLst/>
              <a:gdLst>
                <a:gd name="connsiteX0" fmla="*/ 37752 w 37552"/>
                <a:gd name="connsiteY0" fmla="*/ 18861 h 152691"/>
                <a:gd name="connsiteX1" fmla="*/ 18975 w 37552"/>
                <a:gd name="connsiteY1" fmla="*/ 85 h 152691"/>
                <a:gd name="connsiteX2" fmla="*/ 199 w 37552"/>
                <a:gd name="connsiteY2" fmla="*/ 18861 h 152691"/>
                <a:gd name="connsiteX3" fmla="*/ 18975 w 37552"/>
                <a:gd name="connsiteY3" fmla="*/ 37637 h 152691"/>
                <a:gd name="connsiteX4" fmla="*/ 37752 w 37552"/>
                <a:gd name="connsiteY4" fmla="*/ 18861 h 152691"/>
                <a:gd name="connsiteX5" fmla="*/ 37752 w 37552"/>
                <a:gd name="connsiteY5" fmla="*/ 133999 h 152691"/>
                <a:gd name="connsiteX6" fmla="*/ 18975 w 37552"/>
                <a:gd name="connsiteY6" fmla="*/ 115223 h 152691"/>
                <a:gd name="connsiteX7" fmla="*/ 199 w 37552"/>
                <a:gd name="connsiteY7" fmla="*/ 133999 h 152691"/>
                <a:gd name="connsiteX8" fmla="*/ 18975 w 37552"/>
                <a:gd name="connsiteY8" fmla="*/ 152776 h 152691"/>
                <a:gd name="connsiteX9" fmla="*/ 37752 w 37552"/>
                <a:gd name="connsiteY9" fmla="*/ 133999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552" h="152691">
                  <a:moveTo>
                    <a:pt x="37752" y="18861"/>
                  </a:moveTo>
                  <a:cubicBezTo>
                    <a:pt x="37752" y="8587"/>
                    <a:pt x="29249" y="85"/>
                    <a:pt x="18975" y="85"/>
                  </a:cubicBezTo>
                  <a:cubicBezTo>
                    <a:pt x="8701" y="85"/>
                    <a:pt x="199" y="8587"/>
                    <a:pt x="199" y="18861"/>
                  </a:cubicBezTo>
                  <a:cubicBezTo>
                    <a:pt x="199" y="29135"/>
                    <a:pt x="8701" y="37637"/>
                    <a:pt x="18975" y="37637"/>
                  </a:cubicBezTo>
                  <a:cubicBezTo>
                    <a:pt x="29249" y="37637"/>
                    <a:pt x="37752" y="29135"/>
                    <a:pt x="37752" y="18861"/>
                  </a:cubicBezTo>
                  <a:close/>
                  <a:moveTo>
                    <a:pt x="37752" y="133999"/>
                  </a:moveTo>
                  <a:cubicBezTo>
                    <a:pt x="37752" y="123725"/>
                    <a:pt x="29249" y="115223"/>
                    <a:pt x="18975" y="115223"/>
                  </a:cubicBezTo>
                  <a:cubicBezTo>
                    <a:pt x="8701" y="115223"/>
                    <a:pt x="199" y="123725"/>
                    <a:pt x="199" y="133999"/>
                  </a:cubicBezTo>
                  <a:cubicBezTo>
                    <a:pt x="199" y="144273"/>
                    <a:pt x="8701" y="152776"/>
                    <a:pt x="18975" y="152776"/>
                  </a:cubicBezTo>
                  <a:cubicBezTo>
                    <a:pt x="29249" y="152776"/>
                    <a:pt x="37752" y="144273"/>
                    <a:pt x="37752" y="133999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9681435-7DC0-8198-E794-7BD3B2EAD676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0077810" y="5394719"/>
              <a:ext cx="163319" cy="229213"/>
            </a:xfrm>
            <a:custGeom>
              <a:avLst/>
              <a:gdLst>
                <a:gd name="connsiteX0" fmla="*/ 162114 w 163319"/>
                <a:gd name="connsiteY0" fmla="*/ 21695 h 229213"/>
                <a:gd name="connsiteX1" fmla="*/ 163531 w 163319"/>
                <a:gd name="connsiteY1" fmla="*/ 13547 h 229213"/>
                <a:gd name="connsiteX2" fmla="*/ 153257 w 163319"/>
                <a:gd name="connsiteY2" fmla="*/ 3982 h 229213"/>
                <a:gd name="connsiteX3" fmla="*/ 140857 w 163319"/>
                <a:gd name="connsiteY3" fmla="*/ 11421 h 229213"/>
                <a:gd name="connsiteX4" fmla="*/ 135898 w 163319"/>
                <a:gd name="connsiteY4" fmla="*/ 30552 h 229213"/>
                <a:gd name="connsiteX5" fmla="*/ 128812 w 163319"/>
                <a:gd name="connsiteY5" fmla="*/ 58894 h 229213"/>
                <a:gd name="connsiteX6" fmla="*/ 112870 w 163319"/>
                <a:gd name="connsiteY6" fmla="*/ 122663 h 229213"/>
                <a:gd name="connsiteX7" fmla="*/ 72837 w 163319"/>
                <a:gd name="connsiteY7" fmla="*/ 152776 h 229213"/>
                <a:gd name="connsiteX8" fmla="*/ 50872 w 163319"/>
                <a:gd name="connsiteY8" fmla="*/ 124080 h 229213"/>
                <a:gd name="connsiteX9" fmla="*/ 68940 w 163319"/>
                <a:gd name="connsiteY9" fmla="*/ 54643 h 229213"/>
                <a:gd name="connsiteX10" fmla="*/ 76026 w 163319"/>
                <a:gd name="connsiteY10" fmla="*/ 29135 h 229213"/>
                <a:gd name="connsiteX11" fmla="*/ 46976 w 163319"/>
                <a:gd name="connsiteY11" fmla="*/ 85 h 229213"/>
                <a:gd name="connsiteX12" fmla="*/ 212 w 163319"/>
                <a:gd name="connsiteY12" fmla="*/ 54643 h 229213"/>
                <a:gd name="connsiteX13" fmla="*/ 4463 w 163319"/>
                <a:gd name="connsiteY13" fmla="*/ 58185 h 229213"/>
                <a:gd name="connsiteX14" fmla="*/ 10131 w 163319"/>
                <a:gd name="connsiteY14" fmla="*/ 51808 h 229213"/>
                <a:gd name="connsiteX15" fmla="*/ 45913 w 163319"/>
                <a:gd name="connsiteY15" fmla="*/ 7879 h 229213"/>
                <a:gd name="connsiteX16" fmla="*/ 54769 w 163319"/>
                <a:gd name="connsiteY16" fmla="*/ 19215 h 229213"/>
                <a:gd name="connsiteX17" fmla="*/ 48747 w 163319"/>
                <a:gd name="connsiteY17" fmla="*/ 44014 h 229213"/>
                <a:gd name="connsiteX18" fmla="*/ 28199 w 163319"/>
                <a:gd name="connsiteY18" fmla="*/ 118411 h 229213"/>
                <a:gd name="connsiteX19" fmla="*/ 71420 w 163319"/>
                <a:gd name="connsiteY19" fmla="*/ 160570 h 229213"/>
                <a:gd name="connsiteX20" fmla="*/ 107202 w 163319"/>
                <a:gd name="connsiteY20" fmla="*/ 144627 h 229213"/>
                <a:gd name="connsiteX21" fmla="*/ 84174 w 163319"/>
                <a:gd name="connsiteY21" fmla="*/ 199185 h 229213"/>
                <a:gd name="connsiteX22" fmla="*/ 45204 w 163319"/>
                <a:gd name="connsiteY22" fmla="*/ 221504 h 229213"/>
                <a:gd name="connsiteX23" fmla="*/ 18280 w 163319"/>
                <a:gd name="connsiteY23" fmla="*/ 206625 h 229213"/>
                <a:gd name="connsiteX24" fmla="*/ 33513 w 163319"/>
                <a:gd name="connsiteY24" fmla="*/ 202374 h 229213"/>
                <a:gd name="connsiteX25" fmla="*/ 40599 w 163319"/>
                <a:gd name="connsiteY25" fmla="*/ 187849 h 229213"/>
                <a:gd name="connsiteX26" fmla="*/ 27491 w 163319"/>
                <a:gd name="connsiteY26" fmla="*/ 175449 h 229213"/>
                <a:gd name="connsiteX27" fmla="*/ 7651 w 163319"/>
                <a:gd name="connsiteY27" fmla="*/ 198477 h 229213"/>
                <a:gd name="connsiteX28" fmla="*/ 45204 w 163319"/>
                <a:gd name="connsiteY28" fmla="*/ 229298 h 229213"/>
                <a:gd name="connsiteX29" fmla="*/ 128104 w 163319"/>
                <a:gd name="connsiteY29" fmla="*/ 157027 h 229213"/>
                <a:gd name="connsiteX30" fmla="*/ 162114 w 163319"/>
                <a:gd name="connsiteY30" fmla="*/ 21695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29213">
                  <a:moveTo>
                    <a:pt x="162114" y="21695"/>
                  </a:moveTo>
                  <a:cubicBezTo>
                    <a:pt x="163531" y="16735"/>
                    <a:pt x="163531" y="16027"/>
                    <a:pt x="163531" y="13547"/>
                  </a:cubicBezTo>
                  <a:cubicBezTo>
                    <a:pt x="163531" y="7170"/>
                    <a:pt x="158571" y="3982"/>
                    <a:pt x="153257" y="3982"/>
                  </a:cubicBezTo>
                  <a:cubicBezTo>
                    <a:pt x="149714" y="3982"/>
                    <a:pt x="144046" y="6107"/>
                    <a:pt x="140857" y="11421"/>
                  </a:cubicBezTo>
                  <a:cubicBezTo>
                    <a:pt x="140149" y="13193"/>
                    <a:pt x="137315" y="24175"/>
                    <a:pt x="135898" y="30552"/>
                  </a:cubicBezTo>
                  <a:cubicBezTo>
                    <a:pt x="133418" y="39763"/>
                    <a:pt x="130938" y="49328"/>
                    <a:pt x="128812" y="58894"/>
                  </a:cubicBezTo>
                  <a:lnTo>
                    <a:pt x="112870" y="122663"/>
                  </a:lnTo>
                  <a:cubicBezTo>
                    <a:pt x="111453" y="127977"/>
                    <a:pt x="96219" y="152776"/>
                    <a:pt x="72837" y="152776"/>
                  </a:cubicBezTo>
                  <a:cubicBezTo>
                    <a:pt x="54769" y="152776"/>
                    <a:pt x="50872" y="137188"/>
                    <a:pt x="50872" y="124080"/>
                  </a:cubicBezTo>
                  <a:cubicBezTo>
                    <a:pt x="50872" y="107783"/>
                    <a:pt x="56895" y="85818"/>
                    <a:pt x="68940" y="54643"/>
                  </a:cubicBezTo>
                  <a:cubicBezTo>
                    <a:pt x="74609" y="40117"/>
                    <a:pt x="76026" y="36220"/>
                    <a:pt x="76026" y="29135"/>
                  </a:cubicBezTo>
                  <a:cubicBezTo>
                    <a:pt x="76026" y="13193"/>
                    <a:pt x="64689" y="85"/>
                    <a:pt x="46976" y="85"/>
                  </a:cubicBezTo>
                  <a:cubicBezTo>
                    <a:pt x="13320" y="85"/>
                    <a:pt x="212" y="51454"/>
                    <a:pt x="212" y="54643"/>
                  </a:cubicBezTo>
                  <a:cubicBezTo>
                    <a:pt x="212" y="58185"/>
                    <a:pt x="3754" y="58185"/>
                    <a:pt x="4463" y="58185"/>
                  </a:cubicBezTo>
                  <a:cubicBezTo>
                    <a:pt x="8006" y="58185"/>
                    <a:pt x="8360" y="57477"/>
                    <a:pt x="10131" y="51808"/>
                  </a:cubicBezTo>
                  <a:cubicBezTo>
                    <a:pt x="19697" y="18507"/>
                    <a:pt x="33867" y="7879"/>
                    <a:pt x="45913" y="7879"/>
                  </a:cubicBezTo>
                  <a:cubicBezTo>
                    <a:pt x="48747" y="7879"/>
                    <a:pt x="54769" y="7879"/>
                    <a:pt x="54769" y="19215"/>
                  </a:cubicBezTo>
                  <a:cubicBezTo>
                    <a:pt x="54769" y="28072"/>
                    <a:pt x="51227" y="37283"/>
                    <a:pt x="48747" y="44014"/>
                  </a:cubicBezTo>
                  <a:cubicBezTo>
                    <a:pt x="34576" y="81567"/>
                    <a:pt x="28199" y="101761"/>
                    <a:pt x="28199" y="118411"/>
                  </a:cubicBezTo>
                  <a:cubicBezTo>
                    <a:pt x="28199" y="149942"/>
                    <a:pt x="50518" y="160570"/>
                    <a:pt x="71420" y="160570"/>
                  </a:cubicBezTo>
                  <a:cubicBezTo>
                    <a:pt x="85237" y="160570"/>
                    <a:pt x="97282" y="154547"/>
                    <a:pt x="107202" y="144627"/>
                  </a:cubicBezTo>
                  <a:cubicBezTo>
                    <a:pt x="102596" y="163050"/>
                    <a:pt x="98345" y="180409"/>
                    <a:pt x="84174" y="199185"/>
                  </a:cubicBezTo>
                  <a:cubicBezTo>
                    <a:pt x="74963" y="211231"/>
                    <a:pt x="61501" y="221504"/>
                    <a:pt x="45204" y="221504"/>
                  </a:cubicBezTo>
                  <a:cubicBezTo>
                    <a:pt x="40244" y="221504"/>
                    <a:pt x="24302" y="220442"/>
                    <a:pt x="18280" y="206625"/>
                  </a:cubicBezTo>
                  <a:cubicBezTo>
                    <a:pt x="23948" y="206625"/>
                    <a:pt x="28553" y="206625"/>
                    <a:pt x="33513" y="202374"/>
                  </a:cubicBezTo>
                  <a:cubicBezTo>
                    <a:pt x="37056" y="199185"/>
                    <a:pt x="40599" y="194580"/>
                    <a:pt x="40599" y="187849"/>
                  </a:cubicBezTo>
                  <a:cubicBezTo>
                    <a:pt x="40599" y="176866"/>
                    <a:pt x="31033" y="175449"/>
                    <a:pt x="27491" y="175449"/>
                  </a:cubicBezTo>
                  <a:cubicBezTo>
                    <a:pt x="19342" y="175449"/>
                    <a:pt x="7651" y="181117"/>
                    <a:pt x="7651" y="198477"/>
                  </a:cubicBezTo>
                  <a:cubicBezTo>
                    <a:pt x="7651" y="216190"/>
                    <a:pt x="23239" y="229298"/>
                    <a:pt x="45204" y="229298"/>
                  </a:cubicBezTo>
                  <a:cubicBezTo>
                    <a:pt x="81694" y="229298"/>
                    <a:pt x="118184" y="197060"/>
                    <a:pt x="128104" y="157027"/>
                  </a:cubicBezTo>
                  <a:lnTo>
                    <a:pt x="162114" y="2169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EEA49261-9485-DEB1-E857-785465555F91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0372186" y="5421289"/>
              <a:ext cx="235590" cy="82899"/>
            </a:xfrm>
            <a:custGeom>
              <a:avLst/>
              <a:gdLst>
                <a:gd name="connsiteX0" fmla="*/ 223765 w 235590"/>
                <a:gd name="connsiteY0" fmla="*/ 14256 h 82899"/>
                <a:gd name="connsiteX1" fmla="*/ 235810 w 235590"/>
                <a:gd name="connsiteY1" fmla="*/ 7170 h 82899"/>
                <a:gd name="connsiteX2" fmla="*/ 224119 w 235590"/>
                <a:gd name="connsiteY2" fmla="*/ 85 h 82899"/>
                <a:gd name="connsiteX3" fmla="*/ 11911 w 235590"/>
                <a:gd name="connsiteY3" fmla="*/ 85 h 82899"/>
                <a:gd name="connsiteX4" fmla="*/ 220 w 235590"/>
                <a:gd name="connsiteY4" fmla="*/ 7170 h 82899"/>
                <a:gd name="connsiteX5" fmla="*/ 12265 w 235590"/>
                <a:gd name="connsiteY5" fmla="*/ 14256 h 82899"/>
                <a:gd name="connsiteX6" fmla="*/ 223765 w 235590"/>
                <a:gd name="connsiteY6" fmla="*/ 14256 h 82899"/>
                <a:gd name="connsiteX7" fmla="*/ 224119 w 235590"/>
                <a:gd name="connsiteY7" fmla="*/ 82984 h 82899"/>
                <a:gd name="connsiteX8" fmla="*/ 235810 w 235590"/>
                <a:gd name="connsiteY8" fmla="*/ 75899 h 82899"/>
                <a:gd name="connsiteX9" fmla="*/ 223765 w 235590"/>
                <a:gd name="connsiteY9" fmla="*/ 68813 h 82899"/>
                <a:gd name="connsiteX10" fmla="*/ 12265 w 235590"/>
                <a:gd name="connsiteY10" fmla="*/ 68813 h 82899"/>
                <a:gd name="connsiteX11" fmla="*/ 220 w 235590"/>
                <a:gd name="connsiteY11" fmla="*/ 75899 h 82899"/>
                <a:gd name="connsiteX12" fmla="*/ 11911 w 235590"/>
                <a:gd name="connsiteY12" fmla="*/ 82984 h 82899"/>
                <a:gd name="connsiteX13" fmla="*/ 224119 w 235590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899">
                  <a:moveTo>
                    <a:pt x="223765" y="14256"/>
                  </a:moveTo>
                  <a:cubicBezTo>
                    <a:pt x="229079" y="14256"/>
                    <a:pt x="235810" y="14256"/>
                    <a:pt x="235810" y="7170"/>
                  </a:cubicBezTo>
                  <a:cubicBezTo>
                    <a:pt x="235810" y="85"/>
                    <a:pt x="229079" y="85"/>
                    <a:pt x="224119" y="85"/>
                  </a:cubicBezTo>
                  <a:lnTo>
                    <a:pt x="11911" y="85"/>
                  </a:lnTo>
                  <a:cubicBezTo>
                    <a:pt x="6951" y="85"/>
                    <a:pt x="220" y="85"/>
                    <a:pt x="220" y="7170"/>
                  </a:cubicBezTo>
                  <a:cubicBezTo>
                    <a:pt x="220" y="14256"/>
                    <a:pt x="6951" y="14256"/>
                    <a:pt x="12265" y="14256"/>
                  </a:cubicBezTo>
                  <a:lnTo>
                    <a:pt x="223765" y="14256"/>
                  </a:lnTo>
                  <a:close/>
                  <a:moveTo>
                    <a:pt x="224119" y="82984"/>
                  </a:moveTo>
                  <a:cubicBezTo>
                    <a:pt x="229079" y="82984"/>
                    <a:pt x="235810" y="82984"/>
                    <a:pt x="235810" y="75899"/>
                  </a:cubicBezTo>
                  <a:cubicBezTo>
                    <a:pt x="235810" y="68813"/>
                    <a:pt x="229079" y="68813"/>
                    <a:pt x="223765" y="68813"/>
                  </a:cubicBezTo>
                  <a:lnTo>
                    <a:pt x="12265" y="68813"/>
                  </a:lnTo>
                  <a:cubicBezTo>
                    <a:pt x="6951" y="68813"/>
                    <a:pt x="220" y="68813"/>
                    <a:pt x="220" y="75899"/>
                  </a:cubicBezTo>
                  <a:cubicBezTo>
                    <a:pt x="220" y="82984"/>
                    <a:pt x="6951" y="82984"/>
                    <a:pt x="11911" y="82984"/>
                  </a:cubicBezTo>
                  <a:lnTo>
                    <a:pt x="224119" y="82984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63DFAB51-7125-02F6-EE76-20E6E860E9DD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0740469" y="5394719"/>
              <a:ext cx="162256" cy="160484"/>
            </a:xfrm>
            <a:custGeom>
              <a:avLst/>
              <a:gdLst>
                <a:gd name="connsiteX0" fmla="*/ 118203 w 162256"/>
                <a:gd name="connsiteY0" fmla="*/ 22758 h 160484"/>
                <a:gd name="connsiteX1" fmla="*/ 85610 w 162256"/>
                <a:gd name="connsiteY1" fmla="*/ 85 h 160484"/>
                <a:gd name="connsiteX2" fmla="*/ 230 w 162256"/>
                <a:gd name="connsiteY2" fmla="*/ 103886 h 160484"/>
                <a:gd name="connsiteX3" fmla="*/ 47348 w 162256"/>
                <a:gd name="connsiteY3" fmla="*/ 160570 h 160484"/>
                <a:gd name="connsiteX4" fmla="*/ 93404 w 162256"/>
                <a:gd name="connsiteY4" fmla="*/ 133999 h 160484"/>
                <a:gd name="connsiteX5" fmla="*/ 125642 w 162256"/>
                <a:gd name="connsiteY5" fmla="*/ 160570 h 160484"/>
                <a:gd name="connsiteX6" fmla="*/ 151858 w 162256"/>
                <a:gd name="connsiteY6" fmla="*/ 141085 h 160484"/>
                <a:gd name="connsiteX7" fmla="*/ 162487 w 162256"/>
                <a:gd name="connsiteY7" fmla="*/ 106012 h 160484"/>
                <a:gd name="connsiteX8" fmla="*/ 158235 w 162256"/>
                <a:gd name="connsiteY8" fmla="*/ 102469 h 160484"/>
                <a:gd name="connsiteX9" fmla="*/ 153275 w 162256"/>
                <a:gd name="connsiteY9" fmla="*/ 108846 h 160484"/>
                <a:gd name="connsiteX10" fmla="*/ 126351 w 162256"/>
                <a:gd name="connsiteY10" fmla="*/ 152776 h 160484"/>
                <a:gd name="connsiteX11" fmla="*/ 115723 w 162256"/>
                <a:gd name="connsiteY11" fmla="*/ 136479 h 160484"/>
                <a:gd name="connsiteX12" fmla="*/ 120328 w 162256"/>
                <a:gd name="connsiteY12" fmla="*/ 110263 h 160484"/>
                <a:gd name="connsiteX13" fmla="*/ 128122 w 162256"/>
                <a:gd name="connsiteY13" fmla="*/ 78379 h 160484"/>
                <a:gd name="connsiteX14" fmla="*/ 140876 w 162256"/>
                <a:gd name="connsiteY14" fmla="*/ 28781 h 160484"/>
                <a:gd name="connsiteX15" fmla="*/ 143356 w 162256"/>
                <a:gd name="connsiteY15" fmla="*/ 16735 h 160484"/>
                <a:gd name="connsiteX16" fmla="*/ 133082 w 162256"/>
                <a:gd name="connsiteY16" fmla="*/ 7170 h 160484"/>
                <a:gd name="connsiteX17" fmla="*/ 118203 w 162256"/>
                <a:gd name="connsiteY17" fmla="*/ 22758 h 160484"/>
                <a:gd name="connsiteX18" fmla="*/ 95175 w 162256"/>
                <a:gd name="connsiteY18" fmla="*/ 114514 h 160484"/>
                <a:gd name="connsiteX19" fmla="*/ 88090 w 162256"/>
                <a:gd name="connsiteY19" fmla="*/ 127622 h 160484"/>
                <a:gd name="connsiteX20" fmla="*/ 48057 w 162256"/>
                <a:gd name="connsiteY20" fmla="*/ 152776 h 160484"/>
                <a:gd name="connsiteX21" fmla="*/ 25383 w 162256"/>
                <a:gd name="connsiteY21" fmla="*/ 119474 h 160484"/>
                <a:gd name="connsiteX22" fmla="*/ 44868 w 162256"/>
                <a:gd name="connsiteY22" fmla="*/ 41889 h 160484"/>
                <a:gd name="connsiteX23" fmla="*/ 85964 w 162256"/>
                <a:gd name="connsiteY23" fmla="*/ 7879 h 160484"/>
                <a:gd name="connsiteX24" fmla="*/ 113951 w 162256"/>
                <a:gd name="connsiteY24" fmla="*/ 39055 h 160484"/>
                <a:gd name="connsiteX25" fmla="*/ 112889 w 162256"/>
                <a:gd name="connsiteY25" fmla="*/ 45077 h 160484"/>
                <a:gd name="connsiteX26" fmla="*/ 95175 w 162256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256" h="160484">
                  <a:moveTo>
                    <a:pt x="118203" y="22758"/>
                  </a:moveTo>
                  <a:cubicBezTo>
                    <a:pt x="111826" y="9650"/>
                    <a:pt x="101552" y="85"/>
                    <a:pt x="85610" y="85"/>
                  </a:cubicBezTo>
                  <a:cubicBezTo>
                    <a:pt x="44160" y="85"/>
                    <a:pt x="230" y="52163"/>
                    <a:pt x="230" y="103886"/>
                  </a:cubicBezTo>
                  <a:cubicBezTo>
                    <a:pt x="230" y="137188"/>
                    <a:pt x="19715" y="160570"/>
                    <a:pt x="47348" y="160570"/>
                  </a:cubicBezTo>
                  <a:cubicBezTo>
                    <a:pt x="54434" y="160570"/>
                    <a:pt x="72147" y="159153"/>
                    <a:pt x="93404" y="133999"/>
                  </a:cubicBezTo>
                  <a:cubicBezTo>
                    <a:pt x="96238" y="148879"/>
                    <a:pt x="108637" y="160570"/>
                    <a:pt x="125642" y="160570"/>
                  </a:cubicBezTo>
                  <a:cubicBezTo>
                    <a:pt x="138042" y="160570"/>
                    <a:pt x="146190" y="152421"/>
                    <a:pt x="151858" y="141085"/>
                  </a:cubicBezTo>
                  <a:cubicBezTo>
                    <a:pt x="157881" y="128331"/>
                    <a:pt x="162487" y="106720"/>
                    <a:pt x="162487" y="106012"/>
                  </a:cubicBezTo>
                  <a:cubicBezTo>
                    <a:pt x="162487" y="102469"/>
                    <a:pt x="159298" y="102469"/>
                    <a:pt x="158235" y="102469"/>
                  </a:cubicBezTo>
                  <a:cubicBezTo>
                    <a:pt x="154693" y="102469"/>
                    <a:pt x="154338" y="103886"/>
                    <a:pt x="153275" y="108846"/>
                  </a:cubicBezTo>
                  <a:cubicBezTo>
                    <a:pt x="147253" y="131874"/>
                    <a:pt x="140876" y="152776"/>
                    <a:pt x="126351" y="152776"/>
                  </a:cubicBezTo>
                  <a:cubicBezTo>
                    <a:pt x="116786" y="152776"/>
                    <a:pt x="115723" y="143565"/>
                    <a:pt x="115723" y="136479"/>
                  </a:cubicBezTo>
                  <a:cubicBezTo>
                    <a:pt x="115723" y="128685"/>
                    <a:pt x="116431" y="125851"/>
                    <a:pt x="120328" y="110263"/>
                  </a:cubicBezTo>
                  <a:cubicBezTo>
                    <a:pt x="124225" y="95384"/>
                    <a:pt x="124934" y="91841"/>
                    <a:pt x="128122" y="78379"/>
                  </a:cubicBezTo>
                  <a:lnTo>
                    <a:pt x="140876" y="28781"/>
                  </a:lnTo>
                  <a:cubicBezTo>
                    <a:pt x="143356" y="18861"/>
                    <a:pt x="143356" y="18153"/>
                    <a:pt x="143356" y="16735"/>
                  </a:cubicBezTo>
                  <a:cubicBezTo>
                    <a:pt x="143356" y="10713"/>
                    <a:pt x="139105" y="7170"/>
                    <a:pt x="133082" y="7170"/>
                  </a:cubicBezTo>
                  <a:cubicBezTo>
                    <a:pt x="124579" y="7170"/>
                    <a:pt x="119265" y="14964"/>
                    <a:pt x="118203" y="22758"/>
                  </a:cubicBezTo>
                  <a:close/>
                  <a:moveTo>
                    <a:pt x="95175" y="114514"/>
                  </a:moveTo>
                  <a:cubicBezTo>
                    <a:pt x="93404" y="120891"/>
                    <a:pt x="93404" y="121600"/>
                    <a:pt x="88090" y="127622"/>
                  </a:cubicBezTo>
                  <a:cubicBezTo>
                    <a:pt x="72502" y="147107"/>
                    <a:pt x="57976" y="152776"/>
                    <a:pt x="48057" y="152776"/>
                  </a:cubicBezTo>
                  <a:cubicBezTo>
                    <a:pt x="30343" y="152776"/>
                    <a:pt x="25383" y="133291"/>
                    <a:pt x="25383" y="119474"/>
                  </a:cubicBezTo>
                  <a:cubicBezTo>
                    <a:pt x="25383" y="101761"/>
                    <a:pt x="36720" y="58185"/>
                    <a:pt x="44868" y="41889"/>
                  </a:cubicBezTo>
                  <a:cubicBezTo>
                    <a:pt x="55851" y="20987"/>
                    <a:pt x="71793" y="7879"/>
                    <a:pt x="85964" y="7879"/>
                  </a:cubicBezTo>
                  <a:cubicBezTo>
                    <a:pt x="108992" y="7879"/>
                    <a:pt x="113951" y="36929"/>
                    <a:pt x="113951" y="39055"/>
                  </a:cubicBezTo>
                  <a:cubicBezTo>
                    <a:pt x="113951" y="41180"/>
                    <a:pt x="113243" y="43306"/>
                    <a:pt x="112889" y="45077"/>
                  </a:cubicBezTo>
                  <a:lnTo>
                    <a:pt x="95175" y="114514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C468FABF-0BA4-8E7F-029E-4EC9F2211D63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0926458" y="5439782"/>
              <a:ext cx="115067" cy="169625"/>
            </a:xfrm>
            <a:custGeom>
              <a:avLst/>
              <a:gdLst>
                <a:gd name="connsiteX0" fmla="*/ 115303 w 115067"/>
                <a:gd name="connsiteY0" fmla="*/ 85643 h 169625"/>
                <a:gd name="connsiteX1" fmla="*/ 100671 w 115067"/>
                <a:gd name="connsiteY1" fmla="*/ 21413 h 169625"/>
                <a:gd name="connsiteX2" fmla="*/ 57769 w 115067"/>
                <a:gd name="connsiteY2" fmla="*/ 86 h 169625"/>
                <a:gd name="connsiteX3" fmla="*/ 235 w 115067"/>
                <a:gd name="connsiteY3" fmla="*/ 85643 h 169625"/>
                <a:gd name="connsiteX4" fmla="*/ 57769 w 115067"/>
                <a:gd name="connsiteY4" fmla="*/ 169711 h 169625"/>
                <a:gd name="connsiteX5" fmla="*/ 115303 w 115067"/>
                <a:gd name="connsiteY5" fmla="*/ 85643 h 169625"/>
                <a:gd name="connsiteX6" fmla="*/ 57769 w 115067"/>
                <a:gd name="connsiteY6" fmla="*/ 162768 h 169625"/>
                <a:gd name="connsiteX7" fmla="*/ 26274 w 115067"/>
                <a:gd name="connsiteY7" fmla="*/ 135737 h 169625"/>
                <a:gd name="connsiteX8" fmla="*/ 22803 w 115067"/>
                <a:gd name="connsiteY8" fmla="*/ 82419 h 169625"/>
                <a:gd name="connsiteX9" fmla="*/ 26522 w 115067"/>
                <a:gd name="connsiteY9" fmla="*/ 31829 h 169625"/>
                <a:gd name="connsiteX10" fmla="*/ 57769 w 115067"/>
                <a:gd name="connsiteY10" fmla="*/ 7030 h 169625"/>
                <a:gd name="connsiteX11" fmla="*/ 88520 w 115067"/>
                <a:gd name="connsiteY11" fmla="*/ 29597 h 169625"/>
                <a:gd name="connsiteX12" fmla="*/ 92736 w 115067"/>
                <a:gd name="connsiteY12" fmla="*/ 82419 h 169625"/>
                <a:gd name="connsiteX13" fmla="*/ 89512 w 115067"/>
                <a:gd name="connsiteY13" fmla="*/ 134745 h 169625"/>
                <a:gd name="connsiteX14" fmla="*/ 57769 w 115067"/>
                <a:gd name="connsiteY14" fmla="*/ 162768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067" h="169625">
                  <a:moveTo>
                    <a:pt x="115303" y="85643"/>
                  </a:moveTo>
                  <a:cubicBezTo>
                    <a:pt x="115303" y="58364"/>
                    <a:pt x="112079" y="38773"/>
                    <a:pt x="100671" y="21413"/>
                  </a:cubicBezTo>
                  <a:cubicBezTo>
                    <a:pt x="92984" y="10006"/>
                    <a:pt x="77608" y="86"/>
                    <a:pt x="57769" y="86"/>
                  </a:cubicBezTo>
                  <a:cubicBezTo>
                    <a:pt x="235" y="86"/>
                    <a:pt x="235" y="67787"/>
                    <a:pt x="235" y="85643"/>
                  </a:cubicBezTo>
                  <a:cubicBezTo>
                    <a:pt x="235" y="103498"/>
                    <a:pt x="235" y="169711"/>
                    <a:pt x="57769" y="169711"/>
                  </a:cubicBezTo>
                  <a:cubicBezTo>
                    <a:pt x="115303" y="169711"/>
                    <a:pt x="115303" y="103498"/>
                    <a:pt x="115303" y="85643"/>
                  </a:cubicBezTo>
                  <a:close/>
                  <a:moveTo>
                    <a:pt x="57769" y="162768"/>
                  </a:moveTo>
                  <a:cubicBezTo>
                    <a:pt x="46362" y="162768"/>
                    <a:pt x="31234" y="156072"/>
                    <a:pt x="26274" y="135737"/>
                  </a:cubicBezTo>
                  <a:cubicBezTo>
                    <a:pt x="22803" y="121105"/>
                    <a:pt x="22803" y="100770"/>
                    <a:pt x="22803" y="82419"/>
                  </a:cubicBezTo>
                  <a:cubicBezTo>
                    <a:pt x="22803" y="64316"/>
                    <a:pt x="22803" y="45468"/>
                    <a:pt x="26522" y="31829"/>
                  </a:cubicBezTo>
                  <a:cubicBezTo>
                    <a:pt x="31730" y="12238"/>
                    <a:pt x="47602" y="7030"/>
                    <a:pt x="57769" y="7030"/>
                  </a:cubicBezTo>
                  <a:cubicBezTo>
                    <a:pt x="71161" y="7030"/>
                    <a:pt x="84056" y="15214"/>
                    <a:pt x="88520" y="29597"/>
                  </a:cubicBezTo>
                  <a:cubicBezTo>
                    <a:pt x="92488" y="42988"/>
                    <a:pt x="92736" y="60844"/>
                    <a:pt x="92736" y="82419"/>
                  </a:cubicBezTo>
                  <a:cubicBezTo>
                    <a:pt x="92736" y="100770"/>
                    <a:pt x="92736" y="119121"/>
                    <a:pt x="89512" y="134745"/>
                  </a:cubicBezTo>
                  <a:cubicBezTo>
                    <a:pt x="84552" y="157312"/>
                    <a:pt x="67689" y="162768"/>
                    <a:pt x="57769" y="16276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1636A5A9-03F4-E794-A659-0DE932DF37C7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1171058" y="5344767"/>
              <a:ext cx="235590" cy="235944"/>
            </a:xfrm>
            <a:custGeom>
              <a:avLst/>
              <a:gdLst>
                <a:gd name="connsiteX0" fmla="*/ 125300 w 235590"/>
                <a:gd name="connsiteY0" fmla="*/ 125143 h 235944"/>
                <a:gd name="connsiteX1" fmla="*/ 224142 w 235590"/>
                <a:gd name="connsiteY1" fmla="*/ 125143 h 235944"/>
                <a:gd name="connsiteX2" fmla="*/ 235833 w 235590"/>
                <a:gd name="connsiteY2" fmla="*/ 118057 h 235944"/>
                <a:gd name="connsiteX3" fmla="*/ 224142 w 235590"/>
                <a:gd name="connsiteY3" fmla="*/ 110972 h 235944"/>
                <a:gd name="connsiteX4" fmla="*/ 125300 w 235590"/>
                <a:gd name="connsiteY4" fmla="*/ 110972 h 235944"/>
                <a:gd name="connsiteX5" fmla="*/ 125300 w 235590"/>
                <a:gd name="connsiteY5" fmla="*/ 11776 h 235944"/>
                <a:gd name="connsiteX6" fmla="*/ 118215 w 235590"/>
                <a:gd name="connsiteY6" fmla="*/ 85 h 235944"/>
                <a:gd name="connsiteX7" fmla="*/ 111129 w 235590"/>
                <a:gd name="connsiteY7" fmla="*/ 11776 h 235944"/>
                <a:gd name="connsiteX8" fmla="*/ 111129 w 235590"/>
                <a:gd name="connsiteY8" fmla="*/ 110972 h 235944"/>
                <a:gd name="connsiteX9" fmla="*/ 11933 w 235590"/>
                <a:gd name="connsiteY9" fmla="*/ 110972 h 235944"/>
                <a:gd name="connsiteX10" fmla="*/ 242 w 235590"/>
                <a:gd name="connsiteY10" fmla="*/ 118057 h 235944"/>
                <a:gd name="connsiteX11" fmla="*/ 11933 w 235590"/>
                <a:gd name="connsiteY11" fmla="*/ 125143 h 235944"/>
                <a:gd name="connsiteX12" fmla="*/ 111129 w 235590"/>
                <a:gd name="connsiteY12" fmla="*/ 125143 h 235944"/>
                <a:gd name="connsiteX13" fmla="*/ 111129 w 235590"/>
                <a:gd name="connsiteY13" fmla="*/ 224339 h 235944"/>
                <a:gd name="connsiteX14" fmla="*/ 118215 w 235590"/>
                <a:gd name="connsiteY14" fmla="*/ 236029 h 235944"/>
                <a:gd name="connsiteX15" fmla="*/ 125300 w 235590"/>
                <a:gd name="connsiteY15" fmla="*/ 224339 h 235944"/>
                <a:gd name="connsiteX16" fmla="*/ 125300 w 235590"/>
                <a:gd name="connsiteY16" fmla="*/ 125143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590" h="235944">
                  <a:moveTo>
                    <a:pt x="125300" y="125143"/>
                  </a:moveTo>
                  <a:lnTo>
                    <a:pt x="224142" y="125143"/>
                  </a:lnTo>
                  <a:cubicBezTo>
                    <a:pt x="229102" y="125143"/>
                    <a:pt x="235833" y="125143"/>
                    <a:pt x="235833" y="118057"/>
                  </a:cubicBezTo>
                  <a:cubicBezTo>
                    <a:pt x="235833" y="110972"/>
                    <a:pt x="229102" y="110972"/>
                    <a:pt x="224142" y="110972"/>
                  </a:cubicBezTo>
                  <a:lnTo>
                    <a:pt x="125300" y="110972"/>
                  </a:lnTo>
                  <a:lnTo>
                    <a:pt x="125300" y="11776"/>
                  </a:lnTo>
                  <a:cubicBezTo>
                    <a:pt x="125300" y="6816"/>
                    <a:pt x="125300" y="85"/>
                    <a:pt x="118215" y="85"/>
                  </a:cubicBezTo>
                  <a:cubicBezTo>
                    <a:pt x="111129" y="85"/>
                    <a:pt x="111129" y="6816"/>
                    <a:pt x="111129" y="11776"/>
                  </a:cubicBezTo>
                  <a:lnTo>
                    <a:pt x="111129" y="110972"/>
                  </a:lnTo>
                  <a:lnTo>
                    <a:pt x="11933" y="110972"/>
                  </a:lnTo>
                  <a:cubicBezTo>
                    <a:pt x="6973" y="110972"/>
                    <a:pt x="242" y="110972"/>
                    <a:pt x="242" y="118057"/>
                  </a:cubicBezTo>
                  <a:cubicBezTo>
                    <a:pt x="242" y="125143"/>
                    <a:pt x="6973" y="125143"/>
                    <a:pt x="11933" y="125143"/>
                  </a:cubicBezTo>
                  <a:lnTo>
                    <a:pt x="111129" y="125143"/>
                  </a:lnTo>
                  <a:lnTo>
                    <a:pt x="111129" y="224339"/>
                  </a:lnTo>
                  <a:cubicBezTo>
                    <a:pt x="111129" y="229298"/>
                    <a:pt x="111129" y="236029"/>
                    <a:pt x="118215" y="236029"/>
                  </a:cubicBezTo>
                  <a:cubicBezTo>
                    <a:pt x="125300" y="236029"/>
                    <a:pt x="125300" y="229298"/>
                    <a:pt x="125300" y="224339"/>
                  </a:cubicBezTo>
                  <a:lnTo>
                    <a:pt x="125300" y="12514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7775764-B67D-5052-8C4B-B8085DD91543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1519660" y="5394719"/>
              <a:ext cx="162256" cy="160484"/>
            </a:xfrm>
            <a:custGeom>
              <a:avLst/>
              <a:gdLst>
                <a:gd name="connsiteX0" fmla="*/ 118225 w 162256"/>
                <a:gd name="connsiteY0" fmla="*/ 22758 h 160484"/>
                <a:gd name="connsiteX1" fmla="*/ 85632 w 162256"/>
                <a:gd name="connsiteY1" fmla="*/ 85 h 160484"/>
                <a:gd name="connsiteX2" fmla="*/ 252 w 162256"/>
                <a:gd name="connsiteY2" fmla="*/ 103886 h 160484"/>
                <a:gd name="connsiteX3" fmla="*/ 47370 w 162256"/>
                <a:gd name="connsiteY3" fmla="*/ 160570 h 160484"/>
                <a:gd name="connsiteX4" fmla="*/ 93426 w 162256"/>
                <a:gd name="connsiteY4" fmla="*/ 133999 h 160484"/>
                <a:gd name="connsiteX5" fmla="*/ 125664 w 162256"/>
                <a:gd name="connsiteY5" fmla="*/ 160570 h 160484"/>
                <a:gd name="connsiteX6" fmla="*/ 151880 w 162256"/>
                <a:gd name="connsiteY6" fmla="*/ 141085 h 160484"/>
                <a:gd name="connsiteX7" fmla="*/ 162508 w 162256"/>
                <a:gd name="connsiteY7" fmla="*/ 106012 h 160484"/>
                <a:gd name="connsiteX8" fmla="*/ 158257 w 162256"/>
                <a:gd name="connsiteY8" fmla="*/ 102469 h 160484"/>
                <a:gd name="connsiteX9" fmla="*/ 153297 w 162256"/>
                <a:gd name="connsiteY9" fmla="*/ 108846 h 160484"/>
                <a:gd name="connsiteX10" fmla="*/ 126373 w 162256"/>
                <a:gd name="connsiteY10" fmla="*/ 152776 h 160484"/>
                <a:gd name="connsiteX11" fmla="*/ 115745 w 162256"/>
                <a:gd name="connsiteY11" fmla="*/ 136479 h 160484"/>
                <a:gd name="connsiteX12" fmla="*/ 120350 w 162256"/>
                <a:gd name="connsiteY12" fmla="*/ 110263 h 160484"/>
                <a:gd name="connsiteX13" fmla="*/ 128144 w 162256"/>
                <a:gd name="connsiteY13" fmla="*/ 78379 h 160484"/>
                <a:gd name="connsiteX14" fmla="*/ 140898 w 162256"/>
                <a:gd name="connsiteY14" fmla="*/ 28781 h 160484"/>
                <a:gd name="connsiteX15" fmla="*/ 143378 w 162256"/>
                <a:gd name="connsiteY15" fmla="*/ 16735 h 160484"/>
                <a:gd name="connsiteX16" fmla="*/ 133104 w 162256"/>
                <a:gd name="connsiteY16" fmla="*/ 7170 h 160484"/>
                <a:gd name="connsiteX17" fmla="*/ 118225 w 162256"/>
                <a:gd name="connsiteY17" fmla="*/ 22758 h 160484"/>
                <a:gd name="connsiteX18" fmla="*/ 95197 w 162256"/>
                <a:gd name="connsiteY18" fmla="*/ 114514 h 160484"/>
                <a:gd name="connsiteX19" fmla="*/ 88111 w 162256"/>
                <a:gd name="connsiteY19" fmla="*/ 127622 h 160484"/>
                <a:gd name="connsiteX20" fmla="*/ 48079 w 162256"/>
                <a:gd name="connsiteY20" fmla="*/ 152776 h 160484"/>
                <a:gd name="connsiteX21" fmla="*/ 25405 w 162256"/>
                <a:gd name="connsiteY21" fmla="*/ 119474 h 160484"/>
                <a:gd name="connsiteX22" fmla="*/ 44890 w 162256"/>
                <a:gd name="connsiteY22" fmla="*/ 41889 h 160484"/>
                <a:gd name="connsiteX23" fmla="*/ 85986 w 162256"/>
                <a:gd name="connsiteY23" fmla="*/ 7879 h 160484"/>
                <a:gd name="connsiteX24" fmla="*/ 113973 w 162256"/>
                <a:gd name="connsiteY24" fmla="*/ 39055 h 160484"/>
                <a:gd name="connsiteX25" fmla="*/ 112910 w 162256"/>
                <a:gd name="connsiteY25" fmla="*/ 45077 h 160484"/>
                <a:gd name="connsiteX26" fmla="*/ 95197 w 162256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256" h="160484">
                  <a:moveTo>
                    <a:pt x="118225" y="22758"/>
                  </a:moveTo>
                  <a:cubicBezTo>
                    <a:pt x="111848" y="9650"/>
                    <a:pt x="101574" y="85"/>
                    <a:pt x="85632" y="85"/>
                  </a:cubicBezTo>
                  <a:cubicBezTo>
                    <a:pt x="44182" y="85"/>
                    <a:pt x="252" y="52163"/>
                    <a:pt x="252" y="103886"/>
                  </a:cubicBezTo>
                  <a:cubicBezTo>
                    <a:pt x="252" y="137188"/>
                    <a:pt x="19737" y="160570"/>
                    <a:pt x="47370" y="160570"/>
                  </a:cubicBezTo>
                  <a:cubicBezTo>
                    <a:pt x="54456" y="160570"/>
                    <a:pt x="72169" y="159153"/>
                    <a:pt x="93426" y="133999"/>
                  </a:cubicBezTo>
                  <a:cubicBezTo>
                    <a:pt x="96260" y="148879"/>
                    <a:pt x="108659" y="160570"/>
                    <a:pt x="125664" y="160570"/>
                  </a:cubicBezTo>
                  <a:cubicBezTo>
                    <a:pt x="138064" y="160570"/>
                    <a:pt x="146212" y="152421"/>
                    <a:pt x="151880" y="141085"/>
                  </a:cubicBezTo>
                  <a:cubicBezTo>
                    <a:pt x="157903" y="128331"/>
                    <a:pt x="162508" y="106720"/>
                    <a:pt x="162508" y="106012"/>
                  </a:cubicBezTo>
                  <a:cubicBezTo>
                    <a:pt x="162508" y="102469"/>
                    <a:pt x="159320" y="102469"/>
                    <a:pt x="158257" y="102469"/>
                  </a:cubicBezTo>
                  <a:cubicBezTo>
                    <a:pt x="154714" y="102469"/>
                    <a:pt x="154360" y="103886"/>
                    <a:pt x="153297" y="108846"/>
                  </a:cubicBezTo>
                  <a:cubicBezTo>
                    <a:pt x="147275" y="131874"/>
                    <a:pt x="140898" y="152776"/>
                    <a:pt x="126373" y="152776"/>
                  </a:cubicBezTo>
                  <a:cubicBezTo>
                    <a:pt x="116807" y="152776"/>
                    <a:pt x="115745" y="143565"/>
                    <a:pt x="115745" y="136479"/>
                  </a:cubicBezTo>
                  <a:cubicBezTo>
                    <a:pt x="115745" y="128685"/>
                    <a:pt x="116453" y="125851"/>
                    <a:pt x="120350" y="110263"/>
                  </a:cubicBezTo>
                  <a:cubicBezTo>
                    <a:pt x="124247" y="95384"/>
                    <a:pt x="124956" y="91841"/>
                    <a:pt x="128144" y="78379"/>
                  </a:cubicBezTo>
                  <a:lnTo>
                    <a:pt x="140898" y="28781"/>
                  </a:lnTo>
                  <a:cubicBezTo>
                    <a:pt x="143378" y="18861"/>
                    <a:pt x="143378" y="18153"/>
                    <a:pt x="143378" y="16735"/>
                  </a:cubicBezTo>
                  <a:cubicBezTo>
                    <a:pt x="143378" y="10713"/>
                    <a:pt x="139127" y="7170"/>
                    <a:pt x="133104" y="7170"/>
                  </a:cubicBezTo>
                  <a:cubicBezTo>
                    <a:pt x="124601" y="7170"/>
                    <a:pt x="119287" y="14964"/>
                    <a:pt x="118225" y="22758"/>
                  </a:cubicBezTo>
                  <a:close/>
                  <a:moveTo>
                    <a:pt x="95197" y="114514"/>
                  </a:moveTo>
                  <a:cubicBezTo>
                    <a:pt x="93426" y="120891"/>
                    <a:pt x="93426" y="121600"/>
                    <a:pt x="88111" y="127622"/>
                  </a:cubicBezTo>
                  <a:cubicBezTo>
                    <a:pt x="72523" y="147107"/>
                    <a:pt x="57998" y="152776"/>
                    <a:pt x="48079" y="152776"/>
                  </a:cubicBezTo>
                  <a:cubicBezTo>
                    <a:pt x="30365" y="152776"/>
                    <a:pt x="25405" y="133291"/>
                    <a:pt x="25405" y="119474"/>
                  </a:cubicBezTo>
                  <a:cubicBezTo>
                    <a:pt x="25405" y="101761"/>
                    <a:pt x="36742" y="58185"/>
                    <a:pt x="44890" y="41889"/>
                  </a:cubicBezTo>
                  <a:cubicBezTo>
                    <a:pt x="55873" y="20987"/>
                    <a:pt x="71815" y="7879"/>
                    <a:pt x="85986" y="7879"/>
                  </a:cubicBezTo>
                  <a:cubicBezTo>
                    <a:pt x="109013" y="7879"/>
                    <a:pt x="113973" y="36929"/>
                    <a:pt x="113973" y="39055"/>
                  </a:cubicBezTo>
                  <a:cubicBezTo>
                    <a:pt x="113973" y="41180"/>
                    <a:pt x="113265" y="43306"/>
                    <a:pt x="112910" y="45077"/>
                  </a:cubicBezTo>
                  <a:lnTo>
                    <a:pt x="95197" y="114514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C192A9A4-E281-10D4-8630-DA988C3BE650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1719784" y="5439782"/>
              <a:ext cx="90268" cy="164665"/>
            </a:xfrm>
            <a:custGeom>
              <a:avLst/>
              <a:gdLst>
                <a:gd name="connsiteX0" fmla="*/ 56303 w 90268"/>
                <a:gd name="connsiteY0" fmla="*/ 7030 h 164665"/>
                <a:gd name="connsiteX1" fmla="*/ 48863 w 90268"/>
                <a:gd name="connsiteY1" fmla="*/ 86 h 164665"/>
                <a:gd name="connsiteX2" fmla="*/ 257 w 90268"/>
                <a:gd name="connsiteY2" fmla="*/ 15958 h 164665"/>
                <a:gd name="connsiteX3" fmla="*/ 257 w 90268"/>
                <a:gd name="connsiteY3" fmla="*/ 24885 h 164665"/>
                <a:gd name="connsiteX4" fmla="*/ 36216 w 90268"/>
                <a:gd name="connsiteY4" fmla="*/ 17941 h 164665"/>
                <a:gd name="connsiteX5" fmla="*/ 36216 w 90268"/>
                <a:gd name="connsiteY5" fmla="*/ 144416 h 164665"/>
                <a:gd name="connsiteX6" fmla="*/ 11417 w 90268"/>
                <a:gd name="connsiteY6" fmla="*/ 155824 h 164665"/>
                <a:gd name="connsiteX7" fmla="*/ 1993 w 90268"/>
                <a:gd name="connsiteY7" fmla="*/ 155824 h 164665"/>
                <a:gd name="connsiteX8" fmla="*/ 1993 w 90268"/>
                <a:gd name="connsiteY8" fmla="*/ 164752 h 164665"/>
                <a:gd name="connsiteX9" fmla="*/ 46136 w 90268"/>
                <a:gd name="connsiteY9" fmla="*/ 163760 h 164665"/>
                <a:gd name="connsiteX10" fmla="*/ 90526 w 90268"/>
                <a:gd name="connsiteY10" fmla="*/ 164752 h 164665"/>
                <a:gd name="connsiteX11" fmla="*/ 90526 w 90268"/>
                <a:gd name="connsiteY11" fmla="*/ 155824 h 164665"/>
                <a:gd name="connsiteX12" fmla="*/ 81102 w 90268"/>
                <a:gd name="connsiteY12" fmla="*/ 155824 h 164665"/>
                <a:gd name="connsiteX13" fmla="*/ 56303 w 90268"/>
                <a:gd name="connsiteY13" fmla="*/ 144416 h 164665"/>
                <a:gd name="connsiteX14" fmla="*/ 56303 w 90268"/>
                <a:gd name="connsiteY14" fmla="*/ 7030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268" h="164665">
                  <a:moveTo>
                    <a:pt x="56303" y="7030"/>
                  </a:moveTo>
                  <a:cubicBezTo>
                    <a:pt x="56303" y="334"/>
                    <a:pt x="55807" y="86"/>
                    <a:pt x="48863" y="86"/>
                  </a:cubicBezTo>
                  <a:cubicBezTo>
                    <a:pt x="32992" y="15710"/>
                    <a:pt x="10425" y="15958"/>
                    <a:pt x="257" y="15958"/>
                  </a:cubicBezTo>
                  <a:lnTo>
                    <a:pt x="257" y="24885"/>
                  </a:lnTo>
                  <a:cubicBezTo>
                    <a:pt x="6209" y="24885"/>
                    <a:pt x="22577" y="24885"/>
                    <a:pt x="36216" y="17941"/>
                  </a:cubicBezTo>
                  <a:lnTo>
                    <a:pt x="36216" y="144416"/>
                  </a:lnTo>
                  <a:cubicBezTo>
                    <a:pt x="36216" y="152600"/>
                    <a:pt x="36216" y="155824"/>
                    <a:pt x="11417" y="155824"/>
                  </a:cubicBezTo>
                  <a:lnTo>
                    <a:pt x="1993" y="155824"/>
                  </a:lnTo>
                  <a:lnTo>
                    <a:pt x="1993" y="164752"/>
                  </a:lnTo>
                  <a:cubicBezTo>
                    <a:pt x="6457" y="164504"/>
                    <a:pt x="36960" y="163760"/>
                    <a:pt x="46136" y="163760"/>
                  </a:cubicBezTo>
                  <a:cubicBezTo>
                    <a:pt x="53823" y="163760"/>
                    <a:pt x="85070" y="164504"/>
                    <a:pt x="90526" y="164752"/>
                  </a:cubicBezTo>
                  <a:lnTo>
                    <a:pt x="90526" y="155824"/>
                  </a:lnTo>
                  <a:lnTo>
                    <a:pt x="81102" y="155824"/>
                  </a:lnTo>
                  <a:cubicBezTo>
                    <a:pt x="56303" y="155824"/>
                    <a:pt x="56303" y="152600"/>
                    <a:pt x="56303" y="144416"/>
                  </a:cubicBezTo>
                  <a:lnTo>
                    <a:pt x="56303" y="703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60DADEF-7615-0AF2-3FE8-56D37483F49B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1861958" y="5394719"/>
              <a:ext cx="176427" cy="160484"/>
            </a:xfrm>
            <a:custGeom>
              <a:avLst/>
              <a:gdLst>
                <a:gd name="connsiteX0" fmla="*/ 108315 w 176427"/>
                <a:gd name="connsiteY0" fmla="*/ 49683 h 160484"/>
                <a:gd name="connsiteX1" fmla="*/ 143388 w 176427"/>
                <a:gd name="connsiteY1" fmla="*/ 7879 h 160484"/>
                <a:gd name="connsiteX2" fmla="*/ 161101 w 176427"/>
                <a:gd name="connsiteY2" fmla="*/ 12484 h 160484"/>
                <a:gd name="connsiteX3" fmla="*/ 144096 w 176427"/>
                <a:gd name="connsiteY3" fmla="*/ 31615 h 160484"/>
                <a:gd name="connsiteX4" fmla="*/ 157558 w 176427"/>
                <a:gd name="connsiteY4" fmla="*/ 44014 h 160484"/>
                <a:gd name="connsiteX5" fmla="*/ 176689 w 176427"/>
                <a:gd name="connsiteY5" fmla="*/ 23467 h 160484"/>
                <a:gd name="connsiteX6" fmla="*/ 143742 w 176427"/>
                <a:gd name="connsiteY6" fmla="*/ 85 h 160484"/>
                <a:gd name="connsiteX7" fmla="*/ 106543 w 176427"/>
                <a:gd name="connsiteY7" fmla="*/ 27009 h 160484"/>
                <a:gd name="connsiteX8" fmla="*/ 68282 w 176427"/>
                <a:gd name="connsiteY8" fmla="*/ 85 h 160484"/>
                <a:gd name="connsiteX9" fmla="*/ 11244 w 176427"/>
                <a:gd name="connsiteY9" fmla="*/ 54643 h 160484"/>
                <a:gd name="connsiteX10" fmla="*/ 15496 w 176427"/>
                <a:gd name="connsiteY10" fmla="*/ 58185 h 160484"/>
                <a:gd name="connsiteX11" fmla="*/ 20101 w 176427"/>
                <a:gd name="connsiteY11" fmla="*/ 54288 h 160484"/>
                <a:gd name="connsiteX12" fmla="*/ 67573 w 176427"/>
                <a:gd name="connsiteY12" fmla="*/ 7879 h 160484"/>
                <a:gd name="connsiteX13" fmla="*/ 86704 w 176427"/>
                <a:gd name="connsiteY13" fmla="*/ 31615 h 160484"/>
                <a:gd name="connsiteX14" fmla="*/ 67573 w 176427"/>
                <a:gd name="connsiteY14" fmla="*/ 115931 h 160484"/>
                <a:gd name="connsiteX15" fmla="*/ 33918 w 176427"/>
                <a:gd name="connsiteY15" fmla="*/ 152776 h 160484"/>
                <a:gd name="connsiteX16" fmla="*/ 16204 w 176427"/>
                <a:gd name="connsiteY16" fmla="*/ 148170 h 160484"/>
                <a:gd name="connsiteX17" fmla="*/ 32855 w 176427"/>
                <a:gd name="connsiteY17" fmla="*/ 129040 h 160484"/>
                <a:gd name="connsiteX18" fmla="*/ 19747 w 176427"/>
                <a:gd name="connsiteY18" fmla="*/ 116640 h 160484"/>
                <a:gd name="connsiteX19" fmla="*/ 262 w 176427"/>
                <a:gd name="connsiteY19" fmla="*/ 137188 h 160484"/>
                <a:gd name="connsiteX20" fmla="*/ 33563 w 176427"/>
                <a:gd name="connsiteY20" fmla="*/ 160570 h 160484"/>
                <a:gd name="connsiteX21" fmla="*/ 70762 w 176427"/>
                <a:gd name="connsiteY21" fmla="*/ 133645 h 160484"/>
                <a:gd name="connsiteX22" fmla="*/ 109023 w 176427"/>
                <a:gd name="connsiteY22" fmla="*/ 160570 h 160484"/>
                <a:gd name="connsiteX23" fmla="*/ 165707 w 176427"/>
                <a:gd name="connsiteY23" fmla="*/ 106012 h 160484"/>
                <a:gd name="connsiteX24" fmla="*/ 161455 w 176427"/>
                <a:gd name="connsiteY24" fmla="*/ 102469 h 160484"/>
                <a:gd name="connsiteX25" fmla="*/ 156850 w 176427"/>
                <a:gd name="connsiteY25" fmla="*/ 106366 h 160484"/>
                <a:gd name="connsiteX26" fmla="*/ 109732 w 176427"/>
                <a:gd name="connsiteY26" fmla="*/ 152776 h 160484"/>
                <a:gd name="connsiteX27" fmla="*/ 90247 w 176427"/>
                <a:gd name="connsiteY27" fmla="*/ 129394 h 160484"/>
                <a:gd name="connsiteX28" fmla="*/ 96269 w 176427"/>
                <a:gd name="connsiteY28" fmla="*/ 98218 h 160484"/>
                <a:gd name="connsiteX29" fmla="*/ 108315 w 176427"/>
                <a:gd name="connsiteY29" fmla="*/ 4968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0484">
                  <a:moveTo>
                    <a:pt x="108315" y="49683"/>
                  </a:moveTo>
                  <a:cubicBezTo>
                    <a:pt x="110440" y="40472"/>
                    <a:pt x="118589" y="7879"/>
                    <a:pt x="143388" y="7879"/>
                  </a:cubicBezTo>
                  <a:cubicBezTo>
                    <a:pt x="145159" y="7879"/>
                    <a:pt x="153661" y="7879"/>
                    <a:pt x="161101" y="12484"/>
                  </a:cubicBezTo>
                  <a:cubicBezTo>
                    <a:pt x="151181" y="14256"/>
                    <a:pt x="144096" y="23112"/>
                    <a:pt x="144096" y="31615"/>
                  </a:cubicBezTo>
                  <a:cubicBezTo>
                    <a:pt x="144096" y="37283"/>
                    <a:pt x="147993" y="44014"/>
                    <a:pt x="157558" y="44014"/>
                  </a:cubicBezTo>
                  <a:cubicBezTo>
                    <a:pt x="165352" y="44014"/>
                    <a:pt x="176689" y="37637"/>
                    <a:pt x="176689" y="23467"/>
                  </a:cubicBezTo>
                  <a:cubicBezTo>
                    <a:pt x="176689" y="5044"/>
                    <a:pt x="155787" y="85"/>
                    <a:pt x="143742" y="85"/>
                  </a:cubicBezTo>
                  <a:cubicBezTo>
                    <a:pt x="123194" y="85"/>
                    <a:pt x="110795" y="18861"/>
                    <a:pt x="106543" y="27009"/>
                  </a:cubicBezTo>
                  <a:cubicBezTo>
                    <a:pt x="97687" y="3627"/>
                    <a:pt x="78556" y="85"/>
                    <a:pt x="68282" y="85"/>
                  </a:cubicBezTo>
                  <a:cubicBezTo>
                    <a:pt x="31438" y="85"/>
                    <a:pt x="11244" y="45786"/>
                    <a:pt x="11244" y="54643"/>
                  </a:cubicBezTo>
                  <a:cubicBezTo>
                    <a:pt x="11244" y="58185"/>
                    <a:pt x="14787" y="58185"/>
                    <a:pt x="15496" y="58185"/>
                  </a:cubicBezTo>
                  <a:cubicBezTo>
                    <a:pt x="18330" y="58185"/>
                    <a:pt x="19392" y="57477"/>
                    <a:pt x="20101" y="54288"/>
                  </a:cubicBezTo>
                  <a:cubicBezTo>
                    <a:pt x="32146" y="16735"/>
                    <a:pt x="55528" y="7879"/>
                    <a:pt x="67573" y="7879"/>
                  </a:cubicBezTo>
                  <a:cubicBezTo>
                    <a:pt x="74305" y="7879"/>
                    <a:pt x="86704" y="11067"/>
                    <a:pt x="86704" y="31615"/>
                  </a:cubicBezTo>
                  <a:cubicBezTo>
                    <a:pt x="86704" y="42597"/>
                    <a:pt x="80681" y="66333"/>
                    <a:pt x="67573" y="115931"/>
                  </a:cubicBezTo>
                  <a:cubicBezTo>
                    <a:pt x="61905" y="137896"/>
                    <a:pt x="49506" y="152776"/>
                    <a:pt x="33918" y="152776"/>
                  </a:cubicBezTo>
                  <a:cubicBezTo>
                    <a:pt x="31792" y="152776"/>
                    <a:pt x="23644" y="152776"/>
                    <a:pt x="16204" y="148170"/>
                  </a:cubicBezTo>
                  <a:cubicBezTo>
                    <a:pt x="25061" y="146399"/>
                    <a:pt x="32855" y="138959"/>
                    <a:pt x="32855" y="129040"/>
                  </a:cubicBezTo>
                  <a:cubicBezTo>
                    <a:pt x="32855" y="119474"/>
                    <a:pt x="25061" y="116640"/>
                    <a:pt x="19747" y="116640"/>
                  </a:cubicBezTo>
                  <a:cubicBezTo>
                    <a:pt x="9119" y="116640"/>
                    <a:pt x="262" y="125851"/>
                    <a:pt x="262" y="137188"/>
                  </a:cubicBezTo>
                  <a:cubicBezTo>
                    <a:pt x="262" y="153484"/>
                    <a:pt x="17975" y="160570"/>
                    <a:pt x="33563" y="160570"/>
                  </a:cubicBezTo>
                  <a:cubicBezTo>
                    <a:pt x="56945" y="160570"/>
                    <a:pt x="69699" y="135771"/>
                    <a:pt x="70762" y="133645"/>
                  </a:cubicBezTo>
                  <a:cubicBezTo>
                    <a:pt x="75013" y="146753"/>
                    <a:pt x="87767" y="160570"/>
                    <a:pt x="109023" y="160570"/>
                  </a:cubicBezTo>
                  <a:cubicBezTo>
                    <a:pt x="145513" y="160570"/>
                    <a:pt x="165707" y="114869"/>
                    <a:pt x="165707" y="106012"/>
                  </a:cubicBezTo>
                  <a:cubicBezTo>
                    <a:pt x="165707" y="102469"/>
                    <a:pt x="162518" y="102469"/>
                    <a:pt x="161455" y="102469"/>
                  </a:cubicBezTo>
                  <a:cubicBezTo>
                    <a:pt x="158267" y="102469"/>
                    <a:pt x="157558" y="103886"/>
                    <a:pt x="156850" y="106366"/>
                  </a:cubicBezTo>
                  <a:cubicBezTo>
                    <a:pt x="145159" y="144273"/>
                    <a:pt x="121068" y="152776"/>
                    <a:pt x="109732" y="152776"/>
                  </a:cubicBezTo>
                  <a:cubicBezTo>
                    <a:pt x="95915" y="152776"/>
                    <a:pt x="90247" y="141439"/>
                    <a:pt x="90247" y="129394"/>
                  </a:cubicBezTo>
                  <a:cubicBezTo>
                    <a:pt x="90247" y="121600"/>
                    <a:pt x="92372" y="113806"/>
                    <a:pt x="96269" y="98218"/>
                  </a:cubicBezTo>
                  <a:lnTo>
                    <a:pt x="108315" y="4968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347A316-1464-2672-D56C-D4825964124D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2172406" y="5421289"/>
              <a:ext cx="235590" cy="82899"/>
            </a:xfrm>
            <a:custGeom>
              <a:avLst/>
              <a:gdLst>
                <a:gd name="connsiteX0" fmla="*/ 223816 w 235590"/>
                <a:gd name="connsiteY0" fmla="*/ 14256 h 82899"/>
                <a:gd name="connsiteX1" fmla="*/ 235861 w 235590"/>
                <a:gd name="connsiteY1" fmla="*/ 7170 h 82899"/>
                <a:gd name="connsiteX2" fmla="*/ 224170 w 235590"/>
                <a:gd name="connsiteY2" fmla="*/ 85 h 82899"/>
                <a:gd name="connsiteX3" fmla="*/ 11961 w 235590"/>
                <a:gd name="connsiteY3" fmla="*/ 85 h 82899"/>
                <a:gd name="connsiteX4" fmla="*/ 270 w 235590"/>
                <a:gd name="connsiteY4" fmla="*/ 7170 h 82899"/>
                <a:gd name="connsiteX5" fmla="*/ 12316 w 235590"/>
                <a:gd name="connsiteY5" fmla="*/ 14256 h 82899"/>
                <a:gd name="connsiteX6" fmla="*/ 223816 w 235590"/>
                <a:gd name="connsiteY6" fmla="*/ 14256 h 82899"/>
                <a:gd name="connsiteX7" fmla="*/ 224170 w 235590"/>
                <a:gd name="connsiteY7" fmla="*/ 82984 h 82899"/>
                <a:gd name="connsiteX8" fmla="*/ 235861 w 235590"/>
                <a:gd name="connsiteY8" fmla="*/ 75899 h 82899"/>
                <a:gd name="connsiteX9" fmla="*/ 223816 w 235590"/>
                <a:gd name="connsiteY9" fmla="*/ 68813 h 82899"/>
                <a:gd name="connsiteX10" fmla="*/ 12316 w 235590"/>
                <a:gd name="connsiteY10" fmla="*/ 68813 h 82899"/>
                <a:gd name="connsiteX11" fmla="*/ 270 w 235590"/>
                <a:gd name="connsiteY11" fmla="*/ 75899 h 82899"/>
                <a:gd name="connsiteX12" fmla="*/ 11961 w 235590"/>
                <a:gd name="connsiteY12" fmla="*/ 82984 h 82899"/>
                <a:gd name="connsiteX13" fmla="*/ 224170 w 235590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899">
                  <a:moveTo>
                    <a:pt x="223816" y="14256"/>
                  </a:moveTo>
                  <a:cubicBezTo>
                    <a:pt x="229130" y="14256"/>
                    <a:pt x="235861" y="14256"/>
                    <a:pt x="235861" y="7170"/>
                  </a:cubicBezTo>
                  <a:cubicBezTo>
                    <a:pt x="235861" y="85"/>
                    <a:pt x="229130" y="85"/>
                    <a:pt x="224170" y="85"/>
                  </a:cubicBezTo>
                  <a:lnTo>
                    <a:pt x="11961" y="85"/>
                  </a:lnTo>
                  <a:cubicBezTo>
                    <a:pt x="7001" y="85"/>
                    <a:pt x="270" y="85"/>
                    <a:pt x="270" y="7170"/>
                  </a:cubicBezTo>
                  <a:cubicBezTo>
                    <a:pt x="270" y="14256"/>
                    <a:pt x="7001" y="14256"/>
                    <a:pt x="12316" y="14256"/>
                  </a:cubicBezTo>
                  <a:lnTo>
                    <a:pt x="223816" y="14256"/>
                  </a:lnTo>
                  <a:close/>
                  <a:moveTo>
                    <a:pt x="224170" y="82984"/>
                  </a:moveTo>
                  <a:cubicBezTo>
                    <a:pt x="229130" y="82984"/>
                    <a:pt x="235861" y="82984"/>
                    <a:pt x="235861" y="75899"/>
                  </a:cubicBezTo>
                  <a:cubicBezTo>
                    <a:pt x="235861" y="68813"/>
                    <a:pt x="229130" y="68813"/>
                    <a:pt x="223816" y="68813"/>
                  </a:cubicBezTo>
                  <a:lnTo>
                    <a:pt x="12316" y="68813"/>
                  </a:lnTo>
                  <a:cubicBezTo>
                    <a:pt x="7001" y="68813"/>
                    <a:pt x="270" y="68813"/>
                    <a:pt x="270" y="75899"/>
                  </a:cubicBezTo>
                  <a:cubicBezTo>
                    <a:pt x="270" y="82984"/>
                    <a:pt x="7001" y="82984"/>
                    <a:pt x="11961" y="82984"/>
                  </a:cubicBezTo>
                  <a:lnTo>
                    <a:pt x="224170" y="82984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5054A30-32D3-C7C1-5D57-D0C6ED1B4187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2555923" y="5455654"/>
              <a:ext cx="216459" cy="14170"/>
            </a:xfrm>
            <a:custGeom>
              <a:avLst/>
              <a:gdLst>
                <a:gd name="connsiteX0" fmla="*/ 204341 w 216459"/>
                <a:gd name="connsiteY0" fmla="*/ 14256 h 14170"/>
                <a:gd name="connsiteX1" fmla="*/ 216741 w 216459"/>
                <a:gd name="connsiteY1" fmla="*/ 7170 h 14170"/>
                <a:gd name="connsiteX2" fmla="*/ 204341 w 216459"/>
                <a:gd name="connsiteY2" fmla="*/ 85 h 14170"/>
                <a:gd name="connsiteX3" fmla="*/ 12680 w 216459"/>
                <a:gd name="connsiteY3" fmla="*/ 85 h 14170"/>
                <a:gd name="connsiteX4" fmla="*/ 281 w 216459"/>
                <a:gd name="connsiteY4" fmla="*/ 7170 h 14170"/>
                <a:gd name="connsiteX5" fmla="*/ 12680 w 216459"/>
                <a:gd name="connsiteY5" fmla="*/ 14256 h 14170"/>
                <a:gd name="connsiteX6" fmla="*/ 204341 w 216459"/>
                <a:gd name="connsiteY6" fmla="*/ 14256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59" h="14170">
                  <a:moveTo>
                    <a:pt x="204341" y="14256"/>
                  </a:moveTo>
                  <a:cubicBezTo>
                    <a:pt x="210364" y="14256"/>
                    <a:pt x="216741" y="14256"/>
                    <a:pt x="216741" y="7170"/>
                  </a:cubicBezTo>
                  <a:cubicBezTo>
                    <a:pt x="216741" y="85"/>
                    <a:pt x="210364" y="85"/>
                    <a:pt x="204341" y="85"/>
                  </a:cubicBezTo>
                  <a:lnTo>
                    <a:pt x="12680" y="85"/>
                  </a:lnTo>
                  <a:cubicBezTo>
                    <a:pt x="6658" y="85"/>
                    <a:pt x="281" y="85"/>
                    <a:pt x="281" y="7170"/>
                  </a:cubicBezTo>
                  <a:cubicBezTo>
                    <a:pt x="281" y="14256"/>
                    <a:pt x="6658" y="14256"/>
                    <a:pt x="12680" y="14256"/>
                  </a:cubicBezTo>
                  <a:lnTo>
                    <a:pt x="204341" y="1425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3610A44-9C01-F796-B4AF-264EBE60540D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2815881" y="5315362"/>
              <a:ext cx="149148" cy="243738"/>
            </a:xfrm>
            <a:custGeom>
              <a:avLst/>
              <a:gdLst>
                <a:gd name="connsiteX0" fmla="*/ 149437 w 149148"/>
                <a:gd name="connsiteY0" fmla="*/ 122663 h 243738"/>
                <a:gd name="connsiteX1" fmla="*/ 135266 w 149148"/>
                <a:gd name="connsiteY1" fmla="*/ 39763 h 243738"/>
                <a:gd name="connsiteX2" fmla="*/ 75040 w 149148"/>
                <a:gd name="connsiteY2" fmla="*/ 85 h 243738"/>
                <a:gd name="connsiteX3" fmla="*/ 13397 w 149148"/>
                <a:gd name="connsiteY3" fmla="*/ 42243 h 243738"/>
                <a:gd name="connsiteX4" fmla="*/ 289 w 149148"/>
                <a:gd name="connsiteY4" fmla="*/ 122663 h 243738"/>
                <a:gd name="connsiteX5" fmla="*/ 16231 w 149148"/>
                <a:gd name="connsiteY5" fmla="*/ 208042 h 243738"/>
                <a:gd name="connsiteX6" fmla="*/ 74686 w 149148"/>
                <a:gd name="connsiteY6" fmla="*/ 243823 h 243738"/>
                <a:gd name="connsiteX7" fmla="*/ 136329 w 149148"/>
                <a:gd name="connsiteY7" fmla="*/ 202728 h 243738"/>
                <a:gd name="connsiteX8" fmla="*/ 149437 w 149148"/>
                <a:gd name="connsiteY8" fmla="*/ 122663 h 243738"/>
                <a:gd name="connsiteX9" fmla="*/ 74686 w 149148"/>
                <a:gd name="connsiteY9" fmla="*/ 236029 h 243738"/>
                <a:gd name="connsiteX10" fmla="*/ 33590 w 149148"/>
                <a:gd name="connsiteY10" fmla="*/ 193163 h 243738"/>
                <a:gd name="connsiteX11" fmla="*/ 29693 w 149148"/>
                <a:gd name="connsiteY11" fmla="*/ 118411 h 243738"/>
                <a:gd name="connsiteX12" fmla="*/ 32527 w 149148"/>
                <a:gd name="connsiteY12" fmla="*/ 53225 h 243738"/>
                <a:gd name="connsiteX13" fmla="*/ 74686 w 149148"/>
                <a:gd name="connsiteY13" fmla="*/ 7879 h 243738"/>
                <a:gd name="connsiteX14" fmla="*/ 116490 w 149148"/>
                <a:gd name="connsiteY14" fmla="*/ 49328 h 243738"/>
                <a:gd name="connsiteX15" fmla="*/ 120032 w 149148"/>
                <a:gd name="connsiteY15" fmla="*/ 118411 h 243738"/>
                <a:gd name="connsiteX16" fmla="*/ 116135 w 149148"/>
                <a:gd name="connsiteY16" fmla="*/ 191746 h 243738"/>
                <a:gd name="connsiteX17" fmla="*/ 74686 w 149148"/>
                <a:gd name="connsiteY17" fmla="*/ 236029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3738">
                  <a:moveTo>
                    <a:pt x="149437" y="122663"/>
                  </a:moveTo>
                  <a:cubicBezTo>
                    <a:pt x="149437" y="94321"/>
                    <a:pt x="147666" y="65979"/>
                    <a:pt x="135266" y="39763"/>
                  </a:cubicBezTo>
                  <a:cubicBezTo>
                    <a:pt x="118970" y="5753"/>
                    <a:pt x="89919" y="85"/>
                    <a:pt x="75040" y="85"/>
                  </a:cubicBezTo>
                  <a:cubicBezTo>
                    <a:pt x="53784" y="85"/>
                    <a:pt x="27922" y="9296"/>
                    <a:pt x="13397" y="42243"/>
                  </a:cubicBezTo>
                  <a:cubicBezTo>
                    <a:pt x="2060" y="66688"/>
                    <a:pt x="289" y="94321"/>
                    <a:pt x="289" y="122663"/>
                  </a:cubicBezTo>
                  <a:cubicBezTo>
                    <a:pt x="289" y="149233"/>
                    <a:pt x="1706" y="181117"/>
                    <a:pt x="16231" y="208042"/>
                  </a:cubicBezTo>
                  <a:cubicBezTo>
                    <a:pt x="31464" y="236738"/>
                    <a:pt x="57326" y="243823"/>
                    <a:pt x="74686" y="243823"/>
                  </a:cubicBezTo>
                  <a:cubicBezTo>
                    <a:pt x="93816" y="243823"/>
                    <a:pt x="120741" y="236384"/>
                    <a:pt x="136329" y="202728"/>
                  </a:cubicBezTo>
                  <a:cubicBezTo>
                    <a:pt x="147666" y="178283"/>
                    <a:pt x="149437" y="150650"/>
                    <a:pt x="149437" y="122663"/>
                  </a:cubicBezTo>
                  <a:close/>
                  <a:moveTo>
                    <a:pt x="74686" y="236029"/>
                  </a:moveTo>
                  <a:cubicBezTo>
                    <a:pt x="60869" y="236029"/>
                    <a:pt x="39967" y="227173"/>
                    <a:pt x="33590" y="193163"/>
                  </a:cubicBezTo>
                  <a:cubicBezTo>
                    <a:pt x="29693" y="171906"/>
                    <a:pt x="29693" y="139313"/>
                    <a:pt x="29693" y="118411"/>
                  </a:cubicBezTo>
                  <a:cubicBezTo>
                    <a:pt x="29693" y="95738"/>
                    <a:pt x="29693" y="72356"/>
                    <a:pt x="32527" y="53225"/>
                  </a:cubicBezTo>
                  <a:cubicBezTo>
                    <a:pt x="39258" y="11067"/>
                    <a:pt x="65829" y="7879"/>
                    <a:pt x="74686" y="7879"/>
                  </a:cubicBezTo>
                  <a:cubicBezTo>
                    <a:pt x="86377" y="7879"/>
                    <a:pt x="109758" y="14256"/>
                    <a:pt x="116490" y="49328"/>
                  </a:cubicBezTo>
                  <a:cubicBezTo>
                    <a:pt x="120032" y="69168"/>
                    <a:pt x="120032" y="96092"/>
                    <a:pt x="120032" y="118411"/>
                  </a:cubicBezTo>
                  <a:cubicBezTo>
                    <a:pt x="120032" y="144982"/>
                    <a:pt x="120032" y="169072"/>
                    <a:pt x="116135" y="191746"/>
                  </a:cubicBezTo>
                  <a:cubicBezTo>
                    <a:pt x="110821" y="225401"/>
                    <a:pt x="90628" y="236029"/>
                    <a:pt x="74686" y="236029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EA22C5D-24A2-10CA-63CD-6BC6E5328ECE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3009668" y="5513754"/>
              <a:ext cx="37552" cy="37552"/>
            </a:xfrm>
            <a:custGeom>
              <a:avLst/>
              <a:gdLst>
                <a:gd name="connsiteX0" fmla="*/ 37846 w 37552"/>
                <a:gd name="connsiteY0" fmla="*/ 18861 h 37552"/>
                <a:gd name="connsiteX1" fmla="*/ 19070 w 37552"/>
                <a:gd name="connsiteY1" fmla="*/ 85 h 37552"/>
                <a:gd name="connsiteX2" fmla="*/ 294 w 37552"/>
                <a:gd name="connsiteY2" fmla="*/ 18861 h 37552"/>
                <a:gd name="connsiteX3" fmla="*/ 19070 w 37552"/>
                <a:gd name="connsiteY3" fmla="*/ 37637 h 37552"/>
                <a:gd name="connsiteX4" fmla="*/ 37846 w 37552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552">
                  <a:moveTo>
                    <a:pt x="37846" y="18861"/>
                  </a:moveTo>
                  <a:cubicBezTo>
                    <a:pt x="37846" y="8587"/>
                    <a:pt x="29344" y="85"/>
                    <a:pt x="19070" y="85"/>
                  </a:cubicBezTo>
                  <a:cubicBezTo>
                    <a:pt x="8796" y="85"/>
                    <a:pt x="294" y="8587"/>
                    <a:pt x="294" y="18861"/>
                  </a:cubicBezTo>
                  <a:cubicBezTo>
                    <a:pt x="294" y="29135"/>
                    <a:pt x="8796" y="37637"/>
                    <a:pt x="19070" y="37637"/>
                  </a:cubicBezTo>
                  <a:cubicBezTo>
                    <a:pt x="29344" y="37637"/>
                    <a:pt x="37846" y="29135"/>
                    <a:pt x="37846" y="1886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674B014-6131-8A94-3A21-939B9128FC2F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3092489" y="5315362"/>
              <a:ext cx="147022" cy="243738"/>
            </a:xfrm>
            <a:custGeom>
              <a:avLst/>
              <a:gdLst>
                <a:gd name="connsiteX0" fmla="*/ 88156 w 147022"/>
                <a:gd name="connsiteY0" fmla="*/ 111326 h 243738"/>
                <a:gd name="connsiteX1" fmla="*/ 137754 w 147022"/>
                <a:gd name="connsiteY1" fmla="*/ 48974 h 243738"/>
                <a:gd name="connsiteX2" fmla="*/ 72568 w 147022"/>
                <a:gd name="connsiteY2" fmla="*/ 85 h 243738"/>
                <a:gd name="connsiteX3" fmla="*/ 9862 w 147022"/>
                <a:gd name="connsiteY3" fmla="*/ 48266 h 243738"/>
                <a:gd name="connsiteX4" fmla="*/ 27930 w 147022"/>
                <a:gd name="connsiteY4" fmla="*/ 66688 h 243738"/>
                <a:gd name="connsiteX5" fmla="*/ 45997 w 147022"/>
                <a:gd name="connsiteY5" fmla="*/ 48620 h 243738"/>
                <a:gd name="connsiteX6" fmla="*/ 24033 w 147022"/>
                <a:gd name="connsiteY6" fmla="*/ 30906 h 243738"/>
                <a:gd name="connsiteX7" fmla="*/ 71151 w 147022"/>
                <a:gd name="connsiteY7" fmla="*/ 8941 h 243738"/>
                <a:gd name="connsiteX8" fmla="*/ 105161 w 147022"/>
                <a:gd name="connsiteY8" fmla="*/ 48620 h 243738"/>
                <a:gd name="connsiteX9" fmla="*/ 95241 w 147022"/>
                <a:gd name="connsiteY9" fmla="*/ 89007 h 243738"/>
                <a:gd name="connsiteX10" fmla="*/ 63711 w 147022"/>
                <a:gd name="connsiteY10" fmla="*/ 107429 h 243738"/>
                <a:gd name="connsiteX11" fmla="*/ 49894 w 147022"/>
                <a:gd name="connsiteY11" fmla="*/ 108492 h 243738"/>
                <a:gd name="connsiteX12" fmla="*/ 44580 w 147022"/>
                <a:gd name="connsiteY12" fmla="*/ 112743 h 243738"/>
                <a:gd name="connsiteX13" fmla="*/ 53083 w 147022"/>
                <a:gd name="connsiteY13" fmla="*/ 116640 h 243738"/>
                <a:gd name="connsiteX14" fmla="*/ 68671 w 147022"/>
                <a:gd name="connsiteY14" fmla="*/ 116640 h 243738"/>
                <a:gd name="connsiteX15" fmla="*/ 110829 w 147022"/>
                <a:gd name="connsiteY15" fmla="*/ 175449 h 243738"/>
                <a:gd name="connsiteX16" fmla="*/ 70796 w 147022"/>
                <a:gd name="connsiteY16" fmla="*/ 233904 h 243738"/>
                <a:gd name="connsiteX17" fmla="*/ 16593 w 147022"/>
                <a:gd name="connsiteY17" fmla="*/ 206979 h 243738"/>
                <a:gd name="connsiteX18" fmla="*/ 39975 w 147022"/>
                <a:gd name="connsiteY18" fmla="*/ 187494 h 243738"/>
                <a:gd name="connsiteX19" fmla="*/ 20136 w 147022"/>
                <a:gd name="connsiteY19" fmla="*/ 167655 h 243738"/>
                <a:gd name="connsiteX20" fmla="*/ 296 w 147022"/>
                <a:gd name="connsiteY20" fmla="*/ 188203 h 243738"/>
                <a:gd name="connsiteX21" fmla="*/ 71859 w 147022"/>
                <a:gd name="connsiteY21" fmla="*/ 243823 h 243738"/>
                <a:gd name="connsiteX22" fmla="*/ 147319 w 147022"/>
                <a:gd name="connsiteY22" fmla="*/ 175449 h 243738"/>
                <a:gd name="connsiteX23" fmla="*/ 88156 w 147022"/>
                <a:gd name="connsiteY23" fmla="*/ 111326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3738">
                  <a:moveTo>
                    <a:pt x="88156" y="111326"/>
                  </a:moveTo>
                  <a:cubicBezTo>
                    <a:pt x="117206" y="101761"/>
                    <a:pt x="137754" y="76962"/>
                    <a:pt x="137754" y="48974"/>
                  </a:cubicBezTo>
                  <a:cubicBezTo>
                    <a:pt x="137754" y="19924"/>
                    <a:pt x="106578" y="85"/>
                    <a:pt x="72568" y="85"/>
                  </a:cubicBezTo>
                  <a:cubicBezTo>
                    <a:pt x="36786" y="85"/>
                    <a:pt x="9862" y="21341"/>
                    <a:pt x="9862" y="48266"/>
                  </a:cubicBezTo>
                  <a:cubicBezTo>
                    <a:pt x="9862" y="59957"/>
                    <a:pt x="17656" y="66688"/>
                    <a:pt x="27930" y="66688"/>
                  </a:cubicBezTo>
                  <a:cubicBezTo>
                    <a:pt x="38912" y="66688"/>
                    <a:pt x="45997" y="58894"/>
                    <a:pt x="45997" y="48620"/>
                  </a:cubicBezTo>
                  <a:cubicBezTo>
                    <a:pt x="45997" y="30906"/>
                    <a:pt x="29347" y="30906"/>
                    <a:pt x="24033" y="30906"/>
                  </a:cubicBezTo>
                  <a:cubicBezTo>
                    <a:pt x="35015" y="13547"/>
                    <a:pt x="58397" y="8941"/>
                    <a:pt x="71151" y="8941"/>
                  </a:cubicBezTo>
                  <a:cubicBezTo>
                    <a:pt x="85676" y="8941"/>
                    <a:pt x="105161" y="16735"/>
                    <a:pt x="105161" y="48620"/>
                  </a:cubicBezTo>
                  <a:cubicBezTo>
                    <a:pt x="105161" y="52871"/>
                    <a:pt x="104452" y="73419"/>
                    <a:pt x="95241" y="89007"/>
                  </a:cubicBezTo>
                  <a:cubicBezTo>
                    <a:pt x="84613" y="106012"/>
                    <a:pt x="72568" y="107075"/>
                    <a:pt x="63711" y="107429"/>
                  </a:cubicBezTo>
                  <a:cubicBezTo>
                    <a:pt x="60877" y="107783"/>
                    <a:pt x="52374" y="108492"/>
                    <a:pt x="49894" y="108492"/>
                  </a:cubicBezTo>
                  <a:cubicBezTo>
                    <a:pt x="47060" y="108846"/>
                    <a:pt x="44580" y="109200"/>
                    <a:pt x="44580" y="112743"/>
                  </a:cubicBezTo>
                  <a:cubicBezTo>
                    <a:pt x="44580" y="116640"/>
                    <a:pt x="47060" y="116640"/>
                    <a:pt x="53083" y="116640"/>
                  </a:cubicBezTo>
                  <a:lnTo>
                    <a:pt x="68671" y="116640"/>
                  </a:lnTo>
                  <a:cubicBezTo>
                    <a:pt x="97721" y="116640"/>
                    <a:pt x="110829" y="140730"/>
                    <a:pt x="110829" y="175449"/>
                  </a:cubicBezTo>
                  <a:cubicBezTo>
                    <a:pt x="110829" y="223630"/>
                    <a:pt x="86384" y="233904"/>
                    <a:pt x="70796" y="233904"/>
                  </a:cubicBezTo>
                  <a:cubicBezTo>
                    <a:pt x="55563" y="233904"/>
                    <a:pt x="28992" y="227881"/>
                    <a:pt x="16593" y="206979"/>
                  </a:cubicBezTo>
                  <a:cubicBezTo>
                    <a:pt x="28992" y="208751"/>
                    <a:pt x="39975" y="200957"/>
                    <a:pt x="39975" y="187494"/>
                  </a:cubicBezTo>
                  <a:cubicBezTo>
                    <a:pt x="39975" y="174741"/>
                    <a:pt x="30409" y="167655"/>
                    <a:pt x="20136" y="167655"/>
                  </a:cubicBezTo>
                  <a:cubicBezTo>
                    <a:pt x="11633" y="167655"/>
                    <a:pt x="296" y="172615"/>
                    <a:pt x="296" y="188203"/>
                  </a:cubicBezTo>
                  <a:cubicBezTo>
                    <a:pt x="296" y="220442"/>
                    <a:pt x="33244" y="243823"/>
                    <a:pt x="71859" y="243823"/>
                  </a:cubicBezTo>
                  <a:cubicBezTo>
                    <a:pt x="115080" y="243823"/>
                    <a:pt x="147319" y="211585"/>
                    <a:pt x="147319" y="175449"/>
                  </a:cubicBezTo>
                  <a:cubicBezTo>
                    <a:pt x="147319" y="146399"/>
                    <a:pt x="125000" y="118766"/>
                    <a:pt x="88156" y="111326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D4CFAA1B-C5FB-9DDA-C476-5A90790C69E2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3272460" y="5315362"/>
              <a:ext cx="141354" cy="243738"/>
            </a:xfrm>
            <a:custGeom>
              <a:avLst/>
              <a:gdLst>
                <a:gd name="connsiteX0" fmla="*/ 141656 w 141354"/>
                <a:gd name="connsiteY0" fmla="*/ 164821 h 243738"/>
                <a:gd name="connsiteX1" fmla="*/ 74344 w 141354"/>
                <a:gd name="connsiteY1" fmla="*/ 87235 h 243738"/>
                <a:gd name="connsiteX2" fmla="*/ 29352 w 141354"/>
                <a:gd name="connsiteY2" fmla="*/ 105303 h 243738"/>
                <a:gd name="connsiteX3" fmla="*/ 29352 w 141354"/>
                <a:gd name="connsiteY3" fmla="*/ 36220 h 243738"/>
                <a:gd name="connsiteX4" fmla="*/ 59465 w 141354"/>
                <a:gd name="connsiteY4" fmla="*/ 40826 h 243738"/>
                <a:gd name="connsiteX5" fmla="*/ 127839 w 141354"/>
                <a:gd name="connsiteY5" fmla="*/ 3982 h 243738"/>
                <a:gd name="connsiteX6" fmla="*/ 124296 w 141354"/>
                <a:gd name="connsiteY6" fmla="*/ 85 h 243738"/>
                <a:gd name="connsiteX7" fmla="*/ 121462 w 141354"/>
                <a:gd name="connsiteY7" fmla="*/ 1148 h 243738"/>
                <a:gd name="connsiteX8" fmla="*/ 73281 w 141354"/>
                <a:gd name="connsiteY8" fmla="*/ 11421 h 243738"/>
                <a:gd name="connsiteX9" fmla="*/ 26163 w 141354"/>
                <a:gd name="connsiteY9" fmla="*/ 1502 h 243738"/>
                <a:gd name="connsiteX10" fmla="*/ 21912 w 141354"/>
                <a:gd name="connsiteY10" fmla="*/ 439 h 243738"/>
                <a:gd name="connsiteX11" fmla="*/ 18369 w 141354"/>
                <a:gd name="connsiteY11" fmla="*/ 8941 h 243738"/>
                <a:gd name="connsiteX12" fmla="*/ 18369 w 141354"/>
                <a:gd name="connsiteY12" fmla="*/ 113806 h 243738"/>
                <a:gd name="connsiteX13" fmla="*/ 23329 w 141354"/>
                <a:gd name="connsiteY13" fmla="*/ 123017 h 243738"/>
                <a:gd name="connsiteX14" fmla="*/ 27934 w 141354"/>
                <a:gd name="connsiteY14" fmla="*/ 119828 h 243738"/>
                <a:gd name="connsiteX15" fmla="*/ 73636 w 141354"/>
                <a:gd name="connsiteY15" fmla="*/ 95029 h 243738"/>
                <a:gd name="connsiteX16" fmla="*/ 103749 w 141354"/>
                <a:gd name="connsiteY16" fmla="*/ 117703 h 243738"/>
                <a:gd name="connsiteX17" fmla="*/ 110125 w 141354"/>
                <a:gd name="connsiteY17" fmla="*/ 162341 h 243738"/>
                <a:gd name="connsiteX18" fmla="*/ 101623 w 141354"/>
                <a:gd name="connsiteY18" fmla="*/ 210876 h 243738"/>
                <a:gd name="connsiteX19" fmla="*/ 63716 w 141354"/>
                <a:gd name="connsiteY19" fmla="*/ 233904 h 243738"/>
                <a:gd name="connsiteX20" fmla="*/ 11638 w 141354"/>
                <a:gd name="connsiteY20" fmla="*/ 194225 h 243738"/>
                <a:gd name="connsiteX21" fmla="*/ 17661 w 141354"/>
                <a:gd name="connsiteY21" fmla="*/ 194934 h 243738"/>
                <a:gd name="connsiteX22" fmla="*/ 35374 w 141354"/>
                <a:gd name="connsiteY22" fmla="*/ 177575 h 243738"/>
                <a:gd name="connsiteX23" fmla="*/ 17661 w 141354"/>
                <a:gd name="connsiteY23" fmla="*/ 160215 h 243738"/>
                <a:gd name="connsiteX24" fmla="*/ 301 w 141354"/>
                <a:gd name="connsiteY24" fmla="*/ 178992 h 243738"/>
                <a:gd name="connsiteX25" fmla="*/ 64424 w 141354"/>
                <a:gd name="connsiteY25" fmla="*/ 243823 h 243738"/>
                <a:gd name="connsiteX26" fmla="*/ 141656 w 141354"/>
                <a:gd name="connsiteY26" fmla="*/ 16482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3738">
                  <a:moveTo>
                    <a:pt x="141656" y="164821"/>
                  </a:moveTo>
                  <a:cubicBezTo>
                    <a:pt x="141656" y="122663"/>
                    <a:pt x="112605" y="87235"/>
                    <a:pt x="74344" y="87235"/>
                  </a:cubicBezTo>
                  <a:cubicBezTo>
                    <a:pt x="57339" y="87235"/>
                    <a:pt x="42105" y="92904"/>
                    <a:pt x="29352" y="105303"/>
                  </a:cubicBezTo>
                  <a:lnTo>
                    <a:pt x="29352" y="36220"/>
                  </a:lnTo>
                  <a:cubicBezTo>
                    <a:pt x="36437" y="38346"/>
                    <a:pt x="48128" y="40826"/>
                    <a:pt x="59465" y="40826"/>
                  </a:cubicBezTo>
                  <a:cubicBezTo>
                    <a:pt x="103040" y="40826"/>
                    <a:pt x="127839" y="8587"/>
                    <a:pt x="127839" y="3982"/>
                  </a:cubicBezTo>
                  <a:cubicBezTo>
                    <a:pt x="127839" y="1856"/>
                    <a:pt x="126776" y="85"/>
                    <a:pt x="124296" y="85"/>
                  </a:cubicBezTo>
                  <a:cubicBezTo>
                    <a:pt x="123942" y="85"/>
                    <a:pt x="123234" y="85"/>
                    <a:pt x="121462" y="1148"/>
                  </a:cubicBezTo>
                  <a:cubicBezTo>
                    <a:pt x="114377" y="4336"/>
                    <a:pt x="97017" y="11421"/>
                    <a:pt x="73281" y="11421"/>
                  </a:cubicBezTo>
                  <a:cubicBezTo>
                    <a:pt x="59110" y="11421"/>
                    <a:pt x="42814" y="8941"/>
                    <a:pt x="26163" y="1502"/>
                  </a:cubicBezTo>
                  <a:cubicBezTo>
                    <a:pt x="23329" y="439"/>
                    <a:pt x="22620" y="439"/>
                    <a:pt x="21912" y="439"/>
                  </a:cubicBezTo>
                  <a:cubicBezTo>
                    <a:pt x="18369" y="439"/>
                    <a:pt x="18369" y="3273"/>
                    <a:pt x="18369" y="8941"/>
                  </a:cubicBezTo>
                  <a:lnTo>
                    <a:pt x="18369" y="113806"/>
                  </a:lnTo>
                  <a:cubicBezTo>
                    <a:pt x="18369" y="120183"/>
                    <a:pt x="18369" y="123017"/>
                    <a:pt x="23329" y="123017"/>
                  </a:cubicBezTo>
                  <a:cubicBezTo>
                    <a:pt x="25809" y="123017"/>
                    <a:pt x="26517" y="121954"/>
                    <a:pt x="27934" y="119828"/>
                  </a:cubicBezTo>
                  <a:cubicBezTo>
                    <a:pt x="31831" y="114160"/>
                    <a:pt x="44940" y="95029"/>
                    <a:pt x="73636" y="95029"/>
                  </a:cubicBezTo>
                  <a:cubicBezTo>
                    <a:pt x="92058" y="95029"/>
                    <a:pt x="100914" y="111326"/>
                    <a:pt x="103749" y="117703"/>
                  </a:cubicBezTo>
                  <a:cubicBezTo>
                    <a:pt x="109417" y="130811"/>
                    <a:pt x="110125" y="144627"/>
                    <a:pt x="110125" y="162341"/>
                  </a:cubicBezTo>
                  <a:cubicBezTo>
                    <a:pt x="110125" y="174741"/>
                    <a:pt x="110125" y="195997"/>
                    <a:pt x="101623" y="210876"/>
                  </a:cubicBezTo>
                  <a:cubicBezTo>
                    <a:pt x="93120" y="224693"/>
                    <a:pt x="80012" y="233904"/>
                    <a:pt x="63716" y="233904"/>
                  </a:cubicBezTo>
                  <a:cubicBezTo>
                    <a:pt x="37854" y="233904"/>
                    <a:pt x="17661" y="215127"/>
                    <a:pt x="11638" y="194225"/>
                  </a:cubicBezTo>
                  <a:cubicBezTo>
                    <a:pt x="12701" y="194580"/>
                    <a:pt x="13764" y="194934"/>
                    <a:pt x="17661" y="194934"/>
                  </a:cubicBezTo>
                  <a:cubicBezTo>
                    <a:pt x="29352" y="194934"/>
                    <a:pt x="35374" y="186077"/>
                    <a:pt x="35374" y="177575"/>
                  </a:cubicBezTo>
                  <a:cubicBezTo>
                    <a:pt x="35374" y="169072"/>
                    <a:pt x="29352" y="160215"/>
                    <a:pt x="17661" y="160215"/>
                  </a:cubicBezTo>
                  <a:cubicBezTo>
                    <a:pt x="12701" y="160215"/>
                    <a:pt x="301" y="162695"/>
                    <a:pt x="301" y="178992"/>
                  </a:cubicBezTo>
                  <a:cubicBezTo>
                    <a:pt x="301" y="209459"/>
                    <a:pt x="24746" y="243823"/>
                    <a:pt x="64424" y="243823"/>
                  </a:cubicBezTo>
                  <a:cubicBezTo>
                    <a:pt x="105520" y="243823"/>
                    <a:pt x="141656" y="209813"/>
                    <a:pt x="141656" y="16482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938A5ED-D862-F397-1398-9CD2F07ACC4F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3449596" y="5315362"/>
              <a:ext cx="141354" cy="243738"/>
            </a:xfrm>
            <a:custGeom>
              <a:avLst/>
              <a:gdLst>
                <a:gd name="connsiteX0" fmla="*/ 141661 w 141354"/>
                <a:gd name="connsiteY0" fmla="*/ 164821 h 243738"/>
                <a:gd name="connsiteX1" fmla="*/ 74349 w 141354"/>
                <a:gd name="connsiteY1" fmla="*/ 87235 h 243738"/>
                <a:gd name="connsiteX2" fmla="*/ 29357 w 141354"/>
                <a:gd name="connsiteY2" fmla="*/ 105303 h 243738"/>
                <a:gd name="connsiteX3" fmla="*/ 29357 w 141354"/>
                <a:gd name="connsiteY3" fmla="*/ 36220 h 243738"/>
                <a:gd name="connsiteX4" fmla="*/ 59470 w 141354"/>
                <a:gd name="connsiteY4" fmla="*/ 40826 h 243738"/>
                <a:gd name="connsiteX5" fmla="*/ 127844 w 141354"/>
                <a:gd name="connsiteY5" fmla="*/ 3982 h 243738"/>
                <a:gd name="connsiteX6" fmla="*/ 124301 w 141354"/>
                <a:gd name="connsiteY6" fmla="*/ 85 h 243738"/>
                <a:gd name="connsiteX7" fmla="*/ 121467 w 141354"/>
                <a:gd name="connsiteY7" fmla="*/ 1148 h 243738"/>
                <a:gd name="connsiteX8" fmla="*/ 73286 w 141354"/>
                <a:gd name="connsiteY8" fmla="*/ 11421 h 243738"/>
                <a:gd name="connsiteX9" fmla="*/ 26168 w 141354"/>
                <a:gd name="connsiteY9" fmla="*/ 1502 h 243738"/>
                <a:gd name="connsiteX10" fmla="*/ 21917 w 141354"/>
                <a:gd name="connsiteY10" fmla="*/ 439 h 243738"/>
                <a:gd name="connsiteX11" fmla="*/ 18374 w 141354"/>
                <a:gd name="connsiteY11" fmla="*/ 8941 h 243738"/>
                <a:gd name="connsiteX12" fmla="*/ 18374 w 141354"/>
                <a:gd name="connsiteY12" fmla="*/ 113806 h 243738"/>
                <a:gd name="connsiteX13" fmla="*/ 23334 w 141354"/>
                <a:gd name="connsiteY13" fmla="*/ 123017 h 243738"/>
                <a:gd name="connsiteX14" fmla="*/ 27939 w 141354"/>
                <a:gd name="connsiteY14" fmla="*/ 119828 h 243738"/>
                <a:gd name="connsiteX15" fmla="*/ 73641 w 141354"/>
                <a:gd name="connsiteY15" fmla="*/ 95029 h 243738"/>
                <a:gd name="connsiteX16" fmla="*/ 103754 w 141354"/>
                <a:gd name="connsiteY16" fmla="*/ 117703 h 243738"/>
                <a:gd name="connsiteX17" fmla="*/ 110130 w 141354"/>
                <a:gd name="connsiteY17" fmla="*/ 162341 h 243738"/>
                <a:gd name="connsiteX18" fmla="*/ 101628 w 141354"/>
                <a:gd name="connsiteY18" fmla="*/ 210876 h 243738"/>
                <a:gd name="connsiteX19" fmla="*/ 63721 w 141354"/>
                <a:gd name="connsiteY19" fmla="*/ 233904 h 243738"/>
                <a:gd name="connsiteX20" fmla="*/ 11643 w 141354"/>
                <a:gd name="connsiteY20" fmla="*/ 194225 h 243738"/>
                <a:gd name="connsiteX21" fmla="*/ 17666 w 141354"/>
                <a:gd name="connsiteY21" fmla="*/ 194934 h 243738"/>
                <a:gd name="connsiteX22" fmla="*/ 35379 w 141354"/>
                <a:gd name="connsiteY22" fmla="*/ 177575 h 243738"/>
                <a:gd name="connsiteX23" fmla="*/ 17666 w 141354"/>
                <a:gd name="connsiteY23" fmla="*/ 160215 h 243738"/>
                <a:gd name="connsiteX24" fmla="*/ 306 w 141354"/>
                <a:gd name="connsiteY24" fmla="*/ 178992 h 243738"/>
                <a:gd name="connsiteX25" fmla="*/ 64429 w 141354"/>
                <a:gd name="connsiteY25" fmla="*/ 243823 h 243738"/>
                <a:gd name="connsiteX26" fmla="*/ 141661 w 141354"/>
                <a:gd name="connsiteY26" fmla="*/ 16482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3738">
                  <a:moveTo>
                    <a:pt x="141661" y="164821"/>
                  </a:moveTo>
                  <a:cubicBezTo>
                    <a:pt x="141661" y="122663"/>
                    <a:pt x="112610" y="87235"/>
                    <a:pt x="74349" y="87235"/>
                  </a:cubicBezTo>
                  <a:cubicBezTo>
                    <a:pt x="57344" y="87235"/>
                    <a:pt x="42110" y="92904"/>
                    <a:pt x="29357" y="105303"/>
                  </a:cubicBezTo>
                  <a:lnTo>
                    <a:pt x="29357" y="36220"/>
                  </a:lnTo>
                  <a:cubicBezTo>
                    <a:pt x="36442" y="38346"/>
                    <a:pt x="48133" y="40826"/>
                    <a:pt x="59470" y="40826"/>
                  </a:cubicBezTo>
                  <a:cubicBezTo>
                    <a:pt x="103045" y="40826"/>
                    <a:pt x="127844" y="8587"/>
                    <a:pt x="127844" y="3982"/>
                  </a:cubicBezTo>
                  <a:cubicBezTo>
                    <a:pt x="127844" y="1856"/>
                    <a:pt x="126781" y="85"/>
                    <a:pt x="124301" y="85"/>
                  </a:cubicBezTo>
                  <a:cubicBezTo>
                    <a:pt x="123947" y="85"/>
                    <a:pt x="123239" y="85"/>
                    <a:pt x="121467" y="1148"/>
                  </a:cubicBezTo>
                  <a:cubicBezTo>
                    <a:pt x="114382" y="4336"/>
                    <a:pt x="97022" y="11421"/>
                    <a:pt x="73286" y="11421"/>
                  </a:cubicBezTo>
                  <a:cubicBezTo>
                    <a:pt x="59115" y="11421"/>
                    <a:pt x="42819" y="8941"/>
                    <a:pt x="26168" y="1502"/>
                  </a:cubicBezTo>
                  <a:cubicBezTo>
                    <a:pt x="23334" y="439"/>
                    <a:pt x="22625" y="439"/>
                    <a:pt x="21917" y="439"/>
                  </a:cubicBezTo>
                  <a:cubicBezTo>
                    <a:pt x="18374" y="439"/>
                    <a:pt x="18374" y="3273"/>
                    <a:pt x="18374" y="8941"/>
                  </a:cubicBezTo>
                  <a:lnTo>
                    <a:pt x="18374" y="113806"/>
                  </a:lnTo>
                  <a:cubicBezTo>
                    <a:pt x="18374" y="120183"/>
                    <a:pt x="18374" y="123017"/>
                    <a:pt x="23334" y="123017"/>
                  </a:cubicBezTo>
                  <a:cubicBezTo>
                    <a:pt x="25814" y="123017"/>
                    <a:pt x="26522" y="121954"/>
                    <a:pt x="27939" y="119828"/>
                  </a:cubicBezTo>
                  <a:cubicBezTo>
                    <a:pt x="31836" y="114160"/>
                    <a:pt x="44945" y="95029"/>
                    <a:pt x="73641" y="95029"/>
                  </a:cubicBezTo>
                  <a:cubicBezTo>
                    <a:pt x="92063" y="95029"/>
                    <a:pt x="100919" y="111326"/>
                    <a:pt x="103754" y="117703"/>
                  </a:cubicBezTo>
                  <a:cubicBezTo>
                    <a:pt x="109422" y="130811"/>
                    <a:pt x="110130" y="144627"/>
                    <a:pt x="110130" y="162341"/>
                  </a:cubicBezTo>
                  <a:cubicBezTo>
                    <a:pt x="110130" y="174741"/>
                    <a:pt x="110130" y="195997"/>
                    <a:pt x="101628" y="210876"/>
                  </a:cubicBezTo>
                  <a:cubicBezTo>
                    <a:pt x="93125" y="224693"/>
                    <a:pt x="80017" y="233904"/>
                    <a:pt x="63721" y="233904"/>
                  </a:cubicBezTo>
                  <a:cubicBezTo>
                    <a:pt x="37859" y="233904"/>
                    <a:pt x="17666" y="215127"/>
                    <a:pt x="11643" y="194225"/>
                  </a:cubicBezTo>
                  <a:cubicBezTo>
                    <a:pt x="12706" y="194580"/>
                    <a:pt x="13769" y="194934"/>
                    <a:pt x="17666" y="194934"/>
                  </a:cubicBezTo>
                  <a:cubicBezTo>
                    <a:pt x="29357" y="194934"/>
                    <a:pt x="35379" y="186077"/>
                    <a:pt x="35379" y="177575"/>
                  </a:cubicBezTo>
                  <a:cubicBezTo>
                    <a:pt x="35379" y="169072"/>
                    <a:pt x="29357" y="160215"/>
                    <a:pt x="17666" y="160215"/>
                  </a:cubicBezTo>
                  <a:cubicBezTo>
                    <a:pt x="12706" y="160215"/>
                    <a:pt x="306" y="162695"/>
                    <a:pt x="306" y="178992"/>
                  </a:cubicBezTo>
                  <a:cubicBezTo>
                    <a:pt x="306" y="209459"/>
                    <a:pt x="24751" y="243823"/>
                    <a:pt x="64429" y="243823"/>
                  </a:cubicBezTo>
                  <a:cubicBezTo>
                    <a:pt x="105525" y="243823"/>
                    <a:pt x="141661" y="209813"/>
                    <a:pt x="141661" y="16482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F27DCC5-E871-CC4A-64B4-8C8B52841CCC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3707583" y="5344767"/>
              <a:ext cx="235590" cy="235944"/>
            </a:xfrm>
            <a:custGeom>
              <a:avLst/>
              <a:gdLst>
                <a:gd name="connsiteX0" fmla="*/ 125371 w 235590"/>
                <a:gd name="connsiteY0" fmla="*/ 125143 h 235944"/>
                <a:gd name="connsiteX1" fmla="*/ 224213 w 235590"/>
                <a:gd name="connsiteY1" fmla="*/ 125143 h 235944"/>
                <a:gd name="connsiteX2" fmla="*/ 235904 w 235590"/>
                <a:gd name="connsiteY2" fmla="*/ 118057 h 235944"/>
                <a:gd name="connsiteX3" fmla="*/ 224213 w 235590"/>
                <a:gd name="connsiteY3" fmla="*/ 110972 h 235944"/>
                <a:gd name="connsiteX4" fmla="*/ 125371 w 235590"/>
                <a:gd name="connsiteY4" fmla="*/ 110972 h 235944"/>
                <a:gd name="connsiteX5" fmla="*/ 125371 w 235590"/>
                <a:gd name="connsiteY5" fmla="*/ 11776 h 235944"/>
                <a:gd name="connsiteX6" fmla="*/ 118286 w 235590"/>
                <a:gd name="connsiteY6" fmla="*/ 85 h 235944"/>
                <a:gd name="connsiteX7" fmla="*/ 111200 w 235590"/>
                <a:gd name="connsiteY7" fmla="*/ 11776 h 235944"/>
                <a:gd name="connsiteX8" fmla="*/ 111200 w 235590"/>
                <a:gd name="connsiteY8" fmla="*/ 110972 h 235944"/>
                <a:gd name="connsiteX9" fmla="*/ 12004 w 235590"/>
                <a:gd name="connsiteY9" fmla="*/ 110972 h 235944"/>
                <a:gd name="connsiteX10" fmla="*/ 313 w 235590"/>
                <a:gd name="connsiteY10" fmla="*/ 118057 h 235944"/>
                <a:gd name="connsiteX11" fmla="*/ 12004 w 235590"/>
                <a:gd name="connsiteY11" fmla="*/ 125143 h 235944"/>
                <a:gd name="connsiteX12" fmla="*/ 111200 w 235590"/>
                <a:gd name="connsiteY12" fmla="*/ 125143 h 235944"/>
                <a:gd name="connsiteX13" fmla="*/ 111200 w 235590"/>
                <a:gd name="connsiteY13" fmla="*/ 224339 h 235944"/>
                <a:gd name="connsiteX14" fmla="*/ 118286 w 235590"/>
                <a:gd name="connsiteY14" fmla="*/ 236029 h 235944"/>
                <a:gd name="connsiteX15" fmla="*/ 125371 w 235590"/>
                <a:gd name="connsiteY15" fmla="*/ 224339 h 235944"/>
                <a:gd name="connsiteX16" fmla="*/ 125371 w 235590"/>
                <a:gd name="connsiteY16" fmla="*/ 125143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590" h="235944">
                  <a:moveTo>
                    <a:pt x="125371" y="125143"/>
                  </a:moveTo>
                  <a:lnTo>
                    <a:pt x="224213" y="125143"/>
                  </a:lnTo>
                  <a:cubicBezTo>
                    <a:pt x="229173" y="125143"/>
                    <a:pt x="235904" y="125143"/>
                    <a:pt x="235904" y="118057"/>
                  </a:cubicBezTo>
                  <a:cubicBezTo>
                    <a:pt x="235904" y="110972"/>
                    <a:pt x="229173" y="110972"/>
                    <a:pt x="224213" y="110972"/>
                  </a:cubicBezTo>
                  <a:lnTo>
                    <a:pt x="125371" y="110972"/>
                  </a:lnTo>
                  <a:lnTo>
                    <a:pt x="125371" y="11776"/>
                  </a:lnTo>
                  <a:cubicBezTo>
                    <a:pt x="125371" y="6816"/>
                    <a:pt x="125371" y="85"/>
                    <a:pt x="118286" y="85"/>
                  </a:cubicBezTo>
                  <a:cubicBezTo>
                    <a:pt x="111200" y="85"/>
                    <a:pt x="111200" y="6816"/>
                    <a:pt x="111200" y="11776"/>
                  </a:cubicBezTo>
                  <a:lnTo>
                    <a:pt x="111200" y="110972"/>
                  </a:lnTo>
                  <a:lnTo>
                    <a:pt x="12004" y="110972"/>
                  </a:lnTo>
                  <a:cubicBezTo>
                    <a:pt x="7045" y="110972"/>
                    <a:pt x="313" y="110972"/>
                    <a:pt x="313" y="118057"/>
                  </a:cubicBezTo>
                  <a:cubicBezTo>
                    <a:pt x="313" y="125143"/>
                    <a:pt x="7045" y="125143"/>
                    <a:pt x="12004" y="125143"/>
                  </a:cubicBezTo>
                  <a:lnTo>
                    <a:pt x="111200" y="125143"/>
                  </a:lnTo>
                  <a:lnTo>
                    <a:pt x="111200" y="224339"/>
                  </a:lnTo>
                  <a:cubicBezTo>
                    <a:pt x="111200" y="229298"/>
                    <a:pt x="111200" y="236029"/>
                    <a:pt x="118286" y="236029"/>
                  </a:cubicBezTo>
                  <a:cubicBezTo>
                    <a:pt x="125371" y="236029"/>
                    <a:pt x="125371" y="229298"/>
                    <a:pt x="125371" y="224339"/>
                  </a:cubicBezTo>
                  <a:lnTo>
                    <a:pt x="125371" y="12514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B8B021A-F753-1AA9-ED66-AE7634FB285A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4055831" y="5315362"/>
              <a:ext cx="149148" cy="243738"/>
            </a:xfrm>
            <a:custGeom>
              <a:avLst/>
              <a:gdLst>
                <a:gd name="connsiteX0" fmla="*/ 149472 w 149148"/>
                <a:gd name="connsiteY0" fmla="*/ 122663 h 243738"/>
                <a:gd name="connsiteX1" fmla="*/ 135301 w 149148"/>
                <a:gd name="connsiteY1" fmla="*/ 39763 h 243738"/>
                <a:gd name="connsiteX2" fmla="*/ 75075 w 149148"/>
                <a:gd name="connsiteY2" fmla="*/ 85 h 243738"/>
                <a:gd name="connsiteX3" fmla="*/ 13432 w 149148"/>
                <a:gd name="connsiteY3" fmla="*/ 42243 h 243738"/>
                <a:gd name="connsiteX4" fmla="*/ 323 w 149148"/>
                <a:gd name="connsiteY4" fmla="*/ 122663 h 243738"/>
                <a:gd name="connsiteX5" fmla="*/ 16266 w 149148"/>
                <a:gd name="connsiteY5" fmla="*/ 208042 h 243738"/>
                <a:gd name="connsiteX6" fmla="*/ 74720 w 149148"/>
                <a:gd name="connsiteY6" fmla="*/ 243823 h 243738"/>
                <a:gd name="connsiteX7" fmla="*/ 136364 w 149148"/>
                <a:gd name="connsiteY7" fmla="*/ 202728 h 243738"/>
                <a:gd name="connsiteX8" fmla="*/ 149472 w 149148"/>
                <a:gd name="connsiteY8" fmla="*/ 122663 h 243738"/>
                <a:gd name="connsiteX9" fmla="*/ 74720 w 149148"/>
                <a:gd name="connsiteY9" fmla="*/ 236029 h 243738"/>
                <a:gd name="connsiteX10" fmla="*/ 33625 w 149148"/>
                <a:gd name="connsiteY10" fmla="*/ 193163 h 243738"/>
                <a:gd name="connsiteX11" fmla="*/ 29728 w 149148"/>
                <a:gd name="connsiteY11" fmla="*/ 118411 h 243738"/>
                <a:gd name="connsiteX12" fmla="*/ 32562 w 149148"/>
                <a:gd name="connsiteY12" fmla="*/ 53225 h 243738"/>
                <a:gd name="connsiteX13" fmla="*/ 74720 w 149148"/>
                <a:gd name="connsiteY13" fmla="*/ 7879 h 243738"/>
                <a:gd name="connsiteX14" fmla="*/ 116525 w 149148"/>
                <a:gd name="connsiteY14" fmla="*/ 49328 h 243738"/>
                <a:gd name="connsiteX15" fmla="*/ 120067 w 149148"/>
                <a:gd name="connsiteY15" fmla="*/ 118411 h 243738"/>
                <a:gd name="connsiteX16" fmla="*/ 116170 w 149148"/>
                <a:gd name="connsiteY16" fmla="*/ 191746 h 243738"/>
                <a:gd name="connsiteX17" fmla="*/ 74720 w 149148"/>
                <a:gd name="connsiteY17" fmla="*/ 236029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3738">
                  <a:moveTo>
                    <a:pt x="149472" y="122663"/>
                  </a:moveTo>
                  <a:cubicBezTo>
                    <a:pt x="149472" y="94321"/>
                    <a:pt x="147700" y="65979"/>
                    <a:pt x="135301" y="39763"/>
                  </a:cubicBezTo>
                  <a:cubicBezTo>
                    <a:pt x="119004" y="5753"/>
                    <a:pt x="89954" y="85"/>
                    <a:pt x="75075" y="85"/>
                  </a:cubicBezTo>
                  <a:cubicBezTo>
                    <a:pt x="53818" y="85"/>
                    <a:pt x="27957" y="9296"/>
                    <a:pt x="13432" y="42243"/>
                  </a:cubicBezTo>
                  <a:cubicBezTo>
                    <a:pt x="2095" y="66688"/>
                    <a:pt x="323" y="94321"/>
                    <a:pt x="323" y="122663"/>
                  </a:cubicBezTo>
                  <a:cubicBezTo>
                    <a:pt x="323" y="149233"/>
                    <a:pt x="1741" y="181117"/>
                    <a:pt x="16266" y="208042"/>
                  </a:cubicBezTo>
                  <a:cubicBezTo>
                    <a:pt x="31499" y="236738"/>
                    <a:pt x="57361" y="243823"/>
                    <a:pt x="74720" y="243823"/>
                  </a:cubicBezTo>
                  <a:cubicBezTo>
                    <a:pt x="93851" y="243823"/>
                    <a:pt x="120776" y="236384"/>
                    <a:pt x="136364" y="202728"/>
                  </a:cubicBezTo>
                  <a:cubicBezTo>
                    <a:pt x="147700" y="178283"/>
                    <a:pt x="149472" y="150650"/>
                    <a:pt x="149472" y="122663"/>
                  </a:cubicBezTo>
                  <a:close/>
                  <a:moveTo>
                    <a:pt x="74720" y="236029"/>
                  </a:moveTo>
                  <a:cubicBezTo>
                    <a:pt x="60904" y="236029"/>
                    <a:pt x="40002" y="227173"/>
                    <a:pt x="33625" y="193163"/>
                  </a:cubicBezTo>
                  <a:cubicBezTo>
                    <a:pt x="29728" y="171906"/>
                    <a:pt x="29728" y="139313"/>
                    <a:pt x="29728" y="118411"/>
                  </a:cubicBezTo>
                  <a:cubicBezTo>
                    <a:pt x="29728" y="95738"/>
                    <a:pt x="29728" y="72356"/>
                    <a:pt x="32562" y="53225"/>
                  </a:cubicBezTo>
                  <a:cubicBezTo>
                    <a:pt x="39293" y="11067"/>
                    <a:pt x="65864" y="7879"/>
                    <a:pt x="74720" y="7879"/>
                  </a:cubicBezTo>
                  <a:cubicBezTo>
                    <a:pt x="86411" y="7879"/>
                    <a:pt x="109793" y="14256"/>
                    <a:pt x="116525" y="49328"/>
                  </a:cubicBezTo>
                  <a:cubicBezTo>
                    <a:pt x="120067" y="69168"/>
                    <a:pt x="120067" y="96092"/>
                    <a:pt x="120067" y="118411"/>
                  </a:cubicBezTo>
                  <a:cubicBezTo>
                    <a:pt x="120067" y="144982"/>
                    <a:pt x="120067" y="169072"/>
                    <a:pt x="116170" y="191746"/>
                  </a:cubicBezTo>
                  <a:cubicBezTo>
                    <a:pt x="110856" y="225401"/>
                    <a:pt x="90663" y="236029"/>
                    <a:pt x="74720" y="236029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7694A54C-B810-384C-F22B-936CBE10C6F1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4249618" y="5513754"/>
              <a:ext cx="37552" cy="37552"/>
            </a:xfrm>
            <a:custGeom>
              <a:avLst/>
              <a:gdLst>
                <a:gd name="connsiteX0" fmla="*/ 37881 w 37552"/>
                <a:gd name="connsiteY0" fmla="*/ 18861 h 37552"/>
                <a:gd name="connsiteX1" fmla="*/ 19105 w 37552"/>
                <a:gd name="connsiteY1" fmla="*/ 85 h 37552"/>
                <a:gd name="connsiteX2" fmla="*/ 328 w 37552"/>
                <a:gd name="connsiteY2" fmla="*/ 18861 h 37552"/>
                <a:gd name="connsiteX3" fmla="*/ 19105 w 37552"/>
                <a:gd name="connsiteY3" fmla="*/ 37637 h 37552"/>
                <a:gd name="connsiteX4" fmla="*/ 37881 w 37552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552">
                  <a:moveTo>
                    <a:pt x="37881" y="18861"/>
                  </a:moveTo>
                  <a:cubicBezTo>
                    <a:pt x="37881" y="8587"/>
                    <a:pt x="29379" y="85"/>
                    <a:pt x="19105" y="85"/>
                  </a:cubicBezTo>
                  <a:cubicBezTo>
                    <a:pt x="8831" y="85"/>
                    <a:pt x="328" y="8587"/>
                    <a:pt x="328" y="18861"/>
                  </a:cubicBezTo>
                  <a:cubicBezTo>
                    <a:pt x="328" y="29135"/>
                    <a:pt x="8831" y="37637"/>
                    <a:pt x="19105" y="37637"/>
                  </a:cubicBezTo>
                  <a:cubicBezTo>
                    <a:pt x="29379" y="37637"/>
                    <a:pt x="37881" y="29135"/>
                    <a:pt x="37881" y="1886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A1A2A76-82BD-61E8-0A15-C51D2A177E31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4337399" y="5311820"/>
              <a:ext cx="151982" cy="247281"/>
            </a:xfrm>
            <a:custGeom>
              <a:avLst/>
              <a:gdLst>
                <a:gd name="connsiteX0" fmla="*/ 149125 w 151982"/>
                <a:gd name="connsiteY0" fmla="*/ 23821 h 247281"/>
                <a:gd name="connsiteX1" fmla="*/ 152314 w 151982"/>
                <a:gd name="connsiteY1" fmla="*/ 11421 h 247281"/>
                <a:gd name="connsiteX2" fmla="*/ 66226 w 151982"/>
                <a:gd name="connsiteY2" fmla="*/ 11421 h 247281"/>
                <a:gd name="connsiteX3" fmla="*/ 20879 w 151982"/>
                <a:gd name="connsiteY3" fmla="*/ 85 h 247281"/>
                <a:gd name="connsiteX4" fmla="*/ 12022 w 151982"/>
                <a:gd name="connsiteY4" fmla="*/ 85 h 247281"/>
                <a:gd name="connsiteX5" fmla="*/ 331 w 151982"/>
                <a:gd name="connsiteY5" fmla="*/ 73065 h 247281"/>
                <a:gd name="connsiteX6" fmla="*/ 9188 w 151982"/>
                <a:gd name="connsiteY6" fmla="*/ 73065 h 247281"/>
                <a:gd name="connsiteX7" fmla="*/ 18045 w 151982"/>
                <a:gd name="connsiteY7" fmla="*/ 40826 h 247281"/>
                <a:gd name="connsiteX8" fmla="*/ 52763 w 151982"/>
                <a:gd name="connsiteY8" fmla="*/ 38700 h 247281"/>
                <a:gd name="connsiteX9" fmla="*/ 126098 w 151982"/>
                <a:gd name="connsiteY9" fmla="*/ 38700 h 247281"/>
                <a:gd name="connsiteX10" fmla="*/ 86419 w 151982"/>
                <a:gd name="connsiteY10" fmla="*/ 94675 h 247281"/>
                <a:gd name="connsiteX11" fmla="*/ 42844 w 151982"/>
                <a:gd name="connsiteY11" fmla="*/ 227881 h 247281"/>
                <a:gd name="connsiteX12" fmla="*/ 59140 w 151982"/>
                <a:gd name="connsiteY12" fmla="*/ 247366 h 247281"/>
                <a:gd name="connsiteX13" fmla="*/ 75437 w 151982"/>
                <a:gd name="connsiteY13" fmla="*/ 227881 h 247281"/>
                <a:gd name="connsiteX14" fmla="*/ 75437 w 151982"/>
                <a:gd name="connsiteY14" fmla="*/ 209813 h 247281"/>
                <a:gd name="connsiteX15" fmla="*/ 79334 w 151982"/>
                <a:gd name="connsiteY15" fmla="*/ 151713 h 247281"/>
                <a:gd name="connsiteX16" fmla="*/ 101299 w 151982"/>
                <a:gd name="connsiteY16" fmla="*/ 91132 h 247281"/>
                <a:gd name="connsiteX17" fmla="*/ 149125 w 151982"/>
                <a:gd name="connsiteY17" fmla="*/ 23821 h 247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982" h="247281">
                  <a:moveTo>
                    <a:pt x="149125" y="23821"/>
                  </a:moveTo>
                  <a:cubicBezTo>
                    <a:pt x="152314" y="19570"/>
                    <a:pt x="152314" y="18861"/>
                    <a:pt x="152314" y="11421"/>
                  </a:cubicBezTo>
                  <a:lnTo>
                    <a:pt x="66226" y="11421"/>
                  </a:lnTo>
                  <a:cubicBezTo>
                    <a:pt x="23005" y="11421"/>
                    <a:pt x="22296" y="6816"/>
                    <a:pt x="20879" y="85"/>
                  </a:cubicBezTo>
                  <a:lnTo>
                    <a:pt x="12022" y="85"/>
                  </a:lnTo>
                  <a:lnTo>
                    <a:pt x="331" y="73065"/>
                  </a:lnTo>
                  <a:lnTo>
                    <a:pt x="9188" y="73065"/>
                  </a:lnTo>
                  <a:cubicBezTo>
                    <a:pt x="10251" y="67396"/>
                    <a:pt x="13439" y="45077"/>
                    <a:pt x="18045" y="40826"/>
                  </a:cubicBezTo>
                  <a:cubicBezTo>
                    <a:pt x="20525" y="38700"/>
                    <a:pt x="48158" y="38700"/>
                    <a:pt x="52763" y="38700"/>
                  </a:cubicBezTo>
                  <a:lnTo>
                    <a:pt x="126098" y="38700"/>
                  </a:lnTo>
                  <a:cubicBezTo>
                    <a:pt x="122201" y="44369"/>
                    <a:pt x="94213" y="82984"/>
                    <a:pt x="86419" y="94675"/>
                  </a:cubicBezTo>
                  <a:cubicBezTo>
                    <a:pt x="54535" y="142502"/>
                    <a:pt x="42844" y="191746"/>
                    <a:pt x="42844" y="227881"/>
                  </a:cubicBezTo>
                  <a:cubicBezTo>
                    <a:pt x="42844" y="231424"/>
                    <a:pt x="42844" y="247366"/>
                    <a:pt x="59140" y="247366"/>
                  </a:cubicBezTo>
                  <a:cubicBezTo>
                    <a:pt x="75437" y="247366"/>
                    <a:pt x="75437" y="231424"/>
                    <a:pt x="75437" y="227881"/>
                  </a:cubicBezTo>
                  <a:lnTo>
                    <a:pt x="75437" y="209813"/>
                  </a:lnTo>
                  <a:cubicBezTo>
                    <a:pt x="75437" y="190328"/>
                    <a:pt x="76500" y="170844"/>
                    <a:pt x="79334" y="151713"/>
                  </a:cubicBezTo>
                  <a:cubicBezTo>
                    <a:pt x="80751" y="143565"/>
                    <a:pt x="85711" y="113097"/>
                    <a:pt x="101299" y="91132"/>
                  </a:cubicBezTo>
                  <a:lnTo>
                    <a:pt x="149125" y="23821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A2C65A70-FA4D-BE04-889B-8A30D0C928FB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4509576" y="5315362"/>
              <a:ext cx="147022" cy="243738"/>
            </a:xfrm>
            <a:custGeom>
              <a:avLst/>
              <a:gdLst>
                <a:gd name="connsiteX0" fmla="*/ 115474 w 147022"/>
                <a:gd name="connsiteY0" fmla="*/ 123371 h 243738"/>
                <a:gd name="connsiteX1" fmla="*/ 115474 w 147022"/>
                <a:gd name="connsiteY1" fmla="*/ 134708 h 243738"/>
                <a:gd name="connsiteX2" fmla="*/ 58082 w 147022"/>
                <a:gd name="connsiteY2" fmla="*/ 233904 h 243738"/>
                <a:gd name="connsiteX3" fmla="*/ 23364 w 147022"/>
                <a:gd name="connsiteY3" fmla="*/ 221150 h 243738"/>
                <a:gd name="connsiteX4" fmla="*/ 41786 w 147022"/>
                <a:gd name="connsiteY4" fmla="*/ 204854 h 243738"/>
                <a:gd name="connsiteX5" fmla="*/ 25489 w 147022"/>
                <a:gd name="connsiteY5" fmla="*/ 188557 h 243738"/>
                <a:gd name="connsiteX6" fmla="*/ 9193 w 147022"/>
                <a:gd name="connsiteY6" fmla="*/ 205562 h 243738"/>
                <a:gd name="connsiteX7" fmla="*/ 58437 w 147022"/>
                <a:gd name="connsiteY7" fmla="*/ 243823 h 243738"/>
                <a:gd name="connsiteX8" fmla="*/ 147359 w 147022"/>
                <a:gd name="connsiteY8" fmla="*/ 119474 h 243738"/>
                <a:gd name="connsiteX9" fmla="*/ 75087 w 147022"/>
                <a:gd name="connsiteY9" fmla="*/ 85 h 243738"/>
                <a:gd name="connsiteX10" fmla="*/ 23010 w 147022"/>
                <a:gd name="connsiteY10" fmla="*/ 22404 h 243738"/>
                <a:gd name="connsiteX11" fmla="*/ 336 w 147022"/>
                <a:gd name="connsiteY11" fmla="*/ 79796 h 243738"/>
                <a:gd name="connsiteX12" fmla="*/ 71190 w 147022"/>
                <a:gd name="connsiteY12" fmla="*/ 158798 h 243738"/>
                <a:gd name="connsiteX13" fmla="*/ 115474 w 147022"/>
                <a:gd name="connsiteY13" fmla="*/ 123371 h 243738"/>
                <a:gd name="connsiteX14" fmla="*/ 71545 w 147022"/>
                <a:gd name="connsiteY14" fmla="*/ 150650 h 243738"/>
                <a:gd name="connsiteX15" fmla="*/ 38597 w 147022"/>
                <a:gd name="connsiteY15" fmla="*/ 128331 h 243738"/>
                <a:gd name="connsiteX16" fmla="*/ 32221 w 147022"/>
                <a:gd name="connsiteY16" fmla="*/ 80150 h 243738"/>
                <a:gd name="connsiteX17" fmla="*/ 39660 w 147022"/>
                <a:gd name="connsiteY17" fmla="*/ 31261 h 243738"/>
                <a:gd name="connsiteX18" fmla="*/ 75087 w 147022"/>
                <a:gd name="connsiteY18" fmla="*/ 8941 h 243738"/>
                <a:gd name="connsiteX19" fmla="*/ 109098 w 147022"/>
                <a:gd name="connsiteY19" fmla="*/ 36929 h 243738"/>
                <a:gd name="connsiteX20" fmla="*/ 114766 w 147022"/>
                <a:gd name="connsiteY20" fmla="*/ 86881 h 243738"/>
                <a:gd name="connsiteX21" fmla="*/ 71545 w 147022"/>
                <a:gd name="connsiteY21" fmla="*/ 15065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022" h="243738">
                  <a:moveTo>
                    <a:pt x="115474" y="123371"/>
                  </a:moveTo>
                  <a:lnTo>
                    <a:pt x="115474" y="134708"/>
                  </a:lnTo>
                  <a:cubicBezTo>
                    <a:pt x="115474" y="217607"/>
                    <a:pt x="78630" y="233904"/>
                    <a:pt x="58082" y="233904"/>
                  </a:cubicBezTo>
                  <a:cubicBezTo>
                    <a:pt x="52060" y="233904"/>
                    <a:pt x="32929" y="233195"/>
                    <a:pt x="23364" y="221150"/>
                  </a:cubicBezTo>
                  <a:cubicBezTo>
                    <a:pt x="38952" y="221150"/>
                    <a:pt x="41786" y="210876"/>
                    <a:pt x="41786" y="204854"/>
                  </a:cubicBezTo>
                  <a:cubicBezTo>
                    <a:pt x="41786" y="193871"/>
                    <a:pt x="33283" y="188557"/>
                    <a:pt x="25489" y="188557"/>
                  </a:cubicBezTo>
                  <a:cubicBezTo>
                    <a:pt x="19821" y="188557"/>
                    <a:pt x="9193" y="191746"/>
                    <a:pt x="9193" y="205562"/>
                  </a:cubicBezTo>
                  <a:cubicBezTo>
                    <a:pt x="9193" y="229298"/>
                    <a:pt x="28324" y="243823"/>
                    <a:pt x="58437" y="243823"/>
                  </a:cubicBezTo>
                  <a:cubicBezTo>
                    <a:pt x="104138" y="243823"/>
                    <a:pt x="147359" y="195643"/>
                    <a:pt x="147359" y="119474"/>
                  </a:cubicBezTo>
                  <a:cubicBezTo>
                    <a:pt x="147359" y="24175"/>
                    <a:pt x="106618" y="85"/>
                    <a:pt x="75087" y="85"/>
                  </a:cubicBezTo>
                  <a:cubicBezTo>
                    <a:pt x="55603" y="85"/>
                    <a:pt x="38243" y="6462"/>
                    <a:pt x="23010" y="22404"/>
                  </a:cubicBezTo>
                  <a:cubicBezTo>
                    <a:pt x="8484" y="38346"/>
                    <a:pt x="336" y="53225"/>
                    <a:pt x="336" y="79796"/>
                  </a:cubicBezTo>
                  <a:cubicBezTo>
                    <a:pt x="336" y="124080"/>
                    <a:pt x="31512" y="158798"/>
                    <a:pt x="71190" y="158798"/>
                  </a:cubicBezTo>
                  <a:cubicBezTo>
                    <a:pt x="92801" y="158798"/>
                    <a:pt x="107326" y="143919"/>
                    <a:pt x="115474" y="123371"/>
                  </a:cubicBezTo>
                  <a:close/>
                  <a:moveTo>
                    <a:pt x="71545" y="150650"/>
                  </a:moveTo>
                  <a:cubicBezTo>
                    <a:pt x="65876" y="150650"/>
                    <a:pt x="49580" y="150650"/>
                    <a:pt x="38597" y="128331"/>
                  </a:cubicBezTo>
                  <a:cubicBezTo>
                    <a:pt x="32221" y="115223"/>
                    <a:pt x="32221" y="97509"/>
                    <a:pt x="32221" y="80150"/>
                  </a:cubicBezTo>
                  <a:cubicBezTo>
                    <a:pt x="32221" y="61019"/>
                    <a:pt x="32221" y="44369"/>
                    <a:pt x="39660" y="31261"/>
                  </a:cubicBezTo>
                  <a:cubicBezTo>
                    <a:pt x="49226" y="13547"/>
                    <a:pt x="62688" y="8941"/>
                    <a:pt x="75087" y="8941"/>
                  </a:cubicBezTo>
                  <a:cubicBezTo>
                    <a:pt x="91384" y="8941"/>
                    <a:pt x="103075" y="20987"/>
                    <a:pt x="109098" y="36929"/>
                  </a:cubicBezTo>
                  <a:cubicBezTo>
                    <a:pt x="113349" y="48266"/>
                    <a:pt x="114766" y="70585"/>
                    <a:pt x="114766" y="86881"/>
                  </a:cubicBezTo>
                  <a:cubicBezTo>
                    <a:pt x="114766" y="116286"/>
                    <a:pt x="102721" y="150650"/>
                    <a:pt x="71545" y="15065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1DA4D62B-85F1-2589-C6BD-7CE49810DE91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4689546" y="5315362"/>
              <a:ext cx="141354" cy="243738"/>
            </a:xfrm>
            <a:custGeom>
              <a:avLst/>
              <a:gdLst>
                <a:gd name="connsiteX0" fmla="*/ 141695 w 141354"/>
                <a:gd name="connsiteY0" fmla="*/ 164821 h 243738"/>
                <a:gd name="connsiteX1" fmla="*/ 74384 w 141354"/>
                <a:gd name="connsiteY1" fmla="*/ 87235 h 243738"/>
                <a:gd name="connsiteX2" fmla="*/ 29391 w 141354"/>
                <a:gd name="connsiteY2" fmla="*/ 105303 h 243738"/>
                <a:gd name="connsiteX3" fmla="*/ 29391 w 141354"/>
                <a:gd name="connsiteY3" fmla="*/ 36220 h 243738"/>
                <a:gd name="connsiteX4" fmla="*/ 59505 w 141354"/>
                <a:gd name="connsiteY4" fmla="*/ 40826 h 243738"/>
                <a:gd name="connsiteX5" fmla="*/ 127879 w 141354"/>
                <a:gd name="connsiteY5" fmla="*/ 3982 h 243738"/>
                <a:gd name="connsiteX6" fmla="*/ 124336 w 141354"/>
                <a:gd name="connsiteY6" fmla="*/ 85 h 243738"/>
                <a:gd name="connsiteX7" fmla="*/ 121502 w 141354"/>
                <a:gd name="connsiteY7" fmla="*/ 1148 h 243738"/>
                <a:gd name="connsiteX8" fmla="*/ 73321 w 141354"/>
                <a:gd name="connsiteY8" fmla="*/ 11421 h 243738"/>
                <a:gd name="connsiteX9" fmla="*/ 26203 w 141354"/>
                <a:gd name="connsiteY9" fmla="*/ 1502 h 243738"/>
                <a:gd name="connsiteX10" fmla="*/ 21952 w 141354"/>
                <a:gd name="connsiteY10" fmla="*/ 439 h 243738"/>
                <a:gd name="connsiteX11" fmla="*/ 18409 w 141354"/>
                <a:gd name="connsiteY11" fmla="*/ 8941 h 243738"/>
                <a:gd name="connsiteX12" fmla="*/ 18409 w 141354"/>
                <a:gd name="connsiteY12" fmla="*/ 113806 h 243738"/>
                <a:gd name="connsiteX13" fmla="*/ 23369 w 141354"/>
                <a:gd name="connsiteY13" fmla="*/ 123017 h 243738"/>
                <a:gd name="connsiteX14" fmla="*/ 27974 w 141354"/>
                <a:gd name="connsiteY14" fmla="*/ 119828 h 243738"/>
                <a:gd name="connsiteX15" fmla="*/ 73675 w 141354"/>
                <a:gd name="connsiteY15" fmla="*/ 95029 h 243738"/>
                <a:gd name="connsiteX16" fmla="*/ 103788 w 141354"/>
                <a:gd name="connsiteY16" fmla="*/ 117703 h 243738"/>
                <a:gd name="connsiteX17" fmla="*/ 110165 w 141354"/>
                <a:gd name="connsiteY17" fmla="*/ 162341 h 243738"/>
                <a:gd name="connsiteX18" fmla="*/ 101663 w 141354"/>
                <a:gd name="connsiteY18" fmla="*/ 210876 h 243738"/>
                <a:gd name="connsiteX19" fmla="*/ 63756 w 141354"/>
                <a:gd name="connsiteY19" fmla="*/ 233904 h 243738"/>
                <a:gd name="connsiteX20" fmla="*/ 11678 w 141354"/>
                <a:gd name="connsiteY20" fmla="*/ 194225 h 243738"/>
                <a:gd name="connsiteX21" fmla="*/ 17700 w 141354"/>
                <a:gd name="connsiteY21" fmla="*/ 194934 h 243738"/>
                <a:gd name="connsiteX22" fmla="*/ 35414 w 141354"/>
                <a:gd name="connsiteY22" fmla="*/ 177575 h 243738"/>
                <a:gd name="connsiteX23" fmla="*/ 17700 w 141354"/>
                <a:gd name="connsiteY23" fmla="*/ 160215 h 243738"/>
                <a:gd name="connsiteX24" fmla="*/ 341 w 141354"/>
                <a:gd name="connsiteY24" fmla="*/ 178992 h 243738"/>
                <a:gd name="connsiteX25" fmla="*/ 64464 w 141354"/>
                <a:gd name="connsiteY25" fmla="*/ 243823 h 243738"/>
                <a:gd name="connsiteX26" fmla="*/ 141695 w 141354"/>
                <a:gd name="connsiteY26" fmla="*/ 16482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3738">
                  <a:moveTo>
                    <a:pt x="141695" y="164821"/>
                  </a:moveTo>
                  <a:cubicBezTo>
                    <a:pt x="141695" y="122663"/>
                    <a:pt x="112645" y="87235"/>
                    <a:pt x="74384" y="87235"/>
                  </a:cubicBezTo>
                  <a:cubicBezTo>
                    <a:pt x="57379" y="87235"/>
                    <a:pt x="42145" y="92904"/>
                    <a:pt x="29391" y="105303"/>
                  </a:cubicBezTo>
                  <a:lnTo>
                    <a:pt x="29391" y="36220"/>
                  </a:lnTo>
                  <a:cubicBezTo>
                    <a:pt x="36477" y="38346"/>
                    <a:pt x="48168" y="40826"/>
                    <a:pt x="59505" y="40826"/>
                  </a:cubicBezTo>
                  <a:cubicBezTo>
                    <a:pt x="103080" y="40826"/>
                    <a:pt x="127879" y="8587"/>
                    <a:pt x="127879" y="3982"/>
                  </a:cubicBezTo>
                  <a:cubicBezTo>
                    <a:pt x="127879" y="1856"/>
                    <a:pt x="126816" y="85"/>
                    <a:pt x="124336" y="85"/>
                  </a:cubicBezTo>
                  <a:cubicBezTo>
                    <a:pt x="123982" y="85"/>
                    <a:pt x="123273" y="85"/>
                    <a:pt x="121502" y="1148"/>
                  </a:cubicBezTo>
                  <a:cubicBezTo>
                    <a:pt x="114417" y="4336"/>
                    <a:pt x="97057" y="11421"/>
                    <a:pt x="73321" y="11421"/>
                  </a:cubicBezTo>
                  <a:cubicBezTo>
                    <a:pt x="59150" y="11421"/>
                    <a:pt x="42854" y="8941"/>
                    <a:pt x="26203" y="1502"/>
                  </a:cubicBezTo>
                  <a:cubicBezTo>
                    <a:pt x="23369" y="439"/>
                    <a:pt x="22660" y="439"/>
                    <a:pt x="21952" y="439"/>
                  </a:cubicBezTo>
                  <a:cubicBezTo>
                    <a:pt x="18409" y="439"/>
                    <a:pt x="18409" y="3273"/>
                    <a:pt x="18409" y="8941"/>
                  </a:cubicBezTo>
                  <a:lnTo>
                    <a:pt x="18409" y="113806"/>
                  </a:lnTo>
                  <a:cubicBezTo>
                    <a:pt x="18409" y="120183"/>
                    <a:pt x="18409" y="123017"/>
                    <a:pt x="23369" y="123017"/>
                  </a:cubicBezTo>
                  <a:cubicBezTo>
                    <a:pt x="25849" y="123017"/>
                    <a:pt x="26557" y="121954"/>
                    <a:pt x="27974" y="119828"/>
                  </a:cubicBezTo>
                  <a:cubicBezTo>
                    <a:pt x="31871" y="114160"/>
                    <a:pt x="44979" y="95029"/>
                    <a:pt x="73675" y="95029"/>
                  </a:cubicBezTo>
                  <a:cubicBezTo>
                    <a:pt x="92097" y="95029"/>
                    <a:pt x="100954" y="111326"/>
                    <a:pt x="103788" y="117703"/>
                  </a:cubicBezTo>
                  <a:cubicBezTo>
                    <a:pt x="109457" y="130811"/>
                    <a:pt x="110165" y="144627"/>
                    <a:pt x="110165" y="162341"/>
                  </a:cubicBezTo>
                  <a:cubicBezTo>
                    <a:pt x="110165" y="174741"/>
                    <a:pt x="110165" y="195997"/>
                    <a:pt x="101663" y="210876"/>
                  </a:cubicBezTo>
                  <a:cubicBezTo>
                    <a:pt x="93160" y="224693"/>
                    <a:pt x="80052" y="233904"/>
                    <a:pt x="63756" y="233904"/>
                  </a:cubicBezTo>
                  <a:cubicBezTo>
                    <a:pt x="37894" y="233904"/>
                    <a:pt x="17700" y="215127"/>
                    <a:pt x="11678" y="194225"/>
                  </a:cubicBezTo>
                  <a:cubicBezTo>
                    <a:pt x="12741" y="194580"/>
                    <a:pt x="13803" y="194934"/>
                    <a:pt x="17700" y="194934"/>
                  </a:cubicBezTo>
                  <a:cubicBezTo>
                    <a:pt x="29391" y="194934"/>
                    <a:pt x="35414" y="186077"/>
                    <a:pt x="35414" y="177575"/>
                  </a:cubicBezTo>
                  <a:cubicBezTo>
                    <a:pt x="35414" y="169072"/>
                    <a:pt x="29391" y="160215"/>
                    <a:pt x="17700" y="160215"/>
                  </a:cubicBezTo>
                  <a:cubicBezTo>
                    <a:pt x="12741" y="160215"/>
                    <a:pt x="341" y="162695"/>
                    <a:pt x="341" y="178992"/>
                  </a:cubicBezTo>
                  <a:cubicBezTo>
                    <a:pt x="341" y="209459"/>
                    <a:pt x="24786" y="243823"/>
                    <a:pt x="64464" y="243823"/>
                  </a:cubicBezTo>
                  <a:cubicBezTo>
                    <a:pt x="105560" y="243823"/>
                    <a:pt x="141695" y="209813"/>
                    <a:pt x="141695" y="16482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CD161B5-98E6-7431-50E2-03EBF39F48F6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4918287" y="5394719"/>
              <a:ext cx="176427" cy="160484"/>
            </a:xfrm>
            <a:custGeom>
              <a:avLst/>
              <a:gdLst>
                <a:gd name="connsiteX0" fmla="*/ 108401 w 176427"/>
                <a:gd name="connsiteY0" fmla="*/ 49683 h 160484"/>
                <a:gd name="connsiteX1" fmla="*/ 143473 w 176427"/>
                <a:gd name="connsiteY1" fmla="*/ 7879 h 160484"/>
                <a:gd name="connsiteX2" fmla="*/ 161187 w 176427"/>
                <a:gd name="connsiteY2" fmla="*/ 12484 h 160484"/>
                <a:gd name="connsiteX3" fmla="*/ 144182 w 176427"/>
                <a:gd name="connsiteY3" fmla="*/ 31615 h 160484"/>
                <a:gd name="connsiteX4" fmla="*/ 157644 w 176427"/>
                <a:gd name="connsiteY4" fmla="*/ 44014 h 160484"/>
                <a:gd name="connsiteX5" fmla="*/ 176775 w 176427"/>
                <a:gd name="connsiteY5" fmla="*/ 23467 h 160484"/>
                <a:gd name="connsiteX6" fmla="*/ 143828 w 176427"/>
                <a:gd name="connsiteY6" fmla="*/ 85 h 160484"/>
                <a:gd name="connsiteX7" fmla="*/ 106629 w 176427"/>
                <a:gd name="connsiteY7" fmla="*/ 27009 h 160484"/>
                <a:gd name="connsiteX8" fmla="*/ 68368 w 176427"/>
                <a:gd name="connsiteY8" fmla="*/ 85 h 160484"/>
                <a:gd name="connsiteX9" fmla="*/ 11330 w 176427"/>
                <a:gd name="connsiteY9" fmla="*/ 54643 h 160484"/>
                <a:gd name="connsiteX10" fmla="*/ 15581 w 176427"/>
                <a:gd name="connsiteY10" fmla="*/ 58185 h 160484"/>
                <a:gd name="connsiteX11" fmla="*/ 20187 w 176427"/>
                <a:gd name="connsiteY11" fmla="*/ 54288 h 160484"/>
                <a:gd name="connsiteX12" fmla="*/ 67659 w 176427"/>
                <a:gd name="connsiteY12" fmla="*/ 7879 h 160484"/>
                <a:gd name="connsiteX13" fmla="*/ 86790 w 176427"/>
                <a:gd name="connsiteY13" fmla="*/ 31615 h 160484"/>
                <a:gd name="connsiteX14" fmla="*/ 67659 w 176427"/>
                <a:gd name="connsiteY14" fmla="*/ 115931 h 160484"/>
                <a:gd name="connsiteX15" fmla="*/ 34004 w 176427"/>
                <a:gd name="connsiteY15" fmla="*/ 152776 h 160484"/>
                <a:gd name="connsiteX16" fmla="*/ 16290 w 176427"/>
                <a:gd name="connsiteY16" fmla="*/ 148170 h 160484"/>
                <a:gd name="connsiteX17" fmla="*/ 32941 w 176427"/>
                <a:gd name="connsiteY17" fmla="*/ 129040 h 160484"/>
                <a:gd name="connsiteX18" fmla="*/ 19833 w 176427"/>
                <a:gd name="connsiteY18" fmla="*/ 116640 h 160484"/>
                <a:gd name="connsiteX19" fmla="*/ 348 w 176427"/>
                <a:gd name="connsiteY19" fmla="*/ 137188 h 160484"/>
                <a:gd name="connsiteX20" fmla="*/ 33649 w 176427"/>
                <a:gd name="connsiteY20" fmla="*/ 160570 h 160484"/>
                <a:gd name="connsiteX21" fmla="*/ 70848 w 176427"/>
                <a:gd name="connsiteY21" fmla="*/ 133645 h 160484"/>
                <a:gd name="connsiteX22" fmla="*/ 109109 w 176427"/>
                <a:gd name="connsiteY22" fmla="*/ 160570 h 160484"/>
                <a:gd name="connsiteX23" fmla="*/ 165793 w 176427"/>
                <a:gd name="connsiteY23" fmla="*/ 106012 h 160484"/>
                <a:gd name="connsiteX24" fmla="*/ 161541 w 176427"/>
                <a:gd name="connsiteY24" fmla="*/ 102469 h 160484"/>
                <a:gd name="connsiteX25" fmla="*/ 156936 w 176427"/>
                <a:gd name="connsiteY25" fmla="*/ 106366 h 160484"/>
                <a:gd name="connsiteX26" fmla="*/ 109818 w 176427"/>
                <a:gd name="connsiteY26" fmla="*/ 152776 h 160484"/>
                <a:gd name="connsiteX27" fmla="*/ 90333 w 176427"/>
                <a:gd name="connsiteY27" fmla="*/ 129394 h 160484"/>
                <a:gd name="connsiteX28" fmla="*/ 96355 w 176427"/>
                <a:gd name="connsiteY28" fmla="*/ 98218 h 160484"/>
                <a:gd name="connsiteX29" fmla="*/ 108401 w 176427"/>
                <a:gd name="connsiteY29" fmla="*/ 4968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0484">
                  <a:moveTo>
                    <a:pt x="108401" y="49683"/>
                  </a:moveTo>
                  <a:cubicBezTo>
                    <a:pt x="110526" y="40472"/>
                    <a:pt x="118674" y="7879"/>
                    <a:pt x="143473" y="7879"/>
                  </a:cubicBezTo>
                  <a:cubicBezTo>
                    <a:pt x="145245" y="7879"/>
                    <a:pt x="153747" y="7879"/>
                    <a:pt x="161187" y="12484"/>
                  </a:cubicBezTo>
                  <a:cubicBezTo>
                    <a:pt x="151267" y="14256"/>
                    <a:pt x="144182" y="23112"/>
                    <a:pt x="144182" y="31615"/>
                  </a:cubicBezTo>
                  <a:cubicBezTo>
                    <a:pt x="144182" y="37283"/>
                    <a:pt x="148079" y="44014"/>
                    <a:pt x="157644" y="44014"/>
                  </a:cubicBezTo>
                  <a:cubicBezTo>
                    <a:pt x="165438" y="44014"/>
                    <a:pt x="176775" y="37637"/>
                    <a:pt x="176775" y="23467"/>
                  </a:cubicBezTo>
                  <a:cubicBezTo>
                    <a:pt x="176775" y="5044"/>
                    <a:pt x="155873" y="85"/>
                    <a:pt x="143828" y="85"/>
                  </a:cubicBezTo>
                  <a:cubicBezTo>
                    <a:pt x="123280" y="85"/>
                    <a:pt x="110880" y="18861"/>
                    <a:pt x="106629" y="27009"/>
                  </a:cubicBezTo>
                  <a:cubicBezTo>
                    <a:pt x="97772" y="3627"/>
                    <a:pt x="78642" y="85"/>
                    <a:pt x="68368" y="85"/>
                  </a:cubicBezTo>
                  <a:cubicBezTo>
                    <a:pt x="31524" y="85"/>
                    <a:pt x="11330" y="45786"/>
                    <a:pt x="11330" y="54643"/>
                  </a:cubicBezTo>
                  <a:cubicBezTo>
                    <a:pt x="11330" y="58185"/>
                    <a:pt x="14873" y="58185"/>
                    <a:pt x="15581" y="58185"/>
                  </a:cubicBezTo>
                  <a:cubicBezTo>
                    <a:pt x="18416" y="58185"/>
                    <a:pt x="19478" y="57477"/>
                    <a:pt x="20187" y="54288"/>
                  </a:cubicBezTo>
                  <a:cubicBezTo>
                    <a:pt x="32232" y="16735"/>
                    <a:pt x="55614" y="7879"/>
                    <a:pt x="67659" y="7879"/>
                  </a:cubicBezTo>
                  <a:cubicBezTo>
                    <a:pt x="74391" y="7879"/>
                    <a:pt x="86790" y="11067"/>
                    <a:pt x="86790" y="31615"/>
                  </a:cubicBezTo>
                  <a:cubicBezTo>
                    <a:pt x="86790" y="42597"/>
                    <a:pt x="80767" y="66333"/>
                    <a:pt x="67659" y="115931"/>
                  </a:cubicBezTo>
                  <a:cubicBezTo>
                    <a:pt x="61991" y="137896"/>
                    <a:pt x="49592" y="152776"/>
                    <a:pt x="34004" y="152776"/>
                  </a:cubicBezTo>
                  <a:cubicBezTo>
                    <a:pt x="31878" y="152776"/>
                    <a:pt x="23730" y="152776"/>
                    <a:pt x="16290" y="148170"/>
                  </a:cubicBezTo>
                  <a:cubicBezTo>
                    <a:pt x="25147" y="146399"/>
                    <a:pt x="32941" y="138959"/>
                    <a:pt x="32941" y="129040"/>
                  </a:cubicBezTo>
                  <a:cubicBezTo>
                    <a:pt x="32941" y="119474"/>
                    <a:pt x="25147" y="116640"/>
                    <a:pt x="19833" y="116640"/>
                  </a:cubicBezTo>
                  <a:cubicBezTo>
                    <a:pt x="9205" y="116640"/>
                    <a:pt x="348" y="125851"/>
                    <a:pt x="348" y="137188"/>
                  </a:cubicBezTo>
                  <a:cubicBezTo>
                    <a:pt x="348" y="153484"/>
                    <a:pt x="18061" y="160570"/>
                    <a:pt x="33649" y="160570"/>
                  </a:cubicBezTo>
                  <a:cubicBezTo>
                    <a:pt x="57031" y="160570"/>
                    <a:pt x="69785" y="135771"/>
                    <a:pt x="70848" y="133645"/>
                  </a:cubicBezTo>
                  <a:cubicBezTo>
                    <a:pt x="75099" y="146753"/>
                    <a:pt x="87853" y="160570"/>
                    <a:pt x="109109" y="160570"/>
                  </a:cubicBezTo>
                  <a:cubicBezTo>
                    <a:pt x="145599" y="160570"/>
                    <a:pt x="165793" y="114869"/>
                    <a:pt x="165793" y="106012"/>
                  </a:cubicBezTo>
                  <a:cubicBezTo>
                    <a:pt x="165793" y="102469"/>
                    <a:pt x="162604" y="102469"/>
                    <a:pt x="161541" y="102469"/>
                  </a:cubicBezTo>
                  <a:cubicBezTo>
                    <a:pt x="158353" y="102469"/>
                    <a:pt x="157644" y="103886"/>
                    <a:pt x="156936" y="106366"/>
                  </a:cubicBezTo>
                  <a:cubicBezTo>
                    <a:pt x="145245" y="144273"/>
                    <a:pt x="121154" y="152776"/>
                    <a:pt x="109818" y="152776"/>
                  </a:cubicBezTo>
                  <a:cubicBezTo>
                    <a:pt x="96001" y="152776"/>
                    <a:pt x="90333" y="141439"/>
                    <a:pt x="90333" y="129394"/>
                  </a:cubicBezTo>
                  <a:cubicBezTo>
                    <a:pt x="90333" y="121600"/>
                    <a:pt x="92458" y="113806"/>
                    <a:pt x="96355" y="98218"/>
                  </a:cubicBezTo>
                  <a:lnTo>
                    <a:pt x="108401" y="4968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3734BAF1-769D-BA8D-F962-08971B76B7E9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604956" y="2718542"/>
            <a:ext cx="7250650" cy="1317681"/>
            <a:chOff x="7222340" y="5127114"/>
            <a:chExt cx="7250650" cy="1317681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C5927EAD-EE63-E963-835B-61CC2A95279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222340" y="5127114"/>
              <a:ext cx="7250650" cy="13984"/>
            </a:xfrm>
            <a:custGeom>
              <a:avLst/>
              <a:gdLst>
                <a:gd name="connsiteX0" fmla="*/ 0 w 7250650"/>
                <a:gd name="connsiteY0" fmla="*/ 0 h 13984"/>
                <a:gd name="connsiteX1" fmla="*/ 7250651 w 7250650"/>
                <a:gd name="connsiteY1" fmla="*/ 0 h 13984"/>
                <a:gd name="connsiteX2" fmla="*/ 7250651 w 7250650"/>
                <a:gd name="connsiteY2" fmla="*/ 13984 h 13984"/>
                <a:gd name="connsiteX3" fmla="*/ 0 w 7250650"/>
                <a:gd name="connsiteY3" fmla="*/ 13984 h 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0" h="13984">
                  <a:moveTo>
                    <a:pt x="0" y="0"/>
                  </a:moveTo>
                  <a:lnTo>
                    <a:pt x="7250651" y="0"/>
                  </a:lnTo>
                  <a:lnTo>
                    <a:pt x="7250651" y="13984"/>
                  </a:lnTo>
                  <a:lnTo>
                    <a:pt x="0" y="13984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538A9A7E-BE14-C8C0-6DB3-962BBF235874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222340" y="5141098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1 w 14170"/>
                <a:gd name="connsiteY1" fmla="*/ 0 h 419532"/>
                <a:gd name="connsiteX2" fmla="*/ 14171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1" y="0"/>
                  </a:lnTo>
                  <a:lnTo>
                    <a:pt x="14171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B83B09-4D4F-0845-064A-4E4A6260A172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862110" y="5280241"/>
              <a:ext cx="176427" cy="158373"/>
            </a:xfrm>
            <a:custGeom>
              <a:avLst/>
              <a:gdLst>
                <a:gd name="connsiteX0" fmla="*/ 108202 w 176427"/>
                <a:gd name="connsiteY0" fmla="*/ 49028 h 158373"/>
                <a:gd name="connsiteX1" fmla="*/ 143275 w 176427"/>
                <a:gd name="connsiteY1" fmla="*/ 7774 h 158373"/>
                <a:gd name="connsiteX2" fmla="*/ 160989 w 176427"/>
                <a:gd name="connsiteY2" fmla="*/ 12319 h 158373"/>
                <a:gd name="connsiteX3" fmla="*/ 143984 w 176427"/>
                <a:gd name="connsiteY3" fmla="*/ 31198 h 158373"/>
                <a:gd name="connsiteX4" fmla="*/ 157446 w 176427"/>
                <a:gd name="connsiteY4" fmla="*/ 43434 h 158373"/>
                <a:gd name="connsiteX5" fmla="*/ 176577 w 176427"/>
                <a:gd name="connsiteY5" fmla="*/ 23157 h 158373"/>
                <a:gd name="connsiteX6" fmla="*/ 143629 w 176427"/>
                <a:gd name="connsiteY6" fmla="*/ 82 h 158373"/>
                <a:gd name="connsiteX7" fmla="*/ 106431 w 176427"/>
                <a:gd name="connsiteY7" fmla="*/ 26653 h 158373"/>
                <a:gd name="connsiteX8" fmla="*/ 68169 w 176427"/>
                <a:gd name="connsiteY8" fmla="*/ 82 h 158373"/>
                <a:gd name="connsiteX9" fmla="*/ 11132 w 176427"/>
                <a:gd name="connsiteY9" fmla="*/ 53922 h 158373"/>
                <a:gd name="connsiteX10" fmla="*/ 15383 w 176427"/>
                <a:gd name="connsiteY10" fmla="*/ 57419 h 158373"/>
                <a:gd name="connsiteX11" fmla="*/ 19989 w 176427"/>
                <a:gd name="connsiteY11" fmla="*/ 53573 h 158373"/>
                <a:gd name="connsiteX12" fmla="*/ 67461 w 176427"/>
                <a:gd name="connsiteY12" fmla="*/ 7774 h 158373"/>
                <a:gd name="connsiteX13" fmla="*/ 86592 w 176427"/>
                <a:gd name="connsiteY13" fmla="*/ 31198 h 158373"/>
                <a:gd name="connsiteX14" fmla="*/ 67461 w 176427"/>
                <a:gd name="connsiteY14" fmla="*/ 114405 h 158373"/>
                <a:gd name="connsiteX15" fmla="*/ 33805 w 176427"/>
                <a:gd name="connsiteY15" fmla="*/ 150764 h 158373"/>
                <a:gd name="connsiteX16" fmla="*/ 16092 w 176427"/>
                <a:gd name="connsiteY16" fmla="*/ 146220 h 158373"/>
                <a:gd name="connsiteX17" fmla="*/ 32742 w 176427"/>
                <a:gd name="connsiteY17" fmla="*/ 127341 h 158373"/>
                <a:gd name="connsiteX18" fmla="*/ 19634 w 176427"/>
                <a:gd name="connsiteY18" fmla="*/ 115104 h 158373"/>
                <a:gd name="connsiteX19" fmla="*/ 149 w 176427"/>
                <a:gd name="connsiteY19" fmla="*/ 135382 h 158373"/>
                <a:gd name="connsiteX20" fmla="*/ 33451 w 176427"/>
                <a:gd name="connsiteY20" fmla="*/ 158456 h 158373"/>
                <a:gd name="connsiteX21" fmla="*/ 70649 w 176427"/>
                <a:gd name="connsiteY21" fmla="*/ 131885 h 158373"/>
                <a:gd name="connsiteX22" fmla="*/ 108911 w 176427"/>
                <a:gd name="connsiteY22" fmla="*/ 158456 h 158373"/>
                <a:gd name="connsiteX23" fmla="*/ 165594 w 176427"/>
                <a:gd name="connsiteY23" fmla="*/ 104616 h 158373"/>
                <a:gd name="connsiteX24" fmla="*/ 161343 w 176427"/>
                <a:gd name="connsiteY24" fmla="*/ 101120 h 158373"/>
                <a:gd name="connsiteX25" fmla="*/ 156737 w 176427"/>
                <a:gd name="connsiteY25" fmla="*/ 104966 h 158373"/>
                <a:gd name="connsiteX26" fmla="*/ 109619 w 176427"/>
                <a:gd name="connsiteY26" fmla="*/ 150764 h 158373"/>
                <a:gd name="connsiteX27" fmla="*/ 90134 w 176427"/>
                <a:gd name="connsiteY27" fmla="*/ 127690 h 158373"/>
                <a:gd name="connsiteX28" fmla="*/ 96157 w 176427"/>
                <a:gd name="connsiteY28" fmla="*/ 96924 h 158373"/>
                <a:gd name="connsiteX29" fmla="*/ 108202 w 176427"/>
                <a:gd name="connsiteY29" fmla="*/ 49028 h 15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58373">
                  <a:moveTo>
                    <a:pt x="108202" y="49028"/>
                  </a:moveTo>
                  <a:cubicBezTo>
                    <a:pt x="110328" y="39938"/>
                    <a:pt x="118476" y="7774"/>
                    <a:pt x="143275" y="7774"/>
                  </a:cubicBezTo>
                  <a:cubicBezTo>
                    <a:pt x="145046" y="7774"/>
                    <a:pt x="153549" y="7774"/>
                    <a:pt x="160989" y="12319"/>
                  </a:cubicBezTo>
                  <a:cubicBezTo>
                    <a:pt x="151069" y="14067"/>
                    <a:pt x="143984" y="22807"/>
                    <a:pt x="143984" y="31198"/>
                  </a:cubicBezTo>
                  <a:cubicBezTo>
                    <a:pt x="143984" y="36792"/>
                    <a:pt x="147881" y="43434"/>
                    <a:pt x="157446" y="43434"/>
                  </a:cubicBezTo>
                  <a:cubicBezTo>
                    <a:pt x="165240" y="43434"/>
                    <a:pt x="176577" y="37141"/>
                    <a:pt x="176577" y="23157"/>
                  </a:cubicBezTo>
                  <a:cubicBezTo>
                    <a:pt x="176577" y="4977"/>
                    <a:pt x="155675" y="82"/>
                    <a:pt x="143629" y="82"/>
                  </a:cubicBezTo>
                  <a:cubicBezTo>
                    <a:pt x="123082" y="82"/>
                    <a:pt x="110682" y="18612"/>
                    <a:pt x="106431" y="26653"/>
                  </a:cubicBezTo>
                  <a:cubicBezTo>
                    <a:pt x="97574" y="3579"/>
                    <a:pt x="78443" y="82"/>
                    <a:pt x="68169" y="82"/>
                  </a:cubicBezTo>
                  <a:cubicBezTo>
                    <a:pt x="31325" y="82"/>
                    <a:pt x="11132" y="45182"/>
                    <a:pt x="11132" y="53922"/>
                  </a:cubicBezTo>
                  <a:cubicBezTo>
                    <a:pt x="11132" y="57419"/>
                    <a:pt x="14674" y="57419"/>
                    <a:pt x="15383" y="57419"/>
                  </a:cubicBezTo>
                  <a:cubicBezTo>
                    <a:pt x="18217" y="57419"/>
                    <a:pt x="19280" y="56719"/>
                    <a:pt x="19989" y="53573"/>
                  </a:cubicBezTo>
                  <a:cubicBezTo>
                    <a:pt x="32034" y="16514"/>
                    <a:pt x="55416" y="7774"/>
                    <a:pt x="67461" y="7774"/>
                  </a:cubicBezTo>
                  <a:cubicBezTo>
                    <a:pt x="74192" y="7774"/>
                    <a:pt x="86592" y="10920"/>
                    <a:pt x="86592" y="31198"/>
                  </a:cubicBezTo>
                  <a:cubicBezTo>
                    <a:pt x="86592" y="42036"/>
                    <a:pt x="80569" y="65460"/>
                    <a:pt x="67461" y="114405"/>
                  </a:cubicBezTo>
                  <a:cubicBezTo>
                    <a:pt x="61793" y="136081"/>
                    <a:pt x="49393" y="150764"/>
                    <a:pt x="33805" y="150764"/>
                  </a:cubicBezTo>
                  <a:cubicBezTo>
                    <a:pt x="31680" y="150764"/>
                    <a:pt x="23531" y="150764"/>
                    <a:pt x="16092" y="146220"/>
                  </a:cubicBezTo>
                  <a:cubicBezTo>
                    <a:pt x="24948" y="144471"/>
                    <a:pt x="32742" y="137130"/>
                    <a:pt x="32742" y="127341"/>
                  </a:cubicBezTo>
                  <a:cubicBezTo>
                    <a:pt x="32742" y="117901"/>
                    <a:pt x="24948" y="115104"/>
                    <a:pt x="19634" y="115104"/>
                  </a:cubicBezTo>
                  <a:cubicBezTo>
                    <a:pt x="9006" y="115104"/>
                    <a:pt x="149" y="124194"/>
                    <a:pt x="149" y="135382"/>
                  </a:cubicBezTo>
                  <a:cubicBezTo>
                    <a:pt x="149" y="151464"/>
                    <a:pt x="17863" y="158456"/>
                    <a:pt x="33451" y="158456"/>
                  </a:cubicBezTo>
                  <a:cubicBezTo>
                    <a:pt x="56833" y="158456"/>
                    <a:pt x="69587" y="133983"/>
                    <a:pt x="70649" y="131885"/>
                  </a:cubicBezTo>
                  <a:cubicBezTo>
                    <a:pt x="74901" y="144821"/>
                    <a:pt x="87654" y="158456"/>
                    <a:pt x="108911" y="158456"/>
                  </a:cubicBezTo>
                  <a:cubicBezTo>
                    <a:pt x="145401" y="158456"/>
                    <a:pt x="165594" y="113356"/>
                    <a:pt x="165594" y="104616"/>
                  </a:cubicBezTo>
                  <a:cubicBezTo>
                    <a:pt x="165594" y="101120"/>
                    <a:pt x="162406" y="101120"/>
                    <a:pt x="161343" y="101120"/>
                  </a:cubicBezTo>
                  <a:cubicBezTo>
                    <a:pt x="158154" y="101120"/>
                    <a:pt x="157446" y="102518"/>
                    <a:pt x="156737" y="104966"/>
                  </a:cubicBezTo>
                  <a:cubicBezTo>
                    <a:pt x="145046" y="142374"/>
                    <a:pt x="120956" y="150764"/>
                    <a:pt x="109619" y="150764"/>
                  </a:cubicBezTo>
                  <a:cubicBezTo>
                    <a:pt x="95803" y="150764"/>
                    <a:pt x="90134" y="139577"/>
                    <a:pt x="90134" y="127690"/>
                  </a:cubicBezTo>
                  <a:cubicBezTo>
                    <a:pt x="90134" y="119999"/>
                    <a:pt x="92260" y="112307"/>
                    <a:pt x="96157" y="96924"/>
                  </a:cubicBezTo>
                  <a:lnTo>
                    <a:pt x="108202" y="49028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97B3B9F7-401C-B28B-6497-2704A211154B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669636" y="5141098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0 w 14170"/>
                <a:gd name="connsiteY1" fmla="*/ 0 h 419532"/>
                <a:gd name="connsiteX2" fmla="*/ 14170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0" y="0"/>
                  </a:lnTo>
                  <a:lnTo>
                    <a:pt x="14170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4A825469-E884-ED67-BF24-D7FC3B0D313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9343332" y="5201929"/>
              <a:ext cx="116909" cy="232840"/>
            </a:xfrm>
            <a:custGeom>
              <a:avLst/>
              <a:gdLst>
                <a:gd name="connsiteX0" fmla="*/ 72816 w 116909"/>
                <a:gd name="connsiteY0" fmla="*/ 9172 h 232840"/>
                <a:gd name="connsiteX1" fmla="*/ 64668 w 116909"/>
                <a:gd name="connsiteY1" fmla="*/ 82 h 232840"/>
                <a:gd name="connsiteX2" fmla="*/ 190 w 116909"/>
                <a:gd name="connsiteY2" fmla="*/ 22458 h 232840"/>
                <a:gd name="connsiteX3" fmla="*/ 190 w 116909"/>
                <a:gd name="connsiteY3" fmla="*/ 33295 h 232840"/>
                <a:gd name="connsiteX4" fmla="*/ 46600 w 116909"/>
                <a:gd name="connsiteY4" fmla="*/ 24206 h 232840"/>
                <a:gd name="connsiteX5" fmla="*/ 46600 w 116909"/>
                <a:gd name="connsiteY5" fmla="*/ 205304 h 232840"/>
                <a:gd name="connsiteX6" fmla="*/ 13653 w 116909"/>
                <a:gd name="connsiteY6" fmla="*/ 222085 h 232840"/>
                <a:gd name="connsiteX7" fmla="*/ 2316 w 116909"/>
                <a:gd name="connsiteY7" fmla="*/ 222085 h 232840"/>
                <a:gd name="connsiteX8" fmla="*/ 2316 w 116909"/>
                <a:gd name="connsiteY8" fmla="*/ 232923 h 232840"/>
                <a:gd name="connsiteX9" fmla="*/ 59708 w 116909"/>
                <a:gd name="connsiteY9" fmla="*/ 231874 h 232840"/>
                <a:gd name="connsiteX10" fmla="*/ 117100 w 116909"/>
                <a:gd name="connsiteY10" fmla="*/ 232923 h 232840"/>
                <a:gd name="connsiteX11" fmla="*/ 117100 w 116909"/>
                <a:gd name="connsiteY11" fmla="*/ 222085 h 232840"/>
                <a:gd name="connsiteX12" fmla="*/ 105763 w 116909"/>
                <a:gd name="connsiteY12" fmla="*/ 222085 h 232840"/>
                <a:gd name="connsiteX13" fmla="*/ 72816 w 116909"/>
                <a:gd name="connsiteY13" fmla="*/ 205304 h 232840"/>
                <a:gd name="connsiteX14" fmla="*/ 72816 w 116909"/>
                <a:gd name="connsiteY14" fmla="*/ 9172 h 23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2840">
                  <a:moveTo>
                    <a:pt x="72816" y="9172"/>
                  </a:moveTo>
                  <a:cubicBezTo>
                    <a:pt x="72816" y="782"/>
                    <a:pt x="72816" y="82"/>
                    <a:pt x="64668" y="82"/>
                  </a:cubicBezTo>
                  <a:cubicBezTo>
                    <a:pt x="42703" y="22458"/>
                    <a:pt x="11527" y="22458"/>
                    <a:pt x="190" y="22458"/>
                  </a:cubicBezTo>
                  <a:lnTo>
                    <a:pt x="190" y="33295"/>
                  </a:lnTo>
                  <a:cubicBezTo>
                    <a:pt x="7276" y="33295"/>
                    <a:pt x="28178" y="33295"/>
                    <a:pt x="46600" y="24206"/>
                  </a:cubicBezTo>
                  <a:lnTo>
                    <a:pt x="46600" y="205304"/>
                  </a:lnTo>
                  <a:cubicBezTo>
                    <a:pt x="46600" y="217890"/>
                    <a:pt x="45537" y="222085"/>
                    <a:pt x="13653" y="222085"/>
                  </a:cubicBezTo>
                  <a:lnTo>
                    <a:pt x="2316" y="222085"/>
                  </a:lnTo>
                  <a:lnTo>
                    <a:pt x="2316" y="232923"/>
                  </a:lnTo>
                  <a:cubicBezTo>
                    <a:pt x="14716" y="231874"/>
                    <a:pt x="45537" y="231874"/>
                    <a:pt x="59708" y="231874"/>
                  </a:cubicBezTo>
                  <a:cubicBezTo>
                    <a:pt x="73879" y="231874"/>
                    <a:pt x="104701" y="231874"/>
                    <a:pt x="117100" y="232923"/>
                  </a:cubicBezTo>
                  <a:lnTo>
                    <a:pt x="117100" y="222085"/>
                  </a:lnTo>
                  <a:lnTo>
                    <a:pt x="105763" y="222085"/>
                  </a:lnTo>
                  <a:cubicBezTo>
                    <a:pt x="73879" y="222085"/>
                    <a:pt x="72816" y="218239"/>
                    <a:pt x="72816" y="205304"/>
                  </a:cubicBezTo>
                  <a:lnTo>
                    <a:pt x="72816" y="917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3FFEC3B8-FA2F-3FB6-CDB6-4C1AA4E2742A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0116932" y="5141098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1 w 14170"/>
                <a:gd name="connsiteY1" fmla="*/ 0 h 419532"/>
                <a:gd name="connsiteX2" fmla="*/ 14171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1" y="0"/>
                  </a:lnTo>
                  <a:lnTo>
                    <a:pt x="14171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E4557D8-6D64-3BCB-62CE-4FFBC394463A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0773977" y="5201929"/>
              <a:ext cx="147022" cy="240531"/>
            </a:xfrm>
            <a:custGeom>
              <a:avLst/>
              <a:gdLst>
                <a:gd name="connsiteX0" fmla="*/ 88090 w 147022"/>
                <a:gd name="connsiteY0" fmla="*/ 109860 h 240531"/>
                <a:gd name="connsiteX1" fmla="*/ 137688 w 147022"/>
                <a:gd name="connsiteY1" fmla="*/ 48329 h 240531"/>
                <a:gd name="connsiteX2" fmla="*/ 72502 w 147022"/>
                <a:gd name="connsiteY2" fmla="*/ 82 h 240531"/>
                <a:gd name="connsiteX3" fmla="*/ 9796 w 147022"/>
                <a:gd name="connsiteY3" fmla="*/ 47629 h 240531"/>
                <a:gd name="connsiteX4" fmla="*/ 27864 w 147022"/>
                <a:gd name="connsiteY4" fmla="*/ 65809 h 240531"/>
                <a:gd name="connsiteX5" fmla="*/ 45932 w 147022"/>
                <a:gd name="connsiteY5" fmla="*/ 47979 h 240531"/>
                <a:gd name="connsiteX6" fmla="*/ 23967 w 147022"/>
                <a:gd name="connsiteY6" fmla="*/ 30499 h 240531"/>
                <a:gd name="connsiteX7" fmla="*/ 71085 w 147022"/>
                <a:gd name="connsiteY7" fmla="*/ 8823 h 240531"/>
                <a:gd name="connsiteX8" fmla="*/ 105095 w 147022"/>
                <a:gd name="connsiteY8" fmla="*/ 47979 h 240531"/>
                <a:gd name="connsiteX9" fmla="*/ 95176 w 147022"/>
                <a:gd name="connsiteY9" fmla="*/ 87835 h 240531"/>
                <a:gd name="connsiteX10" fmla="*/ 63646 w 147022"/>
                <a:gd name="connsiteY10" fmla="*/ 106014 h 240531"/>
                <a:gd name="connsiteX11" fmla="*/ 49829 w 147022"/>
                <a:gd name="connsiteY11" fmla="*/ 107063 h 240531"/>
                <a:gd name="connsiteX12" fmla="*/ 44515 w 147022"/>
                <a:gd name="connsiteY12" fmla="*/ 111258 h 240531"/>
                <a:gd name="connsiteX13" fmla="*/ 53018 w 147022"/>
                <a:gd name="connsiteY13" fmla="*/ 115104 h 240531"/>
                <a:gd name="connsiteX14" fmla="*/ 68606 w 147022"/>
                <a:gd name="connsiteY14" fmla="*/ 115104 h 240531"/>
                <a:gd name="connsiteX15" fmla="*/ 110764 w 147022"/>
                <a:gd name="connsiteY15" fmla="*/ 173139 h 240531"/>
                <a:gd name="connsiteX16" fmla="*/ 70731 w 147022"/>
                <a:gd name="connsiteY16" fmla="*/ 230825 h 240531"/>
                <a:gd name="connsiteX17" fmla="*/ 16528 w 147022"/>
                <a:gd name="connsiteY17" fmla="*/ 204255 h 240531"/>
                <a:gd name="connsiteX18" fmla="*/ 39910 w 147022"/>
                <a:gd name="connsiteY18" fmla="*/ 185026 h 240531"/>
                <a:gd name="connsiteX19" fmla="*/ 20070 w 147022"/>
                <a:gd name="connsiteY19" fmla="*/ 165448 h 240531"/>
                <a:gd name="connsiteX20" fmla="*/ 231 w 147022"/>
                <a:gd name="connsiteY20" fmla="*/ 185725 h 240531"/>
                <a:gd name="connsiteX21" fmla="*/ 71794 w 147022"/>
                <a:gd name="connsiteY21" fmla="*/ 240614 h 240531"/>
                <a:gd name="connsiteX22" fmla="*/ 147254 w 147022"/>
                <a:gd name="connsiteY22" fmla="*/ 173139 h 240531"/>
                <a:gd name="connsiteX23" fmla="*/ 88090 w 147022"/>
                <a:gd name="connsiteY23" fmla="*/ 109860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0531">
                  <a:moveTo>
                    <a:pt x="88090" y="109860"/>
                  </a:moveTo>
                  <a:cubicBezTo>
                    <a:pt x="117141" y="100421"/>
                    <a:pt x="137688" y="75948"/>
                    <a:pt x="137688" y="48329"/>
                  </a:cubicBezTo>
                  <a:cubicBezTo>
                    <a:pt x="137688" y="19661"/>
                    <a:pt x="106513" y="82"/>
                    <a:pt x="72502" y="82"/>
                  </a:cubicBezTo>
                  <a:cubicBezTo>
                    <a:pt x="36721" y="82"/>
                    <a:pt x="9796" y="21059"/>
                    <a:pt x="9796" y="47629"/>
                  </a:cubicBezTo>
                  <a:cubicBezTo>
                    <a:pt x="9796" y="59167"/>
                    <a:pt x="17590" y="65809"/>
                    <a:pt x="27864" y="65809"/>
                  </a:cubicBezTo>
                  <a:cubicBezTo>
                    <a:pt x="38847" y="65809"/>
                    <a:pt x="45932" y="58118"/>
                    <a:pt x="45932" y="47979"/>
                  </a:cubicBezTo>
                  <a:cubicBezTo>
                    <a:pt x="45932" y="30499"/>
                    <a:pt x="29281" y="30499"/>
                    <a:pt x="23967" y="30499"/>
                  </a:cubicBezTo>
                  <a:cubicBezTo>
                    <a:pt x="34950" y="13368"/>
                    <a:pt x="58332" y="8823"/>
                    <a:pt x="71085" y="8823"/>
                  </a:cubicBezTo>
                  <a:cubicBezTo>
                    <a:pt x="85611" y="8823"/>
                    <a:pt x="105095" y="16514"/>
                    <a:pt x="105095" y="47979"/>
                  </a:cubicBezTo>
                  <a:cubicBezTo>
                    <a:pt x="105095" y="52174"/>
                    <a:pt x="104387" y="72452"/>
                    <a:pt x="95176" y="87835"/>
                  </a:cubicBezTo>
                  <a:cubicBezTo>
                    <a:pt x="84548" y="104616"/>
                    <a:pt x="72502" y="105665"/>
                    <a:pt x="63646" y="106014"/>
                  </a:cubicBezTo>
                  <a:cubicBezTo>
                    <a:pt x="60812" y="106364"/>
                    <a:pt x="52309" y="107063"/>
                    <a:pt x="49829" y="107063"/>
                  </a:cubicBezTo>
                  <a:cubicBezTo>
                    <a:pt x="46995" y="107413"/>
                    <a:pt x="44515" y="107762"/>
                    <a:pt x="44515" y="111258"/>
                  </a:cubicBezTo>
                  <a:cubicBezTo>
                    <a:pt x="44515" y="115104"/>
                    <a:pt x="46995" y="115104"/>
                    <a:pt x="53018" y="115104"/>
                  </a:cubicBezTo>
                  <a:lnTo>
                    <a:pt x="68606" y="115104"/>
                  </a:lnTo>
                  <a:cubicBezTo>
                    <a:pt x="97656" y="115104"/>
                    <a:pt x="110764" y="138878"/>
                    <a:pt x="110764" y="173139"/>
                  </a:cubicBezTo>
                  <a:cubicBezTo>
                    <a:pt x="110764" y="220686"/>
                    <a:pt x="86319" y="230825"/>
                    <a:pt x="70731" y="230825"/>
                  </a:cubicBezTo>
                  <a:cubicBezTo>
                    <a:pt x="55497" y="230825"/>
                    <a:pt x="28927" y="224882"/>
                    <a:pt x="16528" y="204255"/>
                  </a:cubicBezTo>
                  <a:cubicBezTo>
                    <a:pt x="28927" y="206003"/>
                    <a:pt x="39910" y="198311"/>
                    <a:pt x="39910" y="185026"/>
                  </a:cubicBezTo>
                  <a:cubicBezTo>
                    <a:pt x="39910" y="172440"/>
                    <a:pt x="30344" y="165448"/>
                    <a:pt x="20070" y="165448"/>
                  </a:cubicBezTo>
                  <a:cubicBezTo>
                    <a:pt x="11568" y="165448"/>
                    <a:pt x="231" y="170343"/>
                    <a:pt x="231" y="185725"/>
                  </a:cubicBezTo>
                  <a:cubicBezTo>
                    <a:pt x="231" y="217540"/>
                    <a:pt x="33178" y="240614"/>
                    <a:pt x="71794" y="240614"/>
                  </a:cubicBezTo>
                  <a:cubicBezTo>
                    <a:pt x="115015" y="240614"/>
                    <a:pt x="147254" y="208800"/>
                    <a:pt x="147254" y="173139"/>
                  </a:cubicBezTo>
                  <a:cubicBezTo>
                    <a:pt x="147254" y="144471"/>
                    <a:pt x="124935" y="117202"/>
                    <a:pt x="88090" y="109860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5EEBA96-7B8B-57A2-D748-1D867A2B8BE7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1564228" y="5141098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0 w 14170"/>
                <a:gd name="connsiteY1" fmla="*/ 0 h 419532"/>
                <a:gd name="connsiteX2" fmla="*/ 14170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0" y="0"/>
                  </a:lnTo>
                  <a:lnTo>
                    <a:pt x="14170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11418C63-4C9A-ACF6-A906-1C8BFB6684B5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2224107" y="5201929"/>
              <a:ext cx="141354" cy="240531"/>
            </a:xfrm>
            <a:custGeom>
              <a:avLst/>
              <a:gdLst>
                <a:gd name="connsiteX0" fmla="*/ 141626 w 141354"/>
                <a:gd name="connsiteY0" fmla="*/ 162651 h 240531"/>
                <a:gd name="connsiteX1" fmla="*/ 74315 w 141354"/>
                <a:gd name="connsiteY1" fmla="*/ 86087 h 240531"/>
                <a:gd name="connsiteX2" fmla="*/ 29322 w 141354"/>
                <a:gd name="connsiteY2" fmla="*/ 103917 h 240531"/>
                <a:gd name="connsiteX3" fmla="*/ 29322 w 141354"/>
                <a:gd name="connsiteY3" fmla="*/ 35743 h 240531"/>
                <a:gd name="connsiteX4" fmla="*/ 59435 w 141354"/>
                <a:gd name="connsiteY4" fmla="*/ 40288 h 240531"/>
                <a:gd name="connsiteX5" fmla="*/ 127810 w 141354"/>
                <a:gd name="connsiteY5" fmla="*/ 3928 h 240531"/>
                <a:gd name="connsiteX6" fmla="*/ 124267 w 141354"/>
                <a:gd name="connsiteY6" fmla="*/ 82 h 240531"/>
                <a:gd name="connsiteX7" fmla="*/ 121433 w 141354"/>
                <a:gd name="connsiteY7" fmla="*/ 1131 h 240531"/>
                <a:gd name="connsiteX8" fmla="*/ 73252 w 141354"/>
                <a:gd name="connsiteY8" fmla="*/ 11270 h 240531"/>
                <a:gd name="connsiteX9" fmla="*/ 26134 w 141354"/>
                <a:gd name="connsiteY9" fmla="*/ 1481 h 240531"/>
                <a:gd name="connsiteX10" fmla="*/ 21882 w 141354"/>
                <a:gd name="connsiteY10" fmla="*/ 432 h 240531"/>
                <a:gd name="connsiteX11" fmla="*/ 18340 w 141354"/>
                <a:gd name="connsiteY11" fmla="*/ 8823 h 240531"/>
                <a:gd name="connsiteX12" fmla="*/ 18340 w 141354"/>
                <a:gd name="connsiteY12" fmla="*/ 112307 h 240531"/>
                <a:gd name="connsiteX13" fmla="*/ 23299 w 141354"/>
                <a:gd name="connsiteY13" fmla="*/ 121397 h 240531"/>
                <a:gd name="connsiteX14" fmla="*/ 27905 w 141354"/>
                <a:gd name="connsiteY14" fmla="*/ 118251 h 240531"/>
                <a:gd name="connsiteX15" fmla="*/ 73606 w 141354"/>
                <a:gd name="connsiteY15" fmla="*/ 93778 h 240531"/>
                <a:gd name="connsiteX16" fmla="*/ 103719 w 141354"/>
                <a:gd name="connsiteY16" fmla="*/ 116153 h 240531"/>
                <a:gd name="connsiteX17" fmla="*/ 110096 w 141354"/>
                <a:gd name="connsiteY17" fmla="*/ 160204 h 240531"/>
                <a:gd name="connsiteX18" fmla="*/ 101593 w 141354"/>
                <a:gd name="connsiteY18" fmla="*/ 208100 h 240531"/>
                <a:gd name="connsiteX19" fmla="*/ 63686 w 141354"/>
                <a:gd name="connsiteY19" fmla="*/ 230825 h 240531"/>
                <a:gd name="connsiteX20" fmla="*/ 11609 w 141354"/>
                <a:gd name="connsiteY20" fmla="*/ 191669 h 240531"/>
                <a:gd name="connsiteX21" fmla="*/ 17631 w 141354"/>
                <a:gd name="connsiteY21" fmla="*/ 192368 h 240531"/>
                <a:gd name="connsiteX22" fmla="*/ 35345 w 141354"/>
                <a:gd name="connsiteY22" fmla="*/ 175237 h 240531"/>
                <a:gd name="connsiteX23" fmla="*/ 17631 w 141354"/>
                <a:gd name="connsiteY23" fmla="*/ 158106 h 240531"/>
                <a:gd name="connsiteX24" fmla="*/ 272 w 141354"/>
                <a:gd name="connsiteY24" fmla="*/ 176636 h 240531"/>
                <a:gd name="connsiteX25" fmla="*/ 64395 w 141354"/>
                <a:gd name="connsiteY25" fmla="*/ 240614 h 240531"/>
                <a:gd name="connsiteX26" fmla="*/ 141626 w 141354"/>
                <a:gd name="connsiteY26" fmla="*/ 162651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0531">
                  <a:moveTo>
                    <a:pt x="141626" y="162651"/>
                  </a:moveTo>
                  <a:cubicBezTo>
                    <a:pt x="141626" y="121048"/>
                    <a:pt x="112576" y="86087"/>
                    <a:pt x="74315" y="86087"/>
                  </a:cubicBezTo>
                  <a:cubicBezTo>
                    <a:pt x="57310" y="86087"/>
                    <a:pt x="42076" y="91680"/>
                    <a:pt x="29322" y="103917"/>
                  </a:cubicBezTo>
                  <a:lnTo>
                    <a:pt x="29322" y="35743"/>
                  </a:lnTo>
                  <a:cubicBezTo>
                    <a:pt x="36408" y="37840"/>
                    <a:pt x="48098" y="40288"/>
                    <a:pt x="59435" y="40288"/>
                  </a:cubicBezTo>
                  <a:cubicBezTo>
                    <a:pt x="103011" y="40288"/>
                    <a:pt x="127810" y="8473"/>
                    <a:pt x="127810" y="3928"/>
                  </a:cubicBezTo>
                  <a:cubicBezTo>
                    <a:pt x="127810" y="1831"/>
                    <a:pt x="126747" y="82"/>
                    <a:pt x="124267" y="82"/>
                  </a:cubicBezTo>
                  <a:cubicBezTo>
                    <a:pt x="123913" y="82"/>
                    <a:pt x="123204" y="82"/>
                    <a:pt x="121433" y="1131"/>
                  </a:cubicBezTo>
                  <a:cubicBezTo>
                    <a:pt x="114347" y="4278"/>
                    <a:pt x="96988" y="11270"/>
                    <a:pt x="73252" y="11270"/>
                  </a:cubicBezTo>
                  <a:cubicBezTo>
                    <a:pt x="59081" y="11270"/>
                    <a:pt x="42784" y="8823"/>
                    <a:pt x="26134" y="1481"/>
                  </a:cubicBezTo>
                  <a:cubicBezTo>
                    <a:pt x="23299" y="432"/>
                    <a:pt x="22591" y="432"/>
                    <a:pt x="21882" y="432"/>
                  </a:cubicBezTo>
                  <a:cubicBezTo>
                    <a:pt x="18340" y="432"/>
                    <a:pt x="18340" y="3229"/>
                    <a:pt x="18340" y="8823"/>
                  </a:cubicBezTo>
                  <a:lnTo>
                    <a:pt x="18340" y="112307"/>
                  </a:lnTo>
                  <a:cubicBezTo>
                    <a:pt x="18340" y="118600"/>
                    <a:pt x="18340" y="121397"/>
                    <a:pt x="23299" y="121397"/>
                  </a:cubicBezTo>
                  <a:cubicBezTo>
                    <a:pt x="25779" y="121397"/>
                    <a:pt x="26488" y="120348"/>
                    <a:pt x="27905" y="118251"/>
                  </a:cubicBezTo>
                  <a:cubicBezTo>
                    <a:pt x="31802" y="112657"/>
                    <a:pt x="44910" y="93778"/>
                    <a:pt x="73606" y="93778"/>
                  </a:cubicBezTo>
                  <a:cubicBezTo>
                    <a:pt x="92028" y="93778"/>
                    <a:pt x="100885" y="109860"/>
                    <a:pt x="103719" y="116153"/>
                  </a:cubicBezTo>
                  <a:cubicBezTo>
                    <a:pt x="109387" y="129089"/>
                    <a:pt x="110096" y="142723"/>
                    <a:pt x="110096" y="160204"/>
                  </a:cubicBezTo>
                  <a:cubicBezTo>
                    <a:pt x="110096" y="172440"/>
                    <a:pt x="110096" y="193417"/>
                    <a:pt x="101593" y="208100"/>
                  </a:cubicBezTo>
                  <a:cubicBezTo>
                    <a:pt x="93091" y="221735"/>
                    <a:pt x="79983" y="230825"/>
                    <a:pt x="63686" y="230825"/>
                  </a:cubicBezTo>
                  <a:cubicBezTo>
                    <a:pt x="37825" y="230825"/>
                    <a:pt x="17631" y="212296"/>
                    <a:pt x="11609" y="191669"/>
                  </a:cubicBezTo>
                  <a:cubicBezTo>
                    <a:pt x="12671" y="192018"/>
                    <a:pt x="13734" y="192368"/>
                    <a:pt x="17631" y="192368"/>
                  </a:cubicBezTo>
                  <a:cubicBezTo>
                    <a:pt x="29322" y="192368"/>
                    <a:pt x="35345" y="183628"/>
                    <a:pt x="35345" y="175237"/>
                  </a:cubicBezTo>
                  <a:cubicBezTo>
                    <a:pt x="35345" y="166846"/>
                    <a:pt x="29322" y="158106"/>
                    <a:pt x="17631" y="158106"/>
                  </a:cubicBezTo>
                  <a:cubicBezTo>
                    <a:pt x="12671" y="158106"/>
                    <a:pt x="272" y="160553"/>
                    <a:pt x="272" y="176636"/>
                  </a:cubicBezTo>
                  <a:cubicBezTo>
                    <a:pt x="272" y="206702"/>
                    <a:pt x="24717" y="240614"/>
                    <a:pt x="64395" y="240614"/>
                  </a:cubicBezTo>
                  <a:cubicBezTo>
                    <a:pt x="105490" y="240614"/>
                    <a:pt x="141626" y="207052"/>
                    <a:pt x="141626" y="162651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AA10D76D-9936-2289-8CE6-DF76166A5068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3011524" y="5141098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1 w 14170"/>
                <a:gd name="connsiteY1" fmla="*/ 0 h 419532"/>
                <a:gd name="connsiteX2" fmla="*/ 14171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1" y="0"/>
                  </a:lnTo>
                  <a:lnTo>
                    <a:pt x="14171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D411ACD-C797-3FAA-55F6-04B708413F62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3673529" y="5198433"/>
              <a:ext cx="151982" cy="244027"/>
            </a:xfrm>
            <a:custGeom>
              <a:avLst/>
              <a:gdLst>
                <a:gd name="connsiteX0" fmla="*/ 149107 w 151982"/>
                <a:gd name="connsiteY0" fmla="*/ 23506 h 244027"/>
                <a:gd name="connsiteX1" fmla="*/ 152295 w 151982"/>
                <a:gd name="connsiteY1" fmla="*/ 11270 h 244027"/>
                <a:gd name="connsiteX2" fmla="*/ 66207 w 151982"/>
                <a:gd name="connsiteY2" fmla="*/ 11270 h 244027"/>
                <a:gd name="connsiteX3" fmla="*/ 20860 w 151982"/>
                <a:gd name="connsiteY3" fmla="*/ 82 h 244027"/>
                <a:gd name="connsiteX4" fmla="*/ 12003 w 151982"/>
                <a:gd name="connsiteY4" fmla="*/ 82 h 244027"/>
                <a:gd name="connsiteX5" fmla="*/ 313 w 151982"/>
                <a:gd name="connsiteY5" fmla="*/ 72102 h 244027"/>
                <a:gd name="connsiteX6" fmla="*/ 9169 w 151982"/>
                <a:gd name="connsiteY6" fmla="*/ 72102 h 244027"/>
                <a:gd name="connsiteX7" fmla="*/ 18026 w 151982"/>
                <a:gd name="connsiteY7" fmla="*/ 40288 h 244027"/>
                <a:gd name="connsiteX8" fmla="*/ 52745 w 151982"/>
                <a:gd name="connsiteY8" fmla="*/ 38190 h 244027"/>
                <a:gd name="connsiteX9" fmla="*/ 126079 w 151982"/>
                <a:gd name="connsiteY9" fmla="*/ 38190 h 244027"/>
                <a:gd name="connsiteX10" fmla="*/ 86400 w 151982"/>
                <a:gd name="connsiteY10" fmla="*/ 93428 h 244027"/>
                <a:gd name="connsiteX11" fmla="*/ 42825 w 151982"/>
                <a:gd name="connsiteY11" fmla="*/ 224882 h 244027"/>
                <a:gd name="connsiteX12" fmla="*/ 59122 w 151982"/>
                <a:gd name="connsiteY12" fmla="*/ 244110 h 244027"/>
                <a:gd name="connsiteX13" fmla="*/ 75418 w 151982"/>
                <a:gd name="connsiteY13" fmla="*/ 224882 h 244027"/>
                <a:gd name="connsiteX14" fmla="*/ 75418 w 151982"/>
                <a:gd name="connsiteY14" fmla="*/ 207052 h 244027"/>
                <a:gd name="connsiteX15" fmla="*/ 79315 w 151982"/>
                <a:gd name="connsiteY15" fmla="*/ 149716 h 244027"/>
                <a:gd name="connsiteX16" fmla="*/ 101280 w 151982"/>
                <a:gd name="connsiteY16" fmla="*/ 89932 h 244027"/>
                <a:gd name="connsiteX17" fmla="*/ 149107 w 151982"/>
                <a:gd name="connsiteY17" fmla="*/ 23506 h 24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982" h="244027">
                  <a:moveTo>
                    <a:pt x="149107" y="23506"/>
                  </a:moveTo>
                  <a:cubicBezTo>
                    <a:pt x="152295" y="19311"/>
                    <a:pt x="152295" y="18612"/>
                    <a:pt x="152295" y="11270"/>
                  </a:cubicBezTo>
                  <a:lnTo>
                    <a:pt x="66207" y="11270"/>
                  </a:lnTo>
                  <a:cubicBezTo>
                    <a:pt x="22986" y="11270"/>
                    <a:pt x="22277" y="6725"/>
                    <a:pt x="20860" y="82"/>
                  </a:cubicBezTo>
                  <a:lnTo>
                    <a:pt x="12003" y="82"/>
                  </a:lnTo>
                  <a:lnTo>
                    <a:pt x="313" y="72102"/>
                  </a:lnTo>
                  <a:lnTo>
                    <a:pt x="9169" y="72102"/>
                  </a:lnTo>
                  <a:cubicBezTo>
                    <a:pt x="10232" y="66508"/>
                    <a:pt x="13421" y="44483"/>
                    <a:pt x="18026" y="40288"/>
                  </a:cubicBezTo>
                  <a:cubicBezTo>
                    <a:pt x="20506" y="38190"/>
                    <a:pt x="48139" y="38190"/>
                    <a:pt x="52745" y="38190"/>
                  </a:cubicBezTo>
                  <a:lnTo>
                    <a:pt x="126079" y="38190"/>
                  </a:lnTo>
                  <a:cubicBezTo>
                    <a:pt x="122182" y="43784"/>
                    <a:pt x="94194" y="81891"/>
                    <a:pt x="86400" y="93428"/>
                  </a:cubicBezTo>
                  <a:cubicBezTo>
                    <a:pt x="54516" y="140626"/>
                    <a:pt x="42825" y="189222"/>
                    <a:pt x="42825" y="224882"/>
                  </a:cubicBezTo>
                  <a:cubicBezTo>
                    <a:pt x="42825" y="228378"/>
                    <a:pt x="42825" y="244110"/>
                    <a:pt x="59122" y="244110"/>
                  </a:cubicBezTo>
                  <a:cubicBezTo>
                    <a:pt x="75418" y="244110"/>
                    <a:pt x="75418" y="228378"/>
                    <a:pt x="75418" y="224882"/>
                  </a:cubicBezTo>
                  <a:lnTo>
                    <a:pt x="75418" y="207052"/>
                  </a:lnTo>
                  <a:cubicBezTo>
                    <a:pt x="75418" y="187823"/>
                    <a:pt x="76481" y="168595"/>
                    <a:pt x="79315" y="149716"/>
                  </a:cubicBezTo>
                  <a:cubicBezTo>
                    <a:pt x="80732" y="141675"/>
                    <a:pt x="85692" y="111608"/>
                    <a:pt x="101280" y="89932"/>
                  </a:cubicBezTo>
                  <a:lnTo>
                    <a:pt x="149107" y="23506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DB2A6E8C-DD82-7679-7B79-0686DB5C30B3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4458820" y="5141098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0 w 14170"/>
                <a:gd name="connsiteY1" fmla="*/ 0 h 419532"/>
                <a:gd name="connsiteX2" fmla="*/ 14170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0" y="0"/>
                  </a:lnTo>
                  <a:lnTo>
                    <a:pt x="14170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70377FD-A6A0-5AC5-440B-9288ECD1CB00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222340" y="5560630"/>
              <a:ext cx="7250650" cy="13984"/>
            </a:xfrm>
            <a:custGeom>
              <a:avLst/>
              <a:gdLst>
                <a:gd name="connsiteX0" fmla="*/ 0 w 7250650"/>
                <a:gd name="connsiteY0" fmla="*/ 0 h 13984"/>
                <a:gd name="connsiteX1" fmla="*/ 7250651 w 7250650"/>
                <a:gd name="connsiteY1" fmla="*/ 0 h 13984"/>
                <a:gd name="connsiteX2" fmla="*/ 7250651 w 7250650"/>
                <a:gd name="connsiteY2" fmla="*/ 13984 h 13984"/>
                <a:gd name="connsiteX3" fmla="*/ 0 w 7250650"/>
                <a:gd name="connsiteY3" fmla="*/ 13984 h 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0" h="13984">
                  <a:moveTo>
                    <a:pt x="0" y="0"/>
                  </a:moveTo>
                  <a:lnTo>
                    <a:pt x="7250651" y="0"/>
                  </a:lnTo>
                  <a:lnTo>
                    <a:pt x="7250651" y="13984"/>
                  </a:lnTo>
                  <a:lnTo>
                    <a:pt x="0" y="13984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8AA9C892-5E04-31DC-FFFC-8AF179A1304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222340" y="5574614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1 w 14170"/>
                <a:gd name="connsiteY1" fmla="*/ 0 h 419532"/>
                <a:gd name="connsiteX2" fmla="*/ 14171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1" y="0"/>
                  </a:lnTo>
                  <a:lnTo>
                    <a:pt x="14171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7CE25F9-E320-1799-2715-883A6932CF7F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870146" y="5713757"/>
              <a:ext cx="163319" cy="226197"/>
            </a:xfrm>
            <a:custGeom>
              <a:avLst/>
              <a:gdLst>
                <a:gd name="connsiteX0" fmla="*/ 162052 w 163319"/>
                <a:gd name="connsiteY0" fmla="*/ 21421 h 226197"/>
                <a:gd name="connsiteX1" fmla="*/ 163469 w 163319"/>
                <a:gd name="connsiteY1" fmla="*/ 13380 h 226197"/>
                <a:gd name="connsiteX2" fmla="*/ 153195 w 163319"/>
                <a:gd name="connsiteY2" fmla="*/ 3941 h 226197"/>
                <a:gd name="connsiteX3" fmla="*/ 140795 w 163319"/>
                <a:gd name="connsiteY3" fmla="*/ 11282 h 226197"/>
                <a:gd name="connsiteX4" fmla="*/ 135836 w 163319"/>
                <a:gd name="connsiteY4" fmla="*/ 30161 h 226197"/>
                <a:gd name="connsiteX5" fmla="*/ 128750 w 163319"/>
                <a:gd name="connsiteY5" fmla="*/ 58130 h 226197"/>
                <a:gd name="connsiteX6" fmla="*/ 112808 w 163319"/>
                <a:gd name="connsiteY6" fmla="*/ 121060 h 226197"/>
                <a:gd name="connsiteX7" fmla="*/ 72775 w 163319"/>
                <a:gd name="connsiteY7" fmla="*/ 150777 h 226197"/>
                <a:gd name="connsiteX8" fmla="*/ 50810 w 163319"/>
                <a:gd name="connsiteY8" fmla="*/ 122458 h 226197"/>
                <a:gd name="connsiteX9" fmla="*/ 68878 w 163319"/>
                <a:gd name="connsiteY9" fmla="*/ 53935 h 226197"/>
                <a:gd name="connsiteX10" fmla="*/ 75964 w 163319"/>
                <a:gd name="connsiteY10" fmla="*/ 28763 h 226197"/>
                <a:gd name="connsiteX11" fmla="*/ 46913 w 163319"/>
                <a:gd name="connsiteY11" fmla="*/ 95 h 226197"/>
                <a:gd name="connsiteX12" fmla="*/ 150 w 163319"/>
                <a:gd name="connsiteY12" fmla="*/ 53935 h 226197"/>
                <a:gd name="connsiteX13" fmla="*/ 4401 w 163319"/>
                <a:gd name="connsiteY13" fmla="*/ 57431 h 226197"/>
                <a:gd name="connsiteX14" fmla="*/ 10069 w 163319"/>
                <a:gd name="connsiteY14" fmla="*/ 51138 h 226197"/>
                <a:gd name="connsiteX15" fmla="*/ 45851 w 163319"/>
                <a:gd name="connsiteY15" fmla="*/ 7786 h 226197"/>
                <a:gd name="connsiteX16" fmla="*/ 54707 w 163319"/>
                <a:gd name="connsiteY16" fmla="*/ 18974 h 226197"/>
                <a:gd name="connsiteX17" fmla="*/ 48685 w 163319"/>
                <a:gd name="connsiteY17" fmla="*/ 43446 h 226197"/>
                <a:gd name="connsiteX18" fmla="*/ 28137 w 163319"/>
                <a:gd name="connsiteY18" fmla="*/ 116865 h 226197"/>
                <a:gd name="connsiteX19" fmla="*/ 71358 w 163319"/>
                <a:gd name="connsiteY19" fmla="*/ 158468 h 226197"/>
                <a:gd name="connsiteX20" fmla="*/ 107140 w 163319"/>
                <a:gd name="connsiteY20" fmla="*/ 142736 h 226197"/>
                <a:gd name="connsiteX21" fmla="*/ 84112 w 163319"/>
                <a:gd name="connsiteY21" fmla="*/ 196576 h 226197"/>
                <a:gd name="connsiteX22" fmla="*/ 45142 w 163319"/>
                <a:gd name="connsiteY22" fmla="*/ 218601 h 226197"/>
                <a:gd name="connsiteX23" fmla="*/ 18217 w 163319"/>
                <a:gd name="connsiteY23" fmla="*/ 203917 h 226197"/>
                <a:gd name="connsiteX24" fmla="*/ 33451 w 163319"/>
                <a:gd name="connsiteY24" fmla="*/ 199722 h 226197"/>
                <a:gd name="connsiteX25" fmla="*/ 40537 w 163319"/>
                <a:gd name="connsiteY25" fmla="*/ 185388 h 226197"/>
                <a:gd name="connsiteX26" fmla="*/ 27428 w 163319"/>
                <a:gd name="connsiteY26" fmla="*/ 173152 h 226197"/>
                <a:gd name="connsiteX27" fmla="*/ 7589 w 163319"/>
                <a:gd name="connsiteY27" fmla="*/ 195876 h 226197"/>
                <a:gd name="connsiteX28" fmla="*/ 45142 w 163319"/>
                <a:gd name="connsiteY28" fmla="*/ 226293 h 226197"/>
                <a:gd name="connsiteX29" fmla="*/ 128042 w 163319"/>
                <a:gd name="connsiteY29" fmla="*/ 154972 h 226197"/>
                <a:gd name="connsiteX30" fmla="*/ 162052 w 163319"/>
                <a:gd name="connsiteY30" fmla="*/ 21421 h 22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26197">
                  <a:moveTo>
                    <a:pt x="162052" y="21421"/>
                  </a:moveTo>
                  <a:cubicBezTo>
                    <a:pt x="163469" y="16527"/>
                    <a:pt x="163469" y="15827"/>
                    <a:pt x="163469" y="13380"/>
                  </a:cubicBezTo>
                  <a:cubicBezTo>
                    <a:pt x="163469" y="7087"/>
                    <a:pt x="158509" y="3941"/>
                    <a:pt x="153195" y="3941"/>
                  </a:cubicBezTo>
                  <a:cubicBezTo>
                    <a:pt x="149652" y="3941"/>
                    <a:pt x="143984" y="6038"/>
                    <a:pt x="140795" y="11282"/>
                  </a:cubicBezTo>
                  <a:cubicBezTo>
                    <a:pt x="140087" y="13030"/>
                    <a:pt x="137253" y="23868"/>
                    <a:pt x="135836" y="30161"/>
                  </a:cubicBezTo>
                  <a:cubicBezTo>
                    <a:pt x="133356" y="39251"/>
                    <a:pt x="130876" y="48691"/>
                    <a:pt x="128750" y="58130"/>
                  </a:cubicBezTo>
                  <a:lnTo>
                    <a:pt x="112808" y="121060"/>
                  </a:lnTo>
                  <a:cubicBezTo>
                    <a:pt x="111391" y="126304"/>
                    <a:pt x="96157" y="150777"/>
                    <a:pt x="72775" y="150777"/>
                  </a:cubicBezTo>
                  <a:cubicBezTo>
                    <a:pt x="54707" y="150777"/>
                    <a:pt x="50810" y="135394"/>
                    <a:pt x="50810" y="122458"/>
                  </a:cubicBezTo>
                  <a:cubicBezTo>
                    <a:pt x="50810" y="106376"/>
                    <a:pt x="56833" y="84700"/>
                    <a:pt x="68878" y="53935"/>
                  </a:cubicBezTo>
                  <a:cubicBezTo>
                    <a:pt x="74547" y="39601"/>
                    <a:pt x="75964" y="35755"/>
                    <a:pt x="75964" y="28763"/>
                  </a:cubicBezTo>
                  <a:cubicBezTo>
                    <a:pt x="75964" y="13030"/>
                    <a:pt x="64627" y="95"/>
                    <a:pt x="46913" y="95"/>
                  </a:cubicBezTo>
                  <a:cubicBezTo>
                    <a:pt x="13258" y="95"/>
                    <a:pt x="150" y="50788"/>
                    <a:pt x="150" y="53935"/>
                  </a:cubicBezTo>
                  <a:cubicBezTo>
                    <a:pt x="150" y="57431"/>
                    <a:pt x="3692" y="57431"/>
                    <a:pt x="4401" y="57431"/>
                  </a:cubicBezTo>
                  <a:cubicBezTo>
                    <a:pt x="7944" y="57431"/>
                    <a:pt x="8298" y="56732"/>
                    <a:pt x="10069" y="51138"/>
                  </a:cubicBezTo>
                  <a:cubicBezTo>
                    <a:pt x="19635" y="18275"/>
                    <a:pt x="33805" y="7786"/>
                    <a:pt x="45851" y="7786"/>
                  </a:cubicBezTo>
                  <a:cubicBezTo>
                    <a:pt x="48685" y="7786"/>
                    <a:pt x="54707" y="7786"/>
                    <a:pt x="54707" y="18974"/>
                  </a:cubicBezTo>
                  <a:cubicBezTo>
                    <a:pt x="54707" y="27714"/>
                    <a:pt x="51165" y="36804"/>
                    <a:pt x="48685" y="43446"/>
                  </a:cubicBezTo>
                  <a:cubicBezTo>
                    <a:pt x="34514" y="80505"/>
                    <a:pt x="28137" y="100433"/>
                    <a:pt x="28137" y="116865"/>
                  </a:cubicBezTo>
                  <a:cubicBezTo>
                    <a:pt x="28137" y="147980"/>
                    <a:pt x="50456" y="158468"/>
                    <a:pt x="71358" y="158468"/>
                  </a:cubicBezTo>
                  <a:cubicBezTo>
                    <a:pt x="85175" y="158468"/>
                    <a:pt x="97220" y="152525"/>
                    <a:pt x="107140" y="142736"/>
                  </a:cubicBezTo>
                  <a:cubicBezTo>
                    <a:pt x="102534" y="160915"/>
                    <a:pt x="98283" y="178046"/>
                    <a:pt x="84112" y="196576"/>
                  </a:cubicBezTo>
                  <a:cubicBezTo>
                    <a:pt x="74901" y="208462"/>
                    <a:pt x="61439" y="218601"/>
                    <a:pt x="45142" y="218601"/>
                  </a:cubicBezTo>
                  <a:cubicBezTo>
                    <a:pt x="40182" y="218601"/>
                    <a:pt x="24240" y="217552"/>
                    <a:pt x="18217" y="203917"/>
                  </a:cubicBezTo>
                  <a:cubicBezTo>
                    <a:pt x="23886" y="203917"/>
                    <a:pt x="28491" y="203917"/>
                    <a:pt x="33451" y="199722"/>
                  </a:cubicBezTo>
                  <a:cubicBezTo>
                    <a:pt x="36994" y="196576"/>
                    <a:pt x="40537" y="192031"/>
                    <a:pt x="40537" y="185388"/>
                  </a:cubicBezTo>
                  <a:cubicBezTo>
                    <a:pt x="40537" y="174550"/>
                    <a:pt x="30971" y="173152"/>
                    <a:pt x="27428" y="173152"/>
                  </a:cubicBezTo>
                  <a:cubicBezTo>
                    <a:pt x="19280" y="173152"/>
                    <a:pt x="7589" y="178746"/>
                    <a:pt x="7589" y="195876"/>
                  </a:cubicBezTo>
                  <a:cubicBezTo>
                    <a:pt x="7589" y="213357"/>
                    <a:pt x="23177" y="226293"/>
                    <a:pt x="45142" y="226293"/>
                  </a:cubicBezTo>
                  <a:cubicBezTo>
                    <a:pt x="81632" y="226293"/>
                    <a:pt x="118122" y="194478"/>
                    <a:pt x="128042" y="154972"/>
                  </a:cubicBezTo>
                  <a:lnTo>
                    <a:pt x="162052" y="21421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AF80061-B83C-3CE7-5313-BE4BADE4E724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8669636" y="5574614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0 w 14170"/>
                <a:gd name="connsiteY1" fmla="*/ 0 h 419532"/>
                <a:gd name="connsiteX2" fmla="*/ 14170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0" y="0"/>
                  </a:lnTo>
                  <a:lnTo>
                    <a:pt x="14170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40D22CA0-FAE2-66B1-1E19-AB320B78A142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187845" y="5635445"/>
              <a:ext cx="149148" cy="240531"/>
            </a:xfrm>
            <a:custGeom>
              <a:avLst/>
              <a:gdLst>
                <a:gd name="connsiteX0" fmla="*/ 149335 w 149148"/>
                <a:gd name="connsiteY0" fmla="*/ 121060 h 240531"/>
                <a:gd name="connsiteX1" fmla="*/ 135164 w 149148"/>
                <a:gd name="connsiteY1" fmla="*/ 39251 h 240531"/>
                <a:gd name="connsiteX2" fmla="*/ 74938 w 149148"/>
                <a:gd name="connsiteY2" fmla="*/ 95 h 240531"/>
                <a:gd name="connsiteX3" fmla="*/ 13295 w 149148"/>
                <a:gd name="connsiteY3" fmla="*/ 41698 h 240531"/>
                <a:gd name="connsiteX4" fmla="*/ 187 w 149148"/>
                <a:gd name="connsiteY4" fmla="*/ 121060 h 240531"/>
                <a:gd name="connsiteX5" fmla="*/ 16129 w 149148"/>
                <a:gd name="connsiteY5" fmla="*/ 205316 h 240531"/>
                <a:gd name="connsiteX6" fmla="*/ 74584 w 149148"/>
                <a:gd name="connsiteY6" fmla="*/ 240627 h 240531"/>
                <a:gd name="connsiteX7" fmla="*/ 136227 w 149148"/>
                <a:gd name="connsiteY7" fmla="*/ 200072 h 240531"/>
                <a:gd name="connsiteX8" fmla="*/ 149335 w 149148"/>
                <a:gd name="connsiteY8" fmla="*/ 121060 h 240531"/>
                <a:gd name="connsiteX9" fmla="*/ 74584 w 149148"/>
                <a:gd name="connsiteY9" fmla="*/ 232935 h 240531"/>
                <a:gd name="connsiteX10" fmla="*/ 33488 w 149148"/>
                <a:gd name="connsiteY10" fmla="*/ 190632 h 240531"/>
                <a:gd name="connsiteX11" fmla="*/ 29591 w 149148"/>
                <a:gd name="connsiteY11" fmla="*/ 116865 h 240531"/>
                <a:gd name="connsiteX12" fmla="*/ 32425 w 149148"/>
                <a:gd name="connsiteY12" fmla="*/ 52536 h 240531"/>
                <a:gd name="connsiteX13" fmla="*/ 74584 w 149148"/>
                <a:gd name="connsiteY13" fmla="*/ 7786 h 240531"/>
                <a:gd name="connsiteX14" fmla="*/ 116388 w 149148"/>
                <a:gd name="connsiteY14" fmla="*/ 48691 h 240531"/>
                <a:gd name="connsiteX15" fmla="*/ 119930 w 149148"/>
                <a:gd name="connsiteY15" fmla="*/ 116865 h 240531"/>
                <a:gd name="connsiteX16" fmla="*/ 116033 w 149148"/>
                <a:gd name="connsiteY16" fmla="*/ 189234 h 240531"/>
                <a:gd name="connsiteX17" fmla="*/ 74584 w 149148"/>
                <a:gd name="connsiteY17" fmla="*/ 232935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0531">
                  <a:moveTo>
                    <a:pt x="149335" y="121060"/>
                  </a:moveTo>
                  <a:cubicBezTo>
                    <a:pt x="149335" y="93091"/>
                    <a:pt x="147563" y="65122"/>
                    <a:pt x="135164" y="39251"/>
                  </a:cubicBezTo>
                  <a:cubicBezTo>
                    <a:pt x="118867" y="5689"/>
                    <a:pt x="89817" y="95"/>
                    <a:pt x="74938" y="95"/>
                  </a:cubicBezTo>
                  <a:cubicBezTo>
                    <a:pt x="53682" y="95"/>
                    <a:pt x="27820" y="9185"/>
                    <a:pt x="13295" y="41698"/>
                  </a:cubicBezTo>
                  <a:cubicBezTo>
                    <a:pt x="1958" y="65822"/>
                    <a:pt x="187" y="93091"/>
                    <a:pt x="187" y="121060"/>
                  </a:cubicBezTo>
                  <a:cubicBezTo>
                    <a:pt x="187" y="147281"/>
                    <a:pt x="1604" y="178746"/>
                    <a:pt x="16129" y="205316"/>
                  </a:cubicBezTo>
                  <a:cubicBezTo>
                    <a:pt x="31362" y="233634"/>
                    <a:pt x="57224" y="240627"/>
                    <a:pt x="74584" y="240627"/>
                  </a:cubicBezTo>
                  <a:cubicBezTo>
                    <a:pt x="93714" y="240627"/>
                    <a:pt x="120639" y="233285"/>
                    <a:pt x="136227" y="200072"/>
                  </a:cubicBezTo>
                  <a:cubicBezTo>
                    <a:pt x="147563" y="175949"/>
                    <a:pt x="149335" y="148679"/>
                    <a:pt x="149335" y="121060"/>
                  </a:cubicBezTo>
                  <a:close/>
                  <a:moveTo>
                    <a:pt x="74584" y="232935"/>
                  </a:moveTo>
                  <a:cubicBezTo>
                    <a:pt x="60767" y="232935"/>
                    <a:pt x="39865" y="224195"/>
                    <a:pt x="33488" y="190632"/>
                  </a:cubicBezTo>
                  <a:cubicBezTo>
                    <a:pt x="29591" y="169656"/>
                    <a:pt x="29591" y="137492"/>
                    <a:pt x="29591" y="116865"/>
                  </a:cubicBezTo>
                  <a:cubicBezTo>
                    <a:pt x="29591" y="94490"/>
                    <a:pt x="29591" y="71415"/>
                    <a:pt x="32425" y="52536"/>
                  </a:cubicBezTo>
                  <a:cubicBezTo>
                    <a:pt x="39156" y="10933"/>
                    <a:pt x="65727" y="7786"/>
                    <a:pt x="74584" y="7786"/>
                  </a:cubicBezTo>
                  <a:cubicBezTo>
                    <a:pt x="86275" y="7786"/>
                    <a:pt x="109656" y="14079"/>
                    <a:pt x="116388" y="48691"/>
                  </a:cubicBezTo>
                  <a:cubicBezTo>
                    <a:pt x="119930" y="68269"/>
                    <a:pt x="119930" y="94839"/>
                    <a:pt x="119930" y="116865"/>
                  </a:cubicBezTo>
                  <a:cubicBezTo>
                    <a:pt x="119930" y="143085"/>
                    <a:pt x="119930" y="166859"/>
                    <a:pt x="116033" y="189234"/>
                  </a:cubicBezTo>
                  <a:cubicBezTo>
                    <a:pt x="110719" y="222447"/>
                    <a:pt x="90526" y="232935"/>
                    <a:pt x="74584" y="232935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86531E99-1722-8215-365B-F02B49CF95C8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381632" y="5831226"/>
              <a:ext cx="37552" cy="37058"/>
            </a:xfrm>
            <a:custGeom>
              <a:avLst/>
              <a:gdLst>
                <a:gd name="connsiteX0" fmla="*/ 37744 w 37552"/>
                <a:gd name="connsiteY0" fmla="*/ 18624 h 37058"/>
                <a:gd name="connsiteX1" fmla="*/ 18968 w 37552"/>
                <a:gd name="connsiteY1" fmla="*/ 95 h 37058"/>
                <a:gd name="connsiteX2" fmla="*/ 192 w 37552"/>
                <a:gd name="connsiteY2" fmla="*/ 18624 h 37058"/>
                <a:gd name="connsiteX3" fmla="*/ 18968 w 37552"/>
                <a:gd name="connsiteY3" fmla="*/ 37154 h 37058"/>
                <a:gd name="connsiteX4" fmla="*/ 37744 w 37552"/>
                <a:gd name="connsiteY4" fmla="*/ 18624 h 3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058">
                  <a:moveTo>
                    <a:pt x="37744" y="18624"/>
                  </a:moveTo>
                  <a:cubicBezTo>
                    <a:pt x="37744" y="8486"/>
                    <a:pt x="29242" y="95"/>
                    <a:pt x="18968" y="95"/>
                  </a:cubicBezTo>
                  <a:cubicBezTo>
                    <a:pt x="8694" y="95"/>
                    <a:pt x="192" y="8486"/>
                    <a:pt x="192" y="18624"/>
                  </a:cubicBezTo>
                  <a:cubicBezTo>
                    <a:pt x="192" y="28763"/>
                    <a:pt x="8694" y="37154"/>
                    <a:pt x="18968" y="37154"/>
                  </a:cubicBezTo>
                  <a:cubicBezTo>
                    <a:pt x="29242" y="37154"/>
                    <a:pt x="37744" y="28763"/>
                    <a:pt x="37744" y="18624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EF6C395C-5D36-D667-40B9-A1925EBC4D41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464454" y="5635445"/>
              <a:ext cx="147022" cy="240531"/>
            </a:xfrm>
            <a:custGeom>
              <a:avLst/>
              <a:gdLst>
                <a:gd name="connsiteX0" fmla="*/ 32079 w 147022"/>
                <a:gd name="connsiteY0" fmla="*/ 118263 h 240531"/>
                <a:gd name="connsiteX1" fmla="*/ 32079 w 147022"/>
                <a:gd name="connsiteY1" fmla="*/ 109872 h 240531"/>
                <a:gd name="connsiteX2" fmla="*/ 94076 w 147022"/>
                <a:gd name="connsiteY2" fmla="*/ 8835 h 240531"/>
                <a:gd name="connsiteX3" fmla="*/ 125252 w 147022"/>
                <a:gd name="connsiteY3" fmla="*/ 22819 h 240531"/>
                <a:gd name="connsiteX4" fmla="*/ 105767 w 147022"/>
                <a:gd name="connsiteY4" fmla="*/ 38552 h 240531"/>
                <a:gd name="connsiteX5" fmla="*/ 122064 w 147022"/>
                <a:gd name="connsiteY5" fmla="*/ 54634 h 240531"/>
                <a:gd name="connsiteX6" fmla="*/ 138360 w 147022"/>
                <a:gd name="connsiteY6" fmla="*/ 37853 h 240531"/>
                <a:gd name="connsiteX7" fmla="*/ 93368 w 147022"/>
                <a:gd name="connsiteY7" fmla="*/ 95 h 240531"/>
                <a:gd name="connsiteX8" fmla="*/ 194 w 147022"/>
                <a:gd name="connsiteY8" fmla="*/ 122458 h 240531"/>
                <a:gd name="connsiteX9" fmla="*/ 74237 w 147022"/>
                <a:gd name="connsiteY9" fmla="*/ 240627 h 240531"/>
                <a:gd name="connsiteX10" fmla="*/ 147217 w 147022"/>
                <a:gd name="connsiteY10" fmla="*/ 161615 h 240531"/>
                <a:gd name="connsiteX11" fmla="*/ 76363 w 147022"/>
                <a:gd name="connsiteY11" fmla="*/ 83652 h 240531"/>
                <a:gd name="connsiteX12" fmla="*/ 32079 w 147022"/>
                <a:gd name="connsiteY12" fmla="*/ 118263 h 240531"/>
                <a:gd name="connsiteX13" fmla="*/ 74237 w 147022"/>
                <a:gd name="connsiteY13" fmla="*/ 230837 h 240531"/>
                <a:gd name="connsiteX14" fmla="*/ 39164 w 147022"/>
                <a:gd name="connsiteY14" fmla="*/ 204617 h 240531"/>
                <a:gd name="connsiteX15" fmla="*/ 32787 w 147022"/>
                <a:gd name="connsiteY15" fmla="*/ 153923 h 240531"/>
                <a:gd name="connsiteX16" fmla="*/ 76008 w 147022"/>
                <a:gd name="connsiteY16" fmla="*/ 91693 h 240531"/>
                <a:gd name="connsiteX17" fmla="*/ 108956 w 147022"/>
                <a:gd name="connsiteY17" fmla="*/ 113368 h 240531"/>
                <a:gd name="connsiteX18" fmla="*/ 115333 w 147022"/>
                <a:gd name="connsiteY18" fmla="*/ 161265 h 240531"/>
                <a:gd name="connsiteX19" fmla="*/ 109310 w 147022"/>
                <a:gd name="connsiteY19" fmla="*/ 208113 h 240531"/>
                <a:gd name="connsiteX20" fmla="*/ 74237 w 147022"/>
                <a:gd name="connsiteY20" fmla="*/ 230837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022" h="240531">
                  <a:moveTo>
                    <a:pt x="32079" y="118263"/>
                  </a:moveTo>
                  <a:lnTo>
                    <a:pt x="32079" y="109872"/>
                  </a:lnTo>
                  <a:cubicBezTo>
                    <a:pt x="32079" y="21421"/>
                    <a:pt x="76008" y="8835"/>
                    <a:pt x="94076" y="8835"/>
                  </a:cubicBezTo>
                  <a:cubicBezTo>
                    <a:pt x="102579" y="8835"/>
                    <a:pt x="117458" y="10933"/>
                    <a:pt x="125252" y="22819"/>
                  </a:cubicBezTo>
                  <a:cubicBezTo>
                    <a:pt x="119938" y="22819"/>
                    <a:pt x="105767" y="22819"/>
                    <a:pt x="105767" y="38552"/>
                  </a:cubicBezTo>
                  <a:cubicBezTo>
                    <a:pt x="105767" y="49390"/>
                    <a:pt x="114270" y="54634"/>
                    <a:pt x="122064" y="54634"/>
                  </a:cubicBezTo>
                  <a:cubicBezTo>
                    <a:pt x="127732" y="54634"/>
                    <a:pt x="138360" y="51488"/>
                    <a:pt x="138360" y="37853"/>
                  </a:cubicBezTo>
                  <a:cubicBezTo>
                    <a:pt x="138360" y="16876"/>
                    <a:pt x="122772" y="95"/>
                    <a:pt x="93368" y="95"/>
                  </a:cubicBezTo>
                  <a:cubicBezTo>
                    <a:pt x="48021" y="95"/>
                    <a:pt x="194" y="45195"/>
                    <a:pt x="194" y="122458"/>
                  </a:cubicBezTo>
                  <a:cubicBezTo>
                    <a:pt x="194" y="215804"/>
                    <a:pt x="41290" y="240627"/>
                    <a:pt x="74237" y="240627"/>
                  </a:cubicBezTo>
                  <a:cubicBezTo>
                    <a:pt x="113561" y="240627"/>
                    <a:pt x="147217" y="207763"/>
                    <a:pt x="147217" y="161615"/>
                  </a:cubicBezTo>
                  <a:cubicBezTo>
                    <a:pt x="147217" y="117214"/>
                    <a:pt x="115687" y="83652"/>
                    <a:pt x="76363" y="83652"/>
                  </a:cubicBezTo>
                  <a:cubicBezTo>
                    <a:pt x="52272" y="83652"/>
                    <a:pt x="39164" y="101482"/>
                    <a:pt x="32079" y="118263"/>
                  </a:cubicBezTo>
                  <a:close/>
                  <a:moveTo>
                    <a:pt x="74237" y="230837"/>
                  </a:moveTo>
                  <a:cubicBezTo>
                    <a:pt x="51918" y="230837"/>
                    <a:pt x="41290" y="209861"/>
                    <a:pt x="39164" y="204617"/>
                  </a:cubicBezTo>
                  <a:cubicBezTo>
                    <a:pt x="32787" y="188185"/>
                    <a:pt x="32787" y="160216"/>
                    <a:pt x="32787" y="153923"/>
                  </a:cubicBezTo>
                  <a:cubicBezTo>
                    <a:pt x="32787" y="126654"/>
                    <a:pt x="44124" y="91693"/>
                    <a:pt x="76008" y="91693"/>
                  </a:cubicBezTo>
                  <a:cubicBezTo>
                    <a:pt x="81677" y="91693"/>
                    <a:pt x="97973" y="91693"/>
                    <a:pt x="108956" y="113368"/>
                  </a:cubicBezTo>
                  <a:cubicBezTo>
                    <a:pt x="115333" y="126304"/>
                    <a:pt x="115333" y="144134"/>
                    <a:pt x="115333" y="161265"/>
                  </a:cubicBezTo>
                  <a:cubicBezTo>
                    <a:pt x="115333" y="178046"/>
                    <a:pt x="115333" y="195527"/>
                    <a:pt x="109310" y="208113"/>
                  </a:cubicBezTo>
                  <a:cubicBezTo>
                    <a:pt x="98682" y="229089"/>
                    <a:pt x="82385" y="230837"/>
                    <a:pt x="74237" y="230837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FF5F99B4-4741-3890-0261-647326A8C9D6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116932" y="5574614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1 w 14170"/>
                <a:gd name="connsiteY1" fmla="*/ 0 h 419532"/>
                <a:gd name="connsiteX2" fmla="*/ 14171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1" y="0"/>
                  </a:lnTo>
                  <a:lnTo>
                    <a:pt x="14171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5ABF62B8-189A-324D-0307-E6E8417EC246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652855" y="5635445"/>
              <a:ext cx="116909" cy="232840"/>
            </a:xfrm>
            <a:custGeom>
              <a:avLst/>
              <a:gdLst>
                <a:gd name="connsiteX0" fmla="*/ 72853 w 116909"/>
                <a:gd name="connsiteY0" fmla="*/ 9185 h 232840"/>
                <a:gd name="connsiteX1" fmla="*/ 64705 w 116909"/>
                <a:gd name="connsiteY1" fmla="*/ 95 h 232840"/>
                <a:gd name="connsiteX2" fmla="*/ 227 w 116909"/>
                <a:gd name="connsiteY2" fmla="*/ 22470 h 232840"/>
                <a:gd name="connsiteX3" fmla="*/ 227 w 116909"/>
                <a:gd name="connsiteY3" fmla="*/ 33308 h 232840"/>
                <a:gd name="connsiteX4" fmla="*/ 46637 w 116909"/>
                <a:gd name="connsiteY4" fmla="*/ 24218 h 232840"/>
                <a:gd name="connsiteX5" fmla="*/ 46637 w 116909"/>
                <a:gd name="connsiteY5" fmla="*/ 205316 h 232840"/>
                <a:gd name="connsiteX6" fmla="*/ 13690 w 116909"/>
                <a:gd name="connsiteY6" fmla="*/ 222097 h 232840"/>
                <a:gd name="connsiteX7" fmla="*/ 2353 w 116909"/>
                <a:gd name="connsiteY7" fmla="*/ 222097 h 232840"/>
                <a:gd name="connsiteX8" fmla="*/ 2353 w 116909"/>
                <a:gd name="connsiteY8" fmla="*/ 232935 h 232840"/>
                <a:gd name="connsiteX9" fmla="*/ 59745 w 116909"/>
                <a:gd name="connsiteY9" fmla="*/ 231886 h 232840"/>
                <a:gd name="connsiteX10" fmla="*/ 117137 w 116909"/>
                <a:gd name="connsiteY10" fmla="*/ 232935 h 232840"/>
                <a:gd name="connsiteX11" fmla="*/ 117137 w 116909"/>
                <a:gd name="connsiteY11" fmla="*/ 222097 h 232840"/>
                <a:gd name="connsiteX12" fmla="*/ 105800 w 116909"/>
                <a:gd name="connsiteY12" fmla="*/ 222097 h 232840"/>
                <a:gd name="connsiteX13" fmla="*/ 72853 w 116909"/>
                <a:gd name="connsiteY13" fmla="*/ 205316 h 232840"/>
                <a:gd name="connsiteX14" fmla="*/ 72853 w 116909"/>
                <a:gd name="connsiteY14" fmla="*/ 9185 h 23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2840">
                  <a:moveTo>
                    <a:pt x="72853" y="9185"/>
                  </a:moveTo>
                  <a:cubicBezTo>
                    <a:pt x="72853" y="794"/>
                    <a:pt x="72853" y="95"/>
                    <a:pt x="64705" y="95"/>
                  </a:cubicBezTo>
                  <a:cubicBezTo>
                    <a:pt x="42740" y="22470"/>
                    <a:pt x="11564" y="22470"/>
                    <a:pt x="227" y="22470"/>
                  </a:cubicBezTo>
                  <a:lnTo>
                    <a:pt x="227" y="33308"/>
                  </a:lnTo>
                  <a:cubicBezTo>
                    <a:pt x="7313" y="33308"/>
                    <a:pt x="28215" y="33308"/>
                    <a:pt x="46637" y="24218"/>
                  </a:cubicBezTo>
                  <a:lnTo>
                    <a:pt x="46637" y="205316"/>
                  </a:lnTo>
                  <a:cubicBezTo>
                    <a:pt x="46637" y="217902"/>
                    <a:pt x="45574" y="222097"/>
                    <a:pt x="13690" y="222097"/>
                  </a:cubicBezTo>
                  <a:lnTo>
                    <a:pt x="2353" y="222097"/>
                  </a:lnTo>
                  <a:lnTo>
                    <a:pt x="2353" y="232935"/>
                  </a:lnTo>
                  <a:cubicBezTo>
                    <a:pt x="14752" y="231886"/>
                    <a:pt x="45574" y="231886"/>
                    <a:pt x="59745" y="231886"/>
                  </a:cubicBezTo>
                  <a:cubicBezTo>
                    <a:pt x="73916" y="231886"/>
                    <a:pt x="104737" y="231886"/>
                    <a:pt x="117137" y="232935"/>
                  </a:cubicBezTo>
                  <a:lnTo>
                    <a:pt x="117137" y="222097"/>
                  </a:lnTo>
                  <a:lnTo>
                    <a:pt x="105800" y="222097"/>
                  </a:lnTo>
                  <a:cubicBezTo>
                    <a:pt x="73916" y="222097"/>
                    <a:pt x="72853" y="218251"/>
                    <a:pt x="72853" y="205316"/>
                  </a:cubicBezTo>
                  <a:lnTo>
                    <a:pt x="72853" y="9185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79E314EA-6B18-83A8-D2C5-7DE4CA05E0AC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0828928" y="5831226"/>
              <a:ext cx="37552" cy="37058"/>
            </a:xfrm>
            <a:custGeom>
              <a:avLst/>
              <a:gdLst>
                <a:gd name="connsiteX0" fmla="*/ 37785 w 37552"/>
                <a:gd name="connsiteY0" fmla="*/ 18624 h 37058"/>
                <a:gd name="connsiteX1" fmla="*/ 19009 w 37552"/>
                <a:gd name="connsiteY1" fmla="*/ 95 h 37058"/>
                <a:gd name="connsiteX2" fmla="*/ 232 w 37552"/>
                <a:gd name="connsiteY2" fmla="*/ 18624 h 37058"/>
                <a:gd name="connsiteX3" fmla="*/ 19009 w 37552"/>
                <a:gd name="connsiteY3" fmla="*/ 37154 h 37058"/>
                <a:gd name="connsiteX4" fmla="*/ 37785 w 37552"/>
                <a:gd name="connsiteY4" fmla="*/ 18624 h 3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058">
                  <a:moveTo>
                    <a:pt x="37785" y="18624"/>
                  </a:moveTo>
                  <a:cubicBezTo>
                    <a:pt x="37785" y="8486"/>
                    <a:pt x="29283" y="95"/>
                    <a:pt x="19009" y="95"/>
                  </a:cubicBezTo>
                  <a:cubicBezTo>
                    <a:pt x="8735" y="95"/>
                    <a:pt x="232" y="8486"/>
                    <a:pt x="232" y="18624"/>
                  </a:cubicBezTo>
                  <a:cubicBezTo>
                    <a:pt x="232" y="28763"/>
                    <a:pt x="8735" y="37154"/>
                    <a:pt x="19009" y="37154"/>
                  </a:cubicBezTo>
                  <a:cubicBezTo>
                    <a:pt x="29283" y="37154"/>
                    <a:pt x="37785" y="28763"/>
                    <a:pt x="37785" y="18624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A77B523-FA11-94D8-9F07-DB854515D60F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911750" y="5635445"/>
              <a:ext cx="147022" cy="240531"/>
            </a:xfrm>
            <a:custGeom>
              <a:avLst/>
              <a:gdLst>
                <a:gd name="connsiteX0" fmla="*/ 115373 w 147022"/>
                <a:gd name="connsiteY0" fmla="*/ 121759 h 240531"/>
                <a:gd name="connsiteX1" fmla="*/ 115373 w 147022"/>
                <a:gd name="connsiteY1" fmla="*/ 132947 h 240531"/>
                <a:gd name="connsiteX2" fmla="*/ 57981 w 147022"/>
                <a:gd name="connsiteY2" fmla="*/ 230837 h 240531"/>
                <a:gd name="connsiteX3" fmla="*/ 23263 w 147022"/>
                <a:gd name="connsiteY3" fmla="*/ 218251 h 240531"/>
                <a:gd name="connsiteX4" fmla="*/ 41685 w 147022"/>
                <a:gd name="connsiteY4" fmla="*/ 202169 h 240531"/>
                <a:gd name="connsiteX5" fmla="*/ 25388 w 147022"/>
                <a:gd name="connsiteY5" fmla="*/ 186087 h 240531"/>
                <a:gd name="connsiteX6" fmla="*/ 9092 w 147022"/>
                <a:gd name="connsiteY6" fmla="*/ 202869 h 240531"/>
                <a:gd name="connsiteX7" fmla="*/ 58336 w 147022"/>
                <a:gd name="connsiteY7" fmla="*/ 240627 h 240531"/>
                <a:gd name="connsiteX8" fmla="*/ 147258 w 147022"/>
                <a:gd name="connsiteY8" fmla="*/ 117913 h 240531"/>
                <a:gd name="connsiteX9" fmla="*/ 74986 w 147022"/>
                <a:gd name="connsiteY9" fmla="*/ 95 h 240531"/>
                <a:gd name="connsiteX10" fmla="*/ 22908 w 147022"/>
                <a:gd name="connsiteY10" fmla="*/ 22120 h 240531"/>
                <a:gd name="connsiteX11" fmla="*/ 235 w 147022"/>
                <a:gd name="connsiteY11" fmla="*/ 78757 h 240531"/>
                <a:gd name="connsiteX12" fmla="*/ 71089 w 147022"/>
                <a:gd name="connsiteY12" fmla="*/ 156720 h 240531"/>
                <a:gd name="connsiteX13" fmla="*/ 115373 w 147022"/>
                <a:gd name="connsiteY13" fmla="*/ 121759 h 240531"/>
                <a:gd name="connsiteX14" fmla="*/ 71444 w 147022"/>
                <a:gd name="connsiteY14" fmla="*/ 148679 h 240531"/>
                <a:gd name="connsiteX15" fmla="*/ 38496 w 147022"/>
                <a:gd name="connsiteY15" fmla="*/ 126654 h 240531"/>
                <a:gd name="connsiteX16" fmla="*/ 32119 w 147022"/>
                <a:gd name="connsiteY16" fmla="*/ 79107 h 240531"/>
                <a:gd name="connsiteX17" fmla="*/ 39559 w 147022"/>
                <a:gd name="connsiteY17" fmla="*/ 30861 h 240531"/>
                <a:gd name="connsiteX18" fmla="*/ 74986 w 147022"/>
                <a:gd name="connsiteY18" fmla="*/ 8835 h 240531"/>
                <a:gd name="connsiteX19" fmla="*/ 108996 w 147022"/>
                <a:gd name="connsiteY19" fmla="*/ 36454 h 240531"/>
                <a:gd name="connsiteX20" fmla="*/ 114665 w 147022"/>
                <a:gd name="connsiteY20" fmla="*/ 85749 h 240531"/>
                <a:gd name="connsiteX21" fmla="*/ 71444 w 147022"/>
                <a:gd name="connsiteY21" fmla="*/ 148679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022" h="240531">
                  <a:moveTo>
                    <a:pt x="115373" y="121759"/>
                  </a:moveTo>
                  <a:lnTo>
                    <a:pt x="115373" y="132947"/>
                  </a:lnTo>
                  <a:cubicBezTo>
                    <a:pt x="115373" y="214755"/>
                    <a:pt x="78529" y="230837"/>
                    <a:pt x="57981" y="230837"/>
                  </a:cubicBezTo>
                  <a:cubicBezTo>
                    <a:pt x="51959" y="230837"/>
                    <a:pt x="32828" y="230138"/>
                    <a:pt x="23263" y="218251"/>
                  </a:cubicBezTo>
                  <a:cubicBezTo>
                    <a:pt x="38851" y="218251"/>
                    <a:pt x="41685" y="208113"/>
                    <a:pt x="41685" y="202169"/>
                  </a:cubicBezTo>
                  <a:cubicBezTo>
                    <a:pt x="41685" y="191332"/>
                    <a:pt x="33182" y="186087"/>
                    <a:pt x="25388" y="186087"/>
                  </a:cubicBezTo>
                  <a:cubicBezTo>
                    <a:pt x="19720" y="186087"/>
                    <a:pt x="9092" y="189234"/>
                    <a:pt x="9092" y="202869"/>
                  </a:cubicBezTo>
                  <a:cubicBezTo>
                    <a:pt x="9092" y="226293"/>
                    <a:pt x="28222" y="240627"/>
                    <a:pt x="58336" y="240627"/>
                  </a:cubicBezTo>
                  <a:cubicBezTo>
                    <a:pt x="104037" y="240627"/>
                    <a:pt x="147258" y="193080"/>
                    <a:pt x="147258" y="117913"/>
                  </a:cubicBezTo>
                  <a:cubicBezTo>
                    <a:pt x="147258" y="23868"/>
                    <a:pt x="106516" y="95"/>
                    <a:pt x="74986" y="95"/>
                  </a:cubicBezTo>
                  <a:cubicBezTo>
                    <a:pt x="55501" y="95"/>
                    <a:pt x="38142" y="6388"/>
                    <a:pt x="22908" y="22120"/>
                  </a:cubicBezTo>
                  <a:cubicBezTo>
                    <a:pt x="8383" y="37853"/>
                    <a:pt x="235" y="52536"/>
                    <a:pt x="235" y="78757"/>
                  </a:cubicBezTo>
                  <a:cubicBezTo>
                    <a:pt x="235" y="122458"/>
                    <a:pt x="31411" y="156720"/>
                    <a:pt x="71089" y="156720"/>
                  </a:cubicBezTo>
                  <a:cubicBezTo>
                    <a:pt x="92700" y="156720"/>
                    <a:pt x="107225" y="142037"/>
                    <a:pt x="115373" y="121759"/>
                  </a:cubicBezTo>
                  <a:close/>
                  <a:moveTo>
                    <a:pt x="71444" y="148679"/>
                  </a:moveTo>
                  <a:cubicBezTo>
                    <a:pt x="65775" y="148679"/>
                    <a:pt x="49479" y="148679"/>
                    <a:pt x="38496" y="126654"/>
                  </a:cubicBezTo>
                  <a:cubicBezTo>
                    <a:pt x="32119" y="113718"/>
                    <a:pt x="32119" y="96238"/>
                    <a:pt x="32119" y="79107"/>
                  </a:cubicBezTo>
                  <a:cubicBezTo>
                    <a:pt x="32119" y="60228"/>
                    <a:pt x="32119" y="43796"/>
                    <a:pt x="39559" y="30861"/>
                  </a:cubicBezTo>
                  <a:cubicBezTo>
                    <a:pt x="49124" y="13380"/>
                    <a:pt x="62587" y="8835"/>
                    <a:pt x="74986" y="8835"/>
                  </a:cubicBezTo>
                  <a:cubicBezTo>
                    <a:pt x="91283" y="8835"/>
                    <a:pt x="102974" y="20722"/>
                    <a:pt x="108996" y="36454"/>
                  </a:cubicBezTo>
                  <a:cubicBezTo>
                    <a:pt x="113248" y="47642"/>
                    <a:pt x="114665" y="69667"/>
                    <a:pt x="114665" y="85749"/>
                  </a:cubicBezTo>
                  <a:cubicBezTo>
                    <a:pt x="114665" y="114767"/>
                    <a:pt x="102619" y="148679"/>
                    <a:pt x="71444" y="148679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7E0721-6F54-D17F-8989-C27981E6FBD9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1564228" y="5574614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0 w 14170"/>
                <a:gd name="connsiteY1" fmla="*/ 0 h 419532"/>
                <a:gd name="connsiteX2" fmla="*/ 14170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0" y="0"/>
                  </a:lnTo>
                  <a:lnTo>
                    <a:pt x="14170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3D675EAD-770F-9366-6A04-F32DEC7ADAD1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2083500" y="5635445"/>
              <a:ext cx="147022" cy="240531"/>
            </a:xfrm>
            <a:custGeom>
              <a:avLst/>
              <a:gdLst>
                <a:gd name="connsiteX0" fmla="*/ 88127 w 147022"/>
                <a:gd name="connsiteY0" fmla="*/ 109872 h 240531"/>
                <a:gd name="connsiteX1" fmla="*/ 137725 w 147022"/>
                <a:gd name="connsiteY1" fmla="*/ 48341 h 240531"/>
                <a:gd name="connsiteX2" fmla="*/ 72539 w 147022"/>
                <a:gd name="connsiteY2" fmla="*/ 95 h 240531"/>
                <a:gd name="connsiteX3" fmla="*/ 9833 w 147022"/>
                <a:gd name="connsiteY3" fmla="*/ 47642 h 240531"/>
                <a:gd name="connsiteX4" fmla="*/ 27901 w 147022"/>
                <a:gd name="connsiteY4" fmla="*/ 65822 h 240531"/>
                <a:gd name="connsiteX5" fmla="*/ 45969 w 147022"/>
                <a:gd name="connsiteY5" fmla="*/ 47991 h 240531"/>
                <a:gd name="connsiteX6" fmla="*/ 24004 w 147022"/>
                <a:gd name="connsiteY6" fmla="*/ 30511 h 240531"/>
                <a:gd name="connsiteX7" fmla="*/ 71122 w 147022"/>
                <a:gd name="connsiteY7" fmla="*/ 8835 h 240531"/>
                <a:gd name="connsiteX8" fmla="*/ 105132 w 147022"/>
                <a:gd name="connsiteY8" fmla="*/ 47991 h 240531"/>
                <a:gd name="connsiteX9" fmla="*/ 95213 w 147022"/>
                <a:gd name="connsiteY9" fmla="*/ 87847 h 240531"/>
                <a:gd name="connsiteX10" fmla="*/ 63683 w 147022"/>
                <a:gd name="connsiteY10" fmla="*/ 106027 h 240531"/>
                <a:gd name="connsiteX11" fmla="*/ 49866 w 147022"/>
                <a:gd name="connsiteY11" fmla="*/ 107076 h 240531"/>
                <a:gd name="connsiteX12" fmla="*/ 44552 w 147022"/>
                <a:gd name="connsiteY12" fmla="*/ 111271 h 240531"/>
                <a:gd name="connsiteX13" fmla="*/ 53054 w 147022"/>
                <a:gd name="connsiteY13" fmla="*/ 115117 h 240531"/>
                <a:gd name="connsiteX14" fmla="*/ 68642 w 147022"/>
                <a:gd name="connsiteY14" fmla="*/ 115117 h 240531"/>
                <a:gd name="connsiteX15" fmla="*/ 110801 w 147022"/>
                <a:gd name="connsiteY15" fmla="*/ 173152 h 240531"/>
                <a:gd name="connsiteX16" fmla="*/ 70768 w 147022"/>
                <a:gd name="connsiteY16" fmla="*/ 230837 h 240531"/>
                <a:gd name="connsiteX17" fmla="*/ 16564 w 147022"/>
                <a:gd name="connsiteY17" fmla="*/ 204267 h 240531"/>
                <a:gd name="connsiteX18" fmla="*/ 39946 w 147022"/>
                <a:gd name="connsiteY18" fmla="*/ 185039 h 240531"/>
                <a:gd name="connsiteX19" fmla="*/ 20107 w 147022"/>
                <a:gd name="connsiteY19" fmla="*/ 165460 h 240531"/>
                <a:gd name="connsiteX20" fmla="*/ 268 w 147022"/>
                <a:gd name="connsiteY20" fmla="*/ 185738 h 240531"/>
                <a:gd name="connsiteX21" fmla="*/ 71831 w 147022"/>
                <a:gd name="connsiteY21" fmla="*/ 240627 h 240531"/>
                <a:gd name="connsiteX22" fmla="*/ 147291 w 147022"/>
                <a:gd name="connsiteY22" fmla="*/ 173152 h 240531"/>
                <a:gd name="connsiteX23" fmla="*/ 88127 w 147022"/>
                <a:gd name="connsiteY23" fmla="*/ 109872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0531">
                  <a:moveTo>
                    <a:pt x="88127" y="109872"/>
                  </a:moveTo>
                  <a:cubicBezTo>
                    <a:pt x="117178" y="100433"/>
                    <a:pt x="137725" y="75960"/>
                    <a:pt x="137725" y="48341"/>
                  </a:cubicBezTo>
                  <a:cubicBezTo>
                    <a:pt x="137725" y="19673"/>
                    <a:pt x="106549" y="95"/>
                    <a:pt x="72539" y="95"/>
                  </a:cubicBezTo>
                  <a:cubicBezTo>
                    <a:pt x="36758" y="95"/>
                    <a:pt x="9833" y="21071"/>
                    <a:pt x="9833" y="47642"/>
                  </a:cubicBezTo>
                  <a:cubicBezTo>
                    <a:pt x="9833" y="59179"/>
                    <a:pt x="17627" y="65822"/>
                    <a:pt x="27901" y="65822"/>
                  </a:cubicBezTo>
                  <a:cubicBezTo>
                    <a:pt x="38884" y="65822"/>
                    <a:pt x="45969" y="58130"/>
                    <a:pt x="45969" y="47991"/>
                  </a:cubicBezTo>
                  <a:cubicBezTo>
                    <a:pt x="45969" y="30511"/>
                    <a:pt x="29318" y="30511"/>
                    <a:pt x="24004" y="30511"/>
                  </a:cubicBezTo>
                  <a:cubicBezTo>
                    <a:pt x="34987" y="13380"/>
                    <a:pt x="58368" y="8835"/>
                    <a:pt x="71122" y="8835"/>
                  </a:cubicBezTo>
                  <a:cubicBezTo>
                    <a:pt x="85647" y="8835"/>
                    <a:pt x="105132" y="16527"/>
                    <a:pt x="105132" y="47991"/>
                  </a:cubicBezTo>
                  <a:cubicBezTo>
                    <a:pt x="105132" y="52187"/>
                    <a:pt x="104424" y="72464"/>
                    <a:pt x="95213" y="87847"/>
                  </a:cubicBezTo>
                  <a:cubicBezTo>
                    <a:pt x="84585" y="104628"/>
                    <a:pt x="72539" y="105677"/>
                    <a:pt x="63683" y="106027"/>
                  </a:cubicBezTo>
                  <a:cubicBezTo>
                    <a:pt x="60848" y="106376"/>
                    <a:pt x="52346" y="107076"/>
                    <a:pt x="49866" y="107076"/>
                  </a:cubicBezTo>
                  <a:cubicBezTo>
                    <a:pt x="47032" y="107425"/>
                    <a:pt x="44552" y="107775"/>
                    <a:pt x="44552" y="111271"/>
                  </a:cubicBezTo>
                  <a:cubicBezTo>
                    <a:pt x="44552" y="115117"/>
                    <a:pt x="47032" y="115117"/>
                    <a:pt x="53054" y="115117"/>
                  </a:cubicBezTo>
                  <a:lnTo>
                    <a:pt x="68642" y="115117"/>
                  </a:lnTo>
                  <a:cubicBezTo>
                    <a:pt x="97693" y="115117"/>
                    <a:pt x="110801" y="138890"/>
                    <a:pt x="110801" y="173152"/>
                  </a:cubicBezTo>
                  <a:cubicBezTo>
                    <a:pt x="110801" y="220699"/>
                    <a:pt x="86356" y="230837"/>
                    <a:pt x="70768" y="230837"/>
                  </a:cubicBezTo>
                  <a:cubicBezTo>
                    <a:pt x="55534" y="230837"/>
                    <a:pt x="28964" y="224894"/>
                    <a:pt x="16564" y="204267"/>
                  </a:cubicBezTo>
                  <a:cubicBezTo>
                    <a:pt x="28964" y="206015"/>
                    <a:pt x="39946" y="198324"/>
                    <a:pt x="39946" y="185039"/>
                  </a:cubicBezTo>
                  <a:cubicBezTo>
                    <a:pt x="39946" y="172453"/>
                    <a:pt x="30381" y="165460"/>
                    <a:pt x="20107" y="165460"/>
                  </a:cubicBezTo>
                  <a:cubicBezTo>
                    <a:pt x="11605" y="165460"/>
                    <a:pt x="268" y="170355"/>
                    <a:pt x="268" y="185738"/>
                  </a:cubicBezTo>
                  <a:cubicBezTo>
                    <a:pt x="268" y="217552"/>
                    <a:pt x="33215" y="240627"/>
                    <a:pt x="71831" y="240627"/>
                  </a:cubicBezTo>
                  <a:cubicBezTo>
                    <a:pt x="115052" y="240627"/>
                    <a:pt x="147291" y="208812"/>
                    <a:pt x="147291" y="173152"/>
                  </a:cubicBezTo>
                  <a:cubicBezTo>
                    <a:pt x="147291" y="144484"/>
                    <a:pt x="124972" y="117214"/>
                    <a:pt x="88127" y="109872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CD76671B-0E3B-51A0-48A5-158F29B27BD2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2276224" y="5831226"/>
              <a:ext cx="37552" cy="37058"/>
            </a:xfrm>
            <a:custGeom>
              <a:avLst/>
              <a:gdLst>
                <a:gd name="connsiteX0" fmla="*/ 37826 w 37552"/>
                <a:gd name="connsiteY0" fmla="*/ 18624 h 37058"/>
                <a:gd name="connsiteX1" fmla="*/ 19049 w 37552"/>
                <a:gd name="connsiteY1" fmla="*/ 95 h 37058"/>
                <a:gd name="connsiteX2" fmla="*/ 273 w 37552"/>
                <a:gd name="connsiteY2" fmla="*/ 18624 h 37058"/>
                <a:gd name="connsiteX3" fmla="*/ 19049 w 37552"/>
                <a:gd name="connsiteY3" fmla="*/ 37154 h 37058"/>
                <a:gd name="connsiteX4" fmla="*/ 37826 w 37552"/>
                <a:gd name="connsiteY4" fmla="*/ 18624 h 3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058">
                  <a:moveTo>
                    <a:pt x="37826" y="18624"/>
                  </a:moveTo>
                  <a:cubicBezTo>
                    <a:pt x="37826" y="8486"/>
                    <a:pt x="29323" y="95"/>
                    <a:pt x="19049" y="95"/>
                  </a:cubicBezTo>
                  <a:cubicBezTo>
                    <a:pt x="8775" y="95"/>
                    <a:pt x="273" y="8486"/>
                    <a:pt x="273" y="18624"/>
                  </a:cubicBezTo>
                  <a:cubicBezTo>
                    <a:pt x="273" y="28763"/>
                    <a:pt x="8775" y="37154"/>
                    <a:pt x="19049" y="37154"/>
                  </a:cubicBezTo>
                  <a:cubicBezTo>
                    <a:pt x="29323" y="37154"/>
                    <a:pt x="37826" y="28763"/>
                    <a:pt x="37826" y="18624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546F0682-E96A-B3D1-00D7-1E444E6558A3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2354086" y="5631599"/>
              <a:ext cx="156942" cy="236685"/>
            </a:xfrm>
            <a:custGeom>
              <a:avLst/>
              <a:gdLst>
                <a:gd name="connsiteX0" fmla="*/ 94512 w 156942"/>
                <a:gd name="connsiteY0" fmla="*/ 179095 h 236685"/>
                <a:gd name="connsiteX1" fmla="*/ 94512 w 156942"/>
                <a:gd name="connsiteY1" fmla="*/ 209511 h 236685"/>
                <a:gd name="connsiteX2" fmla="*/ 67587 w 156942"/>
                <a:gd name="connsiteY2" fmla="*/ 225943 h 236685"/>
                <a:gd name="connsiteX3" fmla="*/ 60148 w 156942"/>
                <a:gd name="connsiteY3" fmla="*/ 225943 h 236685"/>
                <a:gd name="connsiteX4" fmla="*/ 60148 w 156942"/>
                <a:gd name="connsiteY4" fmla="*/ 236781 h 236685"/>
                <a:gd name="connsiteX5" fmla="*/ 107974 w 156942"/>
                <a:gd name="connsiteY5" fmla="*/ 235732 h 236685"/>
                <a:gd name="connsiteX6" fmla="*/ 156155 w 156942"/>
                <a:gd name="connsiteY6" fmla="*/ 236781 h 236685"/>
                <a:gd name="connsiteX7" fmla="*/ 156155 w 156942"/>
                <a:gd name="connsiteY7" fmla="*/ 225943 h 236685"/>
                <a:gd name="connsiteX8" fmla="*/ 148715 w 156942"/>
                <a:gd name="connsiteY8" fmla="*/ 225943 h 236685"/>
                <a:gd name="connsiteX9" fmla="*/ 121791 w 156942"/>
                <a:gd name="connsiteY9" fmla="*/ 209511 h 236685"/>
                <a:gd name="connsiteX10" fmla="*/ 121791 w 156942"/>
                <a:gd name="connsiteY10" fmla="*/ 179095 h 236685"/>
                <a:gd name="connsiteX11" fmla="*/ 157218 w 156942"/>
                <a:gd name="connsiteY11" fmla="*/ 179095 h 236685"/>
                <a:gd name="connsiteX12" fmla="*/ 157218 w 156942"/>
                <a:gd name="connsiteY12" fmla="*/ 168257 h 236685"/>
                <a:gd name="connsiteX13" fmla="*/ 121791 w 156942"/>
                <a:gd name="connsiteY13" fmla="*/ 168257 h 236685"/>
                <a:gd name="connsiteX14" fmla="*/ 121791 w 156942"/>
                <a:gd name="connsiteY14" fmla="*/ 9185 h 236685"/>
                <a:gd name="connsiteX15" fmla="*/ 116122 w 156942"/>
                <a:gd name="connsiteY15" fmla="*/ 95 h 236685"/>
                <a:gd name="connsiteX16" fmla="*/ 109037 w 156942"/>
                <a:gd name="connsiteY16" fmla="*/ 4290 h 236685"/>
                <a:gd name="connsiteX17" fmla="*/ 276 w 156942"/>
                <a:gd name="connsiteY17" fmla="*/ 168257 h 236685"/>
                <a:gd name="connsiteX18" fmla="*/ 276 w 156942"/>
                <a:gd name="connsiteY18" fmla="*/ 179095 h 236685"/>
                <a:gd name="connsiteX19" fmla="*/ 94512 w 156942"/>
                <a:gd name="connsiteY19" fmla="*/ 179095 h 236685"/>
                <a:gd name="connsiteX20" fmla="*/ 96638 w 156942"/>
                <a:gd name="connsiteY20" fmla="*/ 168257 h 236685"/>
                <a:gd name="connsiteX21" fmla="*/ 10195 w 156942"/>
                <a:gd name="connsiteY21" fmla="*/ 168257 h 236685"/>
                <a:gd name="connsiteX22" fmla="*/ 96638 w 156942"/>
                <a:gd name="connsiteY22" fmla="*/ 37853 h 236685"/>
                <a:gd name="connsiteX23" fmla="*/ 96638 w 156942"/>
                <a:gd name="connsiteY23" fmla="*/ 168257 h 23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36685">
                  <a:moveTo>
                    <a:pt x="94512" y="179095"/>
                  </a:moveTo>
                  <a:lnTo>
                    <a:pt x="94512" y="209511"/>
                  </a:lnTo>
                  <a:cubicBezTo>
                    <a:pt x="94512" y="222097"/>
                    <a:pt x="93803" y="225943"/>
                    <a:pt x="67587" y="225943"/>
                  </a:cubicBezTo>
                  <a:lnTo>
                    <a:pt x="60148" y="225943"/>
                  </a:lnTo>
                  <a:lnTo>
                    <a:pt x="60148" y="236781"/>
                  </a:lnTo>
                  <a:cubicBezTo>
                    <a:pt x="74673" y="235732"/>
                    <a:pt x="93095" y="235732"/>
                    <a:pt x="107974" y="235732"/>
                  </a:cubicBezTo>
                  <a:cubicBezTo>
                    <a:pt x="122854" y="235732"/>
                    <a:pt x="141630" y="235732"/>
                    <a:pt x="156155" y="236781"/>
                  </a:cubicBezTo>
                  <a:lnTo>
                    <a:pt x="156155" y="225943"/>
                  </a:lnTo>
                  <a:lnTo>
                    <a:pt x="148715" y="225943"/>
                  </a:lnTo>
                  <a:cubicBezTo>
                    <a:pt x="122499" y="225943"/>
                    <a:pt x="121791" y="222097"/>
                    <a:pt x="121791" y="209511"/>
                  </a:cubicBezTo>
                  <a:lnTo>
                    <a:pt x="121791" y="179095"/>
                  </a:lnTo>
                  <a:lnTo>
                    <a:pt x="157218" y="179095"/>
                  </a:lnTo>
                  <a:lnTo>
                    <a:pt x="157218" y="168257"/>
                  </a:lnTo>
                  <a:lnTo>
                    <a:pt x="121791" y="168257"/>
                  </a:lnTo>
                  <a:lnTo>
                    <a:pt x="121791" y="9185"/>
                  </a:lnTo>
                  <a:cubicBezTo>
                    <a:pt x="121791" y="2192"/>
                    <a:pt x="121791" y="95"/>
                    <a:pt x="116122" y="95"/>
                  </a:cubicBezTo>
                  <a:cubicBezTo>
                    <a:pt x="112934" y="95"/>
                    <a:pt x="111871" y="95"/>
                    <a:pt x="109037" y="4290"/>
                  </a:cubicBezTo>
                  <a:lnTo>
                    <a:pt x="276" y="168257"/>
                  </a:lnTo>
                  <a:lnTo>
                    <a:pt x="276" y="179095"/>
                  </a:lnTo>
                  <a:lnTo>
                    <a:pt x="94512" y="179095"/>
                  </a:lnTo>
                  <a:close/>
                  <a:moveTo>
                    <a:pt x="96638" y="168257"/>
                  </a:moveTo>
                  <a:lnTo>
                    <a:pt x="10195" y="168257"/>
                  </a:lnTo>
                  <a:lnTo>
                    <a:pt x="96638" y="37853"/>
                  </a:lnTo>
                  <a:lnTo>
                    <a:pt x="96638" y="168257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9800380-7413-C9EB-422C-64238D872BA0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3011524" y="5574614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1 w 14170"/>
                <a:gd name="connsiteY1" fmla="*/ 0 h 419532"/>
                <a:gd name="connsiteX2" fmla="*/ 14171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1" y="0"/>
                  </a:lnTo>
                  <a:lnTo>
                    <a:pt x="14171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EFC6F209-F386-F8B4-1741-08AD2E99566F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3533630" y="5635445"/>
              <a:ext cx="141354" cy="240531"/>
            </a:xfrm>
            <a:custGeom>
              <a:avLst/>
              <a:gdLst>
                <a:gd name="connsiteX0" fmla="*/ 141663 w 141354"/>
                <a:gd name="connsiteY0" fmla="*/ 162663 h 240531"/>
                <a:gd name="connsiteX1" fmla="*/ 74351 w 141354"/>
                <a:gd name="connsiteY1" fmla="*/ 86099 h 240531"/>
                <a:gd name="connsiteX2" fmla="*/ 29359 w 141354"/>
                <a:gd name="connsiteY2" fmla="*/ 103929 h 240531"/>
                <a:gd name="connsiteX3" fmla="*/ 29359 w 141354"/>
                <a:gd name="connsiteY3" fmla="*/ 35755 h 240531"/>
                <a:gd name="connsiteX4" fmla="*/ 59472 w 141354"/>
                <a:gd name="connsiteY4" fmla="*/ 40300 h 240531"/>
                <a:gd name="connsiteX5" fmla="*/ 127846 w 141354"/>
                <a:gd name="connsiteY5" fmla="*/ 3941 h 240531"/>
                <a:gd name="connsiteX6" fmla="*/ 124304 w 141354"/>
                <a:gd name="connsiteY6" fmla="*/ 95 h 240531"/>
                <a:gd name="connsiteX7" fmla="*/ 121470 w 141354"/>
                <a:gd name="connsiteY7" fmla="*/ 1144 h 240531"/>
                <a:gd name="connsiteX8" fmla="*/ 73289 w 141354"/>
                <a:gd name="connsiteY8" fmla="*/ 11282 h 240531"/>
                <a:gd name="connsiteX9" fmla="*/ 26170 w 141354"/>
                <a:gd name="connsiteY9" fmla="*/ 1493 h 240531"/>
                <a:gd name="connsiteX10" fmla="*/ 21919 w 141354"/>
                <a:gd name="connsiteY10" fmla="*/ 444 h 240531"/>
                <a:gd name="connsiteX11" fmla="*/ 18377 w 141354"/>
                <a:gd name="connsiteY11" fmla="*/ 8835 h 240531"/>
                <a:gd name="connsiteX12" fmla="*/ 18377 w 141354"/>
                <a:gd name="connsiteY12" fmla="*/ 112320 h 240531"/>
                <a:gd name="connsiteX13" fmla="*/ 23336 w 141354"/>
                <a:gd name="connsiteY13" fmla="*/ 121410 h 240531"/>
                <a:gd name="connsiteX14" fmla="*/ 27942 w 141354"/>
                <a:gd name="connsiteY14" fmla="*/ 118263 h 240531"/>
                <a:gd name="connsiteX15" fmla="*/ 73643 w 141354"/>
                <a:gd name="connsiteY15" fmla="*/ 93790 h 240531"/>
                <a:gd name="connsiteX16" fmla="*/ 103756 w 141354"/>
                <a:gd name="connsiteY16" fmla="*/ 116165 h 240531"/>
                <a:gd name="connsiteX17" fmla="*/ 110133 w 141354"/>
                <a:gd name="connsiteY17" fmla="*/ 160216 h 240531"/>
                <a:gd name="connsiteX18" fmla="*/ 101630 w 141354"/>
                <a:gd name="connsiteY18" fmla="*/ 208113 h 240531"/>
                <a:gd name="connsiteX19" fmla="*/ 63723 w 141354"/>
                <a:gd name="connsiteY19" fmla="*/ 230837 h 240531"/>
                <a:gd name="connsiteX20" fmla="*/ 11645 w 141354"/>
                <a:gd name="connsiteY20" fmla="*/ 191681 h 240531"/>
                <a:gd name="connsiteX21" fmla="*/ 17668 w 141354"/>
                <a:gd name="connsiteY21" fmla="*/ 192380 h 240531"/>
                <a:gd name="connsiteX22" fmla="*/ 35382 w 141354"/>
                <a:gd name="connsiteY22" fmla="*/ 175249 h 240531"/>
                <a:gd name="connsiteX23" fmla="*/ 17668 w 141354"/>
                <a:gd name="connsiteY23" fmla="*/ 158119 h 240531"/>
                <a:gd name="connsiteX24" fmla="*/ 309 w 141354"/>
                <a:gd name="connsiteY24" fmla="*/ 176648 h 240531"/>
                <a:gd name="connsiteX25" fmla="*/ 64432 w 141354"/>
                <a:gd name="connsiteY25" fmla="*/ 240627 h 240531"/>
                <a:gd name="connsiteX26" fmla="*/ 141663 w 141354"/>
                <a:gd name="connsiteY26" fmla="*/ 162663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0531">
                  <a:moveTo>
                    <a:pt x="141663" y="162663"/>
                  </a:moveTo>
                  <a:cubicBezTo>
                    <a:pt x="141663" y="121060"/>
                    <a:pt x="112613" y="86099"/>
                    <a:pt x="74351" y="86099"/>
                  </a:cubicBezTo>
                  <a:cubicBezTo>
                    <a:pt x="57346" y="86099"/>
                    <a:pt x="42113" y="91693"/>
                    <a:pt x="29359" y="103929"/>
                  </a:cubicBezTo>
                  <a:lnTo>
                    <a:pt x="29359" y="35755"/>
                  </a:lnTo>
                  <a:cubicBezTo>
                    <a:pt x="36444" y="37853"/>
                    <a:pt x="48135" y="40300"/>
                    <a:pt x="59472" y="40300"/>
                  </a:cubicBezTo>
                  <a:cubicBezTo>
                    <a:pt x="103047" y="40300"/>
                    <a:pt x="127846" y="8485"/>
                    <a:pt x="127846" y="3941"/>
                  </a:cubicBezTo>
                  <a:cubicBezTo>
                    <a:pt x="127846" y="1843"/>
                    <a:pt x="126784" y="95"/>
                    <a:pt x="124304" y="95"/>
                  </a:cubicBezTo>
                  <a:cubicBezTo>
                    <a:pt x="123949" y="95"/>
                    <a:pt x="123241" y="95"/>
                    <a:pt x="121470" y="1144"/>
                  </a:cubicBezTo>
                  <a:cubicBezTo>
                    <a:pt x="114384" y="4290"/>
                    <a:pt x="97025" y="11282"/>
                    <a:pt x="73289" y="11282"/>
                  </a:cubicBezTo>
                  <a:cubicBezTo>
                    <a:pt x="59118" y="11282"/>
                    <a:pt x="42821" y="8835"/>
                    <a:pt x="26170" y="1493"/>
                  </a:cubicBezTo>
                  <a:cubicBezTo>
                    <a:pt x="23336" y="444"/>
                    <a:pt x="22628" y="444"/>
                    <a:pt x="21919" y="444"/>
                  </a:cubicBezTo>
                  <a:cubicBezTo>
                    <a:pt x="18377" y="444"/>
                    <a:pt x="18377" y="3241"/>
                    <a:pt x="18377" y="8835"/>
                  </a:cubicBezTo>
                  <a:lnTo>
                    <a:pt x="18377" y="112320"/>
                  </a:lnTo>
                  <a:cubicBezTo>
                    <a:pt x="18377" y="118613"/>
                    <a:pt x="18377" y="121410"/>
                    <a:pt x="23336" y="121410"/>
                  </a:cubicBezTo>
                  <a:cubicBezTo>
                    <a:pt x="25816" y="121410"/>
                    <a:pt x="26525" y="120361"/>
                    <a:pt x="27942" y="118263"/>
                  </a:cubicBezTo>
                  <a:cubicBezTo>
                    <a:pt x="31839" y="112669"/>
                    <a:pt x="44947" y="93790"/>
                    <a:pt x="73643" y="93790"/>
                  </a:cubicBezTo>
                  <a:cubicBezTo>
                    <a:pt x="92065" y="93790"/>
                    <a:pt x="100922" y="109872"/>
                    <a:pt x="103756" y="116165"/>
                  </a:cubicBezTo>
                  <a:cubicBezTo>
                    <a:pt x="109424" y="129101"/>
                    <a:pt x="110133" y="142736"/>
                    <a:pt x="110133" y="160216"/>
                  </a:cubicBezTo>
                  <a:cubicBezTo>
                    <a:pt x="110133" y="172453"/>
                    <a:pt x="110133" y="193429"/>
                    <a:pt x="101630" y="208113"/>
                  </a:cubicBezTo>
                  <a:cubicBezTo>
                    <a:pt x="93128" y="221748"/>
                    <a:pt x="80020" y="230837"/>
                    <a:pt x="63723" y="230837"/>
                  </a:cubicBezTo>
                  <a:cubicBezTo>
                    <a:pt x="37861" y="230837"/>
                    <a:pt x="17668" y="212308"/>
                    <a:pt x="11645" y="191681"/>
                  </a:cubicBezTo>
                  <a:cubicBezTo>
                    <a:pt x="12708" y="192031"/>
                    <a:pt x="13771" y="192380"/>
                    <a:pt x="17668" y="192380"/>
                  </a:cubicBezTo>
                  <a:cubicBezTo>
                    <a:pt x="29359" y="192380"/>
                    <a:pt x="35382" y="183640"/>
                    <a:pt x="35382" y="175249"/>
                  </a:cubicBezTo>
                  <a:cubicBezTo>
                    <a:pt x="35382" y="166859"/>
                    <a:pt x="29359" y="158119"/>
                    <a:pt x="17668" y="158119"/>
                  </a:cubicBezTo>
                  <a:cubicBezTo>
                    <a:pt x="12708" y="158119"/>
                    <a:pt x="309" y="160566"/>
                    <a:pt x="309" y="176648"/>
                  </a:cubicBezTo>
                  <a:cubicBezTo>
                    <a:pt x="309" y="206714"/>
                    <a:pt x="24753" y="240627"/>
                    <a:pt x="64432" y="240627"/>
                  </a:cubicBezTo>
                  <a:cubicBezTo>
                    <a:pt x="105527" y="240627"/>
                    <a:pt x="141663" y="207064"/>
                    <a:pt x="141663" y="162663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D962082A-9C23-5CD1-B4E5-3F8848DEE55B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3723520" y="5831226"/>
              <a:ext cx="37552" cy="37058"/>
            </a:xfrm>
            <a:custGeom>
              <a:avLst/>
              <a:gdLst>
                <a:gd name="connsiteX0" fmla="*/ 37866 w 37552"/>
                <a:gd name="connsiteY0" fmla="*/ 18624 h 37058"/>
                <a:gd name="connsiteX1" fmla="*/ 19090 w 37552"/>
                <a:gd name="connsiteY1" fmla="*/ 95 h 37058"/>
                <a:gd name="connsiteX2" fmla="*/ 314 w 37552"/>
                <a:gd name="connsiteY2" fmla="*/ 18624 h 37058"/>
                <a:gd name="connsiteX3" fmla="*/ 19090 w 37552"/>
                <a:gd name="connsiteY3" fmla="*/ 37154 h 37058"/>
                <a:gd name="connsiteX4" fmla="*/ 37866 w 37552"/>
                <a:gd name="connsiteY4" fmla="*/ 18624 h 3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058">
                  <a:moveTo>
                    <a:pt x="37866" y="18624"/>
                  </a:moveTo>
                  <a:cubicBezTo>
                    <a:pt x="37866" y="8486"/>
                    <a:pt x="29364" y="95"/>
                    <a:pt x="19090" y="95"/>
                  </a:cubicBezTo>
                  <a:cubicBezTo>
                    <a:pt x="8816" y="95"/>
                    <a:pt x="314" y="8486"/>
                    <a:pt x="314" y="18624"/>
                  </a:cubicBezTo>
                  <a:cubicBezTo>
                    <a:pt x="314" y="28763"/>
                    <a:pt x="8816" y="37154"/>
                    <a:pt x="19090" y="37154"/>
                  </a:cubicBezTo>
                  <a:cubicBezTo>
                    <a:pt x="29364" y="37154"/>
                    <a:pt x="37866" y="28763"/>
                    <a:pt x="37866" y="18624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92AAB5A0-A720-F17D-4968-EF348E052A4D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3801382" y="5631599"/>
              <a:ext cx="156942" cy="236685"/>
            </a:xfrm>
            <a:custGeom>
              <a:avLst/>
              <a:gdLst>
                <a:gd name="connsiteX0" fmla="*/ 94553 w 156942"/>
                <a:gd name="connsiteY0" fmla="*/ 179095 h 236685"/>
                <a:gd name="connsiteX1" fmla="*/ 94553 w 156942"/>
                <a:gd name="connsiteY1" fmla="*/ 209511 h 236685"/>
                <a:gd name="connsiteX2" fmla="*/ 67628 w 156942"/>
                <a:gd name="connsiteY2" fmla="*/ 225943 h 236685"/>
                <a:gd name="connsiteX3" fmla="*/ 60188 w 156942"/>
                <a:gd name="connsiteY3" fmla="*/ 225943 h 236685"/>
                <a:gd name="connsiteX4" fmla="*/ 60188 w 156942"/>
                <a:gd name="connsiteY4" fmla="*/ 236781 h 236685"/>
                <a:gd name="connsiteX5" fmla="*/ 108015 w 156942"/>
                <a:gd name="connsiteY5" fmla="*/ 235732 h 236685"/>
                <a:gd name="connsiteX6" fmla="*/ 156196 w 156942"/>
                <a:gd name="connsiteY6" fmla="*/ 236781 h 236685"/>
                <a:gd name="connsiteX7" fmla="*/ 156196 w 156942"/>
                <a:gd name="connsiteY7" fmla="*/ 225943 h 236685"/>
                <a:gd name="connsiteX8" fmla="*/ 148756 w 156942"/>
                <a:gd name="connsiteY8" fmla="*/ 225943 h 236685"/>
                <a:gd name="connsiteX9" fmla="*/ 121832 w 156942"/>
                <a:gd name="connsiteY9" fmla="*/ 209511 h 236685"/>
                <a:gd name="connsiteX10" fmla="*/ 121832 w 156942"/>
                <a:gd name="connsiteY10" fmla="*/ 179095 h 236685"/>
                <a:gd name="connsiteX11" fmla="*/ 157259 w 156942"/>
                <a:gd name="connsiteY11" fmla="*/ 179095 h 236685"/>
                <a:gd name="connsiteX12" fmla="*/ 157259 w 156942"/>
                <a:gd name="connsiteY12" fmla="*/ 168257 h 236685"/>
                <a:gd name="connsiteX13" fmla="*/ 121832 w 156942"/>
                <a:gd name="connsiteY13" fmla="*/ 168257 h 236685"/>
                <a:gd name="connsiteX14" fmla="*/ 121832 w 156942"/>
                <a:gd name="connsiteY14" fmla="*/ 9185 h 236685"/>
                <a:gd name="connsiteX15" fmla="*/ 116163 w 156942"/>
                <a:gd name="connsiteY15" fmla="*/ 95 h 236685"/>
                <a:gd name="connsiteX16" fmla="*/ 109078 w 156942"/>
                <a:gd name="connsiteY16" fmla="*/ 4290 h 236685"/>
                <a:gd name="connsiteX17" fmla="*/ 316 w 156942"/>
                <a:gd name="connsiteY17" fmla="*/ 168257 h 236685"/>
                <a:gd name="connsiteX18" fmla="*/ 316 w 156942"/>
                <a:gd name="connsiteY18" fmla="*/ 179095 h 236685"/>
                <a:gd name="connsiteX19" fmla="*/ 94553 w 156942"/>
                <a:gd name="connsiteY19" fmla="*/ 179095 h 236685"/>
                <a:gd name="connsiteX20" fmla="*/ 96678 w 156942"/>
                <a:gd name="connsiteY20" fmla="*/ 168257 h 236685"/>
                <a:gd name="connsiteX21" fmla="*/ 10236 w 156942"/>
                <a:gd name="connsiteY21" fmla="*/ 168257 h 236685"/>
                <a:gd name="connsiteX22" fmla="*/ 96678 w 156942"/>
                <a:gd name="connsiteY22" fmla="*/ 37853 h 236685"/>
                <a:gd name="connsiteX23" fmla="*/ 96678 w 156942"/>
                <a:gd name="connsiteY23" fmla="*/ 168257 h 23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36685">
                  <a:moveTo>
                    <a:pt x="94553" y="179095"/>
                  </a:moveTo>
                  <a:lnTo>
                    <a:pt x="94553" y="209511"/>
                  </a:lnTo>
                  <a:cubicBezTo>
                    <a:pt x="94553" y="222097"/>
                    <a:pt x="93844" y="225943"/>
                    <a:pt x="67628" y="225943"/>
                  </a:cubicBezTo>
                  <a:lnTo>
                    <a:pt x="60188" y="225943"/>
                  </a:lnTo>
                  <a:lnTo>
                    <a:pt x="60188" y="236781"/>
                  </a:lnTo>
                  <a:cubicBezTo>
                    <a:pt x="74713" y="235732"/>
                    <a:pt x="93136" y="235732"/>
                    <a:pt x="108015" y="235732"/>
                  </a:cubicBezTo>
                  <a:cubicBezTo>
                    <a:pt x="122894" y="235732"/>
                    <a:pt x="141671" y="235732"/>
                    <a:pt x="156196" y="236781"/>
                  </a:cubicBezTo>
                  <a:lnTo>
                    <a:pt x="156196" y="225943"/>
                  </a:lnTo>
                  <a:lnTo>
                    <a:pt x="148756" y="225943"/>
                  </a:lnTo>
                  <a:cubicBezTo>
                    <a:pt x="122540" y="225943"/>
                    <a:pt x="121832" y="222097"/>
                    <a:pt x="121832" y="209511"/>
                  </a:cubicBezTo>
                  <a:lnTo>
                    <a:pt x="121832" y="179095"/>
                  </a:lnTo>
                  <a:lnTo>
                    <a:pt x="157259" y="179095"/>
                  </a:lnTo>
                  <a:lnTo>
                    <a:pt x="157259" y="168257"/>
                  </a:lnTo>
                  <a:lnTo>
                    <a:pt x="121832" y="168257"/>
                  </a:lnTo>
                  <a:lnTo>
                    <a:pt x="121832" y="9185"/>
                  </a:lnTo>
                  <a:cubicBezTo>
                    <a:pt x="121832" y="2192"/>
                    <a:pt x="121832" y="95"/>
                    <a:pt x="116163" y="95"/>
                  </a:cubicBezTo>
                  <a:cubicBezTo>
                    <a:pt x="112975" y="95"/>
                    <a:pt x="111912" y="95"/>
                    <a:pt x="109078" y="4290"/>
                  </a:cubicBezTo>
                  <a:lnTo>
                    <a:pt x="316" y="168257"/>
                  </a:lnTo>
                  <a:lnTo>
                    <a:pt x="316" y="179095"/>
                  </a:lnTo>
                  <a:lnTo>
                    <a:pt x="94553" y="179095"/>
                  </a:lnTo>
                  <a:close/>
                  <a:moveTo>
                    <a:pt x="96678" y="168257"/>
                  </a:moveTo>
                  <a:lnTo>
                    <a:pt x="10236" y="168257"/>
                  </a:lnTo>
                  <a:lnTo>
                    <a:pt x="96678" y="37853"/>
                  </a:lnTo>
                  <a:lnTo>
                    <a:pt x="96678" y="168257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6605D7C3-BD8E-4382-8E03-E28A8E745FFA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4458820" y="5574614"/>
              <a:ext cx="14170" cy="419532"/>
            </a:xfrm>
            <a:custGeom>
              <a:avLst/>
              <a:gdLst>
                <a:gd name="connsiteX0" fmla="*/ 0 w 14170"/>
                <a:gd name="connsiteY0" fmla="*/ 0 h 419532"/>
                <a:gd name="connsiteX1" fmla="*/ 14170 w 14170"/>
                <a:gd name="connsiteY1" fmla="*/ 0 h 419532"/>
                <a:gd name="connsiteX2" fmla="*/ 14170 w 14170"/>
                <a:gd name="connsiteY2" fmla="*/ 419532 h 419532"/>
                <a:gd name="connsiteX3" fmla="*/ 0 w 14170"/>
                <a:gd name="connsiteY3" fmla="*/ 419532 h 41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19532">
                  <a:moveTo>
                    <a:pt x="0" y="0"/>
                  </a:moveTo>
                  <a:lnTo>
                    <a:pt x="14170" y="0"/>
                  </a:lnTo>
                  <a:lnTo>
                    <a:pt x="14170" y="419532"/>
                  </a:lnTo>
                  <a:lnTo>
                    <a:pt x="0" y="419532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ABBCE284-E5B3-2E5C-A746-F29F4DA1945A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7222340" y="5994146"/>
              <a:ext cx="7250650" cy="13984"/>
            </a:xfrm>
            <a:custGeom>
              <a:avLst/>
              <a:gdLst>
                <a:gd name="connsiteX0" fmla="*/ 0 w 7250650"/>
                <a:gd name="connsiteY0" fmla="*/ 0 h 13984"/>
                <a:gd name="connsiteX1" fmla="*/ 7250651 w 7250650"/>
                <a:gd name="connsiteY1" fmla="*/ 0 h 13984"/>
                <a:gd name="connsiteX2" fmla="*/ 7250651 w 7250650"/>
                <a:gd name="connsiteY2" fmla="*/ 13984 h 13984"/>
                <a:gd name="connsiteX3" fmla="*/ 0 w 7250650"/>
                <a:gd name="connsiteY3" fmla="*/ 13984 h 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0" h="13984">
                  <a:moveTo>
                    <a:pt x="0" y="0"/>
                  </a:moveTo>
                  <a:lnTo>
                    <a:pt x="7250651" y="0"/>
                  </a:lnTo>
                  <a:lnTo>
                    <a:pt x="7250651" y="13984"/>
                  </a:lnTo>
                  <a:lnTo>
                    <a:pt x="0" y="13984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422878D-233B-4A63-B81A-0D45719E291B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222340" y="6008130"/>
              <a:ext cx="14170" cy="422680"/>
            </a:xfrm>
            <a:custGeom>
              <a:avLst/>
              <a:gdLst>
                <a:gd name="connsiteX0" fmla="*/ 0 w 14170"/>
                <a:gd name="connsiteY0" fmla="*/ 0 h 422680"/>
                <a:gd name="connsiteX1" fmla="*/ 14171 w 14170"/>
                <a:gd name="connsiteY1" fmla="*/ 0 h 422680"/>
                <a:gd name="connsiteX2" fmla="*/ 14171 w 14170"/>
                <a:gd name="connsiteY2" fmla="*/ 422680 h 422680"/>
                <a:gd name="connsiteX3" fmla="*/ 0 w 14170"/>
                <a:gd name="connsiteY3" fmla="*/ 422680 h 42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2680">
                  <a:moveTo>
                    <a:pt x="0" y="0"/>
                  </a:moveTo>
                  <a:lnTo>
                    <a:pt x="14171" y="0"/>
                  </a:lnTo>
                  <a:lnTo>
                    <a:pt x="14171" y="422680"/>
                  </a:lnTo>
                  <a:lnTo>
                    <a:pt x="0" y="422680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0DD13F73-CD54-0085-1845-D0F09A490A26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7778317" y="6150422"/>
              <a:ext cx="163319" cy="226197"/>
            </a:xfrm>
            <a:custGeom>
              <a:avLst/>
              <a:gdLst>
                <a:gd name="connsiteX0" fmla="*/ 162049 w 163319"/>
                <a:gd name="connsiteY0" fmla="*/ 21434 h 226197"/>
                <a:gd name="connsiteX1" fmla="*/ 163466 w 163319"/>
                <a:gd name="connsiteY1" fmla="*/ 13392 h 226197"/>
                <a:gd name="connsiteX2" fmla="*/ 153192 w 163319"/>
                <a:gd name="connsiteY2" fmla="*/ 3953 h 226197"/>
                <a:gd name="connsiteX3" fmla="*/ 140793 w 163319"/>
                <a:gd name="connsiteY3" fmla="*/ 11295 h 226197"/>
                <a:gd name="connsiteX4" fmla="*/ 135833 w 163319"/>
                <a:gd name="connsiteY4" fmla="*/ 30174 h 226197"/>
                <a:gd name="connsiteX5" fmla="*/ 128748 w 163319"/>
                <a:gd name="connsiteY5" fmla="*/ 58143 h 226197"/>
                <a:gd name="connsiteX6" fmla="*/ 112805 w 163319"/>
                <a:gd name="connsiteY6" fmla="*/ 121072 h 226197"/>
                <a:gd name="connsiteX7" fmla="*/ 72773 w 163319"/>
                <a:gd name="connsiteY7" fmla="*/ 150789 h 226197"/>
                <a:gd name="connsiteX8" fmla="*/ 50808 w 163319"/>
                <a:gd name="connsiteY8" fmla="*/ 122471 h 226197"/>
                <a:gd name="connsiteX9" fmla="*/ 68876 w 163319"/>
                <a:gd name="connsiteY9" fmla="*/ 53947 h 226197"/>
                <a:gd name="connsiteX10" fmla="*/ 75961 w 163319"/>
                <a:gd name="connsiteY10" fmla="*/ 28775 h 226197"/>
                <a:gd name="connsiteX11" fmla="*/ 46911 w 163319"/>
                <a:gd name="connsiteY11" fmla="*/ 107 h 226197"/>
                <a:gd name="connsiteX12" fmla="*/ 147 w 163319"/>
                <a:gd name="connsiteY12" fmla="*/ 53947 h 226197"/>
                <a:gd name="connsiteX13" fmla="*/ 4398 w 163319"/>
                <a:gd name="connsiteY13" fmla="*/ 57443 h 226197"/>
                <a:gd name="connsiteX14" fmla="*/ 10067 w 163319"/>
                <a:gd name="connsiteY14" fmla="*/ 51150 h 226197"/>
                <a:gd name="connsiteX15" fmla="*/ 45848 w 163319"/>
                <a:gd name="connsiteY15" fmla="*/ 7799 h 226197"/>
                <a:gd name="connsiteX16" fmla="*/ 54705 w 163319"/>
                <a:gd name="connsiteY16" fmla="*/ 18986 h 226197"/>
                <a:gd name="connsiteX17" fmla="*/ 48682 w 163319"/>
                <a:gd name="connsiteY17" fmla="*/ 43459 h 226197"/>
                <a:gd name="connsiteX18" fmla="*/ 28134 w 163319"/>
                <a:gd name="connsiteY18" fmla="*/ 116877 h 226197"/>
                <a:gd name="connsiteX19" fmla="*/ 71356 w 163319"/>
                <a:gd name="connsiteY19" fmla="*/ 158481 h 226197"/>
                <a:gd name="connsiteX20" fmla="*/ 107137 w 163319"/>
                <a:gd name="connsiteY20" fmla="*/ 142748 h 226197"/>
                <a:gd name="connsiteX21" fmla="*/ 84109 w 163319"/>
                <a:gd name="connsiteY21" fmla="*/ 196588 h 226197"/>
                <a:gd name="connsiteX22" fmla="*/ 45139 w 163319"/>
                <a:gd name="connsiteY22" fmla="*/ 218614 h 226197"/>
                <a:gd name="connsiteX23" fmla="*/ 18215 w 163319"/>
                <a:gd name="connsiteY23" fmla="*/ 203930 h 226197"/>
                <a:gd name="connsiteX24" fmla="*/ 33449 w 163319"/>
                <a:gd name="connsiteY24" fmla="*/ 199735 h 226197"/>
                <a:gd name="connsiteX25" fmla="*/ 40534 w 163319"/>
                <a:gd name="connsiteY25" fmla="*/ 185401 h 226197"/>
                <a:gd name="connsiteX26" fmla="*/ 27426 w 163319"/>
                <a:gd name="connsiteY26" fmla="*/ 173164 h 226197"/>
                <a:gd name="connsiteX27" fmla="*/ 7587 w 163319"/>
                <a:gd name="connsiteY27" fmla="*/ 195889 h 226197"/>
                <a:gd name="connsiteX28" fmla="*/ 45139 w 163319"/>
                <a:gd name="connsiteY28" fmla="*/ 226305 h 226197"/>
                <a:gd name="connsiteX29" fmla="*/ 128039 w 163319"/>
                <a:gd name="connsiteY29" fmla="*/ 154985 h 226197"/>
                <a:gd name="connsiteX30" fmla="*/ 162049 w 163319"/>
                <a:gd name="connsiteY30" fmla="*/ 21434 h 22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26197">
                  <a:moveTo>
                    <a:pt x="162049" y="21434"/>
                  </a:moveTo>
                  <a:cubicBezTo>
                    <a:pt x="163466" y="16539"/>
                    <a:pt x="163466" y="15840"/>
                    <a:pt x="163466" y="13392"/>
                  </a:cubicBezTo>
                  <a:cubicBezTo>
                    <a:pt x="163466" y="7099"/>
                    <a:pt x="158506" y="3953"/>
                    <a:pt x="153192" y="3953"/>
                  </a:cubicBezTo>
                  <a:cubicBezTo>
                    <a:pt x="149650" y="3953"/>
                    <a:pt x="143981" y="6051"/>
                    <a:pt x="140793" y="11295"/>
                  </a:cubicBezTo>
                  <a:cubicBezTo>
                    <a:pt x="140084" y="13043"/>
                    <a:pt x="137250" y="23881"/>
                    <a:pt x="135833" y="30174"/>
                  </a:cubicBezTo>
                  <a:cubicBezTo>
                    <a:pt x="133353" y="39264"/>
                    <a:pt x="130873" y="48703"/>
                    <a:pt x="128748" y="58143"/>
                  </a:cubicBezTo>
                  <a:lnTo>
                    <a:pt x="112805" y="121072"/>
                  </a:lnTo>
                  <a:cubicBezTo>
                    <a:pt x="111388" y="126317"/>
                    <a:pt x="96155" y="150789"/>
                    <a:pt x="72773" y="150789"/>
                  </a:cubicBezTo>
                  <a:cubicBezTo>
                    <a:pt x="54705" y="150789"/>
                    <a:pt x="50808" y="135406"/>
                    <a:pt x="50808" y="122471"/>
                  </a:cubicBezTo>
                  <a:cubicBezTo>
                    <a:pt x="50808" y="106389"/>
                    <a:pt x="56830" y="84713"/>
                    <a:pt x="68876" y="53947"/>
                  </a:cubicBezTo>
                  <a:cubicBezTo>
                    <a:pt x="74544" y="39613"/>
                    <a:pt x="75961" y="35768"/>
                    <a:pt x="75961" y="28775"/>
                  </a:cubicBezTo>
                  <a:cubicBezTo>
                    <a:pt x="75961" y="13043"/>
                    <a:pt x="64624" y="107"/>
                    <a:pt x="46911" y="107"/>
                  </a:cubicBezTo>
                  <a:cubicBezTo>
                    <a:pt x="13255" y="107"/>
                    <a:pt x="147" y="50801"/>
                    <a:pt x="147" y="53947"/>
                  </a:cubicBezTo>
                  <a:cubicBezTo>
                    <a:pt x="147" y="57443"/>
                    <a:pt x="3690" y="57443"/>
                    <a:pt x="4398" y="57443"/>
                  </a:cubicBezTo>
                  <a:cubicBezTo>
                    <a:pt x="7941" y="57443"/>
                    <a:pt x="8295" y="56744"/>
                    <a:pt x="10067" y="51150"/>
                  </a:cubicBezTo>
                  <a:cubicBezTo>
                    <a:pt x="19632" y="18287"/>
                    <a:pt x="33803" y="7799"/>
                    <a:pt x="45848" y="7799"/>
                  </a:cubicBezTo>
                  <a:cubicBezTo>
                    <a:pt x="48682" y="7799"/>
                    <a:pt x="54705" y="7799"/>
                    <a:pt x="54705" y="18986"/>
                  </a:cubicBezTo>
                  <a:cubicBezTo>
                    <a:pt x="54705" y="27727"/>
                    <a:pt x="51162" y="36816"/>
                    <a:pt x="48682" y="43459"/>
                  </a:cubicBezTo>
                  <a:cubicBezTo>
                    <a:pt x="34511" y="80518"/>
                    <a:pt x="28134" y="100445"/>
                    <a:pt x="28134" y="116877"/>
                  </a:cubicBezTo>
                  <a:cubicBezTo>
                    <a:pt x="28134" y="147992"/>
                    <a:pt x="50454" y="158481"/>
                    <a:pt x="71356" y="158481"/>
                  </a:cubicBezTo>
                  <a:cubicBezTo>
                    <a:pt x="85172" y="158481"/>
                    <a:pt x="97217" y="152537"/>
                    <a:pt x="107137" y="142748"/>
                  </a:cubicBezTo>
                  <a:cubicBezTo>
                    <a:pt x="102531" y="160928"/>
                    <a:pt x="98280" y="178059"/>
                    <a:pt x="84109" y="196588"/>
                  </a:cubicBezTo>
                  <a:cubicBezTo>
                    <a:pt x="74898" y="208475"/>
                    <a:pt x="61436" y="218614"/>
                    <a:pt x="45139" y="218614"/>
                  </a:cubicBezTo>
                  <a:cubicBezTo>
                    <a:pt x="40180" y="218614"/>
                    <a:pt x="24237" y="217565"/>
                    <a:pt x="18215" y="203930"/>
                  </a:cubicBezTo>
                  <a:cubicBezTo>
                    <a:pt x="23883" y="203930"/>
                    <a:pt x="28489" y="203930"/>
                    <a:pt x="33449" y="199735"/>
                  </a:cubicBezTo>
                  <a:cubicBezTo>
                    <a:pt x="36991" y="196588"/>
                    <a:pt x="40534" y="192043"/>
                    <a:pt x="40534" y="185401"/>
                  </a:cubicBezTo>
                  <a:cubicBezTo>
                    <a:pt x="40534" y="174563"/>
                    <a:pt x="30969" y="173164"/>
                    <a:pt x="27426" y="173164"/>
                  </a:cubicBezTo>
                  <a:cubicBezTo>
                    <a:pt x="19278" y="173164"/>
                    <a:pt x="7587" y="178758"/>
                    <a:pt x="7587" y="195889"/>
                  </a:cubicBezTo>
                  <a:cubicBezTo>
                    <a:pt x="7587" y="213369"/>
                    <a:pt x="23175" y="226305"/>
                    <a:pt x="45139" y="226305"/>
                  </a:cubicBezTo>
                  <a:cubicBezTo>
                    <a:pt x="81629" y="226305"/>
                    <a:pt x="118119" y="194490"/>
                    <a:pt x="128039" y="154985"/>
                  </a:cubicBezTo>
                  <a:lnTo>
                    <a:pt x="162049" y="21434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9C0787ED-7F52-0155-8C3D-9188EF0952DD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7972550" y="6005791"/>
              <a:ext cx="131682" cy="222212"/>
            </a:xfrm>
            <a:custGeom>
              <a:avLst/>
              <a:gdLst>
                <a:gd name="connsiteX0" fmla="*/ 82981 w 131682"/>
                <a:gd name="connsiteY0" fmla="*/ 75724 h 222212"/>
                <a:gd name="connsiteX1" fmla="*/ 107284 w 131682"/>
                <a:gd name="connsiteY1" fmla="*/ 75724 h 222212"/>
                <a:gd name="connsiteX2" fmla="*/ 115468 w 131682"/>
                <a:gd name="connsiteY2" fmla="*/ 70340 h 222212"/>
                <a:gd name="connsiteX3" fmla="*/ 107780 w 131682"/>
                <a:gd name="connsiteY3" fmla="*/ 66914 h 222212"/>
                <a:gd name="connsiteX4" fmla="*/ 84717 w 131682"/>
                <a:gd name="connsiteY4" fmla="*/ 66914 h 222212"/>
                <a:gd name="connsiteX5" fmla="*/ 94388 w 131682"/>
                <a:gd name="connsiteY5" fmla="*/ 17479 h 222212"/>
                <a:gd name="connsiteX6" fmla="*/ 107036 w 131682"/>
                <a:gd name="connsiteY6" fmla="*/ 6956 h 222212"/>
                <a:gd name="connsiteX7" fmla="*/ 118691 w 131682"/>
                <a:gd name="connsiteY7" fmla="*/ 9893 h 222212"/>
                <a:gd name="connsiteX8" fmla="*/ 107780 w 131682"/>
                <a:gd name="connsiteY8" fmla="*/ 23353 h 222212"/>
                <a:gd name="connsiteX9" fmla="*/ 117700 w 131682"/>
                <a:gd name="connsiteY9" fmla="*/ 32408 h 222212"/>
                <a:gd name="connsiteX10" fmla="*/ 131835 w 131682"/>
                <a:gd name="connsiteY10" fmla="*/ 17479 h 222212"/>
                <a:gd name="connsiteX11" fmla="*/ 107036 w 131682"/>
                <a:gd name="connsiteY11" fmla="*/ 104 h 222212"/>
                <a:gd name="connsiteX12" fmla="*/ 77277 w 131682"/>
                <a:gd name="connsiteY12" fmla="*/ 18458 h 222212"/>
                <a:gd name="connsiteX13" fmla="*/ 65126 w 131682"/>
                <a:gd name="connsiteY13" fmla="*/ 66914 h 222212"/>
                <a:gd name="connsiteX14" fmla="*/ 45534 w 131682"/>
                <a:gd name="connsiteY14" fmla="*/ 66914 h 222212"/>
                <a:gd name="connsiteX15" fmla="*/ 37351 w 131682"/>
                <a:gd name="connsiteY15" fmla="*/ 72298 h 222212"/>
                <a:gd name="connsiteX16" fmla="*/ 45038 w 131682"/>
                <a:gd name="connsiteY16" fmla="*/ 75724 h 222212"/>
                <a:gd name="connsiteX17" fmla="*/ 63390 w 131682"/>
                <a:gd name="connsiteY17" fmla="*/ 75724 h 222212"/>
                <a:gd name="connsiteX18" fmla="*/ 41567 w 131682"/>
                <a:gd name="connsiteY18" fmla="*/ 191480 h 222212"/>
                <a:gd name="connsiteX19" fmla="*/ 24207 w 131682"/>
                <a:gd name="connsiteY19" fmla="*/ 215463 h 222212"/>
                <a:gd name="connsiteX20" fmla="*/ 13296 w 131682"/>
                <a:gd name="connsiteY20" fmla="*/ 212527 h 222212"/>
                <a:gd name="connsiteX21" fmla="*/ 24207 w 131682"/>
                <a:gd name="connsiteY21" fmla="*/ 199067 h 222212"/>
                <a:gd name="connsiteX22" fmla="*/ 14288 w 131682"/>
                <a:gd name="connsiteY22" fmla="*/ 190012 h 222212"/>
                <a:gd name="connsiteX23" fmla="*/ 152 w 131682"/>
                <a:gd name="connsiteY23" fmla="*/ 204940 h 222212"/>
                <a:gd name="connsiteX24" fmla="*/ 24207 w 131682"/>
                <a:gd name="connsiteY24" fmla="*/ 222316 h 222212"/>
                <a:gd name="connsiteX25" fmla="*/ 53966 w 131682"/>
                <a:gd name="connsiteY25" fmla="*/ 200780 h 222212"/>
                <a:gd name="connsiteX26" fmla="*/ 69094 w 131682"/>
                <a:gd name="connsiteY26" fmla="*/ 151345 h 222212"/>
                <a:gd name="connsiteX27" fmla="*/ 82981 w 131682"/>
                <a:gd name="connsiteY27" fmla="*/ 75724 h 22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1682" h="222212">
                  <a:moveTo>
                    <a:pt x="82981" y="75724"/>
                  </a:moveTo>
                  <a:lnTo>
                    <a:pt x="107284" y="75724"/>
                  </a:lnTo>
                  <a:cubicBezTo>
                    <a:pt x="112244" y="75724"/>
                    <a:pt x="115468" y="75724"/>
                    <a:pt x="115468" y="70340"/>
                  </a:cubicBezTo>
                  <a:cubicBezTo>
                    <a:pt x="115468" y="66914"/>
                    <a:pt x="112244" y="66914"/>
                    <a:pt x="107780" y="66914"/>
                  </a:cubicBezTo>
                  <a:lnTo>
                    <a:pt x="84717" y="66914"/>
                  </a:lnTo>
                  <a:cubicBezTo>
                    <a:pt x="90421" y="35834"/>
                    <a:pt x="92405" y="24576"/>
                    <a:pt x="94388" y="17479"/>
                  </a:cubicBezTo>
                  <a:cubicBezTo>
                    <a:pt x="95628" y="12095"/>
                    <a:pt x="101084" y="6956"/>
                    <a:pt x="107036" y="6956"/>
                  </a:cubicBezTo>
                  <a:cubicBezTo>
                    <a:pt x="107284" y="6956"/>
                    <a:pt x="113980" y="6956"/>
                    <a:pt x="118691" y="9893"/>
                  </a:cubicBezTo>
                  <a:cubicBezTo>
                    <a:pt x="108524" y="13074"/>
                    <a:pt x="107780" y="21884"/>
                    <a:pt x="107780" y="23353"/>
                  </a:cubicBezTo>
                  <a:cubicBezTo>
                    <a:pt x="107780" y="28737"/>
                    <a:pt x="111996" y="32408"/>
                    <a:pt x="117700" y="32408"/>
                  </a:cubicBezTo>
                  <a:cubicBezTo>
                    <a:pt x="124395" y="32408"/>
                    <a:pt x="131835" y="26779"/>
                    <a:pt x="131835" y="17479"/>
                  </a:cubicBezTo>
                  <a:cubicBezTo>
                    <a:pt x="131835" y="6222"/>
                    <a:pt x="119683" y="104"/>
                    <a:pt x="107036" y="104"/>
                  </a:cubicBezTo>
                  <a:cubicBezTo>
                    <a:pt x="96124" y="104"/>
                    <a:pt x="83973" y="6222"/>
                    <a:pt x="77277" y="18458"/>
                  </a:cubicBezTo>
                  <a:cubicBezTo>
                    <a:pt x="72317" y="27513"/>
                    <a:pt x="70333" y="38526"/>
                    <a:pt x="65126" y="66914"/>
                  </a:cubicBezTo>
                  <a:lnTo>
                    <a:pt x="45534" y="66914"/>
                  </a:lnTo>
                  <a:cubicBezTo>
                    <a:pt x="40575" y="66914"/>
                    <a:pt x="37351" y="66914"/>
                    <a:pt x="37351" y="72298"/>
                  </a:cubicBezTo>
                  <a:cubicBezTo>
                    <a:pt x="37351" y="75724"/>
                    <a:pt x="40575" y="75724"/>
                    <a:pt x="45038" y="75724"/>
                  </a:cubicBezTo>
                  <a:lnTo>
                    <a:pt x="63390" y="75724"/>
                  </a:lnTo>
                  <a:cubicBezTo>
                    <a:pt x="63142" y="77193"/>
                    <a:pt x="47518" y="165294"/>
                    <a:pt x="41567" y="191480"/>
                  </a:cubicBezTo>
                  <a:cubicBezTo>
                    <a:pt x="40327" y="196864"/>
                    <a:pt x="36111" y="215463"/>
                    <a:pt x="24207" y="215463"/>
                  </a:cubicBezTo>
                  <a:cubicBezTo>
                    <a:pt x="23959" y="215463"/>
                    <a:pt x="18008" y="215463"/>
                    <a:pt x="13296" y="212527"/>
                  </a:cubicBezTo>
                  <a:cubicBezTo>
                    <a:pt x="23463" y="209345"/>
                    <a:pt x="24207" y="200535"/>
                    <a:pt x="24207" y="199067"/>
                  </a:cubicBezTo>
                  <a:cubicBezTo>
                    <a:pt x="24207" y="193683"/>
                    <a:pt x="19991" y="190012"/>
                    <a:pt x="14288" y="190012"/>
                  </a:cubicBezTo>
                  <a:cubicBezTo>
                    <a:pt x="7592" y="190012"/>
                    <a:pt x="152" y="195641"/>
                    <a:pt x="152" y="204940"/>
                  </a:cubicBezTo>
                  <a:cubicBezTo>
                    <a:pt x="152" y="215953"/>
                    <a:pt x="11808" y="222316"/>
                    <a:pt x="24207" y="222316"/>
                  </a:cubicBezTo>
                  <a:cubicBezTo>
                    <a:pt x="40079" y="222316"/>
                    <a:pt x="50990" y="206164"/>
                    <a:pt x="53966" y="200780"/>
                  </a:cubicBezTo>
                  <a:cubicBezTo>
                    <a:pt x="62894" y="184383"/>
                    <a:pt x="68598" y="154282"/>
                    <a:pt x="69094" y="151345"/>
                  </a:cubicBezTo>
                  <a:lnTo>
                    <a:pt x="82981" y="75724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1688C170-6B70-2707-97CA-324C151133A6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669636" y="6008130"/>
              <a:ext cx="14170" cy="422680"/>
            </a:xfrm>
            <a:custGeom>
              <a:avLst/>
              <a:gdLst>
                <a:gd name="connsiteX0" fmla="*/ 0 w 14170"/>
                <a:gd name="connsiteY0" fmla="*/ 0 h 422680"/>
                <a:gd name="connsiteX1" fmla="*/ 14170 w 14170"/>
                <a:gd name="connsiteY1" fmla="*/ 0 h 422680"/>
                <a:gd name="connsiteX2" fmla="*/ 14170 w 14170"/>
                <a:gd name="connsiteY2" fmla="*/ 422680 h 422680"/>
                <a:gd name="connsiteX3" fmla="*/ 0 w 14170"/>
                <a:gd name="connsiteY3" fmla="*/ 422680 h 42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2680">
                  <a:moveTo>
                    <a:pt x="0" y="0"/>
                  </a:moveTo>
                  <a:lnTo>
                    <a:pt x="14170" y="0"/>
                  </a:lnTo>
                  <a:lnTo>
                    <a:pt x="14170" y="422680"/>
                  </a:lnTo>
                  <a:lnTo>
                    <a:pt x="0" y="422680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7ACA0CC0-4843-C862-DC08-9128714038C0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9099277" y="6070535"/>
              <a:ext cx="149148" cy="240531"/>
            </a:xfrm>
            <a:custGeom>
              <a:avLst/>
              <a:gdLst>
                <a:gd name="connsiteX0" fmla="*/ 149332 w 149148"/>
                <a:gd name="connsiteY0" fmla="*/ 121072 h 240531"/>
                <a:gd name="connsiteX1" fmla="*/ 135162 w 149148"/>
                <a:gd name="connsiteY1" fmla="*/ 39264 h 240531"/>
                <a:gd name="connsiteX2" fmla="*/ 74935 w 149148"/>
                <a:gd name="connsiteY2" fmla="*/ 107 h 240531"/>
                <a:gd name="connsiteX3" fmla="*/ 13292 w 149148"/>
                <a:gd name="connsiteY3" fmla="*/ 41711 h 240531"/>
                <a:gd name="connsiteX4" fmla="*/ 184 w 149148"/>
                <a:gd name="connsiteY4" fmla="*/ 121072 h 240531"/>
                <a:gd name="connsiteX5" fmla="*/ 16126 w 149148"/>
                <a:gd name="connsiteY5" fmla="*/ 205328 h 240531"/>
                <a:gd name="connsiteX6" fmla="*/ 74581 w 149148"/>
                <a:gd name="connsiteY6" fmla="*/ 240639 h 240531"/>
                <a:gd name="connsiteX7" fmla="*/ 136224 w 149148"/>
                <a:gd name="connsiteY7" fmla="*/ 200084 h 240531"/>
                <a:gd name="connsiteX8" fmla="*/ 149332 w 149148"/>
                <a:gd name="connsiteY8" fmla="*/ 121072 h 240531"/>
                <a:gd name="connsiteX9" fmla="*/ 74581 w 149148"/>
                <a:gd name="connsiteY9" fmla="*/ 232948 h 240531"/>
                <a:gd name="connsiteX10" fmla="*/ 33486 w 149148"/>
                <a:gd name="connsiteY10" fmla="*/ 190645 h 240531"/>
                <a:gd name="connsiteX11" fmla="*/ 29589 w 149148"/>
                <a:gd name="connsiteY11" fmla="*/ 116877 h 240531"/>
                <a:gd name="connsiteX12" fmla="*/ 32423 w 149148"/>
                <a:gd name="connsiteY12" fmla="*/ 52549 h 240531"/>
                <a:gd name="connsiteX13" fmla="*/ 74581 w 149148"/>
                <a:gd name="connsiteY13" fmla="*/ 7799 h 240531"/>
                <a:gd name="connsiteX14" fmla="*/ 116385 w 149148"/>
                <a:gd name="connsiteY14" fmla="*/ 48703 h 240531"/>
                <a:gd name="connsiteX15" fmla="*/ 119928 w 149148"/>
                <a:gd name="connsiteY15" fmla="*/ 116877 h 240531"/>
                <a:gd name="connsiteX16" fmla="*/ 116031 w 149148"/>
                <a:gd name="connsiteY16" fmla="*/ 189246 h 240531"/>
                <a:gd name="connsiteX17" fmla="*/ 74581 w 149148"/>
                <a:gd name="connsiteY17" fmla="*/ 232948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0531">
                  <a:moveTo>
                    <a:pt x="149332" y="121072"/>
                  </a:moveTo>
                  <a:cubicBezTo>
                    <a:pt x="149332" y="93104"/>
                    <a:pt x="147561" y="65135"/>
                    <a:pt x="135162" y="39264"/>
                  </a:cubicBezTo>
                  <a:cubicBezTo>
                    <a:pt x="118865" y="5701"/>
                    <a:pt x="89815" y="107"/>
                    <a:pt x="74935" y="107"/>
                  </a:cubicBezTo>
                  <a:cubicBezTo>
                    <a:pt x="53679" y="107"/>
                    <a:pt x="27817" y="9197"/>
                    <a:pt x="13292" y="41711"/>
                  </a:cubicBezTo>
                  <a:cubicBezTo>
                    <a:pt x="1955" y="65834"/>
                    <a:pt x="184" y="93104"/>
                    <a:pt x="184" y="121072"/>
                  </a:cubicBezTo>
                  <a:cubicBezTo>
                    <a:pt x="184" y="147293"/>
                    <a:pt x="1601" y="178758"/>
                    <a:pt x="16126" y="205328"/>
                  </a:cubicBezTo>
                  <a:cubicBezTo>
                    <a:pt x="31360" y="233647"/>
                    <a:pt x="57222" y="240639"/>
                    <a:pt x="74581" y="240639"/>
                  </a:cubicBezTo>
                  <a:cubicBezTo>
                    <a:pt x="93712" y="240639"/>
                    <a:pt x="120636" y="233297"/>
                    <a:pt x="136224" y="200084"/>
                  </a:cubicBezTo>
                  <a:cubicBezTo>
                    <a:pt x="147561" y="175961"/>
                    <a:pt x="149332" y="148692"/>
                    <a:pt x="149332" y="121072"/>
                  </a:cubicBezTo>
                  <a:close/>
                  <a:moveTo>
                    <a:pt x="74581" y="232948"/>
                  </a:moveTo>
                  <a:cubicBezTo>
                    <a:pt x="60764" y="232948"/>
                    <a:pt x="39862" y="224207"/>
                    <a:pt x="33486" y="190645"/>
                  </a:cubicBezTo>
                  <a:cubicBezTo>
                    <a:pt x="29589" y="169668"/>
                    <a:pt x="29589" y="137504"/>
                    <a:pt x="29589" y="116877"/>
                  </a:cubicBezTo>
                  <a:cubicBezTo>
                    <a:pt x="29589" y="94502"/>
                    <a:pt x="29589" y="71428"/>
                    <a:pt x="32423" y="52549"/>
                  </a:cubicBezTo>
                  <a:cubicBezTo>
                    <a:pt x="39154" y="10945"/>
                    <a:pt x="65724" y="7799"/>
                    <a:pt x="74581" y="7799"/>
                  </a:cubicBezTo>
                  <a:cubicBezTo>
                    <a:pt x="86272" y="7799"/>
                    <a:pt x="109654" y="14092"/>
                    <a:pt x="116385" y="48703"/>
                  </a:cubicBezTo>
                  <a:cubicBezTo>
                    <a:pt x="119928" y="68281"/>
                    <a:pt x="119928" y="94852"/>
                    <a:pt x="119928" y="116877"/>
                  </a:cubicBezTo>
                  <a:cubicBezTo>
                    <a:pt x="119928" y="143098"/>
                    <a:pt x="119928" y="166871"/>
                    <a:pt x="116031" y="189246"/>
                  </a:cubicBezTo>
                  <a:cubicBezTo>
                    <a:pt x="110717" y="222459"/>
                    <a:pt x="90523" y="232948"/>
                    <a:pt x="74581" y="232948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56E3D66F-801F-0247-C9AC-3A14EA2FF75B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9293065" y="6266317"/>
              <a:ext cx="37552" cy="37058"/>
            </a:xfrm>
            <a:custGeom>
              <a:avLst/>
              <a:gdLst>
                <a:gd name="connsiteX0" fmla="*/ 37742 w 37552"/>
                <a:gd name="connsiteY0" fmla="*/ 18637 h 37058"/>
                <a:gd name="connsiteX1" fmla="*/ 18965 w 37552"/>
                <a:gd name="connsiteY1" fmla="*/ 107 h 37058"/>
                <a:gd name="connsiteX2" fmla="*/ 189 w 37552"/>
                <a:gd name="connsiteY2" fmla="*/ 18637 h 37058"/>
                <a:gd name="connsiteX3" fmla="*/ 18965 w 37552"/>
                <a:gd name="connsiteY3" fmla="*/ 37166 h 37058"/>
                <a:gd name="connsiteX4" fmla="*/ 37742 w 37552"/>
                <a:gd name="connsiteY4" fmla="*/ 18637 h 3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058">
                  <a:moveTo>
                    <a:pt x="37742" y="18637"/>
                  </a:moveTo>
                  <a:cubicBezTo>
                    <a:pt x="37742" y="8498"/>
                    <a:pt x="29239" y="107"/>
                    <a:pt x="18965" y="107"/>
                  </a:cubicBezTo>
                  <a:cubicBezTo>
                    <a:pt x="8692" y="107"/>
                    <a:pt x="189" y="8498"/>
                    <a:pt x="189" y="18637"/>
                  </a:cubicBezTo>
                  <a:cubicBezTo>
                    <a:pt x="189" y="28775"/>
                    <a:pt x="8692" y="37166"/>
                    <a:pt x="18965" y="37166"/>
                  </a:cubicBezTo>
                  <a:cubicBezTo>
                    <a:pt x="29239" y="37166"/>
                    <a:pt x="37742" y="28775"/>
                    <a:pt x="37742" y="18637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ED53DD90-F531-7459-62B4-7EEE7917B45E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9370926" y="6066690"/>
              <a:ext cx="156942" cy="236685"/>
            </a:xfrm>
            <a:custGeom>
              <a:avLst/>
              <a:gdLst>
                <a:gd name="connsiteX0" fmla="*/ 94428 w 156942"/>
                <a:gd name="connsiteY0" fmla="*/ 179108 h 236685"/>
                <a:gd name="connsiteX1" fmla="*/ 94428 w 156942"/>
                <a:gd name="connsiteY1" fmla="*/ 209524 h 236685"/>
                <a:gd name="connsiteX2" fmla="*/ 67503 w 156942"/>
                <a:gd name="connsiteY2" fmla="*/ 225955 h 236685"/>
                <a:gd name="connsiteX3" fmla="*/ 60064 w 156942"/>
                <a:gd name="connsiteY3" fmla="*/ 225955 h 236685"/>
                <a:gd name="connsiteX4" fmla="*/ 60064 w 156942"/>
                <a:gd name="connsiteY4" fmla="*/ 236793 h 236685"/>
                <a:gd name="connsiteX5" fmla="*/ 107890 w 156942"/>
                <a:gd name="connsiteY5" fmla="*/ 235744 h 236685"/>
                <a:gd name="connsiteX6" fmla="*/ 156071 w 156942"/>
                <a:gd name="connsiteY6" fmla="*/ 236793 h 236685"/>
                <a:gd name="connsiteX7" fmla="*/ 156071 w 156942"/>
                <a:gd name="connsiteY7" fmla="*/ 225955 h 236685"/>
                <a:gd name="connsiteX8" fmla="*/ 148632 w 156942"/>
                <a:gd name="connsiteY8" fmla="*/ 225955 h 236685"/>
                <a:gd name="connsiteX9" fmla="*/ 121707 w 156942"/>
                <a:gd name="connsiteY9" fmla="*/ 209524 h 236685"/>
                <a:gd name="connsiteX10" fmla="*/ 121707 w 156942"/>
                <a:gd name="connsiteY10" fmla="*/ 179108 h 236685"/>
                <a:gd name="connsiteX11" fmla="*/ 157134 w 156942"/>
                <a:gd name="connsiteY11" fmla="*/ 179108 h 236685"/>
                <a:gd name="connsiteX12" fmla="*/ 157134 w 156942"/>
                <a:gd name="connsiteY12" fmla="*/ 168270 h 236685"/>
                <a:gd name="connsiteX13" fmla="*/ 121707 w 156942"/>
                <a:gd name="connsiteY13" fmla="*/ 168270 h 236685"/>
                <a:gd name="connsiteX14" fmla="*/ 121707 w 156942"/>
                <a:gd name="connsiteY14" fmla="*/ 9197 h 236685"/>
                <a:gd name="connsiteX15" fmla="*/ 116039 w 156942"/>
                <a:gd name="connsiteY15" fmla="*/ 107 h 236685"/>
                <a:gd name="connsiteX16" fmla="*/ 108953 w 156942"/>
                <a:gd name="connsiteY16" fmla="*/ 4303 h 236685"/>
                <a:gd name="connsiteX17" fmla="*/ 192 w 156942"/>
                <a:gd name="connsiteY17" fmla="*/ 168270 h 236685"/>
                <a:gd name="connsiteX18" fmla="*/ 192 w 156942"/>
                <a:gd name="connsiteY18" fmla="*/ 179108 h 236685"/>
                <a:gd name="connsiteX19" fmla="*/ 94428 w 156942"/>
                <a:gd name="connsiteY19" fmla="*/ 179108 h 236685"/>
                <a:gd name="connsiteX20" fmla="*/ 96554 w 156942"/>
                <a:gd name="connsiteY20" fmla="*/ 168270 h 236685"/>
                <a:gd name="connsiteX21" fmla="*/ 10111 w 156942"/>
                <a:gd name="connsiteY21" fmla="*/ 168270 h 236685"/>
                <a:gd name="connsiteX22" fmla="*/ 96554 w 156942"/>
                <a:gd name="connsiteY22" fmla="*/ 37865 h 236685"/>
                <a:gd name="connsiteX23" fmla="*/ 96554 w 156942"/>
                <a:gd name="connsiteY23" fmla="*/ 168270 h 23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36685">
                  <a:moveTo>
                    <a:pt x="94428" y="179108"/>
                  </a:moveTo>
                  <a:lnTo>
                    <a:pt x="94428" y="209524"/>
                  </a:lnTo>
                  <a:cubicBezTo>
                    <a:pt x="94428" y="222110"/>
                    <a:pt x="93719" y="225955"/>
                    <a:pt x="67503" y="225955"/>
                  </a:cubicBezTo>
                  <a:lnTo>
                    <a:pt x="60064" y="225955"/>
                  </a:lnTo>
                  <a:lnTo>
                    <a:pt x="60064" y="236793"/>
                  </a:lnTo>
                  <a:cubicBezTo>
                    <a:pt x="74589" y="235744"/>
                    <a:pt x="93011" y="235744"/>
                    <a:pt x="107890" y="235744"/>
                  </a:cubicBezTo>
                  <a:cubicBezTo>
                    <a:pt x="122770" y="235744"/>
                    <a:pt x="141546" y="235744"/>
                    <a:pt x="156071" y="236793"/>
                  </a:cubicBezTo>
                  <a:lnTo>
                    <a:pt x="156071" y="225955"/>
                  </a:lnTo>
                  <a:lnTo>
                    <a:pt x="148632" y="225955"/>
                  </a:lnTo>
                  <a:cubicBezTo>
                    <a:pt x="122415" y="225955"/>
                    <a:pt x="121707" y="222110"/>
                    <a:pt x="121707" y="209524"/>
                  </a:cubicBezTo>
                  <a:lnTo>
                    <a:pt x="121707" y="179108"/>
                  </a:lnTo>
                  <a:lnTo>
                    <a:pt x="157134" y="179108"/>
                  </a:lnTo>
                  <a:lnTo>
                    <a:pt x="157134" y="168270"/>
                  </a:lnTo>
                  <a:lnTo>
                    <a:pt x="121707" y="168270"/>
                  </a:lnTo>
                  <a:lnTo>
                    <a:pt x="121707" y="9197"/>
                  </a:lnTo>
                  <a:cubicBezTo>
                    <a:pt x="121707" y="2205"/>
                    <a:pt x="121707" y="107"/>
                    <a:pt x="116039" y="107"/>
                  </a:cubicBezTo>
                  <a:cubicBezTo>
                    <a:pt x="112850" y="107"/>
                    <a:pt x="111787" y="107"/>
                    <a:pt x="108953" y="4303"/>
                  </a:cubicBezTo>
                  <a:lnTo>
                    <a:pt x="192" y="168270"/>
                  </a:lnTo>
                  <a:lnTo>
                    <a:pt x="192" y="179108"/>
                  </a:lnTo>
                  <a:lnTo>
                    <a:pt x="94428" y="179108"/>
                  </a:lnTo>
                  <a:close/>
                  <a:moveTo>
                    <a:pt x="96554" y="168270"/>
                  </a:moveTo>
                  <a:lnTo>
                    <a:pt x="10111" y="168270"/>
                  </a:lnTo>
                  <a:lnTo>
                    <a:pt x="96554" y="37865"/>
                  </a:lnTo>
                  <a:lnTo>
                    <a:pt x="96554" y="168270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06EF8BC5-1C28-AD0B-CB10-D78EA9D745AE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548062" y="6066690"/>
              <a:ext cx="156942" cy="236685"/>
            </a:xfrm>
            <a:custGeom>
              <a:avLst/>
              <a:gdLst>
                <a:gd name="connsiteX0" fmla="*/ 94433 w 156942"/>
                <a:gd name="connsiteY0" fmla="*/ 179108 h 236685"/>
                <a:gd name="connsiteX1" fmla="*/ 94433 w 156942"/>
                <a:gd name="connsiteY1" fmla="*/ 209524 h 236685"/>
                <a:gd name="connsiteX2" fmla="*/ 67508 w 156942"/>
                <a:gd name="connsiteY2" fmla="*/ 225955 h 236685"/>
                <a:gd name="connsiteX3" fmla="*/ 60069 w 156942"/>
                <a:gd name="connsiteY3" fmla="*/ 225955 h 236685"/>
                <a:gd name="connsiteX4" fmla="*/ 60069 w 156942"/>
                <a:gd name="connsiteY4" fmla="*/ 236793 h 236685"/>
                <a:gd name="connsiteX5" fmla="*/ 107895 w 156942"/>
                <a:gd name="connsiteY5" fmla="*/ 235744 h 236685"/>
                <a:gd name="connsiteX6" fmla="*/ 156076 w 156942"/>
                <a:gd name="connsiteY6" fmla="*/ 236793 h 236685"/>
                <a:gd name="connsiteX7" fmla="*/ 156076 w 156942"/>
                <a:gd name="connsiteY7" fmla="*/ 225955 h 236685"/>
                <a:gd name="connsiteX8" fmla="*/ 148637 w 156942"/>
                <a:gd name="connsiteY8" fmla="*/ 225955 h 236685"/>
                <a:gd name="connsiteX9" fmla="*/ 121712 w 156942"/>
                <a:gd name="connsiteY9" fmla="*/ 209524 h 236685"/>
                <a:gd name="connsiteX10" fmla="*/ 121712 w 156942"/>
                <a:gd name="connsiteY10" fmla="*/ 179108 h 236685"/>
                <a:gd name="connsiteX11" fmla="*/ 157139 w 156942"/>
                <a:gd name="connsiteY11" fmla="*/ 179108 h 236685"/>
                <a:gd name="connsiteX12" fmla="*/ 157139 w 156942"/>
                <a:gd name="connsiteY12" fmla="*/ 168270 h 236685"/>
                <a:gd name="connsiteX13" fmla="*/ 121712 w 156942"/>
                <a:gd name="connsiteY13" fmla="*/ 168270 h 236685"/>
                <a:gd name="connsiteX14" fmla="*/ 121712 w 156942"/>
                <a:gd name="connsiteY14" fmla="*/ 9197 h 236685"/>
                <a:gd name="connsiteX15" fmla="*/ 116044 w 156942"/>
                <a:gd name="connsiteY15" fmla="*/ 107 h 236685"/>
                <a:gd name="connsiteX16" fmla="*/ 108958 w 156942"/>
                <a:gd name="connsiteY16" fmla="*/ 4303 h 236685"/>
                <a:gd name="connsiteX17" fmla="*/ 197 w 156942"/>
                <a:gd name="connsiteY17" fmla="*/ 168270 h 236685"/>
                <a:gd name="connsiteX18" fmla="*/ 197 w 156942"/>
                <a:gd name="connsiteY18" fmla="*/ 179108 h 236685"/>
                <a:gd name="connsiteX19" fmla="*/ 94433 w 156942"/>
                <a:gd name="connsiteY19" fmla="*/ 179108 h 236685"/>
                <a:gd name="connsiteX20" fmla="*/ 96559 w 156942"/>
                <a:gd name="connsiteY20" fmla="*/ 168270 h 236685"/>
                <a:gd name="connsiteX21" fmla="*/ 10116 w 156942"/>
                <a:gd name="connsiteY21" fmla="*/ 168270 h 236685"/>
                <a:gd name="connsiteX22" fmla="*/ 96559 w 156942"/>
                <a:gd name="connsiteY22" fmla="*/ 37865 h 236685"/>
                <a:gd name="connsiteX23" fmla="*/ 96559 w 156942"/>
                <a:gd name="connsiteY23" fmla="*/ 168270 h 23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36685">
                  <a:moveTo>
                    <a:pt x="94433" y="179108"/>
                  </a:moveTo>
                  <a:lnTo>
                    <a:pt x="94433" y="209524"/>
                  </a:lnTo>
                  <a:cubicBezTo>
                    <a:pt x="94433" y="222110"/>
                    <a:pt x="93724" y="225955"/>
                    <a:pt x="67508" y="225955"/>
                  </a:cubicBezTo>
                  <a:lnTo>
                    <a:pt x="60069" y="225955"/>
                  </a:lnTo>
                  <a:lnTo>
                    <a:pt x="60069" y="236793"/>
                  </a:lnTo>
                  <a:cubicBezTo>
                    <a:pt x="74594" y="235744"/>
                    <a:pt x="93016" y="235744"/>
                    <a:pt x="107895" y="235744"/>
                  </a:cubicBezTo>
                  <a:cubicBezTo>
                    <a:pt x="122775" y="235744"/>
                    <a:pt x="141551" y="235744"/>
                    <a:pt x="156076" y="236793"/>
                  </a:cubicBezTo>
                  <a:lnTo>
                    <a:pt x="156076" y="225955"/>
                  </a:lnTo>
                  <a:lnTo>
                    <a:pt x="148637" y="225955"/>
                  </a:lnTo>
                  <a:cubicBezTo>
                    <a:pt x="122420" y="225955"/>
                    <a:pt x="121712" y="222110"/>
                    <a:pt x="121712" y="209524"/>
                  </a:cubicBezTo>
                  <a:lnTo>
                    <a:pt x="121712" y="179108"/>
                  </a:lnTo>
                  <a:lnTo>
                    <a:pt x="157139" y="179108"/>
                  </a:lnTo>
                  <a:lnTo>
                    <a:pt x="157139" y="168270"/>
                  </a:lnTo>
                  <a:lnTo>
                    <a:pt x="121712" y="168270"/>
                  </a:lnTo>
                  <a:lnTo>
                    <a:pt x="121712" y="9197"/>
                  </a:lnTo>
                  <a:cubicBezTo>
                    <a:pt x="121712" y="2205"/>
                    <a:pt x="121712" y="107"/>
                    <a:pt x="116044" y="107"/>
                  </a:cubicBezTo>
                  <a:cubicBezTo>
                    <a:pt x="112855" y="107"/>
                    <a:pt x="111792" y="107"/>
                    <a:pt x="108958" y="4303"/>
                  </a:cubicBezTo>
                  <a:lnTo>
                    <a:pt x="197" y="168270"/>
                  </a:lnTo>
                  <a:lnTo>
                    <a:pt x="197" y="179108"/>
                  </a:lnTo>
                  <a:lnTo>
                    <a:pt x="94433" y="179108"/>
                  </a:lnTo>
                  <a:close/>
                  <a:moveTo>
                    <a:pt x="96559" y="168270"/>
                  </a:moveTo>
                  <a:lnTo>
                    <a:pt x="10116" y="168270"/>
                  </a:lnTo>
                  <a:lnTo>
                    <a:pt x="96559" y="37865"/>
                  </a:lnTo>
                  <a:lnTo>
                    <a:pt x="96559" y="168270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E169E2B8-66C2-4D78-5A54-117A47021058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0116932" y="6008130"/>
              <a:ext cx="14170" cy="422680"/>
            </a:xfrm>
            <a:custGeom>
              <a:avLst/>
              <a:gdLst>
                <a:gd name="connsiteX0" fmla="*/ 0 w 14170"/>
                <a:gd name="connsiteY0" fmla="*/ 0 h 422680"/>
                <a:gd name="connsiteX1" fmla="*/ 14171 w 14170"/>
                <a:gd name="connsiteY1" fmla="*/ 0 h 422680"/>
                <a:gd name="connsiteX2" fmla="*/ 14171 w 14170"/>
                <a:gd name="connsiteY2" fmla="*/ 422680 h 422680"/>
                <a:gd name="connsiteX3" fmla="*/ 0 w 14170"/>
                <a:gd name="connsiteY3" fmla="*/ 422680 h 42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2680">
                  <a:moveTo>
                    <a:pt x="0" y="0"/>
                  </a:moveTo>
                  <a:lnTo>
                    <a:pt x="14171" y="0"/>
                  </a:lnTo>
                  <a:lnTo>
                    <a:pt x="14171" y="422680"/>
                  </a:lnTo>
                  <a:lnTo>
                    <a:pt x="0" y="422680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E9E22E7-81F5-259C-377E-7185D90EF066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0550470" y="6070535"/>
              <a:ext cx="141354" cy="232840"/>
            </a:xfrm>
            <a:custGeom>
              <a:avLst/>
              <a:gdLst>
                <a:gd name="connsiteX0" fmla="*/ 27504 w 141354"/>
                <a:gd name="connsiteY0" fmla="*/ 206028 h 232840"/>
                <a:gd name="connsiteX1" fmla="*/ 65056 w 141354"/>
                <a:gd name="connsiteY1" fmla="*/ 170018 h 232840"/>
                <a:gd name="connsiteX2" fmla="*/ 141579 w 141354"/>
                <a:gd name="connsiteY2" fmla="*/ 67932 h 232840"/>
                <a:gd name="connsiteX3" fmla="*/ 66474 w 141354"/>
                <a:gd name="connsiteY3" fmla="*/ 107 h 232840"/>
                <a:gd name="connsiteX4" fmla="*/ 225 w 141354"/>
                <a:gd name="connsiteY4" fmla="*/ 63387 h 232840"/>
                <a:gd name="connsiteX5" fmla="*/ 19001 w 141354"/>
                <a:gd name="connsiteY5" fmla="*/ 82965 h 232840"/>
                <a:gd name="connsiteX6" fmla="*/ 37423 w 141354"/>
                <a:gd name="connsiteY6" fmla="*/ 64435 h 232840"/>
                <a:gd name="connsiteX7" fmla="*/ 18647 w 141354"/>
                <a:gd name="connsiteY7" fmla="*/ 46256 h 232840"/>
                <a:gd name="connsiteX8" fmla="*/ 14041 w 141354"/>
                <a:gd name="connsiteY8" fmla="*/ 46605 h 232840"/>
                <a:gd name="connsiteX9" fmla="*/ 61868 w 141354"/>
                <a:gd name="connsiteY9" fmla="*/ 10945 h 232840"/>
                <a:gd name="connsiteX10" fmla="*/ 109340 w 141354"/>
                <a:gd name="connsiteY10" fmla="*/ 67932 h 232840"/>
                <a:gd name="connsiteX11" fmla="*/ 72142 w 141354"/>
                <a:gd name="connsiteY11" fmla="*/ 145195 h 232840"/>
                <a:gd name="connsiteX12" fmla="*/ 4122 w 141354"/>
                <a:gd name="connsiteY12" fmla="*/ 220012 h 232840"/>
                <a:gd name="connsiteX13" fmla="*/ 225 w 141354"/>
                <a:gd name="connsiteY13" fmla="*/ 232948 h 232840"/>
                <a:gd name="connsiteX14" fmla="*/ 131659 w 141354"/>
                <a:gd name="connsiteY14" fmla="*/ 232948 h 232840"/>
                <a:gd name="connsiteX15" fmla="*/ 141579 w 141354"/>
                <a:gd name="connsiteY15" fmla="*/ 172115 h 232840"/>
                <a:gd name="connsiteX16" fmla="*/ 132722 w 141354"/>
                <a:gd name="connsiteY16" fmla="*/ 172115 h 232840"/>
                <a:gd name="connsiteX17" fmla="*/ 124928 w 141354"/>
                <a:gd name="connsiteY17" fmla="*/ 203231 h 232840"/>
                <a:gd name="connsiteX18" fmla="*/ 91273 w 141354"/>
                <a:gd name="connsiteY18" fmla="*/ 206028 h 232840"/>
                <a:gd name="connsiteX19" fmla="*/ 27504 w 141354"/>
                <a:gd name="connsiteY19" fmla="*/ 206028 h 23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354" h="232840">
                  <a:moveTo>
                    <a:pt x="27504" y="206028"/>
                  </a:moveTo>
                  <a:lnTo>
                    <a:pt x="65056" y="170018"/>
                  </a:lnTo>
                  <a:cubicBezTo>
                    <a:pt x="120323" y="121772"/>
                    <a:pt x="141579" y="102893"/>
                    <a:pt x="141579" y="67932"/>
                  </a:cubicBezTo>
                  <a:cubicBezTo>
                    <a:pt x="141579" y="28076"/>
                    <a:pt x="109695" y="107"/>
                    <a:pt x="66474" y="107"/>
                  </a:cubicBezTo>
                  <a:cubicBezTo>
                    <a:pt x="26441" y="107"/>
                    <a:pt x="225" y="32271"/>
                    <a:pt x="225" y="63387"/>
                  </a:cubicBezTo>
                  <a:cubicBezTo>
                    <a:pt x="225" y="82965"/>
                    <a:pt x="17938" y="82965"/>
                    <a:pt x="19001" y="82965"/>
                  </a:cubicBezTo>
                  <a:cubicBezTo>
                    <a:pt x="25024" y="82965"/>
                    <a:pt x="37423" y="78769"/>
                    <a:pt x="37423" y="64435"/>
                  </a:cubicBezTo>
                  <a:cubicBezTo>
                    <a:pt x="37423" y="55346"/>
                    <a:pt x="31046" y="46256"/>
                    <a:pt x="18647" y="46256"/>
                  </a:cubicBezTo>
                  <a:cubicBezTo>
                    <a:pt x="15813" y="46256"/>
                    <a:pt x="15104" y="46256"/>
                    <a:pt x="14041" y="46605"/>
                  </a:cubicBezTo>
                  <a:cubicBezTo>
                    <a:pt x="22190" y="23881"/>
                    <a:pt x="41320" y="10945"/>
                    <a:pt x="61868" y="10945"/>
                  </a:cubicBezTo>
                  <a:cubicBezTo>
                    <a:pt x="94107" y="10945"/>
                    <a:pt x="109340" y="39264"/>
                    <a:pt x="109340" y="67932"/>
                  </a:cubicBezTo>
                  <a:cubicBezTo>
                    <a:pt x="109340" y="95900"/>
                    <a:pt x="91627" y="123520"/>
                    <a:pt x="72142" y="145195"/>
                  </a:cubicBezTo>
                  <a:lnTo>
                    <a:pt x="4122" y="220012"/>
                  </a:lnTo>
                  <a:cubicBezTo>
                    <a:pt x="225" y="223858"/>
                    <a:pt x="225" y="224557"/>
                    <a:pt x="225" y="232948"/>
                  </a:cubicBezTo>
                  <a:lnTo>
                    <a:pt x="131659" y="232948"/>
                  </a:lnTo>
                  <a:lnTo>
                    <a:pt x="141579" y="172115"/>
                  </a:lnTo>
                  <a:lnTo>
                    <a:pt x="132722" y="172115"/>
                  </a:lnTo>
                  <a:cubicBezTo>
                    <a:pt x="130951" y="182604"/>
                    <a:pt x="128471" y="197987"/>
                    <a:pt x="124928" y="203231"/>
                  </a:cubicBezTo>
                  <a:cubicBezTo>
                    <a:pt x="122448" y="206028"/>
                    <a:pt x="99067" y="206028"/>
                    <a:pt x="91273" y="206028"/>
                  </a:cubicBezTo>
                  <a:lnTo>
                    <a:pt x="27504" y="206028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E679F88-9765-3C7D-D02E-DBD86FE93272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0740361" y="6266317"/>
              <a:ext cx="37552" cy="37058"/>
            </a:xfrm>
            <a:custGeom>
              <a:avLst/>
              <a:gdLst>
                <a:gd name="connsiteX0" fmla="*/ 37783 w 37552"/>
                <a:gd name="connsiteY0" fmla="*/ 18637 h 37058"/>
                <a:gd name="connsiteX1" fmla="*/ 19006 w 37552"/>
                <a:gd name="connsiteY1" fmla="*/ 107 h 37058"/>
                <a:gd name="connsiteX2" fmla="*/ 230 w 37552"/>
                <a:gd name="connsiteY2" fmla="*/ 18637 h 37058"/>
                <a:gd name="connsiteX3" fmla="*/ 19006 w 37552"/>
                <a:gd name="connsiteY3" fmla="*/ 37166 h 37058"/>
                <a:gd name="connsiteX4" fmla="*/ 37783 w 37552"/>
                <a:gd name="connsiteY4" fmla="*/ 18637 h 3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058">
                  <a:moveTo>
                    <a:pt x="37783" y="18637"/>
                  </a:moveTo>
                  <a:cubicBezTo>
                    <a:pt x="37783" y="8498"/>
                    <a:pt x="29280" y="107"/>
                    <a:pt x="19006" y="107"/>
                  </a:cubicBezTo>
                  <a:cubicBezTo>
                    <a:pt x="8732" y="107"/>
                    <a:pt x="230" y="8498"/>
                    <a:pt x="230" y="18637"/>
                  </a:cubicBezTo>
                  <a:cubicBezTo>
                    <a:pt x="230" y="28775"/>
                    <a:pt x="8732" y="37166"/>
                    <a:pt x="19006" y="37166"/>
                  </a:cubicBezTo>
                  <a:cubicBezTo>
                    <a:pt x="29280" y="37166"/>
                    <a:pt x="37783" y="28775"/>
                    <a:pt x="37783" y="18637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7AB753C4-7F0D-CF1C-3C5E-2B0DF62CD7CE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0822119" y="6070535"/>
              <a:ext cx="149148" cy="240531"/>
            </a:xfrm>
            <a:custGeom>
              <a:avLst/>
              <a:gdLst>
                <a:gd name="connsiteX0" fmla="*/ 149381 w 149148"/>
                <a:gd name="connsiteY0" fmla="*/ 121072 h 240531"/>
                <a:gd name="connsiteX1" fmla="*/ 135210 w 149148"/>
                <a:gd name="connsiteY1" fmla="*/ 39264 h 240531"/>
                <a:gd name="connsiteX2" fmla="*/ 74984 w 149148"/>
                <a:gd name="connsiteY2" fmla="*/ 107 h 240531"/>
                <a:gd name="connsiteX3" fmla="*/ 13341 w 149148"/>
                <a:gd name="connsiteY3" fmla="*/ 41711 h 240531"/>
                <a:gd name="connsiteX4" fmla="*/ 233 w 149148"/>
                <a:gd name="connsiteY4" fmla="*/ 121072 h 240531"/>
                <a:gd name="connsiteX5" fmla="*/ 16175 w 149148"/>
                <a:gd name="connsiteY5" fmla="*/ 205328 h 240531"/>
                <a:gd name="connsiteX6" fmla="*/ 74630 w 149148"/>
                <a:gd name="connsiteY6" fmla="*/ 240639 h 240531"/>
                <a:gd name="connsiteX7" fmla="*/ 136273 w 149148"/>
                <a:gd name="connsiteY7" fmla="*/ 200084 h 240531"/>
                <a:gd name="connsiteX8" fmla="*/ 149381 w 149148"/>
                <a:gd name="connsiteY8" fmla="*/ 121072 h 240531"/>
                <a:gd name="connsiteX9" fmla="*/ 74630 w 149148"/>
                <a:gd name="connsiteY9" fmla="*/ 232948 h 240531"/>
                <a:gd name="connsiteX10" fmla="*/ 33534 w 149148"/>
                <a:gd name="connsiteY10" fmla="*/ 190645 h 240531"/>
                <a:gd name="connsiteX11" fmla="*/ 29637 w 149148"/>
                <a:gd name="connsiteY11" fmla="*/ 116877 h 240531"/>
                <a:gd name="connsiteX12" fmla="*/ 32471 w 149148"/>
                <a:gd name="connsiteY12" fmla="*/ 52549 h 240531"/>
                <a:gd name="connsiteX13" fmla="*/ 74630 w 149148"/>
                <a:gd name="connsiteY13" fmla="*/ 7799 h 240531"/>
                <a:gd name="connsiteX14" fmla="*/ 116434 w 149148"/>
                <a:gd name="connsiteY14" fmla="*/ 48703 h 240531"/>
                <a:gd name="connsiteX15" fmla="*/ 119976 w 149148"/>
                <a:gd name="connsiteY15" fmla="*/ 116877 h 240531"/>
                <a:gd name="connsiteX16" fmla="*/ 116079 w 149148"/>
                <a:gd name="connsiteY16" fmla="*/ 189246 h 240531"/>
                <a:gd name="connsiteX17" fmla="*/ 74630 w 149148"/>
                <a:gd name="connsiteY17" fmla="*/ 232948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0531">
                  <a:moveTo>
                    <a:pt x="149381" y="121072"/>
                  </a:moveTo>
                  <a:cubicBezTo>
                    <a:pt x="149381" y="93104"/>
                    <a:pt x="147609" y="65135"/>
                    <a:pt x="135210" y="39264"/>
                  </a:cubicBezTo>
                  <a:cubicBezTo>
                    <a:pt x="118913" y="5701"/>
                    <a:pt x="89863" y="107"/>
                    <a:pt x="74984" y="107"/>
                  </a:cubicBezTo>
                  <a:cubicBezTo>
                    <a:pt x="53728" y="107"/>
                    <a:pt x="27866" y="9197"/>
                    <a:pt x="13341" y="41711"/>
                  </a:cubicBezTo>
                  <a:cubicBezTo>
                    <a:pt x="2004" y="65834"/>
                    <a:pt x="233" y="93104"/>
                    <a:pt x="233" y="121072"/>
                  </a:cubicBezTo>
                  <a:cubicBezTo>
                    <a:pt x="233" y="147293"/>
                    <a:pt x="1650" y="178758"/>
                    <a:pt x="16175" y="205328"/>
                  </a:cubicBezTo>
                  <a:cubicBezTo>
                    <a:pt x="31408" y="233647"/>
                    <a:pt x="57270" y="240639"/>
                    <a:pt x="74630" y="240639"/>
                  </a:cubicBezTo>
                  <a:cubicBezTo>
                    <a:pt x="93760" y="240639"/>
                    <a:pt x="120685" y="233297"/>
                    <a:pt x="136273" y="200084"/>
                  </a:cubicBezTo>
                  <a:cubicBezTo>
                    <a:pt x="147609" y="175961"/>
                    <a:pt x="149381" y="148692"/>
                    <a:pt x="149381" y="121072"/>
                  </a:cubicBezTo>
                  <a:close/>
                  <a:moveTo>
                    <a:pt x="74630" y="232948"/>
                  </a:moveTo>
                  <a:cubicBezTo>
                    <a:pt x="60813" y="232948"/>
                    <a:pt x="39911" y="224207"/>
                    <a:pt x="33534" y="190645"/>
                  </a:cubicBezTo>
                  <a:cubicBezTo>
                    <a:pt x="29637" y="169668"/>
                    <a:pt x="29637" y="137504"/>
                    <a:pt x="29637" y="116877"/>
                  </a:cubicBezTo>
                  <a:cubicBezTo>
                    <a:pt x="29637" y="94502"/>
                    <a:pt x="29637" y="71428"/>
                    <a:pt x="32471" y="52549"/>
                  </a:cubicBezTo>
                  <a:cubicBezTo>
                    <a:pt x="39202" y="10945"/>
                    <a:pt x="65773" y="7799"/>
                    <a:pt x="74630" y="7799"/>
                  </a:cubicBezTo>
                  <a:cubicBezTo>
                    <a:pt x="86321" y="7799"/>
                    <a:pt x="109702" y="14092"/>
                    <a:pt x="116434" y="48703"/>
                  </a:cubicBezTo>
                  <a:cubicBezTo>
                    <a:pt x="119976" y="68281"/>
                    <a:pt x="119976" y="94852"/>
                    <a:pt x="119976" y="116877"/>
                  </a:cubicBezTo>
                  <a:cubicBezTo>
                    <a:pt x="119976" y="143098"/>
                    <a:pt x="119976" y="166871"/>
                    <a:pt x="116079" y="189246"/>
                  </a:cubicBezTo>
                  <a:cubicBezTo>
                    <a:pt x="110765" y="222459"/>
                    <a:pt x="90572" y="232948"/>
                    <a:pt x="74630" y="232948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66176EC5-85E1-0155-6B47-A829F7474D79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1000318" y="6070535"/>
              <a:ext cx="147022" cy="240531"/>
            </a:xfrm>
            <a:custGeom>
              <a:avLst/>
              <a:gdLst>
                <a:gd name="connsiteX0" fmla="*/ 88097 w 147022"/>
                <a:gd name="connsiteY0" fmla="*/ 109885 h 240531"/>
                <a:gd name="connsiteX1" fmla="*/ 137695 w 147022"/>
                <a:gd name="connsiteY1" fmla="*/ 48353 h 240531"/>
                <a:gd name="connsiteX2" fmla="*/ 72509 w 147022"/>
                <a:gd name="connsiteY2" fmla="*/ 107 h 240531"/>
                <a:gd name="connsiteX3" fmla="*/ 9803 w 147022"/>
                <a:gd name="connsiteY3" fmla="*/ 47654 h 240531"/>
                <a:gd name="connsiteX4" fmla="*/ 27871 w 147022"/>
                <a:gd name="connsiteY4" fmla="*/ 65834 h 240531"/>
                <a:gd name="connsiteX5" fmla="*/ 45939 w 147022"/>
                <a:gd name="connsiteY5" fmla="*/ 48004 h 240531"/>
                <a:gd name="connsiteX6" fmla="*/ 23974 w 147022"/>
                <a:gd name="connsiteY6" fmla="*/ 30523 h 240531"/>
                <a:gd name="connsiteX7" fmla="*/ 71092 w 147022"/>
                <a:gd name="connsiteY7" fmla="*/ 8847 h 240531"/>
                <a:gd name="connsiteX8" fmla="*/ 105102 w 147022"/>
                <a:gd name="connsiteY8" fmla="*/ 48004 h 240531"/>
                <a:gd name="connsiteX9" fmla="*/ 95182 w 147022"/>
                <a:gd name="connsiteY9" fmla="*/ 87859 h 240531"/>
                <a:gd name="connsiteX10" fmla="*/ 63652 w 147022"/>
                <a:gd name="connsiteY10" fmla="*/ 106039 h 240531"/>
                <a:gd name="connsiteX11" fmla="*/ 49835 w 147022"/>
                <a:gd name="connsiteY11" fmla="*/ 107088 h 240531"/>
                <a:gd name="connsiteX12" fmla="*/ 44521 w 147022"/>
                <a:gd name="connsiteY12" fmla="*/ 111283 h 240531"/>
                <a:gd name="connsiteX13" fmla="*/ 53024 w 147022"/>
                <a:gd name="connsiteY13" fmla="*/ 115129 h 240531"/>
                <a:gd name="connsiteX14" fmla="*/ 68612 w 147022"/>
                <a:gd name="connsiteY14" fmla="*/ 115129 h 240531"/>
                <a:gd name="connsiteX15" fmla="*/ 110770 w 147022"/>
                <a:gd name="connsiteY15" fmla="*/ 173164 h 240531"/>
                <a:gd name="connsiteX16" fmla="*/ 70738 w 147022"/>
                <a:gd name="connsiteY16" fmla="*/ 230850 h 240531"/>
                <a:gd name="connsiteX17" fmla="*/ 16534 w 147022"/>
                <a:gd name="connsiteY17" fmla="*/ 204280 h 240531"/>
                <a:gd name="connsiteX18" fmla="*/ 39916 w 147022"/>
                <a:gd name="connsiteY18" fmla="*/ 185051 h 240531"/>
                <a:gd name="connsiteX19" fmla="*/ 20077 w 147022"/>
                <a:gd name="connsiteY19" fmla="*/ 165473 h 240531"/>
                <a:gd name="connsiteX20" fmla="*/ 237 w 147022"/>
                <a:gd name="connsiteY20" fmla="*/ 185750 h 240531"/>
                <a:gd name="connsiteX21" fmla="*/ 71800 w 147022"/>
                <a:gd name="connsiteY21" fmla="*/ 240639 h 240531"/>
                <a:gd name="connsiteX22" fmla="*/ 147260 w 147022"/>
                <a:gd name="connsiteY22" fmla="*/ 173164 h 240531"/>
                <a:gd name="connsiteX23" fmla="*/ 88097 w 147022"/>
                <a:gd name="connsiteY23" fmla="*/ 109885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0531">
                  <a:moveTo>
                    <a:pt x="88097" y="109885"/>
                  </a:moveTo>
                  <a:cubicBezTo>
                    <a:pt x="117147" y="100445"/>
                    <a:pt x="137695" y="75973"/>
                    <a:pt x="137695" y="48353"/>
                  </a:cubicBezTo>
                  <a:cubicBezTo>
                    <a:pt x="137695" y="19685"/>
                    <a:pt x="106519" y="107"/>
                    <a:pt x="72509" y="107"/>
                  </a:cubicBezTo>
                  <a:cubicBezTo>
                    <a:pt x="36727" y="107"/>
                    <a:pt x="9803" y="21084"/>
                    <a:pt x="9803" y="47654"/>
                  </a:cubicBezTo>
                  <a:cubicBezTo>
                    <a:pt x="9803" y="59191"/>
                    <a:pt x="17597" y="65834"/>
                    <a:pt x="27871" y="65834"/>
                  </a:cubicBezTo>
                  <a:cubicBezTo>
                    <a:pt x="38853" y="65834"/>
                    <a:pt x="45939" y="58143"/>
                    <a:pt x="45939" y="48004"/>
                  </a:cubicBezTo>
                  <a:cubicBezTo>
                    <a:pt x="45939" y="30523"/>
                    <a:pt x="29288" y="30523"/>
                    <a:pt x="23974" y="30523"/>
                  </a:cubicBezTo>
                  <a:cubicBezTo>
                    <a:pt x="34956" y="13392"/>
                    <a:pt x="58338" y="8847"/>
                    <a:pt x="71092" y="8847"/>
                  </a:cubicBezTo>
                  <a:cubicBezTo>
                    <a:pt x="85617" y="8847"/>
                    <a:pt x="105102" y="16539"/>
                    <a:pt x="105102" y="48004"/>
                  </a:cubicBezTo>
                  <a:cubicBezTo>
                    <a:pt x="105102" y="52199"/>
                    <a:pt x="104393" y="72476"/>
                    <a:pt x="95182" y="87859"/>
                  </a:cubicBezTo>
                  <a:cubicBezTo>
                    <a:pt x="84554" y="104641"/>
                    <a:pt x="72509" y="105689"/>
                    <a:pt x="63652" y="106039"/>
                  </a:cubicBezTo>
                  <a:cubicBezTo>
                    <a:pt x="60818" y="106389"/>
                    <a:pt x="52315" y="107088"/>
                    <a:pt x="49835" y="107088"/>
                  </a:cubicBezTo>
                  <a:cubicBezTo>
                    <a:pt x="47001" y="107438"/>
                    <a:pt x="44521" y="107787"/>
                    <a:pt x="44521" y="111283"/>
                  </a:cubicBezTo>
                  <a:cubicBezTo>
                    <a:pt x="44521" y="115129"/>
                    <a:pt x="47001" y="115129"/>
                    <a:pt x="53024" y="115129"/>
                  </a:cubicBezTo>
                  <a:lnTo>
                    <a:pt x="68612" y="115129"/>
                  </a:lnTo>
                  <a:cubicBezTo>
                    <a:pt x="97662" y="115129"/>
                    <a:pt x="110770" y="138902"/>
                    <a:pt x="110770" y="173164"/>
                  </a:cubicBezTo>
                  <a:cubicBezTo>
                    <a:pt x="110770" y="220711"/>
                    <a:pt x="86325" y="230850"/>
                    <a:pt x="70738" y="230850"/>
                  </a:cubicBezTo>
                  <a:cubicBezTo>
                    <a:pt x="55504" y="230850"/>
                    <a:pt x="28933" y="224906"/>
                    <a:pt x="16534" y="204280"/>
                  </a:cubicBezTo>
                  <a:cubicBezTo>
                    <a:pt x="28933" y="206028"/>
                    <a:pt x="39916" y="198336"/>
                    <a:pt x="39916" y="185051"/>
                  </a:cubicBezTo>
                  <a:cubicBezTo>
                    <a:pt x="39916" y="172465"/>
                    <a:pt x="30351" y="165473"/>
                    <a:pt x="20077" y="165473"/>
                  </a:cubicBezTo>
                  <a:cubicBezTo>
                    <a:pt x="11574" y="165473"/>
                    <a:pt x="237" y="170367"/>
                    <a:pt x="237" y="185750"/>
                  </a:cubicBezTo>
                  <a:cubicBezTo>
                    <a:pt x="237" y="217565"/>
                    <a:pt x="33185" y="240639"/>
                    <a:pt x="71800" y="240639"/>
                  </a:cubicBezTo>
                  <a:cubicBezTo>
                    <a:pt x="115021" y="240639"/>
                    <a:pt x="147260" y="208824"/>
                    <a:pt x="147260" y="173164"/>
                  </a:cubicBezTo>
                  <a:cubicBezTo>
                    <a:pt x="147260" y="144496"/>
                    <a:pt x="124941" y="117227"/>
                    <a:pt x="88097" y="109885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8267EBE4-9C7F-0975-C4DB-F80EB116CA5E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1564228" y="6008130"/>
              <a:ext cx="14170" cy="422680"/>
            </a:xfrm>
            <a:custGeom>
              <a:avLst/>
              <a:gdLst>
                <a:gd name="connsiteX0" fmla="*/ 0 w 14170"/>
                <a:gd name="connsiteY0" fmla="*/ 0 h 422680"/>
                <a:gd name="connsiteX1" fmla="*/ 14170 w 14170"/>
                <a:gd name="connsiteY1" fmla="*/ 0 h 422680"/>
                <a:gd name="connsiteX2" fmla="*/ 14170 w 14170"/>
                <a:gd name="connsiteY2" fmla="*/ 422680 h 422680"/>
                <a:gd name="connsiteX3" fmla="*/ 0 w 14170"/>
                <a:gd name="connsiteY3" fmla="*/ 422680 h 42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2680">
                  <a:moveTo>
                    <a:pt x="0" y="0"/>
                  </a:moveTo>
                  <a:lnTo>
                    <a:pt x="14170" y="0"/>
                  </a:lnTo>
                  <a:lnTo>
                    <a:pt x="14170" y="422680"/>
                  </a:lnTo>
                  <a:lnTo>
                    <a:pt x="0" y="422680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431556FE-A61C-AD17-1B60-C253F6D722B1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1994932" y="6070535"/>
              <a:ext cx="147022" cy="240531"/>
            </a:xfrm>
            <a:custGeom>
              <a:avLst/>
              <a:gdLst>
                <a:gd name="connsiteX0" fmla="*/ 88125 w 147022"/>
                <a:gd name="connsiteY0" fmla="*/ 109885 h 240531"/>
                <a:gd name="connsiteX1" fmla="*/ 137723 w 147022"/>
                <a:gd name="connsiteY1" fmla="*/ 48353 h 240531"/>
                <a:gd name="connsiteX2" fmla="*/ 72537 w 147022"/>
                <a:gd name="connsiteY2" fmla="*/ 107 h 240531"/>
                <a:gd name="connsiteX3" fmla="*/ 9831 w 147022"/>
                <a:gd name="connsiteY3" fmla="*/ 47654 h 240531"/>
                <a:gd name="connsiteX4" fmla="*/ 27899 w 147022"/>
                <a:gd name="connsiteY4" fmla="*/ 65834 h 240531"/>
                <a:gd name="connsiteX5" fmla="*/ 45966 w 147022"/>
                <a:gd name="connsiteY5" fmla="*/ 48004 h 240531"/>
                <a:gd name="connsiteX6" fmla="*/ 24002 w 147022"/>
                <a:gd name="connsiteY6" fmla="*/ 30523 h 240531"/>
                <a:gd name="connsiteX7" fmla="*/ 71120 w 147022"/>
                <a:gd name="connsiteY7" fmla="*/ 8847 h 240531"/>
                <a:gd name="connsiteX8" fmla="*/ 105130 w 147022"/>
                <a:gd name="connsiteY8" fmla="*/ 48004 h 240531"/>
                <a:gd name="connsiteX9" fmla="*/ 95210 w 147022"/>
                <a:gd name="connsiteY9" fmla="*/ 87859 h 240531"/>
                <a:gd name="connsiteX10" fmla="*/ 63680 w 147022"/>
                <a:gd name="connsiteY10" fmla="*/ 106039 h 240531"/>
                <a:gd name="connsiteX11" fmla="*/ 49863 w 147022"/>
                <a:gd name="connsiteY11" fmla="*/ 107088 h 240531"/>
                <a:gd name="connsiteX12" fmla="*/ 44549 w 147022"/>
                <a:gd name="connsiteY12" fmla="*/ 111283 h 240531"/>
                <a:gd name="connsiteX13" fmla="*/ 53052 w 147022"/>
                <a:gd name="connsiteY13" fmla="*/ 115129 h 240531"/>
                <a:gd name="connsiteX14" fmla="*/ 68640 w 147022"/>
                <a:gd name="connsiteY14" fmla="*/ 115129 h 240531"/>
                <a:gd name="connsiteX15" fmla="*/ 110798 w 147022"/>
                <a:gd name="connsiteY15" fmla="*/ 173164 h 240531"/>
                <a:gd name="connsiteX16" fmla="*/ 70765 w 147022"/>
                <a:gd name="connsiteY16" fmla="*/ 230850 h 240531"/>
                <a:gd name="connsiteX17" fmla="*/ 16562 w 147022"/>
                <a:gd name="connsiteY17" fmla="*/ 204280 h 240531"/>
                <a:gd name="connsiteX18" fmla="*/ 39944 w 147022"/>
                <a:gd name="connsiteY18" fmla="*/ 185051 h 240531"/>
                <a:gd name="connsiteX19" fmla="*/ 20105 w 147022"/>
                <a:gd name="connsiteY19" fmla="*/ 165473 h 240531"/>
                <a:gd name="connsiteX20" fmla="*/ 265 w 147022"/>
                <a:gd name="connsiteY20" fmla="*/ 185750 h 240531"/>
                <a:gd name="connsiteX21" fmla="*/ 71828 w 147022"/>
                <a:gd name="connsiteY21" fmla="*/ 240639 h 240531"/>
                <a:gd name="connsiteX22" fmla="*/ 147288 w 147022"/>
                <a:gd name="connsiteY22" fmla="*/ 173164 h 240531"/>
                <a:gd name="connsiteX23" fmla="*/ 88125 w 147022"/>
                <a:gd name="connsiteY23" fmla="*/ 109885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0531">
                  <a:moveTo>
                    <a:pt x="88125" y="109885"/>
                  </a:moveTo>
                  <a:cubicBezTo>
                    <a:pt x="117175" y="100445"/>
                    <a:pt x="137723" y="75973"/>
                    <a:pt x="137723" y="48353"/>
                  </a:cubicBezTo>
                  <a:cubicBezTo>
                    <a:pt x="137723" y="19685"/>
                    <a:pt x="106547" y="107"/>
                    <a:pt x="72537" y="107"/>
                  </a:cubicBezTo>
                  <a:cubicBezTo>
                    <a:pt x="36755" y="107"/>
                    <a:pt x="9831" y="21084"/>
                    <a:pt x="9831" y="47654"/>
                  </a:cubicBezTo>
                  <a:cubicBezTo>
                    <a:pt x="9831" y="59191"/>
                    <a:pt x="17625" y="65834"/>
                    <a:pt x="27899" y="65834"/>
                  </a:cubicBezTo>
                  <a:cubicBezTo>
                    <a:pt x="38881" y="65834"/>
                    <a:pt x="45966" y="58143"/>
                    <a:pt x="45966" y="48004"/>
                  </a:cubicBezTo>
                  <a:cubicBezTo>
                    <a:pt x="45966" y="30523"/>
                    <a:pt x="29316" y="30523"/>
                    <a:pt x="24002" y="30523"/>
                  </a:cubicBezTo>
                  <a:cubicBezTo>
                    <a:pt x="34984" y="13392"/>
                    <a:pt x="58366" y="8847"/>
                    <a:pt x="71120" y="8847"/>
                  </a:cubicBezTo>
                  <a:cubicBezTo>
                    <a:pt x="85645" y="8847"/>
                    <a:pt x="105130" y="16539"/>
                    <a:pt x="105130" y="48004"/>
                  </a:cubicBezTo>
                  <a:cubicBezTo>
                    <a:pt x="105130" y="52199"/>
                    <a:pt x="104421" y="72476"/>
                    <a:pt x="95210" y="87859"/>
                  </a:cubicBezTo>
                  <a:cubicBezTo>
                    <a:pt x="84582" y="104641"/>
                    <a:pt x="72537" y="105689"/>
                    <a:pt x="63680" y="106039"/>
                  </a:cubicBezTo>
                  <a:cubicBezTo>
                    <a:pt x="60846" y="106389"/>
                    <a:pt x="52343" y="107088"/>
                    <a:pt x="49863" y="107088"/>
                  </a:cubicBezTo>
                  <a:cubicBezTo>
                    <a:pt x="47029" y="107438"/>
                    <a:pt x="44549" y="107787"/>
                    <a:pt x="44549" y="111283"/>
                  </a:cubicBezTo>
                  <a:cubicBezTo>
                    <a:pt x="44549" y="115129"/>
                    <a:pt x="47029" y="115129"/>
                    <a:pt x="53052" y="115129"/>
                  </a:cubicBezTo>
                  <a:lnTo>
                    <a:pt x="68640" y="115129"/>
                  </a:lnTo>
                  <a:cubicBezTo>
                    <a:pt x="97690" y="115129"/>
                    <a:pt x="110798" y="138902"/>
                    <a:pt x="110798" y="173164"/>
                  </a:cubicBezTo>
                  <a:cubicBezTo>
                    <a:pt x="110798" y="220711"/>
                    <a:pt x="86353" y="230850"/>
                    <a:pt x="70765" y="230850"/>
                  </a:cubicBezTo>
                  <a:cubicBezTo>
                    <a:pt x="55532" y="230850"/>
                    <a:pt x="28961" y="224906"/>
                    <a:pt x="16562" y="204280"/>
                  </a:cubicBezTo>
                  <a:cubicBezTo>
                    <a:pt x="28961" y="206028"/>
                    <a:pt x="39944" y="198336"/>
                    <a:pt x="39944" y="185051"/>
                  </a:cubicBezTo>
                  <a:cubicBezTo>
                    <a:pt x="39944" y="172465"/>
                    <a:pt x="30379" y="165473"/>
                    <a:pt x="20105" y="165473"/>
                  </a:cubicBezTo>
                  <a:cubicBezTo>
                    <a:pt x="11602" y="165473"/>
                    <a:pt x="265" y="170367"/>
                    <a:pt x="265" y="185750"/>
                  </a:cubicBezTo>
                  <a:cubicBezTo>
                    <a:pt x="265" y="217565"/>
                    <a:pt x="33213" y="240639"/>
                    <a:pt x="71828" y="240639"/>
                  </a:cubicBezTo>
                  <a:cubicBezTo>
                    <a:pt x="115049" y="240639"/>
                    <a:pt x="147288" y="208824"/>
                    <a:pt x="147288" y="173164"/>
                  </a:cubicBezTo>
                  <a:cubicBezTo>
                    <a:pt x="147288" y="144496"/>
                    <a:pt x="124969" y="117227"/>
                    <a:pt x="88125" y="109885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CCD7A6C8-7453-12D9-38BD-44811ECD0600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2187657" y="6266317"/>
              <a:ext cx="37552" cy="37058"/>
            </a:xfrm>
            <a:custGeom>
              <a:avLst/>
              <a:gdLst>
                <a:gd name="connsiteX0" fmla="*/ 37823 w 37552"/>
                <a:gd name="connsiteY0" fmla="*/ 18637 h 37058"/>
                <a:gd name="connsiteX1" fmla="*/ 19047 w 37552"/>
                <a:gd name="connsiteY1" fmla="*/ 107 h 37058"/>
                <a:gd name="connsiteX2" fmla="*/ 270 w 37552"/>
                <a:gd name="connsiteY2" fmla="*/ 18637 h 37058"/>
                <a:gd name="connsiteX3" fmla="*/ 19047 w 37552"/>
                <a:gd name="connsiteY3" fmla="*/ 37166 h 37058"/>
                <a:gd name="connsiteX4" fmla="*/ 37823 w 37552"/>
                <a:gd name="connsiteY4" fmla="*/ 18637 h 3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058">
                  <a:moveTo>
                    <a:pt x="37823" y="18637"/>
                  </a:moveTo>
                  <a:cubicBezTo>
                    <a:pt x="37823" y="8498"/>
                    <a:pt x="29321" y="107"/>
                    <a:pt x="19047" y="107"/>
                  </a:cubicBezTo>
                  <a:cubicBezTo>
                    <a:pt x="8773" y="107"/>
                    <a:pt x="270" y="8498"/>
                    <a:pt x="270" y="18637"/>
                  </a:cubicBezTo>
                  <a:cubicBezTo>
                    <a:pt x="270" y="28775"/>
                    <a:pt x="8773" y="37166"/>
                    <a:pt x="19047" y="37166"/>
                  </a:cubicBezTo>
                  <a:cubicBezTo>
                    <a:pt x="29321" y="37166"/>
                    <a:pt x="37823" y="28775"/>
                    <a:pt x="37823" y="18637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B7214525-1801-4CDD-F76A-1CDA5D14455C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2270478" y="6070535"/>
              <a:ext cx="147022" cy="240531"/>
            </a:xfrm>
            <a:custGeom>
              <a:avLst/>
              <a:gdLst>
                <a:gd name="connsiteX0" fmla="*/ 32158 w 147022"/>
                <a:gd name="connsiteY0" fmla="*/ 118275 h 240531"/>
                <a:gd name="connsiteX1" fmla="*/ 32158 w 147022"/>
                <a:gd name="connsiteY1" fmla="*/ 109885 h 240531"/>
                <a:gd name="connsiteX2" fmla="*/ 94155 w 147022"/>
                <a:gd name="connsiteY2" fmla="*/ 8847 h 240531"/>
                <a:gd name="connsiteX3" fmla="*/ 125331 w 147022"/>
                <a:gd name="connsiteY3" fmla="*/ 22832 h 240531"/>
                <a:gd name="connsiteX4" fmla="*/ 105846 w 147022"/>
                <a:gd name="connsiteY4" fmla="*/ 38564 h 240531"/>
                <a:gd name="connsiteX5" fmla="*/ 122143 w 147022"/>
                <a:gd name="connsiteY5" fmla="*/ 54646 h 240531"/>
                <a:gd name="connsiteX6" fmla="*/ 138439 w 147022"/>
                <a:gd name="connsiteY6" fmla="*/ 37865 h 240531"/>
                <a:gd name="connsiteX7" fmla="*/ 93447 w 147022"/>
                <a:gd name="connsiteY7" fmla="*/ 107 h 240531"/>
                <a:gd name="connsiteX8" fmla="*/ 273 w 147022"/>
                <a:gd name="connsiteY8" fmla="*/ 122471 h 240531"/>
                <a:gd name="connsiteX9" fmla="*/ 74316 w 147022"/>
                <a:gd name="connsiteY9" fmla="*/ 240639 h 240531"/>
                <a:gd name="connsiteX10" fmla="*/ 147296 w 147022"/>
                <a:gd name="connsiteY10" fmla="*/ 161627 h 240531"/>
                <a:gd name="connsiteX11" fmla="*/ 76442 w 147022"/>
                <a:gd name="connsiteY11" fmla="*/ 83664 h 240531"/>
                <a:gd name="connsiteX12" fmla="*/ 32158 w 147022"/>
                <a:gd name="connsiteY12" fmla="*/ 118275 h 240531"/>
                <a:gd name="connsiteX13" fmla="*/ 74316 w 147022"/>
                <a:gd name="connsiteY13" fmla="*/ 230850 h 240531"/>
                <a:gd name="connsiteX14" fmla="*/ 39243 w 147022"/>
                <a:gd name="connsiteY14" fmla="*/ 204629 h 240531"/>
                <a:gd name="connsiteX15" fmla="*/ 32866 w 147022"/>
                <a:gd name="connsiteY15" fmla="*/ 153936 h 240531"/>
                <a:gd name="connsiteX16" fmla="*/ 76087 w 147022"/>
                <a:gd name="connsiteY16" fmla="*/ 91705 h 240531"/>
                <a:gd name="connsiteX17" fmla="*/ 109035 w 147022"/>
                <a:gd name="connsiteY17" fmla="*/ 113381 h 240531"/>
                <a:gd name="connsiteX18" fmla="*/ 115411 w 147022"/>
                <a:gd name="connsiteY18" fmla="*/ 161277 h 240531"/>
                <a:gd name="connsiteX19" fmla="*/ 109389 w 147022"/>
                <a:gd name="connsiteY19" fmla="*/ 208125 h 240531"/>
                <a:gd name="connsiteX20" fmla="*/ 74316 w 147022"/>
                <a:gd name="connsiteY20" fmla="*/ 230850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022" h="240531">
                  <a:moveTo>
                    <a:pt x="32158" y="118275"/>
                  </a:moveTo>
                  <a:lnTo>
                    <a:pt x="32158" y="109885"/>
                  </a:lnTo>
                  <a:cubicBezTo>
                    <a:pt x="32158" y="21433"/>
                    <a:pt x="76087" y="8847"/>
                    <a:pt x="94155" y="8847"/>
                  </a:cubicBezTo>
                  <a:cubicBezTo>
                    <a:pt x="102658" y="8847"/>
                    <a:pt x="117537" y="10945"/>
                    <a:pt x="125331" y="22832"/>
                  </a:cubicBezTo>
                  <a:cubicBezTo>
                    <a:pt x="120017" y="22832"/>
                    <a:pt x="105846" y="22832"/>
                    <a:pt x="105846" y="38564"/>
                  </a:cubicBezTo>
                  <a:cubicBezTo>
                    <a:pt x="105846" y="49402"/>
                    <a:pt x="114349" y="54646"/>
                    <a:pt x="122143" y="54646"/>
                  </a:cubicBezTo>
                  <a:cubicBezTo>
                    <a:pt x="127811" y="54646"/>
                    <a:pt x="138439" y="51500"/>
                    <a:pt x="138439" y="37865"/>
                  </a:cubicBezTo>
                  <a:cubicBezTo>
                    <a:pt x="138439" y="16889"/>
                    <a:pt x="122851" y="107"/>
                    <a:pt x="93447" y="107"/>
                  </a:cubicBezTo>
                  <a:cubicBezTo>
                    <a:pt x="48100" y="107"/>
                    <a:pt x="273" y="45207"/>
                    <a:pt x="273" y="122471"/>
                  </a:cubicBezTo>
                  <a:cubicBezTo>
                    <a:pt x="273" y="215817"/>
                    <a:pt x="41369" y="240639"/>
                    <a:pt x="74316" y="240639"/>
                  </a:cubicBezTo>
                  <a:cubicBezTo>
                    <a:pt x="113640" y="240639"/>
                    <a:pt x="147296" y="207776"/>
                    <a:pt x="147296" y="161627"/>
                  </a:cubicBezTo>
                  <a:cubicBezTo>
                    <a:pt x="147296" y="117227"/>
                    <a:pt x="115766" y="83664"/>
                    <a:pt x="76442" y="83664"/>
                  </a:cubicBezTo>
                  <a:cubicBezTo>
                    <a:pt x="52351" y="83664"/>
                    <a:pt x="39243" y="101494"/>
                    <a:pt x="32158" y="118275"/>
                  </a:cubicBezTo>
                  <a:close/>
                  <a:moveTo>
                    <a:pt x="74316" y="230850"/>
                  </a:moveTo>
                  <a:cubicBezTo>
                    <a:pt x="51997" y="230850"/>
                    <a:pt x="41369" y="209873"/>
                    <a:pt x="39243" y="204629"/>
                  </a:cubicBezTo>
                  <a:cubicBezTo>
                    <a:pt x="32866" y="188197"/>
                    <a:pt x="32866" y="160229"/>
                    <a:pt x="32866" y="153936"/>
                  </a:cubicBezTo>
                  <a:cubicBezTo>
                    <a:pt x="32866" y="126666"/>
                    <a:pt x="44203" y="91705"/>
                    <a:pt x="76087" y="91705"/>
                  </a:cubicBezTo>
                  <a:cubicBezTo>
                    <a:pt x="81756" y="91705"/>
                    <a:pt x="98052" y="91705"/>
                    <a:pt x="109035" y="113381"/>
                  </a:cubicBezTo>
                  <a:cubicBezTo>
                    <a:pt x="115411" y="126316"/>
                    <a:pt x="115411" y="144147"/>
                    <a:pt x="115411" y="161277"/>
                  </a:cubicBezTo>
                  <a:cubicBezTo>
                    <a:pt x="115411" y="178059"/>
                    <a:pt x="115411" y="195539"/>
                    <a:pt x="109389" y="208125"/>
                  </a:cubicBezTo>
                  <a:cubicBezTo>
                    <a:pt x="98761" y="229102"/>
                    <a:pt x="82464" y="230850"/>
                    <a:pt x="74316" y="230850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C04DB6B8-2DA5-763B-1335-3A6FE6935FD5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2450448" y="6070535"/>
              <a:ext cx="141354" cy="232840"/>
            </a:xfrm>
            <a:custGeom>
              <a:avLst/>
              <a:gdLst>
                <a:gd name="connsiteX0" fmla="*/ 27557 w 141354"/>
                <a:gd name="connsiteY0" fmla="*/ 206028 h 232840"/>
                <a:gd name="connsiteX1" fmla="*/ 65110 w 141354"/>
                <a:gd name="connsiteY1" fmla="*/ 170018 h 232840"/>
                <a:gd name="connsiteX2" fmla="*/ 141633 w 141354"/>
                <a:gd name="connsiteY2" fmla="*/ 67932 h 232840"/>
                <a:gd name="connsiteX3" fmla="*/ 66527 w 141354"/>
                <a:gd name="connsiteY3" fmla="*/ 107 h 232840"/>
                <a:gd name="connsiteX4" fmla="*/ 278 w 141354"/>
                <a:gd name="connsiteY4" fmla="*/ 63387 h 232840"/>
                <a:gd name="connsiteX5" fmla="*/ 19055 w 141354"/>
                <a:gd name="connsiteY5" fmla="*/ 82965 h 232840"/>
                <a:gd name="connsiteX6" fmla="*/ 37477 w 141354"/>
                <a:gd name="connsiteY6" fmla="*/ 64435 h 232840"/>
                <a:gd name="connsiteX7" fmla="*/ 18700 w 141354"/>
                <a:gd name="connsiteY7" fmla="*/ 46256 h 232840"/>
                <a:gd name="connsiteX8" fmla="*/ 14095 w 141354"/>
                <a:gd name="connsiteY8" fmla="*/ 46605 h 232840"/>
                <a:gd name="connsiteX9" fmla="*/ 61921 w 141354"/>
                <a:gd name="connsiteY9" fmla="*/ 10945 h 232840"/>
                <a:gd name="connsiteX10" fmla="*/ 109394 w 141354"/>
                <a:gd name="connsiteY10" fmla="*/ 67932 h 232840"/>
                <a:gd name="connsiteX11" fmla="*/ 72195 w 141354"/>
                <a:gd name="connsiteY11" fmla="*/ 145195 h 232840"/>
                <a:gd name="connsiteX12" fmla="*/ 4175 w 141354"/>
                <a:gd name="connsiteY12" fmla="*/ 220012 h 232840"/>
                <a:gd name="connsiteX13" fmla="*/ 278 w 141354"/>
                <a:gd name="connsiteY13" fmla="*/ 232948 h 232840"/>
                <a:gd name="connsiteX14" fmla="*/ 131713 w 141354"/>
                <a:gd name="connsiteY14" fmla="*/ 232948 h 232840"/>
                <a:gd name="connsiteX15" fmla="*/ 141633 w 141354"/>
                <a:gd name="connsiteY15" fmla="*/ 172115 h 232840"/>
                <a:gd name="connsiteX16" fmla="*/ 132776 w 141354"/>
                <a:gd name="connsiteY16" fmla="*/ 172115 h 232840"/>
                <a:gd name="connsiteX17" fmla="*/ 124982 w 141354"/>
                <a:gd name="connsiteY17" fmla="*/ 203231 h 232840"/>
                <a:gd name="connsiteX18" fmla="*/ 91326 w 141354"/>
                <a:gd name="connsiteY18" fmla="*/ 206028 h 232840"/>
                <a:gd name="connsiteX19" fmla="*/ 27557 w 141354"/>
                <a:gd name="connsiteY19" fmla="*/ 206028 h 23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354" h="232840">
                  <a:moveTo>
                    <a:pt x="27557" y="206028"/>
                  </a:moveTo>
                  <a:lnTo>
                    <a:pt x="65110" y="170018"/>
                  </a:lnTo>
                  <a:cubicBezTo>
                    <a:pt x="120376" y="121772"/>
                    <a:pt x="141633" y="102893"/>
                    <a:pt x="141633" y="67932"/>
                  </a:cubicBezTo>
                  <a:cubicBezTo>
                    <a:pt x="141633" y="28076"/>
                    <a:pt x="109748" y="107"/>
                    <a:pt x="66527" y="107"/>
                  </a:cubicBezTo>
                  <a:cubicBezTo>
                    <a:pt x="26494" y="107"/>
                    <a:pt x="278" y="32271"/>
                    <a:pt x="278" y="63387"/>
                  </a:cubicBezTo>
                  <a:cubicBezTo>
                    <a:pt x="278" y="82965"/>
                    <a:pt x="17992" y="82965"/>
                    <a:pt x="19055" y="82965"/>
                  </a:cubicBezTo>
                  <a:cubicBezTo>
                    <a:pt x="25077" y="82965"/>
                    <a:pt x="37477" y="78769"/>
                    <a:pt x="37477" y="64435"/>
                  </a:cubicBezTo>
                  <a:cubicBezTo>
                    <a:pt x="37477" y="55346"/>
                    <a:pt x="31100" y="46256"/>
                    <a:pt x="18700" y="46256"/>
                  </a:cubicBezTo>
                  <a:cubicBezTo>
                    <a:pt x="15866" y="46256"/>
                    <a:pt x="15158" y="46256"/>
                    <a:pt x="14095" y="46605"/>
                  </a:cubicBezTo>
                  <a:cubicBezTo>
                    <a:pt x="22243" y="23881"/>
                    <a:pt x="41374" y="10945"/>
                    <a:pt x="61921" y="10945"/>
                  </a:cubicBezTo>
                  <a:cubicBezTo>
                    <a:pt x="94160" y="10945"/>
                    <a:pt x="109394" y="39264"/>
                    <a:pt x="109394" y="67932"/>
                  </a:cubicBezTo>
                  <a:cubicBezTo>
                    <a:pt x="109394" y="95900"/>
                    <a:pt x="91680" y="123520"/>
                    <a:pt x="72195" y="145195"/>
                  </a:cubicBezTo>
                  <a:lnTo>
                    <a:pt x="4175" y="220012"/>
                  </a:lnTo>
                  <a:cubicBezTo>
                    <a:pt x="278" y="223858"/>
                    <a:pt x="278" y="224557"/>
                    <a:pt x="278" y="232948"/>
                  </a:cubicBezTo>
                  <a:lnTo>
                    <a:pt x="131713" y="232948"/>
                  </a:lnTo>
                  <a:lnTo>
                    <a:pt x="141633" y="172115"/>
                  </a:lnTo>
                  <a:lnTo>
                    <a:pt x="132776" y="172115"/>
                  </a:lnTo>
                  <a:cubicBezTo>
                    <a:pt x="131004" y="182604"/>
                    <a:pt x="128524" y="197987"/>
                    <a:pt x="124982" y="203231"/>
                  </a:cubicBezTo>
                  <a:cubicBezTo>
                    <a:pt x="122502" y="206028"/>
                    <a:pt x="99120" y="206028"/>
                    <a:pt x="91326" y="206028"/>
                  </a:cubicBezTo>
                  <a:lnTo>
                    <a:pt x="27557" y="206028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E7C7EF6A-96D0-51DA-BDB6-BA01CF96905D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3011524" y="6008130"/>
              <a:ext cx="14170" cy="422680"/>
            </a:xfrm>
            <a:custGeom>
              <a:avLst/>
              <a:gdLst>
                <a:gd name="connsiteX0" fmla="*/ 0 w 14170"/>
                <a:gd name="connsiteY0" fmla="*/ 0 h 422680"/>
                <a:gd name="connsiteX1" fmla="*/ 14171 w 14170"/>
                <a:gd name="connsiteY1" fmla="*/ 0 h 422680"/>
                <a:gd name="connsiteX2" fmla="*/ 14171 w 14170"/>
                <a:gd name="connsiteY2" fmla="*/ 422680 h 422680"/>
                <a:gd name="connsiteX3" fmla="*/ 0 w 14170"/>
                <a:gd name="connsiteY3" fmla="*/ 422680 h 42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2680">
                  <a:moveTo>
                    <a:pt x="0" y="0"/>
                  </a:moveTo>
                  <a:lnTo>
                    <a:pt x="14171" y="0"/>
                  </a:lnTo>
                  <a:lnTo>
                    <a:pt x="14171" y="422680"/>
                  </a:lnTo>
                  <a:lnTo>
                    <a:pt x="0" y="422680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1D2EEE2-DC00-E871-540D-DEBC46F9B8B1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3533630" y="6070535"/>
              <a:ext cx="141354" cy="240531"/>
            </a:xfrm>
            <a:custGeom>
              <a:avLst/>
              <a:gdLst>
                <a:gd name="connsiteX0" fmla="*/ 141663 w 141354"/>
                <a:gd name="connsiteY0" fmla="*/ 162676 h 240531"/>
                <a:gd name="connsiteX1" fmla="*/ 74351 w 141354"/>
                <a:gd name="connsiteY1" fmla="*/ 86111 h 240531"/>
                <a:gd name="connsiteX2" fmla="*/ 29359 w 141354"/>
                <a:gd name="connsiteY2" fmla="*/ 103941 h 240531"/>
                <a:gd name="connsiteX3" fmla="*/ 29359 w 141354"/>
                <a:gd name="connsiteY3" fmla="*/ 35767 h 240531"/>
                <a:gd name="connsiteX4" fmla="*/ 59472 w 141354"/>
                <a:gd name="connsiteY4" fmla="*/ 40312 h 240531"/>
                <a:gd name="connsiteX5" fmla="*/ 127846 w 141354"/>
                <a:gd name="connsiteY5" fmla="*/ 3953 h 240531"/>
                <a:gd name="connsiteX6" fmla="*/ 124304 w 141354"/>
                <a:gd name="connsiteY6" fmla="*/ 107 h 240531"/>
                <a:gd name="connsiteX7" fmla="*/ 121470 w 141354"/>
                <a:gd name="connsiteY7" fmla="*/ 1156 h 240531"/>
                <a:gd name="connsiteX8" fmla="*/ 73289 w 141354"/>
                <a:gd name="connsiteY8" fmla="*/ 11295 h 240531"/>
                <a:gd name="connsiteX9" fmla="*/ 26170 w 141354"/>
                <a:gd name="connsiteY9" fmla="*/ 1506 h 240531"/>
                <a:gd name="connsiteX10" fmla="*/ 21919 w 141354"/>
                <a:gd name="connsiteY10" fmla="*/ 457 h 240531"/>
                <a:gd name="connsiteX11" fmla="*/ 18377 w 141354"/>
                <a:gd name="connsiteY11" fmla="*/ 8847 h 240531"/>
                <a:gd name="connsiteX12" fmla="*/ 18377 w 141354"/>
                <a:gd name="connsiteY12" fmla="*/ 112332 h 240531"/>
                <a:gd name="connsiteX13" fmla="*/ 23336 w 141354"/>
                <a:gd name="connsiteY13" fmla="*/ 121422 h 240531"/>
                <a:gd name="connsiteX14" fmla="*/ 27942 w 141354"/>
                <a:gd name="connsiteY14" fmla="*/ 118275 h 240531"/>
                <a:gd name="connsiteX15" fmla="*/ 73643 w 141354"/>
                <a:gd name="connsiteY15" fmla="*/ 93803 h 240531"/>
                <a:gd name="connsiteX16" fmla="*/ 103756 w 141354"/>
                <a:gd name="connsiteY16" fmla="*/ 116178 h 240531"/>
                <a:gd name="connsiteX17" fmla="*/ 110133 w 141354"/>
                <a:gd name="connsiteY17" fmla="*/ 160229 h 240531"/>
                <a:gd name="connsiteX18" fmla="*/ 101630 w 141354"/>
                <a:gd name="connsiteY18" fmla="*/ 208125 h 240531"/>
                <a:gd name="connsiteX19" fmla="*/ 63723 w 141354"/>
                <a:gd name="connsiteY19" fmla="*/ 230850 h 240531"/>
                <a:gd name="connsiteX20" fmla="*/ 11645 w 141354"/>
                <a:gd name="connsiteY20" fmla="*/ 191694 h 240531"/>
                <a:gd name="connsiteX21" fmla="*/ 17668 w 141354"/>
                <a:gd name="connsiteY21" fmla="*/ 192393 h 240531"/>
                <a:gd name="connsiteX22" fmla="*/ 35382 w 141354"/>
                <a:gd name="connsiteY22" fmla="*/ 175262 h 240531"/>
                <a:gd name="connsiteX23" fmla="*/ 17668 w 141354"/>
                <a:gd name="connsiteY23" fmla="*/ 158131 h 240531"/>
                <a:gd name="connsiteX24" fmla="*/ 309 w 141354"/>
                <a:gd name="connsiteY24" fmla="*/ 176660 h 240531"/>
                <a:gd name="connsiteX25" fmla="*/ 64432 w 141354"/>
                <a:gd name="connsiteY25" fmla="*/ 240639 h 240531"/>
                <a:gd name="connsiteX26" fmla="*/ 141663 w 141354"/>
                <a:gd name="connsiteY26" fmla="*/ 162676 h 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0531">
                  <a:moveTo>
                    <a:pt x="141663" y="162676"/>
                  </a:moveTo>
                  <a:cubicBezTo>
                    <a:pt x="141663" y="121072"/>
                    <a:pt x="112613" y="86111"/>
                    <a:pt x="74351" y="86111"/>
                  </a:cubicBezTo>
                  <a:cubicBezTo>
                    <a:pt x="57346" y="86111"/>
                    <a:pt x="42113" y="91705"/>
                    <a:pt x="29359" y="103941"/>
                  </a:cubicBezTo>
                  <a:lnTo>
                    <a:pt x="29359" y="35767"/>
                  </a:lnTo>
                  <a:cubicBezTo>
                    <a:pt x="36444" y="37865"/>
                    <a:pt x="48135" y="40312"/>
                    <a:pt x="59472" y="40312"/>
                  </a:cubicBezTo>
                  <a:cubicBezTo>
                    <a:pt x="103047" y="40312"/>
                    <a:pt x="127846" y="8498"/>
                    <a:pt x="127846" y="3953"/>
                  </a:cubicBezTo>
                  <a:cubicBezTo>
                    <a:pt x="127846" y="1855"/>
                    <a:pt x="126784" y="107"/>
                    <a:pt x="124304" y="107"/>
                  </a:cubicBezTo>
                  <a:cubicBezTo>
                    <a:pt x="123949" y="107"/>
                    <a:pt x="123241" y="107"/>
                    <a:pt x="121470" y="1156"/>
                  </a:cubicBezTo>
                  <a:cubicBezTo>
                    <a:pt x="114384" y="4303"/>
                    <a:pt x="97025" y="11295"/>
                    <a:pt x="73289" y="11295"/>
                  </a:cubicBezTo>
                  <a:cubicBezTo>
                    <a:pt x="59118" y="11295"/>
                    <a:pt x="42821" y="8847"/>
                    <a:pt x="26170" y="1506"/>
                  </a:cubicBezTo>
                  <a:cubicBezTo>
                    <a:pt x="23336" y="457"/>
                    <a:pt x="22628" y="457"/>
                    <a:pt x="21919" y="457"/>
                  </a:cubicBezTo>
                  <a:cubicBezTo>
                    <a:pt x="18377" y="457"/>
                    <a:pt x="18377" y="3254"/>
                    <a:pt x="18377" y="8847"/>
                  </a:cubicBezTo>
                  <a:lnTo>
                    <a:pt x="18377" y="112332"/>
                  </a:lnTo>
                  <a:cubicBezTo>
                    <a:pt x="18377" y="118625"/>
                    <a:pt x="18377" y="121422"/>
                    <a:pt x="23336" y="121422"/>
                  </a:cubicBezTo>
                  <a:cubicBezTo>
                    <a:pt x="25816" y="121422"/>
                    <a:pt x="26525" y="120373"/>
                    <a:pt x="27942" y="118275"/>
                  </a:cubicBezTo>
                  <a:cubicBezTo>
                    <a:pt x="31839" y="112682"/>
                    <a:pt x="44947" y="93803"/>
                    <a:pt x="73643" y="93803"/>
                  </a:cubicBezTo>
                  <a:cubicBezTo>
                    <a:pt x="92065" y="93803"/>
                    <a:pt x="100922" y="109885"/>
                    <a:pt x="103756" y="116178"/>
                  </a:cubicBezTo>
                  <a:cubicBezTo>
                    <a:pt x="109424" y="129113"/>
                    <a:pt x="110133" y="142748"/>
                    <a:pt x="110133" y="160229"/>
                  </a:cubicBezTo>
                  <a:cubicBezTo>
                    <a:pt x="110133" y="172465"/>
                    <a:pt x="110133" y="193442"/>
                    <a:pt x="101630" y="208125"/>
                  </a:cubicBezTo>
                  <a:cubicBezTo>
                    <a:pt x="93128" y="221760"/>
                    <a:pt x="80020" y="230850"/>
                    <a:pt x="63723" y="230850"/>
                  </a:cubicBezTo>
                  <a:cubicBezTo>
                    <a:pt x="37861" y="230850"/>
                    <a:pt x="17668" y="212321"/>
                    <a:pt x="11645" y="191694"/>
                  </a:cubicBezTo>
                  <a:cubicBezTo>
                    <a:pt x="12708" y="192043"/>
                    <a:pt x="13771" y="192393"/>
                    <a:pt x="17668" y="192393"/>
                  </a:cubicBezTo>
                  <a:cubicBezTo>
                    <a:pt x="29359" y="192393"/>
                    <a:pt x="35382" y="183653"/>
                    <a:pt x="35382" y="175262"/>
                  </a:cubicBezTo>
                  <a:cubicBezTo>
                    <a:pt x="35382" y="166871"/>
                    <a:pt x="29359" y="158131"/>
                    <a:pt x="17668" y="158131"/>
                  </a:cubicBezTo>
                  <a:cubicBezTo>
                    <a:pt x="12708" y="158131"/>
                    <a:pt x="309" y="160578"/>
                    <a:pt x="309" y="176660"/>
                  </a:cubicBezTo>
                  <a:cubicBezTo>
                    <a:pt x="309" y="206727"/>
                    <a:pt x="24753" y="240639"/>
                    <a:pt x="64432" y="240639"/>
                  </a:cubicBezTo>
                  <a:cubicBezTo>
                    <a:pt x="105527" y="240639"/>
                    <a:pt x="141663" y="207076"/>
                    <a:pt x="141663" y="162676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79E995C1-0AB8-550F-261C-A13D8963C55C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3723520" y="6266317"/>
              <a:ext cx="37552" cy="37058"/>
            </a:xfrm>
            <a:custGeom>
              <a:avLst/>
              <a:gdLst>
                <a:gd name="connsiteX0" fmla="*/ 37866 w 37552"/>
                <a:gd name="connsiteY0" fmla="*/ 18637 h 37058"/>
                <a:gd name="connsiteX1" fmla="*/ 19090 w 37552"/>
                <a:gd name="connsiteY1" fmla="*/ 107 h 37058"/>
                <a:gd name="connsiteX2" fmla="*/ 314 w 37552"/>
                <a:gd name="connsiteY2" fmla="*/ 18637 h 37058"/>
                <a:gd name="connsiteX3" fmla="*/ 19090 w 37552"/>
                <a:gd name="connsiteY3" fmla="*/ 37166 h 37058"/>
                <a:gd name="connsiteX4" fmla="*/ 37866 w 37552"/>
                <a:gd name="connsiteY4" fmla="*/ 18637 h 3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058">
                  <a:moveTo>
                    <a:pt x="37866" y="18637"/>
                  </a:moveTo>
                  <a:cubicBezTo>
                    <a:pt x="37866" y="8498"/>
                    <a:pt x="29364" y="107"/>
                    <a:pt x="19090" y="107"/>
                  </a:cubicBezTo>
                  <a:cubicBezTo>
                    <a:pt x="8816" y="107"/>
                    <a:pt x="314" y="8498"/>
                    <a:pt x="314" y="18637"/>
                  </a:cubicBezTo>
                  <a:cubicBezTo>
                    <a:pt x="314" y="28775"/>
                    <a:pt x="8816" y="37166"/>
                    <a:pt x="19090" y="37166"/>
                  </a:cubicBezTo>
                  <a:cubicBezTo>
                    <a:pt x="29364" y="37166"/>
                    <a:pt x="37866" y="28775"/>
                    <a:pt x="37866" y="18637"/>
                  </a:cubicBez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698335F-7A59-53FE-495A-ADBB2A612DE9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3809176" y="6070535"/>
              <a:ext cx="141354" cy="232840"/>
            </a:xfrm>
            <a:custGeom>
              <a:avLst/>
              <a:gdLst>
                <a:gd name="connsiteX0" fmla="*/ 27595 w 141354"/>
                <a:gd name="connsiteY0" fmla="*/ 206028 h 232840"/>
                <a:gd name="connsiteX1" fmla="*/ 65148 w 141354"/>
                <a:gd name="connsiteY1" fmla="*/ 170018 h 232840"/>
                <a:gd name="connsiteX2" fmla="*/ 141671 w 141354"/>
                <a:gd name="connsiteY2" fmla="*/ 67932 h 232840"/>
                <a:gd name="connsiteX3" fmla="*/ 66565 w 141354"/>
                <a:gd name="connsiteY3" fmla="*/ 107 h 232840"/>
                <a:gd name="connsiteX4" fmla="*/ 316 w 141354"/>
                <a:gd name="connsiteY4" fmla="*/ 63387 h 232840"/>
                <a:gd name="connsiteX5" fmla="*/ 19093 w 141354"/>
                <a:gd name="connsiteY5" fmla="*/ 82965 h 232840"/>
                <a:gd name="connsiteX6" fmla="*/ 37515 w 141354"/>
                <a:gd name="connsiteY6" fmla="*/ 64435 h 232840"/>
                <a:gd name="connsiteX7" fmla="*/ 18739 w 141354"/>
                <a:gd name="connsiteY7" fmla="*/ 46256 h 232840"/>
                <a:gd name="connsiteX8" fmla="*/ 14133 w 141354"/>
                <a:gd name="connsiteY8" fmla="*/ 46605 h 232840"/>
                <a:gd name="connsiteX9" fmla="*/ 61960 w 141354"/>
                <a:gd name="connsiteY9" fmla="*/ 10945 h 232840"/>
                <a:gd name="connsiteX10" fmla="*/ 109432 w 141354"/>
                <a:gd name="connsiteY10" fmla="*/ 67932 h 232840"/>
                <a:gd name="connsiteX11" fmla="*/ 72234 w 141354"/>
                <a:gd name="connsiteY11" fmla="*/ 145195 h 232840"/>
                <a:gd name="connsiteX12" fmla="*/ 4213 w 141354"/>
                <a:gd name="connsiteY12" fmla="*/ 220012 h 232840"/>
                <a:gd name="connsiteX13" fmla="*/ 316 w 141354"/>
                <a:gd name="connsiteY13" fmla="*/ 232948 h 232840"/>
                <a:gd name="connsiteX14" fmla="*/ 131751 w 141354"/>
                <a:gd name="connsiteY14" fmla="*/ 232948 h 232840"/>
                <a:gd name="connsiteX15" fmla="*/ 141671 w 141354"/>
                <a:gd name="connsiteY15" fmla="*/ 172115 h 232840"/>
                <a:gd name="connsiteX16" fmla="*/ 132814 w 141354"/>
                <a:gd name="connsiteY16" fmla="*/ 172115 h 232840"/>
                <a:gd name="connsiteX17" fmla="*/ 125020 w 141354"/>
                <a:gd name="connsiteY17" fmla="*/ 203231 h 232840"/>
                <a:gd name="connsiteX18" fmla="*/ 91364 w 141354"/>
                <a:gd name="connsiteY18" fmla="*/ 206028 h 232840"/>
                <a:gd name="connsiteX19" fmla="*/ 27595 w 141354"/>
                <a:gd name="connsiteY19" fmla="*/ 206028 h 23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354" h="232840">
                  <a:moveTo>
                    <a:pt x="27595" y="206028"/>
                  </a:moveTo>
                  <a:lnTo>
                    <a:pt x="65148" y="170018"/>
                  </a:lnTo>
                  <a:cubicBezTo>
                    <a:pt x="120414" y="121772"/>
                    <a:pt x="141671" y="102893"/>
                    <a:pt x="141671" y="67932"/>
                  </a:cubicBezTo>
                  <a:cubicBezTo>
                    <a:pt x="141671" y="28076"/>
                    <a:pt x="109786" y="107"/>
                    <a:pt x="66565" y="107"/>
                  </a:cubicBezTo>
                  <a:cubicBezTo>
                    <a:pt x="26532" y="107"/>
                    <a:pt x="316" y="32271"/>
                    <a:pt x="316" y="63387"/>
                  </a:cubicBezTo>
                  <a:cubicBezTo>
                    <a:pt x="316" y="82965"/>
                    <a:pt x="18030" y="82965"/>
                    <a:pt x="19093" y="82965"/>
                  </a:cubicBezTo>
                  <a:cubicBezTo>
                    <a:pt x="25115" y="82965"/>
                    <a:pt x="37515" y="78769"/>
                    <a:pt x="37515" y="64435"/>
                  </a:cubicBezTo>
                  <a:cubicBezTo>
                    <a:pt x="37515" y="55346"/>
                    <a:pt x="31138" y="46256"/>
                    <a:pt x="18739" y="46256"/>
                  </a:cubicBezTo>
                  <a:cubicBezTo>
                    <a:pt x="15904" y="46256"/>
                    <a:pt x="15196" y="46256"/>
                    <a:pt x="14133" y="46605"/>
                  </a:cubicBezTo>
                  <a:cubicBezTo>
                    <a:pt x="22281" y="23881"/>
                    <a:pt x="41412" y="10945"/>
                    <a:pt x="61960" y="10945"/>
                  </a:cubicBezTo>
                  <a:cubicBezTo>
                    <a:pt x="94198" y="10945"/>
                    <a:pt x="109432" y="39264"/>
                    <a:pt x="109432" y="67932"/>
                  </a:cubicBezTo>
                  <a:cubicBezTo>
                    <a:pt x="109432" y="95900"/>
                    <a:pt x="91718" y="123520"/>
                    <a:pt x="72234" y="145195"/>
                  </a:cubicBezTo>
                  <a:lnTo>
                    <a:pt x="4213" y="220012"/>
                  </a:lnTo>
                  <a:cubicBezTo>
                    <a:pt x="316" y="223858"/>
                    <a:pt x="316" y="224557"/>
                    <a:pt x="316" y="232948"/>
                  </a:cubicBezTo>
                  <a:lnTo>
                    <a:pt x="131751" y="232948"/>
                  </a:lnTo>
                  <a:lnTo>
                    <a:pt x="141671" y="172115"/>
                  </a:lnTo>
                  <a:lnTo>
                    <a:pt x="132814" y="172115"/>
                  </a:lnTo>
                  <a:cubicBezTo>
                    <a:pt x="131043" y="182604"/>
                    <a:pt x="128563" y="197987"/>
                    <a:pt x="125020" y="203231"/>
                  </a:cubicBezTo>
                  <a:cubicBezTo>
                    <a:pt x="122540" y="206028"/>
                    <a:pt x="99158" y="206028"/>
                    <a:pt x="91364" y="206028"/>
                  </a:cubicBezTo>
                  <a:lnTo>
                    <a:pt x="27595" y="206028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CB1B1B15-38A1-1B94-A596-E03CA08DE386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4458820" y="6008130"/>
              <a:ext cx="14170" cy="422680"/>
            </a:xfrm>
            <a:custGeom>
              <a:avLst/>
              <a:gdLst>
                <a:gd name="connsiteX0" fmla="*/ 0 w 14170"/>
                <a:gd name="connsiteY0" fmla="*/ 0 h 422680"/>
                <a:gd name="connsiteX1" fmla="*/ 14170 w 14170"/>
                <a:gd name="connsiteY1" fmla="*/ 0 h 422680"/>
                <a:gd name="connsiteX2" fmla="*/ 14170 w 14170"/>
                <a:gd name="connsiteY2" fmla="*/ 422680 h 422680"/>
                <a:gd name="connsiteX3" fmla="*/ 0 w 14170"/>
                <a:gd name="connsiteY3" fmla="*/ 422680 h 42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2680">
                  <a:moveTo>
                    <a:pt x="0" y="0"/>
                  </a:moveTo>
                  <a:lnTo>
                    <a:pt x="14170" y="0"/>
                  </a:lnTo>
                  <a:lnTo>
                    <a:pt x="14170" y="422680"/>
                  </a:lnTo>
                  <a:lnTo>
                    <a:pt x="0" y="422680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2B1F077-D1FE-C875-DAA6-EF332FB90F15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7222340" y="6430811"/>
              <a:ext cx="7250650" cy="13984"/>
            </a:xfrm>
            <a:custGeom>
              <a:avLst/>
              <a:gdLst>
                <a:gd name="connsiteX0" fmla="*/ 0 w 7250650"/>
                <a:gd name="connsiteY0" fmla="*/ 0 h 13984"/>
                <a:gd name="connsiteX1" fmla="*/ 7250651 w 7250650"/>
                <a:gd name="connsiteY1" fmla="*/ 0 h 13984"/>
                <a:gd name="connsiteX2" fmla="*/ 7250651 w 7250650"/>
                <a:gd name="connsiteY2" fmla="*/ 13984 h 13984"/>
                <a:gd name="connsiteX3" fmla="*/ 0 w 7250650"/>
                <a:gd name="connsiteY3" fmla="*/ 13984 h 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0" h="13984">
                  <a:moveTo>
                    <a:pt x="0" y="0"/>
                  </a:moveTo>
                  <a:lnTo>
                    <a:pt x="7250651" y="0"/>
                  </a:lnTo>
                  <a:lnTo>
                    <a:pt x="7250651" y="13984"/>
                  </a:lnTo>
                  <a:lnTo>
                    <a:pt x="0" y="13984"/>
                  </a:lnTo>
                  <a:close/>
                </a:path>
              </a:pathLst>
            </a:custGeom>
            <a:solidFill>
              <a:srgbClr val="FFFFFF"/>
            </a:solidFill>
            <a:ln w="355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45170CEE-4644-55B3-577D-765079F84537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685983" y="4302816"/>
            <a:ext cx="928441" cy="236058"/>
            <a:chOff x="10319510" y="5211459"/>
            <a:chExt cx="928441" cy="236058"/>
          </a:xfrm>
        </p:grpSpPr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D38EC984-B452-E7C1-A124-127A62DDD0AE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0319510" y="5211459"/>
              <a:ext cx="239007" cy="232300"/>
            </a:xfrm>
            <a:custGeom>
              <a:avLst/>
              <a:gdLst>
                <a:gd name="connsiteX0" fmla="*/ 218258 w 239007"/>
                <a:gd name="connsiteY0" fmla="*/ 152105 h 232300"/>
                <a:gd name="connsiteX1" fmla="*/ 219663 w 239007"/>
                <a:gd name="connsiteY1" fmla="*/ 148006 h 232300"/>
                <a:gd name="connsiteX2" fmla="*/ 214396 w 239007"/>
                <a:gd name="connsiteY2" fmla="*/ 144248 h 232300"/>
                <a:gd name="connsiteX3" fmla="*/ 207023 w 239007"/>
                <a:gd name="connsiteY3" fmla="*/ 152447 h 232300"/>
                <a:gd name="connsiteX4" fmla="*/ 118544 w 239007"/>
                <a:gd name="connsiteY4" fmla="*/ 221795 h 232300"/>
                <a:gd name="connsiteX5" fmla="*/ 75708 w 239007"/>
                <a:gd name="connsiteY5" fmla="*/ 221795 h 232300"/>
                <a:gd name="connsiteX6" fmla="*/ 64824 w 239007"/>
                <a:gd name="connsiteY6" fmla="*/ 218379 h 232300"/>
                <a:gd name="connsiteX7" fmla="*/ 66228 w 239007"/>
                <a:gd name="connsiteY7" fmla="*/ 210864 h 232300"/>
                <a:gd name="connsiteX8" fmla="*/ 90455 w 239007"/>
                <a:gd name="connsiteY8" fmla="*/ 116918 h 232300"/>
                <a:gd name="connsiteX9" fmla="*/ 121001 w 239007"/>
                <a:gd name="connsiteY9" fmla="*/ 116918 h 232300"/>
                <a:gd name="connsiteX10" fmla="*/ 147335 w 239007"/>
                <a:gd name="connsiteY10" fmla="*/ 131608 h 232300"/>
                <a:gd name="connsiteX11" fmla="*/ 144175 w 239007"/>
                <a:gd name="connsiteY11" fmla="*/ 149031 h 232300"/>
                <a:gd name="connsiteX12" fmla="*/ 143472 w 239007"/>
                <a:gd name="connsiteY12" fmla="*/ 152788 h 232300"/>
                <a:gd name="connsiteX13" fmla="*/ 149090 w 239007"/>
                <a:gd name="connsiteY13" fmla="*/ 156888 h 232300"/>
                <a:gd name="connsiteX14" fmla="*/ 155410 w 239007"/>
                <a:gd name="connsiteY14" fmla="*/ 150055 h 232300"/>
                <a:gd name="connsiteX15" fmla="*/ 174721 w 239007"/>
                <a:gd name="connsiteY15" fmla="*/ 74899 h 232300"/>
                <a:gd name="connsiteX16" fmla="*/ 175774 w 239007"/>
                <a:gd name="connsiteY16" fmla="*/ 70458 h 232300"/>
                <a:gd name="connsiteX17" fmla="*/ 170157 w 239007"/>
                <a:gd name="connsiteY17" fmla="*/ 66359 h 232300"/>
                <a:gd name="connsiteX18" fmla="*/ 163485 w 239007"/>
                <a:gd name="connsiteY18" fmla="*/ 74558 h 232300"/>
                <a:gd name="connsiteX19" fmla="*/ 121704 w 239007"/>
                <a:gd name="connsiteY19" fmla="*/ 106328 h 232300"/>
                <a:gd name="connsiteX20" fmla="*/ 93264 w 239007"/>
                <a:gd name="connsiteY20" fmla="*/ 106328 h 232300"/>
                <a:gd name="connsiteX21" fmla="*/ 114681 w 239007"/>
                <a:gd name="connsiteY21" fmla="*/ 22290 h 232300"/>
                <a:gd name="connsiteX22" fmla="*/ 131535 w 239007"/>
                <a:gd name="connsiteY22" fmla="*/ 10675 h 232300"/>
                <a:gd name="connsiteX23" fmla="*/ 175423 w 239007"/>
                <a:gd name="connsiteY23" fmla="*/ 10675 h 232300"/>
                <a:gd name="connsiteX24" fmla="*/ 222121 w 239007"/>
                <a:gd name="connsiteY24" fmla="*/ 45178 h 232300"/>
                <a:gd name="connsiteX25" fmla="*/ 220365 w 239007"/>
                <a:gd name="connsiteY25" fmla="*/ 67042 h 232300"/>
                <a:gd name="connsiteX26" fmla="*/ 219663 w 239007"/>
                <a:gd name="connsiteY26" fmla="*/ 72849 h 232300"/>
                <a:gd name="connsiteX27" fmla="*/ 224929 w 239007"/>
                <a:gd name="connsiteY27" fmla="*/ 76949 h 232300"/>
                <a:gd name="connsiteX28" fmla="*/ 230898 w 239007"/>
                <a:gd name="connsiteY28" fmla="*/ 69433 h 232300"/>
                <a:gd name="connsiteX29" fmla="*/ 238974 w 239007"/>
                <a:gd name="connsiteY29" fmla="*/ 8967 h 232300"/>
                <a:gd name="connsiteX30" fmla="*/ 230547 w 239007"/>
                <a:gd name="connsiteY30" fmla="*/ 85 h 232300"/>
                <a:gd name="connsiteX31" fmla="*/ 66580 w 239007"/>
                <a:gd name="connsiteY31" fmla="*/ 85 h 232300"/>
                <a:gd name="connsiteX32" fmla="*/ 57100 w 239007"/>
                <a:gd name="connsiteY32" fmla="*/ 6234 h 232300"/>
                <a:gd name="connsiteX33" fmla="*/ 66580 w 239007"/>
                <a:gd name="connsiteY33" fmla="*/ 10675 h 232300"/>
                <a:gd name="connsiteX34" fmla="*/ 86944 w 239007"/>
                <a:gd name="connsiteY34" fmla="*/ 16482 h 232300"/>
                <a:gd name="connsiteX35" fmla="*/ 85539 w 239007"/>
                <a:gd name="connsiteY35" fmla="*/ 24340 h 232300"/>
                <a:gd name="connsiteX36" fmla="*/ 38491 w 239007"/>
                <a:gd name="connsiteY36" fmla="*/ 207447 h 232300"/>
                <a:gd name="connsiteX37" fmla="*/ 9700 w 239007"/>
                <a:gd name="connsiteY37" fmla="*/ 221795 h 232300"/>
                <a:gd name="connsiteX38" fmla="*/ 220 w 239007"/>
                <a:gd name="connsiteY38" fmla="*/ 228286 h 232300"/>
                <a:gd name="connsiteX39" fmla="*/ 8998 w 239007"/>
                <a:gd name="connsiteY39" fmla="*/ 232386 h 232300"/>
                <a:gd name="connsiteX40" fmla="*/ 177179 w 239007"/>
                <a:gd name="connsiteY40" fmla="*/ 232386 h 232300"/>
                <a:gd name="connsiteX41" fmla="*/ 187010 w 239007"/>
                <a:gd name="connsiteY41" fmla="*/ 226920 h 232300"/>
                <a:gd name="connsiteX42" fmla="*/ 218258 w 239007"/>
                <a:gd name="connsiteY42" fmla="*/ 152105 h 23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39007" h="232300">
                  <a:moveTo>
                    <a:pt x="218258" y="152105"/>
                  </a:moveTo>
                  <a:cubicBezTo>
                    <a:pt x="218610" y="151422"/>
                    <a:pt x="219663" y="148347"/>
                    <a:pt x="219663" y="148006"/>
                  </a:cubicBezTo>
                  <a:cubicBezTo>
                    <a:pt x="219663" y="144248"/>
                    <a:pt x="215450" y="144248"/>
                    <a:pt x="214396" y="144248"/>
                  </a:cubicBezTo>
                  <a:cubicBezTo>
                    <a:pt x="210534" y="144248"/>
                    <a:pt x="210183" y="144589"/>
                    <a:pt x="207023" y="152447"/>
                  </a:cubicBezTo>
                  <a:cubicBezTo>
                    <a:pt x="186659" y="199590"/>
                    <a:pt x="174370" y="221795"/>
                    <a:pt x="118544" y="221795"/>
                  </a:cubicBezTo>
                  <a:lnTo>
                    <a:pt x="75708" y="221795"/>
                  </a:lnTo>
                  <a:cubicBezTo>
                    <a:pt x="64824" y="221795"/>
                    <a:pt x="64824" y="220770"/>
                    <a:pt x="64824" y="218379"/>
                  </a:cubicBezTo>
                  <a:cubicBezTo>
                    <a:pt x="64824" y="216329"/>
                    <a:pt x="65877" y="212913"/>
                    <a:pt x="66228" y="210864"/>
                  </a:cubicBezTo>
                  <a:lnTo>
                    <a:pt x="90455" y="116918"/>
                  </a:lnTo>
                  <a:lnTo>
                    <a:pt x="121001" y="116918"/>
                  </a:lnTo>
                  <a:cubicBezTo>
                    <a:pt x="144877" y="116918"/>
                    <a:pt x="147335" y="122384"/>
                    <a:pt x="147335" y="131608"/>
                  </a:cubicBezTo>
                  <a:cubicBezTo>
                    <a:pt x="147335" y="133999"/>
                    <a:pt x="146983" y="139124"/>
                    <a:pt x="144175" y="149031"/>
                  </a:cubicBezTo>
                  <a:cubicBezTo>
                    <a:pt x="144175" y="149714"/>
                    <a:pt x="143472" y="151763"/>
                    <a:pt x="143472" y="152788"/>
                  </a:cubicBezTo>
                  <a:cubicBezTo>
                    <a:pt x="143472" y="156888"/>
                    <a:pt x="146983" y="156888"/>
                    <a:pt x="149090" y="156888"/>
                  </a:cubicBezTo>
                  <a:cubicBezTo>
                    <a:pt x="152952" y="156888"/>
                    <a:pt x="154006" y="156205"/>
                    <a:pt x="155410" y="150055"/>
                  </a:cubicBezTo>
                  <a:lnTo>
                    <a:pt x="174721" y="74899"/>
                  </a:lnTo>
                  <a:cubicBezTo>
                    <a:pt x="175072" y="73874"/>
                    <a:pt x="175774" y="71141"/>
                    <a:pt x="175774" y="70458"/>
                  </a:cubicBezTo>
                  <a:cubicBezTo>
                    <a:pt x="175774" y="66359"/>
                    <a:pt x="171561" y="66359"/>
                    <a:pt x="170157" y="66359"/>
                  </a:cubicBezTo>
                  <a:cubicBezTo>
                    <a:pt x="165592" y="66359"/>
                    <a:pt x="165592" y="67384"/>
                    <a:pt x="163485" y="74558"/>
                  </a:cubicBezTo>
                  <a:cubicBezTo>
                    <a:pt x="156814" y="98813"/>
                    <a:pt x="150143" y="106328"/>
                    <a:pt x="121704" y="106328"/>
                  </a:cubicBezTo>
                  <a:lnTo>
                    <a:pt x="93264" y="106328"/>
                  </a:lnTo>
                  <a:lnTo>
                    <a:pt x="114681" y="22290"/>
                  </a:lnTo>
                  <a:cubicBezTo>
                    <a:pt x="117490" y="11016"/>
                    <a:pt x="119948" y="10675"/>
                    <a:pt x="131535" y="10675"/>
                  </a:cubicBezTo>
                  <a:lnTo>
                    <a:pt x="175423" y="10675"/>
                  </a:lnTo>
                  <a:cubicBezTo>
                    <a:pt x="213343" y="10675"/>
                    <a:pt x="222121" y="20923"/>
                    <a:pt x="222121" y="45178"/>
                  </a:cubicBezTo>
                  <a:cubicBezTo>
                    <a:pt x="222121" y="54402"/>
                    <a:pt x="221418" y="58843"/>
                    <a:pt x="220365" y="67042"/>
                  </a:cubicBezTo>
                  <a:cubicBezTo>
                    <a:pt x="220014" y="68750"/>
                    <a:pt x="219663" y="71825"/>
                    <a:pt x="219663" y="72849"/>
                  </a:cubicBezTo>
                  <a:cubicBezTo>
                    <a:pt x="219663" y="76949"/>
                    <a:pt x="223525" y="76949"/>
                    <a:pt x="224929" y="76949"/>
                  </a:cubicBezTo>
                  <a:cubicBezTo>
                    <a:pt x="229845" y="76949"/>
                    <a:pt x="230196" y="75582"/>
                    <a:pt x="230898" y="69433"/>
                  </a:cubicBezTo>
                  <a:lnTo>
                    <a:pt x="238974" y="8967"/>
                  </a:lnTo>
                  <a:cubicBezTo>
                    <a:pt x="240027" y="85"/>
                    <a:pt x="237920" y="85"/>
                    <a:pt x="230547" y="85"/>
                  </a:cubicBezTo>
                  <a:lnTo>
                    <a:pt x="66580" y="85"/>
                  </a:lnTo>
                  <a:cubicBezTo>
                    <a:pt x="60611" y="85"/>
                    <a:pt x="57100" y="85"/>
                    <a:pt x="57100" y="6234"/>
                  </a:cubicBezTo>
                  <a:cubicBezTo>
                    <a:pt x="57100" y="10675"/>
                    <a:pt x="59557" y="10675"/>
                    <a:pt x="66580" y="10675"/>
                  </a:cubicBezTo>
                  <a:cubicBezTo>
                    <a:pt x="86944" y="10675"/>
                    <a:pt x="86944" y="13408"/>
                    <a:pt x="86944" y="16482"/>
                  </a:cubicBezTo>
                  <a:cubicBezTo>
                    <a:pt x="86944" y="16824"/>
                    <a:pt x="86944" y="19215"/>
                    <a:pt x="85539" y="24340"/>
                  </a:cubicBezTo>
                  <a:lnTo>
                    <a:pt x="38491" y="207447"/>
                  </a:lnTo>
                  <a:cubicBezTo>
                    <a:pt x="35682" y="219062"/>
                    <a:pt x="33575" y="221795"/>
                    <a:pt x="9700" y="221795"/>
                  </a:cubicBezTo>
                  <a:cubicBezTo>
                    <a:pt x="4082" y="221795"/>
                    <a:pt x="220" y="221795"/>
                    <a:pt x="220" y="228286"/>
                  </a:cubicBezTo>
                  <a:cubicBezTo>
                    <a:pt x="220" y="232386"/>
                    <a:pt x="3380" y="232386"/>
                    <a:pt x="8998" y="232386"/>
                  </a:cubicBezTo>
                  <a:lnTo>
                    <a:pt x="177179" y="232386"/>
                  </a:lnTo>
                  <a:cubicBezTo>
                    <a:pt x="184201" y="232386"/>
                    <a:pt x="184552" y="232044"/>
                    <a:pt x="187010" y="226920"/>
                  </a:cubicBezTo>
                  <a:lnTo>
                    <a:pt x="218258" y="152105"/>
                  </a:lnTo>
                  <a:close/>
                </a:path>
              </a:pathLst>
            </a:custGeom>
            <a:solidFill>
              <a:srgbClr val="FFFFFF"/>
            </a:solidFill>
            <a:ln w="350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85B99193-C28B-B759-0B65-A64511BB8A6B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0565050" y="5292764"/>
              <a:ext cx="142549" cy="154753"/>
            </a:xfrm>
            <a:custGeom>
              <a:avLst/>
              <a:gdLst>
                <a:gd name="connsiteX0" fmla="*/ 61671 w 142549"/>
                <a:gd name="connsiteY0" fmla="*/ 52694 h 154753"/>
                <a:gd name="connsiteX1" fmla="*/ 108017 w 142549"/>
                <a:gd name="connsiteY1" fmla="*/ 7600 h 154753"/>
                <a:gd name="connsiteX2" fmla="*/ 126626 w 142549"/>
                <a:gd name="connsiteY2" fmla="*/ 12383 h 154753"/>
                <a:gd name="connsiteX3" fmla="*/ 113284 w 142549"/>
                <a:gd name="connsiteY3" fmla="*/ 28781 h 154753"/>
                <a:gd name="connsiteX4" fmla="*/ 125573 w 142549"/>
                <a:gd name="connsiteY4" fmla="*/ 39712 h 154753"/>
                <a:gd name="connsiteX5" fmla="*/ 142777 w 142549"/>
                <a:gd name="connsiteY5" fmla="*/ 21607 h 154753"/>
                <a:gd name="connsiteX6" fmla="*/ 108368 w 142549"/>
                <a:gd name="connsiteY6" fmla="*/ 85 h 154753"/>
                <a:gd name="connsiteX7" fmla="*/ 65884 w 142549"/>
                <a:gd name="connsiteY7" fmla="*/ 24681 h 154753"/>
                <a:gd name="connsiteX8" fmla="*/ 36742 w 142549"/>
                <a:gd name="connsiteY8" fmla="*/ 85 h 154753"/>
                <a:gd name="connsiteX9" fmla="*/ 11462 w 142549"/>
                <a:gd name="connsiteY9" fmla="*/ 18190 h 154753"/>
                <a:gd name="connsiteX10" fmla="*/ 227 w 142549"/>
                <a:gd name="connsiteY10" fmla="*/ 52694 h 154753"/>
                <a:gd name="connsiteX11" fmla="*/ 5494 w 142549"/>
                <a:gd name="connsiteY11" fmla="*/ 56110 h 154753"/>
                <a:gd name="connsiteX12" fmla="*/ 12165 w 142549"/>
                <a:gd name="connsiteY12" fmla="*/ 48253 h 154753"/>
                <a:gd name="connsiteX13" fmla="*/ 36040 w 142549"/>
                <a:gd name="connsiteY13" fmla="*/ 7600 h 154753"/>
                <a:gd name="connsiteX14" fmla="*/ 45169 w 142549"/>
                <a:gd name="connsiteY14" fmla="*/ 21265 h 154753"/>
                <a:gd name="connsiteX15" fmla="*/ 42711 w 142549"/>
                <a:gd name="connsiteY15" fmla="*/ 38688 h 154753"/>
                <a:gd name="connsiteX16" fmla="*/ 16378 w 142549"/>
                <a:gd name="connsiteY16" fmla="*/ 141173 h 154753"/>
                <a:gd name="connsiteX17" fmla="*/ 15325 w 142549"/>
                <a:gd name="connsiteY17" fmla="*/ 145956 h 154753"/>
                <a:gd name="connsiteX18" fmla="*/ 25156 w 142549"/>
                <a:gd name="connsiteY18" fmla="*/ 154838 h 154753"/>
                <a:gd name="connsiteX19" fmla="*/ 38849 w 142549"/>
                <a:gd name="connsiteY19" fmla="*/ 142198 h 154753"/>
                <a:gd name="connsiteX20" fmla="*/ 61671 w 142549"/>
                <a:gd name="connsiteY20" fmla="*/ 52694 h 15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549" h="154753">
                  <a:moveTo>
                    <a:pt x="61671" y="52694"/>
                  </a:moveTo>
                  <a:cubicBezTo>
                    <a:pt x="62022" y="51669"/>
                    <a:pt x="77822" y="7600"/>
                    <a:pt x="108017" y="7600"/>
                  </a:cubicBezTo>
                  <a:cubicBezTo>
                    <a:pt x="109773" y="7600"/>
                    <a:pt x="119604" y="7600"/>
                    <a:pt x="126626" y="12383"/>
                  </a:cubicBezTo>
                  <a:cubicBezTo>
                    <a:pt x="114337" y="16141"/>
                    <a:pt x="113284" y="27073"/>
                    <a:pt x="113284" y="28781"/>
                  </a:cubicBezTo>
                  <a:cubicBezTo>
                    <a:pt x="113284" y="33222"/>
                    <a:pt x="116444" y="39712"/>
                    <a:pt x="125573" y="39712"/>
                  </a:cubicBezTo>
                  <a:cubicBezTo>
                    <a:pt x="131893" y="39712"/>
                    <a:pt x="142777" y="34930"/>
                    <a:pt x="142777" y="21607"/>
                  </a:cubicBezTo>
                  <a:cubicBezTo>
                    <a:pt x="142777" y="3842"/>
                    <a:pt x="119955" y="85"/>
                    <a:pt x="108368" y="85"/>
                  </a:cubicBezTo>
                  <a:cubicBezTo>
                    <a:pt x="84142" y="85"/>
                    <a:pt x="71502" y="17166"/>
                    <a:pt x="65884" y="24681"/>
                  </a:cubicBezTo>
                  <a:cubicBezTo>
                    <a:pt x="62022" y="6575"/>
                    <a:pt x="48329" y="85"/>
                    <a:pt x="36742" y="85"/>
                  </a:cubicBezTo>
                  <a:cubicBezTo>
                    <a:pt x="24102" y="85"/>
                    <a:pt x="17080" y="7942"/>
                    <a:pt x="11462" y="18190"/>
                  </a:cubicBezTo>
                  <a:cubicBezTo>
                    <a:pt x="4791" y="31855"/>
                    <a:pt x="227" y="52011"/>
                    <a:pt x="227" y="52694"/>
                  </a:cubicBezTo>
                  <a:cubicBezTo>
                    <a:pt x="227" y="56110"/>
                    <a:pt x="3738" y="56110"/>
                    <a:pt x="5494" y="56110"/>
                  </a:cubicBezTo>
                  <a:cubicBezTo>
                    <a:pt x="10058" y="56110"/>
                    <a:pt x="10409" y="55769"/>
                    <a:pt x="12165" y="48253"/>
                  </a:cubicBezTo>
                  <a:cubicBezTo>
                    <a:pt x="18485" y="24340"/>
                    <a:pt x="25156" y="7600"/>
                    <a:pt x="36040" y="7600"/>
                  </a:cubicBezTo>
                  <a:cubicBezTo>
                    <a:pt x="45169" y="7600"/>
                    <a:pt x="45169" y="17507"/>
                    <a:pt x="45169" y="21265"/>
                  </a:cubicBezTo>
                  <a:cubicBezTo>
                    <a:pt x="45169" y="26731"/>
                    <a:pt x="44115" y="33222"/>
                    <a:pt x="42711" y="38688"/>
                  </a:cubicBezTo>
                  <a:lnTo>
                    <a:pt x="16378" y="141173"/>
                  </a:lnTo>
                  <a:cubicBezTo>
                    <a:pt x="15676" y="143223"/>
                    <a:pt x="15325" y="144931"/>
                    <a:pt x="15325" y="145956"/>
                  </a:cubicBezTo>
                  <a:cubicBezTo>
                    <a:pt x="15325" y="149714"/>
                    <a:pt x="18133" y="154838"/>
                    <a:pt x="25156" y="154838"/>
                  </a:cubicBezTo>
                  <a:cubicBezTo>
                    <a:pt x="35689" y="154838"/>
                    <a:pt x="38147" y="144931"/>
                    <a:pt x="38849" y="142198"/>
                  </a:cubicBezTo>
                  <a:lnTo>
                    <a:pt x="61671" y="52694"/>
                  </a:lnTo>
                  <a:close/>
                </a:path>
              </a:pathLst>
            </a:custGeom>
            <a:solidFill>
              <a:srgbClr val="FFFFFF"/>
            </a:solidFill>
            <a:ln w="350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6A81EFF9-A3B5-38E2-262C-09F2D6CCBF61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0713100" y="5292764"/>
              <a:ext cx="142549" cy="154753"/>
            </a:xfrm>
            <a:custGeom>
              <a:avLst/>
              <a:gdLst>
                <a:gd name="connsiteX0" fmla="*/ 61675 w 142549"/>
                <a:gd name="connsiteY0" fmla="*/ 52694 h 154753"/>
                <a:gd name="connsiteX1" fmla="*/ 108021 w 142549"/>
                <a:gd name="connsiteY1" fmla="*/ 7600 h 154753"/>
                <a:gd name="connsiteX2" fmla="*/ 126630 w 142549"/>
                <a:gd name="connsiteY2" fmla="*/ 12383 h 154753"/>
                <a:gd name="connsiteX3" fmla="*/ 113288 w 142549"/>
                <a:gd name="connsiteY3" fmla="*/ 28781 h 154753"/>
                <a:gd name="connsiteX4" fmla="*/ 125577 w 142549"/>
                <a:gd name="connsiteY4" fmla="*/ 39712 h 154753"/>
                <a:gd name="connsiteX5" fmla="*/ 142781 w 142549"/>
                <a:gd name="connsiteY5" fmla="*/ 21607 h 154753"/>
                <a:gd name="connsiteX6" fmla="*/ 108372 w 142549"/>
                <a:gd name="connsiteY6" fmla="*/ 85 h 154753"/>
                <a:gd name="connsiteX7" fmla="*/ 65888 w 142549"/>
                <a:gd name="connsiteY7" fmla="*/ 24681 h 154753"/>
                <a:gd name="connsiteX8" fmla="*/ 36746 w 142549"/>
                <a:gd name="connsiteY8" fmla="*/ 85 h 154753"/>
                <a:gd name="connsiteX9" fmla="*/ 11467 w 142549"/>
                <a:gd name="connsiteY9" fmla="*/ 18190 h 154753"/>
                <a:gd name="connsiteX10" fmla="*/ 231 w 142549"/>
                <a:gd name="connsiteY10" fmla="*/ 52694 h 154753"/>
                <a:gd name="connsiteX11" fmla="*/ 5498 w 142549"/>
                <a:gd name="connsiteY11" fmla="*/ 56110 h 154753"/>
                <a:gd name="connsiteX12" fmla="*/ 12169 w 142549"/>
                <a:gd name="connsiteY12" fmla="*/ 48253 h 154753"/>
                <a:gd name="connsiteX13" fmla="*/ 36044 w 142549"/>
                <a:gd name="connsiteY13" fmla="*/ 7600 h 154753"/>
                <a:gd name="connsiteX14" fmla="*/ 45173 w 142549"/>
                <a:gd name="connsiteY14" fmla="*/ 21265 h 154753"/>
                <a:gd name="connsiteX15" fmla="*/ 42715 w 142549"/>
                <a:gd name="connsiteY15" fmla="*/ 38688 h 154753"/>
                <a:gd name="connsiteX16" fmla="*/ 16382 w 142549"/>
                <a:gd name="connsiteY16" fmla="*/ 141173 h 154753"/>
                <a:gd name="connsiteX17" fmla="*/ 15329 w 142549"/>
                <a:gd name="connsiteY17" fmla="*/ 145956 h 154753"/>
                <a:gd name="connsiteX18" fmla="*/ 25160 w 142549"/>
                <a:gd name="connsiteY18" fmla="*/ 154838 h 154753"/>
                <a:gd name="connsiteX19" fmla="*/ 38853 w 142549"/>
                <a:gd name="connsiteY19" fmla="*/ 142198 h 154753"/>
                <a:gd name="connsiteX20" fmla="*/ 61675 w 142549"/>
                <a:gd name="connsiteY20" fmla="*/ 52694 h 15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549" h="154753">
                  <a:moveTo>
                    <a:pt x="61675" y="52694"/>
                  </a:moveTo>
                  <a:cubicBezTo>
                    <a:pt x="62026" y="51669"/>
                    <a:pt x="77826" y="7600"/>
                    <a:pt x="108021" y="7600"/>
                  </a:cubicBezTo>
                  <a:cubicBezTo>
                    <a:pt x="109777" y="7600"/>
                    <a:pt x="119608" y="7600"/>
                    <a:pt x="126630" y="12383"/>
                  </a:cubicBezTo>
                  <a:cubicBezTo>
                    <a:pt x="114341" y="16141"/>
                    <a:pt x="113288" y="27073"/>
                    <a:pt x="113288" y="28781"/>
                  </a:cubicBezTo>
                  <a:cubicBezTo>
                    <a:pt x="113288" y="33222"/>
                    <a:pt x="116448" y="39712"/>
                    <a:pt x="125577" y="39712"/>
                  </a:cubicBezTo>
                  <a:cubicBezTo>
                    <a:pt x="131897" y="39712"/>
                    <a:pt x="142781" y="34930"/>
                    <a:pt x="142781" y="21607"/>
                  </a:cubicBezTo>
                  <a:cubicBezTo>
                    <a:pt x="142781" y="3842"/>
                    <a:pt x="119959" y="85"/>
                    <a:pt x="108372" y="85"/>
                  </a:cubicBezTo>
                  <a:cubicBezTo>
                    <a:pt x="84146" y="85"/>
                    <a:pt x="71506" y="17166"/>
                    <a:pt x="65888" y="24681"/>
                  </a:cubicBezTo>
                  <a:cubicBezTo>
                    <a:pt x="62026" y="6575"/>
                    <a:pt x="48333" y="85"/>
                    <a:pt x="36746" y="85"/>
                  </a:cubicBezTo>
                  <a:cubicBezTo>
                    <a:pt x="24106" y="85"/>
                    <a:pt x="17084" y="7942"/>
                    <a:pt x="11467" y="18190"/>
                  </a:cubicBezTo>
                  <a:cubicBezTo>
                    <a:pt x="4795" y="31855"/>
                    <a:pt x="231" y="52011"/>
                    <a:pt x="231" y="52694"/>
                  </a:cubicBezTo>
                  <a:cubicBezTo>
                    <a:pt x="231" y="56110"/>
                    <a:pt x="3742" y="56110"/>
                    <a:pt x="5498" y="56110"/>
                  </a:cubicBezTo>
                  <a:cubicBezTo>
                    <a:pt x="10062" y="56110"/>
                    <a:pt x="10413" y="55769"/>
                    <a:pt x="12169" y="48253"/>
                  </a:cubicBezTo>
                  <a:cubicBezTo>
                    <a:pt x="18489" y="24340"/>
                    <a:pt x="25160" y="7600"/>
                    <a:pt x="36044" y="7600"/>
                  </a:cubicBezTo>
                  <a:cubicBezTo>
                    <a:pt x="45173" y="7600"/>
                    <a:pt x="45173" y="17507"/>
                    <a:pt x="45173" y="21265"/>
                  </a:cubicBezTo>
                  <a:cubicBezTo>
                    <a:pt x="45173" y="26731"/>
                    <a:pt x="44120" y="33222"/>
                    <a:pt x="42715" y="38688"/>
                  </a:cubicBezTo>
                  <a:lnTo>
                    <a:pt x="16382" y="141173"/>
                  </a:lnTo>
                  <a:cubicBezTo>
                    <a:pt x="15680" y="143223"/>
                    <a:pt x="15329" y="144931"/>
                    <a:pt x="15329" y="145956"/>
                  </a:cubicBezTo>
                  <a:cubicBezTo>
                    <a:pt x="15329" y="149714"/>
                    <a:pt x="18138" y="154838"/>
                    <a:pt x="25160" y="154838"/>
                  </a:cubicBezTo>
                  <a:cubicBezTo>
                    <a:pt x="35693" y="154838"/>
                    <a:pt x="38151" y="144931"/>
                    <a:pt x="38853" y="142198"/>
                  </a:cubicBezTo>
                  <a:lnTo>
                    <a:pt x="61675" y="52694"/>
                  </a:lnTo>
                  <a:close/>
                </a:path>
              </a:pathLst>
            </a:custGeom>
            <a:solidFill>
              <a:srgbClr val="FFFFFF"/>
            </a:solidFill>
            <a:ln w="350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8607B183-C6EA-6681-6FFE-EBF2AA71FE4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852684" y="5292764"/>
              <a:ext cx="140092" cy="154753"/>
            </a:xfrm>
            <a:custGeom>
              <a:avLst/>
              <a:gdLst>
                <a:gd name="connsiteX0" fmla="*/ 140327 w 140092"/>
                <a:gd name="connsiteY0" fmla="*/ 56110 h 154753"/>
                <a:gd name="connsiteX1" fmla="*/ 89065 w 140092"/>
                <a:gd name="connsiteY1" fmla="*/ 85 h 154753"/>
                <a:gd name="connsiteX2" fmla="*/ 235 w 140092"/>
                <a:gd name="connsiteY2" fmla="*/ 98471 h 154753"/>
                <a:gd name="connsiteX3" fmla="*/ 51497 w 140092"/>
                <a:gd name="connsiteY3" fmla="*/ 154838 h 154753"/>
                <a:gd name="connsiteX4" fmla="*/ 140327 w 140092"/>
                <a:gd name="connsiteY4" fmla="*/ 56110 h 154753"/>
                <a:gd name="connsiteX5" fmla="*/ 51497 w 140092"/>
                <a:gd name="connsiteY5" fmla="*/ 147322 h 154753"/>
                <a:gd name="connsiteX6" fmla="*/ 24812 w 140092"/>
                <a:gd name="connsiteY6" fmla="*/ 112136 h 154753"/>
                <a:gd name="connsiteX7" fmla="*/ 45177 w 140092"/>
                <a:gd name="connsiteY7" fmla="*/ 38688 h 154753"/>
                <a:gd name="connsiteX8" fmla="*/ 88714 w 140092"/>
                <a:gd name="connsiteY8" fmla="*/ 7600 h 154753"/>
                <a:gd name="connsiteX9" fmla="*/ 115749 w 140092"/>
                <a:gd name="connsiteY9" fmla="*/ 42787 h 154753"/>
                <a:gd name="connsiteX10" fmla="*/ 96790 w 140092"/>
                <a:gd name="connsiteY10" fmla="*/ 113161 h 154753"/>
                <a:gd name="connsiteX11" fmla="*/ 51497 w 140092"/>
                <a:gd name="connsiteY11" fmla="*/ 147322 h 15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0092" h="154753">
                  <a:moveTo>
                    <a:pt x="140327" y="56110"/>
                  </a:moveTo>
                  <a:cubicBezTo>
                    <a:pt x="140327" y="23656"/>
                    <a:pt x="119612" y="85"/>
                    <a:pt x="89065" y="85"/>
                  </a:cubicBezTo>
                  <a:cubicBezTo>
                    <a:pt x="45528" y="85"/>
                    <a:pt x="235" y="48595"/>
                    <a:pt x="235" y="98471"/>
                  </a:cubicBezTo>
                  <a:cubicBezTo>
                    <a:pt x="235" y="133658"/>
                    <a:pt x="22355" y="154838"/>
                    <a:pt x="51497" y="154838"/>
                  </a:cubicBezTo>
                  <a:cubicBezTo>
                    <a:pt x="95034" y="154838"/>
                    <a:pt x="140327" y="106328"/>
                    <a:pt x="140327" y="56110"/>
                  </a:cubicBezTo>
                  <a:close/>
                  <a:moveTo>
                    <a:pt x="51497" y="147322"/>
                  </a:moveTo>
                  <a:cubicBezTo>
                    <a:pt x="37803" y="147322"/>
                    <a:pt x="24812" y="136732"/>
                    <a:pt x="24812" y="112136"/>
                  </a:cubicBezTo>
                  <a:cubicBezTo>
                    <a:pt x="24812" y="95055"/>
                    <a:pt x="33941" y="57135"/>
                    <a:pt x="45177" y="38688"/>
                  </a:cubicBezTo>
                  <a:cubicBezTo>
                    <a:pt x="58168" y="17849"/>
                    <a:pt x="75021" y="7600"/>
                    <a:pt x="88714" y="7600"/>
                  </a:cubicBezTo>
                  <a:cubicBezTo>
                    <a:pt x="105918" y="7600"/>
                    <a:pt x="115749" y="22632"/>
                    <a:pt x="115749" y="42787"/>
                  </a:cubicBezTo>
                  <a:cubicBezTo>
                    <a:pt x="115749" y="57477"/>
                    <a:pt x="108025" y="92663"/>
                    <a:pt x="96790" y="113161"/>
                  </a:cubicBezTo>
                  <a:cubicBezTo>
                    <a:pt x="86607" y="131950"/>
                    <a:pt x="68701" y="147322"/>
                    <a:pt x="51497" y="147322"/>
                  </a:cubicBezTo>
                  <a:close/>
                </a:path>
              </a:pathLst>
            </a:custGeom>
            <a:solidFill>
              <a:srgbClr val="FFFFFF"/>
            </a:solidFill>
            <a:ln w="350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BA84CA64-72F4-85B6-FDDE-DCCE23862F2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022658" y="5292764"/>
              <a:ext cx="142549" cy="154753"/>
            </a:xfrm>
            <a:custGeom>
              <a:avLst/>
              <a:gdLst>
                <a:gd name="connsiteX0" fmla="*/ 61684 w 142549"/>
                <a:gd name="connsiteY0" fmla="*/ 52694 h 154753"/>
                <a:gd name="connsiteX1" fmla="*/ 108030 w 142549"/>
                <a:gd name="connsiteY1" fmla="*/ 7600 h 154753"/>
                <a:gd name="connsiteX2" fmla="*/ 126639 w 142549"/>
                <a:gd name="connsiteY2" fmla="*/ 12383 h 154753"/>
                <a:gd name="connsiteX3" fmla="*/ 113297 w 142549"/>
                <a:gd name="connsiteY3" fmla="*/ 28781 h 154753"/>
                <a:gd name="connsiteX4" fmla="*/ 125586 w 142549"/>
                <a:gd name="connsiteY4" fmla="*/ 39712 h 154753"/>
                <a:gd name="connsiteX5" fmla="*/ 142790 w 142549"/>
                <a:gd name="connsiteY5" fmla="*/ 21607 h 154753"/>
                <a:gd name="connsiteX6" fmla="*/ 108381 w 142549"/>
                <a:gd name="connsiteY6" fmla="*/ 85 h 154753"/>
                <a:gd name="connsiteX7" fmla="*/ 65897 w 142549"/>
                <a:gd name="connsiteY7" fmla="*/ 24681 h 154753"/>
                <a:gd name="connsiteX8" fmla="*/ 36755 w 142549"/>
                <a:gd name="connsiteY8" fmla="*/ 85 h 154753"/>
                <a:gd name="connsiteX9" fmla="*/ 11475 w 142549"/>
                <a:gd name="connsiteY9" fmla="*/ 18190 h 154753"/>
                <a:gd name="connsiteX10" fmla="*/ 240 w 142549"/>
                <a:gd name="connsiteY10" fmla="*/ 52694 h 154753"/>
                <a:gd name="connsiteX11" fmla="*/ 5507 w 142549"/>
                <a:gd name="connsiteY11" fmla="*/ 56110 h 154753"/>
                <a:gd name="connsiteX12" fmla="*/ 12178 w 142549"/>
                <a:gd name="connsiteY12" fmla="*/ 48253 h 154753"/>
                <a:gd name="connsiteX13" fmla="*/ 36053 w 142549"/>
                <a:gd name="connsiteY13" fmla="*/ 7600 h 154753"/>
                <a:gd name="connsiteX14" fmla="*/ 45182 w 142549"/>
                <a:gd name="connsiteY14" fmla="*/ 21265 h 154753"/>
                <a:gd name="connsiteX15" fmla="*/ 42724 w 142549"/>
                <a:gd name="connsiteY15" fmla="*/ 38688 h 154753"/>
                <a:gd name="connsiteX16" fmla="*/ 16391 w 142549"/>
                <a:gd name="connsiteY16" fmla="*/ 141173 h 154753"/>
                <a:gd name="connsiteX17" fmla="*/ 15338 w 142549"/>
                <a:gd name="connsiteY17" fmla="*/ 145956 h 154753"/>
                <a:gd name="connsiteX18" fmla="*/ 25169 w 142549"/>
                <a:gd name="connsiteY18" fmla="*/ 154838 h 154753"/>
                <a:gd name="connsiteX19" fmla="*/ 38862 w 142549"/>
                <a:gd name="connsiteY19" fmla="*/ 142198 h 154753"/>
                <a:gd name="connsiteX20" fmla="*/ 61684 w 142549"/>
                <a:gd name="connsiteY20" fmla="*/ 52694 h 15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549" h="154753">
                  <a:moveTo>
                    <a:pt x="61684" y="52694"/>
                  </a:moveTo>
                  <a:cubicBezTo>
                    <a:pt x="62035" y="51669"/>
                    <a:pt x="77835" y="7600"/>
                    <a:pt x="108030" y="7600"/>
                  </a:cubicBezTo>
                  <a:cubicBezTo>
                    <a:pt x="109786" y="7600"/>
                    <a:pt x="119617" y="7600"/>
                    <a:pt x="126639" y="12383"/>
                  </a:cubicBezTo>
                  <a:cubicBezTo>
                    <a:pt x="114350" y="16141"/>
                    <a:pt x="113297" y="27073"/>
                    <a:pt x="113297" y="28781"/>
                  </a:cubicBezTo>
                  <a:cubicBezTo>
                    <a:pt x="113297" y="33222"/>
                    <a:pt x="116457" y="39712"/>
                    <a:pt x="125586" y="39712"/>
                  </a:cubicBezTo>
                  <a:cubicBezTo>
                    <a:pt x="131906" y="39712"/>
                    <a:pt x="142790" y="34930"/>
                    <a:pt x="142790" y="21607"/>
                  </a:cubicBezTo>
                  <a:cubicBezTo>
                    <a:pt x="142790" y="3842"/>
                    <a:pt x="119968" y="85"/>
                    <a:pt x="108381" y="85"/>
                  </a:cubicBezTo>
                  <a:cubicBezTo>
                    <a:pt x="84155" y="85"/>
                    <a:pt x="71515" y="17166"/>
                    <a:pt x="65897" y="24681"/>
                  </a:cubicBezTo>
                  <a:cubicBezTo>
                    <a:pt x="62035" y="6575"/>
                    <a:pt x="48342" y="85"/>
                    <a:pt x="36755" y="85"/>
                  </a:cubicBezTo>
                  <a:cubicBezTo>
                    <a:pt x="24115" y="85"/>
                    <a:pt x="17093" y="7942"/>
                    <a:pt x="11475" y="18190"/>
                  </a:cubicBezTo>
                  <a:cubicBezTo>
                    <a:pt x="4804" y="31855"/>
                    <a:pt x="240" y="52011"/>
                    <a:pt x="240" y="52694"/>
                  </a:cubicBezTo>
                  <a:cubicBezTo>
                    <a:pt x="240" y="56110"/>
                    <a:pt x="3751" y="56110"/>
                    <a:pt x="5507" y="56110"/>
                  </a:cubicBezTo>
                  <a:cubicBezTo>
                    <a:pt x="10071" y="56110"/>
                    <a:pt x="10422" y="55769"/>
                    <a:pt x="12178" y="48253"/>
                  </a:cubicBezTo>
                  <a:cubicBezTo>
                    <a:pt x="18497" y="24340"/>
                    <a:pt x="25169" y="7600"/>
                    <a:pt x="36053" y="7600"/>
                  </a:cubicBezTo>
                  <a:cubicBezTo>
                    <a:pt x="45182" y="7600"/>
                    <a:pt x="45182" y="17507"/>
                    <a:pt x="45182" y="21265"/>
                  </a:cubicBezTo>
                  <a:cubicBezTo>
                    <a:pt x="45182" y="26731"/>
                    <a:pt x="44128" y="33222"/>
                    <a:pt x="42724" y="38688"/>
                  </a:cubicBezTo>
                  <a:lnTo>
                    <a:pt x="16391" y="141173"/>
                  </a:lnTo>
                  <a:cubicBezTo>
                    <a:pt x="15689" y="143223"/>
                    <a:pt x="15338" y="144931"/>
                    <a:pt x="15338" y="145956"/>
                  </a:cubicBezTo>
                  <a:cubicBezTo>
                    <a:pt x="15338" y="149714"/>
                    <a:pt x="18146" y="154838"/>
                    <a:pt x="25169" y="154838"/>
                  </a:cubicBezTo>
                  <a:cubicBezTo>
                    <a:pt x="35702" y="154838"/>
                    <a:pt x="38160" y="144931"/>
                    <a:pt x="38862" y="142198"/>
                  </a:cubicBezTo>
                  <a:lnTo>
                    <a:pt x="61684" y="52694"/>
                  </a:lnTo>
                  <a:close/>
                </a:path>
              </a:pathLst>
            </a:custGeom>
            <a:solidFill>
              <a:srgbClr val="FFFFFF"/>
            </a:solidFill>
            <a:ln w="350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03328EB3-3358-5F8C-C7AD-0A64039FA34E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1181241" y="5296522"/>
              <a:ext cx="66710" cy="147237"/>
            </a:xfrm>
            <a:custGeom>
              <a:avLst/>
              <a:gdLst>
                <a:gd name="connsiteX0" fmla="*/ 38515 w 66710"/>
                <a:gd name="connsiteY0" fmla="*/ 125800 h 147237"/>
                <a:gd name="connsiteX1" fmla="*/ 23066 w 66710"/>
                <a:gd name="connsiteY1" fmla="*/ 111111 h 147237"/>
                <a:gd name="connsiteX2" fmla="*/ 244 w 66710"/>
                <a:gd name="connsiteY2" fmla="*/ 132633 h 147237"/>
                <a:gd name="connsiteX3" fmla="*/ 15693 w 66710"/>
                <a:gd name="connsiteY3" fmla="*/ 147322 h 147237"/>
                <a:gd name="connsiteX4" fmla="*/ 38515 w 66710"/>
                <a:gd name="connsiteY4" fmla="*/ 125800 h 147237"/>
                <a:gd name="connsiteX5" fmla="*/ 66955 w 66710"/>
                <a:gd name="connsiteY5" fmla="*/ 14774 h 147237"/>
                <a:gd name="connsiteX6" fmla="*/ 51506 w 66710"/>
                <a:gd name="connsiteY6" fmla="*/ 85 h 147237"/>
                <a:gd name="connsiteX7" fmla="*/ 28684 w 66710"/>
                <a:gd name="connsiteY7" fmla="*/ 21607 h 147237"/>
                <a:gd name="connsiteX8" fmla="*/ 44133 w 66710"/>
                <a:gd name="connsiteY8" fmla="*/ 36296 h 147237"/>
                <a:gd name="connsiteX9" fmla="*/ 66955 w 66710"/>
                <a:gd name="connsiteY9" fmla="*/ 14774 h 1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710" h="147237">
                  <a:moveTo>
                    <a:pt x="38515" y="125800"/>
                  </a:moveTo>
                  <a:cubicBezTo>
                    <a:pt x="38515" y="118285"/>
                    <a:pt x="32897" y="111111"/>
                    <a:pt x="23066" y="111111"/>
                  </a:cubicBezTo>
                  <a:cubicBezTo>
                    <a:pt x="11831" y="111111"/>
                    <a:pt x="244" y="121359"/>
                    <a:pt x="244" y="132633"/>
                  </a:cubicBezTo>
                  <a:cubicBezTo>
                    <a:pt x="244" y="141515"/>
                    <a:pt x="6564" y="147322"/>
                    <a:pt x="15693" y="147322"/>
                  </a:cubicBezTo>
                  <a:cubicBezTo>
                    <a:pt x="27631" y="147322"/>
                    <a:pt x="38515" y="136049"/>
                    <a:pt x="38515" y="125800"/>
                  </a:cubicBezTo>
                  <a:close/>
                  <a:moveTo>
                    <a:pt x="66955" y="14774"/>
                  </a:moveTo>
                  <a:cubicBezTo>
                    <a:pt x="66955" y="6917"/>
                    <a:pt x="61337" y="85"/>
                    <a:pt x="51506" y="85"/>
                  </a:cubicBezTo>
                  <a:cubicBezTo>
                    <a:pt x="39568" y="85"/>
                    <a:pt x="28684" y="11017"/>
                    <a:pt x="28684" y="21607"/>
                  </a:cubicBezTo>
                  <a:cubicBezTo>
                    <a:pt x="28684" y="29464"/>
                    <a:pt x="34302" y="36296"/>
                    <a:pt x="44133" y="36296"/>
                  </a:cubicBezTo>
                  <a:cubicBezTo>
                    <a:pt x="56070" y="36296"/>
                    <a:pt x="66955" y="25364"/>
                    <a:pt x="66955" y="14774"/>
                  </a:cubicBezTo>
                  <a:close/>
                </a:path>
              </a:pathLst>
            </a:custGeom>
            <a:solidFill>
              <a:srgbClr val="FFFFFF"/>
            </a:solidFill>
            <a:ln w="350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4C536684-9A37-B5F0-A68F-706911255FF9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3239676" y="4503514"/>
            <a:ext cx="5769245" cy="1524570"/>
            <a:chOff x="7940210" y="5179012"/>
            <a:chExt cx="5769245" cy="1524570"/>
          </a:xfrm>
          <a:solidFill>
            <a:schemeClr val="tx1"/>
          </a:solidFill>
        </p:grpSpPr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873F86A8-6C65-4BCA-234D-3286FAE157D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940210" y="5487445"/>
              <a:ext cx="252178" cy="248309"/>
            </a:xfrm>
            <a:custGeom>
              <a:avLst/>
              <a:gdLst>
                <a:gd name="connsiteX0" fmla="*/ 118118 w 252178"/>
                <a:gd name="connsiteY0" fmla="*/ 24393 h 248309"/>
                <a:gd name="connsiteX1" fmla="*/ 128007 w 252178"/>
                <a:gd name="connsiteY1" fmla="*/ 11361 h 248309"/>
                <a:gd name="connsiteX2" fmla="*/ 149552 w 252178"/>
                <a:gd name="connsiteY2" fmla="*/ 11009 h 248309"/>
                <a:gd name="connsiteX3" fmla="*/ 213833 w 252178"/>
                <a:gd name="connsiteY3" fmla="*/ 45878 h 248309"/>
                <a:gd name="connsiteX4" fmla="*/ 194407 w 252178"/>
                <a:gd name="connsiteY4" fmla="*/ 95892 h 248309"/>
                <a:gd name="connsiteX5" fmla="*/ 134718 w 252178"/>
                <a:gd name="connsiteY5" fmla="*/ 116320 h 248309"/>
                <a:gd name="connsiteX6" fmla="*/ 95160 w 252178"/>
                <a:gd name="connsiteY6" fmla="*/ 116320 h 248309"/>
                <a:gd name="connsiteX7" fmla="*/ 118118 w 252178"/>
                <a:gd name="connsiteY7" fmla="*/ 24393 h 248309"/>
                <a:gd name="connsiteX8" fmla="*/ 168977 w 252178"/>
                <a:gd name="connsiteY8" fmla="*/ 120899 h 248309"/>
                <a:gd name="connsiteX9" fmla="*/ 246680 w 252178"/>
                <a:gd name="connsiteY9" fmla="*/ 52922 h 248309"/>
                <a:gd name="connsiteX10" fmla="*/ 168624 w 252178"/>
                <a:gd name="connsiteY10" fmla="*/ 90 h 248309"/>
                <a:gd name="connsiteX11" fmla="*/ 67965 w 252178"/>
                <a:gd name="connsiteY11" fmla="*/ 90 h 248309"/>
                <a:gd name="connsiteX12" fmla="*/ 57722 w 252178"/>
                <a:gd name="connsiteY12" fmla="*/ 7134 h 248309"/>
                <a:gd name="connsiteX13" fmla="*/ 67612 w 252178"/>
                <a:gd name="connsiteY13" fmla="*/ 11009 h 248309"/>
                <a:gd name="connsiteX14" fmla="*/ 81033 w 252178"/>
                <a:gd name="connsiteY14" fmla="*/ 11713 h 248309"/>
                <a:gd name="connsiteX15" fmla="*/ 90569 w 252178"/>
                <a:gd name="connsiteY15" fmla="*/ 17349 h 248309"/>
                <a:gd name="connsiteX16" fmla="*/ 89156 w 252178"/>
                <a:gd name="connsiteY16" fmla="*/ 24041 h 248309"/>
                <a:gd name="connsiteX17" fmla="*/ 41829 w 252178"/>
                <a:gd name="connsiteY17" fmla="*/ 213178 h 248309"/>
                <a:gd name="connsiteX18" fmla="*/ 9688 w 252178"/>
                <a:gd name="connsiteY18" fmla="*/ 229732 h 248309"/>
                <a:gd name="connsiteX19" fmla="*/ 152 w 252178"/>
                <a:gd name="connsiteY19" fmla="*/ 236776 h 248309"/>
                <a:gd name="connsiteX20" fmla="*/ 5097 w 252178"/>
                <a:gd name="connsiteY20" fmla="*/ 240651 h 248309"/>
                <a:gd name="connsiteX21" fmla="*/ 49599 w 252178"/>
                <a:gd name="connsiteY21" fmla="*/ 239594 h 248309"/>
                <a:gd name="connsiteX22" fmla="*/ 94454 w 252178"/>
                <a:gd name="connsiteY22" fmla="*/ 240651 h 248309"/>
                <a:gd name="connsiteX23" fmla="*/ 101518 w 252178"/>
                <a:gd name="connsiteY23" fmla="*/ 233607 h 248309"/>
                <a:gd name="connsiteX24" fmla="*/ 91628 w 252178"/>
                <a:gd name="connsiteY24" fmla="*/ 229732 h 248309"/>
                <a:gd name="connsiteX25" fmla="*/ 68671 w 252178"/>
                <a:gd name="connsiteY25" fmla="*/ 223392 h 248309"/>
                <a:gd name="connsiteX26" fmla="*/ 69731 w 252178"/>
                <a:gd name="connsiteY26" fmla="*/ 217405 h 248309"/>
                <a:gd name="connsiteX27" fmla="*/ 93041 w 252178"/>
                <a:gd name="connsiteY27" fmla="*/ 124069 h 248309"/>
                <a:gd name="connsiteX28" fmla="*/ 135071 w 252178"/>
                <a:gd name="connsiteY28" fmla="*/ 124069 h 248309"/>
                <a:gd name="connsiteX29" fmla="*/ 173569 w 252178"/>
                <a:gd name="connsiteY29" fmla="*/ 156120 h 248309"/>
                <a:gd name="connsiteX30" fmla="*/ 168624 w 252178"/>
                <a:gd name="connsiteY30" fmla="*/ 180423 h 248309"/>
                <a:gd name="connsiteX31" fmla="*/ 162973 w 252178"/>
                <a:gd name="connsiteY31" fmla="*/ 210361 h 248309"/>
                <a:gd name="connsiteX32" fmla="*/ 209948 w 252178"/>
                <a:gd name="connsiteY32" fmla="*/ 248399 h 248309"/>
                <a:gd name="connsiteX33" fmla="*/ 252331 w 252178"/>
                <a:gd name="connsiteY33" fmla="*/ 207895 h 248309"/>
                <a:gd name="connsiteX34" fmla="*/ 248092 w 252178"/>
                <a:gd name="connsiteY34" fmla="*/ 203669 h 248309"/>
                <a:gd name="connsiteX35" fmla="*/ 243501 w 252178"/>
                <a:gd name="connsiteY35" fmla="*/ 208600 h 248309"/>
                <a:gd name="connsiteX36" fmla="*/ 211360 w 252178"/>
                <a:gd name="connsiteY36" fmla="*/ 240651 h 248309"/>
                <a:gd name="connsiteX37" fmla="*/ 197233 w 252178"/>
                <a:gd name="connsiteY37" fmla="*/ 219166 h 248309"/>
                <a:gd name="connsiteX38" fmla="*/ 200765 w 252178"/>
                <a:gd name="connsiteY38" fmla="*/ 179014 h 248309"/>
                <a:gd name="connsiteX39" fmla="*/ 202177 w 252178"/>
                <a:gd name="connsiteY39" fmla="*/ 162460 h 248309"/>
                <a:gd name="connsiteX40" fmla="*/ 168977 w 252178"/>
                <a:gd name="connsiteY40" fmla="*/ 120899 h 24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52178" h="248309">
                  <a:moveTo>
                    <a:pt x="118118" y="24393"/>
                  </a:moveTo>
                  <a:cubicBezTo>
                    <a:pt x="120237" y="15940"/>
                    <a:pt x="121297" y="12418"/>
                    <a:pt x="128007" y="11361"/>
                  </a:cubicBezTo>
                  <a:cubicBezTo>
                    <a:pt x="131186" y="11009"/>
                    <a:pt x="142488" y="11009"/>
                    <a:pt x="149552" y="11009"/>
                  </a:cubicBezTo>
                  <a:cubicBezTo>
                    <a:pt x="174628" y="11009"/>
                    <a:pt x="213833" y="11009"/>
                    <a:pt x="213833" y="45878"/>
                  </a:cubicBezTo>
                  <a:cubicBezTo>
                    <a:pt x="213833" y="57853"/>
                    <a:pt x="208182" y="82156"/>
                    <a:pt x="194407" y="95892"/>
                  </a:cubicBezTo>
                  <a:cubicBezTo>
                    <a:pt x="185224" y="105049"/>
                    <a:pt x="166505" y="116320"/>
                    <a:pt x="134718" y="116320"/>
                  </a:cubicBezTo>
                  <a:lnTo>
                    <a:pt x="95160" y="116320"/>
                  </a:lnTo>
                  <a:lnTo>
                    <a:pt x="118118" y="24393"/>
                  </a:lnTo>
                  <a:close/>
                  <a:moveTo>
                    <a:pt x="168977" y="120899"/>
                  </a:moveTo>
                  <a:cubicBezTo>
                    <a:pt x="204650" y="113150"/>
                    <a:pt x="246680" y="88495"/>
                    <a:pt x="246680" y="52922"/>
                  </a:cubicBezTo>
                  <a:cubicBezTo>
                    <a:pt x="246680" y="22632"/>
                    <a:pt x="214892" y="90"/>
                    <a:pt x="168624" y="90"/>
                  </a:cubicBezTo>
                  <a:lnTo>
                    <a:pt x="67965" y="90"/>
                  </a:lnTo>
                  <a:cubicBezTo>
                    <a:pt x="60901" y="90"/>
                    <a:pt x="57722" y="90"/>
                    <a:pt x="57722" y="7134"/>
                  </a:cubicBezTo>
                  <a:cubicBezTo>
                    <a:pt x="57722" y="11009"/>
                    <a:pt x="60901" y="11009"/>
                    <a:pt x="67612" y="11009"/>
                  </a:cubicBezTo>
                  <a:cubicBezTo>
                    <a:pt x="68318" y="11009"/>
                    <a:pt x="75029" y="11009"/>
                    <a:pt x="81033" y="11713"/>
                  </a:cubicBezTo>
                  <a:cubicBezTo>
                    <a:pt x="87390" y="12418"/>
                    <a:pt x="90569" y="12770"/>
                    <a:pt x="90569" y="17349"/>
                  </a:cubicBezTo>
                  <a:cubicBezTo>
                    <a:pt x="90569" y="18757"/>
                    <a:pt x="90216" y="19814"/>
                    <a:pt x="89156" y="24041"/>
                  </a:cubicBezTo>
                  <a:lnTo>
                    <a:pt x="41829" y="213178"/>
                  </a:lnTo>
                  <a:cubicBezTo>
                    <a:pt x="38297" y="226915"/>
                    <a:pt x="37590" y="229732"/>
                    <a:pt x="9688" y="229732"/>
                  </a:cubicBezTo>
                  <a:cubicBezTo>
                    <a:pt x="3331" y="229732"/>
                    <a:pt x="152" y="229732"/>
                    <a:pt x="152" y="236776"/>
                  </a:cubicBezTo>
                  <a:cubicBezTo>
                    <a:pt x="152" y="240651"/>
                    <a:pt x="4390" y="240651"/>
                    <a:pt x="5097" y="240651"/>
                  </a:cubicBezTo>
                  <a:cubicBezTo>
                    <a:pt x="14986" y="240651"/>
                    <a:pt x="39709" y="239594"/>
                    <a:pt x="49599" y="239594"/>
                  </a:cubicBezTo>
                  <a:cubicBezTo>
                    <a:pt x="59488" y="239594"/>
                    <a:pt x="84565" y="240651"/>
                    <a:pt x="94454" y="240651"/>
                  </a:cubicBezTo>
                  <a:cubicBezTo>
                    <a:pt x="97280" y="240651"/>
                    <a:pt x="101518" y="240651"/>
                    <a:pt x="101518" y="233607"/>
                  </a:cubicBezTo>
                  <a:cubicBezTo>
                    <a:pt x="101518" y="229732"/>
                    <a:pt x="98339" y="229732"/>
                    <a:pt x="91628" y="229732"/>
                  </a:cubicBezTo>
                  <a:cubicBezTo>
                    <a:pt x="78560" y="229732"/>
                    <a:pt x="68671" y="229732"/>
                    <a:pt x="68671" y="223392"/>
                  </a:cubicBezTo>
                  <a:cubicBezTo>
                    <a:pt x="68671" y="221279"/>
                    <a:pt x="69377" y="219518"/>
                    <a:pt x="69731" y="217405"/>
                  </a:cubicBezTo>
                  <a:lnTo>
                    <a:pt x="93041" y="124069"/>
                  </a:lnTo>
                  <a:lnTo>
                    <a:pt x="135071" y="124069"/>
                  </a:lnTo>
                  <a:cubicBezTo>
                    <a:pt x="167211" y="124069"/>
                    <a:pt x="173569" y="143793"/>
                    <a:pt x="173569" y="156120"/>
                  </a:cubicBezTo>
                  <a:cubicBezTo>
                    <a:pt x="173569" y="161403"/>
                    <a:pt x="170743" y="172322"/>
                    <a:pt x="168624" y="180423"/>
                  </a:cubicBezTo>
                  <a:cubicBezTo>
                    <a:pt x="166152" y="190285"/>
                    <a:pt x="162973" y="203316"/>
                    <a:pt x="162973" y="210361"/>
                  </a:cubicBezTo>
                  <a:cubicBezTo>
                    <a:pt x="162973" y="248399"/>
                    <a:pt x="205356" y="248399"/>
                    <a:pt x="209948" y="248399"/>
                  </a:cubicBezTo>
                  <a:cubicBezTo>
                    <a:pt x="239969" y="248399"/>
                    <a:pt x="252331" y="212826"/>
                    <a:pt x="252331" y="207895"/>
                  </a:cubicBezTo>
                  <a:cubicBezTo>
                    <a:pt x="252331" y="203669"/>
                    <a:pt x="248445" y="203669"/>
                    <a:pt x="248092" y="203669"/>
                  </a:cubicBezTo>
                  <a:cubicBezTo>
                    <a:pt x="244914" y="203669"/>
                    <a:pt x="244207" y="206134"/>
                    <a:pt x="243501" y="208600"/>
                  </a:cubicBezTo>
                  <a:cubicBezTo>
                    <a:pt x="234671" y="234663"/>
                    <a:pt x="219484" y="240651"/>
                    <a:pt x="211360" y="240651"/>
                  </a:cubicBezTo>
                  <a:cubicBezTo>
                    <a:pt x="199705" y="240651"/>
                    <a:pt x="197233" y="232902"/>
                    <a:pt x="197233" y="219166"/>
                  </a:cubicBezTo>
                  <a:cubicBezTo>
                    <a:pt x="197233" y="208247"/>
                    <a:pt x="199352" y="190285"/>
                    <a:pt x="200765" y="179014"/>
                  </a:cubicBezTo>
                  <a:cubicBezTo>
                    <a:pt x="201471" y="174083"/>
                    <a:pt x="202177" y="167391"/>
                    <a:pt x="202177" y="162460"/>
                  </a:cubicBezTo>
                  <a:cubicBezTo>
                    <a:pt x="202177" y="135340"/>
                    <a:pt x="178514" y="124421"/>
                    <a:pt x="168977" y="120899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58643995-74CE-CAF3-19E2-659786F0A20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314517" y="5598744"/>
              <a:ext cx="234872" cy="82417"/>
            </a:xfrm>
            <a:custGeom>
              <a:avLst/>
              <a:gdLst>
                <a:gd name="connsiteX0" fmla="*/ 223026 w 234872"/>
                <a:gd name="connsiteY0" fmla="*/ 14179 h 82417"/>
                <a:gd name="connsiteX1" fmla="*/ 235035 w 234872"/>
                <a:gd name="connsiteY1" fmla="*/ 7134 h 82417"/>
                <a:gd name="connsiteX2" fmla="*/ 223379 w 234872"/>
                <a:gd name="connsiteY2" fmla="*/ 90 h 82417"/>
                <a:gd name="connsiteX3" fmla="*/ 11818 w 234872"/>
                <a:gd name="connsiteY3" fmla="*/ 90 h 82417"/>
                <a:gd name="connsiteX4" fmla="*/ 162 w 234872"/>
                <a:gd name="connsiteY4" fmla="*/ 7134 h 82417"/>
                <a:gd name="connsiteX5" fmla="*/ 12171 w 234872"/>
                <a:gd name="connsiteY5" fmla="*/ 14179 h 82417"/>
                <a:gd name="connsiteX6" fmla="*/ 223026 w 234872"/>
                <a:gd name="connsiteY6" fmla="*/ 14179 h 82417"/>
                <a:gd name="connsiteX7" fmla="*/ 223379 w 234872"/>
                <a:gd name="connsiteY7" fmla="*/ 82508 h 82417"/>
                <a:gd name="connsiteX8" fmla="*/ 235035 w 234872"/>
                <a:gd name="connsiteY8" fmla="*/ 75464 h 82417"/>
                <a:gd name="connsiteX9" fmla="*/ 223026 w 234872"/>
                <a:gd name="connsiteY9" fmla="*/ 68419 h 82417"/>
                <a:gd name="connsiteX10" fmla="*/ 12171 w 234872"/>
                <a:gd name="connsiteY10" fmla="*/ 68419 h 82417"/>
                <a:gd name="connsiteX11" fmla="*/ 162 w 234872"/>
                <a:gd name="connsiteY11" fmla="*/ 75464 h 82417"/>
                <a:gd name="connsiteX12" fmla="*/ 11818 w 234872"/>
                <a:gd name="connsiteY12" fmla="*/ 82508 h 82417"/>
                <a:gd name="connsiteX13" fmla="*/ 223379 w 234872"/>
                <a:gd name="connsiteY13" fmla="*/ 82508 h 8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872" h="82417">
                  <a:moveTo>
                    <a:pt x="223026" y="14179"/>
                  </a:moveTo>
                  <a:cubicBezTo>
                    <a:pt x="228324" y="14179"/>
                    <a:pt x="235035" y="14179"/>
                    <a:pt x="235035" y="7134"/>
                  </a:cubicBezTo>
                  <a:cubicBezTo>
                    <a:pt x="235035" y="90"/>
                    <a:pt x="228324" y="90"/>
                    <a:pt x="223379" y="90"/>
                  </a:cubicBezTo>
                  <a:lnTo>
                    <a:pt x="11818" y="90"/>
                  </a:lnTo>
                  <a:cubicBezTo>
                    <a:pt x="6873" y="90"/>
                    <a:pt x="162" y="90"/>
                    <a:pt x="162" y="7134"/>
                  </a:cubicBezTo>
                  <a:cubicBezTo>
                    <a:pt x="162" y="14179"/>
                    <a:pt x="6873" y="14179"/>
                    <a:pt x="12171" y="14179"/>
                  </a:cubicBezTo>
                  <a:lnTo>
                    <a:pt x="223026" y="14179"/>
                  </a:lnTo>
                  <a:close/>
                  <a:moveTo>
                    <a:pt x="223379" y="82508"/>
                  </a:moveTo>
                  <a:cubicBezTo>
                    <a:pt x="228324" y="82508"/>
                    <a:pt x="235035" y="82508"/>
                    <a:pt x="235035" y="75464"/>
                  </a:cubicBezTo>
                  <a:cubicBezTo>
                    <a:pt x="235035" y="68419"/>
                    <a:pt x="228324" y="68419"/>
                    <a:pt x="223026" y="68419"/>
                  </a:cubicBezTo>
                  <a:lnTo>
                    <a:pt x="12171" y="68419"/>
                  </a:lnTo>
                  <a:cubicBezTo>
                    <a:pt x="6873" y="68419"/>
                    <a:pt x="162" y="68419"/>
                    <a:pt x="162" y="75464"/>
                  </a:cubicBezTo>
                  <a:cubicBezTo>
                    <a:pt x="162" y="82508"/>
                    <a:pt x="6873" y="82508"/>
                    <a:pt x="11818" y="82508"/>
                  </a:cubicBezTo>
                  <a:lnTo>
                    <a:pt x="223379" y="82508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D86631F4-1565-CD6A-C322-B5DF6660E16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846956" y="5179012"/>
              <a:ext cx="151059" cy="111193"/>
            </a:xfrm>
            <a:custGeom>
              <a:avLst/>
              <a:gdLst>
                <a:gd name="connsiteX0" fmla="*/ 18720 w 151059"/>
                <a:gd name="connsiteY0" fmla="*/ 93273 h 111193"/>
                <a:gd name="connsiteX1" fmla="*/ 16248 w 151059"/>
                <a:gd name="connsiteY1" fmla="*/ 103381 h 111193"/>
                <a:gd name="connsiteX2" fmla="*/ 24654 w 151059"/>
                <a:gd name="connsiteY2" fmla="*/ 111271 h 111193"/>
                <a:gd name="connsiteX3" fmla="*/ 34296 w 151059"/>
                <a:gd name="connsiteY3" fmla="*/ 105847 h 111193"/>
                <a:gd name="connsiteX4" fmla="*/ 38746 w 151059"/>
                <a:gd name="connsiteY4" fmla="*/ 90561 h 111193"/>
                <a:gd name="connsiteX5" fmla="*/ 44185 w 151059"/>
                <a:gd name="connsiteY5" fmla="*/ 68372 h 111193"/>
                <a:gd name="connsiteX6" fmla="*/ 48388 w 151059"/>
                <a:gd name="connsiteY6" fmla="*/ 51853 h 111193"/>
                <a:gd name="connsiteX7" fmla="*/ 58772 w 151059"/>
                <a:gd name="connsiteY7" fmla="*/ 29664 h 111193"/>
                <a:gd name="connsiteX8" fmla="*/ 95857 w 151059"/>
                <a:gd name="connsiteY8" fmla="*/ 6981 h 111193"/>
                <a:gd name="connsiteX9" fmla="*/ 110444 w 151059"/>
                <a:gd name="connsiteY9" fmla="*/ 24239 h 111193"/>
                <a:gd name="connsiteX10" fmla="*/ 95857 w 151059"/>
                <a:gd name="connsiteY10" fmla="*/ 76754 h 111193"/>
                <a:gd name="connsiteX11" fmla="*/ 92149 w 151059"/>
                <a:gd name="connsiteY11" fmla="*/ 90068 h 111193"/>
                <a:gd name="connsiteX12" fmla="*/ 115636 w 151059"/>
                <a:gd name="connsiteY12" fmla="*/ 111271 h 111193"/>
                <a:gd name="connsiteX13" fmla="*/ 151238 w 151059"/>
                <a:gd name="connsiteY13" fmla="*/ 73549 h 111193"/>
                <a:gd name="connsiteX14" fmla="*/ 147282 w 151059"/>
                <a:gd name="connsiteY14" fmla="*/ 70344 h 111193"/>
                <a:gd name="connsiteX15" fmla="*/ 142584 w 151059"/>
                <a:gd name="connsiteY15" fmla="*/ 74535 h 111193"/>
                <a:gd name="connsiteX16" fmla="*/ 116378 w 151059"/>
                <a:gd name="connsiteY16" fmla="*/ 104368 h 111193"/>
                <a:gd name="connsiteX17" fmla="*/ 110197 w 151059"/>
                <a:gd name="connsiteY17" fmla="*/ 95738 h 111193"/>
                <a:gd name="connsiteX18" fmla="*/ 115883 w 151059"/>
                <a:gd name="connsiteY18" fmla="*/ 75768 h 111193"/>
                <a:gd name="connsiteX19" fmla="*/ 128986 w 151059"/>
                <a:gd name="connsiteY19" fmla="*/ 28184 h 111193"/>
                <a:gd name="connsiteX20" fmla="*/ 96846 w 151059"/>
                <a:gd name="connsiteY20" fmla="*/ 78 h 111193"/>
                <a:gd name="connsiteX21" fmla="*/ 55064 w 151059"/>
                <a:gd name="connsiteY21" fmla="*/ 22514 h 111193"/>
                <a:gd name="connsiteX22" fmla="*/ 28609 w 151059"/>
                <a:gd name="connsiteY22" fmla="*/ 78 h 111193"/>
                <a:gd name="connsiteX23" fmla="*/ 9078 w 151059"/>
                <a:gd name="connsiteY23" fmla="*/ 13391 h 111193"/>
                <a:gd name="connsiteX24" fmla="*/ 178 w 151059"/>
                <a:gd name="connsiteY24" fmla="*/ 37800 h 111193"/>
                <a:gd name="connsiteX25" fmla="*/ 4381 w 151059"/>
                <a:gd name="connsiteY25" fmla="*/ 41005 h 111193"/>
                <a:gd name="connsiteX26" fmla="*/ 9820 w 151059"/>
                <a:gd name="connsiteY26" fmla="*/ 33608 h 111193"/>
                <a:gd name="connsiteX27" fmla="*/ 27868 w 151059"/>
                <a:gd name="connsiteY27" fmla="*/ 6981 h 111193"/>
                <a:gd name="connsiteX28" fmla="*/ 36027 w 151059"/>
                <a:gd name="connsiteY28" fmla="*/ 19062 h 111193"/>
                <a:gd name="connsiteX29" fmla="*/ 32071 w 151059"/>
                <a:gd name="connsiteY29" fmla="*/ 39525 h 111193"/>
                <a:gd name="connsiteX30" fmla="*/ 26632 w 151059"/>
                <a:gd name="connsiteY30" fmla="*/ 61715 h 111193"/>
                <a:gd name="connsiteX31" fmla="*/ 18720 w 151059"/>
                <a:gd name="connsiteY31" fmla="*/ 93273 h 11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1059" h="111193">
                  <a:moveTo>
                    <a:pt x="18720" y="93273"/>
                  </a:moveTo>
                  <a:cubicBezTo>
                    <a:pt x="17731" y="96478"/>
                    <a:pt x="16248" y="102642"/>
                    <a:pt x="16248" y="103381"/>
                  </a:cubicBezTo>
                  <a:cubicBezTo>
                    <a:pt x="16248" y="108806"/>
                    <a:pt x="20698" y="111271"/>
                    <a:pt x="24654" y="111271"/>
                  </a:cubicBezTo>
                  <a:cubicBezTo>
                    <a:pt x="29104" y="111271"/>
                    <a:pt x="33060" y="108066"/>
                    <a:pt x="34296" y="105847"/>
                  </a:cubicBezTo>
                  <a:cubicBezTo>
                    <a:pt x="35532" y="103628"/>
                    <a:pt x="37510" y="95738"/>
                    <a:pt x="38746" y="90561"/>
                  </a:cubicBezTo>
                  <a:cubicBezTo>
                    <a:pt x="39982" y="85877"/>
                    <a:pt x="42702" y="74535"/>
                    <a:pt x="44185" y="68372"/>
                  </a:cubicBezTo>
                  <a:cubicBezTo>
                    <a:pt x="45669" y="62948"/>
                    <a:pt x="47152" y="57523"/>
                    <a:pt x="48388" y="51853"/>
                  </a:cubicBezTo>
                  <a:cubicBezTo>
                    <a:pt x="51108" y="41744"/>
                    <a:pt x="51602" y="39772"/>
                    <a:pt x="58772" y="29664"/>
                  </a:cubicBezTo>
                  <a:cubicBezTo>
                    <a:pt x="65695" y="19802"/>
                    <a:pt x="77315" y="6981"/>
                    <a:pt x="95857" y="6981"/>
                  </a:cubicBezTo>
                  <a:cubicBezTo>
                    <a:pt x="110197" y="6981"/>
                    <a:pt x="110444" y="19555"/>
                    <a:pt x="110444" y="24239"/>
                  </a:cubicBezTo>
                  <a:cubicBezTo>
                    <a:pt x="110444" y="39032"/>
                    <a:pt x="99813" y="66399"/>
                    <a:pt x="95857" y="76754"/>
                  </a:cubicBezTo>
                  <a:cubicBezTo>
                    <a:pt x="93138" y="83658"/>
                    <a:pt x="92149" y="85877"/>
                    <a:pt x="92149" y="90068"/>
                  </a:cubicBezTo>
                  <a:cubicBezTo>
                    <a:pt x="92149" y="103135"/>
                    <a:pt x="103027" y="111271"/>
                    <a:pt x="115636" y="111271"/>
                  </a:cubicBezTo>
                  <a:cubicBezTo>
                    <a:pt x="140359" y="111271"/>
                    <a:pt x="151238" y="77247"/>
                    <a:pt x="151238" y="73549"/>
                  </a:cubicBezTo>
                  <a:cubicBezTo>
                    <a:pt x="151238" y="70344"/>
                    <a:pt x="148024" y="70344"/>
                    <a:pt x="147282" y="70344"/>
                  </a:cubicBezTo>
                  <a:cubicBezTo>
                    <a:pt x="143821" y="70344"/>
                    <a:pt x="143573" y="71823"/>
                    <a:pt x="142584" y="74535"/>
                  </a:cubicBezTo>
                  <a:cubicBezTo>
                    <a:pt x="136898" y="94259"/>
                    <a:pt x="126267" y="104368"/>
                    <a:pt x="116378" y="104368"/>
                  </a:cubicBezTo>
                  <a:cubicBezTo>
                    <a:pt x="111186" y="104368"/>
                    <a:pt x="110197" y="100916"/>
                    <a:pt x="110197" y="95738"/>
                  </a:cubicBezTo>
                  <a:cubicBezTo>
                    <a:pt x="110197" y="90068"/>
                    <a:pt x="111433" y="86863"/>
                    <a:pt x="115883" y="75768"/>
                  </a:cubicBezTo>
                  <a:cubicBezTo>
                    <a:pt x="118850" y="68125"/>
                    <a:pt x="128986" y="41991"/>
                    <a:pt x="128986" y="28184"/>
                  </a:cubicBezTo>
                  <a:cubicBezTo>
                    <a:pt x="128986" y="4269"/>
                    <a:pt x="109949" y="78"/>
                    <a:pt x="96846" y="78"/>
                  </a:cubicBezTo>
                  <a:cubicBezTo>
                    <a:pt x="76326" y="78"/>
                    <a:pt x="62481" y="12652"/>
                    <a:pt x="55064" y="22514"/>
                  </a:cubicBezTo>
                  <a:cubicBezTo>
                    <a:pt x="53333" y="5502"/>
                    <a:pt x="38746" y="78"/>
                    <a:pt x="28609" y="78"/>
                  </a:cubicBezTo>
                  <a:cubicBezTo>
                    <a:pt x="17978" y="78"/>
                    <a:pt x="12292" y="7721"/>
                    <a:pt x="9078" y="13391"/>
                  </a:cubicBezTo>
                  <a:cubicBezTo>
                    <a:pt x="3639" y="22514"/>
                    <a:pt x="178" y="36567"/>
                    <a:pt x="178" y="37800"/>
                  </a:cubicBezTo>
                  <a:cubicBezTo>
                    <a:pt x="178" y="41005"/>
                    <a:pt x="3639" y="41005"/>
                    <a:pt x="4381" y="41005"/>
                  </a:cubicBezTo>
                  <a:cubicBezTo>
                    <a:pt x="7842" y="41005"/>
                    <a:pt x="8089" y="40265"/>
                    <a:pt x="9820" y="33608"/>
                  </a:cubicBezTo>
                  <a:cubicBezTo>
                    <a:pt x="13528" y="19062"/>
                    <a:pt x="18226" y="6981"/>
                    <a:pt x="27868" y="6981"/>
                  </a:cubicBezTo>
                  <a:cubicBezTo>
                    <a:pt x="34296" y="6981"/>
                    <a:pt x="36027" y="12405"/>
                    <a:pt x="36027" y="19062"/>
                  </a:cubicBezTo>
                  <a:cubicBezTo>
                    <a:pt x="36027" y="23746"/>
                    <a:pt x="33801" y="32869"/>
                    <a:pt x="32071" y="39525"/>
                  </a:cubicBezTo>
                  <a:cubicBezTo>
                    <a:pt x="30340" y="46182"/>
                    <a:pt x="27868" y="56291"/>
                    <a:pt x="26632" y="61715"/>
                  </a:cubicBezTo>
                  <a:lnTo>
                    <a:pt x="18720" y="9327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6A188C03-42BC-FAF9-2026-512BE1D7A01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687329" y="5393402"/>
              <a:ext cx="470097" cy="493096"/>
            </a:xfrm>
            <a:custGeom>
              <a:avLst/>
              <a:gdLst>
                <a:gd name="connsiteX0" fmla="*/ 427534 w 470097"/>
                <a:gd name="connsiteY0" fmla="*/ 493177 h 493096"/>
                <a:gd name="connsiteX1" fmla="*/ 470271 w 470097"/>
                <a:gd name="connsiteY1" fmla="*/ 380469 h 493096"/>
                <a:gd name="connsiteX2" fmla="*/ 461441 w 470097"/>
                <a:gd name="connsiteY2" fmla="*/ 380469 h 493096"/>
                <a:gd name="connsiteX3" fmla="*/ 369611 w 470097"/>
                <a:gd name="connsiteY3" fmla="*/ 451616 h 493096"/>
                <a:gd name="connsiteX4" fmla="*/ 259768 w 470097"/>
                <a:gd name="connsiteY4" fmla="*/ 462535 h 493096"/>
                <a:gd name="connsiteX5" fmla="*/ 46794 w 470097"/>
                <a:gd name="connsiteY5" fmla="*/ 462535 h 493096"/>
                <a:gd name="connsiteX6" fmla="*/ 226569 w 470097"/>
                <a:gd name="connsiteY6" fmla="*/ 252264 h 493096"/>
                <a:gd name="connsiteX7" fmla="*/ 229747 w 470097"/>
                <a:gd name="connsiteY7" fmla="*/ 246629 h 493096"/>
                <a:gd name="connsiteX8" fmla="*/ 227275 w 470097"/>
                <a:gd name="connsiteY8" fmla="*/ 241346 h 493096"/>
                <a:gd name="connsiteX9" fmla="*/ 62688 w 470097"/>
                <a:gd name="connsiteY9" fmla="*/ 16987 h 493096"/>
                <a:gd name="connsiteX10" fmla="*/ 256237 w 470097"/>
                <a:gd name="connsiteY10" fmla="*/ 16987 h 493096"/>
                <a:gd name="connsiteX11" fmla="*/ 338883 w 470097"/>
                <a:gd name="connsiteY11" fmla="*/ 22622 h 493096"/>
                <a:gd name="connsiteX12" fmla="*/ 416586 w 470097"/>
                <a:gd name="connsiteY12" fmla="*/ 49038 h 493096"/>
                <a:gd name="connsiteX13" fmla="*/ 461441 w 470097"/>
                <a:gd name="connsiteY13" fmla="*/ 99052 h 493096"/>
                <a:gd name="connsiteX14" fmla="*/ 470271 w 470097"/>
                <a:gd name="connsiteY14" fmla="*/ 99052 h 493096"/>
                <a:gd name="connsiteX15" fmla="*/ 427534 w 470097"/>
                <a:gd name="connsiteY15" fmla="*/ 81 h 493096"/>
                <a:gd name="connsiteX16" fmla="*/ 10062 w 470097"/>
                <a:gd name="connsiteY16" fmla="*/ 81 h 493096"/>
                <a:gd name="connsiteX17" fmla="*/ 526 w 470097"/>
                <a:gd name="connsiteY17" fmla="*/ 2546 h 493096"/>
                <a:gd name="connsiteX18" fmla="*/ 173 w 470097"/>
                <a:gd name="connsiteY18" fmla="*/ 14169 h 493096"/>
                <a:gd name="connsiteX19" fmla="*/ 187011 w 470097"/>
                <a:gd name="connsiteY19" fmla="*/ 269171 h 493096"/>
                <a:gd name="connsiteX20" fmla="*/ 4058 w 470097"/>
                <a:gd name="connsiteY20" fmla="*/ 482963 h 493096"/>
                <a:gd name="connsiteX21" fmla="*/ 526 w 470097"/>
                <a:gd name="connsiteY21" fmla="*/ 489303 h 493096"/>
                <a:gd name="connsiteX22" fmla="*/ 10062 w 470097"/>
                <a:gd name="connsiteY22" fmla="*/ 493177 h 493096"/>
                <a:gd name="connsiteX23" fmla="*/ 427534 w 470097"/>
                <a:gd name="connsiteY23" fmla="*/ 493177 h 493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0097" h="493096">
                  <a:moveTo>
                    <a:pt x="427534" y="493177"/>
                  </a:moveTo>
                  <a:lnTo>
                    <a:pt x="470271" y="380469"/>
                  </a:lnTo>
                  <a:lnTo>
                    <a:pt x="461441" y="380469"/>
                  </a:lnTo>
                  <a:cubicBezTo>
                    <a:pt x="447666" y="417099"/>
                    <a:pt x="410228" y="441050"/>
                    <a:pt x="369611" y="451616"/>
                  </a:cubicBezTo>
                  <a:cubicBezTo>
                    <a:pt x="362194" y="453377"/>
                    <a:pt x="327581" y="462535"/>
                    <a:pt x="259768" y="462535"/>
                  </a:cubicBezTo>
                  <a:lnTo>
                    <a:pt x="46794" y="462535"/>
                  </a:lnTo>
                  <a:lnTo>
                    <a:pt x="226569" y="252264"/>
                  </a:lnTo>
                  <a:cubicBezTo>
                    <a:pt x="229041" y="249447"/>
                    <a:pt x="229747" y="248390"/>
                    <a:pt x="229747" y="246629"/>
                  </a:cubicBezTo>
                  <a:cubicBezTo>
                    <a:pt x="229747" y="245925"/>
                    <a:pt x="229747" y="244868"/>
                    <a:pt x="227275" y="241346"/>
                  </a:cubicBezTo>
                  <a:lnTo>
                    <a:pt x="62688" y="16987"/>
                  </a:lnTo>
                  <a:lnTo>
                    <a:pt x="256237" y="16987"/>
                  </a:lnTo>
                  <a:cubicBezTo>
                    <a:pt x="303564" y="16987"/>
                    <a:pt x="335705" y="21918"/>
                    <a:pt x="338883" y="22622"/>
                  </a:cubicBezTo>
                  <a:cubicBezTo>
                    <a:pt x="357956" y="25440"/>
                    <a:pt x="388683" y="31428"/>
                    <a:pt x="416586" y="49038"/>
                  </a:cubicBezTo>
                  <a:cubicBezTo>
                    <a:pt x="425415" y="54674"/>
                    <a:pt x="449432" y="70523"/>
                    <a:pt x="461441" y="99052"/>
                  </a:cubicBezTo>
                  <a:lnTo>
                    <a:pt x="470271" y="99052"/>
                  </a:lnTo>
                  <a:lnTo>
                    <a:pt x="427534" y="81"/>
                  </a:lnTo>
                  <a:lnTo>
                    <a:pt x="10062" y="81"/>
                  </a:lnTo>
                  <a:cubicBezTo>
                    <a:pt x="1939" y="81"/>
                    <a:pt x="1586" y="433"/>
                    <a:pt x="526" y="2546"/>
                  </a:cubicBezTo>
                  <a:cubicBezTo>
                    <a:pt x="173" y="3603"/>
                    <a:pt x="173" y="10295"/>
                    <a:pt x="173" y="14169"/>
                  </a:cubicBezTo>
                  <a:lnTo>
                    <a:pt x="187011" y="269171"/>
                  </a:lnTo>
                  <a:lnTo>
                    <a:pt x="4058" y="482963"/>
                  </a:lnTo>
                  <a:cubicBezTo>
                    <a:pt x="526" y="487190"/>
                    <a:pt x="526" y="488951"/>
                    <a:pt x="526" y="489303"/>
                  </a:cubicBezTo>
                  <a:cubicBezTo>
                    <a:pt x="526" y="493177"/>
                    <a:pt x="3705" y="493177"/>
                    <a:pt x="10062" y="493177"/>
                  </a:cubicBezTo>
                  <a:lnTo>
                    <a:pt x="427534" y="493177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E25E1AE9-525C-F17E-DE06-D93B18E3C3F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705485" y="5980106"/>
              <a:ext cx="74911" cy="165926"/>
            </a:xfrm>
            <a:custGeom>
              <a:avLst/>
              <a:gdLst>
                <a:gd name="connsiteX0" fmla="*/ 68657 w 74911"/>
                <a:gd name="connsiteY0" fmla="*/ 9471 h 165926"/>
                <a:gd name="connsiteX1" fmla="*/ 58768 w 74911"/>
                <a:gd name="connsiteY1" fmla="*/ 102 h 165926"/>
                <a:gd name="connsiteX2" fmla="*/ 44923 w 74911"/>
                <a:gd name="connsiteY2" fmla="*/ 13662 h 165926"/>
                <a:gd name="connsiteX3" fmla="*/ 54812 w 74911"/>
                <a:gd name="connsiteY3" fmla="*/ 23031 h 165926"/>
                <a:gd name="connsiteX4" fmla="*/ 68657 w 74911"/>
                <a:gd name="connsiteY4" fmla="*/ 9471 h 165926"/>
                <a:gd name="connsiteX5" fmla="*/ 18222 w 74911"/>
                <a:gd name="connsiteY5" fmla="*/ 134717 h 165926"/>
                <a:gd name="connsiteX6" fmla="*/ 15997 w 74911"/>
                <a:gd name="connsiteY6" fmla="*/ 145072 h 165926"/>
                <a:gd name="connsiteX7" fmla="*/ 39484 w 74911"/>
                <a:gd name="connsiteY7" fmla="*/ 166029 h 165926"/>
                <a:gd name="connsiteX8" fmla="*/ 75085 w 74911"/>
                <a:gd name="connsiteY8" fmla="*/ 128307 h 165926"/>
                <a:gd name="connsiteX9" fmla="*/ 71130 w 74911"/>
                <a:gd name="connsiteY9" fmla="*/ 125102 h 165926"/>
                <a:gd name="connsiteX10" fmla="*/ 66432 w 74911"/>
                <a:gd name="connsiteY10" fmla="*/ 129293 h 165926"/>
                <a:gd name="connsiteX11" fmla="*/ 40225 w 74911"/>
                <a:gd name="connsiteY11" fmla="*/ 159126 h 165926"/>
                <a:gd name="connsiteX12" fmla="*/ 34045 w 74911"/>
                <a:gd name="connsiteY12" fmla="*/ 150496 h 165926"/>
                <a:gd name="connsiteX13" fmla="*/ 38000 w 74911"/>
                <a:gd name="connsiteY13" fmla="*/ 134717 h 165926"/>
                <a:gd name="connsiteX14" fmla="*/ 45912 w 74911"/>
                <a:gd name="connsiteY14" fmla="*/ 114993 h 165926"/>
                <a:gd name="connsiteX15" fmla="*/ 58026 w 74911"/>
                <a:gd name="connsiteY15" fmla="*/ 83682 h 165926"/>
                <a:gd name="connsiteX16" fmla="*/ 59510 w 74911"/>
                <a:gd name="connsiteY16" fmla="*/ 75792 h 165926"/>
                <a:gd name="connsiteX17" fmla="*/ 36023 w 74911"/>
                <a:gd name="connsiteY17" fmla="*/ 54836 h 165926"/>
                <a:gd name="connsiteX18" fmla="*/ 174 w 74911"/>
                <a:gd name="connsiteY18" fmla="*/ 92558 h 165926"/>
                <a:gd name="connsiteX19" fmla="*/ 4377 w 74911"/>
                <a:gd name="connsiteY19" fmla="*/ 95763 h 165926"/>
                <a:gd name="connsiteX20" fmla="*/ 8827 w 74911"/>
                <a:gd name="connsiteY20" fmla="*/ 91818 h 165926"/>
                <a:gd name="connsiteX21" fmla="*/ 35281 w 74911"/>
                <a:gd name="connsiteY21" fmla="*/ 61739 h 165926"/>
                <a:gd name="connsiteX22" fmla="*/ 41462 w 74911"/>
                <a:gd name="connsiteY22" fmla="*/ 70368 h 165926"/>
                <a:gd name="connsiteX23" fmla="*/ 33797 w 74911"/>
                <a:gd name="connsiteY23" fmla="*/ 95023 h 165926"/>
                <a:gd name="connsiteX24" fmla="*/ 18222 w 74911"/>
                <a:gd name="connsiteY24" fmla="*/ 134717 h 165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11" h="165926">
                  <a:moveTo>
                    <a:pt x="68657" y="9471"/>
                  </a:moveTo>
                  <a:cubicBezTo>
                    <a:pt x="68657" y="5526"/>
                    <a:pt x="65691" y="102"/>
                    <a:pt x="58768" y="102"/>
                  </a:cubicBezTo>
                  <a:cubicBezTo>
                    <a:pt x="52093" y="102"/>
                    <a:pt x="44923" y="6512"/>
                    <a:pt x="44923" y="13662"/>
                  </a:cubicBezTo>
                  <a:cubicBezTo>
                    <a:pt x="44923" y="17853"/>
                    <a:pt x="48137" y="23031"/>
                    <a:pt x="54812" y="23031"/>
                  </a:cubicBezTo>
                  <a:cubicBezTo>
                    <a:pt x="61982" y="23031"/>
                    <a:pt x="68657" y="16128"/>
                    <a:pt x="68657" y="9471"/>
                  </a:cubicBezTo>
                  <a:close/>
                  <a:moveTo>
                    <a:pt x="18222" y="134717"/>
                  </a:moveTo>
                  <a:cubicBezTo>
                    <a:pt x="17233" y="137922"/>
                    <a:pt x="15997" y="140881"/>
                    <a:pt x="15997" y="145072"/>
                  </a:cubicBezTo>
                  <a:cubicBezTo>
                    <a:pt x="15997" y="156660"/>
                    <a:pt x="25886" y="166029"/>
                    <a:pt x="39484" y="166029"/>
                  </a:cubicBezTo>
                  <a:cubicBezTo>
                    <a:pt x="64207" y="166029"/>
                    <a:pt x="75085" y="132005"/>
                    <a:pt x="75085" y="128307"/>
                  </a:cubicBezTo>
                  <a:cubicBezTo>
                    <a:pt x="75085" y="125102"/>
                    <a:pt x="71871" y="125102"/>
                    <a:pt x="71130" y="125102"/>
                  </a:cubicBezTo>
                  <a:cubicBezTo>
                    <a:pt x="67668" y="125102"/>
                    <a:pt x="67421" y="126581"/>
                    <a:pt x="66432" y="129293"/>
                  </a:cubicBezTo>
                  <a:cubicBezTo>
                    <a:pt x="60746" y="149017"/>
                    <a:pt x="49868" y="159126"/>
                    <a:pt x="40225" y="159126"/>
                  </a:cubicBezTo>
                  <a:cubicBezTo>
                    <a:pt x="35281" y="159126"/>
                    <a:pt x="34045" y="155920"/>
                    <a:pt x="34045" y="150496"/>
                  </a:cubicBezTo>
                  <a:cubicBezTo>
                    <a:pt x="34045" y="144826"/>
                    <a:pt x="35775" y="140141"/>
                    <a:pt x="38000" y="134717"/>
                  </a:cubicBezTo>
                  <a:cubicBezTo>
                    <a:pt x="40473" y="128060"/>
                    <a:pt x="43192" y="121404"/>
                    <a:pt x="45912" y="114993"/>
                  </a:cubicBezTo>
                  <a:cubicBezTo>
                    <a:pt x="48137" y="109076"/>
                    <a:pt x="57037" y="86640"/>
                    <a:pt x="58026" y="83682"/>
                  </a:cubicBezTo>
                  <a:cubicBezTo>
                    <a:pt x="58768" y="81216"/>
                    <a:pt x="59510" y="78258"/>
                    <a:pt x="59510" y="75792"/>
                  </a:cubicBezTo>
                  <a:cubicBezTo>
                    <a:pt x="59510" y="64204"/>
                    <a:pt x="49620" y="54836"/>
                    <a:pt x="36023" y="54836"/>
                  </a:cubicBezTo>
                  <a:cubicBezTo>
                    <a:pt x="11546" y="54836"/>
                    <a:pt x="174" y="88366"/>
                    <a:pt x="174" y="92558"/>
                  </a:cubicBezTo>
                  <a:cubicBezTo>
                    <a:pt x="174" y="95763"/>
                    <a:pt x="3635" y="95763"/>
                    <a:pt x="4377" y="95763"/>
                  </a:cubicBezTo>
                  <a:cubicBezTo>
                    <a:pt x="7838" y="95763"/>
                    <a:pt x="8085" y="94530"/>
                    <a:pt x="8827" y="91818"/>
                  </a:cubicBezTo>
                  <a:cubicBezTo>
                    <a:pt x="15255" y="70615"/>
                    <a:pt x="26133" y="61739"/>
                    <a:pt x="35281" y="61739"/>
                  </a:cubicBezTo>
                  <a:cubicBezTo>
                    <a:pt x="39237" y="61739"/>
                    <a:pt x="41462" y="63711"/>
                    <a:pt x="41462" y="70368"/>
                  </a:cubicBezTo>
                  <a:cubicBezTo>
                    <a:pt x="41462" y="76039"/>
                    <a:pt x="39978" y="79737"/>
                    <a:pt x="33797" y="95023"/>
                  </a:cubicBezTo>
                  <a:lnTo>
                    <a:pt x="18222" y="134717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72C9460A-2501-C543-683D-8204CB48E80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811100" y="6048647"/>
              <a:ext cx="181964" cy="66321"/>
            </a:xfrm>
            <a:custGeom>
              <a:avLst/>
              <a:gdLst>
                <a:gd name="connsiteX0" fmla="*/ 172746 w 181964"/>
                <a:gd name="connsiteY0" fmla="*/ 12183 h 66321"/>
                <a:gd name="connsiteX1" fmla="*/ 182141 w 181964"/>
                <a:gd name="connsiteY1" fmla="*/ 6019 h 66321"/>
                <a:gd name="connsiteX2" fmla="*/ 172993 w 181964"/>
                <a:gd name="connsiteY2" fmla="*/ 102 h 66321"/>
                <a:gd name="connsiteX3" fmla="*/ 9324 w 181964"/>
                <a:gd name="connsiteY3" fmla="*/ 102 h 66321"/>
                <a:gd name="connsiteX4" fmla="*/ 176 w 181964"/>
                <a:gd name="connsiteY4" fmla="*/ 6019 h 66321"/>
                <a:gd name="connsiteX5" fmla="*/ 9571 w 181964"/>
                <a:gd name="connsiteY5" fmla="*/ 12183 h 66321"/>
                <a:gd name="connsiteX6" fmla="*/ 172746 w 181964"/>
                <a:gd name="connsiteY6" fmla="*/ 12183 h 66321"/>
                <a:gd name="connsiteX7" fmla="*/ 172993 w 181964"/>
                <a:gd name="connsiteY7" fmla="*/ 66423 h 66321"/>
                <a:gd name="connsiteX8" fmla="*/ 182141 w 181964"/>
                <a:gd name="connsiteY8" fmla="*/ 60506 h 66321"/>
                <a:gd name="connsiteX9" fmla="*/ 172746 w 181964"/>
                <a:gd name="connsiteY9" fmla="*/ 54343 h 66321"/>
                <a:gd name="connsiteX10" fmla="*/ 9571 w 181964"/>
                <a:gd name="connsiteY10" fmla="*/ 54343 h 66321"/>
                <a:gd name="connsiteX11" fmla="*/ 176 w 181964"/>
                <a:gd name="connsiteY11" fmla="*/ 60506 h 66321"/>
                <a:gd name="connsiteX12" fmla="*/ 9324 w 181964"/>
                <a:gd name="connsiteY12" fmla="*/ 66423 h 66321"/>
                <a:gd name="connsiteX13" fmla="*/ 172993 w 181964"/>
                <a:gd name="connsiteY13" fmla="*/ 66423 h 6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1964" h="66321">
                  <a:moveTo>
                    <a:pt x="172746" y="12183"/>
                  </a:moveTo>
                  <a:cubicBezTo>
                    <a:pt x="176454" y="12183"/>
                    <a:pt x="182141" y="12183"/>
                    <a:pt x="182141" y="6019"/>
                  </a:cubicBezTo>
                  <a:cubicBezTo>
                    <a:pt x="182141" y="102"/>
                    <a:pt x="176207" y="102"/>
                    <a:pt x="172993" y="102"/>
                  </a:cubicBezTo>
                  <a:lnTo>
                    <a:pt x="9324" y="102"/>
                  </a:lnTo>
                  <a:cubicBezTo>
                    <a:pt x="6110" y="102"/>
                    <a:pt x="176" y="102"/>
                    <a:pt x="176" y="6019"/>
                  </a:cubicBezTo>
                  <a:cubicBezTo>
                    <a:pt x="176" y="12183"/>
                    <a:pt x="5863" y="12183"/>
                    <a:pt x="9571" y="12183"/>
                  </a:cubicBezTo>
                  <a:lnTo>
                    <a:pt x="172746" y="12183"/>
                  </a:lnTo>
                  <a:close/>
                  <a:moveTo>
                    <a:pt x="172993" y="66423"/>
                  </a:moveTo>
                  <a:cubicBezTo>
                    <a:pt x="176207" y="66423"/>
                    <a:pt x="182141" y="66423"/>
                    <a:pt x="182141" y="60506"/>
                  </a:cubicBezTo>
                  <a:cubicBezTo>
                    <a:pt x="182141" y="54343"/>
                    <a:pt x="176454" y="54343"/>
                    <a:pt x="172746" y="54343"/>
                  </a:cubicBezTo>
                  <a:lnTo>
                    <a:pt x="9571" y="54343"/>
                  </a:lnTo>
                  <a:cubicBezTo>
                    <a:pt x="5863" y="54343"/>
                    <a:pt x="176" y="54343"/>
                    <a:pt x="176" y="60506"/>
                  </a:cubicBezTo>
                  <a:cubicBezTo>
                    <a:pt x="176" y="66423"/>
                    <a:pt x="6110" y="66423"/>
                    <a:pt x="9324" y="66423"/>
                  </a:cubicBezTo>
                  <a:lnTo>
                    <a:pt x="172993" y="6642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30A7FCF-69A3-63CD-5121-66F0683ED44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037563" y="5979860"/>
              <a:ext cx="89993" cy="163708"/>
            </a:xfrm>
            <a:custGeom>
              <a:avLst/>
              <a:gdLst>
                <a:gd name="connsiteX0" fmla="*/ 56057 w 89993"/>
                <a:gd name="connsiteY0" fmla="*/ 7005 h 163708"/>
                <a:gd name="connsiteX1" fmla="*/ 48640 w 89993"/>
                <a:gd name="connsiteY1" fmla="*/ 102 h 163708"/>
                <a:gd name="connsiteX2" fmla="*/ 183 w 89993"/>
                <a:gd name="connsiteY2" fmla="*/ 15881 h 163708"/>
                <a:gd name="connsiteX3" fmla="*/ 183 w 89993"/>
                <a:gd name="connsiteY3" fmla="*/ 24757 h 163708"/>
                <a:gd name="connsiteX4" fmla="*/ 36031 w 89993"/>
                <a:gd name="connsiteY4" fmla="*/ 17853 h 163708"/>
                <a:gd name="connsiteX5" fmla="*/ 36031 w 89993"/>
                <a:gd name="connsiteY5" fmla="*/ 143593 h 163708"/>
                <a:gd name="connsiteX6" fmla="*/ 11308 w 89993"/>
                <a:gd name="connsiteY6" fmla="*/ 154934 h 163708"/>
                <a:gd name="connsiteX7" fmla="*/ 1913 w 89993"/>
                <a:gd name="connsiteY7" fmla="*/ 154934 h 163708"/>
                <a:gd name="connsiteX8" fmla="*/ 1913 w 89993"/>
                <a:gd name="connsiteY8" fmla="*/ 163810 h 163708"/>
                <a:gd name="connsiteX9" fmla="*/ 45921 w 89993"/>
                <a:gd name="connsiteY9" fmla="*/ 162824 h 163708"/>
                <a:gd name="connsiteX10" fmla="*/ 90176 w 89993"/>
                <a:gd name="connsiteY10" fmla="*/ 163810 h 163708"/>
                <a:gd name="connsiteX11" fmla="*/ 90176 w 89993"/>
                <a:gd name="connsiteY11" fmla="*/ 154934 h 163708"/>
                <a:gd name="connsiteX12" fmla="*/ 80781 w 89993"/>
                <a:gd name="connsiteY12" fmla="*/ 154934 h 163708"/>
                <a:gd name="connsiteX13" fmla="*/ 56057 w 89993"/>
                <a:gd name="connsiteY13" fmla="*/ 143593 h 163708"/>
                <a:gd name="connsiteX14" fmla="*/ 56057 w 89993"/>
                <a:gd name="connsiteY14" fmla="*/ 7005 h 16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9993" h="163708">
                  <a:moveTo>
                    <a:pt x="56057" y="7005"/>
                  </a:moveTo>
                  <a:cubicBezTo>
                    <a:pt x="56057" y="348"/>
                    <a:pt x="55563" y="102"/>
                    <a:pt x="48640" y="102"/>
                  </a:cubicBezTo>
                  <a:cubicBezTo>
                    <a:pt x="32817" y="15634"/>
                    <a:pt x="10319" y="15881"/>
                    <a:pt x="183" y="15881"/>
                  </a:cubicBezTo>
                  <a:lnTo>
                    <a:pt x="183" y="24757"/>
                  </a:lnTo>
                  <a:cubicBezTo>
                    <a:pt x="6116" y="24757"/>
                    <a:pt x="22434" y="24757"/>
                    <a:pt x="36031" y="17853"/>
                  </a:cubicBezTo>
                  <a:lnTo>
                    <a:pt x="36031" y="143593"/>
                  </a:lnTo>
                  <a:cubicBezTo>
                    <a:pt x="36031" y="151729"/>
                    <a:pt x="36031" y="154934"/>
                    <a:pt x="11308" y="154934"/>
                  </a:cubicBezTo>
                  <a:lnTo>
                    <a:pt x="1913" y="154934"/>
                  </a:lnTo>
                  <a:lnTo>
                    <a:pt x="1913" y="163810"/>
                  </a:lnTo>
                  <a:cubicBezTo>
                    <a:pt x="6363" y="163563"/>
                    <a:pt x="36773" y="162824"/>
                    <a:pt x="45921" y="162824"/>
                  </a:cubicBezTo>
                  <a:cubicBezTo>
                    <a:pt x="53585" y="162824"/>
                    <a:pt x="84737" y="163563"/>
                    <a:pt x="90176" y="163810"/>
                  </a:cubicBezTo>
                  <a:lnTo>
                    <a:pt x="90176" y="154934"/>
                  </a:lnTo>
                  <a:lnTo>
                    <a:pt x="80781" y="154934"/>
                  </a:lnTo>
                  <a:cubicBezTo>
                    <a:pt x="56057" y="154934"/>
                    <a:pt x="56057" y="151729"/>
                    <a:pt x="56057" y="143593"/>
                  </a:cubicBezTo>
                  <a:lnTo>
                    <a:pt x="56057" y="7005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23DC5CF6-7E5D-2830-961B-DCF3C6EB9F6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212682" y="5463847"/>
              <a:ext cx="81940" cy="352211"/>
            </a:xfrm>
            <a:custGeom>
              <a:avLst/>
              <a:gdLst>
                <a:gd name="connsiteX0" fmla="*/ 82128 w 81940"/>
                <a:gd name="connsiteY0" fmla="*/ 348780 h 352211"/>
                <a:gd name="connsiteX1" fmla="*/ 76123 w 81940"/>
                <a:gd name="connsiteY1" fmla="*/ 341031 h 352211"/>
                <a:gd name="connsiteX2" fmla="*/ 20672 w 81940"/>
                <a:gd name="connsiteY2" fmla="*/ 176196 h 352211"/>
                <a:gd name="connsiteX3" fmla="*/ 77536 w 81940"/>
                <a:gd name="connsiteY3" fmla="*/ 9600 h 352211"/>
                <a:gd name="connsiteX4" fmla="*/ 82128 w 81940"/>
                <a:gd name="connsiteY4" fmla="*/ 3612 h 352211"/>
                <a:gd name="connsiteX5" fmla="*/ 78596 w 81940"/>
                <a:gd name="connsiteY5" fmla="*/ 90 h 352211"/>
                <a:gd name="connsiteX6" fmla="*/ 22438 w 81940"/>
                <a:gd name="connsiteY6" fmla="*/ 68771 h 352211"/>
                <a:gd name="connsiteX7" fmla="*/ 187 w 81940"/>
                <a:gd name="connsiteY7" fmla="*/ 176196 h 352211"/>
                <a:gd name="connsiteX8" fmla="*/ 23498 w 81940"/>
                <a:gd name="connsiteY8" fmla="*/ 286086 h 352211"/>
                <a:gd name="connsiteX9" fmla="*/ 78596 w 81940"/>
                <a:gd name="connsiteY9" fmla="*/ 352302 h 352211"/>
                <a:gd name="connsiteX10" fmla="*/ 82128 w 81940"/>
                <a:gd name="connsiteY10" fmla="*/ 348780 h 352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940" h="352211">
                  <a:moveTo>
                    <a:pt x="82128" y="348780"/>
                  </a:moveTo>
                  <a:cubicBezTo>
                    <a:pt x="82128" y="347723"/>
                    <a:pt x="82128" y="347019"/>
                    <a:pt x="76123" y="341031"/>
                  </a:cubicBezTo>
                  <a:cubicBezTo>
                    <a:pt x="31974" y="296653"/>
                    <a:pt x="20672" y="230084"/>
                    <a:pt x="20672" y="176196"/>
                  </a:cubicBezTo>
                  <a:cubicBezTo>
                    <a:pt x="20672" y="114911"/>
                    <a:pt x="34094" y="53626"/>
                    <a:pt x="77536" y="9600"/>
                  </a:cubicBezTo>
                  <a:cubicBezTo>
                    <a:pt x="82128" y="5373"/>
                    <a:pt x="82128" y="4669"/>
                    <a:pt x="82128" y="3612"/>
                  </a:cubicBezTo>
                  <a:cubicBezTo>
                    <a:pt x="82128" y="1147"/>
                    <a:pt x="80715" y="90"/>
                    <a:pt x="78596" y="90"/>
                  </a:cubicBezTo>
                  <a:cubicBezTo>
                    <a:pt x="75064" y="90"/>
                    <a:pt x="43277" y="24041"/>
                    <a:pt x="22438" y="68771"/>
                  </a:cubicBezTo>
                  <a:cubicBezTo>
                    <a:pt x="4426" y="107515"/>
                    <a:pt x="187" y="146610"/>
                    <a:pt x="187" y="176196"/>
                  </a:cubicBezTo>
                  <a:cubicBezTo>
                    <a:pt x="187" y="203669"/>
                    <a:pt x="4072" y="246286"/>
                    <a:pt x="23498" y="286086"/>
                  </a:cubicBezTo>
                  <a:cubicBezTo>
                    <a:pt x="44689" y="329408"/>
                    <a:pt x="75064" y="352302"/>
                    <a:pt x="78596" y="352302"/>
                  </a:cubicBezTo>
                  <a:cubicBezTo>
                    <a:pt x="80715" y="352302"/>
                    <a:pt x="82128" y="351245"/>
                    <a:pt x="82128" y="348780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78F8CE3D-14F9-C925-3617-3DD404CF037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325312" y="5572328"/>
              <a:ext cx="162821" cy="227881"/>
            </a:xfrm>
            <a:custGeom>
              <a:avLst/>
              <a:gdLst>
                <a:gd name="connsiteX0" fmla="*/ 161600 w 162821"/>
                <a:gd name="connsiteY0" fmla="*/ 21575 h 227881"/>
                <a:gd name="connsiteX1" fmla="*/ 163012 w 162821"/>
                <a:gd name="connsiteY1" fmla="*/ 13474 h 227881"/>
                <a:gd name="connsiteX2" fmla="*/ 152770 w 162821"/>
                <a:gd name="connsiteY2" fmla="*/ 3965 h 227881"/>
                <a:gd name="connsiteX3" fmla="*/ 140408 w 162821"/>
                <a:gd name="connsiteY3" fmla="*/ 11361 h 227881"/>
                <a:gd name="connsiteX4" fmla="*/ 135463 w 162821"/>
                <a:gd name="connsiteY4" fmla="*/ 30380 h 227881"/>
                <a:gd name="connsiteX5" fmla="*/ 128400 w 162821"/>
                <a:gd name="connsiteY5" fmla="*/ 58557 h 227881"/>
                <a:gd name="connsiteX6" fmla="*/ 112506 w 162821"/>
                <a:gd name="connsiteY6" fmla="*/ 121955 h 227881"/>
                <a:gd name="connsiteX7" fmla="*/ 72595 w 162821"/>
                <a:gd name="connsiteY7" fmla="*/ 151893 h 227881"/>
                <a:gd name="connsiteX8" fmla="*/ 50697 w 162821"/>
                <a:gd name="connsiteY8" fmla="*/ 123364 h 227881"/>
                <a:gd name="connsiteX9" fmla="*/ 68710 w 162821"/>
                <a:gd name="connsiteY9" fmla="*/ 54331 h 227881"/>
                <a:gd name="connsiteX10" fmla="*/ 75774 w 162821"/>
                <a:gd name="connsiteY10" fmla="*/ 28972 h 227881"/>
                <a:gd name="connsiteX11" fmla="*/ 46812 w 162821"/>
                <a:gd name="connsiteY11" fmla="*/ 90 h 227881"/>
                <a:gd name="connsiteX12" fmla="*/ 191 w 162821"/>
                <a:gd name="connsiteY12" fmla="*/ 54331 h 227881"/>
                <a:gd name="connsiteX13" fmla="*/ 4429 w 162821"/>
                <a:gd name="connsiteY13" fmla="*/ 57853 h 227881"/>
                <a:gd name="connsiteX14" fmla="*/ 10080 w 162821"/>
                <a:gd name="connsiteY14" fmla="*/ 51513 h 227881"/>
                <a:gd name="connsiteX15" fmla="*/ 45753 w 162821"/>
                <a:gd name="connsiteY15" fmla="*/ 7839 h 227881"/>
                <a:gd name="connsiteX16" fmla="*/ 54583 w 162821"/>
                <a:gd name="connsiteY16" fmla="*/ 19110 h 227881"/>
                <a:gd name="connsiteX17" fmla="*/ 48578 w 162821"/>
                <a:gd name="connsiteY17" fmla="*/ 43764 h 227881"/>
                <a:gd name="connsiteX18" fmla="*/ 28093 w 162821"/>
                <a:gd name="connsiteY18" fmla="*/ 117729 h 227881"/>
                <a:gd name="connsiteX19" fmla="*/ 71183 w 162821"/>
                <a:gd name="connsiteY19" fmla="*/ 159642 h 227881"/>
                <a:gd name="connsiteX20" fmla="*/ 106855 w 162821"/>
                <a:gd name="connsiteY20" fmla="*/ 143793 h 227881"/>
                <a:gd name="connsiteX21" fmla="*/ 83897 w 162821"/>
                <a:gd name="connsiteY21" fmla="*/ 198033 h 227881"/>
                <a:gd name="connsiteX22" fmla="*/ 45046 w 162821"/>
                <a:gd name="connsiteY22" fmla="*/ 220223 h 227881"/>
                <a:gd name="connsiteX23" fmla="*/ 18204 w 162821"/>
                <a:gd name="connsiteY23" fmla="*/ 205430 h 227881"/>
                <a:gd name="connsiteX24" fmla="*/ 33391 w 162821"/>
                <a:gd name="connsiteY24" fmla="*/ 201203 h 227881"/>
                <a:gd name="connsiteX25" fmla="*/ 40455 w 162821"/>
                <a:gd name="connsiteY25" fmla="*/ 186762 h 227881"/>
                <a:gd name="connsiteX26" fmla="*/ 27387 w 162821"/>
                <a:gd name="connsiteY26" fmla="*/ 174435 h 227881"/>
                <a:gd name="connsiteX27" fmla="*/ 7608 w 162821"/>
                <a:gd name="connsiteY27" fmla="*/ 197329 h 227881"/>
                <a:gd name="connsiteX28" fmla="*/ 45046 w 162821"/>
                <a:gd name="connsiteY28" fmla="*/ 227971 h 227881"/>
                <a:gd name="connsiteX29" fmla="*/ 127693 w 162821"/>
                <a:gd name="connsiteY29" fmla="*/ 156120 h 227881"/>
                <a:gd name="connsiteX30" fmla="*/ 161600 w 162821"/>
                <a:gd name="connsiteY30" fmla="*/ 21575 h 22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2821" h="227881">
                  <a:moveTo>
                    <a:pt x="161600" y="21575"/>
                  </a:moveTo>
                  <a:cubicBezTo>
                    <a:pt x="163012" y="16644"/>
                    <a:pt x="163012" y="15940"/>
                    <a:pt x="163012" y="13474"/>
                  </a:cubicBezTo>
                  <a:cubicBezTo>
                    <a:pt x="163012" y="7134"/>
                    <a:pt x="158068" y="3965"/>
                    <a:pt x="152770" y="3965"/>
                  </a:cubicBezTo>
                  <a:cubicBezTo>
                    <a:pt x="149238" y="3965"/>
                    <a:pt x="143587" y="6078"/>
                    <a:pt x="140408" y="11361"/>
                  </a:cubicBezTo>
                  <a:cubicBezTo>
                    <a:pt x="139702" y="13122"/>
                    <a:pt x="136876" y="24041"/>
                    <a:pt x="135463" y="30380"/>
                  </a:cubicBezTo>
                  <a:cubicBezTo>
                    <a:pt x="132991" y="39538"/>
                    <a:pt x="130519" y="49048"/>
                    <a:pt x="128400" y="58557"/>
                  </a:cubicBezTo>
                  <a:lnTo>
                    <a:pt x="112506" y="121955"/>
                  </a:lnTo>
                  <a:cubicBezTo>
                    <a:pt x="111093" y="127239"/>
                    <a:pt x="95906" y="151893"/>
                    <a:pt x="72595" y="151893"/>
                  </a:cubicBezTo>
                  <a:cubicBezTo>
                    <a:pt x="54583" y="151893"/>
                    <a:pt x="50697" y="136396"/>
                    <a:pt x="50697" y="123364"/>
                  </a:cubicBezTo>
                  <a:cubicBezTo>
                    <a:pt x="50697" y="107163"/>
                    <a:pt x="56702" y="85325"/>
                    <a:pt x="68710" y="54331"/>
                  </a:cubicBezTo>
                  <a:cubicBezTo>
                    <a:pt x="74361" y="39890"/>
                    <a:pt x="75774" y="36016"/>
                    <a:pt x="75774" y="28972"/>
                  </a:cubicBezTo>
                  <a:cubicBezTo>
                    <a:pt x="75774" y="13122"/>
                    <a:pt x="64472" y="90"/>
                    <a:pt x="46812" y="90"/>
                  </a:cubicBezTo>
                  <a:cubicBezTo>
                    <a:pt x="13259" y="90"/>
                    <a:pt x="191" y="51161"/>
                    <a:pt x="191" y="54331"/>
                  </a:cubicBezTo>
                  <a:cubicBezTo>
                    <a:pt x="191" y="57853"/>
                    <a:pt x="3723" y="57853"/>
                    <a:pt x="4429" y="57853"/>
                  </a:cubicBezTo>
                  <a:cubicBezTo>
                    <a:pt x="7961" y="57853"/>
                    <a:pt x="8314" y="57148"/>
                    <a:pt x="10080" y="51513"/>
                  </a:cubicBezTo>
                  <a:cubicBezTo>
                    <a:pt x="19617" y="18405"/>
                    <a:pt x="33744" y="7839"/>
                    <a:pt x="45753" y="7839"/>
                  </a:cubicBezTo>
                  <a:cubicBezTo>
                    <a:pt x="48578" y="7839"/>
                    <a:pt x="54583" y="7839"/>
                    <a:pt x="54583" y="19110"/>
                  </a:cubicBezTo>
                  <a:cubicBezTo>
                    <a:pt x="54583" y="27915"/>
                    <a:pt x="51051" y="37072"/>
                    <a:pt x="48578" y="43764"/>
                  </a:cubicBezTo>
                  <a:cubicBezTo>
                    <a:pt x="34451" y="81099"/>
                    <a:pt x="28093" y="101175"/>
                    <a:pt x="28093" y="117729"/>
                  </a:cubicBezTo>
                  <a:cubicBezTo>
                    <a:pt x="28093" y="149076"/>
                    <a:pt x="50344" y="159642"/>
                    <a:pt x="71183" y="159642"/>
                  </a:cubicBezTo>
                  <a:cubicBezTo>
                    <a:pt x="84957" y="159642"/>
                    <a:pt x="96966" y="153655"/>
                    <a:pt x="106855" y="143793"/>
                  </a:cubicBezTo>
                  <a:cubicBezTo>
                    <a:pt x="102263" y="162108"/>
                    <a:pt x="98025" y="179366"/>
                    <a:pt x="83897" y="198033"/>
                  </a:cubicBezTo>
                  <a:cubicBezTo>
                    <a:pt x="74714" y="210008"/>
                    <a:pt x="61293" y="220223"/>
                    <a:pt x="45046" y="220223"/>
                  </a:cubicBezTo>
                  <a:cubicBezTo>
                    <a:pt x="40102" y="220223"/>
                    <a:pt x="24208" y="219166"/>
                    <a:pt x="18204" y="205430"/>
                  </a:cubicBezTo>
                  <a:cubicBezTo>
                    <a:pt x="23855" y="205430"/>
                    <a:pt x="28446" y="205430"/>
                    <a:pt x="33391" y="201203"/>
                  </a:cubicBezTo>
                  <a:cubicBezTo>
                    <a:pt x="36923" y="198033"/>
                    <a:pt x="40455" y="193454"/>
                    <a:pt x="40455" y="186762"/>
                  </a:cubicBezTo>
                  <a:cubicBezTo>
                    <a:pt x="40455" y="175844"/>
                    <a:pt x="30919" y="174435"/>
                    <a:pt x="27387" y="174435"/>
                  </a:cubicBezTo>
                  <a:cubicBezTo>
                    <a:pt x="19263" y="174435"/>
                    <a:pt x="7608" y="180070"/>
                    <a:pt x="7608" y="197329"/>
                  </a:cubicBezTo>
                  <a:cubicBezTo>
                    <a:pt x="7608" y="214939"/>
                    <a:pt x="23149" y="227971"/>
                    <a:pt x="45046" y="227971"/>
                  </a:cubicBezTo>
                  <a:cubicBezTo>
                    <a:pt x="81425" y="227971"/>
                    <a:pt x="117804" y="195920"/>
                    <a:pt x="127693" y="156120"/>
                  </a:cubicBezTo>
                  <a:lnTo>
                    <a:pt x="161600" y="21575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CB6E4FB1-45B0-0BFD-E63A-03BBE56885A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499853" y="5617375"/>
              <a:ext cx="74911" cy="165926"/>
            </a:xfrm>
            <a:custGeom>
              <a:avLst/>
              <a:gdLst>
                <a:gd name="connsiteX0" fmla="*/ 68680 w 74911"/>
                <a:gd name="connsiteY0" fmla="*/ 9460 h 165926"/>
                <a:gd name="connsiteX1" fmla="*/ 58790 w 74911"/>
                <a:gd name="connsiteY1" fmla="*/ 92 h 165926"/>
                <a:gd name="connsiteX2" fmla="*/ 44945 w 74911"/>
                <a:gd name="connsiteY2" fmla="*/ 13652 h 165926"/>
                <a:gd name="connsiteX3" fmla="*/ 54835 w 74911"/>
                <a:gd name="connsiteY3" fmla="*/ 23021 h 165926"/>
                <a:gd name="connsiteX4" fmla="*/ 68680 w 74911"/>
                <a:gd name="connsiteY4" fmla="*/ 9460 h 165926"/>
                <a:gd name="connsiteX5" fmla="*/ 18244 w 74911"/>
                <a:gd name="connsiteY5" fmla="*/ 134707 h 165926"/>
                <a:gd name="connsiteX6" fmla="*/ 16019 w 74911"/>
                <a:gd name="connsiteY6" fmla="*/ 145062 h 165926"/>
                <a:gd name="connsiteX7" fmla="*/ 39506 w 74911"/>
                <a:gd name="connsiteY7" fmla="*/ 166019 h 165926"/>
                <a:gd name="connsiteX8" fmla="*/ 75108 w 74911"/>
                <a:gd name="connsiteY8" fmla="*/ 128297 h 165926"/>
                <a:gd name="connsiteX9" fmla="*/ 71152 w 74911"/>
                <a:gd name="connsiteY9" fmla="*/ 125092 h 165926"/>
                <a:gd name="connsiteX10" fmla="*/ 66455 w 74911"/>
                <a:gd name="connsiteY10" fmla="*/ 129283 h 165926"/>
                <a:gd name="connsiteX11" fmla="*/ 40248 w 74911"/>
                <a:gd name="connsiteY11" fmla="*/ 159115 h 165926"/>
                <a:gd name="connsiteX12" fmla="*/ 34067 w 74911"/>
                <a:gd name="connsiteY12" fmla="*/ 150486 h 165926"/>
                <a:gd name="connsiteX13" fmla="*/ 38023 w 74911"/>
                <a:gd name="connsiteY13" fmla="*/ 134707 h 165926"/>
                <a:gd name="connsiteX14" fmla="*/ 45934 w 74911"/>
                <a:gd name="connsiteY14" fmla="*/ 114983 h 165926"/>
                <a:gd name="connsiteX15" fmla="*/ 58049 w 74911"/>
                <a:gd name="connsiteY15" fmla="*/ 83672 h 165926"/>
                <a:gd name="connsiteX16" fmla="*/ 59532 w 74911"/>
                <a:gd name="connsiteY16" fmla="*/ 75782 h 165926"/>
                <a:gd name="connsiteX17" fmla="*/ 36045 w 74911"/>
                <a:gd name="connsiteY17" fmla="*/ 54825 h 165926"/>
                <a:gd name="connsiteX18" fmla="*/ 196 w 74911"/>
                <a:gd name="connsiteY18" fmla="*/ 92547 h 165926"/>
                <a:gd name="connsiteX19" fmla="*/ 4399 w 74911"/>
                <a:gd name="connsiteY19" fmla="*/ 95752 h 165926"/>
                <a:gd name="connsiteX20" fmla="*/ 8849 w 74911"/>
                <a:gd name="connsiteY20" fmla="*/ 91808 h 165926"/>
                <a:gd name="connsiteX21" fmla="*/ 35303 w 74911"/>
                <a:gd name="connsiteY21" fmla="*/ 61729 h 165926"/>
                <a:gd name="connsiteX22" fmla="*/ 41484 w 74911"/>
                <a:gd name="connsiteY22" fmla="*/ 70358 h 165926"/>
                <a:gd name="connsiteX23" fmla="*/ 33820 w 74911"/>
                <a:gd name="connsiteY23" fmla="*/ 95013 h 165926"/>
                <a:gd name="connsiteX24" fmla="*/ 18244 w 74911"/>
                <a:gd name="connsiteY24" fmla="*/ 134707 h 165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11" h="165926">
                  <a:moveTo>
                    <a:pt x="68680" y="9460"/>
                  </a:moveTo>
                  <a:cubicBezTo>
                    <a:pt x="68680" y="5516"/>
                    <a:pt x="65713" y="92"/>
                    <a:pt x="58790" y="92"/>
                  </a:cubicBezTo>
                  <a:cubicBezTo>
                    <a:pt x="52115" y="92"/>
                    <a:pt x="44945" y="6502"/>
                    <a:pt x="44945" y="13652"/>
                  </a:cubicBezTo>
                  <a:cubicBezTo>
                    <a:pt x="44945" y="17843"/>
                    <a:pt x="48159" y="23021"/>
                    <a:pt x="54835" y="23021"/>
                  </a:cubicBezTo>
                  <a:cubicBezTo>
                    <a:pt x="62004" y="23021"/>
                    <a:pt x="68680" y="16117"/>
                    <a:pt x="68680" y="9460"/>
                  </a:cubicBezTo>
                  <a:close/>
                  <a:moveTo>
                    <a:pt x="18244" y="134707"/>
                  </a:moveTo>
                  <a:cubicBezTo>
                    <a:pt x="17255" y="137912"/>
                    <a:pt x="16019" y="140871"/>
                    <a:pt x="16019" y="145062"/>
                  </a:cubicBezTo>
                  <a:cubicBezTo>
                    <a:pt x="16019" y="156650"/>
                    <a:pt x="25908" y="166019"/>
                    <a:pt x="39506" y="166019"/>
                  </a:cubicBezTo>
                  <a:cubicBezTo>
                    <a:pt x="64230" y="166019"/>
                    <a:pt x="75108" y="131995"/>
                    <a:pt x="75108" y="128297"/>
                  </a:cubicBezTo>
                  <a:cubicBezTo>
                    <a:pt x="75108" y="125092"/>
                    <a:pt x="71894" y="125092"/>
                    <a:pt x="71152" y="125092"/>
                  </a:cubicBezTo>
                  <a:cubicBezTo>
                    <a:pt x="67691" y="125092"/>
                    <a:pt x="67444" y="126571"/>
                    <a:pt x="66455" y="129283"/>
                  </a:cubicBezTo>
                  <a:cubicBezTo>
                    <a:pt x="60768" y="149007"/>
                    <a:pt x="49890" y="159115"/>
                    <a:pt x="40248" y="159115"/>
                  </a:cubicBezTo>
                  <a:cubicBezTo>
                    <a:pt x="35303" y="159115"/>
                    <a:pt x="34067" y="155910"/>
                    <a:pt x="34067" y="150486"/>
                  </a:cubicBezTo>
                  <a:cubicBezTo>
                    <a:pt x="34067" y="144815"/>
                    <a:pt x="35798" y="140131"/>
                    <a:pt x="38023" y="134707"/>
                  </a:cubicBezTo>
                  <a:cubicBezTo>
                    <a:pt x="40495" y="128050"/>
                    <a:pt x="43215" y="121393"/>
                    <a:pt x="45934" y="114983"/>
                  </a:cubicBezTo>
                  <a:cubicBezTo>
                    <a:pt x="48159" y="109066"/>
                    <a:pt x="57060" y="86630"/>
                    <a:pt x="58049" y="83672"/>
                  </a:cubicBezTo>
                  <a:cubicBezTo>
                    <a:pt x="58790" y="81206"/>
                    <a:pt x="59532" y="78247"/>
                    <a:pt x="59532" y="75782"/>
                  </a:cubicBezTo>
                  <a:cubicBezTo>
                    <a:pt x="59532" y="64194"/>
                    <a:pt x="49643" y="54825"/>
                    <a:pt x="36045" y="54825"/>
                  </a:cubicBezTo>
                  <a:cubicBezTo>
                    <a:pt x="11569" y="54825"/>
                    <a:pt x="196" y="88356"/>
                    <a:pt x="196" y="92547"/>
                  </a:cubicBezTo>
                  <a:cubicBezTo>
                    <a:pt x="196" y="95752"/>
                    <a:pt x="3657" y="95752"/>
                    <a:pt x="4399" y="95752"/>
                  </a:cubicBezTo>
                  <a:cubicBezTo>
                    <a:pt x="7860" y="95752"/>
                    <a:pt x="8107" y="94520"/>
                    <a:pt x="8849" y="91808"/>
                  </a:cubicBezTo>
                  <a:cubicBezTo>
                    <a:pt x="15277" y="70604"/>
                    <a:pt x="26156" y="61729"/>
                    <a:pt x="35303" y="61729"/>
                  </a:cubicBezTo>
                  <a:cubicBezTo>
                    <a:pt x="39259" y="61729"/>
                    <a:pt x="41484" y="63701"/>
                    <a:pt x="41484" y="70358"/>
                  </a:cubicBezTo>
                  <a:cubicBezTo>
                    <a:pt x="41484" y="76029"/>
                    <a:pt x="40001" y="79727"/>
                    <a:pt x="33820" y="95013"/>
                  </a:cubicBezTo>
                  <a:lnTo>
                    <a:pt x="18244" y="134707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BE61008F-A497-786B-3820-031ADA5E4B7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713620" y="5632908"/>
              <a:ext cx="215799" cy="14088"/>
            </a:xfrm>
            <a:custGeom>
              <a:avLst/>
              <a:gdLst>
                <a:gd name="connsiteX0" fmla="*/ 203640 w 215799"/>
                <a:gd name="connsiteY0" fmla="*/ 14179 h 14088"/>
                <a:gd name="connsiteX1" fmla="*/ 216001 w 215799"/>
                <a:gd name="connsiteY1" fmla="*/ 7134 h 14088"/>
                <a:gd name="connsiteX2" fmla="*/ 203640 w 215799"/>
                <a:gd name="connsiteY2" fmla="*/ 90 h 14088"/>
                <a:gd name="connsiteX3" fmla="*/ 12563 w 215799"/>
                <a:gd name="connsiteY3" fmla="*/ 90 h 14088"/>
                <a:gd name="connsiteX4" fmla="*/ 202 w 215799"/>
                <a:gd name="connsiteY4" fmla="*/ 7134 h 14088"/>
                <a:gd name="connsiteX5" fmla="*/ 12563 w 215799"/>
                <a:gd name="connsiteY5" fmla="*/ 14179 h 14088"/>
                <a:gd name="connsiteX6" fmla="*/ 203640 w 215799"/>
                <a:gd name="connsiteY6" fmla="*/ 14179 h 14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799" h="14088">
                  <a:moveTo>
                    <a:pt x="203640" y="14179"/>
                  </a:moveTo>
                  <a:cubicBezTo>
                    <a:pt x="209644" y="14179"/>
                    <a:pt x="216001" y="14179"/>
                    <a:pt x="216001" y="7134"/>
                  </a:cubicBezTo>
                  <a:cubicBezTo>
                    <a:pt x="216001" y="90"/>
                    <a:pt x="209644" y="90"/>
                    <a:pt x="203640" y="90"/>
                  </a:cubicBezTo>
                  <a:lnTo>
                    <a:pt x="12563" y="90"/>
                  </a:lnTo>
                  <a:cubicBezTo>
                    <a:pt x="6559" y="90"/>
                    <a:pt x="202" y="90"/>
                    <a:pt x="202" y="7134"/>
                  </a:cubicBezTo>
                  <a:cubicBezTo>
                    <a:pt x="202" y="14179"/>
                    <a:pt x="6559" y="14179"/>
                    <a:pt x="12563" y="14179"/>
                  </a:cubicBezTo>
                  <a:lnTo>
                    <a:pt x="203640" y="14179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0BF3D4FA-88E9-4F9D-A135-A8DF4D2F6F93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047738" y="5572328"/>
              <a:ext cx="162821" cy="227881"/>
            </a:xfrm>
            <a:custGeom>
              <a:avLst/>
              <a:gdLst>
                <a:gd name="connsiteX0" fmla="*/ 161620 w 162821"/>
                <a:gd name="connsiteY0" fmla="*/ 21575 h 227881"/>
                <a:gd name="connsiteX1" fmla="*/ 163033 w 162821"/>
                <a:gd name="connsiteY1" fmla="*/ 13474 h 227881"/>
                <a:gd name="connsiteX2" fmla="*/ 152790 w 162821"/>
                <a:gd name="connsiteY2" fmla="*/ 3965 h 227881"/>
                <a:gd name="connsiteX3" fmla="*/ 140428 w 162821"/>
                <a:gd name="connsiteY3" fmla="*/ 11361 h 227881"/>
                <a:gd name="connsiteX4" fmla="*/ 135484 w 162821"/>
                <a:gd name="connsiteY4" fmla="*/ 30380 h 227881"/>
                <a:gd name="connsiteX5" fmla="*/ 128420 w 162821"/>
                <a:gd name="connsiteY5" fmla="*/ 58557 h 227881"/>
                <a:gd name="connsiteX6" fmla="*/ 112526 w 162821"/>
                <a:gd name="connsiteY6" fmla="*/ 121955 h 227881"/>
                <a:gd name="connsiteX7" fmla="*/ 72616 w 162821"/>
                <a:gd name="connsiteY7" fmla="*/ 151893 h 227881"/>
                <a:gd name="connsiteX8" fmla="*/ 50718 w 162821"/>
                <a:gd name="connsiteY8" fmla="*/ 123364 h 227881"/>
                <a:gd name="connsiteX9" fmla="*/ 68731 w 162821"/>
                <a:gd name="connsiteY9" fmla="*/ 54331 h 227881"/>
                <a:gd name="connsiteX10" fmla="*/ 75794 w 162821"/>
                <a:gd name="connsiteY10" fmla="*/ 28972 h 227881"/>
                <a:gd name="connsiteX11" fmla="*/ 46833 w 162821"/>
                <a:gd name="connsiteY11" fmla="*/ 90 h 227881"/>
                <a:gd name="connsiteX12" fmla="*/ 211 w 162821"/>
                <a:gd name="connsiteY12" fmla="*/ 54331 h 227881"/>
                <a:gd name="connsiteX13" fmla="*/ 4450 w 162821"/>
                <a:gd name="connsiteY13" fmla="*/ 57853 h 227881"/>
                <a:gd name="connsiteX14" fmla="*/ 10101 w 162821"/>
                <a:gd name="connsiteY14" fmla="*/ 51513 h 227881"/>
                <a:gd name="connsiteX15" fmla="*/ 45773 w 162821"/>
                <a:gd name="connsiteY15" fmla="*/ 7839 h 227881"/>
                <a:gd name="connsiteX16" fmla="*/ 54603 w 162821"/>
                <a:gd name="connsiteY16" fmla="*/ 19110 h 227881"/>
                <a:gd name="connsiteX17" fmla="*/ 48599 w 162821"/>
                <a:gd name="connsiteY17" fmla="*/ 43764 h 227881"/>
                <a:gd name="connsiteX18" fmla="*/ 28114 w 162821"/>
                <a:gd name="connsiteY18" fmla="*/ 117729 h 227881"/>
                <a:gd name="connsiteX19" fmla="*/ 71203 w 162821"/>
                <a:gd name="connsiteY19" fmla="*/ 159642 h 227881"/>
                <a:gd name="connsiteX20" fmla="*/ 106875 w 162821"/>
                <a:gd name="connsiteY20" fmla="*/ 143793 h 227881"/>
                <a:gd name="connsiteX21" fmla="*/ 83918 w 162821"/>
                <a:gd name="connsiteY21" fmla="*/ 198033 h 227881"/>
                <a:gd name="connsiteX22" fmla="*/ 45067 w 162821"/>
                <a:gd name="connsiteY22" fmla="*/ 220223 h 227881"/>
                <a:gd name="connsiteX23" fmla="*/ 18224 w 162821"/>
                <a:gd name="connsiteY23" fmla="*/ 205430 h 227881"/>
                <a:gd name="connsiteX24" fmla="*/ 33411 w 162821"/>
                <a:gd name="connsiteY24" fmla="*/ 201203 h 227881"/>
                <a:gd name="connsiteX25" fmla="*/ 40475 w 162821"/>
                <a:gd name="connsiteY25" fmla="*/ 186762 h 227881"/>
                <a:gd name="connsiteX26" fmla="*/ 27407 w 162821"/>
                <a:gd name="connsiteY26" fmla="*/ 174435 h 227881"/>
                <a:gd name="connsiteX27" fmla="*/ 7628 w 162821"/>
                <a:gd name="connsiteY27" fmla="*/ 197329 h 227881"/>
                <a:gd name="connsiteX28" fmla="*/ 45067 w 162821"/>
                <a:gd name="connsiteY28" fmla="*/ 227971 h 227881"/>
                <a:gd name="connsiteX29" fmla="*/ 127714 w 162821"/>
                <a:gd name="connsiteY29" fmla="*/ 156120 h 227881"/>
                <a:gd name="connsiteX30" fmla="*/ 161620 w 162821"/>
                <a:gd name="connsiteY30" fmla="*/ 21575 h 22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2821" h="227881">
                  <a:moveTo>
                    <a:pt x="161620" y="21575"/>
                  </a:moveTo>
                  <a:cubicBezTo>
                    <a:pt x="163033" y="16644"/>
                    <a:pt x="163033" y="15940"/>
                    <a:pt x="163033" y="13474"/>
                  </a:cubicBezTo>
                  <a:cubicBezTo>
                    <a:pt x="163033" y="7134"/>
                    <a:pt x="158088" y="3965"/>
                    <a:pt x="152790" y="3965"/>
                  </a:cubicBezTo>
                  <a:cubicBezTo>
                    <a:pt x="149258" y="3965"/>
                    <a:pt x="143607" y="6078"/>
                    <a:pt x="140428" y="11361"/>
                  </a:cubicBezTo>
                  <a:cubicBezTo>
                    <a:pt x="139722" y="13122"/>
                    <a:pt x="136897" y="24041"/>
                    <a:pt x="135484" y="30380"/>
                  </a:cubicBezTo>
                  <a:cubicBezTo>
                    <a:pt x="133011" y="39538"/>
                    <a:pt x="130539" y="49048"/>
                    <a:pt x="128420" y="58557"/>
                  </a:cubicBezTo>
                  <a:lnTo>
                    <a:pt x="112526" y="121955"/>
                  </a:lnTo>
                  <a:cubicBezTo>
                    <a:pt x="111114" y="127239"/>
                    <a:pt x="95926" y="151893"/>
                    <a:pt x="72616" y="151893"/>
                  </a:cubicBezTo>
                  <a:cubicBezTo>
                    <a:pt x="54603" y="151893"/>
                    <a:pt x="50718" y="136396"/>
                    <a:pt x="50718" y="123364"/>
                  </a:cubicBezTo>
                  <a:cubicBezTo>
                    <a:pt x="50718" y="107163"/>
                    <a:pt x="56722" y="85325"/>
                    <a:pt x="68731" y="54331"/>
                  </a:cubicBezTo>
                  <a:cubicBezTo>
                    <a:pt x="74382" y="39890"/>
                    <a:pt x="75794" y="36016"/>
                    <a:pt x="75794" y="28972"/>
                  </a:cubicBezTo>
                  <a:cubicBezTo>
                    <a:pt x="75794" y="13122"/>
                    <a:pt x="64492" y="90"/>
                    <a:pt x="46833" y="90"/>
                  </a:cubicBezTo>
                  <a:cubicBezTo>
                    <a:pt x="13280" y="90"/>
                    <a:pt x="211" y="51161"/>
                    <a:pt x="211" y="54331"/>
                  </a:cubicBezTo>
                  <a:cubicBezTo>
                    <a:pt x="211" y="57853"/>
                    <a:pt x="3743" y="57853"/>
                    <a:pt x="4450" y="57853"/>
                  </a:cubicBezTo>
                  <a:cubicBezTo>
                    <a:pt x="7982" y="57853"/>
                    <a:pt x="8335" y="57148"/>
                    <a:pt x="10101" y="51513"/>
                  </a:cubicBezTo>
                  <a:cubicBezTo>
                    <a:pt x="19637" y="18405"/>
                    <a:pt x="33765" y="7839"/>
                    <a:pt x="45773" y="7839"/>
                  </a:cubicBezTo>
                  <a:cubicBezTo>
                    <a:pt x="48599" y="7839"/>
                    <a:pt x="54603" y="7839"/>
                    <a:pt x="54603" y="19110"/>
                  </a:cubicBezTo>
                  <a:cubicBezTo>
                    <a:pt x="54603" y="27915"/>
                    <a:pt x="51071" y="37072"/>
                    <a:pt x="48599" y="43764"/>
                  </a:cubicBezTo>
                  <a:cubicBezTo>
                    <a:pt x="34471" y="81099"/>
                    <a:pt x="28114" y="101175"/>
                    <a:pt x="28114" y="117729"/>
                  </a:cubicBezTo>
                  <a:cubicBezTo>
                    <a:pt x="28114" y="149076"/>
                    <a:pt x="50365" y="159642"/>
                    <a:pt x="71203" y="159642"/>
                  </a:cubicBezTo>
                  <a:cubicBezTo>
                    <a:pt x="84977" y="159642"/>
                    <a:pt x="96986" y="153655"/>
                    <a:pt x="106875" y="143793"/>
                  </a:cubicBezTo>
                  <a:cubicBezTo>
                    <a:pt x="102284" y="162108"/>
                    <a:pt x="98045" y="179366"/>
                    <a:pt x="83918" y="198033"/>
                  </a:cubicBezTo>
                  <a:cubicBezTo>
                    <a:pt x="74735" y="210008"/>
                    <a:pt x="61314" y="220223"/>
                    <a:pt x="45067" y="220223"/>
                  </a:cubicBezTo>
                  <a:cubicBezTo>
                    <a:pt x="40122" y="220223"/>
                    <a:pt x="24228" y="219166"/>
                    <a:pt x="18224" y="205430"/>
                  </a:cubicBezTo>
                  <a:cubicBezTo>
                    <a:pt x="23875" y="205430"/>
                    <a:pt x="28467" y="205430"/>
                    <a:pt x="33411" y="201203"/>
                  </a:cubicBezTo>
                  <a:cubicBezTo>
                    <a:pt x="36943" y="198033"/>
                    <a:pt x="40475" y="193454"/>
                    <a:pt x="40475" y="186762"/>
                  </a:cubicBezTo>
                  <a:cubicBezTo>
                    <a:pt x="40475" y="175844"/>
                    <a:pt x="30939" y="174435"/>
                    <a:pt x="27407" y="174435"/>
                  </a:cubicBezTo>
                  <a:cubicBezTo>
                    <a:pt x="19284" y="174435"/>
                    <a:pt x="7628" y="180070"/>
                    <a:pt x="7628" y="197329"/>
                  </a:cubicBezTo>
                  <a:cubicBezTo>
                    <a:pt x="7628" y="214939"/>
                    <a:pt x="23169" y="227971"/>
                    <a:pt x="45067" y="227971"/>
                  </a:cubicBezTo>
                  <a:cubicBezTo>
                    <a:pt x="81445" y="227971"/>
                    <a:pt x="117824" y="195920"/>
                    <a:pt x="127714" y="156120"/>
                  </a:cubicBezTo>
                  <a:lnTo>
                    <a:pt x="161620" y="21575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2876B946-0D83-AD90-B41B-54A8C5AF1FCE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241379" y="5385179"/>
              <a:ext cx="131281" cy="223865"/>
            </a:xfrm>
            <a:custGeom>
              <a:avLst/>
              <a:gdLst>
                <a:gd name="connsiteX0" fmla="*/ 82793 w 131281"/>
                <a:gd name="connsiteY0" fmla="*/ 76269 h 223865"/>
                <a:gd name="connsiteX1" fmla="*/ 107022 w 131281"/>
                <a:gd name="connsiteY1" fmla="*/ 76269 h 223865"/>
                <a:gd name="connsiteX2" fmla="*/ 115181 w 131281"/>
                <a:gd name="connsiteY2" fmla="*/ 70845 h 223865"/>
                <a:gd name="connsiteX3" fmla="*/ 107516 w 131281"/>
                <a:gd name="connsiteY3" fmla="*/ 67393 h 223865"/>
                <a:gd name="connsiteX4" fmla="*/ 84524 w 131281"/>
                <a:gd name="connsiteY4" fmla="*/ 67393 h 223865"/>
                <a:gd name="connsiteX5" fmla="*/ 94166 w 131281"/>
                <a:gd name="connsiteY5" fmla="*/ 17590 h 223865"/>
                <a:gd name="connsiteX6" fmla="*/ 106775 w 131281"/>
                <a:gd name="connsiteY6" fmla="*/ 6989 h 223865"/>
                <a:gd name="connsiteX7" fmla="*/ 118395 w 131281"/>
                <a:gd name="connsiteY7" fmla="*/ 9947 h 223865"/>
                <a:gd name="connsiteX8" fmla="*/ 107516 w 131281"/>
                <a:gd name="connsiteY8" fmla="*/ 23507 h 223865"/>
                <a:gd name="connsiteX9" fmla="*/ 117406 w 131281"/>
                <a:gd name="connsiteY9" fmla="*/ 32630 h 223865"/>
                <a:gd name="connsiteX10" fmla="*/ 131498 w 131281"/>
                <a:gd name="connsiteY10" fmla="*/ 17590 h 223865"/>
                <a:gd name="connsiteX11" fmla="*/ 106775 w 131281"/>
                <a:gd name="connsiteY11" fmla="*/ 85 h 223865"/>
                <a:gd name="connsiteX12" fmla="*/ 77107 w 131281"/>
                <a:gd name="connsiteY12" fmla="*/ 18577 h 223865"/>
                <a:gd name="connsiteX13" fmla="*/ 64992 w 131281"/>
                <a:gd name="connsiteY13" fmla="*/ 67393 h 223865"/>
                <a:gd name="connsiteX14" fmla="*/ 45461 w 131281"/>
                <a:gd name="connsiteY14" fmla="*/ 67393 h 223865"/>
                <a:gd name="connsiteX15" fmla="*/ 37302 w 131281"/>
                <a:gd name="connsiteY15" fmla="*/ 72817 h 223865"/>
                <a:gd name="connsiteX16" fmla="*/ 44966 w 131281"/>
                <a:gd name="connsiteY16" fmla="*/ 76269 h 223865"/>
                <a:gd name="connsiteX17" fmla="*/ 63261 w 131281"/>
                <a:gd name="connsiteY17" fmla="*/ 76269 h 223865"/>
                <a:gd name="connsiteX18" fmla="*/ 41505 w 131281"/>
                <a:gd name="connsiteY18" fmla="*/ 192886 h 223865"/>
                <a:gd name="connsiteX19" fmla="*/ 24198 w 131281"/>
                <a:gd name="connsiteY19" fmla="*/ 217048 h 223865"/>
                <a:gd name="connsiteX20" fmla="*/ 13320 w 131281"/>
                <a:gd name="connsiteY20" fmla="*/ 214089 h 223865"/>
                <a:gd name="connsiteX21" fmla="*/ 24198 w 131281"/>
                <a:gd name="connsiteY21" fmla="*/ 200529 h 223865"/>
                <a:gd name="connsiteX22" fmla="*/ 14309 w 131281"/>
                <a:gd name="connsiteY22" fmla="*/ 191407 h 223865"/>
                <a:gd name="connsiteX23" fmla="*/ 217 w 131281"/>
                <a:gd name="connsiteY23" fmla="*/ 206446 h 223865"/>
                <a:gd name="connsiteX24" fmla="*/ 24198 w 131281"/>
                <a:gd name="connsiteY24" fmla="*/ 223951 h 223865"/>
                <a:gd name="connsiteX25" fmla="*/ 53867 w 131281"/>
                <a:gd name="connsiteY25" fmla="*/ 202255 h 223865"/>
                <a:gd name="connsiteX26" fmla="*/ 68948 w 131281"/>
                <a:gd name="connsiteY26" fmla="*/ 152452 h 223865"/>
                <a:gd name="connsiteX27" fmla="*/ 82793 w 131281"/>
                <a:gd name="connsiteY27" fmla="*/ 76269 h 223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1281" h="223865">
                  <a:moveTo>
                    <a:pt x="82793" y="76269"/>
                  </a:moveTo>
                  <a:lnTo>
                    <a:pt x="107022" y="76269"/>
                  </a:lnTo>
                  <a:cubicBezTo>
                    <a:pt x="111966" y="76269"/>
                    <a:pt x="115181" y="76269"/>
                    <a:pt x="115181" y="70845"/>
                  </a:cubicBezTo>
                  <a:cubicBezTo>
                    <a:pt x="115181" y="67393"/>
                    <a:pt x="111966" y="67393"/>
                    <a:pt x="107516" y="67393"/>
                  </a:cubicBezTo>
                  <a:lnTo>
                    <a:pt x="84524" y="67393"/>
                  </a:lnTo>
                  <a:cubicBezTo>
                    <a:pt x="90210" y="36081"/>
                    <a:pt x="92188" y="24740"/>
                    <a:pt x="94166" y="17590"/>
                  </a:cubicBezTo>
                  <a:cubicBezTo>
                    <a:pt x="95402" y="12166"/>
                    <a:pt x="100841" y="6989"/>
                    <a:pt x="106775" y="6989"/>
                  </a:cubicBezTo>
                  <a:cubicBezTo>
                    <a:pt x="107022" y="6989"/>
                    <a:pt x="113697" y="6989"/>
                    <a:pt x="118395" y="9947"/>
                  </a:cubicBezTo>
                  <a:cubicBezTo>
                    <a:pt x="108258" y="13152"/>
                    <a:pt x="107516" y="22028"/>
                    <a:pt x="107516" y="23507"/>
                  </a:cubicBezTo>
                  <a:cubicBezTo>
                    <a:pt x="107516" y="28932"/>
                    <a:pt x="111719" y="32630"/>
                    <a:pt x="117406" y="32630"/>
                  </a:cubicBezTo>
                  <a:cubicBezTo>
                    <a:pt x="124081" y="32630"/>
                    <a:pt x="131498" y="26959"/>
                    <a:pt x="131498" y="17590"/>
                  </a:cubicBezTo>
                  <a:cubicBezTo>
                    <a:pt x="131498" y="6249"/>
                    <a:pt x="119384" y="85"/>
                    <a:pt x="106775" y="85"/>
                  </a:cubicBezTo>
                  <a:cubicBezTo>
                    <a:pt x="95896" y="85"/>
                    <a:pt x="83782" y="6249"/>
                    <a:pt x="77107" y="18577"/>
                  </a:cubicBezTo>
                  <a:cubicBezTo>
                    <a:pt x="72162" y="27699"/>
                    <a:pt x="70184" y="38793"/>
                    <a:pt x="64992" y="67393"/>
                  </a:cubicBezTo>
                  <a:lnTo>
                    <a:pt x="45461" y="67393"/>
                  </a:lnTo>
                  <a:cubicBezTo>
                    <a:pt x="40516" y="67393"/>
                    <a:pt x="37302" y="67393"/>
                    <a:pt x="37302" y="72817"/>
                  </a:cubicBezTo>
                  <a:cubicBezTo>
                    <a:pt x="37302" y="76269"/>
                    <a:pt x="40516" y="76269"/>
                    <a:pt x="44966" y="76269"/>
                  </a:cubicBezTo>
                  <a:lnTo>
                    <a:pt x="63261" y="76269"/>
                  </a:lnTo>
                  <a:cubicBezTo>
                    <a:pt x="63014" y="77748"/>
                    <a:pt x="47438" y="166505"/>
                    <a:pt x="41505" y="192886"/>
                  </a:cubicBezTo>
                  <a:cubicBezTo>
                    <a:pt x="40269" y="198310"/>
                    <a:pt x="36066" y="217048"/>
                    <a:pt x="24198" y="217048"/>
                  </a:cubicBezTo>
                  <a:cubicBezTo>
                    <a:pt x="23951" y="217048"/>
                    <a:pt x="18018" y="217048"/>
                    <a:pt x="13320" y="214089"/>
                  </a:cubicBezTo>
                  <a:cubicBezTo>
                    <a:pt x="23457" y="210884"/>
                    <a:pt x="24198" y="202008"/>
                    <a:pt x="24198" y="200529"/>
                  </a:cubicBezTo>
                  <a:cubicBezTo>
                    <a:pt x="24198" y="195105"/>
                    <a:pt x="19995" y="191407"/>
                    <a:pt x="14309" y="191407"/>
                  </a:cubicBezTo>
                  <a:cubicBezTo>
                    <a:pt x="7634" y="191407"/>
                    <a:pt x="217" y="197077"/>
                    <a:pt x="217" y="206446"/>
                  </a:cubicBezTo>
                  <a:cubicBezTo>
                    <a:pt x="217" y="217541"/>
                    <a:pt x="11837" y="223951"/>
                    <a:pt x="24198" y="223951"/>
                  </a:cubicBezTo>
                  <a:cubicBezTo>
                    <a:pt x="40021" y="223951"/>
                    <a:pt x="50900" y="207679"/>
                    <a:pt x="53867" y="202255"/>
                  </a:cubicBezTo>
                  <a:cubicBezTo>
                    <a:pt x="62767" y="185736"/>
                    <a:pt x="68453" y="155411"/>
                    <a:pt x="68948" y="152452"/>
                  </a:cubicBezTo>
                  <a:lnTo>
                    <a:pt x="82793" y="76269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CEC55DD9-4E83-9C56-B27A-B7C77602278B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222279" y="5662720"/>
              <a:ext cx="74911" cy="165926"/>
            </a:xfrm>
            <a:custGeom>
              <a:avLst/>
              <a:gdLst>
                <a:gd name="connsiteX0" fmla="*/ 68700 w 74911"/>
                <a:gd name="connsiteY0" fmla="*/ 9462 h 165926"/>
                <a:gd name="connsiteX1" fmla="*/ 58811 w 74911"/>
                <a:gd name="connsiteY1" fmla="*/ 93 h 165926"/>
                <a:gd name="connsiteX2" fmla="*/ 44966 w 74911"/>
                <a:gd name="connsiteY2" fmla="*/ 13653 h 165926"/>
                <a:gd name="connsiteX3" fmla="*/ 54855 w 74911"/>
                <a:gd name="connsiteY3" fmla="*/ 23022 h 165926"/>
                <a:gd name="connsiteX4" fmla="*/ 68700 w 74911"/>
                <a:gd name="connsiteY4" fmla="*/ 9462 h 165926"/>
                <a:gd name="connsiteX5" fmla="*/ 18264 w 74911"/>
                <a:gd name="connsiteY5" fmla="*/ 134708 h 165926"/>
                <a:gd name="connsiteX6" fmla="*/ 16039 w 74911"/>
                <a:gd name="connsiteY6" fmla="*/ 145063 h 165926"/>
                <a:gd name="connsiteX7" fmla="*/ 39527 w 74911"/>
                <a:gd name="connsiteY7" fmla="*/ 166020 h 165926"/>
                <a:gd name="connsiteX8" fmla="*/ 75128 w 74911"/>
                <a:gd name="connsiteY8" fmla="*/ 128298 h 165926"/>
                <a:gd name="connsiteX9" fmla="*/ 71173 w 74911"/>
                <a:gd name="connsiteY9" fmla="*/ 125093 h 165926"/>
                <a:gd name="connsiteX10" fmla="*/ 66475 w 74911"/>
                <a:gd name="connsiteY10" fmla="*/ 129284 h 165926"/>
                <a:gd name="connsiteX11" fmla="*/ 40268 w 74911"/>
                <a:gd name="connsiteY11" fmla="*/ 159117 h 165926"/>
                <a:gd name="connsiteX12" fmla="*/ 34087 w 74911"/>
                <a:gd name="connsiteY12" fmla="*/ 150487 h 165926"/>
                <a:gd name="connsiteX13" fmla="*/ 38043 w 74911"/>
                <a:gd name="connsiteY13" fmla="*/ 134708 h 165926"/>
                <a:gd name="connsiteX14" fmla="*/ 45955 w 74911"/>
                <a:gd name="connsiteY14" fmla="*/ 114984 h 165926"/>
                <a:gd name="connsiteX15" fmla="*/ 58069 w 74911"/>
                <a:gd name="connsiteY15" fmla="*/ 83673 h 165926"/>
                <a:gd name="connsiteX16" fmla="*/ 59553 w 74911"/>
                <a:gd name="connsiteY16" fmla="*/ 75783 h 165926"/>
                <a:gd name="connsiteX17" fmla="*/ 36065 w 74911"/>
                <a:gd name="connsiteY17" fmla="*/ 54827 h 165926"/>
                <a:gd name="connsiteX18" fmla="*/ 216 w 74911"/>
                <a:gd name="connsiteY18" fmla="*/ 92549 h 165926"/>
                <a:gd name="connsiteX19" fmla="*/ 4419 w 74911"/>
                <a:gd name="connsiteY19" fmla="*/ 95754 h 165926"/>
                <a:gd name="connsiteX20" fmla="*/ 8870 w 74911"/>
                <a:gd name="connsiteY20" fmla="*/ 91809 h 165926"/>
                <a:gd name="connsiteX21" fmla="*/ 35324 w 74911"/>
                <a:gd name="connsiteY21" fmla="*/ 61730 h 165926"/>
                <a:gd name="connsiteX22" fmla="*/ 41504 w 74911"/>
                <a:gd name="connsiteY22" fmla="*/ 70359 h 165926"/>
                <a:gd name="connsiteX23" fmla="*/ 33840 w 74911"/>
                <a:gd name="connsiteY23" fmla="*/ 95014 h 165926"/>
                <a:gd name="connsiteX24" fmla="*/ 18264 w 74911"/>
                <a:gd name="connsiteY24" fmla="*/ 134708 h 165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911" h="165926">
                  <a:moveTo>
                    <a:pt x="68700" y="9462"/>
                  </a:moveTo>
                  <a:cubicBezTo>
                    <a:pt x="68700" y="5517"/>
                    <a:pt x="65733" y="93"/>
                    <a:pt x="58811" y="93"/>
                  </a:cubicBezTo>
                  <a:cubicBezTo>
                    <a:pt x="52136" y="93"/>
                    <a:pt x="44966" y="6503"/>
                    <a:pt x="44966" y="13653"/>
                  </a:cubicBezTo>
                  <a:cubicBezTo>
                    <a:pt x="44966" y="17844"/>
                    <a:pt x="48180" y="23022"/>
                    <a:pt x="54855" y="23022"/>
                  </a:cubicBezTo>
                  <a:cubicBezTo>
                    <a:pt x="62025" y="23022"/>
                    <a:pt x="68700" y="16119"/>
                    <a:pt x="68700" y="9462"/>
                  </a:cubicBezTo>
                  <a:close/>
                  <a:moveTo>
                    <a:pt x="18264" y="134708"/>
                  </a:moveTo>
                  <a:cubicBezTo>
                    <a:pt x="17275" y="137913"/>
                    <a:pt x="16039" y="140872"/>
                    <a:pt x="16039" y="145063"/>
                  </a:cubicBezTo>
                  <a:cubicBezTo>
                    <a:pt x="16039" y="156651"/>
                    <a:pt x="25929" y="166020"/>
                    <a:pt x="39527" y="166020"/>
                  </a:cubicBezTo>
                  <a:cubicBezTo>
                    <a:pt x="64250" y="166020"/>
                    <a:pt x="75128" y="131996"/>
                    <a:pt x="75128" y="128298"/>
                  </a:cubicBezTo>
                  <a:cubicBezTo>
                    <a:pt x="75128" y="125093"/>
                    <a:pt x="71914" y="125093"/>
                    <a:pt x="71173" y="125093"/>
                  </a:cubicBezTo>
                  <a:cubicBezTo>
                    <a:pt x="67711" y="125093"/>
                    <a:pt x="67464" y="126572"/>
                    <a:pt x="66475" y="129284"/>
                  </a:cubicBezTo>
                  <a:cubicBezTo>
                    <a:pt x="60789" y="149008"/>
                    <a:pt x="49910" y="159117"/>
                    <a:pt x="40268" y="159117"/>
                  </a:cubicBezTo>
                  <a:cubicBezTo>
                    <a:pt x="35324" y="159117"/>
                    <a:pt x="34087" y="155911"/>
                    <a:pt x="34087" y="150487"/>
                  </a:cubicBezTo>
                  <a:cubicBezTo>
                    <a:pt x="34087" y="144817"/>
                    <a:pt x="35818" y="140132"/>
                    <a:pt x="38043" y="134708"/>
                  </a:cubicBezTo>
                  <a:cubicBezTo>
                    <a:pt x="40516" y="128051"/>
                    <a:pt x="43235" y="121395"/>
                    <a:pt x="45955" y="114984"/>
                  </a:cubicBezTo>
                  <a:cubicBezTo>
                    <a:pt x="48180" y="109067"/>
                    <a:pt x="57080" y="86631"/>
                    <a:pt x="58069" y="83673"/>
                  </a:cubicBezTo>
                  <a:cubicBezTo>
                    <a:pt x="58811" y="81207"/>
                    <a:pt x="59553" y="78249"/>
                    <a:pt x="59553" y="75783"/>
                  </a:cubicBezTo>
                  <a:cubicBezTo>
                    <a:pt x="59553" y="64195"/>
                    <a:pt x="49663" y="54827"/>
                    <a:pt x="36065" y="54827"/>
                  </a:cubicBezTo>
                  <a:cubicBezTo>
                    <a:pt x="11589" y="54827"/>
                    <a:pt x="216" y="88357"/>
                    <a:pt x="216" y="92549"/>
                  </a:cubicBezTo>
                  <a:cubicBezTo>
                    <a:pt x="216" y="95754"/>
                    <a:pt x="3678" y="95754"/>
                    <a:pt x="4419" y="95754"/>
                  </a:cubicBezTo>
                  <a:cubicBezTo>
                    <a:pt x="7881" y="95754"/>
                    <a:pt x="8128" y="94521"/>
                    <a:pt x="8870" y="91809"/>
                  </a:cubicBezTo>
                  <a:cubicBezTo>
                    <a:pt x="15298" y="70606"/>
                    <a:pt x="26176" y="61730"/>
                    <a:pt x="35324" y="61730"/>
                  </a:cubicBezTo>
                  <a:cubicBezTo>
                    <a:pt x="39279" y="61730"/>
                    <a:pt x="41504" y="63702"/>
                    <a:pt x="41504" y="70359"/>
                  </a:cubicBezTo>
                  <a:cubicBezTo>
                    <a:pt x="41504" y="76030"/>
                    <a:pt x="40021" y="79728"/>
                    <a:pt x="33840" y="95014"/>
                  </a:cubicBezTo>
                  <a:lnTo>
                    <a:pt x="18264" y="134708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9BE87032-76AD-FC21-261F-A791772FA70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426560" y="5463847"/>
              <a:ext cx="81940" cy="352211"/>
            </a:xfrm>
            <a:custGeom>
              <a:avLst/>
              <a:gdLst>
                <a:gd name="connsiteX0" fmla="*/ 82162 w 81940"/>
                <a:gd name="connsiteY0" fmla="*/ 176196 h 352211"/>
                <a:gd name="connsiteX1" fmla="*/ 58852 w 81940"/>
                <a:gd name="connsiteY1" fmla="*/ 66306 h 352211"/>
                <a:gd name="connsiteX2" fmla="*/ 3754 w 81940"/>
                <a:gd name="connsiteY2" fmla="*/ 90 h 352211"/>
                <a:gd name="connsiteX3" fmla="*/ 222 w 81940"/>
                <a:gd name="connsiteY3" fmla="*/ 3612 h 352211"/>
                <a:gd name="connsiteX4" fmla="*/ 6933 w 81940"/>
                <a:gd name="connsiteY4" fmla="*/ 11713 h 352211"/>
                <a:gd name="connsiteX5" fmla="*/ 61677 w 81940"/>
                <a:gd name="connsiteY5" fmla="*/ 176196 h 352211"/>
                <a:gd name="connsiteX6" fmla="*/ 4813 w 81940"/>
                <a:gd name="connsiteY6" fmla="*/ 342792 h 352211"/>
                <a:gd name="connsiteX7" fmla="*/ 222 w 81940"/>
                <a:gd name="connsiteY7" fmla="*/ 348780 h 352211"/>
                <a:gd name="connsiteX8" fmla="*/ 3754 w 81940"/>
                <a:gd name="connsiteY8" fmla="*/ 352302 h 352211"/>
                <a:gd name="connsiteX9" fmla="*/ 59911 w 81940"/>
                <a:gd name="connsiteY9" fmla="*/ 283621 h 352211"/>
                <a:gd name="connsiteX10" fmla="*/ 82162 w 81940"/>
                <a:gd name="connsiteY10" fmla="*/ 176196 h 352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940" h="352211">
                  <a:moveTo>
                    <a:pt x="82162" y="176196"/>
                  </a:moveTo>
                  <a:cubicBezTo>
                    <a:pt x="82162" y="148724"/>
                    <a:pt x="78277" y="106106"/>
                    <a:pt x="58852" y="66306"/>
                  </a:cubicBezTo>
                  <a:cubicBezTo>
                    <a:pt x="37660" y="22984"/>
                    <a:pt x="7286" y="90"/>
                    <a:pt x="3754" y="90"/>
                  </a:cubicBezTo>
                  <a:cubicBezTo>
                    <a:pt x="1635" y="90"/>
                    <a:pt x="222" y="1499"/>
                    <a:pt x="222" y="3612"/>
                  </a:cubicBezTo>
                  <a:cubicBezTo>
                    <a:pt x="222" y="4669"/>
                    <a:pt x="222" y="5373"/>
                    <a:pt x="6933" y="11713"/>
                  </a:cubicBezTo>
                  <a:cubicBezTo>
                    <a:pt x="41545" y="46582"/>
                    <a:pt x="61677" y="102584"/>
                    <a:pt x="61677" y="176196"/>
                  </a:cubicBezTo>
                  <a:cubicBezTo>
                    <a:pt x="61677" y="236424"/>
                    <a:pt x="48609" y="298414"/>
                    <a:pt x="4813" y="342792"/>
                  </a:cubicBezTo>
                  <a:cubicBezTo>
                    <a:pt x="222" y="347019"/>
                    <a:pt x="222" y="347723"/>
                    <a:pt x="222" y="348780"/>
                  </a:cubicBezTo>
                  <a:cubicBezTo>
                    <a:pt x="222" y="350893"/>
                    <a:pt x="1635" y="352302"/>
                    <a:pt x="3754" y="352302"/>
                  </a:cubicBezTo>
                  <a:cubicBezTo>
                    <a:pt x="7286" y="352302"/>
                    <a:pt x="39073" y="328352"/>
                    <a:pt x="59911" y="283621"/>
                  </a:cubicBezTo>
                  <a:cubicBezTo>
                    <a:pt x="77924" y="244877"/>
                    <a:pt x="82162" y="205782"/>
                    <a:pt x="82162" y="176196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9C07A8F6-49B1-91EA-0E26-9E02219EB64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559356" y="5418872"/>
              <a:ext cx="109277" cy="163708"/>
            </a:xfrm>
            <a:custGeom>
              <a:avLst/>
              <a:gdLst>
                <a:gd name="connsiteX0" fmla="*/ 109503 w 109277"/>
                <a:gd name="connsiteY0" fmla="*/ 118922 h 163708"/>
                <a:gd name="connsiteX1" fmla="*/ 101097 w 109277"/>
                <a:gd name="connsiteY1" fmla="*/ 118922 h 163708"/>
                <a:gd name="connsiteX2" fmla="*/ 94669 w 109277"/>
                <a:gd name="connsiteY2" fmla="*/ 141358 h 163708"/>
                <a:gd name="connsiteX3" fmla="*/ 70193 w 109277"/>
                <a:gd name="connsiteY3" fmla="*/ 142837 h 163708"/>
                <a:gd name="connsiteX4" fmla="*/ 24702 w 109277"/>
                <a:gd name="connsiteY4" fmla="*/ 142837 h 163708"/>
                <a:gd name="connsiteX5" fmla="*/ 74149 w 109277"/>
                <a:gd name="connsiteY5" fmla="*/ 101417 h 163708"/>
                <a:gd name="connsiteX6" fmla="*/ 109503 w 109277"/>
                <a:gd name="connsiteY6" fmla="*/ 48163 h 163708"/>
                <a:gd name="connsiteX7" fmla="*/ 51650 w 109277"/>
                <a:gd name="connsiteY7" fmla="*/ 86 h 163708"/>
                <a:gd name="connsiteX8" fmla="*/ 226 w 109277"/>
                <a:gd name="connsiteY8" fmla="*/ 44218 h 163708"/>
                <a:gd name="connsiteX9" fmla="*/ 13329 w 109277"/>
                <a:gd name="connsiteY9" fmla="*/ 58025 h 163708"/>
                <a:gd name="connsiteX10" fmla="*/ 26433 w 109277"/>
                <a:gd name="connsiteY10" fmla="*/ 44958 h 163708"/>
                <a:gd name="connsiteX11" fmla="*/ 11846 w 109277"/>
                <a:gd name="connsiteY11" fmla="*/ 31891 h 163708"/>
                <a:gd name="connsiteX12" fmla="*/ 47942 w 109277"/>
                <a:gd name="connsiteY12" fmla="*/ 8962 h 163708"/>
                <a:gd name="connsiteX13" fmla="*/ 85522 w 109277"/>
                <a:gd name="connsiteY13" fmla="*/ 48163 h 163708"/>
                <a:gd name="connsiteX14" fmla="*/ 62282 w 109277"/>
                <a:gd name="connsiteY14" fmla="*/ 95500 h 163708"/>
                <a:gd name="connsiteX15" fmla="*/ 2698 w 109277"/>
                <a:gd name="connsiteY15" fmla="*/ 154179 h 163708"/>
                <a:gd name="connsiteX16" fmla="*/ 226 w 109277"/>
                <a:gd name="connsiteY16" fmla="*/ 163794 h 163708"/>
                <a:gd name="connsiteX17" fmla="*/ 102086 w 109277"/>
                <a:gd name="connsiteY17" fmla="*/ 163794 h 163708"/>
                <a:gd name="connsiteX18" fmla="*/ 109503 w 109277"/>
                <a:gd name="connsiteY18" fmla="*/ 118922 h 16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277" h="163708">
                  <a:moveTo>
                    <a:pt x="109503" y="118922"/>
                  </a:moveTo>
                  <a:lnTo>
                    <a:pt x="101097" y="118922"/>
                  </a:lnTo>
                  <a:cubicBezTo>
                    <a:pt x="100356" y="124346"/>
                    <a:pt x="97883" y="138893"/>
                    <a:pt x="94669" y="141358"/>
                  </a:cubicBezTo>
                  <a:cubicBezTo>
                    <a:pt x="92691" y="142837"/>
                    <a:pt x="73654" y="142837"/>
                    <a:pt x="70193" y="142837"/>
                  </a:cubicBezTo>
                  <a:lnTo>
                    <a:pt x="24702" y="142837"/>
                  </a:lnTo>
                  <a:cubicBezTo>
                    <a:pt x="50661" y="119908"/>
                    <a:pt x="59315" y="113005"/>
                    <a:pt x="74149" y="101417"/>
                  </a:cubicBezTo>
                  <a:cubicBezTo>
                    <a:pt x="92444" y="86871"/>
                    <a:pt x="109503" y="71585"/>
                    <a:pt x="109503" y="48163"/>
                  </a:cubicBezTo>
                  <a:cubicBezTo>
                    <a:pt x="109503" y="18331"/>
                    <a:pt x="83296" y="86"/>
                    <a:pt x="51650" y="86"/>
                  </a:cubicBezTo>
                  <a:cubicBezTo>
                    <a:pt x="20993" y="86"/>
                    <a:pt x="226" y="21536"/>
                    <a:pt x="226" y="44218"/>
                  </a:cubicBezTo>
                  <a:cubicBezTo>
                    <a:pt x="226" y="56792"/>
                    <a:pt x="10857" y="58025"/>
                    <a:pt x="13329" y="58025"/>
                  </a:cubicBezTo>
                  <a:cubicBezTo>
                    <a:pt x="19263" y="58025"/>
                    <a:pt x="26433" y="53834"/>
                    <a:pt x="26433" y="44958"/>
                  </a:cubicBezTo>
                  <a:cubicBezTo>
                    <a:pt x="26433" y="40520"/>
                    <a:pt x="24702" y="31891"/>
                    <a:pt x="11846" y="31891"/>
                  </a:cubicBezTo>
                  <a:cubicBezTo>
                    <a:pt x="19510" y="14386"/>
                    <a:pt x="36322" y="8962"/>
                    <a:pt x="47942" y="8962"/>
                  </a:cubicBezTo>
                  <a:cubicBezTo>
                    <a:pt x="72665" y="8962"/>
                    <a:pt x="85522" y="28193"/>
                    <a:pt x="85522" y="48163"/>
                  </a:cubicBezTo>
                  <a:cubicBezTo>
                    <a:pt x="85522" y="69613"/>
                    <a:pt x="70193" y="86625"/>
                    <a:pt x="62282" y="95500"/>
                  </a:cubicBezTo>
                  <a:lnTo>
                    <a:pt x="2698" y="154179"/>
                  </a:lnTo>
                  <a:cubicBezTo>
                    <a:pt x="226" y="156398"/>
                    <a:pt x="226" y="156891"/>
                    <a:pt x="226" y="163794"/>
                  </a:cubicBezTo>
                  <a:lnTo>
                    <a:pt x="102086" y="163794"/>
                  </a:lnTo>
                  <a:lnTo>
                    <a:pt x="109503" y="118922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FDFBDCB7-43DA-1F67-23BB-C11955701AC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314517" y="6486269"/>
              <a:ext cx="234872" cy="82417"/>
            </a:xfrm>
            <a:custGeom>
              <a:avLst/>
              <a:gdLst>
                <a:gd name="connsiteX0" fmla="*/ 223026 w 234872"/>
                <a:gd name="connsiteY0" fmla="*/ 14204 h 82417"/>
                <a:gd name="connsiteX1" fmla="*/ 235035 w 234872"/>
                <a:gd name="connsiteY1" fmla="*/ 7160 h 82417"/>
                <a:gd name="connsiteX2" fmla="*/ 223379 w 234872"/>
                <a:gd name="connsiteY2" fmla="*/ 115 h 82417"/>
                <a:gd name="connsiteX3" fmla="*/ 11818 w 234872"/>
                <a:gd name="connsiteY3" fmla="*/ 115 h 82417"/>
                <a:gd name="connsiteX4" fmla="*/ 162 w 234872"/>
                <a:gd name="connsiteY4" fmla="*/ 7160 h 82417"/>
                <a:gd name="connsiteX5" fmla="*/ 12171 w 234872"/>
                <a:gd name="connsiteY5" fmla="*/ 14204 h 82417"/>
                <a:gd name="connsiteX6" fmla="*/ 223026 w 234872"/>
                <a:gd name="connsiteY6" fmla="*/ 14204 h 82417"/>
                <a:gd name="connsiteX7" fmla="*/ 223379 w 234872"/>
                <a:gd name="connsiteY7" fmla="*/ 82533 h 82417"/>
                <a:gd name="connsiteX8" fmla="*/ 235035 w 234872"/>
                <a:gd name="connsiteY8" fmla="*/ 75489 h 82417"/>
                <a:gd name="connsiteX9" fmla="*/ 223026 w 234872"/>
                <a:gd name="connsiteY9" fmla="*/ 68444 h 82417"/>
                <a:gd name="connsiteX10" fmla="*/ 12171 w 234872"/>
                <a:gd name="connsiteY10" fmla="*/ 68444 h 82417"/>
                <a:gd name="connsiteX11" fmla="*/ 162 w 234872"/>
                <a:gd name="connsiteY11" fmla="*/ 75489 h 82417"/>
                <a:gd name="connsiteX12" fmla="*/ 11818 w 234872"/>
                <a:gd name="connsiteY12" fmla="*/ 82533 h 82417"/>
                <a:gd name="connsiteX13" fmla="*/ 223379 w 234872"/>
                <a:gd name="connsiteY13" fmla="*/ 82533 h 8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872" h="82417">
                  <a:moveTo>
                    <a:pt x="223026" y="14204"/>
                  </a:moveTo>
                  <a:cubicBezTo>
                    <a:pt x="228324" y="14204"/>
                    <a:pt x="235035" y="14204"/>
                    <a:pt x="235035" y="7160"/>
                  </a:cubicBezTo>
                  <a:cubicBezTo>
                    <a:pt x="235035" y="115"/>
                    <a:pt x="228324" y="115"/>
                    <a:pt x="223379" y="115"/>
                  </a:cubicBezTo>
                  <a:lnTo>
                    <a:pt x="11818" y="115"/>
                  </a:lnTo>
                  <a:cubicBezTo>
                    <a:pt x="6873" y="115"/>
                    <a:pt x="162" y="115"/>
                    <a:pt x="162" y="7160"/>
                  </a:cubicBezTo>
                  <a:cubicBezTo>
                    <a:pt x="162" y="14204"/>
                    <a:pt x="6873" y="14204"/>
                    <a:pt x="12171" y="14204"/>
                  </a:cubicBezTo>
                  <a:lnTo>
                    <a:pt x="223026" y="14204"/>
                  </a:lnTo>
                  <a:close/>
                  <a:moveTo>
                    <a:pt x="223379" y="82533"/>
                  </a:moveTo>
                  <a:cubicBezTo>
                    <a:pt x="228324" y="82533"/>
                    <a:pt x="235035" y="82533"/>
                    <a:pt x="235035" y="75489"/>
                  </a:cubicBezTo>
                  <a:cubicBezTo>
                    <a:pt x="235035" y="68444"/>
                    <a:pt x="228324" y="68444"/>
                    <a:pt x="223026" y="68444"/>
                  </a:cubicBezTo>
                  <a:lnTo>
                    <a:pt x="12171" y="68444"/>
                  </a:lnTo>
                  <a:cubicBezTo>
                    <a:pt x="6873" y="68444"/>
                    <a:pt x="162" y="68444"/>
                    <a:pt x="162" y="75489"/>
                  </a:cubicBezTo>
                  <a:cubicBezTo>
                    <a:pt x="162" y="82533"/>
                    <a:pt x="6873" y="82533"/>
                    <a:pt x="11818" y="82533"/>
                  </a:cubicBezTo>
                  <a:lnTo>
                    <a:pt x="223379" y="8253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480F6107-06EA-3C37-B3E4-3F883DBD3DC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681325" y="6380957"/>
              <a:ext cx="148693" cy="242321"/>
            </a:xfrm>
            <a:custGeom>
              <a:avLst/>
              <a:gdLst>
                <a:gd name="connsiteX0" fmla="*/ 148866 w 148693"/>
                <a:gd name="connsiteY0" fmla="*/ 121981 h 242321"/>
                <a:gd name="connsiteX1" fmla="*/ 134739 w 148693"/>
                <a:gd name="connsiteY1" fmla="*/ 39563 h 242321"/>
                <a:gd name="connsiteX2" fmla="*/ 74696 w 148693"/>
                <a:gd name="connsiteY2" fmla="*/ 115 h 242321"/>
                <a:gd name="connsiteX3" fmla="*/ 13241 w 148693"/>
                <a:gd name="connsiteY3" fmla="*/ 42028 h 242321"/>
                <a:gd name="connsiteX4" fmla="*/ 173 w 148693"/>
                <a:gd name="connsiteY4" fmla="*/ 121981 h 242321"/>
                <a:gd name="connsiteX5" fmla="*/ 16066 w 148693"/>
                <a:gd name="connsiteY5" fmla="*/ 206864 h 242321"/>
                <a:gd name="connsiteX6" fmla="*/ 74343 w 148693"/>
                <a:gd name="connsiteY6" fmla="*/ 242437 h 242321"/>
                <a:gd name="connsiteX7" fmla="*/ 135798 w 148693"/>
                <a:gd name="connsiteY7" fmla="*/ 201580 h 242321"/>
                <a:gd name="connsiteX8" fmla="*/ 148866 w 148693"/>
                <a:gd name="connsiteY8" fmla="*/ 121981 h 242321"/>
                <a:gd name="connsiteX9" fmla="*/ 74343 w 148693"/>
                <a:gd name="connsiteY9" fmla="*/ 234688 h 242321"/>
                <a:gd name="connsiteX10" fmla="*/ 33373 w 148693"/>
                <a:gd name="connsiteY10" fmla="*/ 192071 h 242321"/>
                <a:gd name="connsiteX11" fmla="*/ 29488 w 148693"/>
                <a:gd name="connsiteY11" fmla="*/ 117754 h 242321"/>
                <a:gd name="connsiteX12" fmla="*/ 32313 w 148693"/>
                <a:gd name="connsiteY12" fmla="*/ 52947 h 242321"/>
                <a:gd name="connsiteX13" fmla="*/ 74343 w 148693"/>
                <a:gd name="connsiteY13" fmla="*/ 7864 h 242321"/>
                <a:gd name="connsiteX14" fmla="*/ 116020 w 148693"/>
                <a:gd name="connsiteY14" fmla="*/ 49073 h 242321"/>
                <a:gd name="connsiteX15" fmla="*/ 119552 w 148693"/>
                <a:gd name="connsiteY15" fmla="*/ 117754 h 242321"/>
                <a:gd name="connsiteX16" fmla="*/ 115666 w 148693"/>
                <a:gd name="connsiteY16" fmla="*/ 190662 h 242321"/>
                <a:gd name="connsiteX17" fmla="*/ 74343 w 148693"/>
                <a:gd name="connsiteY17" fmla="*/ 234688 h 24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693" h="242321">
                  <a:moveTo>
                    <a:pt x="148866" y="121981"/>
                  </a:moveTo>
                  <a:cubicBezTo>
                    <a:pt x="148866" y="93804"/>
                    <a:pt x="147100" y="65627"/>
                    <a:pt x="134739" y="39563"/>
                  </a:cubicBezTo>
                  <a:cubicBezTo>
                    <a:pt x="118492" y="5751"/>
                    <a:pt x="89530" y="115"/>
                    <a:pt x="74696" y="115"/>
                  </a:cubicBezTo>
                  <a:cubicBezTo>
                    <a:pt x="53505" y="115"/>
                    <a:pt x="27722" y="9273"/>
                    <a:pt x="13241" y="42028"/>
                  </a:cubicBezTo>
                  <a:cubicBezTo>
                    <a:pt x="1939" y="66331"/>
                    <a:pt x="173" y="93804"/>
                    <a:pt x="173" y="121981"/>
                  </a:cubicBezTo>
                  <a:cubicBezTo>
                    <a:pt x="173" y="148396"/>
                    <a:pt x="1586" y="180095"/>
                    <a:pt x="16066" y="206864"/>
                  </a:cubicBezTo>
                  <a:cubicBezTo>
                    <a:pt x="31254" y="235393"/>
                    <a:pt x="57037" y="242437"/>
                    <a:pt x="74343" y="242437"/>
                  </a:cubicBezTo>
                  <a:cubicBezTo>
                    <a:pt x="93415" y="242437"/>
                    <a:pt x="120258" y="235041"/>
                    <a:pt x="135798" y="201580"/>
                  </a:cubicBezTo>
                  <a:cubicBezTo>
                    <a:pt x="147100" y="177278"/>
                    <a:pt x="148866" y="149805"/>
                    <a:pt x="148866" y="121981"/>
                  </a:cubicBezTo>
                  <a:close/>
                  <a:moveTo>
                    <a:pt x="74343" y="234688"/>
                  </a:moveTo>
                  <a:cubicBezTo>
                    <a:pt x="60569" y="234688"/>
                    <a:pt x="39730" y="225883"/>
                    <a:pt x="33373" y="192071"/>
                  </a:cubicBezTo>
                  <a:cubicBezTo>
                    <a:pt x="29488" y="170938"/>
                    <a:pt x="29488" y="138534"/>
                    <a:pt x="29488" y="117754"/>
                  </a:cubicBezTo>
                  <a:cubicBezTo>
                    <a:pt x="29488" y="95212"/>
                    <a:pt x="29488" y="71966"/>
                    <a:pt x="32313" y="52947"/>
                  </a:cubicBezTo>
                  <a:cubicBezTo>
                    <a:pt x="39024" y="11034"/>
                    <a:pt x="65513" y="7864"/>
                    <a:pt x="74343" y="7864"/>
                  </a:cubicBezTo>
                  <a:cubicBezTo>
                    <a:pt x="85998" y="7864"/>
                    <a:pt x="109309" y="14204"/>
                    <a:pt x="116020" y="49073"/>
                  </a:cubicBezTo>
                  <a:cubicBezTo>
                    <a:pt x="119552" y="68797"/>
                    <a:pt x="119552" y="95565"/>
                    <a:pt x="119552" y="117754"/>
                  </a:cubicBezTo>
                  <a:cubicBezTo>
                    <a:pt x="119552" y="144170"/>
                    <a:pt x="119552" y="168120"/>
                    <a:pt x="115666" y="190662"/>
                  </a:cubicBezTo>
                  <a:cubicBezTo>
                    <a:pt x="110369" y="224122"/>
                    <a:pt x="90237" y="234688"/>
                    <a:pt x="74343" y="234688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9923017A-4462-1B20-0C31-E79094C4E0E3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874521" y="6578196"/>
              <a:ext cx="37438" cy="37334"/>
            </a:xfrm>
            <a:custGeom>
              <a:avLst/>
              <a:gdLst>
                <a:gd name="connsiteX0" fmla="*/ 37616 w 37438"/>
                <a:gd name="connsiteY0" fmla="*/ 18783 h 37334"/>
                <a:gd name="connsiteX1" fmla="*/ 18897 w 37438"/>
                <a:gd name="connsiteY1" fmla="*/ 115 h 37334"/>
                <a:gd name="connsiteX2" fmla="*/ 178 w 37438"/>
                <a:gd name="connsiteY2" fmla="*/ 18783 h 37334"/>
                <a:gd name="connsiteX3" fmla="*/ 18897 w 37438"/>
                <a:gd name="connsiteY3" fmla="*/ 37450 h 37334"/>
                <a:gd name="connsiteX4" fmla="*/ 37616 w 37438"/>
                <a:gd name="connsiteY4" fmla="*/ 18783 h 37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38" h="37334">
                  <a:moveTo>
                    <a:pt x="37616" y="18783"/>
                  </a:moveTo>
                  <a:cubicBezTo>
                    <a:pt x="37616" y="8568"/>
                    <a:pt x="29140" y="115"/>
                    <a:pt x="18897" y="115"/>
                  </a:cubicBezTo>
                  <a:cubicBezTo>
                    <a:pt x="8654" y="115"/>
                    <a:pt x="178" y="8568"/>
                    <a:pt x="178" y="18783"/>
                  </a:cubicBezTo>
                  <a:cubicBezTo>
                    <a:pt x="178" y="28997"/>
                    <a:pt x="8654" y="37450"/>
                    <a:pt x="18897" y="37450"/>
                  </a:cubicBezTo>
                  <a:cubicBezTo>
                    <a:pt x="29140" y="37450"/>
                    <a:pt x="37616" y="28997"/>
                    <a:pt x="37616" y="18783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937DDB59-0051-A3F7-7E1B-8E2E07BB06E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973689" y="6380957"/>
              <a:ext cx="116553" cy="234573"/>
            </a:xfrm>
            <a:custGeom>
              <a:avLst/>
              <a:gdLst>
                <a:gd name="connsiteX0" fmla="*/ 72585 w 116553"/>
                <a:gd name="connsiteY0" fmla="*/ 9273 h 234573"/>
                <a:gd name="connsiteX1" fmla="*/ 64461 w 116553"/>
                <a:gd name="connsiteY1" fmla="*/ 115 h 234573"/>
                <a:gd name="connsiteX2" fmla="*/ 181 w 116553"/>
                <a:gd name="connsiteY2" fmla="*/ 22657 h 234573"/>
                <a:gd name="connsiteX3" fmla="*/ 181 w 116553"/>
                <a:gd name="connsiteY3" fmla="*/ 33575 h 234573"/>
                <a:gd name="connsiteX4" fmla="*/ 46449 w 116553"/>
                <a:gd name="connsiteY4" fmla="*/ 24418 h 234573"/>
                <a:gd name="connsiteX5" fmla="*/ 46449 w 116553"/>
                <a:gd name="connsiteY5" fmla="*/ 206864 h 234573"/>
                <a:gd name="connsiteX6" fmla="*/ 13602 w 116553"/>
                <a:gd name="connsiteY6" fmla="*/ 223770 h 234573"/>
                <a:gd name="connsiteX7" fmla="*/ 2300 w 116553"/>
                <a:gd name="connsiteY7" fmla="*/ 223770 h 234573"/>
                <a:gd name="connsiteX8" fmla="*/ 2300 w 116553"/>
                <a:gd name="connsiteY8" fmla="*/ 234688 h 234573"/>
                <a:gd name="connsiteX9" fmla="*/ 59517 w 116553"/>
                <a:gd name="connsiteY9" fmla="*/ 233632 h 234573"/>
                <a:gd name="connsiteX10" fmla="*/ 116734 w 116553"/>
                <a:gd name="connsiteY10" fmla="*/ 234688 h 234573"/>
                <a:gd name="connsiteX11" fmla="*/ 116734 w 116553"/>
                <a:gd name="connsiteY11" fmla="*/ 223770 h 234573"/>
                <a:gd name="connsiteX12" fmla="*/ 105432 w 116553"/>
                <a:gd name="connsiteY12" fmla="*/ 223770 h 234573"/>
                <a:gd name="connsiteX13" fmla="*/ 72585 w 116553"/>
                <a:gd name="connsiteY13" fmla="*/ 206864 h 234573"/>
                <a:gd name="connsiteX14" fmla="*/ 72585 w 116553"/>
                <a:gd name="connsiteY14" fmla="*/ 9273 h 23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553" h="234573">
                  <a:moveTo>
                    <a:pt x="72585" y="9273"/>
                  </a:moveTo>
                  <a:cubicBezTo>
                    <a:pt x="72585" y="820"/>
                    <a:pt x="72585" y="115"/>
                    <a:pt x="64461" y="115"/>
                  </a:cubicBezTo>
                  <a:cubicBezTo>
                    <a:pt x="42564" y="22657"/>
                    <a:pt x="11483" y="22657"/>
                    <a:pt x="181" y="22657"/>
                  </a:cubicBezTo>
                  <a:lnTo>
                    <a:pt x="181" y="33575"/>
                  </a:lnTo>
                  <a:cubicBezTo>
                    <a:pt x="7244" y="33575"/>
                    <a:pt x="28083" y="33575"/>
                    <a:pt x="46449" y="24418"/>
                  </a:cubicBezTo>
                  <a:lnTo>
                    <a:pt x="46449" y="206864"/>
                  </a:lnTo>
                  <a:cubicBezTo>
                    <a:pt x="46449" y="219543"/>
                    <a:pt x="45389" y="223770"/>
                    <a:pt x="13602" y="223770"/>
                  </a:cubicBezTo>
                  <a:lnTo>
                    <a:pt x="2300" y="223770"/>
                  </a:lnTo>
                  <a:lnTo>
                    <a:pt x="2300" y="234688"/>
                  </a:lnTo>
                  <a:cubicBezTo>
                    <a:pt x="14661" y="233632"/>
                    <a:pt x="45389" y="233632"/>
                    <a:pt x="59517" y="233632"/>
                  </a:cubicBezTo>
                  <a:cubicBezTo>
                    <a:pt x="73644" y="233632"/>
                    <a:pt x="104372" y="233632"/>
                    <a:pt x="116734" y="234688"/>
                  </a:cubicBezTo>
                  <a:lnTo>
                    <a:pt x="116734" y="223770"/>
                  </a:lnTo>
                  <a:lnTo>
                    <a:pt x="105432" y="223770"/>
                  </a:lnTo>
                  <a:cubicBezTo>
                    <a:pt x="73644" y="223770"/>
                    <a:pt x="72585" y="219895"/>
                    <a:pt x="72585" y="206864"/>
                  </a:cubicBezTo>
                  <a:lnTo>
                    <a:pt x="72585" y="927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B158D2D5-906C-045E-20D8-D029AA7FC3F3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136511" y="6380957"/>
              <a:ext cx="140923" cy="234573"/>
            </a:xfrm>
            <a:custGeom>
              <a:avLst/>
              <a:gdLst>
                <a:gd name="connsiteX0" fmla="*/ 27381 w 140923"/>
                <a:gd name="connsiteY0" fmla="*/ 207568 h 234573"/>
                <a:gd name="connsiteX1" fmla="*/ 64820 w 140923"/>
                <a:gd name="connsiteY1" fmla="*/ 171290 h 234573"/>
                <a:gd name="connsiteX2" fmla="*/ 141109 w 140923"/>
                <a:gd name="connsiteY2" fmla="*/ 68444 h 234573"/>
                <a:gd name="connsiteX3" fmla="*/ 66232 w 140923"/>
                <a:gd name="connsiteY3" fmla="*/ 115 h 234573"/>
                <a:gd name="connsiteX4" fmla="*/ 186 w 140923"/>
                <a:gd name="connsiteY4" fmla="*/ 63866 h 234573"/>
                <a:gd name="connsiteX5" fmla="*/ 18905 w 140923"/>
                <a:gd name="connsiteY5" fmla="*/ 83589 h 234573"/>
                <a:gd name="connsiteX6" fmla="*/ 37271 w 140923"/>
                <a:gd name="connsiteY6" fmla="*/ 64922 h 234573"/>
                <a:gd name="connsiteX7" fmla="*/ 18552 w 140923"/>
                <a:gd name="connsiteY7" fmla="*/ 46607 h 234573"/>
                <a:gd name="connsiteX8" fmla="*/ 13960 w 140923"/>
                <a:gd name="connsiteY8" fmla="*/ 46959 h 234573"/>
                <a:gd name="connsiteX9" fmla="*/ 61641 w 140923"/>
                <a:gd name="connsiteY9" fmla="*/ 11034 h 234573"/>
                <a:gd name="connsiteX10" fmla="*/ 108969 w 140923"/>
                <a:gd name="connsiteY10" fmla="*/ 68444 h 234573"/>
                <a:gd name="connsiteX11" fmla="*/ 71883 w 140923"/>
                <a:gd name="connsiteY11" fmla="*/ 146283 h 234573"/>
                <a:gd name="connsiteX12" fmla="*/ 4071 w 140923"/>
                <a:gd name="connsiteY12" fmla="*/ 221656 h 234573"/>
                <a:gd name="connsiteX13" fmla="*/ 186 w 140923"/>
                <a:gd name="connsiteY13" fmla="*/ 234688 h 234573"/>
                <a:gd name="connsiteX14" fmla="*/ 131220 w 140923"/>
                <a:gd name="connsiteY14" fmla="*/ 234688 h 234573"/>
                <a:gd name="connsiteX15" fmla="*/ 141109 w 140923"/>
                <a:gd name="connsiteY15" fmla="*/ 173403 h 234573"/>
                <a:gd name="connsiteX16" fmla="*/ 132279 w 140923"/>
                <a:gd name="connsiteY16" fmla="*/ 173403 h 234573"/>
                <a:gd name="connsiteX17" fmla="*/ 124509 w 140923"/>
                <a:gd name="connsiteY17" fmla="*/ 204750 h 234573"/>
                <a:gd name="connsiteX18" fmla="*/ 90956 w 140923"/>
                <a:gd name="connsiteY18" fmla="*/ 207568 h 234573"/>
                <a:gd name="connsiteX19" fmla="*/ 27381 w 140923"/>
                <a:gd name="connsiteY19" fmla="*/ 207568 h 23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923" h="234573">
                  <a:moveTo>
                    <a:pt x="27381" y="207568"/>
                  </a:moveTo>
                  <a:lnTo>
                    <a:pt x="64820" y="171290"/>
                  </a:lnTo>
                  <a:cubicBezTo>
                    <a:pt x="119917" y="122685"/>
                    <a:pt x="141109" y="103666"/>
                    <a:pt x="141109" y="68444"/>
                  </a:cubicBezTo>
                  <a:cubicBezTo>
                    <a:pt x="141109" y="28292"/>
                    <a:pt x="109322" y="115"/>
                    <a:pt x="66232" y="115"/>
                  </a:cubicBezTo>
                  <a:cubicBezTo>
                    <a:pt x="26322" y="115"/>
                    <a:pt x="186" y="32519"/>
                    <a:pt x="186" y="63866"/>
                  </a:cubicBezTo>
                  <a:cubicBezTo>
                    <a:pt x="186" y="83589"/>
                    <a:pt x="17845" y="83589"/>
                    <a:pt x="18905" y="83589"/>
                  </a:cubicBezTo>
                  <a:cubicBezTo>
                    <a:pt x="24909" y="83589"/>
                    <a:pt x="37271" y="79363"/>
                    <a:pt x="37271" y="64922"/>
                  </a:cubicBezTo>
                  <a:cubicBezTo>
                    <a:pt x="37271" y="55765"/>
                    <a:pt x="30913" y="46607"/>
                    <a:pt x="18552" y="46607"/>
                  </a:cubicBezTo>
                  <a:cubicBezTo>
                    <a:pt x="15726" y="46607"/>
                    <a:pt x="15020" y="46607"/>
                    <a:pt x="13960" y="46959"/>
                  </a:cubicBezTo>
                  <a:cubicBezTo>
                    <a:pt x="22083" y="24066"/>
                    <a:pt x="41156" y="11034"/>
                    <a:pt x="61641" y="11034"/>
                  </a:cubicBezTo>
                  <a:cubicBezTo>
                    <a:pt x="93781" y="11034"/>
                    <a:pt x="108969" y="39563"/>
                    <a:pt x="108969" y="68444"/>
                  </a:cubicBezTo>
                  <a:cubicBezTo>
                    <a:pt x="108969" y="96621"/>
                    <a:pt x="91309" y="124446"/>
                    <a:pt x="71883" y="146283"/>
                  </a:cubicBezTo>
                  <a:lnTo>
                    <a:pt x="4071" y="221656"/>
                  </a:lnTo>
                  <a:cubicBezTo>
                    <a:pt x="186" y="225531"/>
                    <a:pt x="186" y="226235"/>
                    <a:pt x="186" y="234688"/>
                  </a:cubicBezTo>
                  <a:lnTo>
                    <a:pt x="131220" y="234688"/>
                  </a:lnTo>
                  <a:lnTo>
                    <a:pt x="141109" y="173403"/>
                  </a:lnTo>
                  <a:lnTo>
                    <a:pt x="132279" y="173403"/>
                  </a:lnTo>
                  <a:cubicBezTo>
                    <a:pt x="130513" y="183970"/>
                    <a:pt x="128041" y="199467"/>
                    <a:pt x="124509" y="204750"/>
                  </a:cubicBezTo>
                  <a:cubicBezTo>
                    <a:pt x="122037" y="207568"/>
                    <a:pt x="98726" y="207568"/>
                    <a:pt x="90956" y="207568"/>
                  </a:cubicBezTo>
                  <a:lnTo>
                    <a:pt x="27381" y="207568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04869C49-0DCA-119E-045D-A97986243BD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315227" y="6377435"/>
              <a:ext cx="151519" cy="245843"/>
            </a:xfrm>
            <a:custGeom>
              <a:avLst/>
              <a:gdLst>
                <a:gd name="connsiteX0" fmla="*/ 148531 w 151519"/>
                <a:gd name="connsiteY0" fmla="*/ 23713 h 245843"/>
                <a:gd name="connsiteX1" fmla="*/ 151710 w 151519"/>
                <a:gd name="connsiteY1" fmla="*/ 11386 h 245843"/>
                <a:gd name="connsiteX2" fmla="*/ 65884 w 151519"/>
                <a:gd name="connsiteY2" fmla="*/ 11386 h 245843"/>
                <a:gd name="connsiteX3" fmla="*/ 20676 w 151519"/>
                <a:gd name="connsiteY3" fmla="*/ 115 h 245843"/>
                <a:gd name="connsiteX4" fmla="*/ 11846 w 151519"/>
                <a:gd name="connsiteY4" fmla="*/ 115 h 245843"/>
                <a:gd name="connsiteX5" fmla="*/ 191 w 151519"/>
                <a:gd name="connsiteY5" fmla="*/ 72671 h 245843"/>
                <a:gd name="connsiteX6" fmla="*/ 9020 w 151519"/>
                <a:gd name="connsiteY6" fmla="*/ 72671 h 245843"/>
                <a:gd name="connsiteX7" fmla="*/ 17850 w 151519"/>
                <a:gd name="connsiteY7" fmla="*/ 40620 h 245843"/>
                <a:gd name="connsiteX8" fmla="*/ 52463 w 151519"/>
                <a:gd name="connsiteY8" fmla="*/ 38506 h 245843"/>
                <a:gd name="connsiteX9" fmla="*/ 125573 w 151519"/>
                <a:gd name="connsiteY9" fmla="*/ 38506 h 245843"/>
                <a:gd name="connsiteX10" fmla="*/ 86016 w 151519"/>
                <a:gd name="connsiteY10" fmla="*/ 94156 h 245843"/>
                <a:gd name="connsiteX11" fmla="*/ 42574 w 151519"/>
                <a:gd name="connsiteY11" fmla="*/ 226587 h 245843"/>
                <a:gd name="connsiteX12" fmla="*/ 58820 w 151519"/>
                <a:gd name="connsiteY12" fmla="*/ 245959 h 245843"/>
                <a:gd name="connsiteX13" fmla="*/ 75067 w 151519"/>
                <a:gd name="connsiteY13" fmla="*/ 226587 h 245843"/>
                <a:gd name="connsiteX14" fmla="*/ 75067 w 151519"/>
                <a:gd name="connsiteY14" fmla="*/ 208625 h 245843"/>
                <a:gd name="connsiteX15" fmla="*/ 78952 w 151519"/>
                <a:gd name="connsiteY15" fmla="*/ 150862 h 245843"/>
                <a:gd name="connsiteX16" fmla="*/ 100850 w 151519"/>
                <a:gd name="connsiteY16" fmla="*/ 90634 h 245843"/>
                <a:gd name="connsiteX17" fmla="*/ 148531 w 151519"/>
                <a:gd name="connsiteY17" fmla="*/ 23713 h 24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519" h="245843">
                  <a:moveTo>
                    <a:pt x="148531" y="23713"/>
                  </a:moveTo>
                  <a:cubicBezTo>
                    <a:pt x="151710" y="19487"/>
                    <a:pt x="151710" y="18783"/>
                    <a:pt x="151710" y="11386"/>
                  </a:cubicBezTo>
                  <a:lnTo>
                    <a:pt x="65884" y="11386"/>
                  </a:lnTo>
                  <a:cubicBezTo>
                    <a:pt x="22795" y="11386"/>
                    <a:pt x="22088" y="6807"/>
                    <a:pt x="20676" y="115"/>
                  </a:cubicBezTo>
                  <a:lnTo>
                    <a:pt x="11846" y="115"/>
                  </a:lnTo>
                  <a:lnTo>
                    <a:pt x="191" y="72671"/>
                  </a:lnTo>
                  <a:lnTo>
                    <a:pt x="9020" y="72671"/>
                  </a:lnTo>
                  <a:cubicBezTo>
                    <a:pt x="10080" y="67036"/>
                    <a:pt x="13259" y="44846"/>
                    <a:pt x="17850" y="40620"/>
                  </a:cubicBezTo>
                  <a:cubicBezTo>
                    <a:pt x="20322" y="38506"/>
                    <a:pt x="47871" y="38506"/>
                    <a:pt x="52463" y="38506"/>
                  </a:cubicBezTo>
                  <a:lnTo>
                    <a:pt x="125573" y="38506"/>
                  </a:lnTo>
                  <a:cubicBezTo>
                    <a:pt x="121688" y="44142"/>
                    <a:pt x="93786" y="82533"/>
                    <a:pt x="86016" y="94156"/>
                  </a:cubicBezTo>
                  <a:cubicBezTo>
                    <a:pt x="54229" y="141704"/>
                    <a:pt x="42574" y="190662"/>
                    <a:pt x="42574" y="226587"/>
                  </a:cubicBezTo>
                  <a:cubicBezTo>
                    <a:pt x="42574" y="230110"/>
                    <a:pt x="42574" y="245959"/>
                    <a:pt x="58820" y="245959"/>
                  </a:cubicBezTo>
                  <a:cubicBezTo>
                    <a:pt x="75067" y="245959"/>
                    <a:pt x="75067" y="230110"/>
                    <a:pt x="75067" y="226587"/>
                  </a:cubicBezTo>
                  <a:lnTo>
                    <a:pt x="75067" y="208625"/>
                  </a:lnTo>
                  <a:cubicBezTo>
                    <a:pt x="75067" y="189253"/>
                    <a:pt x="76127" y="169881"/>
                    <a:pt x="78952" y="150862"/>
                  </a:cubicBezTo>
                  <a:cubicBezTo>
                    <a:pt x="80365" y="142761"/>
                    <a:pt x="85310" y="112471"/>
                    <a:pt x="100850" y="90634"/>
                  </a:cubicBezTo>
                  <a:lnTo>
                    <a:pt x="148531" y="2371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94D1AA48-E90E-6631-A5BB-6A774E4744B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502419" y="6463727"/>
              <a:ext cx="38497" cy="219780"/>
            </a:xfrm>
            <a:custGeom>
              <a:avLst/>
              <a:gdLst>
                <a:gd name="connsiteX0" fmla="*/ 37634 w 38497"/>
                <a:gd name="connsiteY0" fmla="*/ 18783 h 219780"/>
                <a:gd name="connsiteX1" fmla="*/ 18915 w 38497"/>
                <a:gd name="connsiteY1" fmla="*/ 115 h 219780"/>
                <a:gd name="connsiteX2" fmla="*/ 196 w 38497"/>
                <a:gd name="connsiteY2" fmla="*/ 18783 h 219780"/>
                <a:gd name="connsiteX3" fmla="*/ 18915 w 38497"/>
                <a:gd name="connsiteY3" fmla="*/ 37450 h 219780"/>
                <a:gd name="connsiteX4" fmla="*/ 37634 w 38497"/>
                <a:gd name="connsiteY4" fmla="*/ 18783 h 219780"/>
                <a:gd name="connsiteX5" fmla="*/ 30923 w 38497"/>
                <a:gd name="connsiteY5" fmla="*/ 148044 h 219780"/>
                <a:gd name="connsiteX6" fmla="*/ 8319 w 38497"/>
                <a:gd name="connsiteY6" fmla="*/ 211442 h 219780"/>
                <a:gd name="connsiteX7" fmla="*/ 5847 w 38497"/>
                <a:gd name="connsiteY7" fmla="*/ 216021 h 219780"/>
                <a:gd name="connsiteX8" fmla="*/ 9379 w 38497"/>
                <a:gd name="connsiteY8" fmla="*/ 219895 h 219780"/>
                <a:gd name="connsiteX9" fmla="*/ 38693 w 38497"/>
                <a:gd name="connsiteY9" fmla="*/ 150862 h 219780"/>
                <a:gd name="connsiteX10" fmla="*/ 18915 w 38497"/>
                <a:gd name="connsiteY10" fmla="*/ 114584 h 219780"/>
                <a:gd name="connsiteX11" fmla="*/ 196 w 38497"/>
                <a:gd name="connsiteY11" fmla="*/ 133251 h 219780"/>
                <a:gd name="connsiteX12" fmla="*/ 18915 w 38497"/>
                <a:gd name="connsiteY12" fmla="*/ 151919 h 219780"/>
                <a:gd name="connsiteX13" fmla="*/ 21740 w 38497"/>
                <a:gd name="connsiteY13" fmla="*/ 151566 h 219780"/>
                <a:gd name="connsiteX14" fmla="*/ 30923 w 38497"/>
                <a:gd name="connsiteY14" fmla="*/ 148044 h 21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497" h="219780">
                  <a:moveTo>
                    <a:pt x="37634" y="18783"/>
                  </a:moveTo>
                  <a:cubicBezTo>
                    <a:pt x="37634" y="8568"/>
                    <a:pt x="29157" y="115"/>
                    <a:pt x="18915" y="115"/>
                  </a:cubicBezTo>
                  <a:cubicBezTo>
                    <a:pt x="8672" y="115"/>
                    <a:pt x="196" y="8568"/>
                    <a:pt x="196" y="18783"/>
                  </a:cubicBezTo>
                  <a:cubicBezTo>
                    <a:pt x="196" y="28997"/>
                    <a:pt x="8672" y="37450"/>
                    <a:pt x="18915" y="37450"/>
                  </a:cubicBezTo>
                  <a:cubicBezTo>
                    <a:pt x="29157" y="37450"/>
                    <a:pt x="37634" y="28997"/>
                    <a:pt x="37634" y="18783"/>
                  </a:cubicBezTo>
                  <a:close/>
                  <a:moveTo>
                    <a:pt x="30923" y="148044"/>
                  </a:moveTo>
                  <a:cubicBezTo>
                    <a:pt x="30923" y="157906"/>
                    <a:pt x="30923" y="185379"/>
                    <a:pt x="8319" y="211442"/>
                  </a:cubicBezTo>
                  <a:cubicBezTo>
                    <a:pt x="5847" y="214260"/>
                    <a:pt x="5847" y="214964"/>
                    <a:pt x="5847" y="216021"/>
                  </a:cubicBezTo>
                  <a:cubicBezTo>
                    <a:pt x="5847" y="218487"/>
                    <a:pt x="7613" y="219895"/>
                    <a:pt x="9379" y="219895"/>
                  </a:cubicBezTo>
                  <a:cubicBezTo>
                    <a:pt x="13264" y="219895"/>
                    <a:pt x="38693" y="191718"/>
                    <a:pt x="38693" y="150862"/>
                  </a:cubicBezTo>
                  <a:cubicBezTo>
                    <a:pt x="38693" y="140648"/>
                    <a:pt x="37987" y="114584"/>
                    <a:pt x="18915" y="114584"/>
                  </a:cubicBezTo>
                  <a:cubicBezTo>
                    <a:pt x="6553" y="114584"/>
                    <a:pt x="196" y="124094"/>
                    <a:pt x="196" y="133251"/>
                  </a:cubicBezTo>
                  <a:cubicBezTo>
                    <a:pt x="196" y="142409"/>
                    <a:pt x="6200" y="151919"/>
                    <a:pt x="18915" y="151919"/>
                  </a:cubicBezTo>
                  <a:cubicBezTo>
                    <a:pt x="20681" y="151919"/>
                    <a:pt x="21387" y="151919"/>
                    <a:pt x="21740" y="151566"/>
                  </a:cubicBezTo>
                  <a:cubicBezTo>
                    <a:pt x="24213" y="151214"/>
                    <a:pt x="28098" y="150510"/>
                    <a:pt x="30923" y="148044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DC0F8FF-098A-FFFA-3590-DF80D4A599A4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035894" y="6351371"/>
              <a:ext cx="128561" cy="352211"/>
            </a:xfrm>
            <a:custGeom>
              <a:avLst/>
              <a:gdLst>
                <a:gd name="connsiteX0" fmla="*/ 42240 w 128561"/>
                <a:gd name="connsiteY0" fmla="*/ 348805 h 352211"/>
                <a:gd name="connsiteX1" fmla="*/ 39767 w 128561"/>
                <a:gd name="connsiteY1" fmla="*/ 343874 h 352211"/>
                <a:gd name="connsiteX2" fmla="*/ 17869 w 128561"/>
                <a:gd name="connsiteY2" fmla="*/ 260400 h 352211"/>
                <a:gd name="connsiteX3" fmla="*/ 123474 w 128561"/>
                <a:gd name="connsiteY3" fmla="*/ 9977 h 352211"/>
                <a:gd name="connsiteX4" fmla="*/ 128772 w 128561"/>
                <a:gd name="connsiteY4" fmla="*/ 3637 h 352211"/>
                <a:gd name="connsiteX5" fmla="*/ 125240 w 128561"/>
                <a:gd name="connsiteY5" fmla="*/ 115 h 352211"/>
                <a:gd name="connsiteX6" fmla="*/ 50010 w 128561"/>
                <a:gd name="connsiteY6" fmla="*/ 78659 h 352211"/>
                <a:gd name="connsiteX7" fmla="*/ 210 w 128561"/>
                <a:gd name="connsiteY7" fmla="*/ 247720 h 352211"/>
                <a:gd name="connsiteX8" fmla="*/ 9746 w 128561"/>
                <a:gd name="connsiteY8" fmla="*/ 308301 h 352211"/>
                <a:gd name="connsiteX9" fmla="*/ 38708 w 128561"/>
                <a:gd name="connsiteY9" fmla="*/ 352327 h 352211"/>
                <a:gd name="connsiteX10" fmla="*/ 42240 w 128561"/>
                <a:gd name="connsiteY10" fmla="*/ 348805 h 352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8561" h="352211">
                  <a:moveTo>
                    <a:pt x="42240" y="348805"/>
                  </a:moveTo>
                  <a:cubicBezTo>
                    <a:pt x="42240" y="348101"/>
                    <a:pt x="42240" y="347396"/>
                    <a:pt x="39767" y="343874"/>
                  </a:cubicBezTo>
                  <a:cubicBezTo>
                    <a:pt x="20695" y="314993"/>
                    <a:pt x="17869" y="285055"/>
                    <a:pt x="17869" y="260400"/>
                  </a:cubicBezTo>
                  <a:cubicBezTo>
                    <a:pt x="17869" y="212499"/>
                    <a:pt x="38708" y="81828"/>
                    <a:pt x="123474" y="9977"/>
                  </a:cubicBezTo>
                  <a:cubicBezTo>
                    <a:pt x="128418" y="5046"/>
                    <a:pt x="128772" y="4694"/>
                    <a:pt x="128772" y="3637"/>
                  </a:cubicBezTo>
                  <a:cubicBezTo>
                    <a:pt x="128772" y="1172"/>
                    <a:pt x="127359" y="115"/>
                    <a:pt x="125240" y="115"/>
                  </a:cubicBezTo>
                  <a:cubicBezTo>
                    <a:pt x="121355" y="115"/>
                    <a:pt x="80738" y="28644"/>
                    <a:pt x="50010" y="78659"/>
                  </a:cubicBezTo>
                  <a:cubicBezTo>
                    <a:pt x="11159" y="142409"/>
                    <a:pt x="210" y="210033"/>
                    <a:pt x="210" y="247720"/>
                  </a:cubicBezTo>
                  <a:cubicBezTo>
                    <a:pt x="210" y="268501"/>
                    <a:pt x="3389" y="290690"/>
                    <a:pt x="9746" y="308301"/>
                  </a:cubicBezTo>
                  <a:cubicBezTo>
                    <a:pt x="18576" y="331899"/>
                    <a:pt x="33763" y="352327"/>
                    <a:pt x="38708" y="352327"/>
                  </a:cubicBezTo>
                  <a:cubicBezTo>
                    <a:pt x="40827" y="352327"/>
                    <a:pt x="42240" y="350918"/>
                    <a:pt x="42240" y="348805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33A827A9-FA0A-AA93-CF76-DA89DE49D63B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152761" y="6367221"/>
              <a:ext cx="197080" cy="256057"/>
            </a:xfrm>
            <a:custGeom>
              <a:avLst/>
              <a:gdLst>
                <a:gd name="connsiteX0" fmla="*/ 196588 w 197080"/>
                <a:gd name="connsiteY0" fmla="*/ 8568 h 256057"/>
                <a:gd name="connsiteX1" fmla="*/ 197295 w 197080"/>
                <a:gd name="connsiteY1" fmla="*/ 3637 h 256057"/>
                <a:gd name="connsiteX2" fmla="*/ 193410 w 197080"/>
                <a:gd name="connsiteY2" fmla="*/ 115 h 256057"/>
                <a:gd name="connsiteX3" fmla="*/ 188112 w 197080"/>
                <a:gd name="connsiteY3" fmla="*/ 4342 h 256057"/>
                <a:gd name="connsiteX4" fmla="*/ 172218 w 197080"/>
                <a:gd name="connsiteY4" fmla="*/ 24066 h 256057"/>
                <a:gd name="connsiteX5" fmla="*/ 126303 w 197080"/>
                <a:gd name="connsiteY5" fmla="*/ 115 h 256057"/>
                <a:gd name="connsiteX6" fmla="*/ 44363 w 197080"/>
                <a:gd name="connsiteY6" fmla="*/ 83942 h 256057"/>
                <a:gd name="connsiteX7" fmla="*/ 72618 w 197080"/>
                <a:gd name="connsiteY7" fmla="*/ 130434 h 256057"/>
                <a:gd name="connsiteX8" fmla="*/ 87805 w 197080"/>
                <a:gd name="connsiteY8" fmla="*/ 135012 h 256057"/>
                <a:gd name="connsiteX9" fmla="*/ 105112 w 197080"/>
                <a:gd name="connsiteY9" fmla="*/ 139943 h 256057"/>
                <a:gd name="connsiteX10" fmla="*/ 132308 w 197080"/>
                <a:gd name="connsiteY10" fmla="*/ 152623 h 256057"/>
                <a:gd name="connsiteX11" fmla="*/ 140078 w 197080"/>
                <a:gd name="connsiteY11" fmla="*/ 177982 h 256057"/>
                <a:gd name="connsiteX12" fmla="*/ 81095 w 197080"/>
                <a:gd name="connsiteY12" fmla="*/ 245255 h 256057"/>
                <a:gd name="connsiteX13" fmla="*/ 28116 w 197080"/>
                <a:gd name="connsiteY13" fmla="*/ 195945 h 256057"/>
                <a:gd name="connsiteX14" fmla="*/ 30942 w 197080"/>
                <a:gd name="connsiteY14" fmla="*/ 174460 h 256057"/>
                <a:gd name="connsiteX15" fmla="*/ 31295 w 197080"/>
                <a:gd name="connsiteY15" fmla="*/ 172347 h 256057"/>
                <a:gd name="connsiteX16" fmla="*/ 25997 w 197080"/>
                <a:gd name="connsiteY16" fmla="*/ 168473 h 256057"/>
                <a:gd name="connsiteX17" fmla="*/ 19640 w 197080"/>
                <a:gd name="connsiteY17" fmla="*/ 174460 h 256057"/>
                <a:gd name="connsiteX18" fmla="*/ 1274 w 197080"/>
                <a:gd name="connsiteY18" fmla="*/ 248072 h 256057"/>
                <a:gd name="connsiteX19" fmla="*/ 214 w 197080"/>
                <a:gd name="connsiteY19" fmla="*/ 252651 h 256057"/>
                <a:gd name="connsiteX20" fmla="*/ 4099 w 197080"/>
                <a:gd name="connsiteY20" fmla="*/ 256173 h 256057"/>
                <a:gd name="connsiteX21" fmla="*/ 9750 w 197080"/>
                <a:gd name="connsiteY21" fmla="*/ 251947 h 256057"/>
                <a:gd name="connsiteX22" fmla="*/ 26350 w 197080"/>
                <a:gd name="connsiteY22" fmla="*/ 231871 h 256057"/>
                <a:gd name="connsiteX23" fmla="*/ 80388 w 197080"/>
                <a:gd name="connsiteY23" fmla="*/ 256173 h 256057"/>
                <a:gd name="connsiteX24" fmla="*/ 164095 w 197080"/>
                <a:gd name="connsiteY24" fmla="*/ 164598 h 256057"/>
                <a:gd name="connsiteX25" fmla="*/ 152440 w 197080"/>
                <a:gd name="connsiteY25" fmla="*/ 128673 h 256057"/>
                <a:gd name="connsiteX26" fmla="*/ 105818 w 197080"/>
                <a:gd name="connsiteY26" fmla="*/ 106835 h 256057"/>
                <a:gd name="connsiteX27" fmla="*/ 86393 w 197080"/>
                <a:gd name="connsiteY27" fmla="*/ 101200 h 256057"/>
                <a:gd name="connsiteX28" fmla="*/ 68380 w 197080"/>
                <a:gd name="connsiteY28" fmla="*/ 70205 h 256057"/>
                <a:gd name="connsiteX29" fmla="*/ 125597 w 197080"/>
                <a:gd name="connsiteY29" fmla="*/ 9977 h 256057"/>
                <a:gd name="connsiteX30" fmla="*/ 168686 w 197080"/>
                <a:gd name="connsiteY30" fmla="*/ 59991 h 256057"/>
                <a:gd name="connsiteX31" fmla="*/ 166920 w 197080"/>
                <a:gd name="connsiteY31" fmla="*/ 79363 h 256057"/>
                <a:gd name="connsiteX32" fmla="*/ 166567 w 197080"/>
                <a:gd name="connsiteY32" fmla="*/ 84294 h 256057"/>
                <a:gd name="connsiteX33" fmla="*/ 171865 w 197080"/>
                <a:gd name="connsiteY33" fmla="*/ 87816 h 256057"/>
                <a:gd name="connsiteX34" fmla="*/ 178222 w 197080"/>
                <a:gd name="connsiteY34" fmla="*/ 81476 h 256057"/>
                <a:gd name="connsiteX35" fmla="*/ 196588 w 197080"/>
                <a:gd name="connsiteY35" fmla="*/ 8568 h 25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97080" h="256057">
                  <a:moveTo>
                    <a:pt x="196588" y="8568"/>
                  </a:moveTo>
                  <a:cubicBezTo>
                    <a:pt x="196942" y="7160"/>
                    <a:pt x="197295" y="5046"/>
                    <a:pt x="197295" y="3637"/>
                  </a:cubicBezTo>
                  <a:cubicBezTo>
                    <a:pt x="197295" y="2933"/>
                    <a:pt x="196942" y="115"/>
                    <a:pt x="193410" y="115"/>
                  </a:cubicBezTo>
                  <a:cubicBezTo>
                    <a:pt x="191644" y="115"/>
                    <a:pt x="191291" y="467"/>
                    <a:pt x="188112" y="4342"/>
                  </a:cubicBezTo>
                  <a:lnTo>
                    <a:pt x="172218" y="24066"/>
                  </a:lnTo>
                  <a:cubicBezTo>
                    <a:pt x="158444" y="467"/>
                    <a:pt x="133367" y="115"/>
                    <a:pt x="126303" y="115"/>
                  </a:cubicBezTo>
                  <a:cubicBezTo>
                    <a:pt x="82861" y="115"/>
                    <a:pt x="44363" y="43437"/>
                    <a:pt x="44363" y="83942"/>
                  </a:cubicBezTo>
                  <a:cubicBezTo>
                    <a:pt x="44363" y="102257"/>
                    <a:pt x="52133" y="120924"/>
                    <a:pt x="72618" y="130434"/>
                  </a:cubicBezTo>
                  <a:cubicBezTo>
                    <a:pt x="74737" y="131490"/>
                    <a:pt x="82508" y="133604"/>
                    <a:pt x="87805" y="135012"/>
                  </a:cubicBezTo>
                  <a:lnTo>
                    <a:pt x="105112" y="139943"/>
                  </a:lnTo>
                  <a:cubicBezTo>
                    <a:pt x="123478" y="145227"/>
                    <a:pt x="126303" y="146283"/>
                    <a:pt x="132308" y="152623"/>
                  </a:cubicBezTo>
                  <a:cubicBezTo>
                    <a:pt x="136193" y="157554"/>
                    <a:pt x="140078" y="165303"/>
                    <a:pt x="140078" y="177982"/>
                  </a:cubicBezTo>
                  <a:cubicBezTo>
                    <a:pt x="140078" y="210033"/>
                    <a:pt x="112529" y="245255"/>
                    <a:pt x="81095" y="245255"/>
                  </a:cubicBezTo>
                  <a:cubicBezTo>
                    <a:pt x="54605" y="245255"/>
                    <a:pt x="28116" y="232575"/>
                    <a:pt x="28116" y="195945"/>
                  </a:cubicBezTo>
                  <a:cubicBezTo>
                    <a:pt x="28116" y="187844"/>
                    <a:pt x="29882" y="178334"/>
                    <a:pt x="30942" y="174460"/>
                  </a:cubicBezTo>
                  <a:cubicBezTo>
                    <a:pt x="30942" y="173756"/>
                    <a:pt x="31295" y="173051"/>
                    <a:pt x="31295" y="172347"/>
                  </a:cubicBezTo>
                  <a:cubicBezTo>
                    <a:pt x="31295" y="168473"/>
                    <a:pt x="28116" y="168473"/>
                    <a:pt x="25997" y="168473"/>
                  </a:cubicBezTo>
                  <a:cubicBezTo>
                    <a:pt x="21759" y="168473"/>
                    <a:pt x="21052" y="169177"/>
                    <a:pt x="19640" y="174460"/>
                  </a:cubicBezTo>
                  <a:lnTo>
                    <a:pt x="1274" y="248072"/>
                  </a:lnTo>
                  <a:cubicBezTo>
                    <a:pt x="567" y="250538"/>
                    <a:pt x="214" y="251594"/>
                    <a:pt x="214" y="252651"/>
                  </a:cubicBezTo>
                  <a:cubicBezTo>
                    <a:pt x="214" y="254764"/>
                    <a:pt x="1980" y="256173"/>
                    <a:pt x="4099" y="256173"/>
                  </a:cubicBezTo>
                  <a:cubicBezTo>
                    <a:pt x="6571" y="256173"/>
                    <a:pt x="6925" y="255469"/>
                    <a:pt x="9750" y="251947"/>
                  </a:cubicBezTo>
                  <a:cubicBezTo>
                    <a:pt x="13635" y="247720"/>
                    <a:pt x="22818" y="236449"/>
                    <a:pt x="26350" y="231871"/>
                  </a:cubicBezTo>
                  <a:cubicBezTo>
                    <a:pt x="39418" y="250890"/>
                    <a:pt x="62022" y="256173"/>
                    <a:pt x="80388" y="256173"/>
                  </a:cubicBezTo>
                  <a:cubicBezTo>
                    <a:pt x="124891" y="256173"/>
                    <a:pt x="164095" y="208977"/>
                    <a:pt x="164095" y="164598"/>
                  </a:cubicBezTo>
                  <a:cubicBezTo>
                    <a:pt x="164095" y="154384"/>
                    <a:pt x="161622" y="139943"/>
                    <a:pt x="152440" y="128673"/>
                  </a:cubicBezTo>
                  <a:cubicBezTo>
                    <a:pt x="143610" y="117754"/>
                    <a:pt x="139371" y="116697"/>
                    <a:pt x="105818" y="106835"/>
                  </a:cubicBezTo>
                  <a:cubicBezTo>
                    <a:pt x="99108" y="105074"/>
                    <a:pt x="88159" y="101904"/>
                    <a:pt x="86393" y="101200"/>
                  </a:cubicBezTo>
                  <a:cubicBezTo>
                    <a:pt x="74384" y="95917"/>
                    <a:pt x="68380" y="84646"/>
                    <a:pt x="68380" y="70205"/>
                  </a:cubicBezTo>
                  <a:cubicBezTo>
                    <a:pt x="68380" y="41324"/>
                    <a:pt x="95576" y="9977"/>
                    <a:pt x="125597" y="9977"/>
                  </a:cubicBezTo>
                  <a:cubicBezTo>
                    <a:pt x="158797" y="9977"/>
                    <a:pt x="168686" y="33928"/>
                    <a:pt x="168686" y="59991"/>
                  </a:cubicBezTo>
                  <a:cubicBezTo>
                    <a:pt x="168686" y="69149"/>
                    <a:pt x="168333" y="71614"/>
                    <a:pt x="166920" y="79363"/>
                  </a:cubicBezTo>
                  <a:lnTo>
                    <a:pt x="166567" y="84294"/>
                  </a:lnTo>
                  <a:cubicBezTo>
                    <a:pt x="166567" y="87816"/>
                    <a:pt x="170099" y="87816"/>
                    <a:pt x="171865" y="87816"/>
                  </a:cubicBezTo>
                  <a:cubicBezTo>
                    <a:pt x="175750" y="87816"/>
                    <a:pt x="176810" y="87464"/>
                    <a:pt x="178222" y="81476"/>
                  </a:cubicBezTo>
                  <a:lnTo>
                    <a:pt x="196588" y="8568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0FFF3E5A-CFAC-8444-6D93-7852BA04017A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354511" y="6459853"/>
              <a:ext cx="268072" cy="159551"/>
            </a:xfrm>
            <a:custGeom>
              <a:avLst/>
              <a:gdLst>
                <a:gd name="connsiteX0" fmla="*/ 52139 w 268072"/>
                <a:gd name="connsiteY0" fmla="*/ 94156 h 159551"/>
                <a:gd name="connsiteX1" fmla="*/ 57790 w 268072"/>
                <a:gd name="connsiteY1" fmla="*/ 71262 h 159551"/>
                <a:gd name="connsiteX2" fmla="*/ 66620 w 268072"/>
                <a:gd name="connsiteY2" fmla="*/ 45903 h 159551"/>
                <a:gd name="connsiteX3" fmla="*/ 116420 w 268072"/>
                <a:gd name="connsiteY3" fmla="*/ 7864 h 159551"/>
                <a:gd name="connsiteX4" fmla="*/ 132666 w 268072"/>
                <a:gd name="connsiteY4" fmla="*/ 31110 h 159551"/>
                <a:gd name="connsiteX5" fmla="*/ 129488 w 268072"/>
                <a:gd name="connsiteY5" fmla="*/ 54004 h 159551"/>
                <a:gd name="connsiteX6" fmla="*/ 106530 w 268072"/>
                <a:gd name="connsiteY6" fmla="*/ 145579 h 159551"/>
                <a:gd name="connsiteX7" fmla="*/ 105471 w 268072"/>
                <a:gd name="connsiteY7" fmla="*/ 150510 h 159551"/>
                <a:gd name="connsiteX8" fmla="*/ 115360 w 268072"/>
                <a:gd name="connsiteY8" fmla="*/ 159667 h 159551"/>
                <a:gd name="connsiteX9" fmla="*/ 128075 w 268072"/>
                <a:gd name="connsiteY9" fmla="*/ 150510 h 159551"/>
                <a:gd name="connsiteX10" fmla="*/ 142203 w 268072"/>
                <a:gd name="connsiteY10" fmla="*/ 94156 h 159551"/>
                <a:gd name="connsiteX11" fmla="*/ 147854 w 268072"/>
                <a:gd name="connsiteY11" fmla="*/ 71262 h 159551"/>
                <a:gd name="connsiteX12" fmla="*/ 156683 w 268072"/>
                <a:gd name="connsiteY12" fmla="*/ 45903 h 159551"/>
                <a:gd name="connsiteX13" fmla="*/ 206483 w 268072"/>
                <a:gd name="connsiteY13" fmla="*/ 7864 h 159551"/>
                <a:gd name="connsiteX14" fmla="*/ 222730 w 268072"/>
                <a:gd name="connsiteY14" fmla="*/ 31110 h 159551"/>
                <a:gd name="connsiteX15" fmla="*/ 202245 w 268072"/>
                <a:gd name="connsiteY15" fmla="*/ 108949 h 159551"/>
                <a:gd name="connsiteX16" fmla="*/ 196594 w 268072"/>
                <a:gd name="connsiteY16" fmla="*/ 131490 h 159551"/>
                <a:gd name="connsiteX17" fmla="*/ 223437 w 268072"/>
                <a:gd name="connsiteY17" fmla="*/ 159667 h 159551"/>
                <a:gd name="connsiteX18" fmla="*/ 268292 w 268072"/>
                <a:gd name="connsiteY18" fmla="*/ 105427 h 159551"/>
                <a:gd name="connsiteX19" fmla="*/ 262994 w 268072"/>
                <a:gd name="connsiteY19" fmla="*/ 101904 h 159551"/>
                <a:gd name="connsiteX20" fmla="*/ 256990 w 268072"/>
                <a:gd name="connsiteY20" fmla="*/ 107892 h 159551"/>
                <a:gd name="connsiteX21" fmla="*/ 224143 w 268072"/>
                <a:gd name="connsiteY21" fmla="*/ 151919 h 159551"/>
                <a:gd name="connsiteX22" fmla="*/ 216373 w 268072"/>
                <a:gd name="connsiteY22" fmla="*/ 141704 h 159551"/>
                <a:gd name="connsiteX23" fmla="*/ 222730 w 268072"/>
                <a:gd name="connsiteY23" fmla="*/ 115289 h 159551"/>
                <a:gd name="connsiteX24" fmla="*/ 244275 w 268072"/>
                <a:gd name="connsiteY24" fmla="*/ 36745 h 159551"/>
                <a:gd name="connsiteX25" fmla="*/ 207190 w 268072"/>
                <a:gd name="connsiteY25" fmla="*/ 115 h 159551"/>
                <a:gd name="connsiteX26" fmla="*/ 154211 w 268072"/>
                <a:gd name="connsiteY26" fmla="*/ 31110 h 159551"/>
                <a:gd name="connsiteX27" fmla="*/ 117126 w 268072"/>
                <a:gd name="connsiteY27" fmla="*/ 115 h 159551"/>
                <a:gd name="connsiteX28" fmla="*/ 66620 w 268072"/>
                <a:gd name="connsiteY28" fmla="*/ 27940 h 159551"/>
                <a:gd name="connsiteX29" fmla="*/ 36952 w 268072"/>
                <a:gd name="connsiteY29" fmla="*/ 115 h 159551"/>
                <a:gd name="connsiteX30" fmla="*/ 11522 w 268072"/>
                <a:gd name="connsiteY30" fmla="*/ 18783 h 159551"/>
                <a:gd name="connsiteX31" fmla="*/ 220 w 268072"/>
                <a:gd name="connsiteY31" fmla="*/ 54356 h 159551"/>
                <a:gd name="connsiteX32" fmla="*/ 5517 w 268072"/>
                <a:gd name="connsiteY32" fmla="*/ 57878 h 159551"/>
                <a:gd name="connsiteX33" fmla="*/ 12228 w 268072"/>
                <a:gd name="connsiteY33" fmla="*/ 49777 h 159551"/>
                <a:gd name="connsiteX34" fmla="*/ 36245 w 268072"/>
                <a:gd name="connsiteY34" fmla="*/ 7864 h 159551"/>
                <a:gd name="connsiteX35" fmla="*/ 45428 w 268072"/>
                <a:gd name="connsiteY35" fmla="*/ 21952 h 159551"/>
                <a:gd name="connsiteX36" fmla="*/ 42956 w 268072"/>
                <a:gd name="connsiteY36" fmla="*/ 39915 h 159551"/>
                <a:gd name="connsiteX37" fmla="*/ 16466 w 268072"/>
                <a:gd name="connsiteY37" fmla="*/ 145579 h 159551"/>
                <a:gd name="connsiteX38" fmla="*/ 15407 w 268072"/>
                <a:gd name="connsiteY38" fmla="*/ 150510 h 159551"/>
                <a:gd name="connsiteX39" fmla="*/ 25296 w 268072"/>
                <a:gd name="connsiteY39" fmla="*/ 159667 h 159551"/>
                <a:gd name="connsiteX40" fmla="*/ 38011 w 268072"/>
                <a:gd name="connsiteY40" fmla="*/ 150510 h 159551"/>
                <a:gd name="connsiteX41" fmla="*/ 52139 w 268072"/>
                <a:gd name="connsiteY41" fmla="*/ 94156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8072" h="159551">
                  <a:moveTo>
                    <a:pt x="52139" y="94156"/>
                  </a:moveTo>
                  <a:cubicBezTo>
                    <a:pt x="53905" y="86407"/>
                    <a:pt x="56024" y="79011"/>
                    <a:pt x="57790" y="71262"/>
                  </a:cubicBezTo>
                  <a:cubicBezTo>
                    <a:pt x="62381" y="54004"/>
                    <a:pt x="62381" y="53299"/>
                    <a:pt x="66620" y="45903"/>
                  </a:cubicBezTo>
                  <a:cubicBezTo>
                    <a:pt x="76862" y="28292"/>
                    <a:pt x="92049" y="7864"/>
                    <a:pt x="116420" y="7864"/>
                  </a:cubicBezTo>
                  <a:cubicBezTo>
                    <a:pt x="132666" y="7864"/>
                    <a:pt x="132666" y="25827"/>
                    <a:pt x="132666" y="31110"/>
                  </a:cubicBezTo>
                  <a:cubicBezTo>
                    <a:pt x="132666" y="40620"/>
                    <a:pt x="130194" y="50834"/>
                    <a:pt x="129488" y="54004"/>
                  </a:cubicBezTo>
                  <a:lnTo>
                    <a:pt x="106530" y="145579"/>
                  </a:lnTo>
                  <a:cubicBezTo>
                    <a:pt x="105824" y="147692"/>
                    <a:pt x="105471" y="149453"/>
                    <a:pt x="105471" y="150510"/>
                  </a:cubicBezTo>
                  <a:cubicBezTo>
                    <a:pt x="105471" y="154384"/>
                    <a:pt x="108296" y="159667"/>
                    <a:pt x="115360" y="159667"/>
                  </a:cubicBezTo>
                  <a:cubicBezTo>
                    <a:pt x="119598" y="159667"/>
                    <a:pt x="125603" y="157202"/>
                    <a:pt x="128075" y="150510"/>
                  </a:cubicBezTo>
                  <a:lnTo>
                    <a:pt x="142203" y="94156"/>
                  </a:lnTo>
                  <a:cubicBezTo>
                    <a:pt x="143969" y="86407"/>
                    <a:pt x="146088" y="79011"/>
                    <a:pt x="147854" y="71262"/>
                  </a:cubicBezTo>
                  <a:cubicBezTo>
                    <a:pt x="152445" y="54004"/>
                    <a:pt x="152445" y="53299"/>
                    <a:pt x="156683" y="45903"/>
                  </a:cubicBezTo>
                  <a:cubicBezTo>
                    <a:pt x="166926" y="28292"/>
                    <a:pt x="182113" y="7864"/>
                    <a:pt x="206483" y="7864"/>
                  </a:cubicBezTo>
                  <a:cubicBezTo>
                    <a:pt x="222730" y="7864"/>
                    <a:pt x="222730" y="25827"/>
                    <a:pt x="222730" y="31110"/>
                  </a:cubicBezTo>
                  <a:cubicBezTo>
                    <a:pt x="222730" y="52947"/>
                    <a:pt x="207190" y="94860"/>
                    <a:pt x="202245" y="108949"/>
                  </a:cubicBezTo>
                  <a:cubicBezTo>
                    <a:pt x="197654" y="120924"/>
                    <a:pt x="196594" y="124094"/>
                    <a:pt x="196594" y="131490"/>
                  </a:cubicBezTo>
                  <a:cubicBezTo>
                    <a:pt x="196594" y="146988"/>
                    <a:pt x="206483" y="159667"/>
                    <a:pt x="223437" y="159667"/>
                  </a:cubicBezTo>
                  <a:cubicBezTo>
                    <a:pt x="256283" y="159667"/>
                    <a:pt x="268292" y="107188"/>
                    <a:pt x="268292" y="105427"/>
                  </a:cubicBezTo>
                  <a:cubicBezTo>
                    <a:pt x="268292" y="101904"/>
                    <a:pt x="265466" y="101904"/>
                    <a:pt x="262994" y="101904"/>
                  </a:cubicBezTo>
                  <a:cubicBezTo>
                    <a:pt x="258403" y="101904"/>
                    <a:pt x="258403" y="102609"/>
                    <a:pt x="256990" y="107892"/>
                  </a:cubicBezTo>
                  <a:cubicBezTo>
                    <a:pt x="254164" y="117402"/>
                    <a:pt x="244628" y="151919"/>
                    <a:pt x="224143" y="151919"/>
                  </a:cubicBezTo>
                  <a:cubicBezTo>
                    <a:pt x="216726" y="151919"/>
                    <a:pt x="216373" y="146635"/>
                    <a:pt x="216373" y="141704"/>
                  </a:cubicBezTo>
                  <a:cubicBezTo>
                    <a:pt x="216373" y="132899"/>
                    <a:pt x="219905" y="123742"/>
                    <a:pt x="222730" y="115289"/>
                  </a:cubicBezTo>
                  <a:cubicBezTo>
                    <a:pt x="229794" y="96621"/>
                    <a:pt x="244275" y="57174"/>
                    <a:pt x="244275" y="36745"/>
                  </a:cubicBezTo>
                  <a:cubicBezTo>
                    <a:pt x="244275" y="7160"/>
                    <a:pt x="223790" y="115"/>
                    <a:pt x="207190" y="115"/>
                  </a:cubicBezTo>
                  <a:cubicBezTo>
                    <a:pt x="182466" y="115"/>
                    <a:pt x="164807" y="15613"/>
                    <a:pt x="154211" y="31110"/>
                  </a:cubicBezTo>
                  <a:cubicBezTo>
                    <a:pt x="151386" y="6807"/>
                    <a:pt x="133020" y="115"/>
                    <a:pt x="117126" y="115"/>
                  </a:cubicBezTo>
                  <a:cubicBezTo>
                    <a:pt x="95934" y="115"/>
                    <a:pt x="78628" y="11738"/>
                    <a:pt x="66620" y="27940"/>
                  </a:cubicBezTo>
                  <a:cubicBezTo>
                    <a:pt x="64147" y="10682"/>
                    <a:pt x="52139" y="115"/>
                    <a:pt x="36952" y="115"/>
                  </a:cubicBezTo>
                  <a:cubicBezTo>
                    <a:pt x="24237" y="115"/>
                    <a:pt x="17173" y="8216"/>
                    <a:pt x="11522" y="18783"/>
                  </a:cubicBezTo>
                  <a:cubicBezTo>
                    <a:pt x="4811" y="32871"/>
                    <a:pt x="220" y="53651"/>
                    <a:pt x="220" y="54356"/>
                  </a:cubicBezTo>
                  <a:cubicBezTo>
                    <a:pt x="220" y="57878"/>
                    <a:pt x="3752" y="57878"/>
                    <a:pt x="5517" y="57878"/>
                  </a:cubicBezTo>
                  <a:cubicBezTo>
                    <a:pt x="10109" y="57878"/>
                    <a:pt x="10462" y="57526"/>
                    <a:pt x="12228" y="49777"/>
                  </a:cubicBezTo>
                  <a:cubicBezTo>
                    <a:pt x="18586" y="25122"/>
                    <a:pt x="25296" y="7864"/>
                    <a:pt x="36245" y="7864"/>
                  </a:cubicBezTo>
                  <a:cubicBezTo>
                    <a:pt x="45428" y="7864"/>
                    <a:pt x="45428" y="18078"/>
                    <a:pt x="45428" y="21952"/>
                  </a:cubicBezTo>
                  <a:cubicBezTo>
                    <a:pt x="45428" y="27588"/>
                    <a:pt x="44369" y="34280"/>
                    <a:pt x="42956" y="39915"/>
                  </a:cubicBezTo>
                  <a:lnTo>
                    <a:pt x="16466" y="145579"/>
                  </a:lnTo>
                  <a:cubicBezTo>
                    <a:pt x="15760" y="147692"/>
                    <a:pt x="15407" y="149453"/>
                    <a:pt x="15407" y="150510"/>
                  </a:cubicBezTo>
                  <a:cubicBezTo>
                    <a:pt x="15407" y="154384"/>
                    <a:pt x="18232" y="159667"/>
                    <a:pt x="25296" y="159667"/>
                  </a:cubicBezTo>
                  <a:cubicBezTo>
                    <a:pt x="29534" y="159667"/>
                    <a:pt x="35539" y="157202"/>
                    <a:pt x="38011" y="150510"/>
                  </a:cubicBezTo>
                  <a:lnTo>
                    <a:pt x="52139" y="94156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04C1A22E-938A-FA0A-98C6-7075575A3A8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652171" y="6459853"/>
              <a:ext cx="150812" cy="159551"/>
            </a:xfrm>
            <a:custGeom>
              <a:avLst/>
              <a:gdLst>
                <a:gd name="connsiteX0" fmla="*/ 85347 w 150812"/>
                <a:gd name="connsiteY0" fmla="*/ 135012 h 159551"/>
                <a:gd name="connsiteX1" fmla="*/ 114662 w 150812"/>
                <a:gd name="connsiteY1" fmla="*/ 159667 h 159551"/>
                <a:gd name="connsiteX2" fmla="*/ 140445 w 150812"/>
                <a:gd name="connsiteY2" fmla="*/ 139943 h 159551"/>
                <a:gd name="connsiteX3" fmla="*/ 151040 w 150812"/>
                <a:gd name="connsiteY3" fmla="*/ 105427 h 159551"/>
                <a:gd name="connsiteX4" fmla="*/ 145743 w 150812"/>
                <a:gd name="connsiteY4" fmla="*/ 101904 h 159551"/>
                <a:gd name="connsiteX5" fmla="*/ 139032 w 150812"/>
                <a:gd name="connsiteY5" fmla="*/ 110005 h 159551"/>
                <a:gd name="connsiteX6" fmla="*/ 115368 w 150812"/>
                <a:gd name="connsiteY6" fmla="*/ 151919 h 159551"/>
                <a:gd name="connsiteX7" fmla="*/ 106185 w 150812"/>
                <a:gd name="connsiteY7" fmla="*/ 137478 h 159551"/>
                <a:gd name="connsiteX8" fmla="*/ 108658 w 150812"/>
                <a:gd name="connsiteY8" fmla="*/ 119515 h 159551"/>
                <a:gd name="connsiteX9" fmla="*/ 132675 w 150812"/>
                <a:gd name="connsiteY9" fmla="*/ 23713 h 159551"/>
                <a:gd name="connsiteX10" fmla="*/ 134087 w 150812"/>
                <a:gd name="connsiteY10" fmla="*/ 16317 h 159551"/>
                <a:gd name="connsiteX11" fmla="*/ 124551 w 150812"/>
                <a:gd name="connsiteY11" fmla="*/ 7160 h 159551"/>
                <a:gd name="connsiteX12" fmla="*/ 110423 w 150812"/>
                <a:gd name="connsiteY12" fmla="*/ 20896 h 159551"/>
                <a:gd name="connsiteX13" fmla="*/ 81109 w 150812"/>
                <a:gd name="connsiteY13" fmla="*/ 115 h 159551"/>
                <a:gd name="connsiteX14" fmla="*/ 228 w 150812"/>
                <a:gd name="connsiteY14" fmla="*/ 105074 h 159551"/>
                <a:gd name="connsiteX15" fmla="*/ 42964 w 150812"/>
                <a:gd name="connsiteY15" fmla="*/ 159667 h 159551"/>
                <a:gd name="connsiteX16" fmla="*/ 85347 w 150812"/>
                <a:gd name="connsiteY16" fmla="*/ 135012 h 159551"/>
                <a:gd name="connsiteX17" fmla="*/ 104419 w 150812"/>
                <a:gd name="connsiteY17" fmla="*/ 45551 h 159551"/>
                <a:gd name="connsiteX18" fmla="*/ 87819 w 150812"/>
                <a:gd name="connsiteY18" fmla="*/ 112119 h 159551"/>
                <a:gd name="connsiteX19" fmla="*/ 43670 w 150812"/>
                <a:gd name="connsiteY19" fmla="*/ 151919 h 159551"/>
                <a:gd name="connsiteX20" fmla="*/ 24245 w 150812"/>
                <a:gd name="connsiteY20" fmla="*/ 120572 h 159551"/>
                <a:gd name="connsiteX21" fmla="*/ 41551 w 150812"/>
                <a:gd name="connsiteY21" fmla="*/ 46959 h 159551"/>
                <a:gd name="connsiteX22" fmla="*/ 81109 w 150812"/>
                <a:gd name="connsiteY22" fmla="*/ 7864 h 159551"/>
                <a:gd name="connsiteX23" fmla="*/ 105479 w 150812"/>
                <a:gd name="connsiteY23" fmla="*/ 40972 h 159551"/>
                <a:gd name="connsiteX24" fmla="*/ 104419 w 150812"/>
                <a:gd name="connsiteY24" fmla="*/ 45551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0812" h="159551">
                  <a:moveTo>
                    <a:pt x="85347" y="135012"/>
                  </a:moveTo>
                  <a:cubicBezTo>
                    <a:pt x="89232" y="152271"/>
                    <a:pt x="102300" y="159667"/>
                    <a:pt x="114662" y="159667"/>
                  </a:cubicBezTo>
                  <a:cubicBezTo>
                    <a:pt x="127730" y="159667"/>
                    <a:pt x="135147" y="150862"/>
                    <a:pt x="140445" y="139943"/>
                  </a:cubicBezTo>
                  <a:cubicBezTo>
                    <a:pt x="146802" y="126559"/>
                    <a:pt x="151040" y="106131"/>
                    <a:pt x="151040" y="105427"/>
                  </a:cubicBezTo>
                  <a:cubicBezTo>
                    <a:pt x="151040" y="101904"/>
                    <a:pt x="148215" y="101904"/>
                    <a:pt x="145743" y="101904"/>
                  </a:cubicBezTo>
                  <a:cubicBezTo>
                    <a:pt x="141504" y="101904"/>
                    <a:pt x="141151" y="102257"/>
                    <a:pt x="139032" y="110005"/>
                  </a:cubicBezTo>
                  <a:cubicBezTo>
                    <a:pt x="134087" y="129729"/>
                    <a:pt x="127377" y="151919"/>
                    <a:pt x="115368" y="151919"/>
                  </a:cubicBezTo>
                  <a:cubicBezTo>
                    <a:pt x="106185" y="151919"/>
                    <a:pt x="106185" y="142409"/>
                    <a:pt x="106185" y="137478"/>
                  </a:cubicBezTo>
                  <a:cubicBezTo>
                    <a:pt x="106185" y="135012"/>
                    <a:pt x="106185" y="129377"/>
                    <a:pt x="108658" y="119515"/>
                  </a:cubicBezTo>
                  <a:lnTo>
                    <a:pt x="132675" y="23713"/>
                  </a:lnTo>
                  <a:cubicBezTo>
                    <a:pt x="134087" y="18783"/>
                    <a:pt x="134087" y="18078"/>
                    <a:pt x="134087" y="16317"/>
                  </a:cubicBezTo>
                  <a:cubicBezTo>
                    <a:pt x="134087" y="8921"/>
                    <a:pt x="128083" y="7160"/>
                    <a:pt x="124551" y="7160"/>
                  </a:cubicBezTo>
                  <a:cubicBezTo>
                    <a:pt x="113249" y="7160"/>
                    <a:pt x="110777" y="19135"/>
                    <a:pt x="110423" y="20896"/>
                  </a:cubicBezTo>
                  <a:cubicBezTo>
                    <a:pt x="103713" y="5751"/>
                    <a:pt x="92411" y="115"/>
                    <a:pt x="81109" y="115"/>
                  </a:cubicBezTo>
                  <a:cubicBezTo>
                    <a:pt x="41904" y="115"/>
                    <a:pt x="228" y="53651"/>
                    <a:pt x="228" y="105074"/>
                  </a:cubicBezTo>
                  <a:cubicBezTo>
                    <a:pt x="228" y="135012"/>
                    <a:pt x="16475" y="159667"/>
                    <a:pt x="42964" y="159667"/>
                  </a:cubicBezTo>
                  <a:cubicBezTo>
                    <a:pt x="55679" y="159667"/>
                    <a:pt x="71219" y="152271"/>
                    <a:pt x="85347" y="135012"/>
                  </a:cubicBezTo>
                  <a:close/>
                  <a:moveTo>
                    <a:pt x="104419" y="45551"/>
                  </a:moveTo>
                  <a:lnTo>
                    <a:pt x="87819" y="112119"/>
                  </a:lnTo>
                  <a:cubicBezTo>
                    <a:pt x="84994" y="123389"/>
                    <a:pt x="63096" y="151919"/>
                    <a:pt x="43670" y="151919"/>
                  </a:cubicBezTo>
                  <a:cubicBezTo>
                    <a:pt x="27070" y="151919"/>
                    <a:pt x="24245" y="131138"/>
                    <a:pt x="24245" y="120572"/>
                  </a:cubicBezTo>
                  <a:cubicBezTo>
                    <a:pt x="24245" y="102961"/>
                    <a:pt x="35194" y="61752"/>
                    <a:pt x="41551" y="46959"/>
                  </a:cubicBezTo>
                  <a:cubicBezTo>
                    <a:pt x="50381" y="25475"/>
                    <a:pt x="66628" y="7864"/>
                    <a:pt x="81109" y="7864"/>
                  </a:cubicBezTo>
                  <a:cubicBezTo>
                    <a:pt x="96649" y="7864"/>
                    <a:pt x="105479" y="26179"/>
                    <a:pt x="105479" y="40972"/>
                  </a:cubicBezTo>
                  <a:cubicBezTo>
                    <a:pt x="105479" y="41676"/>
                    <a:pt x="105126" y="43437"/>
                    <a:pt x="104419" y="45551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70F01573-67CA-408B-B9B4-E4DAF9B6471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827745" y="6371095"/>
              <a:ext cx="74876" cy="248309"/>
            </a:xfrm>
            <a:custGeom>
              <a:avLst/>
              <a:gdLst>
                <a:gd name="connsiteX0" fmla="*/ 74050 w 74876"/>
                <a:gd name="connsiteY0" fmla="*/ 8921 h 248309"/>
                <a:gd name="connsiteX1" fmla="*/ 75109 w 74876"/>
                <a:gd name="connsiteY1" fmla="*/ 4342 h 248309"/>
                <a:gd name="connsiteX2" fmla="*/ 70165 w 74876"/>
                <a:gd name="connsiteY2" fmla="*/ 115 h 248309"/>
                <a:gd name="connsiteX3" fmla="*/ 64514 w 74876"/>
                <a:gd name="connsiteY3" fmla="*/ 820 h 248309"/>
                <a:gd name="connsiteX4" fmla="*/ 29548 w 74876"/>
                <a:gd name="connsiteY4" fmla="*/ 3637 h 248309"/>
                <a:gd name="connsiteX5" fmla="*/ 21424 w 74876"/>
                <a:gd name="connsiteY5" fmla="*/ 11034 h 248309"/>
                <a:gd name="connsiteX6" fmla="*/ 29901 w 74876"/>
                <a:gd name="connsiteY6" fmla="*/ 14908 h 248309"/>
                <a:gd name="connsiteX7" fmla="*/ 47560 w 74876"/>
                <a:gd name="connsiteY7" fmla="*/ 20896 h 248309"/>
                <a:gd name="connsiteX8" fmla="*/ 46501 w 74876"/>
                <a:gd name="connsiteY8" fmla="*/ 26883 h 248309"/>
                <a:gd name="connsiteX9" fmla="*/ 2352 w 74876"/>
                <a:gd name="connsiteY9" fmla="*/ 202989 h 248309"/>
                <a:gd name="connsiteX10" fmla="*/ 233 w 74876"/>
                <a:gd name="connsiteY10" fmla="*/ 216726 h 248309"/>
                <a:gd name="connsiteX11" fmla="*/ 29901 w 74876"/>
                <a:gd name="connsiteY11" fmla="*/ 248425 h 248309"/>
                <a:gd name="connsiteX12" fmla="*/ 54977 w 74876"/>
                <a:gd name="connsiteY12" fmla="*/ 230110 h 248309"/>
                <a:gd name="connsiteX13" fmla="*/ 65926 w 74876"/>
                <a:gd name="connsiteY13" fmla="*/ 194184 h 248309"/>
                <a:gd name="connsiteX14" fmla="*/ 60629 w 74876"/>
                <a:gd name="connsiteY14" fmla="*/ 190662 h 248309"/>
                <a:gd name="connsiteX15" fmla="*/ 55684 w 74876"/>
                <a:gd name="connsiteY15" fmla="*/ 192423 h 248309"/>
                <a:gd name="connsiteX16" fmla="*/ 53212 w 74876"/>
                <a:gd name="connsiteY16" fmla="*/ 201228 h 248309"/>
                <a:gd name="connsiteX17" fmla="*/ 30607 w 74876"/>
                <a:gd name="connsiteY17" fmla="*/ 240676 h 248309"/>
                <a:gd name="connsiteX18" fmla="*/ 21424 w 74876"/>
                <a:gd name="connsiteY18" fmla="*/ 226235 h 248309"/>
                <a:gd name="connsiteX19" fmla="*/ 23543 w 74876"/>
                <a:gd name="connsiteY19" fmla="*/ 210033 h 248309"/>
                <a:gd name="connsiteX20" fmla="*/ 74050 w 74876"/>
                <a:gd name="connsiteY20" fmla="*/ 8921 h 24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4876" h="248309">
                  <a:moveTo>
                    <a:pt x="74050" y="8921"/>
                  </a:moveTo>
                  <a:cubicBezTo>
                    <a:pt x="74403" y="7864"/>
                    <a:pt x="75109" y="5046"/>
                    <a:pt x="75109" y="4342"/>
                  </a:cubicBezTo>
                  <a:cubicBezTo>
                    <a:pt x="75109" y="1172"/>
                    <a:pt x="72990" y="115"/>
                    <a:pt x="70165" y="115"/>
                  </a:cubicBezTo>
                  <a:cubicBezTo>
                    <a:pt x="69105" y="115"/>
                    <a:pt x="65573" y="467"/>
                    <a:pt x="64514" y="820"/>
                  </a:cubicBezTo>
                  <a:lnTo>
                    <a:pt x="29548" y="3637"/>
                  </a:lnTo>
                  <a:cubicBezTo>
                    <a:pt x="25309" y="3990"/>
                    <a:pt x="21424" y="4342"/>
                    <a:pt x="21424" y="11034"/>
                  </a:cubicBezTo>
                  <a:cubicBezTo>
                    <a:pt x="21424" y="14908"/>
                    <a:pt x="24956" y="14908"/>
                    <a:pt x="29901" y="14908"/>
                  </a:cubicBezTo>
                  <a:cubicBezTo>
                    <a:pt x="46854" y="14908"/>
                    <a:pt x="47560" y="17374"/>
                    <a:pt x="47560" y="20896"/>
                  </a:cubicBezTo>
                  <a:cubicBezTo>
                    <a:pt x="47560" y="21952"/>
                    <a:pt x="46501" y="26531"/>
                    <a:pt x="46501" y="26883"/>
                  </a:cubicBezTo>
                  <a:lnTo>
                    <a:pt x="2352" y="202989"/>
                  </a:lnTo>
                  <a:cubicBezTo>
                    <a:pt x="1999" y="204398"/>
                    <a:pt x="233" y="211442"/>
                    <a:pt x="233" y="216726"/>
                  </a:cubicBezTo>
                  <a:cubicBezTo>
                    <a:pt x="233" y="235393"/>
                    <a:pt x="12948" y="248425"/>
                    <a:pt x="29901" y="248425"/>
                  </a:cubicBezTo>
                  <a:cubicBezTo>
                    <a:pt x="43322" y="248425"/>
                    <a:pt x="50386" y="238915"/>
                    <a:pt x="54977" y="230110"/>
                  </a:cubicBezTo>
                  <a:cubicBezTo>
                    <a:pt x="60982" y="217782"/>
                    <a:pt x="65926" y="195241"/>
                    <a:pt x="65926" y="194184"/>
                  </a:cubicBezTo>
                  <a:cubicBezTo>
                    <a:pt x="65926" y="190662"/>
                    <a:pt x="63101" y="190662"/>
                    <a:pt x="60629" y="190662"/>
                  </a:cubicBezTo>
                  <a:cubicBezTo>
                    <a:pt x="58863" y="190662"/>
                    <a:pt x="56743" y="190662"/>
                    <a:pt x="55684" y="192423"/>
                  </a:cubicBezTo>
                  <a:lnTo>
                    <a:pt x="53212" y="201228"/>
                  </a:lnTo>
                  <a:cubicBezTo>
                    <a:pt x="47207" y="225883"/>
                    <a:pt x="40497" y="240676"/>
                    <a:pt x="30607" y="240676"/>
                  </a:cubicBezTo>
                  <a:cubicBezTo>
                    <a:pt x="21424" y="240676"/>
                    <a:pt x="21424" y="231166"/>
                    <a:pt x="21424" y="226235"/>
                  </a:cubicBezTo>
                  <a:cubicBezTo>
                    <a:pt x="21424" y="223770"/>
                    <a:pt x="21424" y="218487"/>
                    <a:pt x="23543" y="210033"/>
                  </a:cubicBezTo>
                  <a:lnTo>
                    <a:pt x="74050" y="8921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C95648A5-65C9-4938-F96F-B4381383B11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936057" y="6371095"/>
              <a:ext cx="74876" cy="248309"/>
            </a:xfrm>
            <a:custGeom>
              <a:avLst/>
              <a:gdLst>
                <a:gd name="connsiteX0" fmla="*/ 74053 w 74876"/>
                <a:gd name="connsiteY0" fmla="*/ 8921 h 248309"/>
                <a:gd name="connsiteX1" fmla="*/ 75112 w 74876"/>
                <a:gd name="connsiteY1" fmla="*/ 4342 h 248309"/>
                <a:gd name="connsiteX2" fmla="*/ 70168 w 74876"/>
                <a:gd name="connsiteY2" fmla="*/ 115 h 248309"/>
                <a:gd name="connsiteX3" fmla="*/ 64517 w 74876"/>
                <a:gd name="connsiteY3" fmla="*/ 820 h 248309"/>
                <a:gd name="connsiteX4" fmla="*/ 29551 w 74876"/>
                <a:gd name="connsiteY4" fmla="*/ 3637 h 248309"/>
                <a:gd name="connsiteX5" fmla="*/ 21427 w 74876"/>
                <a:gd name="connsiteY5" fmla="*/ 11034 h 248309"/>
                <a:gd name="connsiteX6" fmla="*/ 29904 w 74876"/>
                <a:gd name="connsiteY6" fmla="*/ 14908 h 248309"/>
                <a:gd name="connsiteX7" fmla="*/ 47564 w 74876"/>
                <a:gd name="connsiteY7" fmla="*/ 20896 h 248309"/>
                <a:gd name="connsiteX8" fmla="*/ 46504 w 74876"/>
                <a:gd name="connsiteY8" fmla="*/ 26883 h 248309"/>
                <a:gd name="connsiteX9" fmla="*/ 2355 w 74876"/>
                <a:gd name="connsiteY9" fmla="*/ 202989 h 248309"/>
                <a:gd name="connsiteX10" fmla="*/ 236 w 74876"/>
                <a:gd name="connsiteY10" fmla="*/ 216726 h 248309"/>
                <a:gd name="connsiteX11" fmla="*/ 29904 w 74876"/>
                <a:gd name="connsiteY11" fmla="*/ 248425 h 248309"/>
                <a:gd name="connsiteX12" fmla="*/ 54981 w 74876"/>
                <a:gd name="connsiteY12" fmla="*/ 230110 h 248309"/>
                <a:gd name="connsiteX13" fmla="*/ 65929 w 74876"/>
                <a:gd name="connsiteY13" fmla="*/ 194184 h 248309"/>
                <a:gd name="connsiteX14" fmla="*/ 60632 w 74876"/>
                <a:gd name="connsiteY14" fmla="*/ 190662 h 248309"/>
                <a:gd name="connsiteX15" fmla="*/ 55687 w 74876"/>
                <a:gd name="connsiteY15" fmla="*/ 192423 h 248309"/>
                <a:gd name="connsiteX16" fmla="*/ 53215 w 74876"/>
                <a:gd name="connsiteY16" fmla="*/ 201228 h 248309"/>
                <a:gd name="connsiteX17" fmla="*/ 30610 w 74876"/>
                <a:gd name="connsiteY17" fmla="*/ 240676 h 248309"/>
                <a:gd name="connsiteX18" fmla="*/ 21427 w 74876"/>
                <a:gd name="connsiteY18" fmla="*/ 226235 h 248309"/>
                <a:gd name="connsiteX19" fmla="*/ 23547 w 74876"/>
                <a:gd name="connsiteY19" fmla="*/ 210033 h 248309"/>
                <a:gd name="connsiteX20" fmla="*/ 74053 w 74876"/>
                <a:gd name="connsiteY20" fmla="*/ 8921 h 24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4876" h="248309">
                  <a:moveTo>
                    <a:pt x="74053" y="8921"/>
                  </a:moveTo>
                  <a:cubicBezTo>
                    <a:pt x="74406" y="7864"/>
                    <a:pt x="75112" y="5046"/>
                    <a:pt x="75112" y="4342"/>
                  </a:cubicBezTo>
                  <a:cubicBezTo>
                    <a:pt x="75112" y="1172"/>
                    <a:pt x="72993" y="115"/>
                    <a:pt x="70168" y="115"/>
                  </a:cubicBezTo>
                  <a:cubicBezTo>
                    <a:pt x="69108" y="115"/>
                    <a:pt x="65576" y="467"/>
                    <a:pt x="64517" y="820"/>
                  </a:cubicBezTo>
                  <a:lnTo>
                    <a:pt x="29551" y="3637"/>
                  </a:lnTo>
                  <a:cubicBezTo>
                    <a:pt x="25313" y="3990"/>
                    <a:pt x="21427" y="4342"/>
                    <a:pt x="21427" y="11034"/>
                  </a:cubicBezTo>
                  <a:cubicBezTo>
                    <a:pt x="21427" y="14908"/>
                    <a:pt x="24959" y="14908"/>
                    <a:pt x="29904" y="14908"/>
                  </a:cubicBezTo>
                  <a:cubicBezTo>
                    <a:pt x="46857" y="14908"/>
                    <a:pt x="47564" y="17374"/>
                    <a:pt x="47564" y="20896"/>
                  </a:cubicBezTo>
                  <a:cubicBezTo>
                    <a:pt x="47564" y="21952"/>
                    <a:pt x="46504" y="26531"/>
                    <a:pt x="46504" y="26883"/>
                  </a:cubicBezTo>
                  <a:lnTo>
                    <a:pt x="2355" y="202989"/>
                  </a:lnTo>
                  <a:cubicBezTo>
                    <a:pt x="2002" y="204398"/>
                    <a:pt x="236" y="211442"/>
                    <a:pt x="236" y="216726"/>
                  </a:cubicBezTo>
                  <a:cubicBezTo>
                    <a:pt x="236" y="235393"/>
                    <a:pt x="12951" y="248425"/>
                    <a:pt x="29904" y="248425"/>
                  </a:cubicBezTo>
                  <a:cubicBezTo>
                    <a:pt x="43325" y="248425"/>
                    <a:pt x="50389" y="238915"/>
                    <a:pt x="54981" y="230110"/>
                  </a:cubicBezTo>
                  <a:cubicBezTo>
                    <a:pt x="60985" y="217782"/>
                    <a:pt x="65929" y="195241"/>
                    <a:pt x="65929" y="194184"/>
                  </a:cubicBezTo>
                  <a:cubicBezTo>
                    <a:pt x="65929" y="190662"/>
                    <a:pt x="63104" y="190662"/>
                    <a:pt x="60632" y="190662"/>
                  </a:cubicBezTo>
                  <a:cubicBezTo>
                    <a:pt x="58866" y="190662"/>
                    <a:pt x="56747" y="190662"/>
                    <a:pt x="55687" y="192423"/>
                  </a:cubicBezTo>
                  <a:lnTo>
                    <a:pt x="53215" y="201228"/>
                  </a:lnTo>
                  <a:cubicBezTo>
                    <a:pt x="47210" y="225883"/>
                    <a:pt x="40500" y="240676"/>
                    <a:pt x="30610" y="240676"/>
                  </a:cubicBezTo>
                  <a:cubicBezTo>
                    <a:pt x="21427" y="240676"/>
                    <a:pt x="21427" y="231166"/>
                    <a:pt x="21427" y="226235"/>
                  </a:cubicBezTo>
                  <a:cubicBezTo>
                    <a:pt x="21427" y="223770"/>
                    <a:pt x="21427" y="218487"/>
                    <a:pt x="23547" y="210033"/>
                  </a:cubicBezTo>
                  <a:lnTo>
                    <a:pt x="74053" y="8921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1901AB29-6939-759C-C088-A468ED3FC6D7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033380" y="6459853"/>
              <a:ext cx="125029" cy="159551"/>
            </a:xfrm>
            <a:custGeom>
              <a:avLst/>
              <a:gdLst>
                <a:gd name="connsiteX0" fmla="*/ 44387 w 125029"/>
                <a:gd name="connsiteY0" fmla="*/ 74432 h 159551"/>
                <a:gd name="connsiteX1" fmla="*/ 95600 w 125029"/>
                <a:gd name="connsiteY1" fmla="*/ 66683 h 159551"/>
                <a:gd name="connsiteX2" fmla="*/ 123502 w 125029"/>
                <a:gd name="connsiteY2" fmla="*/ 30053 h 159551"/>
                <a:gd name="connsiteX3" fmla="*/ 87830 w 125029"/>
                <a:gd name="connsiteY3" fmla="*/ 115 h 159551"/>
                <a:gd name="connsiteX4" fmla="*/ 238 w 125029"/>
                <a:gd name="connsiteY4" fmla="*/ 98030 h 159551"/>
                <a:gd name="connsiteX5" fmla="*/ 50745 w 125029"/>
                <a:gd name="connsiteY5" fmla="*/ 159667 h 159551"/>
                <a:gd name="connsiteX6" fmla="*/ 125268 w 125029"/>
                <a:gd name="connsiteY6" fmla="*/ 119163 h 159551"/>
                <a:gd name="connsiteX7" fmla="*/ 119617 w 125029"/>
                <a:gd name="connsiteY7" fmla="*/ 113527 h 159551"/>
                <a:gd name="connsiteX8" fmla="*/ 115026 w 125029"/>
                <a:gd name="connsiteY8" fmla="*/ 117402 h 159551"/>
                <a:gd name="connsiteX9" fmla="*/ 51451 w 125029"/>
                <a:gd name="connsiteY9" fmla="*/ 151919 h 159551"/>
                <a:gd name="connsiteX10" fmla="*/ 24609 w 125029"/>
                <a:gd name="connsiteY10" fmla="*/ 113175 h 159551"/>
                <a:gd name="connsiteX11" fmla="*/ 30613 w 125029"/>
                <a:gd name="connsiteY11" fmla="*/ 74432 h 159551"/>
                <a:gd name="connsiteX12" fmla="*/ 44387 w 125029"/>
                <a:gd name="connsiteY12" fmla="*/ 74432 h 159551"/>
                <a:gd name="connsiteX13" fmla="*/ 32732 w 125029"/>
                <a:gd name="connsiteY13" fmla="*/ 66683 h 159551"/>
                <a:gd name="connsiteX14" fmla="*/ 87830 w 125029"/>
                <a:gd name="connsiteY14" fmla="*/ 7864 h 159551"/>
                <a:gd name="connsiteX15" fmla="*/ 110081 w 125029"/>
                <a:gd name="connsiteY15" fmla="*/ 29349 h 159551"/>
                <a:gd name="connsiteX16" fmla="*/ 40149 w 125029"/>
                <a:gd name="connsiteY16" fmla="*/ 66683 h 159551"/>
                <a:gd name="connsiteX17" fmla="*/ 32732 w 125029"/>
                <a:gd name="connsiteY17" fmla="*/ 66683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029" h="159551">
                  <a:moveTo>
                    <a:pt x="44387" y="74432"/>
                  </a:moveTo>
                  <a:cubicBezTo>
                    <a:pt x="54983" y="74432"/>
                    <a:pt x="78647" y="73375"/>
                    <a:pt x="95600" y="66683"/>
                  </a:cubicBezTo>
                  <a:cubicBezTo>
                    <a:pt x="123502" y="55413"/>
                    <a:pt x="123502" y="32519"/>
                    <a:pt x="123502" y="30053"/>
                  </a:cubicBezTo>
                  <a:cubicBezTo>
                    <a:pt x="123502" y="13852"/>
                    <a:pt x="110434" y="115"/>
                    <a:pt x="87830" y="115"/>
                  </a:cubicBezTo>
                  <a:cubicBezTo>
                    <a:pt x="50745" y="115"/>
                    <a:pt x="238" y="35689"/>
                    <a:pt x="238" y="98030"/>
                  </a:cubicBezTo>
                  <a:cubicBezTo>
                    <a:pt x="238" y="129729"/>
                    <a:pt x="17192" y="159667"/>
                    <a:pt x="50745" y="159667"/>
                  </a:cubicBezTo>
                  <a:cubicBezTo>
                    <a:pt x="95953" y="159667"/>
                    <a:pt x="125268" y="124446"/>
                    <a:pt x="125268" y="119163"/>
                  </a:cubicBezTo>
                  <a:cubicBezTo>
                    <a:pt x="125268" y="117402"/>
                    <a:pt x="122443" y="113527"/>
                    <a:pt x="119617" y="113527"/>
                  </a:cubicBezTo>
                  <a:cubicBezTo>
                    <a:pt x="118204" y="113527"/>
                    <a:pt x="117851" y="113880"/>
                    <a:pt x="115026" y="117402"/>
                  </a:cubicBezTo>
                  <a:cubicBezTo>
                    <a:pt x="88889" y="150510"/>
                    <a:pt x="57455" y="151919"/>
                    <a:pt x="51451" y="151919"/>
                  </a:cubicBezTo>
                  <a:cubicBezTo>
                    <a:pt x="28494" y="151919"/>
                    <a:pt x="24609" y="126912"/>
                    <a:pt x="24609" y="113175"/>
                  </a:cubicBezTo>
                  <a:cubicBezTo>
                    <a:pt x="24609" y="99791"/>
                    <a:pt x="28141" y="83942"/>
                    <a:pt x="30613" y="74432"/>
                  </a:cubicBezTo>
                  <a:lnTo>
                    <a:pt x="44387" y="74432"/>
                  </a:lnTo>
                  <a:close/>
                  <a:moveTo>
                    <a:pt x="32732" y="66683"/>
                  </a:moveTo>
                  <a:cubicBezTo>
                    <a:pt x="47919" y="8921"/>
                    <a:pt x="84298" y="7864"/>
                    <a:pt x="87830" y="7864"/>
                  </a:cubicBezTo>
                  <a:cubicBezTo>
                    <a:pt x="101958" y="7864"/>
                    <a:pt x="110081" y="17374"/>
                    <a:pt x="110081" y="29349"/>
                  </a:cubicBezTo>
                  <a:cubicBezTo>
                    <a:pt x="110081" y="66683"/>
                    <a:pt x="51804" y="66683"/>
                    <a:pt x="40149" y="66683"/>
                  </a:cubicBezTo>
                  <a:lnTo>
                    <a:pt x="32732" y="6668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11595ECA-06B5-8704-D424-2651718C79EA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184898" y="6459853"/>
              <a:ext cx="143395" cy="159551"/>
            </a:xfrm>
            <a:custGeom>
              <a:avLst/>
              <a:gdLst>
                <a:gd name="connsiteX0" fmla="*/ 62052 w 143395"/>
                <a:gd name="connsiteY0" fmla="*/ 54356 h 159551"/>
                <a:gd name="connsiteX1" fmla="*/ 108673 w 143395"/>
                <a:gd name="connsiteY1" fmla="*/ 7864 h 159551"/>
                <a:gd name="connsiteX2" fmla="*/ 127392 w 143395"/>
                <a:gd name="connsiteY2" fmla="*/ 12795 h 159551"/>
                <a:gd name="connsiteX3" fmla="*/ 113971 w 143395"/>
                <a:gd name="connsiteY3" fmla="*/ 29701 h 159551"/>
                <a:gd name="connsiteX4" fmla="*/ 126332 w 143395"/>
                <a:gd name="connsiteY4" fmla="*/ 40972 h 159551"/>
                <a:gd name="connsiteX5" fmla="*/ 143639 w 143395"/>
                <a:gd name="connsiteY5" fmla="*/ 22305 h 159551"/>
                <a:gd name="connsiteX6" fmla="*/ 109026 w 143395"/>
                <a:gd name="connsiteY6" fmla="*/ 115 h 159551"/>
                <a:gd name="connsiteX7" fmla="*/ 66290 w 143395"/>
                <a:gd name="connsiteY7" fmla="*/ 25475 h 159551"/>
                <a:gd name="connsiteX8" fmla="*/ 36975 w 143395"/>
                <a:gd name="connsiteY8" fmla="*/ 115 h 159551"/>
                <a:gd name="connsiteX9" fmla="*/ 11545 w 143395"/>
                <a:gd name="connsiteY9" fmla="*/ 18783 h 159551"/>
                <a:gd name="connsiteX10" fmla="*/ 243 w 143395"/>
                <a:gd name="connsiteY10" fmla="*/ 54356 h 159551"/>
                <a:gd name="connsiteX11" fmla="*/ 5541 w 143395"/>
                <a:gd name="connsiteY11" fmla="*/ 57878 h 159551"/>
                <a:gd name="connsiteX12" fmla="*/ 12252 w 143395"/>
                <a:gd name="connsiteY12" fmla="*/ 49777 h 159551"/>
                <a:gd name="connsiteX13" fmla="*/ 36269 w 143395"/>
                <a:gd name="connsiteY13" fmla="*/ 7864 h 159551"/>
                <a:gd name="connsiteX14" fmla="*/ 45452 w 143395"/>
                <a:gd name="connsiteY14" fmla="*/ 21952 h 159551"/>
                <a:gd name="connsiteX15" fmla="*/ 42979 w 143395"/>
                <a:gd name="connsiteY15" fmla="*/ 39915 h 159551"/>
                <a:gd name="connsiteX16" fmla="*/ 16490 w 143395"/>
                <a:gd name="connsiteY16" fmla="*/ 145579 h 159551"/>
                <a:gd name="connsiteX17" fmla="*/ 15430 w 143395"/>
                <a:gd name="connsiteY17" fmla="*/ 150510 h 159551"/>
                <a:gd name="connsiteX18" fmla="*/ 25320 w 143395"/>
                <a:gd name="connsiteY18" fmla="*/ 159667 h 159551"/>
                <a:gd name="connsiteX19" fmla="*/ 39094 w 143395"/>
                <a:gd name="connsiteY19" fmla="*/ 146635 h 159551"/>
                <a:gd name="connsiteX20" fmla="*/ 62052 w 143395"/>
                <a:gd name="connsiteY20" fmla="*/ 54356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3395" h="159551">
                  <a:moveTo>
                    <a:pt x="62052" y="54356"/>
                  </a:moveTo>
                  <a:cubicBezTo>
                    <a:pt x="62405" y="53299"/>
                    <a:pt x="78298" y="7864"/>
                    <a:pt x="108673" y="7864"/>
                  </a:cubicBezTo>
                  <a:cubicBezTo>
                    <a:pt x="110439" y="7864"/>
                    <a:pt x="120328" y="7864"/>
                    <a:pt x="127392" y="12795"/>
                  </a:cubicBezTo>
                  <a:cubicBezTo>
                    <a:pt x="115030" y="16669"/>
                    <a:pt x="113971" y="27940"/>
                    <a:pt x="113971" y="29701"/>
                  </a:cubicBezTo>
                  <a:cubicBezTo>
                    <a:pt x="113971" y="34280"/>
                    <a:pt x="117149" y="40972"/>
                    <a:pt x="126332" y="40972"/>
                  </a:cubicBezTo>
                  <a:cubicBezTo>
                    <a:pt x="132690" y="40972"/>
                    <a:pt x="143639" y="36041"/>
                    <a:pt x="143639" y="22305"/>
                  </a:cubicBezTo>
                  <a:cubicBezTo>
                    <a:pt x="143639" y="3990"/>
                    <a:pt x="120681" y="115"/>
                    <a:pt x="109026" y="115"/>
                  </a:cubicBezTo>
                  <a:cubicBezTo>
                    <a:pt x="84656" y="115"/>
                    <a:pt x="71941" y="17726"/>
                    <a:pt x="66290" y="25475"/>
                  </a:cubicBezTo>
                  <a:cubicBezTo>
                    <a:pt x="62405" y="6807"/>
                    <a:pt x="48630" y="115"/>
                    <a:pt x="36975" y="115"/>
                  </a:cubicBezTo>
                  <a:cubicBezTo>
                    <a:pt x="24260" y="115"/>
                    <a:pt x="17196" y="8216"/>
                    <a:pt x="11545" y="18783"/>
                  </a:cubicBezTo>
                  <a:cubicBezTo>
                    <a:pt x="4835" y="32871"/>
                    <a:pt x="243" y="53651"/>
                    <a:pt x="243" y="54356"/>
                  </a:cubicBezTo>
                  <a:cubicBezTo>
                    <a:pt x="243" y="57878"/>
                    <a:pt x="3775" y="57878"/>
                    <a:pt x="5541" y="57878"/>
                  </a:cubicBezTo>
                  <a:cubicBezTo>
                    <a:pt x="10132" y="57878"/>
                    <a:pt x="10486" y="57526"/>
                    <a:pt x="12252" y="49777"/>
                  </a:cubicBezTo>
                  <a:cubicBezTo>
                    <a:pt x="18609" y="25122"/>
                    <a:pt x="25320" y="7864"/>
                    <a:pt x="36269" y="7864"/>
                  </a:cubicBezTo>
                  <a:cubicBezTo>
                    <a:pt x="45452" y="7864"/>
                    <a:pt x="45452" y="18078"/>
                    <a:pt x="45452" y="21952"/>
                  </a:cubicBezTo>
                  <a:cubicBezTo>
                    <a:pt x="45452" y="27588"/>
                    <a:pt x="44392" y="34280"/>
                    <a:pt x="42979" y="39915"/>
                  </a:cubicBezTo>
                  <a:lnTo>
                    <a:pt x="16490" y="145579"/>
                  </a:lnTo>
                  <a:cubicBezTo>
                    <a:pt x="15783" y="147692"/>
                    <a:pt x="15430" y="149453"/>
                    <a:pt x="15430" y="150510"/>
                  </a:cubicBezTo>
                  <a:cubicBezTo>
                    <a:pt x="15430" y="154384"/>
                    <a:pt x="18256" y="159667"/>
                    <a:pt x="25320" y="159667"/>
                  </a:cubicBezTo>
                  <a:cubicBezTo>
                    <a:pt x="35915" y="159667"/>
                    <a:pt x="38388" y="149453"/>
                    <a:pt x="39094" y="146635"/>
                  </a:cubicBezTo>
                  <a:lnTo>
                    <a:pt x="62052" y="54356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79C0B26A-BB39-46F4-5794-42CEDAFDB87A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460189" y="6459853"/>
              <a:ext cx="144808" cy="159551"/>
            </a:xfrm>
            <a:custGeom>
              <a:avLst/>
              <a:gdLst>
                <a:gd name="connsiteX0" fmla="*/ 145059 w 144808"/>
                <a:gd name="connsiteY0" fmla="*/ 23361 h 159551"/>
                <a:gd name="connsiteX1" fmla="*/ 130578 w 144808"/>
                <a:gd name="connsiteY1" fmla="*/ 115 h 159551"/>
                <a:gd name="connsiteX2" fmla="*/ 113625 w 144808"/>
                <a:gd name="connsiteY2" fmla="*/ 16317 h 159551"/>
                <a:gd name="connsiteX3" fmla="*/ 118217 w 144808"/>
                <a:gd name="connsiteY3" fmla="*/ 25827 h 159551"/>
                <a:gd name="connsiteX4" fmla="*/ 127753 w 144808"/>
                <a:gd name="connsiteY4" fmla="*/ 53651 h 159551"/>
                <a:gd name="connsiteX5" fmla="*/ 70536 w 144808"/>
                <a:gd name="connsiteY5" fmla="*/ 151919 h 159551"/>
                <a:gd name="connsiteX6" fmla="*/ 47578 w 144808"/>
                <a:gd name="connsiteY6" fmla="*/ 122685 h 159551"/>
                <a:gd name="connsiteX7" fmla="*/ 68417 w 144808"/>
                <a:gd name="connsiteY7" fmla="*/ 46255 h 159551"/>
                <a:gd name="connsiteX8" fmla="*/ 72302 w 144808"/>
                <a:gd name="connsiteY8" fmla="*/ 28644 h 159551"/>
                <a:gd name="connsiteX9" fmla="*/ 45459 w 144808"/>
                <a:gd name="connsiteY9" fmla="*/ 115 h 159551"/>
                <a:gd name="connsiteX10" fmla="*/ 251 w 144808"/>
                <a:gd name="connsiteY10" fmla="*/ 54356 h 159551"/>
                <a:gd name="connsiteX11" fmla="*/ 5549 w 144808"/>
                <a:gd name="connsiteY11" fmla="*/ 57878 h 159551"/>
                <a:gd name="connsiteX12" fmla="*/ 11906 w 144808"/>
                <a:gd name="connsiteY12" fmla="*/ 52243 h 159551"/>
                <a:gd name="connsiteX13" fmla="*/ 44753 w 144808"/>
                <a:gd name="connsiteY13" fmla="*/ 7864 h 159551"/>
                <a:gd name="connsiteX14" fmla="*/ 52523 w 144808"/>
                <a:gd name="connsiteY14" fmla="*/ 18078 h 159551"/>
                <a:gd name="connsiteX15" fmla="*/ 44047 w 144808"/>
                <a:gd name="connsiteY15" fmla="*/ 49777 h 159551"/>
                <a:gd name="connsiteX16" fmla="*/ 26034 w 144808"/>
                <a:gd name="connsiteY16" fmla="*/ 117402 h 159551"/>
                <a:gd name="connsiteX17" fmla="*/ 69476 w 144808"/>
                <a:gd name="connsiteY17" fmla="*/ 159667 h 159551"/>
                <a:gd name="connsiteX18" fmla="*/ 145059 w 144808"/>
                <a:gd name="connsiteY18" fmla="*/ 23361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4808" h="159551">
                  <a:moveTo>
                    <a:pt x="145059" y="23361"/>
                  </a:moveTo>
                  <a:cubicBezTo>
                    <a:pt x="145059" y="11034"/>
                    <a:pt x="140821" y="115"/>
                    <a:pt x="130578" y="115"/>
                  </a:cubicBezTo>
                  <a:cubicBezTo>
                    <a:pt x="122455" y="115"/>
                    <a:pt x="113625" y="8216"/>
                    <a:pt x="113625" y="16317"/>
                  </a:cubicBezTo>
                  <a:cubicBezTo>
                    <a:pt x="113625" y="20896"/>
                    <a:pt x="116098" y="23361"/>
                    <a:pt x="118217" y="25827"/>
                  </a:cubicBezTo>
                  <a:cubicBezTo>
                    <a:pt x="126693" y="34984"/>
                    <a:pt x="127753" y="46255"/>
                    <a:pt x="127753" y="53651"/>
                  </a:cubicBezTo>
                  <a:cubicBezTo>
                    <a:pt x="127753" y="63513"/>
                    <a:pt x="111153" y="151919"/>
                    <a:pt x="70536" y="151919"/>
                  </a:cubicBezTo>
                  <a:cubicBezTo>
                    <a:pt x="51464" y="151919"/>
                    <a:pt x="47578" y="134308"/>
                    <a:pt x="47578" y="122685"/>
                  </a:cubicBezTo>
                  <a:cubicBezTo>
                    <a:pt x="47578" y="102257"/>
                    <a:pt x="58881" y="71614"/>
                    <a:pt x="68417" y="46255"/>
                  </a:cubicBezTo>
                  <a:cubicBezTo>
                    <a:pt x="70183" y="40620"/>
                    <a:pt x="72302" y="35336"/>
                    <a:pt x="72302" y="28644"/>
                  </a:cubicBezTo>
                  <a:cubicBezTo>
                    <a:pt x="72302" y="11034"/>
                    <a:pt x="60647" y="115"/>
                    <a:pt x="45459" y="115"/>
                  </a:cubicBezTo>
                  <a:cubicBezTo>
                    <a:pt x="12613" y="115"/>
                    <a:pt x="251" y="52243"/>
                    <a:pt x="251" y="54356"/>
                  </a:cubicBezTo>
                  <a:cubicBezTo>
                    <a:pt x="251" y="57878"/>
                    <a:pt x="3783" y="57878"/>
                    <a:pt x="5549" y="57878"/>
                  </a:cubicBezTo>
                  <a:cubicBezTo>
                    <a:pt x="10140" y="57878"/>
                    <a:pt x="10493" y="57174"/>
                    <a:pt x="11906" y="52243"/>
                  </a:cubicBezTo>
                  <a:cubicBezTo>
                    <a:pt x="14732" y="41324"/>
                    <a:pt x="24268" y="7864"/>
                    <a:pt x="44753" y="7864"/>
                  </a:cubicBezTo>
                  <a:cubicBezTo>
                    <a:pt x="48638" y="7864"/>
                    <a:pt x="52523" y="8921"/>
                    <a:pt x="52523" y="18078"/>
                  </a:cubicBezTo>
                  <a:cubicBezTo>
                    <a:pt x="52523" y="26531"/>
                    <a:pt x="48991" y="36041"/>
                    <a:pt x="44047" y="49777"/>
                  </a:cubicBezTo>
                  <a:cubicBezTo>
                    <a:pt x="33098" y="79715"/>
                    <a:pt x="26034" y="100848"/>
                    <a:pt x="26034" y="117402"/>
                  </a:cubicBezTo>
                  <a:cubicBezTo>
                    <a:pt x="26034" y="149453"/>
                    <a:pt x="48638" y="159667"/>
                    <a:pt x="69476" y="159667"/>
                  </a:cubicBezTo>
                  <a:cubicBezTo>
                    <a:pt x="128812" y="159667"/>
                    <a:pt x="145059" y="32519"/>
                    <a:pt x="145059" y="23361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BCC19D80-7B6B-A38D-F713-D8E0E0091CD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631486" y="6459853"/>
              <a:ext cx="150812" cy="159551"/>
            </a:xfrm>
            <a:custGeom>
              <a:avLst/>
              <a:gdLst>
                <a:gd name="connsiteX0" fmla="*/ 85374 w 150812"/>
                <a:gd name="connsiteY0" fmla="*/ 135012 h 159551"/>
                <a:gd name="connsiteX1" fmla="*/ 114689 w 150812"/>
                <a:gd name="connsiteY1" fmla="*/ 159667 h 159551"/>
                <a:gd name="connsiteX2" fmla="*/ 140472 w 150812"/>
                <a:gd name="connsiteY2" fmla="*/ 139943 h 159551"/>
                <a:gd name="connsiteX3" fmla="*/ 151068 w 150812"/>
                <a:gd name="connsiteY3" fmla="*/ 105427 h 159551"/>
                <a:gd name="connsiteX4" fmla="*/ 145770 w 150812"/>
                <a:gd name="connsiteY4" fmla="*/ 101904 h 159551"/>
                <a:gd name="connsiteX5" fmla="*/ 139060 w 150812"/>
                <a:gd name="connsiteY5" fmla="*/ 110005 h 159551"/>
                <a:gd name="connsiteX6" fmla="*/ 115396 w 150812"/>
                <a:gd name="connsiteY6" fmla="*/ 151919 h 159551"/>
                <a:gd name="connsiteX7" fmla="*/ 106213 w 150812"/>
                <a:gd name="connsiteY7" fmla="*/ 137478 h 159551"/>
                <a:gd name="connsiteX8" fmla="*/ 108685 w 150812"/>
                <a:gd name="connsiteY8" fmla="*/ 119515 h 159551"/>
                <a:gd name="connsiteX9" fmla="*/ 132702 w 150812"/>
                <a:gd name="connsiteY9" fmla="*/ 23713 h 159551"/>
                <a:gd name="connsiteX10" fmla="*/ 134115 w 150812"/>
                <a:gd name="connsiteY10" fmla="*/ 16317 h 159551"/>
                <a:gd name="connsiteX11" fmla="*/ 124579 w 150812"/>
                <a:gd name="connsiteY11" fmla="*/ 7160 h 159551"/>
                <a:gd name="connsiteX12" fmla="*/ 110451 w 150812"/>
                <a:gd name="connsiteY12" fmla="*/ 20896 h 159551"/>
                <a:gd name="connsiteX13" fmla="*/ 81136 w 150812"/>
                <a:gd name="connsiteY13" fmla="*/ 115 h 159551"/>
                <a:gd name="connsiteX14" fmla="*/ 255 w 150812"/>
                <a:gd name="connsiteY14" fmla="*/ 105074 h 159551"/>
                <a:gd name="connsiteX15" fmla="*/ 42992 w 150812"/>
                <a:gd name="connsiteY15" fmla="*/ 159667 h 159551"/>
                <a:gd name="connsiteX16" fmla="*/ 85374 w 150812"/>
                <a:gd name="connsiteY16" fmla="*/ 135012 h 159551"/>
                <a:gd name="connsiteX17" fmla="*/ 104447 w 150812"/>
                <a:gd name="connsiteY17" fmla="*/ 45551 h 159551"/>
                <a:gd name="connsiteX18" fmla="*/ 87847 w 150812"/>
                <a:gd name="connsiteY18" fmla="*/ 112119 h 159551"/>
                <a:gd name="connsiteX19" fmla="*/ 43698 w 150812"/>
                <a:gd name="connsiteY19" fmla="*/ 151919 h 159551"/>
                <a:gd name="connsiteX20" fmla="*/ 24272 w 150812"/>
                <a:gd name="connsiteY20" fmla="*/ 120572 h 159551"/>
                <a:gd name="connsiteX21" fmla="*/ 41579 w 150812"/>
                <a:gd name="connsiteY21" fmla="*/ 46959 h 159551"/>
                <a:gd name="connsiteX22" fmla="*/ 81136 w 150812"/>
                <a:gd name="connsiteY22" fmla="*/ 7864 h 159551"/>
                <a:gd name="connsiteX23" fmla="*/ 105506 w 150812"/>
                <a:gd name="connsiteY23" fmla="*/ 40972 h 159551"/>
                <a:gd name="connsiteX24" fmla="*/ 104447 w 150812"/>
                <a:gd name="connsiteY24" fmla="*/ 45551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0812" h="159551">
                  <a:moveTo>
                    <a:pt x="85374" y="135012"/>
                  </a:moveTo>
                  <a:cubicBezTo>
                    <a:pt x="89260" y="152271"/>
                    <a:pt x="102328" y="159667"/>
                    <a:pt x="114689" y="159667"/>
                  </a:cubicBezTo>
                  <a:cubicBezTo>
                    <a:pt x="127757" y="159667"/>
                    <a:pt x="135174" y="150862"/>
                    <a:pt x="140472" y="139943"/>
                  </a:cubicBezTo>
                  <a:cubicBezTo>
                    <a:pt x="146830" y="126559"/>
                    <a:pt x="151068" y="106131"/>
                    <a:pt x="151068" y="105427"/>
                  </a:cubicBezTo>
                  <a:cubicBezTo>
                    <a:pt x="151068" y="101904"/>
                    <a:pt x="148243" y="101904"/>
                    <a:pt x="145770" y="101904"/>
                  </a:cubicBezTo>
                  <a:cubicBezTo>
                    <a:pt x="141532" y="101904"/>
                    <a:pt x="141179" y="102257"/>
                    <a:pt x="139060" y="110005"/>
                  </a:cubicBezTo>
                  <a:cubicBezTo>
                    <a:pt x="134115" y="129729"/>
                    <a:pt x="127404" y="151919"/>
                    <a:pt x="115396" y="151919"/>
                  </a:cubicBezTo>
                  <a:cubicBezTo>
                    <a:pt x="106213" y="151919"/>
                    <a:pt x="106213" y="142409"/>
                    <a:pt x="106213" y="137478"/>
                  </a:cubicBezTo>
                  <a:cubicBezTo>
                    <a:pt x="106213" y="135012"/>
                    <a:pt x="106213" y="129377"/>
                    <a:pt x="108685" y="119515"/>
                  </a:cubicBezTo>
                  <a:lnTo>
                    <a:pt x="132702" y="23713"/>
                  </a:lnTo>
                  <a:cubicBezTo>
                    <a:pt x="134115" y="18783"/>
                    <a:pt x="134115" y="18078"/>
                    <a:pt x="134115" y="16317"/>
                  </a:cubicBezTo>
                  <a:cubicBezTo>
                    <a:pt x="134115" y="8921"/>
                    <a:pt x="128111" y="7160"/>
                    <a:pt x="124579" y="7160"/>
                  </a:cubicBezTo>
                  <a:cubicBezTo>
                    <a:pt x="113277" y="7160"/>
                    <a:pt x="110804" y="19135"/>
                    <a:pt x="110451" y="20896"/>
                  </a:cubicBezTo>
                  <a:cubicBezTo>
                    <a:pt x="103740" y="5751"/>
                    <a:pt x="92438" y="115"/>
                    <a:pt x="81136" y="115"/>
                  </a:cubicBezTo>
                  <a:cubicBezTo>
                    <a:pt x="41932" y="115"/>
                    <a:pt x="255" y="53651"/>
                    <a:pt x="255" y="105074"/>
                  </a:cubicBezTo>
                  <a:cubicBezTo>
                    <a:pt x="255" y="135012"/>
                    <a:pt x="16502" y="159667"/>
                    <a:pt x="42992" y="159667"/>
                  </a:cubicBezTo>
                  <a:cubicBezTo>
                    <a:pt x="55706" y="159667"/>
                    <a:pt x="71247" y="152271"/>
                    <a:pt x="85374" y="135012"/>
                  </a:cubicBezTo>
                  <a:close/>
                  <a:moveTo>
                    <a:pt x="104447" y="45551"/>
                  </a:moveTo>
                  <a:lnTo>
                    <a:pt x="87847" y="112119"/>
                  </a:lnTo>
                  <a:cubicBezTo>
                    <a:pt x="85021" y="123389"/>
                    <a:pt x="63123" y="151919"/>
                    <a:pt x="43698" y="151919"/>
                  </a:cubicBezTo>
                  <a:cubicBezTo>
                    <a:pt x="27098" y="151919"/>
                    <a:pt x="24272" y="131138"/>
                    <a:pt x="24272" y="120572"/>
                  </a:cubicBezTo>
                  <a:cubicBezTo>
                    <a:pt x="24272" y="102961"/>
                    <a:pt x="35221" y="61752"/>
                    <a:pt x="41579" y="46959"/>
                  </a:cubicBezTo>
                  <a:cubicBezTo>
                    <a:pt x="50409" y="25475"/>
                    <a:pt x="66655" y="7864"/>
                    <a:pt x="81136" y="7864"/>
                  </a:cubicBezTo>
                  <a:cubicBezTo>
                    <a:pt x="96677" y="7864"/>
                    <a:pt x="105506" y="26179"/>
                    <a:pt x="105506" y="40972"/>
                  </a:cubicBezTo>
                  <a:cubicBezTo>
                    <a:pt x="105506" y="41676"/>
                    <a:pt x="105153" y="43437"/>
                    <a:pt x="104447" y="45551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CFE21B26-4E86-D84C-EB4B-A1C29FBF1B4E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807061" y="6371095"/>
              <a:ext cx="74876" cy="248309"/>
            </a:xfrm>
            <a:custGeom>
              <a:avLst/>
              <a:gdLst>
                <a:gd name="connsiteX0" fmla="*/ 74077 w 74876"/>
                <a:gd name="connsiteY0" fmla="*/ 8921 h 248309"/>
                <a:gd name="connsiteX1" fmla="*/ 75137 w 74876"/>
                <a:gd name="connsiteY1" fmla="*/ 4342 h 248309"/>
                <a:gd name="connsiteX2" fmla="*/ 70192 w 74876"/>
                <a:gd name="connsiteY2" fmla="*/ 115 h 248309"/>
                <a:gd name="connsiteX3" fmla="*/ 64541 w 74876"/>
                <a:gd name="connsiteY3" fmla="*/ 820 h 248309"/>
                <a:gd name="connsiteX4" fmla="*/ 29575 w 74876"/>
                <a:gd name="connsiteY4" fmla="*/ 3637 h 248309"/>
                <a:gd name="connsiteX5" fmla="*/ 21452 w 74876"/>
                <a:gd name="connsiteY5" fmla="*/ 11034 h 248309"/>
                <a:gd name="connsiteX6" fmla="*/ 29929 w 74876"/>
                <a:gd name="connsiteY6" fmla="*/ 14908 h 248309"/>
                <a:gd name="connsiteX7" fmla="*/ 47588 w 74876"/>
                <a:gd name="connsiteY7" fmla="*/ 20896 h 248309"/>
                <a:gd name="connsiteX8" fmla="*/ 46529 w 74876"/>
                <a:gd name="connsiteY8" fmla="*/ 26883 h 248309"/>
                <a:gd name="connsiteX9" fmla="*/ 2380 w 74876"/>
                <a:gd name="connsiteY9" fmla="*/ 202989 h 248309"/>
                <a:gd name="connsiteX10" fmla="*/ 260 w 74876"/>
                <a:gd name="connsiteY10" fmla="*/ 216726 h 248309"/>
                <a:gd name="connsiteX11" fmla="*/ 29929 w 74876"/>
                <a:gd name="connsiteY11" fmla="*/ 248425 h 248309"/>
                <a:gd name="connsiteX12" fmla="*/ 55005 w 74876"/>
                <a:gd name="connsiteY12" fmla="*/ 230110 h 248309"/>
                <a:gd name="connsiteX13" fmla="*/ 65954 w 74876"/>
                <a:gd name="connsiteY13" fmla="*/ 194184 h 248309"/>
                <a:gd name="connsiteX14" fmla="*/ 60656 w 74876"/>
                <a:gd name="connsiteY14" fmla="*/ 190662 h 248309"/>
                <a:gd name="connsiteX15" fmla="*/ 55712 w 74876"/>
                <a:gd name="connsiteY15" fmla="*/ 192423 h 248309"/>
                <a:gd name="connsiteX16" fmla="*/ 53239 w 74876"/>
                <a:gd name="connsiteY16" fmla="*/ 201228 h 248309"/>
                <a:gd name="connsiteX17" fmla="*/ 30635 w 74876"/>
                <a:gd name="connsiteY17" fmla="*/ 240676 h 248309"/>
                <a:gd name="connsiteX18" fmla="*/ 21452 w 74876"/>
                <a:gd name="connsiteY18" fmla="*/ 226235 h 248309"/>
                <a:gd name="connsiteX19" fmla="*/ 23571 w 74876"/>
                <a:gd name="connsiteY19" fmla="*/ 210033 h 248309"/>
                <a:gd name="connsiteX20" fmla="*/ 74077 w 74876"/>
                <a:gd name="connsiteY20" fmla="*/ 8921 h 24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4876" h="248309">
                  <a:moveTo>
                    <a:pt x="74077" y="8921"/>
                  </a:moveTo>
                  <a:cubicBezTo>
                    <a:pt x="74431" y="7864"/>
                    <a:pt x="75137" y="5046"/>
                    <a:pt x="75137" y="4342"/>
                  </a:cubicBezTo>
                  <a:cubicBezTo>
                    <a:pt x="75137" y="1172"/>
                    <a:pt x="73018" y="115"/>
                    <a:pt x="70192" y="115"/>
                  </a:cubicBezTo>
                  <a:cubicBezTo>
                    <a:pt x="69133" y="115"/>
                    <a:pt x="65601" y="467"/>
                    <a:pt x="64541" y="820"/>
                  </a:cubicBezTo>
                  <a:lnTo>
                    <a:pt x="29575" y="3637"/>
                  </a:lnTo>
                  <a:cubicBezTo>
                    <a:pt x="25337" y="3990"/>
                    <a:pt x="21452" y="4342"/>
                    <a:pt x="21452" y="11034"/>
                  </a:cubicBezTo>
                  <a:cubicBezTo>
                    <a:pt x="21452" y="14908"/>
                    <a:pt x="24984" y="14908"/>
                    <a:pt x="29929" y="14908"/>
                  </a:cubicBezTo>
                  <a:cubicBezTo>
                    <a:pt x="46882" y="14908"/>
                    <a:pt x="47588" y="17374"/>
                    <a:pt x="47588" y="20896"/>
                  </a:cubicBezTo>
                  <a:cubicBezTo>
                    <a:pt x="47588" y="21952"/>
                    <a:pt x="46529" y="26531"/>
                    <a:pt x="46529" y="26883"/>
                  </a:cubicBezTo>
                  <a:lnTo>
                    <a:pt x="2380" y="202989"/>
                  </a:lnTo>
                  <a:cubicBezTo>
                    <a:pt x="2026" y="204398"/>
                    <a:pt x="260" y="211442"/>
                    <a:pt x="260" y="216726"/>
                  </a:cubicBezTo>
                  <a:cubicBezTo>
                    <a:pt x="260" y="235393"/>
                    <a:pt x="12975" y="248425"/>
                    <a:pt x="29929" y="248425"/>
                  </a:cubicBezTo>
                  <a:cubicBezTo>
                    <a:pt x="43350" y="248425"/>
                    <a:pt x="50414" y="238915"/>
                    <a:pt x="55005" y="230110"/>
                  </a:cubicBezTo>
                  <a:cubicBezTo>
                    <a:pt x="61009" y="217782"/>
                    <a:pt x="65954" y="195241"/>
                    <a:pt x="65954" y="194184"/>
                  </a:cubicBezTo>
                  <a:cubicBezTo>
                    <a:pt x="65954" y="190662"/>
                    <a:pt x="63129" y="190662"/>
                    <a:pt x="60656" y="190662"/>
                  </a:cubicBezTo>
                  <a:cubicBezTo>
                    <a:pt x="58890" y="190662"/>
                    <a:pt x="56771" y="190662"/>
                    <a:pt x="55712" y="192423"/>
                  </a:cubicBezTo>
                  <a:lnTo>
                    <a:pt x="53239" y="201228"/>
                  </a:lnTo>
                  <a:cubicBezTo>
                    <a:pt x="47235" y="225883"/>
                    <a:pt x="40524" y="240676"/>
                    <a:pt x="30635" y="240676"/>
                  </a:cubicBezTo>
                  <a:cubicBezTo>
                    <a:pt x="21452" y="240676"/>
                    <a:pt x="21452" y="231166"/>
                    <a:pt x="21452" y="226235"/>
                  </a:cubicBezTo>
                  <a:cubicBezTo>
                    <a:pt x="21452" y="223770"/>
                    <a:pt x="21452" y="218487"/>
                    <a:pt x="23571" y="210033"/>
                  </a:cubicBezTo>
                  <a:lnTo>
                    <a:pt x="74077" y="8921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71C58C4-FEBB-A473-B21A-FAFFF5AE6E29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893435" y="6459853"/>
              <a:ext cx="168825" cy="159551"/>
            </a:xfrm>
            <a:custGeom>
              <a:avLst/>
              <a:gdLst>
                <a:gd name="connsiteX0" fmla="*/ 152135 w 168825"/>
                <a:gd name="connsiteY0" fmla="*/ 18078 h 159551"/>
                <a:gd name="connsiteX1" fmla="*/ 153195 w 168825"/>
                <a:gd name="connsiteY1" fmla="*/ 13147 h 159551"/>
                <a:gd name="connsiteX2" fmla="*/ 143306 w 168825"/>
                <a:gd name="connsiteY2" fmla="*/ 3990 h 159551"/>
                <a:gd name="connsiteX3" fmla="*/ 129531 w 168825"/>
                <a:gd name="connsiteY3" fmla="*/ 17021 h 159551"/>
                <a:gd name="connsiteX4" fmla="*/ 103748 w 168825"/>
                <a:gd name="connsiteY4" fmla="*/ 119867 h 159551"/>
                <a:gd name="connsiteX5" fmla="*/ 98803 w 168825"/>
                <a:gd name="connsiteY5" fmla="*/ 131490 h 159551"/>
                <a:gd name="connsiteX6" fmla="*/ 66310 w 168825"/>
                <a:gd name="connsiteY6" fmla="*/ 151919 h 159551"/>
                <a:gd name="connsiteX7" fmla="*/ 47237 w 168825"/>
                <a:gd name="connsiteY7" fmla="*/ 124798 h 159551"/>
                <a:gd name="connsiteX8" fmla="*/ 67723 w 168825"/>
                <a:gd name="connsiteY8" fmla="*/ 47664 h 159551"/>
                <a:gd name="connsiteX9" fmla="*/ 72314 w 168825"/>
                <a:gd name="connsiteY9" fmla="*/ 28644 h 159551"/>
                <a:gd name="connsiteX10" fmla="*/ 45472 w 168825"/>
                <a:gd name="connsiteY10" fmla="*/ 115 h 159551"/>
                <a:gd name="connsiteX11" fmla="*/ 263 w 168825"/>
                <a:gd name="connsiteY11" fmla="*/ 54356 h 159551"/>
                <a:gd name="connsiteX12" fmla="*/ 5561 w 168825"/>
                <a:gd name="connsiteY12" fmla="*/ 57878 h 159551"/>
                <a:gd name="connsiteX13" fmla="*/ 11918 w 168825"/>
                <a:gd name="connsiteY13" fmla="*/ 52243 h 159551"/>
                <a:gd name="connsiteX14" fmla="*/ 44765 w 168825"/>
                <a:gd name="connsiteY14" fmla="*/ 7864 h 159551"/>
                <a:gd name="connsiteX15" fmla="*/ 52535 w 168825"/>
                <a:gd name="connsiteY15" fmla="*/ 18078 h 159551"/>
                <a:gd name="connsiteX16" fmla="*/ 44059 w 168825"/>
                <a:gd name="connsiteY16" fmla="*/ 49777 h 159551"/>
                <a:gd name="connsiteX17" fmla="*/ 25693 w 168825"/>
                <a:gd name="connsiteY17" fmla="*/ 118811 h 159551"/>
                <a:gd name="connsiteX18" fmla="*/ 65250 w 168825"/>
                <a:gd name="connsiteY18" fmla="*/ 159667 h 159551"/>
                <a:gd name="connsiteX19" fmla="*/ 104454 w 168825"/>
                <a:gd name="connsiteY19" fmla="*/ 138535 h 159551"/>
                <a:gd name="connsiteX20" fmla="*/ 132710 w 168825"/>
                <a:gd name="connsiteY20" fmla="*/ 159667 h 159551"/>
                <a:gd name="connsiteX21" fmla="*/ 158493 w 168825"/>
                <a:gd name="connsiteY21" fmla="*/ 139943 h 159551"/>
                <a:gd name="connsiteX22" fmla="*/ 169089 w 168825"/>
                <a:gd name="connsiteY22" fmla="*/ 105427 h 159551"/>
                <a:gd name="connsiteX23" fmla="*/ 163791 w 168825"/>
                <a:gd name="connsiteY23" fmla="*/ 101904 h 159551"/>
                <a:gd name="connsiteX24" fmla="*/ 157080 w 168825"/>
                <a:gd name="connsiteY24" fmla="*/ 110005 h 159551"/>
                <a:gd name="connsiteX25" fmla="*/ 133416 w 168825"/>
                <a:gd name="connsiteY25" fmla="*/ 151919 h 159551"/>
                <a:gd name="connsiteX26" fmla="*/ 124233 w 168825"/>
                <a:gd name="connsiteY26" fmla="*/ 137478 h 159551"/>
                <a:gd name="connsiteX27" fmla="*/ 126706 w 168825"/>
                <a:gd name="connsiteY27" fmla="*/ 119515 h 159551"/>
                <a:gd name="connsiteX28" fmla="*/ 152135 w 168825"/>
                <a:gd name="connsiteY28" fmla="*/ 18078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8825" h="159551">
                  <a:moveTo>
                    <a:pt x="152135" y="18078"/>
                  </a:moveTo>
                  <a:cubicBezTo>
                    <a:pt x="152842" y="15965"/>
                    <a:pt x="153195" y="14204"/>
                    <a:pt x="153195" y="13147"/>
                  </a:cubicBezTo>
                  <a:cubicBezTo>
                    <a:pt x="153195" y="9273"/>
                    <a:pt x="150369" y="3990"/>
                    <a:pt x="143306" y="3990"/>
                  </a:cubicBezTo>
                  <a:cubicBezTo>
                    <a:pt x="132710" y="3990"/>
                    <a:pt x="130237" y="14204"/>
                    <a:pt x="129531" y="17021"/>
                  </a:cubicBezTo>
                  <a:lnTo>
                    <a:pt x="103748" y="119867"/>
                  </a:lnTo>
                  <a:cubicBezTo>
                    <a:pt x="101982" y="126207"/>
                    <a:pt x="101982" y="126912"/>
                    <a:pt x="98803" y="131490"/>
                  </a:cubicBezTo>
                  <a:cubicBezTo>
                    <a:pt x="92093" y="141352"/>
                    <a:pt x="81850" y="151919"/>
                    <a:pt x="66310" y="151919"/>
                  </a:cubicBezTo>
                  <a:cubicBezTo>
                    <a:pt x="50416" y="151919"/>
                    <a:pt x="47237" y="136421"/>
                    <a:pt x="47237" y="124798"/>
                  </a:cubicBezTo>
                  <a:cubicBezTo>
                    <a:pt x="47237" y="103313"/>
                    <a:pt x="58893" y="71614"/>
                    <a:pt x="67723" y="47664"/>
                  </a:cubicBezTo>
                  <a:cubicBezTo>
                    <a:pt x="70548" y="40267"/>
                    <a:pt x="72314" y="35336"/>
                    <a:pt x="72314" y="28644"/>
                  </a:cubicBezTo>
                  <a:cubicBezTo>
                    <a:pt x="72314" y="11034"/>
                    <a:pt x="60659" y="115"/>
                    <a:pt x="45472" y="115"/>
                  </a:cubicBezTo>
                  <a:cubicBezTo>
                    <a:pt x="12625" y="115"/>
                    <a:pt x="263" y="52243"/>
                    <a:pt x="263" y="54356"/>
                  </a:cubicBezTo>
                  <a:cubicBezTo>
                    <a:pt x="263" y="57878"/>
                    <a:pt x="3795" y="57878"/>
                    <a:pt x="5561" y="57878"/>
                  </a:cubicBezTo>
                  <a:cubicBezTo>
                    <a:pt x="10152" y="57878"/>
                    <a:pt x="10506" y="57174"/>
                    <a:pt x="11918" y="52243"/>
                  </a:cubicBezTo>
                  <a:cubicBezTo>
                    <a:pt x="14744" y="41324"/>
                    <a:pt x="24280" y="7864"/>
                    <a:pt x="44765" y="7864"/>
                  </a:cubicBezTo>
                  <a:cubicBezTo>
                    <a:pt x="48650" y="7864"/>
                    <a:pt x="52535" y="8921"/>
                    <a:pt x="52535" y="18078"/>
                  </a:cubicBezTo>
                  <a:cubicBezTo>
                    <a:pt x="52535" y="26531"/>
                    <a:pt x="49003" y="36041"/>
                    <a:pt x="44059" y="49777"/>
                  </a:cubicBezTo>
                  <a:cubicBezTo>
                    <a:pt x="34876" y="74432"/>
                    <a:pt x="25693" y="100496"/>
                    <a:pt x="25693" y="118811"/>
                  </a:cubicBezTo>
                  <a:cubicBezTo>
                    <a:pt x="25693" y="149453"/>
                    <a:pt x="46178" y="159667"/>
                    <a:pt x="65250" y="159667"/>
                  </a:cubicBezTo>
                  <a:cubicBezTo>
                    <a:pt x="83969" y="159667"/>
                    <a:pt x="95978" y="149101"/>
                    <a:pt x="104454" y="138535"/>
                  </a:cubicBezTo>
                  <a:cubicBezTo>
                    <a:pt x="110812" y="157554"/>
                    <a:pt x="125999" y="159667"/>
                    <a:pt x="132710" y="159667"/>
                  </a:cubicBezTo>
                  <a:cubicBezTo>
                    <a:pt x="145778" y="159667"/>
                    <a:pt x="153195" y="150862"/>
                    <a:pt x="158493" y="139943"/>
                  </a:cubicBezTo>
                  <a:cubicBezTo>
                    <a:pt x="164850" y="126559"/>
                    <a:pt x="169089" y="106131"/>
                    <a:pt x="169089" y="105427"/>
                  </a:cubicBezTo>
                  <a:cubicBezTo>
                    <a:pt x="169089" y="101904"/>
                    <a:pt x="166263" y="101904"/>
                    <a:pt x="163791" y="101904"/>
                  </a:cubicBezTo>
                  <a:cubicBezTo>
                    <a:pt x="159552" y="101904"/>
                    <a:pt x="159199" y="102257"/>
                    <a:pt x="157080" y="110005"/>
                  </a:cubicBezTo>
                  <a:cubicBezTo>
                    <a:pt x="152135" y="129729"/>
                    <a:pt x="145425" y="151919"/>
                    <a:pt x="133416" y="151919"/>
                  </a:cubicBezTo>
                  <a:cubicBezTo>
                    <a:pt x="124233" y="151919"/>
                    <a:pt x="124233" y="142409"/>
                    <a:pt x="124233" y="137478"/>
                  </a:cubicBezTo>
                  <a:cubicBezTo>
                    <a:pt x="124233" y="135012"/>
                    <a:pt x="124233" y="129377"/>
                    <a:pt x="126706" y="119515"/>
                  </a:cubicBezTo>
                  <a:lnTo>
                    <a:pt x="152135" y="18078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68F9C5F9-C3F7-AA2B-C715-EA3541212BB8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2093929" y="6459853"/>
              <a:ext cx="125029" cy="159551"/>
            </a:xfrm>
            <a:custGeom>
              <a:avLst/>
              <a:gdLst>
                <a:gd name="connsiteX0" fmla="*/ 44417 w 125029"/>
                <a:gd name="connsiteY0" fmla="*/ 74432 h 159551"/>
                <a:gd name="connsiteX1" fmla="*/ 95630 w 125029"/>
                <a:gd name="connsiteY1" fmla="*/ 66683 h 159551"/>
                <a:gd name="connsiteX2" fmla="*/ 123532 w 125029"/>
                <a:gd name="connsiteY2" fmla="*/ 30053 h 159551"/>
                <a:gd name="connsiteX3" fmla="*/ 87860 w 125029"/>
                <a:gd name="connsiteY3" fmla="*/ 115 h 159551"/>
                <a:gd name="connsiteX4" fmla="*/ 268 w 125029"/>
                <a:gd name="connsiteY4" fmla="*/ 98030 h 159551"/>
                <a:gd name="connsiteX5" fmla="*/ 50775 w 125029"/>
                <a:gd name="connsiteY5" fmla="*/ 159667 h 159551"/>
                <a:gd name="connsiteX6" fmla="*/ 125298 w 125029"/>
                <a:gd name="connsiteY6" fmla="*/ 119163 h 159551"/>
                <a:gd name="connsiteX7" fmla="*/ 119647 w 125029"/>
                <a:gd name="connsiteY7" fmla="*/ 113527 h 159551"/>
                <a:gd name="connsiteX8" fmla="*/ 115056 w 125029"/>
                <a:gd name="connsiteY8" fmla="*/ 117402 h 159551"/>
                <a:gd name="connsiteX9" fmla="*/ 51481 w 125029"/>
                <a:gd name="connsiteY9" fmla="*/ 151919 h 159551"/>
                <a:gd name="connsiteX10" fmla="*/ 24639 w 125029"/>
                <a:gd name="connsiteY10" fmla="*/ 113175 h 159551"/>
                <a:gd name="connsiteX11" fmla="*/ 30643 w 125029"/>
                <a:gd name="connsiteY11" fmla="*/ 74432 h 159551"/>
                <a:gd name="connsiteX12" fmla="*/ 44417 w 125029"/>
                <a:gd name="connsiteY12" fmla="*/ 74432 h 159551"/>
                <a:gd name="connsiteX13" fmla="*/ 32762 w 125029"/>
                <a:gd name="connsiteY13" fmla="*/ 66683 h 159551"/>
                <a:gd name="connsiteX14" fmla="*/ 87860 w 125029"/>
                <a:gd name="connsiteY14" fmla="*/ 7864 h 159551"/>
                <a:gd name="connsiteX15" fmla="*/ 110111 w 125029"/>
                <a:gd name="connsiteY15" fmla="*/ 29349 h 159551"/>
                <a:gd name="connsiteX16" fmla="*/ 40179 w 125029"/>
                <a:gd name="connsiteY16" fmla="*/ 66683 h 159551"/>
                <a:gd name="connsiteX17" fmla="*/ 32762 w 125029"/>
                <a:gd name="connsiteY17" fmla="*/ 66683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029" h="159551">
                  <a:moveTo>
                    <a:pt x="44417" y="74432"/>
                  </a:moveTo>
                  <a:cubicBezTo>
                    <a:pt x="55013" y="74432"/>
                    <a:pt x="78677" y="73375"/>
                    <a:pt x="95630" y="66683"/>
                  </a:cubicBezTo>
                  <a:cubicBezTo>
                    <a:pt x="123532" y="55413"/>
                    <a:pt x="123532" y="32519"/>
                    <a:pt x="123532" y="30053"/>
                  </a:cubicBezTo>
                  <a:cubicBezTo>
                    <a:pt x="123532" y="13852"/>
                    <a:pt x="110464" y="115"/>
                    <a:pt x="87860" y="115"/>
                  </a:cubicBezTo>
                  <a:cubicBezTo>
                    <a:pt x="50775" y="115"/>
                    <a:pt x="268" y="35689"/>
                    <a:pt x="268" y="98030"/>
                  </a:cubicBezTo>
                  <a:cubicBezTo>
                    <a:pt x="268" y="129729"/>
                    <a:pt x="17222" y="159667"/>
                    <a:pt x="50775" y="159667"/>
                  </a:cubicBezTo>
                  <a:cubicBezTo>
                    <a:pt x="95983" y="159667"/>
                    <a:pt x="125298" y="124446"/>
                    <a:pt x="125298" y="119163"/>
                  </a:cubicBezTo>
                  <a:cubicBezTo>
                    <a:pt x="125298" y="117402"/>
                    <a:pt x="122473" y="113527"/>
                    <a:pt x="119647" y="113527"/>
                  </a:cubicBezTo>
                  <a:cubicBezTo>
                    <a:pt x="118234" y="113527"/>
                    <a:pt x="117881" y="113880"/>
                    <a:pt x="115056" y="117402"/>
                  </a:cubicBezTo>
                  <a:cubicBezTo>
                    <a:pt x="88919" y="150510"/>
                    <a:pt x="57485" y="151919"/>
                    <a:pt x="51481" y="151919"/>
                  </a:cubicBezTo>
                  <a:cubicBezTo>
                    <a:pt x="28524" y="151919"/>
                    <a:pt x="24639" y="126912"/>
                    <a:pt x="24639" y="113175"/>
                  </a:cubicBezTo>
                  <a:cubicBezTo>
                    <a:pt x="24639" y="99791"/>
                    <a:pt x="28170" y="83942"/>
                    <a:pt x="30643" y="74432"/>
                  </a:cubicBezTo>
                  <a:lnTo>
                    <a:pt x="44417" y="74432"/>
                  </a:lnTo>
                  <a:close/>
                  <a:moveTo>
                    <a:pt x="32762" y="66683"/>
                  </a:moveTo>
                  <a:cubicBezTo>
                    <a:pt x="47949" y="8921"/>
                    <a:pt x="84328" y="7864"/>
                    <a:pt x="87860" y="7864"/>
                  </a:cubicBezTo>
                  <a:cubicBezTo>
                    <a:pt x="101987" y="7864"/>
                    <a:pt x="110111" y="17374"/>
                    <a:pt x="110111" y="29349"/>
                  </a:cubicBezTo>
                  <a:cubicBezTo>
                    <a:pt x="110111" y="66683"/>
                    <a:pt x="51834" y="66683"/>
                    <a:pt x="40179" y="66683"/>
                  </a:cubicBezTo>
                  <a:lnTo>
                    <a:pt x="32762" y="6668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D5C7BBE2-5231-F57F-9121-AE1B6CC6941F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371810" y="6384479"/>
              <a:ext cx="87591" cy="234925"/>
            </a:xfrm>
            <a:custGeom>
              <a:avLst/>
              <a:gdLst>
                <a:gd name="connsiteX0" fmla="*/ 87868 w 87591"/>
                <a:gd name="connsiteY0" fmla="*/ 180800 h 234925"/>
                <a:gd name="connsiteX1" fmla="*/ 82570 w 87591"/>
                <a:gd name="connsiteY1" fmla="*/ 177278 h 234925"/>
                <a:gd name="connsiteX2" fmla="*/ 76566 w 87591"/>
                <a:gd name="connsiteY2" fmla="*/ 183265 h 234925"/>
                <a:gd name="connsiteX3" fmla="*/ 43719 w 87591"/>
                <a:gd name="connsiteY3" fmla="*/ 227292 h 234925"/>
                <a:gd name="connsiteX4" fmla="*/ 35949 w 87591"/>
                <a:gd name="connsiteY4" fmla="*/ 217430 h 234925"/>
                <a:gd name="connsiteX5" fmla="*/ 45132 w 87591"/>
                <a:gd name="connsiteY5" fmla="*/ 183618 h 234925"/>
                <a:gd name="connsiteX6" fmla="*/ 67736 w 87591"/>
                <a:gd name="connsiteY6" fmla="*/ 123389 h 234925"/>
                <a:gd name="connsiteX7" fmla="*/ 71974 w 87591"/>
                <a:gd name="connsiteY7" fmla="*/ 103666 h 234925"/>
                <a:gd name="connsiteX8" fmla="*/ 45485 w 87591"/>
                <a:gd name="connsiteY8" fmla="*/ 75489 h 234925"/>
                <a:gd name="connsiteX9" fmla="*/ 277 w 87591"/>
                <a:gd name="connsiteY9" fmla="*/ 129729 h 234925"/>
                <a:gd name="connsiteX10" fmla="*/ 5574 w 87591"/>
                <a:gd name="connsiteY10" fmla="*/ 133251 h 234925"/>
                <a:gd name="connsiteX11" fmla="*/ 11932 w 87591"/>
                <a:gd name="connsiteY11" fmla="*/ 127616 h 234925"/>
                <a:gd name="connsiteX12" fmla="*/ 44779 w 87591"/>
                <a:gd name="connsiteY12" fmla="*/ 83237 h 234925"/>
                <a:gd name="connsiteX13" fmla="*/ 52549 w 87591"/>
                <a:gd name="connsiteY13" fmla="*/ 93099 h 234925"/>
                <a:gd name="connsiteX14" fmla="*/ 46191 w 87591"/>
                <a:gd name="connsiteY14" fmla="*/ 118458 h 234925"/>
                <a:gd name="connsiteX15" fmla="*/ 35596 w 87591"/>
                <a:gd name="connsiteY15" fmla="*/ 147692 h 234925"/>
                <a:gd name="connsiteX16" fmla="*/ 22528 w 87591"/>
                <a:gd name="connsiteY16" fmla="*/ 182561 h 234925"/>
                <a:gd name="connsiteX17" fmla="*/ 16170 w 87591"/>
                <a:gd name="connsiteY17" fmla="*/ 206864 h 234925"/>
                <a:gd name="connsiteX18" fmla="*/ 43013 w 87591"/>
                <a:gd name="connsiteY18" fmla="*/ 235041 h 234925"/>
                <a:gd name="connsiteX19" fmla="*/ 87868 w 87591"/>
                <a:gd name="connsiteY19" fmla="*/ 180800 h 234925"/>
                <a:gd name="connsiteX20" fmla="*/ 86102 w 87591"/>
                <a:gd name="connsiteY20" fmla="*/ 11738 h 234925"/>
                <a:gd name="connsiteX21" fmla="*/ 74094 w 87591"/>
                <a:gd name="connsiteY21" fmla="*/ 115 h 234925"/>
                <a:gd name="connsiteX22" fmla="*/ 57140 w 87591"/>
                <a:gd name="connsiteY22" fmla="*/ 17021 h 234925"/>
                <a:gd name="connsiteX23" fmla="*/ 69149 w 87591"/>
                <a:gd name="connsiteY23" fmla="*/ 28644 h 234925"/>
                <a:gd name="connsiteX24" fmla="*/ 86102 w 87591"/>
                <a:gd name="connsiteY24" fmla="*/ 11738 h 23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591" h="234925">
                  <a:moveTo>
                    <a:pt x="87868" y="180800"/>
                  </a:moveTo>
                  <a:cubicBezTo>
                    <a:pt x="87868" y="177278"/>
                    <a:pt x="85042" y="177278"/>
                    <a:pt x="82570" y="177278"/>
                  </a:cubicBezTo>
                  <a:cubicBezTo>
                    <a:pt x="77979" y="177278"/>
                    <a:pt x="77979" y="177982"/>
                    <a:pt x="76566" y="183265"/>
                  </a:cubicBezTo>
                  <a:cubicBezTo>
                    <a:pt x="73740" y="193480"/>
                    <a:pt x="64204" y="227292"/>
                    <a:pt x="43719" y="227292"/>
                  </a:cubicBezTo>
                  <a:cubicBezTo>
                    <a:pt x="40894" y="227292"/>
                    <a:pt x="35949" y="226940"/>
                    <a:pt x="35949" y="217430"/>
                  </a:cubicBezTo>
                  <a:cubicBezTo>
                    <a:pt x="35949" y="208272"/>
                    <a:pt x="40540" y="196649"/>
                    <a:pt x="45132" y="183618"/>
                  </a:cubicBezTo>
                  <a:lnTo>
                    <a:pt x="67736" y="123389"/>
                  </a:lnTo>
                  <a:cubicBezTo>
                    <a:pt x="71268" y="113175"/>
                    <a:pt x="71974" y="110358"/>
                    <a:pt x="71974" y="103666"/>
                  </a:cubicBezTo>
                  <a:cubicBezTo>
                    <a:pt x="71974" y="84294"/>
                    <a:pt x="58553" y="75489"/>
                    <a:pt x="45485" y="75489"/>
                  </a:cubicBezTo>
                  <a:cubicBezTo>
                    <a:pt x="12285" y="75489"/>
                    <a:pt x="277" y="127968"/>
                    <a:pt x="277" y="129729"/>
                  </a:cubicBezTo>
                  <a:cubicBezTo>
                    <a:pt x="277" y="133251"/>
                    <a:pt x="3808" y="133251"/>
                    <a:pt x="5574" y="133251"/>
                  </a:cubicBezTo>
                  <a:cubicBezTo>
                    <a:pt x="10166" y="133251"/>
                    <a:pt x="10519" y="132547"/>
                    <a:pt x="11932" y="127616"/>
                  </a:cubicBezTo>
                  <a:cubicBezTo>
                    <a:pt x="15111" y="115993"/>
                    <a:pt x="24294" y="83237"/>
                    <a:pt x="44779" y="83237"/>
                  </a:cubicBezTo>
                  <a:cubicBezTo>
                    <a:pt x="48664" y="83237"/>
                    <a:pt x="52549" y="84998"/>
                    <a:pt x="52549" y="93099"/>
                  </a:cubicBezTo>
                  <a:cubicBezTo>
                    <a:pt x="52549" y="101552"/>
                    <a:pt x="48664" y="111766"/>
                    <a:pt x="46191" y="118458"/>
                  </a:cubicBezTo>
                  <a:lnTo>
                    <a:pt x="35596" y="147692"/>
                  </a:lnTo>
                  <a:cubicBezTo>
                    <a:pt x="31004" y="159315"/>
                    <a:pt x="26766" y="170938"/>
                    <a:pt x="22528" y="182561"/>
                  </a:cubicBezTo>
                  <a:cubicBezTo>
                    <a:pt x="17583" y="195945"/>
                    <a:pt x="16170" y="199819"/>
                    <a:pt x="16170" y="206864"/>
                  </a:cubicBezTo>
                  <a:cubicBezTo>
                    <a:pt x="16170" y="220600"/>
                    <a:pt x="24647" y="235041"/>
                    <a:pt x="43013" y="235041"/>
                  </a:cubicBezTo>
                  <a:cubicBezTo>
                    <a:pt x="76213" y="235041"/>
                    <a:pt x="87868" y="182209"/>
                    <a:pt x="87868" y="180800"/>
                  </a:cubicBezTo>
                  <a:close/>
                  <a:moveTo>
                    <a:pt x="86102" y="11738"/>
                  </a:moveTo>
                  <a:cubicBezTo>
                    <a:pt x="86102" y="2933"/>
                    <a:pt x="79038" y="115"/>
                    <a:pt x="74094" y="115"/>
                  </a:cubicBezTo>
                  <a:cubicBezTo>
                    <a:pt x="66676" y="115"/>
                    <a:pt x="57140" y="7160"/>
                    <a:pt x="57140" y="17021"/>
                  </a:cubicBezTo>
                  <a:cubicBezTo>
                    <a:pt x="57140" y="25827"/>
                    <a:pt x="64204" y="28644"/>
                    <a:pt x="69149" y="28644"/>
                  </a:cubicBezTo>
                  <a:cubicBezTo>
                    <a:pt x="76213" y="28644"/>
                    <a:pt x="86102" y="21952"/>
                    <a:pt x="86102" y="11738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BEF87421-509F-905F-5726-4B4C7DF078FF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2477649" y="6459853"/>
              <a:ext cx="121144" cy="159551"/>
            </a:xfrm>
            <a:custGeom>
              <a:avLst/>
              <a:gdLst>
                <a:gd name="connsiteX0" fmla="*/ 60675 w 121144"/>
                <a:gd name="connsiteY0" fmla="*/ 86407 h 159551"/>
                <a:gd name="connsiteX1" fmla="*/ 92109 w 121144"/>
                <a:gd name="connsiteY1" fmla="*/ 112471 h 159551"/>
                <a:gd name="connsiteX2" fmla="*/ 46194 w 121144"/>
                <a:gd name="connsiteY2" fmla="*/ 151919 h 159551"/>
                <a:gd name="connsiteX3" fmla="*/ 12288 w 121144"/>
                <a:gd name="connsiteY3" fmla="*/ 132195 h 159551"/>
                <a:gd name="connsiteX4" fmla="*/ 30301 w 121144"/>
                <a:gd name="connsiteY4" fmla="*/ 114936 h 159551"/>
                <a:gd name="connsiteX5" fmla="*/ 18292 w 121144"/>
                <a:gd name="connsiteY5" fmla="*/ 103666 h 159551"/>
                <a:gd name="connsiteX6" fmla="*/ 280 w 121144"/>
                <a:gd name="connsiteY6" fmla="*/ 125503 h 159551"/>
                <a:gd name="connsiteX7" fmla="*/ 45841 w 121144"/>
                <a:gd name="connsiteY7" fmla="*/ 159667 h 159551"/>
                <a:gd name="connsiteX8" fmla="*/ 112241 w 121144"/>
                <a:gd name="connsiteY8" fmla="*/ 100496 h 159551"/>
                <a:gd name="connsiteX9" fmla="*/ 70211 w 121144"/>
                <a:gd name="connsiteY9" fmla="*/ 60344 h 159551"/>
                <a:gd name="connsiteX10" fmla="*/ 47607 w 121144"/>
                <a:gd name="connsiteY10" fmla="*/ 40267 h 159551"/>
                <a:gd name="connsiteX11" fmla="*/ 83280 w 121144"/>
                <a:gd name="connsiteY11" fmla="*/ 7864 h 159551"/>
                <a:gd name="connsiteX12" fmla="*/ 109769 w 121144"/>
                <a:gd name="connsiteY12" fmla="*/ 25122 h 159551"/>
                <a:gd name="connsiteX13" fmla="*/ 95641 w 121144"/>
                <a:gd name="connsiteY13" fmla="*/ 39563 h 159551"/>
                <a:gd name="connsiteX14" fmla="*/ 106237 w 121144"/>
                <a:gd name="connsiteY14" fmla="*/ 49425 h 159551"/>
                <a:gd name="connsiteX15" fmla="*/ 121424 w 121144"/>
                <a:gd name="connsiteY15" fmla="*/ 30053 h 159551"/>
                <a:gd name="connsiteX16" fmla="*/ 83633 w 121144"/>
                <a:gd name="connsiteY16" fmla="*/ 115 h 159551"/>
                <a:gd name="connsiteX17" fmla="*/ 27828 w 121144"/>
                <a:gd name="connsiteY17" fmla="*/ 52243 h 159551"/>
                <a:gd name="connsiteX18" fmla="*/ 60675 w 121144"/>
                <a:gd name="connsiteY18" fmla="*/ 86407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44" h="159551">
                  <a:moveTo>
                    <a:pt x="60675" y="86407"/>
                  </a:moveTo>
                  <a:cubicBezTo>
                    <a:pt x="76216" y="89929"/>
                    <a:pt x="92109" y="93451"/>
                    <a:pt x="92109" y="112471"/>
                  </a:cubicBezTo>
                  <a:cubicBezTo>
                    <a:pt x="92109" y="123742"/>
                    <a:pt x="82573" y="151919"/>
                    <a:pt x="46194" y="151919"/>
                  </a:cubicBezTo>
                  <a:cubicBezTo>
                    <a:pt x="38424" y="151919"/>
                    <a:pt x="17939" y="150158"/>
                    <a:pt x="12288" y="132195"/>
                  </a:cubicBezTo>
                  <a:cubicBezTo>
                    <a:pt x="30301" y="130434"/>
                    <a:pt x="30301" y="115641"/>
                    <a:pt x="30301" y="114936"/>
                  </a:cubicBezTo>
                  <a:cubicBezTo>
                    <a:pt x="30301" y="108244"/>
                    <a:pt x="25709" y="103666"/>
                    <a:pt x="18292" y="103666"/>
                  </a:cubicBezTo>
                  <a:cubicBezTo>
                    <a:pt x="10169" y="103666"/>
                    <a:pt x="280" y="109653"/>
                    <a:pt x="280" y="125503"/>
                  </a:cubicBezTo>
                  <a:cubicBezTo>
                    <a:pt x="280" y="146988"/>
                    <a:pt x="20765" y="159667"/>
                    <a:pt x="45841" y="159667"/>
                  </a:cubicBezTo>
                  <a:cubicBezTo>
                    <a:pt x="98820" y="159667"/>
                    <a:pt x="112241" y="116697"/>
                    <a:pt x="112241" y="100496"/>
                  </a:cubicBezTo>
                  <a:cubicBezTo>
                    <a:pt x="112241" y="69853"/>
                    <a:pt x="84692" y="63513"/>
                    <a:pt x="70211" y="60344"/>
                  </a:cubicBezTo>
                  <a:cubicBezTo>
                    <a:pt x="60322" y="58230"/>
                    <a:pt x="47607" y="55413"/>
                    <a:pt x="47607" y="40267"/>
                  </a:cubicBezTo>
                  <a:cubicBezTo>
                    <a:pt x="47607" y="31814"/>
                    <a:pt x="55024" y="7864"/>
                    <a:pt x="83280" y="7864"/>
                  </a:cubicBezTo>
                  <a:cubicBezTo>
                    <a:pt x="92816" y="7864"/>
                    <a:pt x="105884" y="11386"/>
                    <a:pt x="109769" y="25122"/>
                  </a:cubicBezTo>
                  <a:cubicBezTo>
                    <a:pt x="98467" y="26531"/>
                    <a:pt x="95641" y="36041"/>
                    <a:pt x="95641" y="39563"/>
                  </a:cubicBezTo>
                  <a:cubicBezTo>
                    <a:pt x="95641" y="43437"/>
                    <a:pt x="97760" y="49425"/>
                    <a:pt x="106237" y="49425"/>
                  </a:cubicBezTo>
                  <a:cubicBezTo>
                    <a:pt x="112241" y="49425"/>
                    <a:pt x="121424" y="45198"/>
                    <a:pt x="121424" y="30053"/>
                  </a:cubicBezTo>
                  <a:cubicBezTo>
                    <a:pt x="121424" y="13852"/>
                    <a:pt x="106943" y="115"/>
                    <a:pt x="83633" y="115"/>
                  </a:cubicBezTo>
                  <a:cubicBezTo>
                    <a:pt x="42309" y="115"/>
                    <a:pt x="27828" y="33928"/>
                    <a:pt x="27828" y="52243"/>
                  </a:cubicBezTo>
                  <a:cubicBezTo>
                    <a:pt x="27828" y="79363"/>
                    <a:pt x="50786" y="84294"/>
                    <a:pt x="60675" y="86407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A813F2A7-93A4-447E-1D8D-902E964767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762202" y="6371095"/>
              <a:ext cx="121497" cy="248309"/>
            </a:xfrm>
            <a:custGeom>
              <a:avLst/>
              <a:gdLst>
                <a:gd name="connsiteX0" fmla="*/ 66687 w 121497"/>
                <a:gd name="connsiteY0" fmla="*/ 8921 h 248309"/>
                <a:gd name="connsiteX1" fmla="*/ 67747 w 121497"/>
                <a:gd name="connsiteY1" fmla="*/ 4342 h 248309"/>
                <a:gd name="connsiteX2" fmla="*/ 62802 w 121497"/>
                <a:gd name="connsiteY2" fmla="*/ 115 h 248309"/>
                <a:gd name="connsiteX3" fmla="*/ 57151 w 121497"/>
                <a:gd name="connsiteY3" fmla="*/ 820 h 248309"/>
                <a:gd name="connsiteX4" fmla="*/ 22185 w 121497"/>
                <a:gd name="connsiteY4" fmla="*/ 3637 h 248309"/>
                <a:gd name="connsiteX5" fmla="*/ 14062 w 121497"/>
                <a:gd name="connsiteY5" fmla="*/ 11034 h 248309"/>
                <a:gd name="connsiteX6" fmla="*/ 22538 w 121497"/>
                <a:gd name="connsiteY6" fmla="*/ 14908 h 248309"/>
                <a:gd name="connsiteX7" fmla="*/ 40198 w 121497"/>
                <a:gd name="connsiteY7" fmla="*/ 20896 h 248309"/>
                <a:gd name="connsiteX8" fmla="*/ 39138 w 121497"/>
                <a:gd name="connsiteY8" fmla="*/ 26883 h 248309"/>
                <a:gd name="connsiteX9" fmla="*/ 4172 w 121497"/>
                <a:gd name="connsiteY9" fmla="*/ 166007 h 248309"/>
                <a:gd name="connsiteX10" fmla="*/ 287 w 121497"/>
                <a:gd name="connsiteY10" fmla="*/ 194888 h 248309"/>
                <a:gd name="connsiteX11" fmla="*/ 40904 w 121497"/>
                <a:gd name="connsiteY11" fmla="*/ 248425 h 248309"/>
                <a:gd name="connsiteX12" fmla="*/ 121785 w 121497"/>
                <a:gd name="connsiteY12" fmla="*/ 143818 h 248309"/>
                <a:gd name="connsiteX13" fmla="*/ 79402 w 121497"/>
                <a:gd name="connsiteY13" fmla="*/ 88873 h 248309"/>
                <a:gd name="connsiteX14" fmla="*/ 41964 w 121497"/>
                <a:gd name="connsiteY14" fmla="*/ 107540 h 248309"/>
                <a:gd name="connsiteX15" fmla="*/ 66687 w 121497"/>
                <a:gd name="connsiteY15" fmla="*/ 8921 h 248309"/>
                <a:gd name="connsiteX16" fmla="*/ 40904 w 121497"/>
                <a:gd name="connsiteY16" fmla="*/ 240676 h 248309"/>
                <a:gd name="connsiteX17" fmla="*/ 20419 w 121497"/>
                <a:gd name="connsiteY17" fmla="*/ 206864 h 248309"/>
                <a:gd name="connsiteX18" fmla="*/ 33840 w 121497"/>
                <a:gd name="connsiteY18" fmla="*/ 138887 h 248309"/>
                <a:gd name="connsiteX19" fmla="*/ 41611 w 121497"/>
                <a:gd name="connsiteY19" fmla="*/ 122685 h 248309"/>
                <a:gd name="connsiteX20" fmla="*/ 78696 w 121497"/>
                <a:gd name="connsiteY20" fmla="*/ 96621 h 248309"/>
                <a:gd name="connsiteX21" fmla="*/ 98121 w 121497"/>
                <a:gd name="connsiteY21" fmla="*/ 127968 h 248309"/>
                <a:gd name="connsiteX22" fmla="*/ 78342 w 121497"/>
                <a:gd name="connsiteY22" fmla="*/ 207216 h 248309"/>
                <a:gd name="connsiteX23" fmla="*/ 40904 w 121497"/>
                <a:gd name="connsiteY23" fmla="*/ 240676 h 24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1497" h="248309">
                  <a:moveTo>
                    <a:pt x="66687" y="8921"/>
                  </a:moveTo>
                  <a:cubicBezTo>
                    <a:pt x="67040" y="7864"/>
                    <a:pt x="67747" y="5046"/>
                    <a:pt x="67747" y="4342"/>
                  </a:cubicBezTo>
                  <a:cubicBezTo>
                    <a:pt x="67747" y="1172"/>
                    <a:pt x="65628" y="115"/>
                    <a:pt x="62802" y="115"/>
                  </a:cubicBezTo>
                  <a:cubicBezTo>
                    <a:pt x="61742" y="115"/>
                    <a:pt x="58211" y="467"/>
                    <a:pt x="57151" y="820"/>
                  </a:cubicBezTo>
                  <a:lnTo>
                    <a:pt x="22185" y="3637"/>
                  </a:lnTo>
                  <a:cubicBezTo>
                    <a:pt x="17947" y="3990"/>
                    <a:pt x="14062" y="4342"/>
                    <a:pt x="14062" y="11034"/>
                  </a:cubicBezTo>
                  <a:cubicBezTo>
                    <a:pt x="14062" y="14908"/>
                    <a:pt x="17594" y="14908"/>
                    <a:pt x="22538" y="14908"/>
                  </a:cubicBezTo>
                  <a:cubicBezTo>
                    <a:pt x="39491" y="14908"/>
                    <a:pt x="40198" y="17374"/>
                    <a:pt x="40198" y="20896"/>
                  </a:cubicBezTo>
                  <a:cubicBezTo>
                    <a:pt x="40198" y="21952"/>
                    <a:pt x="39138" y="26531"/>
                    <a:pt x="39138" y="26883"/>
                  </a:cubicBezTo>
                  <a:lnTo>
                    <a:pt x="4172" y="166007"/>
                  </a:lnTo>
                  <a:cubicBezTo>
                    <a:pt x="3819" y="167064"/>
                    <a:pt x="287" y="181504"/>
                    <a:pt x="287" y="194888"/>
                  </a:cubicBezTo>
                  <a:cubicBezTo>
                    <a:pt x="287" y="224474"/>
                    <a:pt x="15121" y="248425"/>
                    <a:pt x="40904" y="248425"/>
                  </a:cubicBezTo>
                  <a:cubicBezTo>
                    <a:pt x="80462" y="248425"/>
                    <a:pt x="121785" y="195593"/>
                    <a:pt x="121785" y="143818"/>
                  </a:cubicBezTo>
                  <a:cubicBezTo>
                    <a:pt x="121785" y="106131"/>
                    <a:pt x="100594" y="88873"/>
                    <a:pt x="79402" y="88873"/>
                  </a:cubicBezTo>
                  <a:cubicBezTo>
                    <a:pt x="65981" y="88873"/>
                    <a:pt x="53972" y="96269"/>
                    <a:pt x="41964" y="107540"/>
                  </a:cubicBezTo>
                  <a:lnTo>
                    <a:pt x="66687" y="8921"/>
                  </a:lnTo>
                  <a:close/>
                  <a:moveTo>
                    <a:pt x="40904" y="240676"/>
                  </a:moveTo>
                  <a:cubicBezTo>
                    <a:pt x="32074" y="240676"/>
                    <a:pt x="20419" y="233279"/>
                    <a:pt x="20419" y="206864"/>
                  </a:cubicBezTo>
                  <a:cubicBezTo>
                    <a:pt x="20419" y="191366"/>
                    <a:pt x="23598" y="179039"/>
                    <a:pt x="33840" y="138887"/>
                  </a:cubicBezTo>
                  <a:cubicBezTo>
                    <a:pt x="36313" y="130434"/>
                    <a:pt x="36313" y="129729"/>
                    <a:pt x="41611" y="122685"/>
                  </a:cubicBezTo>
                  <a:cubicBezTo>
                    <a:pt x="51853" y="108597"/>
                    <a:pt x="65274" y="96621"/>
                    <a:pt x="78696" y="96621"/>
                  </a:cubicBezTo>
                  <a:cubicBezTo>
                    <a:pt x="94589" y="96621"/>
                    <a:pt x="98121" y="116697"/>
                    <a:pt x="98121" y="127968"/>
                  </a:cubicBezTo>
                  <a:cubicBezTo>
                    <a:pt x="98121" y="142761"/>
                    <a:pt x="88585" y="184674"/>
                    <a:pt x="78342" y="207216"/>
                  </a:cubicBezTo>
                  <a:cubicBezTo>
                    <a:pt x="74104" y="216021"/>
                    <a:pt x="58917" y="240676"/>
                    <a:pt x="40904" y="240676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1ED8D6DC-2C89-64A7-5CFC-86E6C3B4A4B6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906263" y="6459853"/>
              <a:ext cx="125029" cy="159551"/>
            </a:xfrm>
            <a:custGeom>
              <a:avLst/>
              <a:gdLst>
                <a:gd name="connsiteX0" fmla="*/ 44440 w 125029"/>
                <a:gd name="connsiteY0" fmla="*/ 74432 h 159551"/>
                <a:gd name="connsiteX1" fmla="*/ 95653 w 125029"/>
                <a:gd name="connsiteY1" fmla="*/ 66683 h 159551"/>
                <a:gd name="connsiteX2" fmla="*/ 123555 w 125029"/>
                <a:gd name="connsiteY2" fmla="*/ 30053 h 159551"/>
                <a:gd name="connsiteX3" fmla="*/ 87883 w 125029"/>
                <a:gd name="connsiteY3" fmla="*/ 115 h 159551"/>
                <a:gd name="connsiteX4" fmla="*/ 291 w 125029"/>
                <a:gd name="connsiteY4" fmla="*/ 98030 h 159551"/>
                <a:gd name="connsiteX5" fmla="*/ 50798 w 125029"/>
                <a:gd name="connsiteY5" fmla="*/ 159667 h 159551"/>
                <a:gd name="connsiteX6" fmla="*/ 125321 w 125029"/>
                <a:gd name="connsiteY6" fmla="*/ 119163 h 159551"/>
                <a:gd name="connsiteX7" fmla="*/ 119670 w 125029"/>
                <a:gd name="connsiteY7" fmla="*/ 113527 h 159551"/>
                <a:gd name="connsiteX8" fmla="*/ 115078 w 125029"/>
                <a:gd name="connsiteY8" fmla="*/ 117402 h 159551"/>
                <a:gd name="connsiteX9" fmla="*/ 51504 w 125029"/>
                <a:gd name="connsiteY9" fmla="*/ 151919 h 159551"/>
                <a:gd name="connsiteX10" fmla="*/ 24661 w 125029"/>
                <a:gd name="connsiteY10" fmla="*/ 113175 h 159551"/>
                <a:gd name="connsiteX11" fmla="*/ 30666 w 125029"/>
                <a:gd name="connsiteY11" fmla="*/ 74432 h 159551"/>
                <a:gd name="connsiteX12" fmla="*/ 44440 w 125029"/>
                <a:gd name="connsiteY12" fmla="*/ 74432 h 159551"/>
                <a:gd name="connsiteX13" fmla="*/ 32785 w 125029"/>
                <a:gd name="connsiteY13" fmla="*/ 66683 h 159551"/>
                <a:gd name="connsiteX14" fmla="*/ 87883 w 125029"/>
                <a:gd name="connsiteY14" fmla="*/ 7864 h 159551"/>
                <a:gd name="connsiteX15" fmla="*/ 110134 w 125029"/>
                <a:gd name="connsiteY15" fmla="*/ 29349 h 159551"/>
                <a:gd name="connsiteX16" fmla="*/ 40202 w 125029"/>
                <a:gd name="connsiteY16" fmla="*/ 66683 h 159551"/>
                <a:gd name="connsiteX17" fmla="*/ 32785 w 125029"/>
                <a:gd name="connsiteY17" fmla="*/ 66683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029" h="159551">
                  <a:moveTo>
                    <a:pt x="44440" y="74432"/>
                  </a:moveTo>
                  <a:cubicBezTo>
                    <a:pt x="55036" y="74432"/>
                    <a:pt x="78700" y="73375"/>
                    <a:pt x="95653" y="66683"/>
                  </a:cubicBezTo>
                  <a:cubicBezTo>
                    <a:pt x="123555" y="55413"/>
                    <a:pt x="123555" y="32519"/>
                    <a:pt x="123555" y="30053"/>
                  </a:cubicBezTo>
                  <a:cubicBezTo>
                    <a:pt x="123555" y="13852"/>
                    <a:pt x="110487" y="115"/>
                    <a:pt x="87883" y="115"/>
                  </a:cubicBezTo>
                  <a:cubicBezTo>
                    <a:pt x="50798" y="115"/>
                    <a:pt x="291" y="35689"/>
                    <a:pt x="291" y="98030"/>
                  </a:cubicBezTo>
                  <a:cubicBezTo>
                    <a:pt x="291" y="129729"/>
                    <a:pt x="17244" y="159667"/>
                    <a:pt x="50798" y="159667"/>
                  </a:cubicBezTo>
                  <a:cubicBezTo>
                    <a:pt x="96006" y="159667"/>
                    <a:pt x="125321" y="124446"/>
                    <a:pt x="125321" y="119163"/>
                  </a:cubicBezTo>
                  <a:cubicBezTo>
                    <a:pt x="125321" y="117402"/>
                    <a:pt x="122495" y="113527"/>
                    <a:pt x="119670" y="113527"/>
                  </a:cubicBezTo>
                  <a:cubicBezTo>
                    <a:pt x="118257" y="113527"/>
                    <a:pt x="117904" y="113880"/>
                    <a:pt x="115078" y="117402"/>
                  </a:cubicBezTo>
                  <a:cubicBezTo>
                    <a:pt x="88942" y="150510"/>
                    <a:pt x="57508" y="151919"/>
                    <a:pt x="51504" y="151919"/>
                  </a:cubicBezTo>
                  <a:cubicBezTo>
                    <a:pt x="28547" y="151919"/>
                    <a:pt x="24661" y="126912"/>
                    <a:pt x="24661" y="113175"/>
                  </a:cubicBezTo>
                  <a:cubicBezTo>
                    <a:pt x="24661" y="99791"/>
                    <a:pt x="28193" y="83942"/>
                    <a:pt x="30666" y="74432"/>
                  </a:cubicBezTo>
                  <a:lnTo>
                    <a:pt x="44440" y="74432"/>
                  </a:lnTo>
                  <a:close/>
                  <a:moveTo>
                    <a:pt x="32785" y="66683"/>
                  </a:moveTo>
                  <a:cubicBezTo>
                    <a:pt x="47972" y="8921"/>
                    <a:pt x="84351" y="7864"/>
                    <a:pt x="87883" y="7864"/>
                  </a:cubicBezTo>
                  <a:cubicBezTo>
                    <a:pt x="102010" y="7864"/>
                    <a:pt x="110134" y="17374"/>
                    <a:pt x="110134" y="29349"/>
                  </a:cubicBezTo>
                  <a:cubicBezTo>
                    <a:pt x="110134" y="66683"/>
                    <a:pt x="51857" y="66683"/>
                    <a:pt x="40202" y="66683"/>
                  </a:cubicBezTo>
                  <a:lnTo>
                    <a:pt x="32785" y="6668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E9CC92D-65E7-0D5E-59C3-1CFB784449BD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3060607" y="6395046"/>
              <a:ext cx="99599" cy="224358"/>
            </a:xfrm>
            <a:custGeom>
              <a:avLst/>
              <a:gdLst>
                <a:gd name="connsiteX0" fmla="*/ 59985 w 99599"/>
                <a:gd name="connsiteY0" fmla="*/ 79715 h 224358"/>
                <a:gd name="connsiteX1" fmla="*/ 90006 w 99599"/>
                <a:gd name="connsiteY1" fmla="*/ 79715 h 224358"/>
                <a:gd name="connsiteX2" fmla="*/ 99896 w 99599"/>
                <a:gd name="connsiteY2" fmla="*/ 73023 h 224358"/>
                <a:gd name="connsiteX3" fmla="*/ 91066 w 99599"/>
                <a:gd name="connsiteY3" fmla="*/ 68797 h 224358"/>
                <a:gd name="connsiteX4" fmla="*/ 62811 w 99599"/>
                <a:gd name="connsiteY4" fmla="*/ 68797 h 224358"/>
                <a:gd name="connsiteX5" fmla="*/ 75879 w 99599"/>
                <a:gd name="connsiteY5" fmla="*/ 16669 h 224358"/>
                <a:gd name="connsiteX6" fmla="*/ 77292 w 99599"/>
                <a:gd name="connsiteY6" fmla="*/ 9273 h 224358"/>
                <a:gd name="connsiteX7" fmla="*/ 67755 w 99599"/>
                <a:gd name="connsiteY7" fmla="*/ 115 h 224358"/>
                <a:gd name="connsiteX8" fmla="*/ 53981 w 99599"/>
                <a:gd name="connsiteY8" fmla="*/ 12795 h 224358"/>
                <a:gd name="connsiteX9" fmla="*/ 40207 w 99599"/>
                <a:gd name="connsiteY9" fmla="*/ 68797 h 224358"/>
                <a:gd name="connsiteX10" fmla="*/ 10185 w 99599"/>
                <a:gd name="connsiteY10" fmla="*/ 68797 h 224358"/>
                <a:gd name="connsiteX11" fmla="*/ 296 w 99599"/>
                <a:gd name="connsiteY11" fmla="*/ 75489 h 224358"/>
                <a:gd name="connsiteX12" fmla="*/ 9126 w 99599"/>
                <a:gd name="connsiteY12" fmla="*/ 79715 h 224358"/>
                <a:gd name="connsiteX13" fmla="*/ 37381 w 99599"/>
                <a:gd name="connsiteY13" fmla="*/ 79715 h 224358"/>
                <a:gd name="connsiteX14" fmla="*/ 11951 w 99599"/>
                <a:gd name="connsiteY14" fmla="*/ 180800 h 224358"/>
                <a:gd name="connsiteX15" fmla="*/ 10185 w 99599"/>
                <a:gd name="connsiteY15" fmla="*/ 192775 h 224358"/>
                <a:gd name="connsiteX16" fmla="*/ 40207 w 99599"/>
                <a:gd name="connsiteY16" fmla="*/ 224474 h 224358"/>
                <a:gd name="connsiteX17" fmla="*/ 93892 w 99599"/>
                <a:gd name="connsiteY17" fmla="*/ 170234 h 224358"/>
                <a:gd name="connsiteX18" fmla="*/ 88594 w 99599"/>
                <a:gd name="connsiteY18" fmla="*/ 166711 h 224358"/>
                <a:gd name="connsiteX19" fmla="*/ 81530 w 99599"/>
                <a:gd name="connsiteY19" fmla="*/ 173403 h 224358"/>
                <a:gd name="connsiteX20" fmla="*/ 40913 w 99599"/>
                <a:gd name="connsiteY20" fmla="*/ 216726 h 224358"/>
                <a:gd name="connsiteX21" fmla="*/ 31377 w 99599"/>
                <a:gd name="connsiteY21" fmla="*/ 202285 h 224358"/>
                <a:gd name="connsiteX22" fmla="*/ 33849 w 99599"/>
                <a:gd name="connsiteY22" fmla="*/ 184322 h 224358"/>
                <a:gd name="connsiteX23" fmla="*/ 59985 w 99599"/>
                <a:gd name="connsiteY23" fmla="*/ 79715 h 22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99" h="224358">
                  <a:moveTo>
                    <a:pt x="59985" y="79715"/>
                  </a:moveTo>
                  <a:lnTo>
                    <a:pt x="90006" y="79715"/>
                  </a:lnTo>
                  <a:cubicBezTo>
                    <a:pt x="96011" y="79715"/>
                    <a:pt x="99896" y="79715"/>
                    <a:pt x="99896" y="73023"/>
                  </a:cubicBezTo>
                  <a:cubicBezTo>
                    <a:pt x="99896" y="68797"/>
                    <a:pt x="96717" y="68797"/>
                    <a:pt x="91066" y="68797"/>
                  </a:cubicBezTo>
                  <a:lnTo>
                    <a:pt x="62811" y="68797"/>
                  </a:lnTo>
                  <a:lnTo>
                    <a:pt x="75879" y="16669"/>
                  </a:lnTo>
                  <a:cubicBezTo>
                    <a:pt x="77292" y="11738"/>
                    <a:pt x="77292" y="11034"/>
                    <a:pt x="77292" y="9273"/>
                  </a:cubicBezTo>
                  <a:cubicBezTo>
                    <a:pt x="77292" y="1876"/>
                    <a:pt x="71287" y="115"/>
                    <a:pt x="67755" y="115"/>
                  </a:cubicBezTo>
                  <a:cubicBezTo>
                    <a:pt x="58926" y="115"/>
                    <a:pt x="55394" y="7512"/>
                    <a:pt x="53981" y="12795"/>
                  </a:cubicBezTo>
                  <a:lnTo>
                    <a:pt x="40207" y="68797"/>
                  </a:lnTo>
                  <a:lnTo>
                    <a:pt x="10185" y="68797"/>
                  </a:lnTo>
                  <a:cubicBezTo>
                    <a:pt x="4181" y="68797"/>
                    <a:pt x="296" y="68797"/>
                    <a:pt x="296" y="75489"/>
                  </a:cubicBezTo>
                  <a:cubicBezTo>
                    <a:pt x="296" y="79715"/>
                    <a:pt x="3475" y="79715"/>
                    <a:pt x="9126" y="79715"/>
                  </a:cubicBezTo>
                  <a:lnTo>
                    <a:pt x="37381" y="79715"/>
                  </a:lnTo>
                  <a:lnTo>
                    <a:pt x="11951" y="180800"/>
                  </a:lnTo>
                  <a:cubicBezTo>
                    <a:pt x="11598" y="182209"/>
                    <a:pt x="10185" y="187844"/>
                    <a:pt x="10185" y="192775"/>
                  </a:cubicBezTo>
                  <a:cubicBezTo>
                    <a:pt x="10185" y="210386"/>
                    <a:pt x="21841" y="224474"/>
                    <a:pt x="40207" y="224474"/>
                  </a:cubicBezTo>
                  <a:cubicBezTo>
                    <a:pt x="75879" y="224474"/>
                    <a:pt x="93892" y="171995"/>
                    <a:pt x="93892" y="170234"/>
                  </a:cubicBezTo>
                  <a:cubicBezTo>
                    <a:pt x="93892" y="166711"/>
                    <a:pt x="91066" y="166711"/>
                    <a:pt x="88594" y="166711"/>
                  </a:cubicBezTo>
                  <a:cubicBezTo>
                    <a:pt x="84355" y="166711"/>
                    <a:pt x="84355" y="167064"/>
                    <a:pt x="81530" y="173403"/>
                  </a:cubicBezTo>
                  <a:cubicBezTo>
                    <a:pt x="75172" y="190310"/>
                    <a:pt x="61045" y="216726"/>
                    <a:pt x="40913" y="216726"/>
                  </a:cubicBezTo>
                  <a:cubicBezTo>
                    <a:pt x="31377" y="216726"/>
                    <a:pt x="31377" y="207920"/>
                    <a:pt x="31377" y="202285"/>
                  </a:cubicBezTo>
                  <a:cubicBezTo>
                    <a:pt x="31377" y="199819"/>
                    <a:pt x="31377" y="194184"/>
                    <a:pt x="33849" y="184322"/>
                  </a:cubicBezTo>
                  <a:lnTo>
                    <a:pt x="59985" y="79715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02F9C415-251D-6162-B5D3-8170E9A337C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3177944" y="6395046"/>
              <a:ext cx="99599" cy="224358"/>
            </a:xfrm>
            <a:custGeom>
              <a:avLst/>
              <a:gdLst>
                <a:gd name="connsiteX0" fmla="*/ 59989 w 99599"/>
                <a:gd name="connsiteY0" fmla="*/ 79715 h 224358"/>
                <a:gd name="connsiteX1" fmla="*/ 90010 w 99599"/>
                <a:gd name="connsiteY1" fmla="*/ 79715 h 224358"/>
                <a:gd name="connsiteX2" fmla="*/ 99899 w 99599"/>
                <a:gd name="connsiteY2" fmla="*/ 73023 h 224358"/>
                <a:gd name="connsiteX3" fmla="*/ 91069 w 99599"/>
                <a:gd name="connsiteY3" fmla="*/ 68797 h 224358"/>
                <a:gd name="connsiteX4" fmla="*/ 62814 w 99599"/>
                <a:gd name="connsiteY4" fmla="*/ 68797 h 224358"/>
                <a:gd name="connsiteX5" fmla="*/ 75882 w 99599"/>
                <a:gd name="connsiteY5" fmla="*/ 16669 h 224358"/>
                <a:gd name="connsiteX6" fmla="*/ 77295 w 99599"/>
                <a:gd name="connsiteY6" fmla="*/ 9273 h 224358"/>
                <a:gd name="connsiteX7" fmla="*/ 67759 w 99599"/>
                <a:gd name="connsiteY7" fmla="*/ 115 h 224358"/>
                <a:gd name="connsiteX8" fmla="*/ 53984 w 99599"/>
                <a:gd name="connsiteY8" fmla="*/ 12795 h 224358"/>
                <a:gd name="connsiteX9" fmla="*/ 40210 w 99599"/>
                <a:gd name="connsiteY9" fmla="*/ 68797 h 224358"/>
                <a:gd name="connsiteX10" fmla="*/ 10189 w 99599"/>
                <a:gd name="connsiteY10" fmla="*/ 68797 h 224358"/>
                <a:gd name="connsiteX11" fmla="*/ 299 w 99599"/>
                <a:gd name="connsiteY11" fmla="*/ 75489 h 224358"/>
                <a:gd name="connsiteX12" fmla="*/ 9129 w 99599"/>
                <a:gd name="connsiteY12" fmla="*/ 79715 h 224358"/>
                <a:gd name="connsiteX13" fmla="*/ 37384 w 99599"/>
                <a:gd name="connsiteY13" fmla="*/ 79715 h 224358"/>
                <a:gd name="connsiteX14" fmla="*/ 11954 w 99599"/>
                <a:gd name="connsiteY14" fmla="*/ 180800 h 224358"/>
                <a:gd name="connsiteX15" fmla="*/ 10189 w 99599"/>
                <a:gd name="connsiteY15" fmla="*/ 192775 h 224358"/>
                <a:gd name="connsiteX16" fmla="*/ 40210 w 99599"/>
                <a:gd name="connsiteY16" fmla="*/ 224474 h 224358"/>
                <a:gd name="connsiteX17" fmla="*/ 93895 w 99599"/>
                <a:gd name="connsiteY17" fmla="*/ 170234 h 224358"/>
                <a:gd name="connsiteX18" fmla="*/ 88597 w 99599"/>
                <a:gd name="connsiteY18" fmla="*/ 166711 h 224358"/>
                <a:gd name="connsiteX19" fmla="*/ 81533 w 99599"/>
                <a:gd name="connsiteY19" fmla="*/ 173403 h 224358"/>
                <a:gd name="connsiteX20" fmla="*/ 40916 w 99599"/>
                <a:gd name="connsiteY20" fmla="*/ 216726 h 224358"/>
                <a:gd name="connsiteX21" fmla="*/ 31380 w 99599"/>
                <a:gd name="connsiteY21" fmla="*/ 202285 h 224358"/>
                <a:gd name="connsiteX22" fmla="*/ 33852 w 99599"/>
                <a:gd name="connsiteY22" fmla="*/ 184322 h 224358"/>
                <a:gd name="connsiteX23" fmla="*/ 59989 w 99599"/>
                <a:gd name="connsiteY23" fmla="*/ 79715 h 22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99" h="224358">
                  <a:moveTo>
                    <a:pt x="59989" y="79715"/>
                  </a:moveTo>
                  <a:lnTo>
                    <a:pt x="90010" y="79715"/>
                  </a:lnTo>
                  <a:cubicBezTo>
                    <a:pt x="96014" y="79715"/>
                    <a:pt x="99899" y="79715"/>
                    <a:pt x="99899" y="73023"/>
                  </a:cubicBezTo>
                  <a:cubicBezTo>
                    <a:pt x="99899" y="68797"/>
                    <a:pt x="96720" y="68797"/>
                    <a:pt x="91069" y="68797"/>
                  </a:cubicBezTo>
                  <a:lnTo>
                    <a:pt x="62814" y="68797"/>
                  </a:lnTo>
                  <a:lnTo>
                    <a:pt x="75882" y="16669"/>
                  </a:lnTo>
                  <a:cubicBezTo>
                    <a:pt x="77295" y="11738"/>
                    <a:pt x="77295" y="11034"/>
                    <a:pt x="77295" y="9273"/>
                  </a:cubicBezTo>
                  <a:cubicBezTo>
                    <a:pt x="77295" y="1876"/>
                    <a:pt x="71291" y="115"/>
                    <a:pt x="67759" y="115"/>
                  </a:cubicBezTo>
                  <a:cubicBezTo>
                    <a:pt x="58929" y="115"/>
                    <a:pt x="55397" y="7512"/>
                    <a:pt x="53984" y="12795"/>
                  </a:cubicBezTo>
                  <a:lnTo>
                    <a:pt x="40210" y="68797"/>
                  </a:lnTo>
                  <a:lnTo>
                    <a:pt x="10189" y="68797"/>
                  </a:lnTo>
                  <a:cubicBezTo>
                    <a:pt x="4184" y="68797"/>
                    <a:pt x="299" y="68797"/>
                    <a:pt x="299" y="75489"/>
                  </a:cubicBezTo>
                  <a:cubicBezTo>
                    <a:pt x="299" y="79715"/>
                    <a:pt x="3478" y="79715"/>
                    <a:pt x="9129" y="79715"/>
                  </a:cubicBezTo>
                  <a:lnTo>
                    <a:pt x="37384" y="79715"/>
                  </a:lnTo>
                  <a:lnTo>
                    <a:pt x="11954" y="180800"/>
                  </a:lnTo>
                  <a:cubicBezTo>
                    <a:pt x="11601" y="182209"/>
                    <a:pt x="10189" y="187844"/>
                    <a:pt x="10189" y="192775"/>
                  </a:cubicBezTo>
                  <a:cubicBezTo>
                    <a:pt x="10189" y="210386"/>
                    <a:pt x="21844" y="224474"/>
                    <a:pt x="40210" y="224474"/>
                  </a:cubicBezTo>
                  <a:cubicBezTo>
                    <a:pt x="75882" y="224474"/>
                    <a:pt x="93895" y="171995"/>
                    <a:pt x="93895" y="170234"/>
                  </a:cubicBezTo>
                  <a:cubicBezTo>
                    <a:pt x="93895" y="166711"/>
                    <a:pt x="91069" y="166711"/>
                    <a:pt x="88597" y="166711"/>
                  </a:cubicBezTo>
                  <a:cubicBezTo>
                    <a:pt x="84359" y="166711"/>
                    <a:pt x="84359" y="167064"/>
                    <a:pt x="81533" y="173403"/>
                  </a:cubicBezTo>
                  <a:cubicBezTo>
                    <a:pt x="75176" y="190310"/>
                    <a:pt x="61048" y="216726"/>
                    <a:pt x="40916" y="216726"/>
                  </a:cubicBezTo>
                  <a:cubicBezTo>
                    <a:pt x="31380" y="216726"/>
                    <a:pt x="31380" y="207920"/>
                    <a:pt x="31380" y="202285"/>
                  </a:cubicBezTo>
                  <a:cubicBezTo>
                    <a:pt x="31380" y="199819"/>
                    <a:pt x="31380" y="194184"/>
                    <a:pt x="33852" y="184322"/>
                  </a:cubicBezTo>
                  <a:lnTo>
                    <a:pt x="59989" y="79715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9FAF906C-E83D-5C01-2848-3736CDF54C41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3303405" y="6459853"/>
              <a:ext cx="125029" cy="159551"/>
            </a:xfrm>
            <a:custGeom>
              <a:avLst/>
              <a:gdLst>
                <a:gd name="connsiteX0" fmla="*/ 44451 w 125029"/>
                <a:gd name="connsiteY0" fmla="*/ 74432 h 159551"/>
                <a:gd name="connsiteX1" fmla="*/ 95664 w 125029"/>
                <a:gd name="connsiteY1" fmla="*/ 66683 h 159551"/>
                <a:gd name="connsiteX2" fmla="*/ 123566 w 125029"/>
                <a:gd name="connsiteY2" fmla="*/ 30053 h 159551"/>
                <a:gd name="connsiteX3" fmla="*/ 87894 w 125029"/>
                <a:gd name="connsiteY3" fmla="*/ 115 h 159551"/>
                <a:gd name="connsiteX4" fmla="*/ 302 w 125029"/>
                <a:gd name="connsiteY4" fmla="*/ 98030 h 159551"/>
                <a:gd name="connsiteX5" fmla="*/ 50809 w 125029"/>
                <a:gd name="connsiteY5" fmla="*/ 159667 h 159551"/>
                <a:gd name="connsiteX6" fmla="*/ 125332 w 125029"/>
                <a:gd name="connsiteY6" fmla="*/ 119163 h 159551"/>
                <a:gd name="connsiteX7" fmla="*/ 119681 w 125029"/>
                <a:gd name="connsiteY7" fmla="*/ 113527 h 159551"/>
                <a:gd name="connsiteX8" fmla="*/ 115090 w 125029"/>
                <a:gd name="connsiteY8" fmla="*/ 117402 h 159551"/>
                <a:gd name="connsiteX9" fmla="*/ 51515 w 125029"/>
                <a:gd name="connsiteY9" fmla="*/ 151919 h 159551"/>
                <a:gd name="connsiteX10" fmla="*/ 24673 w 125029"/>
                <a:gd name="connsiteY10" fmla="*/ 113175 h 159551"/>
                <a:gd name="connsiteX11" fmla="*/ 30677 w 125029"/>
                <a:gd name="connsiteY11" fmla="*/ 74432 h 159551"/>
                <a:gd name="connsiteX12" fmla="*/ 44451 w 125029"/>
                <a:gd name="connsiteY12" fmla="*/ 74432 h 159551"/>
                <a:gd name="connsiteX13" fmla="*/ 32796 w 125029"/>
                <a:gd name="connsiteY13" fmla="*/ 66683 h 159551"/>
                <a:gd name="connsiteX14" fmla="*/ 87894 w 125029"/>
                <a:gd name="connsiteY14" fmla="*/ 7864 h 159551"/>
                <a:gd name="connsiteX15" fmla="*/ 110145 w 125029"/>
                <a:gd name="connsiteY15" fmla="*/ 29349 h 159551"/>
                <a:gd name="connsiteX16" fmla="*/ 40213 w 125029"/>
                <a:gd name="connsiteY16" fmla="*/ 66683 h 159551"/>
                <a:gd name="connsiteX17" fmla="*/ 32796 w 125029"/>
                <a:gd name="connsiteY17" fmla="*/ 66683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029" h="159551">
                  <a:moveTo>
                    <a:pt x="44451" y="74432"/>
                  </a:moveTo>
                  <a:cubicBezTo>
                    <a:pt x="55047" y="74432"/>
                    <a:pt x="78711" y="73375"/>
                    <a:pt x="95664" y="66683"/>
                  </a:cubicBezTo>
                  <a:cubicBezTo>
                    <a:pt x="123566" y="55413"/>
                    <a:pt x="123566" y="32519"/>
                    <a:pt x="123566" y="30053"/>
                  </a:cubicBezTo>
                  <a:cubicBezTo>
                    <a:pt x="123566" y="13852"/>
                    <a:pt x="110498" y="115"/>
                    <a:pt x="87894" y="115"/>
                  </a:cubicBezTo>
                  <a:cubicBezTo>
                    <a:pt x="50809" y="115"/>
                    <a:pt x="302" y="35689"/>
                    <a:pt x="302" y="98030"/>
                  </a:cubicBezTo>
                  <a:cubicBezTo>
                    <a:pt x="302" y="129729"/>
                    <a:pt x="17256" y="159667"/>
                    <a:pt x="50809" y="159667"/>
                  </a:cubicBezTo>
                  <a:cubicBezTo>
                    <a:pt x="96017" y="159667"/>
                    <a:pt x="125332" y="124446"/>
                    <a:pt x="125332" y="119163"/>
                  </a:cubicBezTo>
                  <a:cubicBezTo>
                    <a:pt x="125332" y="117402"/>
                    <a:pt x="122507" y="113527"/>
                    <a:pt x="119681" y="113527"/>
                  </a:cubicBezTo>
                  <a:cubicBezTo>
                    <a:pt x="118268" y="113527"/>
                    <a:pt x="117915" y="113880"/>
                    <a:pt x="115090" y="117402"/>
                  </a:cubicBezTo>
                  <a:cubicBezTo>
                    <a:pt x="88954" y="150510"/>
                    <a:pt x="57519" y="151919"/>
                    <a:pt x="51515" y="151919"/>
                  </a:cubicBezTo>
                  <a:cubicBezTo>
                    <a:pt x="28558" y="151919"/>
                    <a:pt x="24673" y="126912"/>
                    <a:pt x="24673" y="113175"/>
                  </a:cubicBezTo>
                  <a:cubicBezTo>
                    <a:pt x="24673" y="99791"/>
                    <a:pt x="28205" y="83942"/>
                    <a:pt x="30677" y="74432"/>
                  </a:cubicBezTo>
                  <a:lnTo>
                    <a:pt x="44451" y="74432"/>
                  </a:lnTo>
                  <a:close/>
                  <a:moveTo>
                    <a:pt x="32796" y="66683"/>
                  </a:moveTo>
                  <a:cubicBezTo>
                    <a:pt x="47983" y="8921"/>
                    <a:pt x="84362" y="7864"/>
                    <a:pt x="87894" y="7864"/>
                  </a:cubicBezTo>
                  <a:cubicBezTo>
                    <a:pt x="102022" y="7864"/>
                    <a:pt x="110145" y="17374"/>
                    <a:pt x="110145" y="29349"/>
                  </a:cubicBezTo>
                  <a:cubicBezTo>
                    <a:pt x="110145" y="66683"/>
                    <a:pt x="51868" y="66683"/>
                    <a:pt x="40213" y="66683"/>
                  </a:cubicBezTo>
                  <a:lnTo>
                    <a:pt x="32796" y="66683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047C737E-B738-A304-8D03-1C3686566730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3454923" y="6459853"/>
              <a:ext cx="143395" cy="159551"/>
            </a:xfrm>
            <a:custGeom>
              <a:avLst/>
              <a:gdLst>
                <a:gd name="connsiteX0" fmla="*/ 62116 w 143395"/>
                <a:gd name="connsiteY0" fmla="*/ 54356 h 159551"/>
                <a:gd name="connsiteX1" fmla="*/ 108737 w 143395"/>
                <a:gd name="connsiteY1" fmla="*/ 7864 h 159551"/>
                <a:gd name="connsiteX2" fmla="*/ 127456 w 143395"/>
                <a:gd name="connsiteY2" fmla="*/ 12795 h 159551"/>
                <a:gd name="connsiteX3" fmla="*/ 114035 w 143395"/>
                <a:gd name="connsiteY3" fmla="*/ 29701 h 159551"/>
                <a:gd name="connsiteX4" fmla="*/ 126396 w 143395"/>
                <a:gd name="connsiteY4" fmla="*/ 40972 h 159551"/>
                <a:gd name="connsiteX5" fmla="*/ 143703 w 143395"/>
                <a:gd name="connsiteY5" fmla="*/ 22305 h 159551"/>
                <a:gd name="connsiteX6" fmla="*/ 109090 w 143395"/>
                <a:gd name="connsiteY6" fmla="*/ 115 h 159551"/>
                <a:gd name="connsiteX7" fmla="*/ 66354 w 143395"/>
                <a:gd name="connsiteY7" fmla="*/ 25475 h 159551"/>
                <a:gd name="connsiteX8" fmla="*/ 37039 w 143395"/>
                <a:gd name="connsiteY8" fmla="*/ 115 h 159551"/>
                <a:gd name="connsiteX9" fmla="*/ 11609 w 143395"/>
                <a:gd name="connsiteY9" fmla="*/ 18783 h 159551"/>
                <a:gd name="connsiteX10" fmla="*/ 307 w 143395"/>
                <a:gd name="connsiteY10" fmla="*/ 54356 h 159551"/>
                <a:gd name="connsiteX11" fmla="*/ 5605 w 143395"/>
                <a:gd name="connsiteY11" fmla="*/ 57878 h 159551"/>
                <a:gd name="connsiteX12" fmla="*/ 12316 w 143395"/>
                <a:gd name="connsiteY12" fmla="*/ 49777 h 159551"/>
                <a:gd name="connsiteX13" fmla="*/ 36333 w 143395"/>
                <a:gd name="connsiteY13" fmla="*/ 7864 h 159551"/>
                <a:gd name="connsiteX14" fmla="*/ 45516 w 143395"/>
                <a:gd name="connsiteY14" fmla="*/ 21952 h 159551"/>
                <a:gd name="connsiteX15" fmla="*/ 43043 w 143395"/>
                <a:gd name="connsiteY15" fmla="*/ 39915 h 159551"/>
                <a:gd name="connsiteX16" fmla="*/ 16554 w 143395"/>
                <a:gd name="connsiteY16" fmla="*/ 145579 h 159551"/>
                <a:gd name="connsiteX17" fmla="*/ 15494 w 143395"/>
                <a:gd name="connsiteY17" fmla="*/ 150510 h 159551"/>
                <a:gd name="connsiteX18" fmla="*/ 25384 w 143395"/>
                <a:gd name="connsiteY18" fmla="*/ 159667 h 159551"/>
                <a:gd name="connsiteX19" fmla="*/ 39158 w 143395"/>
                <a:gd name="connsiteY19" fmla="*/ 146635 h 159551"/>
                <a:gd name="connsiteX20" fmla="*/ 62116 w 143395"/>
                <a:gd name="connsiteY20" fmla="*/ 54356 h 1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3395" h="159551">
                  <a:moveTo>
                    <a:pt x="62116" y="54356"/>
                  </a:moveTo>
                  <a:cubicBezTo>
                    <a:pt x="62469" y="53299"/>
                    <a:pt x="78362" y="7864"/>
                    <a:pt x="108737" y="7864"/>
                  </a:cubicBezTo>
                  <a:cubicBezTo>
                    <a:pt x="110503" y="7864"/>
                    <a:pt x="120392" y="7864"/>
                    <a:pt x="127456" y="12795"/>
                  </a:cubicBezTo>
                  <a:cubicBezTo>
                    <a:pt x="115094" y="16669"/>
                    <a:pt x="114035" y="27940"/>
                    <a:pt x="114035" y="29701"/>
                  </a:cubicBezTo>
                  <a:cubicBezTo>
                    <a:pt x="114035" y="34280"/>
                    <a:pt x="117213" y="40972"/>
                    <a:pt x="126396" y="40972"/>
                  </a:cubicBezTo>
                  <a:cubicBezTo>
                    <a:pt x="132754" y="40972"/>
                    <a:pt x="143703" y="36041"/>
                    <a:pt x="143703" y="22305"/>
                  </a:cubicBezTo>
                  <a:cubicBezTo>
                    <a:pt x="143703" y="3990"/>
                    <a:pt x="120745" y="115"/>
                    <a:pt x="109090" y="115"/>
                  </a:cubicBezTo>
                  <a:cubicBezTo>
                    <a:pt x="84720" y="115"/>
                    <a:pt x="72005" y="17726"/>
                    <a:pt x="66354" y="25475"/>
                  </a:cubicBezTo>
                  <a:cubicBezTo>
                    <a:pt x="62469" y="6807"/>
                    <a:pt x="48694" y="115"/>
                    <a:pt x="37039" y="115"/>
                  </a:cubicBezTo>
                  <a:cubicBezTo>
                    <a:pt x="24324" y="115"/>
                    <a:pt x="17260" y="8216"/>
                    <a:pt x="11609" y="18783"/>
                  </a:cubicBezTo>
                  <a:cubicBezTo>
                    <a:pt x="4899" y="32871"/>
                    <a:pt x="307" y="53651"/>
                    <a:pt x="307" y="54356"/>
                  </a:cubicBezTo>
                  <a:cubicBezTo>
                    <a:pt x="307" y="57878"/>
                    <a:pt x="3839" y="57878"/>
                    <a:pt x="5605" y="57878"/>
                  </a:cubicBezTo>
                  <a:cubicBezTo>
                    <a:pt x="10196" y="57878"/>
                    <a:pt x="10550" y="57526"/>
                    <a:pt x="12316" y="49777"/>
                  </a:cubicBezTo>
                  <a:cubicBezTo>
                    <a:pt x="18673" y="25122"/>
                    <a:pt x="25384" y="7864"/>
                    <a:pt x="36333" y="7864"/>
                  </a:cubicBezTo>
                  <a:cubicBezTo>
                    <a:pt x="45516" y="7864"/>
                    <a:pt x="45516" y="18078"/>
                    <a:pt x="45516" y="21952"/>
                  </a:cubicBezTo>
                  <a:cubicBezTo>
                    <a:pt x="45516" y="27588"/>
                    <a:pt x="44456" y="34280"/>
                    <a:pt x="43043" y="39915"/>
                  </a:cubicBezTo>
                  <a:lnTo>
                    <a:pt x="16554" y="145579"/>
                  </a:lnTo>
                  <a:cubicBezTo>
                    <a:pt x="15847" y="147692"/>
                    <a:pt x="15494" y="149453"/>
                    <a:pt x="15494" y="150510"/>
                  </a:cubicBezTo>
                  <a:cubicBezTo>
                    <a:pt x="15494" y="154384"/>
                    <a:pt x="18320" y="159667"/>
                    <a:pt x="25384" y="159667"/>
                  </a:cubicBezTo>
                  <a:cubicBezTo>
                    <a:pt x="35979" y="159667"/>
                    <a:pt x="38452" y="149453"/>
                    <a:pt x="39158" y="146635"/>
                  </a:cubicBezTo>
                  <a:lnTo>
                    <a:pt x="62116" y="54356"/>
                  </a:ln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F7CA4789-32BA-23A1-A787-BBC95AB05AA8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3580894" y="6351371"/>
              <a:ext cx="128561" cy="352211"/>
            </a:xfrm>
            <a:custGeom>
              <a:avLst/>
              <a:gdLst>
                <a:gd name="connsiteX0" fmla="*/ 128873 w 128561"/>
                <a:gd name="connsiteY0" fmla="*/ 104722 h 352211"/>
                <a:gd name="connsiteX1" fmla="*/ 119337 w 128561"/>
                <a:gd name="connsiteY1" fmla="*/ 44142 h 352211"/>
                <a:gd name="connsiteX2" fmla="*/ 90375 w 128561"/>
                <a:gd name="connsiteY2" fmla="*/ 115 h 352211"/>
                <a:gd name="connsiteX3" fmla="*/ 86843 w 128561"/>
                <a:gd name="connsiteY3" fmla="*/ 3637 h 352211"/>
                <a:gd name="connsiteX4" fmla="*/ 89315 w 128561"/>
                <a:gd name="connsiteY4" fmla="*/ 8568 h 352211"/>
                <a:gd name="connsiteX5" fmla="*/ 111213 w 128561"/>
                <a:gd name="connsiteY5" fmla="*/ 92043 h 352211"/>
                <a:gd name="connsiteX6" fmla="*/ 5609 w 128561"/>
                <a:gd name="connsiteY6" fmla="*/ 342465 h 352211"/>
                <a:gd name="connsiteX7" fmla="*/ 311 w 128561"/>
                <a:gd name="connsiteY7" fmla="*/ 348805 h 352211"/>
                <a:gd name="connsiteX8" fmla="*/ 3843 w 128561"/>
                <a:gd name="connsiteY8" fmla="*/ 352327 h 352211"/>
                <a:gd name="connsiteX9" fmla="*/ 79073 w 128561"/>
                <a:gd name="connsiteY9" fmla="*/ 273784 h 352211"/>
                <a:gd name="connsiteX10" fmla="*/ 128873 w 128561"/>
                <a:gd name="connsiteY10" fmla="*/ 104722 h 352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8561" h="352211">
                  <a:moveTo>
                    <a:pt x="128873" y="104722"/>
                  </a:moveTo>
                  <a:cubicBezTo>
                    <a:pt x="128873" y="83942"/>
                    <a:pt x="125694" y="61752"/>
                    <a:pt x="119337" y="44142"/>
                  </a:cubicBezTo>
                  <a:cubicBezTo>
                    <a:pt x="110507" y="20544"/>
                    <a:pt x="95320" y="115"/>
                    <a:pt x="90375" y="115"/>
                  </a:cubicBezTo>
                  <a:cubicBezTo>
                    <a:pt x="88256" y="115"/>
                    <a:pt x="86843" y="1524"/>
                    <a:pt x="86843" y="3637"/>
                  </a:cubicBezTo>
                  <a:cubicBezTo>
                    <a:pt x="86843" y="4342"/>
                    <a:pt x="86843" y="5046"/>
                    <a:pt x="89315" y="8568"/>
                  </a:cubicBezTo>
                  <a:cubicBezTo>
                    <a:pt x="108388" y="37450"/>
                    <a:pt x="111213" y="67388"/>
                    <a:pt x="111213" y="92043"/>
                  </a:cubicBezTo>
                  <a:cubicBezTo>
                    <a:pt x="111213" y="139943"/>
                    <a:pt x="90375" y="270614"/>
                    <a:pt x="5609" y="342465"/>
                  </a:cubicBezTo>
                  <a:cubicBezTo>
                    <a:pt x="664" y="347396"/>
                    <a:pt x="311" y="347748"/>
                    <a:pt x="311" y="348805"/>
                  </a:cubicBezTo>
                  <a:cubicBezTo>
                    <a:pt x="311" y="351270"/>
                    <a:pt x="1724" y="352327"/>
                    <a:pt x="3843" y="352327"/>
                  </a:cubicBezTo>
                  <a:cubicBezTo>
                    <a:pt x="7728" y="352327"/>
                    <a:pt x="48345" y="323798"/>
                    <a:pt x="79073" y="273784"/>
                  </a:cubicBezTo>
                  <a:cubicBezTo>
                    <a:pt x="117924" y="210033"/>
                    <a:pt x="128873" y="142409"/>
                    <a:pt x="128873" y="104722"/>
                  </a:cubicBezTo>
                  <a:close/>
                </a:path>
              </a:pathLst>
            </a:custGeom>
            <a:grpFill/>
            <a:ln w="35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206567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969AD-54D7-345F-C7C1-79C123179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4" y="38099"/>
            <a:ext cx="10432997" cy="63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4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60025-7338-851E-F64A-26E9D536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3" y="119920"/>
            <a:ext cx="10931043" cy="559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7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F10458-E1AA-59E6-162D-C213ACFAE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99016" y="119027"/>
            <a:ext cx="7689954" cy="65141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201F22-BD7C-0C05-2C62-3D0FE1AC9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202" y="3978951"/>
            <a:ext cx="5053535" cy="1432498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06E181-455D-70E4-F704-0D51C7B63422}"/>
              </a:ext>
            </a:extLst>
          </p:cNvPr>
          <p:cNvSpPr txBox="1"/>
          <p:nvPr/>
        </p:nvSpPr>
        <p:spPr>
          <a:xfrm>
            <a:off x="4687549" y="6176823"/>
            <a:ext cx="1573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x-values</a:t>
            </a:r>
            <a:endParaRPr lang="en-PK" sz="20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FFC8E-44A6-C3C9-5EBC-F07A2CFF7885}"/>
              </a:ext>
            </a:extLst>
          </p:cNvPr>
          <p:cNvSpPr txBox="1"/>
          <p:nvPr/>
        </p:nvSpPr>
        <p:spPr>
          <a:xfrm rot="16200000">
            <a:off x="1211893" y="3228943"/>
            <a:ext cx="1573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y-values</a:t>
            </a:r>
            <a:endParaRPr lang="en-PK" sz="2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8320E0-9B2C-A50B-7B71-13F9B900D978}"/>
                  </a:ext>
                </a:extLst>
              </p:cNvPr>
              <p:cNvSpPr txBox="1"/>
              <p:nvPr/>
            </p:nvSpPr>
            <p:spPr>
              <a:xfrm rot="19521662">
                <a:off x="4343506" y="2775334"/>
                <a:ext cx="35049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Fitted: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=−0.355+0.795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PK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8320E0-9B2C-A50B-7B71-13F9B900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21662">
                <a:off x="4343506" y="2775334"/>
                <a:ext cx="3504986" cy="400110"/>
              </a:xfrm>
              <a:prstGeom prst="rect">
                <a:avLst/>
              </a:prstGeom>
              <a:blipFill>
                <a:blip r:embed="rId4"/>
                <a:stretch>
                  <a:fillRect l="-1953" b="-523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066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849457"/>
            <a:ext cx="9854784" cy="4581322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Let us first transform the fitting function: </a:t>
            </a: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/>
              <p:nvPr/>
            </p:nvSpPr>
            <p:spPr>
              <a:xfrm>
                <a:off x="1648918" y="134833"/>
                <a:ext cx="10058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Example: fit power-law: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32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3200" dirty="0"/>
                  <a:t> to the following data: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918" y="134833"/>
                <a:ext cx="10058400" cy="584775"/>
              </a:xfrm>
              <a:prstGeom prst="rect">
                <a:avLst/>
              </a:prstGeom>
              <a:blipFill>
                <a:blip r:embed="rId226"/>
                <a:stretch>
                  <a:fillRect l="-1515" t="-12500" b="-3437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C8DEE0E7-C342-4A8C-5AD3-8E523CBF922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95612" y="951546"/>
            <a:ext cx="6623044" cy="883835"/>
            <a:chOff x="7222340" y="5135391"/>
            <a:chExt cx="7250650" cy="88383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05AFDEC-2F80-745D-D1D4-B7DCC72FE09C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7222340" y="5135391"/>
              <a:ext cx="7250650" cy="14028"/>
            </a:xfrm>
            <a:custGeom>
              <a:avLst/>
              <a:gdLst>
                <a:gd name="connsiteX0" fmla="*/ 0 w 7250650"/>
                <a:gd name="connsiteY0" fmla="*/ 0 h 14028"/>
                <a:gd name="connsiteX1" fmla="*/ 7250651 w 7250650"/>
                <a:gd name="connsiteY1" fmla="*/ 0 h 14028"/>
                <a:gd name="connsiteX2" fmla="*/ 7250651 w 7250650"/>
                <a:gd name="connsiteY2" fmla="*/ 14029 h 14028"/>
                <a:gd name="connsiteX3" fmla="*/ 0 w 7250650"/>
                <a:gd name="connsiteY3" fmla="*/ 14029 h 14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0" h="14028">
                  <a:moveTo>
                    <a:pt x="0" y="0"/>
                  </a:moveTo>
                  <a:lnTo>
                    <a:pt x="7250651" y="0"/>
                  </a:lnTo>
                  <a:lnTo>
                    <a:pt x="7250651" y="14029"/>
                  </a:lnTo>
                  <a:lnTo>
                    <a:pt x="0" y="14029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B5C065D-48C7-2E75-E753-DE196F71ED94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7222340" y="5149420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1 w 14170"/>
                <a:gd name="connsiteY1" fmla="*/ 0 h 420874"/>
                <a:gd name="connsiteX2" fmla="*/ 14171 w 14170"/>
                <a:gd name="connsiteY2" fmla="*/ 420875 h 420874"/>
                <a:gd name="connsiteX3" fmla="*/ 0 w 14170"/>
                <a:gd name="connsiteY3" fmla="*/ 420875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1" y="0"/>
                  </a:lnTo>
                  <a:lnTo>
                    <a:pt x="14171" y="420875"/>
                  </a:lnTo>
                  <a:lnTo>
                    <a:pt x="0" y="42087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8724D7-8F3B-3990-F11D-EEAC4FCE096F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7862110" y="5289009"/>
              <a:ext cx="176427" cy="158880"/>
            </a:xfrm>
            <a:custGeom>
              <a:avLst/>
              <a:gdLst>
                <a:gd name="connsiteX0" fmla="*/ 108202 w 176427"/>
                <a:gd name="connsiteY0" fmla="*/ 49185 h 158880"/>
                <a:gd name="connsiteX1" fmla="*/ 143275 w 176427"/>
                <a:gd name="connsiteY1" fmla="*/ 7799 h 158880"/>
                <a:gd name="connsiteX2" fmla="*/ 160989 w 176427"/>
                <a:gd name="connsiteY2" fmla="*/ 12358 h 158880"/>
                <a:gd name="connsiteX3" fmla="*/ 143984 w 176427"/>
                <a:gd name="connsiteY3" fmla="*/ 31297 h 158880"/>
                <a:gd name="connsiteX4" fmla="*/ 157446 w 176427"/>
                <a:gd name="connsiteY4" fmla="*/ 43573 h 158880"/>
                <a:gd name="connsiteX5" fmla="*/ 176577 w 176427"/>
                <a:gd name="connsiteY5" fmla="*/ 23231 h 158880"/>
                <a:gd name="connsiteX6" fmla="*/ 143629 w 176427"/>
                <a:gd name="connsiteY6" fmla="*/ 82 h 158880"/>
                <a:gd name="connsiteX7" fmla="*/ 106431 w 176427"/>
                <a:gd name="connsiteY7" fmla="*/ 26738 h 158880"/>
                <a:gd name="connsiteX8" fmla="*/ 68169 w 176427"/>
                <a:gd name="connsiteY8" fmla="*/ 82 h 158880"/>
                <a:gd name="connsiteX9" fmla="*/ 11132 w 176427"/>
                <a:gd name="connsiteY9" fmla="*/ 54095 h 158880"/>
                <a:gd name="connsiteX10" fmla="*/ 15383 w 176427"/>
                <a:gd name="connsiteY10" fmla="*/ 57602 h 158880"/>
                <a:gd name="connsiteX11" fmla="*/ 19989 w 176427"/>
                <a:gd name="connsiteY11" fmla="*/ 53744 h 158880"/>
                <a:gd name="connsiteX12" fmla="*/ 67461 w 176427"/>
                <a:gd name="connsiteY12" fmla="*/ 7799 h 158880"/>
                <a:gd name="connsiteX13" fmla="*/ 86592 w 176427"/>
                <a:gd name="connsiteY13" fmla="*/ 31297 h 158880"/>
                <a:gd name="connsiteX14" fmla="*/ 67461 w 176427"/>
                <a:gd name="connsiteY14" fmla="*/ 114771 h 158880"/>
                <a:gd name="connsiteX15" fmla="*/ 33805 w 176427"/>
                <a:gd name="connsiteY15" fmla="*/ 151247 h 158880"/>
                <a:gd name="connsiteX16" fmla="*/ 16092 w 176427"/>
                <a:gd name="connsiteY16" fmla="*/ 146687 h 158880"/>
                <a:gd name="connsiteX17" fmla="*/ 32742 w 176427"/>
                <a:gd name="connsiteY17" fmla="*/ 127748 h 158880"/>
                <a:gd name="connsiteX18" fmla="*/ 19634 w 176427"/>
                <a:gd name="connsiteY18" fmla="*/ 115472 h 158880"/>
                <a:gd name="connsiteX19" fmla="*/ 149 w 176427"/>
                <a:gd name="connsiteY19" fmla="*/ 135815 h 158880"/>
                <a:gd name="connsiteX20" fmla="*/ 33451 w 176427"/>
                <a:gd name="connsiteY20" fmla="*/ 158963 h 158880"/>
                <a:gd name="connsiteX21" fmla="*/ 70649 w 176427"/>
                <a:gd name="connsiteY21" fmla="*/ 132307 h 158880"/>
                <a:gd name="connsiteX22" fmla="*/ 108911 w 176427"/>
                <a:gd name="connsiteY22" fmla="*/ 158963 h 158880"/>
                <a:gd name="connsiteX23" fmla="*/ 165594 w 176427"/>
                <a:gd name="connsiteY23" fmla="*/ 104950 h 158880"/>
                <a:gd name="connsiteX24" fmla="*/ 161343 w 176427"/>
                <a:gd name="connsiteY24" fmla="*/ 101443 h 158880"/>
                <a:gd name="connsiteX25" fmla="*/ 156737 w 176427"/>
                <a:gd name="connsiteY25" fmla="*/ 105301 h 158880"/>
                <a:gd name="connsiteX26" fmla="*/ 109619 w 176427"/>
                <a:gd name="connsiteY26" fmla="*/ 151247 h 158880"/>
                <a:gd name="connsiteX27" fmla="*/ 90134 w 176427"/>
                <a:gd name="connsiteY27" fmla="*/ 128099 h 158880"/>
                <a:gd name="connsiteX28" fmla="*/ 96157 w 176427"/>
                <a:gd name="connsiteY28" fmla="*/ 97234 h 158880"/>
                <a:gd name="connsiteX29" fmla="*/ 108202 w 176427"/>
                <a:gd name="connsiteY29" fmla="*/ 49185 h 158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58880">
                  <a:moveTo>
                    <a:pt x="108202" y="49185"/>
                  </a:moveTo>
                  <a:cubicBezTo>
                    <a:pt x="110328" y="40066"/>
                    <a:pt x="118476" y="7799"/>
                    <a:pt x="143275" y="7799"/>
                  </a:cubicBezTo>
                  <a:cubicBezTo>
                    <a:pt x="145046" y="7799"/>
                    <a:pt x="153549" y="7799"/>
                    <a:pt x="160989" y="12358"/>
                  </a:cubicBezTo>
                  <a:cubicBezTo>
                    <a:pt x="151069" y="14112"/>
                    <a:pt x="143984" y="22880"/>
                    <a:pt x="143984" y="31297"/>
                  </a:cubicBezTo>
                  <a:cubicBezTo>
                    <a:pt x="143984" y="36909"/>
                    <a:pt x="147881" y="43573"/>
                    <a:pt x="157446" y="43573"/>
                  </a:cubicBezTo>
                  <a:cubicBezTo>
                    <a:pt x="165240" y="43573"/>
                    <a:pt x="176577" y="37260"/>
                    <a:pt x="176577" y="23231"/>
                  </a:cubicBezTo>
                  <a:cubicBezTo>
                    <a:pt x="176577" y="4993"/>
                    <a:pt x="155675" y="82"/>
                    <a:pt x="143629" y="82"/>
                  </a:cubicBezTo>
                  <a:cubicBezTo>
                    <a:pt x="123082" y="82"/>
                    <a:pt x="110682" y="18671"/>
                    <a:pt x="106431" y="26738"/>
                  </a:cubicBezTo>
                  <a:cubicBezTo>
                    <a:pt x="97574" y="3590"/>
                    <a:pt x="78443" y="82"/>
                    <a:pt x="68169" y="82"/>
                  </a:cubicBezTo>
                  <a:cubicBezTo>
                    <a:pt x="31325" y="82"/>
                    <a:pt x="11132" y="45327"/>
                    <a:pt x="11132" y="54095"/>
                  </a:cubicBezTo>
                  <a:cubicBezTo>
                    <a:pt x="11132" y="57602"/>
                    <a:pt x="14674" y="57602"/>
                    <a:pt x="15383" y="57602"/>
                  </a:cubicBezTo>
                  <a:cubicBezTo>
                    <a:pt x="18217" y="57602"/>
                    <a:pt x="19280" y="56901"/>
                    <a:pt x="19989" y="53744"/>
                  </a:cubicBezTo>
                  <a:cubicBezTo>
                    <a:pt x="32034" y="16567"/>
                    <a:pt x="55416" y="7799"/>
                    <a:pt x="67461" y="7799"/>
                  </a:cubicBezTo>
                  <a:cubicBezTo>
                    <a:pt x="74192" y="7799"/>
                    <a:pt x="86592" y="10955"/>
                    <a:pt x="86592" y="31297"/>
                  </a:cubicBezTo>
                  <a:cubicBezTo>
                    <a:pt x="86592" y="42170"/>
                    <a:pt x="80569" y="65669"/>
                    <a:pt x="67461" y="114771"/>
                  </a:cubicBezTo>
                  <a:cubicBezTo>
                    <a:pt x="61793" y="136516"/>
                    <a:pt x="49393" y="151247"/>
                    <a:pt x="33805" y="151247"/>
                  </a:cubicBezTo>
                  <a:cubicBezTo>
                    <a:pt x="31680" y="151247"/>
                    <a:pt x="23531" y="151247"/>
                    <a:pt x="16092" y="146687"/>
                  </a:cubicBezTo>
                  <a:cubicBezTo>
                    <a:pt x="24948" y="144933"/>
                    <a:pt x="32742" y="137568"/>
                    <a:pt x="32742" y="127748"/>
                  </a:cubicBezTo>
                  <a:cubicBezTo>
                    <a:pt x="32742" y="118278"/>
                    <a:pt x="24948" y="115472"/>
                    <a:pt x="19634" y="115472"/>
                  </a:cubicBezTo>
                  <a:cubicBezTo>
                    <a:pt x="9006" y="115472"/>
                    <a:pt x="149" y="124591"/>
                    <a:pt x="149" y="135815"/>
                  </a:cubicBezTo>
                  <a:cubicBezTo>
                    <a:pt x="149" y="151948"/>
                    <a:pt x="17863" y="158963"/>
                    <a:pt x="33451" y="158963"/>
                  </a:cubicBezTo>
                  <a:cubicBezTo>
                    <a:pt x="56833" y="158963"/>
                    <a:pt x="69587" y="134412"/>
                    <a:pt x="70649" y="132307"/>
                  </a:cubicBezTo>
                  <a:cubicBezTo>
                    <a:pt x="74901" y="145284"/>
                    <a:pt x="87654" y="158963"/>
                    <a:pt x="108911" y="158963"/>
                  </a:cubicBezTo>
                  <a:cubicBezTo>
                    <a:pt x="145401" y="158963"/>
                    <a:pt x="165594" y="113719"/>
                    <a:pt x="165594" y="104950"/>
                  </a:cubicBezTo>
                  <a:cubicBezTo>
                    <a:pt x="165594" y="101443"/>
                    <a:pt x="162406" y="101443"/>
                    <a:pt x="161343" y="101443"/>
                  </a:cubicBezTo>
                  <a:cubicBezTo>
                    <a:pt x="158154" y="101443"/>
                    <a:pt x="157446" y="102846"/>
                    <a:pt x="156737" y="105301"/>
                  </a:cubicBezTo>
                  <a:cubicBezTo>
                    <a:pt x="145046" y="142829"/>
                    <a:pt x="120956" y="151247"/>
                    <a:pt x="109619" y="151247"/>
                  </a:cubicBezTo>
                  <a:cubicBezTo>
                    <a:pt x="95803" y="151247"/>
                    <a:pt x="90134" y="140023"/>
                    <a:pt x="90134" y="128099"/>
                  </a:cubicBezTo>
                  <a:cubicBezTo>
                    <a:pt x="90134" y="120382"/>
                    <a:pt x="92260" y="112666"/>
                    <a:pt x="96157" y="97234"/>
                  </a:cubicBezTo>
                  <a:lnTo>
                    <a:pt x="108202" y="4918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B39A0EA-EE2E-6086-2488-B37032A316F5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8669636" y="5149420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0 w 14170"/>
                <a:gd name="connsiteY1" fmla="*/ 0 h 420874"/>
                <a:gd name="connsiteX2" fmla="*/ 14170 w 14170"/>
                <a:gd name="connsiteY2" fmla="*/ 420875 h 420874"/>
                <a:gd name="connsiteX3" fmla="*/ 0 w 14170"/>
                <a:gd name="connsiteY3" fmla="*/ 420875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0" y="0"/>
                  </a:lnTo>
                  <a:lnTo>
                    <a:pt x="14170" y="420875"/>
                  </a:lnTo>
                  <a:lnTo>
                    <a:pt x="0" y="42087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54C7264-C9DB-5819-78CE-5CAF73F003B6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9343332" y="5210446"/>
              <a:ext cx="116909" cy="233585"/>
            </a:xfrm>
            <a:custGeom>
              <a:avLst/>
              <a:gdLst>
                <a:gd name="connsiteX0" fmla="*/ 72816 w 116909"/>
                <a:gd name="connsiteY0" fmla="*/ 9201 h 233585"/>
                <a:gd name="connsiteX1" fmla="*/ 64668 w 116909"/>
                <a:gd name="connsiteY1" fmla="*/ 82 h 233585"/>
                <a:gd name="connsiteX2" fmla="*/ 190 w 116909"/>
                <a:gd name="connsiteY2" fmla="*/ 22529 h 233585"/>
                <a:gd name="connsiteX3" fmla="*/ 190 w 116909"/>
                <a:gd name="connsiteY3" fmla="*/ 33402 h 233585"/>
                <a:gd name="connsiteX4" fmla="*/ 46600 w 116909"/>
                <a:gd name="connsiteY4" fmla="*/ 24283 h 233585"/>
                <a:gd name="connsiteX5" fmla="*/ 46600 w 116909"/>
                <a:gd name="connsiteY5" fmla="*/ 205960 h 233585"/>
                <a:gd name="connsiteX6" fmla="*/ 13653 w 116909"/>
                <a:gd name="connsiteY6" fmla="*/ 222795 h 233585"/>
                <a:gd name="connsiteX7" fmla="*/ 2316 w 116909"/>
                <a:gd name="connsiteY7" fmla="*/ 222795 h 233585"/>
                <a:gd name="connsiteX8" fmla="*/ 2316 w 116909"/>
                <a:gd name="connsiteY8" fmla="*/ 233668 h 233585"/>
                <a:gd name="connsiteX9" fmla="*/ 59708 w 116909"/>
                <a:gd name="connsiteY9" fmla="*/ 232616 h 233585"/>
                <a:gd name="connsiteX10" fmla="*/ 117100 w 116909"/>
                <a:gd name="connsiteY10" fmla="*/ 233668 h 233585"/>
                <a:gd name="connsiteX11" fmla="*/ 117100 w 116909"/>
                <a:gd name="connsiteY11" fmla="*/ 222795 h 233585"/>
                <a:gd name="connsiteX12" fmla="*/ 105763 w 116909"/>
                <a:gd name="connsiteY12" fmla="*/ 222795 h 233585"/>
                <a:gd name="connsiteX13" fmla="*/ 72816 w 116909"/>
                <a:gd name="connsiteY13" fmla="*/ 205960 h 233585"/>
                <a:gd name="connsiteX14" fmla="*/ 72816 w 116909"/>
                <a:gd name="connsiteY14" fmla="*/ 9201 h 233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3585">
                  <a:moveTo>
                    <a:pt x="72816" y="9201"/>
                  </a:moveTo>
                  <a:cubicBezTo>
                    <a:pt x="72816" y="784"/>
                    <a:pt x="72816" y="82"/>
                    <a:pt x="64668" y="82"/>
                  </a:cubicBezTo>
                  <a:cubicBezTo>
                    <a:pt x="42703" y="22529"/>
                    <a:pt x="11527" y="22529"/>
                    <a:pt x="190" y="22529"/>
                  </a:cubicBezTo>
                  <a:lnTo>
                    <a:pt x="190" y="33402"/>
                  </a:lnTo>
                  <a:cubicBezTo>
                    <a:pt x="7276" y="33402"/>
                    <a:pt x="28178" y="33402"/>
                    <a:pt x="46600" y="24283"/>
                  </a:cubicBezTo>
                  <a:lnTo>
                    <a:pt x="46600" y="205960"/>
                  </a:lnTo>
                  <a:cubicBezTo>
                    <a:pt x="46600" y="218586"/>
                    <a:pt x="45537" y="222795"/>
                    <a:pt x="13653" y="222795"/>
                  </a:cubicBezTo>
                  <a:lnTo>
                    <a:pt x="2316" y="222795"/>
                  </a:lnTo>
                  <a:lnTo>
                    <a:pt x="2316" y="233668"/>
                  </a:lnTo>
                  <a:cubicBezTo>
                    <a:pt x="14716" y="232616"/>
                    <a:pt x="45537" y="232616"/>
                    <a:pt x="59708" y="232616"/>
                  </a:cubicBezTo>
                  <a:cubicBezTo>
                    <a:pt x="73879" y="232616"/>
                    <a:pt x="104701" y="232616"/>
                    <a:pt x="117100" y="233668"/>
                  </a:cubicBezTo>
                  <a:lnTo>
                    <a:pt x="117100" y="222795"/>
                  </a:lnTo>
                  <a:lnTo>
                    <a:pt x="105763" y="222795"/>
                  </a:lnTo>
                  <a:cubicBezTo>
                    <a:pt x="73879" y="222795"/>
                    <a:pt x="72816" y="218937"/>
                    <a:pt x="72816" y="205960"/>
                  </a:cubicBezTo>
                  <a:lnTo>
                    <a:pt x="72816" y="9201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1F4AEE5-3484-5D49-A7ED-088E143E0537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10116932" y="5149420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1 w 14170"/>
                <a:gd name="connsiteY1" fmla="*/ 0 h 420874"/>
                <a:gd name="connsiteX2" fmla="*/ 14171 w 14170"/>
                <a:gd name="connsiteY2" fmla="*/ 420875 h 420874"/>
                <a:gd name="connsiteX3" fmla="*/ 0 w 14170"/>
                <a:gd name="connsiteY3" fmla="*/ 420875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1" y="0"/>
                  </a:lnTo>
                  <a:lnTo>
                    <a:pt x="14171" y="420875"/>
                  </a:lnTo>
                  <a:lnTo>
                    <a:pt x="0" y="42087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DBF0837-4109-F2E8-585E-05E84CF043CE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10773977" y="5210446"/>
              <a:ext cx="147022" cy="241301"/>
            </a:xfrm>
            <a:custGeom>
              <a:avLst/>
              <a:gdLst>
                <a:gd name="connsiteX0" fmla="*/ 88090 w 147022"/>
                <a:gd name="connsiteY0" fmla="*/ 110211 h 241301"/>
                <a:gd name="connsiteX1" fmla="*/ 137688 w 147022"/>
                <a:gd name="connsiteY1" fmla="*/ 48483 h 241301"/>
                <a:gd name="connsiteX2" fmla="*/ 72502 w 147022"/>
                <a:gd name="connsiteY2" fmla="*/ 82 h 241301"/>
                <a:gd name="connsiteX3" fmla="*/ 9796 w 147022"/>
                <a:gd name="connsiteY3" fmla="*/ 47782 h 241301"/>
                <a:gd name="connsiteX4" fmla="*/ 27864 w 147022"/>
                <a:gd name="connsiteY4" fmla="*/ 66019 h 241301"/>
                <a:gd name="connsiteX5" fmla="*/ 45932 w 147022"/>
                <a:gd name="connsiteY5" fmla="*/ 48132 h 241301"/>
                <a:gd name="connsiteX6" fmla="*/ 23967 w 147022"/>
                <a:gd name="connsiteY6" fmla="*/ 30596 h 241301"/>
                <a:gd name="connsiteX7" fmla="*/ 71085 w 147022"/>
                <a:gd name="connsiteY7" fmla="*/ 8851 h 241301"/>
                <a:gd name="connsiteX8" fmla="*/ 105095 w 147022"/>
                <a:gd name="connsiteY8" fmla="*/ 48132 h 241301"/>
                <a:gd name="connsiteX9" fmla="*/ 95176 w 147022"/>
                <a:gd name="connsiteY9" fmla="*/ 88115 h 241301"/>
                <a:gd name="connsiteX10" fmla="*/ 63646 w 147022"/>
                <a:gd name="connsiteY10" fmla="*/ 106353 h 241301"/>
                <a:gd name="connsiteX11" fmla="*/ 49829 w 147022"/>
                <a:gd name="connsiteY11" fmla="*/ 107406 h 241301"/>
                <a:gd name="connsiteX12" fmla="*/ 44515 w 147022"/>
                <a:gd name="connsiteY12" fmla="*/ 111614 h 241301"/>
                <a:gd name="connsiteX13" fmla="*/ 53018 w 147022"/>
                <a:gd name="connsiteY13" fmla="*/ 115472 h 241301"/>
                <a:gd name="connsiteX14" fmla="*/ 68606 w 147022"/>
                <a:gd name="connsiteY14" fmla="*/ 115472 h 241301"/>
                <a:gd name="connsiteX15" fmla="*/ 110764 w 147022"/>
                <a:gd name="connsiteY15" fmla="*/ 173693 h 241301"/>
                <a:gd name="connsiteX16" fmla="*/ 70731 w 147022"/>
                <a:gd name="connsiteY16" fmla="*/ 231563 h 241301"/>
                <a:gd name="connsiteX17" fmla="*/ 16528 w 147022"/>
                <a:gd name="connsiteY17" fmla="*/ 204908 h 241301"/>
                <a:gd name="connsiteX18" fmla="*/ 39910 w 147022"/>
                <a:gd name="connsiteY18" fmla="*/ 185618 h 241301"/>
                <a:gd name="connsiteX19" fmla="*/ 20070 w 147022"/>
                <a:gd name="connsiteY19" fmla="*/ 165977 h 241301"/>
                <a:gd name="connsiteX20" fmla="*/ 231 w 147022"/>
                <a:gd name="connsiteY20" fmla="*/ 186319 h 241301"/>
                <a:gd name="connsiteX21" fmla="*/ 71794 w 147022"/>
                <a:gd name="connsiteY21" fmla="*/ 241384 h 241301"/>
                <a:gd name="connsiteX22" fmla="*/ 147254 w 147022"/>
                <a:gd name="connsiteY22" fmla="*/ 173693 h 241301"/>
                <a:gd name="connsiteX23" fmla="*/ 88090 w 147022"/>
                <a:gd name="connsiteY23" fmla="*/ 110211 h 24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1301">
                  <a:moveTo>
                    <a:pt x="88090" y="110211"/>
                  </a:moveTo>
                  <a:cubicBezTo>
                    <a:pt x="117141" y="100742"/>
                    <a:pt x="137688" y="76191"/>
                    <a:pt x="137688" y="48483"/>
                  </a:cubicBezTo>
                  <a:cubicBezTo>
                    <a:pt x="137688" y="19723"/>
                    <a:pt x="106513" y="82"/>
                    <a:pt x="72502" y="82"/>
                  </a:cubicBezTo>
                  <a:cubicBezTo>
                    <a:pt x="36721" y="82"/>
                    <a:pt x="9796" y="21126"/>
                    <a:pt x="9796" y="47782"/>
                  </a:cubicBezTo>
                  <a:cubicBezTo>
                    <a:pt x="9796" y="59356"/>
                    <a:pt x="17590" y="66019"/>
                    <a:pt x="27864" y="66019"/>
                  </a:cubicBezTo>
                  <a:cubicBezTo>
                    <a:pt x="38847" y="66019"/>
                    <a:pt x="45932" y="58303"/>
                    <a:pt x="45932" y="48132"/>
                  </a:cubicBezTo>
                  <a:cubicBezTo>
                    <a:pt x="45932" y="30596"/>
                    <a:pt x="29281" y="30596"/>
                    <a:pt x="23967" y="30596"/>
                  </a:cubicBezTo>
                  <a:cubicBezTo>
                    <a:pt x="34950" y="13410"/>
                    <a:pt x="58332" y="8851"/>
                    <a:pt x="71085" y="8851"/>
                  </a:cubicBezTo>
                  <a:cubicBezTo>
                    <a:pt x="85611" y="8851"/>
                    <a:pt x="105095" y="16567"/>
                    <a:pt x="105095" y="48132"/>
                  </a:cubicBezTo>
                  <a:cubicBezTo>
                    <a:pt x="105095" y="52341"/>
                    <a:pt x="104387" y="72683"/>
                    <a:pt x="95176" y="88115"/>
                  </a:cubicBezTo>
                  <a:cubicBezTo>
                    <a:pt x="84548" y="104950"/>
                    <a:pt x="72502" y="106003"/>
                    <a:pt x="63646" y="106353"/>
                  </a:cubicBezTo>
                  <a:cubicBezTo>
                    <a:pt x="60812" y="106704"/>
                    <a:pt x="52309" y="107406"/>
                    <a:pt x="49829" y="107406"/>
                  </a:cubicBezTo>
                  <a:cubicBezTo>
                    <a:pt x="46995" y="107756"/>
                    <a:pt x="44515" y="108107"/>
                    <a:pt x="44515" y="111614"/>
                  </a:cubicBezTo>
                  <a:cubicBezTo>
                    <a:pt x="44515" y="115472"/>
                    <a:pt x="46995" y="115472"/>
                    <a:pt x="53018" y="115472"/>
                  </a:cubicBezTo>
                  <a:lnTo>
                    <a:pt x="68606" y="115472"/>
                  </a:lnTo>
                  <a:cubicBezTo>
                    <a:pt x="97656" y="115472"/>
                    <a:pt x="110764" y="139322"/>
                    <a:pt x="110764" y="173693"/>
                  </a:cubicBezTo>
                  <a:cubicBezTo>
                    <a:pt x="110764" y="221392"/>
                    <a:pt x="86319" y="231563"/>
                    <a:pt x="70731" y="231563"/>
                  </a:cubicBezTo>
                  <a:cubicBezTo>
                    <a:pt x="55497" y="231563"/>
                    <a:pt x="28927" y="225601"/>
                    <a:pt x="16528" y="204908"/>
                  </a:cubicBezTo>
                  <a:cubicBezTo>
                    <a:pt x="28927" y="206662"/>
                    <a:pt x="39910" y="198946"/>
                    <a:pt x="39910" y="185618"/>
                  </a:cubicBezTo>
                  <a:cubicBezTo>
                    <a:pt x="39910" y="172992"/>
                    <a:pt x="30344" y="165977"/>
                    <a:pt x="20070" y="165977"/>
                  </a:cubicBezTo>
                  <a:cubicBezTo>
                    <a:pt x="11568" y="165977"/>
                    <a:pt x="231" y="170887"/>
                    <a:pt x="231" y="186319"/>
                  </a:cubicBezTo>
                  <a:cubicBezTo>
                    <a:pt x="231" y="218236"/>
                    <a:pt x="33178" y="241384"/>
                    <a:pt x="71794" y="241384"/>
                  </a:cubicBezTo>
                  <a:cubicBezTo>
                    <a:pt x="115015" y="241384"/>
                    <a:pt x="147254" y="209468"/>
                    <a:pt x="147254" y="173693"/>
                  </a:cubicBezTo>
                  <a:cubicBezTo>
                    <a:pt x="147254" y="144933"/>
                    <a:pt x="124935" y="117577"/>
                    <a:pt x="88090" y="110211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C4566D7-7B5E-3DB8-1A9F-58C31A541FDF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11564228" y="5149420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0 w 14170"/>
                <a:gd name="connsiteY1" fmla="*/ 0 h 420874"/>
                <a:gd name="connsiteX2" fmla="*/ 14170 w 14170"/>
                <a:gd name="connsiteY2" fmla="*/ 420875 h 420874"/>
                <a:gd name="connsiteX3" fmla="*/ 0 w 14170"/>
                <a:gd name="connsiteY3" fmla="*/ 420875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0" y="0"/>
                  </a:lnTo>
                  <a:lnTo>
                    <a:pt x="14170" y="420875"/>
                  </a:lnTo>
                  <a:lnTo>
                    <a:pt x="0" y="42087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A9E822-1B94-7EDE-FE10-6874A8E4A604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12224107" y="5210446"/>
              <a:ext cx="141354" cy="241301"/>
            </a:xfrm>
            <a:custGeom>
              <a:avLst/>
              <a:gdLst>
                <a:gd name="connsiteX0" fmla="*/ 141626 w 141354"/>
                <a:gd name="connsiteY0" fmla="*/ 163171 h 241301"/>
                <a:gd name="connsiteX1" fmla="*/ 74315 w 141354"/>
                <a:gd name="connsiteY1" fmla="*/ 86362 h 241301"/>
                <a:gd name="connsiteX2" fmla="*/ 29322 w 141354"/>
                <a:gd name="connsiteY2" fmla="*/ 104249 h 241301"/>
                <a:gd name="connsiteX3" fmla="*/ 29322 w 141354"/>
                <a:gd name="connsiteY3" fmla="*/ 35857 h 241301"/>
                <a:gd name="connsiteX4" fmla="*/ 59435 w 141354"/>
                <a:gd name="connsiteY4" fmla="*/ 40416 h 241301"/>
                <a:gd name="connsiteX5" fmla="*/ 127810 w 141354"/>
                <a:gd name="connsiteY5" fmla="*/ 3941 h 241301"/>
                <a:gd name="connsiteX6" fmla="*/ 124267 w 141354"/>
                <a:gd name="connsiteY6" fmla="*/ 82 h 241301"/>
                <a:gd name="connsiteX7" fmla="*/ 121433 w 141354"/>
                <a:gd name="connsiteY7" fmla="*/ 1135 h 241301"/>
                <a:gd name="connsiteX8" fmla="*/ 73252 w 141354"/>
                <a:gd name="connsiteY8" fmla="*/ 11306 h 241301"/>
                <a:gd name="connsiteX9" fmla="*/ 26134 w 141354"/>
                <a:gd name="connsiteY9" fmla="*/ 1485 h 241301"/>
                <a:gd name="connsiteX10" fmla="*/ 21882 w 141354"/>
                <a:gd name="connsiteY10" fmla="*/ 433 h 241301"/>
                <a:gd name="connsiteX11" fmla="*/ 18340 w 141354"/>
                <a:gd name="connsiteY11" fmla="*/ 8851 h 241301"/>
                <a:gd name="connsiteX12" fmla="*/ 18340 w 141354"/>
                <a:gd name="connsiteY12" fmla="*/ 112666 h 241301"/>
                <a:gd name="connsiteX13" fmla="*/ 23299 w 141354"/>
                <a:gd name="connsiteY13" fmla="*/ 121785 h 241301"/>
                <a:gd name="connsiteX14" fmla="*/ 27905 w 141354"/>
                <a:gd name="connsiteY14" fmla="*/ 118629 h 241301"/>
                <a:gd name="connsiteX15" fmla="*/ 73606 w 141354"/>
                <a:gd name="connsiteY15" fmla="*/ 94078 h 241301"/>
                <a:gd name="connsiteX16" fmla="*/ 103719 w 141354"/>
                <a:gd name="connsiteY16" fmla="*/ 116524 h 241301"/>
                <a:gd name="connsiteX17" fmla="*/ 110096 w 141354"/>
                <a:gd name="connsiteY17" fmla="*/ 160716 h 241301"/>
                <a:gd name="connsiteX18" fmla="*/ 101593 w 141354"/>
                <a:gd name="connsiteY18" fmla="*/ 208766 h 241301"/>
                <a:gd name="connsiteX19" fmla="*/ 63686 w 141354"/>
                <a:gd name="connsiteY19" fmla="*/ 231563 h 241301"/>
                <a:gd name="connsiteX20" fmla="*/ 11609 w 141354"/>
                <a:gd name="connsiteY20" fmla="*/ 192282 h 241301"/>
                <a:gd name="connsiteX21" fmla="*/ 17631 w 141354"/>
                <a:gd name="connsiteY21" fmla="*/ 192983 h 241301"/>
                <a:gd name="connsiteX22" fmla="*/ 35345 w 141354"/>
                <a:gd name="connsiteY22" fmla="*/ 175798 h 241301"/>
                <a:gd name="connsiteX23" fmla="*/ 17631 w 141354"/>
                <a:gd name="connsiteY23" fmla="*/ 158612 h 241301"/>
                <a:gd name="connsiteX24" fmla="*/ 272 w 141354"/>
                <a:gd name="connsiteY24" fmla="*/ 177201 h 241301"/>
                <a:gd name="connsiteX25" fmla="*/ 64395 w 141354"/>
                <a:gd name="connsiteY25" fmla="*/ 241384 h 241301"/>
                <a:gd name="connsiteX26" fmla="*/ 141626 w 141354"/>
                <a:gd name="connsiteY26" fmla="*/ 163171 h 24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1301">
                  <a:moveTo>
                    <a:pt x="141626" y="163171"/>
                  </a:moveTo>
                  <a:cubicBezTo>
                    <a:pt x="141626" y="121435"/>
                    <a:pt x="112576" y="86362"/>
                    <a:pt x="74315" y="86362"/>
                  </a:cubicBezTo>
                  <a:cubicBezTo>
                    <a:pt x="57310" y="86362"/>
                    <a:pt x="42076" y="91973"/>
                    <a:pt x="29322" y="104249"/>
                  </a:cubicBezTo>
                  <a:lnTo>
                    <a:pt x="29322" y="35857"/>
                  </a:lnTo>
                  <a:cubicBezTo>
                    <a:pt x="36408" y="37961"/>
                    <a:pt x="48098" y="40416"/>
                    <a:pt x="59435" y="40416"/>
                  </a:cubicBezTo>
                  <a:cubicBezTo>
                    <a:pt x="103011" y="40416"/>
                    <a:pt x="127810" y="8500"/>
                    <a:pt x="127810" y="3941"/>
                  </a:cubicBezTo>
                  <a:cubicBezTo>
                    <a:pt x="127810" y="1836"/>
                    <a:pt x="126747" y="82"/>
                    <a:pt x="124267" y="82"/>
                  </a:cubicBezTo>
                  <a:cubicBezTo>
                    <a:pt x="123913" y="82"/>
                    <a:pt x="123204" y="82"/>
                    <a:pt x="121433" y="1135"/>
                  </a:cubicBezTo>
                  <a:cubicBezTo>
                    <a:pt x="114347" y="4291"/>
                    <a:pt x="96988" y="11306"/>
                    <a:pt x="73252" y="11306"/>
                  </a:cubicBezTo>
                  <a:cubicBezTo>
                    <a:pt x="59081" y="11306"/>
                    <a:pt x="42784" y="8851"/>
                    <a:pt x="26134" y="1485"/>
                  </a:cubicBezTo>
                  <a:cubicBezTo>
                    <a:pt x="23299" y="433"/>
                    <a:pt x="22591" y="433"/>
                    <a:pt x="21882" y="433"/>
                  </a:cubicBezTo>
                  <a:cubicBezTo>
                    <a:pt x="18340" y="433"/>
                    <a:pt x="18340" y="3239"/>
                    <a:pt x="18340" y="8851"/>
                  </a:cubicBezTo>
                  <a:lnTo>
                    <a:pt x="18340" y="112666"/>
                  </a:lnTo>
                  <a:cubicBezTo>
                    <a:pt x="18340" y="118980"/>
                    <a:pt x="18340" y="121785"/>
                    <a:pt x="23299" y="121785"/>
                  </a:cubicBezTo>
                  <a:cubicBezTo>
                    <a:pt x="25779" y="121785"/>
                    <a:pt x="26488" y="120733"/>
                    <a:pt x="27905" y="118629"/>
                  </a:cubicBezTo>
                  <a:cubicBezTo>
                    <a:pt x="31802" y="113017"/>
                    <a:pt x="44910" y="94078"/>
                    <a:pt x="73606" y="94078"/>
                  </a:cubicBezTo>
                  <a:cubicBezTo>
                    <a:pt x="92028" y="94078"/>
                    <a:pt x="100885" y="110211"/>
                    <a:pt x="103719" y="116524"/>
                  </a:cubicBezTo>
                  <a:cubicBezTo>
                    <a:pt x="109387" y="129501"/>
                    <a:pt x="110096" y="143180"/>
                    <a:pt x="110096" y="160716"/>
                  </a:cubicBezTo>
                  <a:cubicBezTo>
                    <a:pt x="110096" y="172992"/>
                    <a:pt x="110096" y="194036"/>
                    <a:pt x="101593" y="208766"/>
                  </a:cubicBezTo>
                  <a:cubicBezTo>
                    <a:pt x="93091" y="222445"/>
                    <a:pt x="79983" y="231563"/>
                    <a:pt x="63686" y="231563"/>
                  </a:cubicBezTo>
                  <a:cubicBezTo>
                    <a:pt x="37825" y="231563"/>
                    <a:pt x="17631" y="212975"/>
                    <a:pt x="11609" y="192282"/>
                  </a:cubicBezTo>
                  <a:cubicBezTo>
                    <a:pt x="12671" y="192633"/>
                    <a:pt x="13734" y="192983"/>
                    <a:pt x="17631" y="192983"/>
                  </a:cubicBezTo>
                  <a:cubicBezTo>
                    <a:pt x="29322" y="192983"/>
                    <a:pt x="35345" y="184215"/>
                    <a:pt x="35345" y="175798"/>
                  </a:cubicBezTo>
                  <a:cubicBezTo>
                    <a:pt x="35345" y="167380"/>
                    <a:pt x="29322" y="158612"/>
                    <a:pt x="17631" y="158612"/>
                  </a:cubicBezTo>
                  <a:cubicBezTo>
                    <a:pt x="12671" y="158612"/>
                    <a:pt x="272" y="161067"/>
                    <a:pt x="272" y="177201"/>
                  </a:cubicBezTo>
                  <a:cubicBezTo>
                    <a:pt x="272" y="207363"/>
                    <a:pt x="24717" y="241384"/>
                    <a:pt x="64395" y="241384"/>
                  </a:cubicBezTo>
                  <a:cubicBezTo>
                    <a:pt x="105490" y="241384"/>
                    <a:pt x="141626" y="207714"/>
                    <a:pt x="141626" y="163171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D405AF6-C305-59C6-5AE3-12832B7D3175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13011524" y="5149420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1 w 14170"/>
                <a:gd name="connsiteY1" fmla="*/ 0 h 420874"/>
                <a:gd name="connsiteX2" fmla="*/ 14171 w 14170"/>
                <a:gd name="connsiteY2" fmla="*/ 420875 h 420874"/>
                <a:gd name="connsiteX3" fmla="*/ 0 w 14170"/>
                <a:gd name="connsiteY3" fmla="*/ 420875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1" y="0"/>
                  </a:lnTo>
                  <a:lnTo>
                    <a:pt x="14171" y="420875"/>
                  </a:lnTo>
                  <a:lnTo>
                    <a:pt x="0" y="42087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593955A-8DE8-8074-B92A-FB38A8AF07AE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13673529" y="5206939"/>
              <a:ext cx="151982" cy="244808"/>
            </a:xfrm>
            <a:custGeom>
              <a:avLst/>
              <a:gdLst>
                <a:gd name="connsiteX0" fmla="*/ 149107 w 151982"/>
                <a:gd name="connsiteY0" fmla="*/ 23581 h 244808"/>
                <a:gd name="connsiteX1" fmla="*/ 152295 w 151982"/>
                <a:gd name="connsiteY1" fmla="*/ 11306 h 244808"/>
                <a:gd name="connsiteX2" fmla="*/ 66207 w 151982"/>
                <a:gd name="connsiteY2" fmla="*/ 11306 h 244808"/>
                <a:gd name="connsiteX3" fmla="*/ 20860 w 151982"/>
                <a:gd name="connsiteY3" fmla="*/ 82 h 244808"/>
                <a:gd name="connsiteX4" fmla="*/ 12003 w 151982"/>
                <a:gd name="connsiteY4" fmla="*/ 82 h 244808"/>
                <a:gd name="connsiteX5" fmla="*/ 313 w 151982"/>
                <a:gd name="connsiteY5" fmla="*/ 72333 h 244808"/>
                <a:gd name="connsiteX6" fmla="*/ 9169 w 151982"/>
                <a:gd name="connsiteY6" fmla="*/ 72333 h 244808"/>
                <a:gd name="connsiteX7" fmla="*/ 18026 w 151982"/>
                <a:gd name="connsiteY7" fmla="*/ 40416 h 244808"/>
                <a:gd name="connsiteX8" fmla="*/ 52745 w 151982"/>
                <a:gd name="connsiteY8" fmla="*/ 38312 h 244808"/>
                <a:gd name="connsiteX9" fmla="*/ 126079 w 151982"/>
                <a:gd name="connsiteY9" fmla="*/ 38312 h 244808"/>
                <a:gd name="connsiteX10" fmla="*/ 86400 w 151982"/>
                <a:gd name="connsiteY10" fmla="*/ 93727 h 244808"/>
                <a:gd name="connsiteX11" fmla="*/ 42825 w 151982"/>
                <a:gd name="connsiteY11" fmla="*/ 225601 h 244808"/>
                <a:gd name="connsiteX12" fmla="*/ 59122 w 151982"/>
                <a:gd name="connsiteY12" fmla="*/ 244891 h 244808"/>
                <a:gd name="connsiteX13" fmla="*/ 75418 w 151982"/>
                <a:gd name="connsiteY13" fmla="*/ 225601 h 244808"/>
                <a:gd name="connsiteX14" fmla="*/ 75418 w 151982"/>
                <a:gd name="connsiteY14" fmla="*/ 207714 h 244808"/>
                <a:gd name="connsiteX15" fmla="*/ 79315 w 151982"/>
                <a:gd name="connsiteY15" fmla="*/ 150194 h 244808"/>
                <a:gd name="connsiteX16" fmla="*/ 101280 w 151982"/>
                <a:gd name="connsiteY16" fmla="*/ 90220 h 244808"/>
                <a:gd name="connsiteX17" fmla="*/ 149107 w 151982"/>
                <a:gd name="connsiteY17" fmla="*/ 23581 h 24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982" h="244808">
                  <a:moveTo>
                    <a:pt x="149107" y="23581"/>
                  </a:moveTo>
                  <a:cubicBezTo>
                    <a:pt x="152295" y="19373"/>
                    <a:pt x="152295" y="18671"/>
                    <a:pt x="152295" y="11306"/>
                  </a:cubicBezTo>
                  <a:lnTo>
                    <a:pt x="66207" y="11306"/>
                  </a:lnTo>
                  <a:cubicBezTo>
                    <a:pt x="22986" y="11306"/>
                    <a:pt x="22277" y="6746"/>
                    <a:pt x="20860" y="82"/>
                  </a:cubicBezTo>
                  <a:lnTo>
                    <a:pt x="12003" y="82"/>
                  </a:lnTo>
                  <a:lnTo>
                    <a:pt x="313" y="72333"/>
                  </a:lnTo>
                  <a:lnTo>
                    <a:pt x="9169" y="72333"/>
                  </a:lnTo>
                  <a:cubicBezTo>
                    <a:pt x="10232" y="66721"/>
                    <a:pt x="13421" y="44625"/>
                    <a:pt x="18026" y="40416"/>
                  </a:cubicBezTo>
                  <a:cubicBezTo>
                    <a:pt x="20506" y="38312"/>
                    <a:pt x="48139" y="38312"/>
                    <a:pt x="52745" y="38312"/>
                  </a:cubicBezTo>
                  <a:lnTo>
                    <a:pt x="126079" y="38312"/>
                  </a:lnTo>
                  <a:cubicBezTo>
                    <a:pt x="122182" y="43924"/>
                    <a:pt x="94194" y="82153"/>
                    <a:pt x="86400" y="93727"/>
                  </a:cubicBezTo>
                  <a:cubicBezTo>
                    <a:pt x="54516" y="141075"/>
                    <a:pt x="42825" y="189827"/>
                    <a:pt x="42825" y="225601"/>
                  </a:cubicBezTo>
                  <a:cubicBezTo>
                    <a:pt x="42825" y="229108"/>
                    <a:pt x="42825" y="244891"/>
                    <a:pt x="59122" y="244891"/>
                  </a:cubicBezTo>
                  <a:cubicBezTo>
                    <a:pt x="75418" y="244891"/>
                    <a:pt x="75418" y="229108"/>
                    <a:pt x="75418" y="225601"/>
                  </a:cubicBezTo>
                  <a:lnTo>
                    <a:pt x="75418" y="207714"/>
                  </a:lnTo>
                  <a:cubicBezTo>
                    <a:pt x="75418" y="188424"/>
                    <a:pt x="76481" y="169134"/>
                    <a:pt x="79315" y="150194"/>
                  </a:cubicBezTo>
                  <a:cubicBezTo>
                    <a:pt x="80732" y="142128"/>
                    <a:pt x="85692" y="111965"/>
                    <a:pt x="101280" y="90220"/>
                  </a:cubicBezTo>
                  <a:lnTo>
                    <a:pt x="149107" y="23581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EF0A851-C1BD-3ADA-682E-DE9FC3C88BC2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14458820" y="5149420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0 w 14170"/>
                <a:gd name="connsiteY1" fmla="*/ 0 h 420874"/>
                <a:gd name="connsiteX2" fmla="*/ 14170 w 14170"/>
                <a:gd name="connsiteY2" fmla="*/ 420875 h 420874"/>
                <a:gd name="connsiteX3" fmla="*/ 0 w 14170"/>
                <a:gd name="connsiteY3" fmla="*/ 420875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0" y="0"/>
                  </a:lnTo>
                  <a:lnTo>
                    <a:pt x="14170" y="420875"/>
                  </a:lnTo>
                  <a:lnTo>
                    <a:pt x="0" y="42087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2699CE2-AF94-B497-1F3E-6041FD6EB2B2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7222340" y="5570295"/>
              <a:ext cx="7250650" cy="14028"/>
            </a:xfrm>
            <a:custGeom>
              <a:avLst/>
              <a:gdLst>
                <a:gd name="connsiteX0" fmla="*/ 0 w 7250650"/>
                <a:gd name="connsiteY0" fmla="*/ 0 h 14028"/>
                <a:gd name="connsiteX1" fmla="*/ 7250651 w 7250650"/>
                <a:gd name="connsiteY1" fmla="*/ 0 h 14028"/>
                <a:gd name="connsiteX2" fmla="*/ 7250651 w 7250650"/>
                <a:gd name="connsiteY2" fmla="*/ 14029 h 14028"/>
                <a:gd name="connsiteX3" fmla="*/ 0 w 7250650"/>
                <a:gd name="connsiteY3" fmla="*/ 14029 h 14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0" h="14028">
                  <a:moveTo>
                    <a:pt x="0" y="0"/>
                  </a:moveTo>
                  <a:lnTo>
                    <a:pt x="7250651" y="0"/>
                  </a:lnTo>
                  <a:lnTo>
                    <a:pt x="7250651" y="14029"/>
                  </a:lnTo>
                  <a:lnTo>
                    <a:pt x="0" y="14029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3AC83ED-CD43-C3D9-84AB-B918EF036376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7222340" y="5584324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1 w 14170"/>
                <a:gd name="connsiteY1" fmla="*/ 0 h 420874"/>
                <a:gd name="connsiteX2" fmla="*/ 14171 w 14170"/>
                <a:gd name="connsiteY2" fmla="*/ 420874 h 420874"/>
                <a:gd name="connsiteX3" fmla="*/ 0 w 14170"/>
                <a:gd name="connsiteY3" fmla="*/ 420874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1" y="0"/>
                  </a:lnTo>
                  <a:lnTo>
                    <a:pt x="14171" y="420874"/>
                  </a:lnTo>
                  <a:lnTo>
                    <a:pt x="0" y="420874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2FDF450-3388-F1CE-A3EF-41FF73D62335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7870146" y="5723913"/>
              <a:ext cx="163319" cy="226921"/>
            </a:xfrm>
            <a:custGeom>
              <a:avLst/>
              <a:gdLst>
                <a:gd name="connsiteX0" fmla="*/ 162052 w 163319"/>
                <a:gd name="connsiteY0" fmla="*/ 21489 h 226921"/>
                <a:gd name="connsiteX1" fmla="*/ 163469 w 163319"/>
                <a:gd name="connsiteY1" fmla="*/ 13423 h 226921"/>
                <a:gd name="connsiteX2" fmla="*/ 153195 w 163319"/>
                <a:gd name="connsiteY2" fmla="*/ 3953 h 226921"/>
                <a:gd name="connsiteX3" fmla="*/ 140795 w 163319"/>
                <a:gd name="connsiteY3" fmla="*/ 11318 h 226921"/>
                <a:gd name="connsiteX4" fmla="*/ 135836 w 163319"/>
                <a:gd name="connsiteY4" fmla="*/ 30258 h 226921"/>
                <a:gd name="connsiteX5" fmla="*/ 128750 w 163319"/>
                <a:gd name="connsiteY5" fmla="*/ 58316 h 226921"/>
                <a:gd name="connsiteX6" fmla="*/ 112808 w 163319"/>
                <a:gd name="connsiteY6" fmla="*/ 121447 h 226921"/>
                <a:gd name="connsiteX7" fmla="*/ 72775 w 163319"/>
                <a:gd name="connsiteY7" fmla="*/ 151259 h 226921"/>
                <a:gd name="connsiteX8" fmla="*/ 50810 w 163319"/>
                <a:gd name="connsiteY8" fmla="*/ 122850 h 226921"/>
                <a:gd name="connsiteX9" fmla="*/ 68878 w 163319"/>
                <a:gd name="connsiteY9" fmla="*/ 54107 h 226921"/>
                <a:gd name="connsiteX10" fmla="*/ 75964 w 163319"/>
                <a:gd name="connsiteY10" fmla="*/ 28855 h 226921"/>
                <a:gd name="connsiteX11" fmla="*/ 46913 w 163319"/>
                <a:gd name="connsiteY11" fmla="*/ 95 h 226921"/>
                <a:gd name="connsiteX12" fmla="*/ 150 w 163319"/>
                <a:gd name="connsiteY12" fmla="*/ 54107 h 226921"/>
                <a:gd name="connsiteX13" fmla="*/ 4401 w 163319"/>
                <a:gd name="connsiteY13" fmla="*/ 57614 h 226921"/>
                <a:gd name="connsiteX14" fmla="*/ 10069 w 163319"/>
                <a:gd name="connsiteY14" fmla="*/ 51301 h 226921"/>
                <a:gd name="connsiteX15" fmla="*/ 45851 w 163319"/>
                <a:gd name="connsiteY15" fmla="*/ 7811 h 226921"/>
                <a:gd name="connsiteX16" fmla="*/ 54707 w 163319"/>
                <a:gd name="connsiteY16" fmla="*/ 19034 h 226921"/>
                <a:gd name="connsiteX17" fmla="*/ 48685 w 163319"/>
                <a:gd name="connsiteY17" fmla="*/ 43585 h 226921"/>
                <a:gd name="connsiteX18" fmla="*/ 28137 w 163319"/>
                <a:gd name="connsiteY18" fmla="*/ 117238 h 226921"/>
                <a:gd name="connsiteX19" fmla="*/ 71358 w 163319"/>
                <a:gd name="connsiteY19" fmla="*/ 158975 h 226921"/>
                <a:gd name="connsiteX20" fmla="*/ 107140 w 163319"/>
                <a:gd name="connsiteY20" fmla="*/ 143192 h 226921"/>
                <a:gd name="connsiteX21" fmla="*/ 84112 w 163319"/>
                <a:gd name="connsiteY21" fmla="*/ 197204 h 226921"/>
                <a:gd name="connsiteX22" fmla="*/ 45142 w 163319"/>
                <a:gd name="connsiteY22" fmla="*/ 219300 h 226921"/>
                <a:gd name="connsiteX23" fmla="*/ 18217 w 163319"/>
                <a:gd name="connsiteY23" fmla="*/ 204570 h 226921"/>
                <a:gd name="connsiteX24" fmla="*/ 33451 w 163319"/>
                <a:gd name="connsiteY24" fmla="*/ 200361 h 226921"/>
                <a:gd name="connsiteX25" fmla="*/ 40537 w 163319"/>
                <a:gd name="connsiteY25" fmla="*/ 185981 h 226921"/>
                <a:gd name="connsiteX26" fmla="*/ 27428 w 163319"/>
                <a:gd name="connsiteY26" fmla="*/ 173706 h 226921"/>
                <a:gd name="connsiteX27" fmla="*/ 7589 w 163319"/>
                <a:gd name="connsiteY27" fmla="*/ 196503 h 226921"/>
                <a:gd name="connsiteX28" fmla="*/ 45142 w 163319"/>
                <a:gd name="connsiteY28" fmla="*/ 227016 h 226921"/>
                <a:gd name="connsiteX29" fmla="*/ 128042 w 163319"/>
                <a:gd name="connsiteY29" fmla="*/ 155468 h 226921"/>
                <a:gd name="connsiteX30" fmla="*/ 162052 w 163319"/>
                <a:gd name="connsiteY30" fmla="*/ 21489 h 226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26921">
                  <a:moveTo>
                    <a:pt x="162052" y="21489"/>
                  </a:moveTo>
                  <a:cubicBezTo>
                    <a:pt x="163469" y="16579"/>
                    <a:pt x="163469" y="15878"/>
                    <a:pt x="163469" y="13423"/>
                  </a:cubicBezTo>
                  <a:cubicBezTo>
                    <a:pt x="163469" y="7109"/>
                    <a:pt x="158509" y="3953"/>
                    <a:pt x="153195" y="3953"/>
                  </a:cubicBezTo>
                  <a:cubicBezTo>
                    <a:pt x="149652" y="3953"/>
                    <a:pt x="143984" y="6057"/>
                    <a:pt x="140795" y="11318"/>
                  </a:cubicBezTo>
                  <a:cubicBezTo>
                    <a:pt x="140087" y="13072"/>
                    <a:pt x="137253" y="23944"/>
                    <a:pt x="135836" y="30258"/>
                  </a:cubicBezTo>
                  <a:cubicBezTo>
                    <a:pt x="133356" y="39376"/>
                    <a:pt x="130876" y="48846"/>
                    <a:pt x="128750" y="58316"/>
                  </a:cubicBezTo>
                  <a:lnTo>
                    <a:pt x="112808" y="121447"/>
                  </a:lnTo>
                  <a:cubicBezTo>
                    <a:pt x="111391" y="126708"/>
                    <a:pt x="96157" y="151259"/>
                    <a:pt x="72775" y="151259"/>
                  </a:cubicBezTo>
                  <a:cubicBezTo>
                    <a:pt x="54707" y="151259"/>
                    <a:pt x="50810" y="135827"/>
                    <a:pt x="50810" y="122850"/>
                  </a:cubicBezTo>
                  <a:cubicBezTo>
                    <a:pt x="50810" y="106716"/>
                    <a:pt x="56833" y="84971"/>
                    <a:pt x="68878" y="54107"/>
                  </a:cubicBezTo>
                  <a:cubicBezTo>
                    <a:pt x="74547" y="39727"/>
                    <a:pt x="75964" y="35869"/>
                    <a:pt x="75964" y="28855"/>
                  </a:cubicBezTo>
                  <a:cubicBezTo>
                    <a:pt x="75964" y="13072"/>
                    <a:pt x="64627" y="95"/>
                    <a:pt x="46913" y="95"/>
                  </a:cubicBezTo>
                  <a:cubicBezTo>
                    <a:pt x="13258" y="95"/>
                    <a:pt x="150" y="50951"/>
                    <a:pt x="150" y="54107"/>
                  </a:cubicBezTo>
                  <a:cubicBezTo>
                    <a:pt x="150" y="57614"/>
                    <a:pt x="3692" y="57614"/>
                    <a:pt x="4401" y="57614"/>
                  </a:cubicBezTo>
                  <a:cubicBezTo>
                    <a:pt x="7944" y="57614"/>
                    <a:pt x="8298" y="56913"/>
                    <a:pt x="10069" y="51301"/>
                  </a:cubicBezTo>
                  <a:cubicBezTo>
                    <a:pt x="19635" y="18333"/>
                    <a:pt x="33805" y="7811"/>
                    <a:pt x="45851" y="7811"/>
                  </a:cubicBezTo>
                  <a:cubicBezTo>
                    <a:pt x="48685" y="7811"/>
                    <a:pt x="54707" y="7811"/>
                    <a:pt x="54707" y="19034"/>
                  </a:cubicBezTo>
                  <a:cubicBezTo>
                    <a:pt x="54707" y="27802"/>
                    <a:pt x="51165" y="36921"/>
                    <a:pt x="48685" y="43585"/>
                  </a:cubicBezTo>
                  <a:cubicBezTo>
                    <a:pt x="34514" y="80762"/>
                    <a:pt x="28137" y="100754"/>
                    <a:pt x="28137" y="117238"/>
                  </a:cubicBezTo>
                  <a:cubicBezTo>
                    <a:pt x="28137" y="148453"/>
                    <a:pt x="50456" y="158975"/>
                    <a:pt x="71358" y="158975"/>
                  </a:cubicBezTo>
                  <a:cubicBezTo>
                    <a:pt x="85175" y="158975"/>
                    <a:pt x="97220" y="153013"/>
                    <a:pt x="107140" y="143192"/>
                  </a:cubicBezTo>
                  <a:cubicBezTo>
                    <a:pt x="102534" y="161430"/>
                    <a:pt x="98283" y="178616"/>
                    <a:pt x="84112" y="197204"/>
                  </a:cubicBezTo>
                  <a:cubicBezTo>
                    <a:pt x="74901" y="209129"/>
                    <a:pt x="61439" y="219300"/>
                    <a:pt x="45142" y="219300"/>
                  </a:cubicBezTo>
                  <a:cubicBezTo>
                    <a:pt x="40182" y="219300"/>
                    <a:pt x="24240" y="218248"/>
                    <a:pt x="18217" y="204570"/>
                  </a:cubicBezTo>
                  <a:cubicBezTo>
                    <a:pt x="23886" y="204570"/>
                    <a:pt x="28491" y="204570"/>
                    <a:pt x="33451" y="200361"/>
                  </a:cubicBezTo>
                  <a:cubicBezTo>
                    <a:pt x="36994" y="197204"/>
                    <a:pt x="40537" y="192645"/>
                    <a:pt x="40537" y="185981"/>
                  </a:cubicBezTo>
                  <a:cubicBezTo>
                    <a:pt x="40537" y="175109"/>
                    <a:pt x="30971" y="173706"/>
                    <a:pt x="27428" y="173706"/>
                  </a:cubicBezTo>
                  <a:cubicBezTo>
                    <a:pt x="19280" y="173706"/>
                    <a:pt x="7589" y="179317"/>
                    <a:pt x="7589" y="196503"/>
                  </a:cubicBezTo>
                  <a:cubicBezTo>
                    <a:pt x="7589" y="214039"/>
                    <a:pt x="23177" y="227016"/>
                    <a:pt x="45142" y="227016"/>
                  </a:cubicBezTo>
                  <a:cubicBezTo>
                    <a:pt x="81632" y="227016"/>
                    <a:pt x="118122" y="195100"/>
                    <a:pt x="128042" y="155468"/>
                  </a:cubicBezTo>
                  <a:lnTo>
                    <a:pt x="162052" y="21489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0C903B9-3647-985E-DE96-298159C3A9ED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8669636" y="5584324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0 w 14170"/>
                <a:gd name="connsiteY1" fmla="*/ 0 h 420874"/>
                <a:gd name="connsiteX2" fmla="*/ 14170 w 14170"/>
                <a:gd name="connsiteY2" fmla="*/ 420874 h 420874"/>
                <a:gd name="connsiteX3" fmla="*/ 0 w 14170"/>
                <a:gd name="connsiteY3" fmla="*/ 420874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0" y="0"/>
                  </a:lnTo>
                  <a:lnTo>
                    <a:pt x="14170" y="420874"/>
                  </a:lnTo>
                  <a:lnTo>
                    <a:pt x="0" y="420874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4DE4567-1C55-ACB2-F4A2-331B63D065BC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9187845" y="5645349"/>
              <a:ext cx="149148" cy="241301"/>
            </a:xfrm>
            <a:custGeom>
              <a:avLst/>
              <a:gdLst>
                <a:gd name="connsiteX0" fmla="*/ 149335 w 149148"/>
                <a:gd name="connsiteY0" fmla="*/ 121447 h 241301"/>
                <a:gd name="connsiteX1" fmla="*/ 135164 w 149148"/>
                <a:gd name="connsiteY1" fmla="*/ 39376 h 241301"/>
                <a:gd name="connsiteX2" fmla="*/ 74938 w 149148"/>
                <a:gd name="connsiteY2" fmla="*/ 95 h 241301"/>
                <a:gd name="connsiteX3" fmla="*/ 13295 w 149148"/>
                <a:gd name="connsiteY3" fmla="*/ 41832 h 241301"/>
                <a:gd name="connsiteX4" fmla="*/ 187 w 149148"/>
                <a:gd name="connsiteY4" fmla="*/ 121447 h 241301"/>
                <a:gd name="connsiteX5" fmla="*/ 16129 w 149148"/>
                <a:gd name="connsiteY5" fmla="*/ 205973 h 241301"/>
                <a:gd name="connsiteX6" fmla="*/ 74584 w 149148"/>
                <a:gd name="connsiteY6" fmla="*/ 241396 h 241301"/>
                <a:gd name="connsiteX7" fmla="*/ 136227 w 149148"/>
                <a:gd name="connsiteY7" fmla="*/ 200712 h 241301"/>
                <a:gd name="connsiteX8" fmla="*/ 149335 w 149148"/>
                <a:gd name="connsiteY8" fmla="*/ 121447 h 241301"/>
                <a:gd name="connsiteX9" fmla="*/ 74584 w 149148"/>
                <a:gd name="connsiteY9" fmla="*/ 233680 h 241301"/>
                <a:gd name="connsiteX10" fmla="*/ 33488 w 149148"/>
                <a:gd name="connsiteY10" fmla="*/ 191242 h 241301"/>
                <a:gd name="connsiteX11" fmla="*/ 29591 w 149148"/>
                <a:gd name="connsiteY11" fmla="*/ 117238 h 241301"/>
                <a:gd name="connsiteX12" fmla="*/ 32425 w 149148"/>
                <a:gd name="connsiteY12" fmla="*/ 52704 h 241301"/>
                <a:gd name="connsiteX13" fmla="*/ 74584 w 149148"/>
                <a:gd name="connsiteY13" fmla="*/ 7811 h 241301"/>
                <a:gd name="connsiteX14" fmla="*/ 116388 w 149148"/>
                <a:gd name="connsiteY14" fmla="*/ 48846 h 241301"/>
                <a:gd name="connsiteX15" fmla="*/ 119930 w 149148"/>
                <a:gd name="connsiteY15" fmla="*/ 117238 h 241301"/>
                <a:gd name="connsiteX16" fmla="*/ 116033 w 149148"/>
                <a:gd name="connsiteY16" fmla="*/ 189839 h 241301"/>
                <a:gd name="connsiteX17" fmla="*/ 74584 w 149148"/>
                <a:gd name="connsiteY17" fmla="*/ 233680 h 24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1301">
                  <a:moveTo>
                    <a:pt x="149335" y="121447"/>
                  </a:moveTo>
                  <a:cubicBezTo>
                    <a:pt x="149335" y="93389"/>
                    <a:pt x="147563" y="65330"/>
                    <a:pt x="135164" y="39376"/>
                  </a:cubicBezTo>
                  <a:cubicBezTo>
                    <a:pt x="118867" y="5706"/>
                    <a:pt x="89817" y="95"/>
                    <a:pt x="74938" y="95"/>
                  </a:cubicBezTo>
                  <a:cubicBezTo>
                    <a:pt x="53682" y="95"/>
                    <a:pt x="27820" y="9214"/>
                    <a:pt x="13295" y="41832"/>
                  </a:cubicBezTo>
                  <a:cubicBezTo>
                    <a:pt x="1958" y="66032"/>
                    <a:pt x="187" y="93389"/>
                    <a:pt x="187" y="121447"/>
                  </a:cubicBezTo>
                  <a:cubicBezTo>
                    <a:pt x="187" y="147752"/>
                    <a:pt x="1604" y="179317"/>
                    <a:pt x="16129" y="205973"/>
                  </a:cubicBezTo>
                  <a:cubicBezTo>
                    <a:pt x="31362" y="234382"/>
                    <a:pt x="57224" y="241396"/>
                    <a:pt x="74584" y="241396"/>
                  </a:cubicBezTo>
                  <a:cubicBezTo>
                    <a:pt x="93714" y="241396"/>
                    <a:pt x="120639" y="234031"/>
                    <a:pt x="136227" y="200712"/>
                  </a:cubicBezTo>
                  <a:cubicBezTo>
                    <a:pt x="147563" y="176511"/>
                    <a:pt x="149335" y="149155"/>
                    <a:pt x="149335" y="121447"/>
                  </a:cubicBezTo>
                  <a:close/>
                  <a:moveTo>
                    <a:pt x="74584" y="233680"/>
                  </a:moveTo>
                  <a:cubicBezTo>
                    <a:pt x="60767" y="233680"/>
                    <a:pt x="39865" y="224912"/>
                    <a:pt x="33488" y="191242"/>
                  </a:cubicBezTo>
                  <a:cubicBezTo>
                    <a:pt x="29591" y="170198"/>
                    <a:pt x="29591" y="137931"/>
                    <a:pt x="29591" y="117238"/>
                  </a:cubicBezTo>
                  <a:cubicBezTo>
                    <a:pt x="29591" y="94792"/>
                    <a:pt x="29591" y="71644"/>
                    <a:pt x="32425" y="52704"/>
                  </a:cubicBezTo>
                  <a:cubicBezTo>
                    <a:pt x="39156" y="10967"/>
                    <a:pt x="65727" y="7811"/>
                    <a:pt x="74584" y="7811"/>
                  </a:cubicBezTo>
                  <a:cubicBezTo>
                    <a:pt x="86275" y="7811"/>
                    <a:pt x="109656" y="14124"/>
                    <a:pt x="116388" y="48846"/>
                  </a:cubicBezTo>
                  <a:cubicBezTo>
                    <a:pt x="119930" y="68487"/>
                    <a:pt x="119930" y="95142"/>
                    <a:pt x="119930" y="117238"/>
                  </a:cubicBezTo>
                  <a:cubicBezTo>
                    <a:pt x="119930" y="143543"/>
                    <a:pt x="119930" y="167392"/>
                    <a:pt x="116033" y="189839"/>
                  </a:cubicBezTo>
                  <a:cubicBezTo>
                    <a:pt x="110719" y="223158"/>
                    <a:pt x="90526" y="233680"/>
                    <a:pt x="74584" y="233680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14D8B3-85A4-885E-53B2-9A2424B3C8EF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9381632" y="5841757"/>
              <a:ext cx="37552" cy="37177"/>
            </a:xfrm>
            <a:custGeom>
              <a:avLst/>
              <a:gdLst>
                <a:gd name="connsiteX0" fmla="*/ 37744 w 37552"/>
                <a:gd name="connsiteY0" fmla="*/ 18683 h 37177"/>
                <a:gd name="connsiteX1" fmla="*/ 18968 w 37552"/>
                <a:gd name="connsiteY1" fmla="*/ 95 h 37177"/>
                <a:gd name="connsiteX2" fmla="*/ 192 w 37552"/>
                <a:gd name="connsiteY2" fmla="*/ 18683 h 37177"/>
                <a:gd name="connsiteX3" fmla="*/ 18968 w 37552"/>
                <a:gd name="connsiteY3" fmla="*/ 37272 h 37177"/>
                <a:gd name="connsiteX4" fmla="*/ 37744 w 37552"/>
                <a:gd name="connsiteY4" fmla="*/ 18683 h 3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177">
                  <a:moveTo>
                    <a:pt x="37744" y="18683"/>
                  </a:moveTo>
                  <a:cubicBezTo>
                    <a:pt x="37744" y="8512"/>
                    <a:pt x="29242" y="95"/>
                    <a:pt x="18968" y="95"/>
                  </a:cubicBezTo>
                  <a:cubicBezTo>
                    <a:pt x="8694" y="95"/>
                    <a:pt x="192" y="8512"/>
                    <a:pt x="192" y="18683"/>
                  </a:cubicBezTo>
                  <a:cubicBezTo>
                    <a:pt x="192" y="28855"/>
                    <a:pt x="8694" y="37272"/>
                    <a:pt x="18968" y="37272"/>
                  </a:cubicBezTo>
                  <a:cubicBezTo>
                    <a:pt x="29242" y="37272"/>
                    <a:pt x="37744" y="28855"/>
                    <a:pt x="37744" y="18683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6150D7-4384-6579-0266-E8246093529C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9467288" y="5645349"/>
              <a:ext cx="141354" cy="241301"/>
            </a:xfrm>
            <a:custGeom>
              <a:avLst/>
              <a:gdLst>
                <a:gd name="connsiteX0" fmla="*/ 141549 w 141354"/>
                <a:gd name="connsiteY0" fmla="*/ 163184 h 241301"/>
                <a:gd name="connsiteX1" fmla="*/ 74237 w 141354"/>
                <a:gd name="connsiteY1" fmla="*/ 86374 h 241301"/>
                <a:gd name="connsiteX2" fmla="*/ 29245 w 141354"/>
                <a:gd name="connsiteY2" fmla="*/ 104261 h 241301"/>
                <a:gd name="connsiteX3" fmla="*/ 29245 w 141354"/>
                <a:gd name="connsiteY3" fmla="*/ 35869 h 241301"/>
                <a:gd name="connsiteX4" fmla="*/ 59358 w 141354"/>
                <a:gd name="connsiteY4" fmla="*/ 40429 h 241301"/>
                <a:gd name="connsiteX5" fmla="*/ 127732 w 141354"/>
                <a:gd name="connsiteY5" fmla="*/ 3953 h 241301"/>
                <a:gd name="connsiteX6" fmla="*/ 124189 w 141354"/>
                <a:gd name="connsiteY6" fmla="*/ 95 h 241301"/>
                <a:gd name="connsiteX7" fmla="*/ 121355 w 141354"/>
                <a:gd name="connsiteY7" fmla="*/ 1147 h 241301"/>
                <a:gd name="connsiteX8" fmla="*/ 73174 w 141354"/>
                <a:gd name="connsiteY8" fmla="*/ 11318 h 241301"/>
                <a:gd name="connsiteX9" fmla="*/ 26056 w 141354"/>
                <a:gd name="connsiteY9" fmla="*/ 1498 h 241301"/>
                <a:gd name="connsiteX10" fmla="*/ 21805 w 141354"/>
                <a:gd name="connsiteY10" fmla="*/ 446 h 241301"/>
                <a:gd name="connsiteX11" fmla="*/ 18262 w 141354"/>
                <a:gd name="connsiteY11" fmla="*/ 8863 h 241301"/>
                <a:gd name="connsiteX12" fmla="*/ 18262 w 141354"/>
                <a:gd name="connsiteY12" fmla="*/ 112679 h 241301"/>
                <a:gd name="connsiteX13" fmla="*/ 23222 w 141354"/>
                <a:gd name="connsiteY13" fmla="*/ 121798 h 241301"/>
                <a:gd name="connsiteX14" fmla="*/ 27827 w 141354"/>
                <a:gd name="connsiteY14" fmla="*/ 118641 h 241301"/>
                <a:gd name="connsiteX15" fmla="*/ 73529 w 141354"/>
                <a:gd name="connsiteY15" fmla="*/ 94090 h 241301"/>
                <a:gd name="connsiteX16" fmla="*/ 103642 w 141354"/>
                <a:gd name="connsiteY16" fmla="*/ 116537 h 241301"/>
                <a:gd name="connsiteX17" fmla="*/ 110018 w 141354"/>
                <a:gd name="connsiteY17" fmla="*/ 160729 h 241301"/>
                <a:gd name="connsiteX18" fmla="*/ 101516 w 141354"/>
                <a:gd name="connsiteY18" fmla="*/ 208778 h 241301"/>
                <a:gd name="connsiteX19" fmla="*/ 63609 w 141354"/>
                <a:gd name="connsiteY19" fmla="*/ 231576 h 241301"/>
                <a:gd name="connsiteX20" fmla="*/ 11531 w 141354"/>
                <a:gd name="connsiteY20" fmla="*/ 192294 h 241301"/>
                <a:gd name="connsiteX21" fmla="*/ 17554 w 141354"/>
                <a:gd name="connsiteY21" fmla="*/ 192996 h 241301"/>
                <a:gd name="connsiteX22" fmla="*/ 35267 w 141354"/>
                <a:gd name="connsiteY22" fmla="*/ 175810 h 241301"/>
                <a:gd name="connsiteX23" fmla="*/ 17554 w 141354"/>
                <a:gd name="connsiteY23" fmla="*/ 158624 h 241301"/>
                <a:gd name="connsiteX24" fmla="*/ 194 w 141354"/>
                <a:gd name="connsiteY24" fmla="*/ 177213 h 241301"/>
                <a:gd name="connsiteX25" fmla="*/ 64317 w 141354"/>
                <a:gd name="connsiteY25" fmla="*/ 241396 h 241301"/>
                <a:gd name="connsiteX26" fmla="*/ 141549 w 141354"/>
                <a:gd name="connsiteY26" fmla="*/ 163184 h 24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1301">
                  <a:moveTo>
                    <a:pt x="141549" y="163184"/>
                  </a:moveTo>
                  <a:cubicBezTo>
                    <a:pt x="141549" y="121447"/>
                    <a:pt x="112498" y="86374"/>
                    <a:pt x="74237" y="86374"/>
                  </a:cubicBezTo>
                  <a:cubicBezTo>
                    <a:pt x="57232" y="86374"/>
                    <a:pt x="41998" y="91986"/>
                    <a:pt x="29245" y="104261"/>
                  </a:cubicBezTo>
                  <a:lnTo>
                    <a:pt x="29245" y="35869"/>
                  </a:lnTo>
                  <a:cubicBezTo>
                    <a:pt x="36330" y="37974"/>
                    <a:pt x="48021" y="40429"/>
                    <a:pt x="59358" y="40429"/>
                  </a:cubicBezTo>
                  <a:cubicBezTo>
                    <a:pt x="102933" y="40429"/>
                    <a:pt x="127732" y="8512"/>
                    <a:pt x="127732" y="3953"/>
                  </a:cubicBezTo>
                  <a:cubicBezTo>
                    <a:pt x="127732" y="1848"/>
                    <a:pt x="126669" y="95"/>
                    <a:pt x="124189" y="95"/>
                  </a:cubicBezTo>
                  <a:cubicBezTo>
                    <a:pt x="123835" y="95"/>
                    <a:pt x="123127" y="95"/>
                    <a:pt x="121355" y="1147"/>
                  </a:cubicBezTo>
                  <a:cubicBezTo>
                    <a:pt x="114270" y="4304"/>
                    <a:pt x="96910" y="11318"/>
                    <a:pt x="73174" y="11318"/>
                  </a:cubicBezTo>
                  <a:cubicBezTo>
                    <a:pt x="59003" y="11318"/>
                    <a:pt x="42707" y="8863"/>
                    <a:pt x="26056" y="1498"/>
                  </a:cubicBezTo>
                  <a:cubicBezTo>
                    <a:pt x="23222" y="446"/>
                    <a:pt x="22513" y="446"/>
                    <a:pt x="21805" y="446"/>
                  </a:cubicBezTo>
                  <a:cubicBezTo>
                    <a:pt x="18262" y="446"/>
                    <a:pt x="18262" y="3251"/>
                    <a:pt x="18262" y="8863"/>
                  </a:cubicBezTo>
                  <a:lnTo>
                    <a:pt x="18262" y="112679"/>
                  </a:lnTo>
                  <a:cubicBezTo>
                    <a:pt x="18262" y="118992"/>
                    <a:pt x="18262" y="121798"/>
                    <a:pt x="23222" y="121798"/>
                  </a:cubicBezTo>
                  <a:cubicBezTo>
                    <a:pt x="25702" y="121798"/>
                    <a:pt x="26410" y="120746"/>
                    <a:pt x="27827" y="118641"/>
                  </a:cubicBezTo>
                  <a:cubicBezTo>
                    <a:pt x="31724" y="113030"/>
                    <a:pt x="44833" y="94090"/>
                    <a:pt x="73529" y="94090"/>
                  </a:cubicBezTo>
                  <a:cubicBezTo>
                    <a:pt x="91951" y="94090"/>
                    <a:pt x="100807" y="110224"/>
                    <a:pt x="103642" y="116537"/>
                  </a:cubicBezTo>
                  <a:cubicBezTo>
                    <a:pt x="109310" y="129514"/>
                    <a:pt x="110018" y="143192"/>
                    <a:pt x="110018" y="160729"/>
                  </a:cubicBezTo>
                  <a:cubicBezTo>
                    <a:pt x="110018" y="173004"/>
                    <a:pt x="110018" y="194048"/>
                    <a:pt x="101516" y="208778"/>
                  </a:cubicBezTo>
                  <a:cubicBezTo>
                    <a:pt x="93013" y="222457"/>
                    <a:pt x="79905" y="231576"/>
                    <a:pt x="63609" y="231576"/>
                  </a:cubicBezTo>
                  <a:cubicBezTo>
                    <a:pt x="37747" y="231576"/>
                    <a:pt x="17554" y="212987"/>
                    <a:pt x="11531" y="192294"/>
                  </a:cubicBezTo>
                  <a:cubicBezTo>
                    <a:pt x="12594" y="192645"/>
                    <a:pt x="13657" y="192996"/>
                    <a:pt x="17554" y="192996"/>
                  </a:cubicBezTo>
                  <a:cubicBezTo>
                    <a:pt x="29245" y="192996"/>
                    <a:pt x="35267" y="184227"/>
                    <a:pt x="35267" y="175810"/>
                  </a:cubicBezTo>
                  <a:cubicBezTo>
                    <a:pt x="35267" y="167392"/>
                    <a:pt x="29245" y="158624"/>
                    <a:pt x="17554" y="158624"/>
                  </a:cubicBezTo>
                  <a:cubicBezTo>
                    <a:pt x="12594" y="158624"/>
                    <a:pt x="194" y="161079"/>
                    <a:pt x="194" y="177213"/>
                  </a:cubicBezTo>
                  <a:cubicBezTo>
                    <a:pt x="194" y="207376"/>
                    <a:pt x="24639" y="241396"/>
                    <a:pt x="64317" y="241396"/>
                  </a:cubicBezTo>
                  <a:cubicBezTo>
                    <a:pt x="105413" y="241396"/>
                    <a:pt x="141549" y="207726"/>
                    <a:pt x="141549" y="163184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35D538A-B4DD-B6F7-8B92-829C36FCE4AC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10116932" y="5584324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1 w 14170"/>
                <a:gd name="connsiteY1" fmla="*/ 0 h 420874"/>
                <a:gd name="connsiteX2" fmla="*/ 14171 w 14170"/>
                <a:gd name="connsiteY2" fmla="*/ 420874 h 420874"/>
                <a:gd name="connsiteX3" fmla="*/ 0 w 14170"/>
                <a:gd name="connsiteY3" fmla="*/ 420874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1" y="0"/>
                  </a:lnTo>
                  <a:lnTo>
                    <a:pt x="14171" y="420874"/>
                  </a:lnTo>
                  <a:lnTo>
                    <a:pt x="0" y="420874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3B59E2-CB54-58DD-F6C8-811A8785D2DD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10636204" y="5645349"/>
              <a:ext cx="147022" cy="241301"/>
            </a:xfrm>
            <a:custGeom>
              <a:avLst/>
              <a:gdLst>
                <a:gd name="connsiteX0" fmla="*/ 88087 w 147022"/>
                <a:gd name="connsiteY0" fmla="*/ 110224 h 241301"/>
                <a:gd name="connsiteX1" fmla="*/ 137685 w 147022"/>
                <a:gd name="connsiteY1" fmla="*/ 48495 h 241301"/>
                <a:gd name="connsiteX2" fmla="*/ 72499 w 147022"/>
                <a:gd name="connsiteY2" fmla="*/ 95 h 241301"/>
                <a:gd name="connsiteX3" fmla="*/ 9793 w 147022"/>
                <a:gd name="connsiteY3" fmla="*/ 47794 h 241301"/>
                <a:gd name="connsiteX4" fmla="*/ 27860 w 147022"/>
                <a:gd name="connsiteY4" fmla="*/ 66032 h 241301"/>
                <a:gd name="connsiteX5" fmla="*/ 45928 w 147022"/>
                <a:gd name="connsiteY5" fmla="*/ 48145 h 241301"/>
                <a:gd name="connsiteX6" fmla="*/ 23963 w 147022"/>
                <a:gd name="connsiteY6" fmla="*/ 30608 h 241301"/>
                <a:gd name="connsiteX7" fmla="*/ 71082 w 147022"/>
                <a:gd name="connsiteY7" fmla="*/ 8863 h 241301"/>
                <a:gd name="connsiteX8" fmla="*/ 105092 w 147022"/>
                <a:gd name="connsiteY8" fmla="*/ 48145 h 241301"/>
                <a:gd name="connsiteX9" fmla="*/ 95172 w 147022"/>
                <a:gd name="connsiteY9" fmla="*/ 88128 h 241301"/>
                <a:gd name="connsiteX10" fmla="*/ 63642 w 147022"/>
                <a:gd name="connsiteY10" fmla="*/ 106366 h 241301"/>
                <a:gd name="connsiteX11" fmla="*/ 49825 w 147022"/>
                <a:gd name="connsiteY11" fmla="*/ 107418 h 241301"/>
                <a:gd name="connsiteX12" fmla="*/ 44511 w 147022"/>
                <a:gd name="connsiteY12" fmla="*/ 111627 h 241301"/>
                <a:gd name="connsiteX13" fmla="*/ 53014 w 147022"/>
                <a:gd name="connsiteY13" fmla="*/ 115485 h 241301"/>
                <a:gd name="connsiteX14" fmla="*/ 68602 w 147022"/>
                <a:gd name="connsiteY14" fmla="*/ 115485 h 241301"/>
                <a:gd name="connsiteX15" fmla="*/ 110760 w 147022"/>
                <a:gd name="connsiteY15" fmla="*/ 173706 h 241301"/>
                <a:gd name="connsiteX16" fmla="*/ 70727 w 147022"/>
                <a:gd name="connsiteY16" fmla="*/ 231576 h 241301"/>
                <a:gd name="connsiteX17" fmla="*/ 16524 w 147022"/>
                <a:gd name="connsiteY17" fmla="*/ 204920 h 241301"/>
                <a:gd name="connsiteX18" fmla="*/ 39906 w 147022"/>
                <a:gd name="connsiteY18" fmla="*/ 185630 h 241301"/>
                <a:gd name="connsiteX19" fmla="*/ 20066 w 147022"/>
                <a:gd name="connsiteY19" fmla="*/ 165990 h 241301"/>
                <a:gd name="connsiteX20" fmla="*/ 227 w 147022"/>
                <a:gd name="connsiteY20" fmla="*/ 186332 h 241301"/>
                <a:gd name="connsiteX21" fmla="*/ 71790 w 147022"/>
                <a:gd name="connsiteY21" fmla="*/ 241396 h 241301"/>
                <a:gd name="connsiteX22" fmla="*/ 147250 w 147022"/>
                <a:gd name="connsiteY22" fmla="*/ 173706 h 241301"/>
                <a:gd name="connsiteX23" fmla="*/ 88087 w 147022"/>
                <a:gd name="connsiteY23" fmla="*/ 110224 h 24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1301">
                  <a:moveTo>
                    <a:pt x="88087" y="110224"/>
                  </a:moveTo>
                  <a:cubicBezTo>
                    <a:pt x="117137" y="100754"/>
                    <a:pt x="137685" y="76203"/>
                    <a:pt x="137685" y="48495"/>
                  </a:cubicBezTo>
                  <a:cubicBezTo>
                    <a:pt x="137685" y="19736"/>
                    <a:pt x="106509" y="95"/>
                    <a:pt x="72499" y="95"/>
                  </a:cubicBezTo>
                  <a:cubicBezTo>
                    <a:pt x="36717" y="95"/>
                    <a:pt x="9793" y="21139"/>
                    <a:pt x="9793" y="47794"/>
                  </a:cubicBezTo>
                  <a:cubicBezTo>
                    <a:pt x="9793" y="59368"/>
                    <a:pt x="17587" y="66032"/>
                    <a:pt x="27860" y="66032"/>
                  </a:cubicBezTo>
                  <a:cubicBezTo>
                    <a:pt x="38843" y="66032"/>
                    <a:pt x="45928" y="58316"/>
                    <a:pt x="45928" y="48145"/>
                  </a:cubicBezTo>
                  <a:cubicBezTo>
                    <a:pt x="45928" y="30608"/>
                    <a:pt x="29278" y="30608"/>
                    <a:pt x="23963" y="30608"/>
                  </a:cubicBezTo>
                  <a:cubicBezTo>
                    <a:pt x="34946" y="13423"/>
                    <a:pt x="58328" y="8863"/>
                    <a:pt x="71082" y="8863"/>
                  </a:cubicBezTo>
                  <a:cubicBezTo>
                    <a:pt x="85607" y="8863"/>
                    <a:pt x="105092" y="16579"/>
                    <a:pt x="105092" y="48145"/>
                  </a:cubicBezTo>
                  <a:cubicBezTo>
                    <a:pt x="105092" y="52353"/>
                    <a:pt x="104383" y="72696"/>
                    <a:pt x="95172" y="88128"/>
                  </a:cubicBezTo>
                  <a:cubicBezTo>
                    <a:pt x="84544" y="104963"/>
                    <a:pt x="72499" y="106015"/>
                    <a:pt x="63642" y="106366"/>
                  </a:cubicBezTo>
                  <a:cubicBezTo>
                    <a:pt x="60808" y="106716"/>
                    <a:pt x="52305" y="107418"/>
                    <a:pt x="49825" y="107418"/>
                  </a:cubicBezTo>
                  <a:cubicBezTo>
                    <a:pt x="46991" y="107769"/>
                    <a:pt x="44511" y="108119"/>
                    <a:pt x="44511" y="111627"/>
                  </a:cubicBezTo>
                  <a:cubicBezTo>
                    <a:pt x="44511" y="115485"/>
                    <a:pt x="46991" y="115485"/>
                    <a:pt x="53014" y="115485"/>
                  </a:cubicBezTo>
                  <a:lnTo>
                    <a:pt x="68602" y="115485"/>
                  </a:lnTo>
                  <a:cubicBezTo>
                    <a:pt x="97652" y="115485"/>
                    <a:pt x="110760" y="139334"/>
                    <a:pt x="110760" y="173706"/>
                  </a:cubicBezTo>
                  <a:cubicBezTo>
                    <a:pt x="110760" y="221405"/>
                    <a:pt x="86315" y="231576"/>
                    <a:pt x="70727" y="231576"/>
                  </a:cubicBezTo>
                  <a:cubicBezTo>
                    <a:pt x="55494" y="231576"/>
                    <a:pt x="28923" y="225613"/>
                    <a:pt x="16524" y="204920"/>
                  </a:cubicBezTo>
                  <a:cubicBezTo>
                    <a:pt x="28923" y="206674"/>
                    <a:pt x="39906" y="198958"/>
                    <a:pt x="39906" y="185630"/>
                  </a:cubicBezTo>
                  <a:cubicBezTo>
                    <a:pt x="39906" y="173004"/>
                    <a:pt x="30340" y="165990"/>
                    <a:pt x="20066" y="165990"/>
                  </a:cubicBezTo>
                  <a:cubicBezTo>
                    <a:pt x="11564" y="165990"/>
                    <a:pt x="227" y="170900"/>
                    <a:pt x="227" y="186332"/>
                  </a:cubicBezTo>
                  <a:cubicBezTo>
                    <a:pt x="227" y="218248"/>
                    <a:pt x="33174" y="241396"/>
                    <a:pt x="71790" y="241396"/>
                  </a:cubicBezTo>
                  <a:cubicBezTo>
                    <a:pt x="115011" y="241396"/>
                    <a:pt x="147250" y="209480"/>
                    <a:pt x="147250" y="173706"/>
                  </a:cubicBezTo>
                  <a:cubicBezTo>
                    <a:pt x="147250" y="144946"/>
                    <a:pt x="124931" y="117589"/>
                    <a:pt x="88087" y="110224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0DE061-2497-7C1F-43D2-EBA3AE04FD6D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10828928" y="5841757"/>
              <a:ext cx="37552" cy="37177"/>
            </a:xfrm>
            <a:custGeom>
              <a:avLst/>
              <a:gdLst>
                <a:gd name="connsiteX0" fmla="*/ 37785 w 37552"/>
                <a:gd name="connsiteY0" fmla="*/ 18683 h 37177"/>
                <a:gd name="connsiteX1" fmla="*/ 19009 w 37552"/>
                <a:gd name="connsiteY1" fmla="*/ 95 h 37177"/>
                <a:gd name="connsiteX2" fmla="*/ 232 w 37552"/>
                <a:gd name="connsiteY2" fmla="*/ 18683 h 37177"/>
                <a:gd name="connsiteX3" fmla="*/ 19009 w 37552"/>
                <a:gd name="connsiteY3" fmla="*/ 37272 h 37177"/>
                <a:gd name="connsiteX4" fmla="*/ 37785 w 37552"/>
                <a:gd name="connsiteY4" fmla="*/ 18683 h 3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177">
                  <a:moveTo>
                    <a:pt x="37785" y="18683"/>
                  </a:moveTo>
                  <a:cubicBezTo>
                    <a:pt x="37785" y="8512"/>
                    <a:pt x="29283" y="95"/>
                    <a:pt x="19009" y="95"/>
                  </a:cubicBezTo>
                  <a:cubicBezTo>
                    <a:pt x="8735" y="95"/>
                    <a:pt x="232" y="8512"/>
                    <a:pt x="232" y="18683"/>
                  </a:cubicBezTo>
                  <a:cubicBezTo>
                    <a:pt x="232" y="28855"/>
                    <a:pt x="8735" y="37272"/>
                    <a:pt x="19009" y="37272"/>
                  </a:cubicBezTo>
                  <a:cubicBezTo>
                    <a:pt x="29283" y="37272"/>
                    <a:pt x="37785" y="28855"/>
                    <a:pt x="37785" y="18683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6427ED-283E-D3B0-F838-3F1E90BDAA42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10906790" y="5641491"/>
              <a:ext cx="156942" cy="237443"/>
            </a:xfrm>
            <a:custGeom>
              <a:avLst/>
              <a:gdLst>
                <a:gd name="connsiteX0" fmla="*/ 94471 w 156942"/>
                <a:gd name="connsiteY0" fmla="*/ 179668 h 237443"/>
                <a:gd name="connsiteX1" fmla="*/ 94471 w 156942"/>
                <a:gd name="connsiteY1" fmla="*/ 210181 h 237443"/>
                <a:gd name="connsiteX2" fmla="*/ 67547 w 156942"/>
                <a:gd name="connsiteY2" fmla="*/ 226666 h 237443"/>
                <a:gd name="connsiteX3" fmla="*/ 60107 w 156942"/>
                <a:gd name="connsiteY3" fmla="*/ 226666 h 237443"/>
                <a:gd name="connsiteX4" fmla="*/ 60107 w 156942"/>
                <a:gd name="connsiteY4" fmla="*/ 237538 h 237443"/>
                <a:gd name="connsiteX5" fmla="*/ 107934 w 156942"/>
                <a:gd name="connsiteY5" fmla="*/ 236486 h 237443"/>
                <a:gd name="connsiteX6" fmla="*/ 156114 w 156942"/>
                <a:gd name="connsiteY6" fmla="*/ 237538 h 237443"/>
                <a:gd name="connsiteX7" fmla="*/ 156114 w 156942"/>
                <a:gd name="connsiteY7" fmla="*/ 226666 h 237443"/>
                <a:gd name="connsiteX8" fmla="*/ 148675 w 156942"/>
                <a:gd name="connsiteY8" fmla="*/ 226666 h 237443"/>
                <a:gd name="connsiteX9" fmla="*/ 121750 w 156942"/>
                <a:gd name="connsiteY9" fmla="*/ 210181 h 237443"/>
                <a:gd name="connsiteX10" fmla="*/ 121750 w 156942"/>
                <a:gd name="connsiteY10" fmla="*/ 179668 h 237443"/>
                <a:gd name="connsiteX11" fmla="*/ 157177 w 156942"/>
                <a:gd name="connsiteY11" fmla="*/ 179668 h 237443"/>
                <a:gd name="connsiteX12" fmla="*/ 157177 w 156942"/>
                <a:gd name="connsiteY12" fmla="*/ 168795 h 237443"/>
                <a:gd name="connsiteX13" fmla="*/ 121750 w 156942"/>
                <a:gd name="connsiteY13" fmla="*/ 168795 h 237443"/>
                <a:gd name="connsiteX14" fmla="*/ 121750 w 156942"/>
                <a:gd name="connsiteY14" fmla="*/ 9214 h 237443"/>
                <a:gd name="connsiteX15" fmla="*/ 116082 w 156942"/>
                <a:gd name="connsiteY15" fmla="*/ 95 h 237443"/>
                <a:gd name="connsiteX16" fmla="*/ 108996 w 156942"/>
                <a:gd name="connsiteY16" fmla="*/ 4304 h 237443"/>
                <a:gd name="connsiteX17" fmla="*/ 235 w 156942"/>
                <a:gd name="connsiteY17" fmla="*/ 168795 h 237443"/>
                <a:gd name="connsiteX18" fmla="*/ 235 w 156942"/>
                <a:gd name="connsiteY18" fmla="*/ 179668 h 237443"/>
                <a:gd name="connsiteX19" fmla="*/ 94471 w 156942"/>
                <a:gd name="connsiteY19" fmla="*/ 179668 h 237443"/>
                <a:gd name="connsiteX20" fmla="*/ 96597 w 156942"/>
                <a:gd name="connsiteY20" fmla="*/ 168795 h 237443"/>
                <a:gd name="connsiteX21" fmla="*/ 10155 w 156942"/>
                <a:gd name="connsiteY21" fmla="*/ 168795 h 237443"/>
                <a:gd name="connsiteX22" fmla="*/ 96597 w 156942"/>
                <a:gd name="connsiteY22" fmla="*/ 37974 h 237443"/>
                <a:gd name="connsiteX23" fmla="*/ 96597 w 156942"/>
                <a:gd name="connsiteY23" fmla="*/ 168795 h 23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37443">
                  <a:moveTo>
                    <a:pt x="94471" y="179668"/>
                  </a:moveTo>
                  <a:lnTo>
                    <a:pt x="94471" y="210181"/>
                  </a:lnTo>
                  <a:cubicBezTo>
                    <a:pt x="94471" y="222808"/>
                    <a:pt x="93763" y="226666"/>
                    <a:pt x="67547" y="226666"/>
                  </a:cubicBezTo>
                  <a:lnTo>
                    <a:pt x="60107" y="226666"/>
                  </a:lnTo>
                  <a:lnTo>
                    <a:pt x="60107" y="237538"/>
                  </a:lnTo>
                  <a:cubicBezTo>
                    <a:pt x="74632" y="236486"/>
                    <a:pt x="93054" y="236486"/>
                    <a:pt x="107934" y="236486"/>
                  </a:cubicBezTo>
                  <a:cubicBezTo>
                    <a:pt x="122813" y="236486"/>
                    <a:pt x="141589" y="236486"/>
                    <a:pt x="156114" y="237538"/>
                  </a:cubicBezTo>
                  <a:lnTo>
                    <a:pt x="156114" y="226666"/>
                  </a:lnTo>
                  <a:lnTo>
                    <a:pt x="148675" y="226666"/>
                  </a:lnTo>
                  <a:cubicBezTo>
                    <a:pt x="122459" y="226666"/>
                    <a:pt x="121750" y="222808"/>
                    <a:pt x="121750" y="210181"/>
                  </a:cubicBezTo>
                  <a:lnTo>
                    <a:pt x="121750" y="179668"/>
                  </a:lnTo>
                  <a:lnTo>
                    <a:pt x="157177" y="179668"/>
                  </a:lnTo>
                  <a:lnTo>
                    <a:pt x="157177" y="168795"/>
                  </a:lnTo>
                  <a:lnTo>
                    <a:pt x="121750" y="168795"/>
                  </a:lnTo>
                  <a:lnTo>
                    <a:pt x="121750" y="9214"/>
                  </a:lnTo>
                  <a:cubicBezTo>
                    <a:pt x="121750" y="2199"/>
                    <a:pt x="121750" y="95"/>
                    <a:pt x="116082" y="95"/>
                  </a:cubicBezTo>
                  <a:cubicBezTo>
                    <a:pt x="112893" y="95"/>
                    <a:pt x="111831" y="95"/>
                    <a:pt x="108996" y="4304"/>
                  </a:cubicBezTo>
                  <a:lnTo>
                    <a:pt x="235" y="168795"/>
                  </a:lnTo>
                  <a:lnTo>
                    <a:pt x="235" y="179668"/>
                  </a:lnTo>
                  <a:lnTo>
                    <a:pt x="94471" y="179668"/>
                  </a:lnTo>
                  <a:close/>
                  <a:moveTo>
                    <a:pt x="96597" y="168795"/>
                  </a:moveTo>
                  <a:lnTo>
                    <a:pt x="10155" y="168795"/>
                  </a:lnTo>
                  <a:lnTo>
                    <a:pt x="96597" y="37974"/>
                  </a:lnTo>
                  <a:lnTo>
                    <a:pt x="96597" y="16879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3624E4B-2962-3635-6A96-76C70F2531A6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11564228" y="5584324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0 w 14170"/>
                <a:gd name="connsiteY1" fmla="*/ 0 h 420874"/>
                <a:gd name="connsiteX2" fmla="*/ 14170 w 14170"/>
                <a:gd name="connsiteY2" fmla="*/ 420874 h 420874"/>
                <a:gd name="connsiteX3" fmla="*/ 0 w 14170"/>
                <a:gd name="connsiteY3" fmla="*/ 420874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0" y="0"/>
                  </a:lnTo>
                  <a:lnTo>
                    <a:pt x="14170" y="420874"/>
                  </a:lnTo>
                  <a:lnTo>
                    <a:pt x="0" y="420874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BCCB4CA-4669-66E3-7498-5023DEDA63E3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12083500" y="5645349"/>
              <a:ext cx="147022" cy="241301"/>
            </a:xfrm>
            <a:custGeom>
              <a:avLst/>
              <a:gdLst>
                <a:gd name="connsiteX0" fmla="*/ 43135 w 147022"/>
                <a:gd name="connsiteY0" fmla="*/ 73397 h 241301"/>
                <a:gd name="connsiteX1" fmla="*/ 25421 w 147022"/>
                <a:gd name="connsiteY1" fmla="*/ 44988 h 241301"/>
                <a:gd name="connsiteX2" fmla="*/ 73602 w 147022"/>
                <a:gd name="connsiteY2" fmla="*/ 8863 h 241301"/>
                <a:gd name="connsiteX3" fmla="*/ 122137 w 147022"/>
                <a:gd name="connsiteY3" fmla="*/ 52353 h 241301"/>
                <a:gd name="connsiteX4" fmla="*/ 87064 w 147022"/>
                <a:gd name="connsiteY4" fmla="*/ 101455 h 241301"/>
                <a:gd name="connsiteX5" fmla="*/ 43135 w 147022"/>
                <a:gd name="connsiteY5" fmla="*/ 73397 h 241301"/>
                <a:gd name="connsiteX6" fmla="*/ 94858 w 147022"/>
                <a:gd name="connsiteY6" fmla="*/ 106716 h 241301"/>
                <a:gd name="connsiteX7" fmla="*/ 137725 w 147022"/>
                <a:gd name="connsiteY7" fmla="*/ 52353 h 241301"/>
                <a:gd name="connsiteX8" fmla="*/ 73956 w 147022"/>
                <a:gd name="connsiteY8" fmla="*/ 95 h 241301"/>
                <a:gd name="connsiteX9" fmla="*/ 9833 w 147022"/>
                <a:gd name="connsiteY9" fmla="*/ 58667 h 241301"/>
                <a:gd name="connsiteX10" fmla="*/ 25421 w 147022"/>
                <a:gd name="connsiteY10" fmla="*/ 97247 h 241301"/>
                <a:gd name="connsiteX11" fmla="*/ 51283 w 147022"/>
                <a:gd name="connsiteY11" fmla="*/ 116186 h 241301"/>
                <a:gd name="connsiteX12" fmla="*/ 268 w 147022"/>
                <a:gd name="connsiteY12" fmla="*/ 180720 h 241301"/>
                <a:gd name="connsiteX13" fmla="*/ 73602 w 147022"/>
                <a:gd name="connsiteY13" fmla="*/ 241396 h 241301"/>
                <a:gd name="connsiteX14" fmla="*/ 147291 w 147022"/>
                <a:gd name="connsiteY14" fmla="*/ 174758 h 241301"/>
                <a:gd name="connsiteX15" fmla="*/ 129931 w 147022"/>
                <a:gd name="connsiteY15" fmla="*/ 131618 h 241301"/>
                <a:gd name="connsiteX16" fmla="*/ 94858 w 147022"/>
                <a:gd name="connsiteY16" fmla="*/ 106716 h 241301"/>
                <a:gd name="connsiteX17" fmla="*/ 59431 w 147022"/>
                <a:gd name="connsiteY17" fmla="*/ 121447 h 241301"/>
                <a:gd name="connsiteX18" fmla="*/ 103007 w 147022"/>
                <a:gd name="connsiteY18" fmla="*/ 148804 h 241301"/>
                <a:gd name="connsiteX19" fmla="*/ 129577 w 147022"/>
                <a:gd name="connsiteY19" fmla="*/ 187384 h 241301"/>
                <a:gd name="connsiteX20" fmla="*/ 73956 w 147022"/>
                <a:gd name="connsiteY20" fmla="*/ 231576 h 241301"/>
                <a:gd name="connsiteX21" fmla="*/ 17982 w 147022"/>
                <a:gd name="connsiteY21" fmla="*/ 180720 h 241301"/>
                <a:gd name="connsiteX22" fmla="*/ 59431 w 147022"/>
                <a:gd name="connsiteY22" fmla="*/ 121447 h 24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7022" h="241301">
                  <a:moveTo>
                    <a:pt x="43135" y="73397"/>
                  </a:moveTo>
                  <a:cubicBezTo>
                    <a:pt x="26838" y="62875"/>
                    <a:pt x="25421" y="50951"/>
                    <a:pt x="25421" y="44988"/>
                  </a:cubicBezTo>
                  <a:cubicBezTo>
                    <a:pt x="25421" y="23594"/>
                    <a:pt x="48449" y="8863"/>
                    <a:pt x="73602" y="8863"/>
                  </a:cubicBezTo>
                  <a:cubicBezTo>
                    <a:pt x="99464" y="8863"/>
                    <a:pt x="122137" y="27101"/>
                    <a:pt x="122137" y="52353"/>
                  </a:cubicBezTo>
                  <a:cubicBezTo>
                    <a:pt x="122137" y="72345"/>
                    <a:pt x="108321" y="89180"/>
                    <a:pt x="87064" y="101455"/>
                  </a:cubicBezTo>
                  <a:lnTo>
                    <a:pt x="43135" y="73397"/>
                  </a:lnTo>
                  <a:close/>
                  <a:moveTo>
                    <a:pt x="94858" y="106716"/>
                  </a:moveTo>
                  <a:cubicBezTo>
                    <a:pt x="120366" y="93739"/>
                    <a:pt x="137725" y="75502"/>
                    <a:pt x="137725" y="52353"/>
                  </a:cubicBezTo>
                  <a:cubicBezTo>
                    <a:pt x="137725" y="20086"/>
                    <a:pt x="106195" y="95"/>
                    <a:pt x="73956" y="95"/>
                  </a:cubicBezTo>
                  <a:cubicBezTo>
                    <a:pt x="38529" y="95"/>
                    <a:pt x="9833" y="26049"/>
                    <a:pt x="9833" y="58667"/>
                  </a:cubicBezTo>
                  <a:cubicBezTo>
                    <a:pt x="9833" y="64980"/>
                    <a:pt x="10542" y="80762"/>
                    <a:pt x="25421" y="97247"/>
                  </a:cubicBezTo>
                  <a:cubicBezTo>
                    <a:pt x="29318" y="101455"/>
                    <a:pt x="42426" y="110224"/>
                    <a:pt x="51283" y="116186"/>
                  </a:cubicBezTo>
                  <a:cubicBezTo>
                    <a:pt x="30735" y="126357"/>
                    <a:pt x="268" y="145998"/>
                    <a:pt x="268" y="180720"/>
                  </a:cubicBezTo>
                  <a:cubicBezTo>
                    <a:pt x="268" y="217897"/>
                    <a:pt x="36404" y="241396"/>
                    <a:pt x="73602" y="241396"/>
                  </a:cubicBezTo>
                  <a:cubicBezTo>
                    <a:pt x="113635" y="241396"/>
                    <a:pt x="147291" y="212286"/>
                    <a:pt x="147291" y="174758"/>
                  </a:cubicBezTo>
                  <a:cubicBezTo>
                    <a:pt x="147291" y="162132"/>
                    <a:pt x="143394" y="146349"/>
                    <a:pt x="129931" y="131618"/>
                  </a:cubicBezTo>
                  <a:cubicBezTo>
                    <a:pt x="123200" y="124253"/>
                    <a:pt x="117532" y="120746"/>
                    <a:pt x="94858" y="106716"/>
                  </a:cubicBezTo>
                  <a:close/>
                  <a:moveTo>
                    <a:pt x="59431" y="121447"/>
                  </a:moveTo>
                  <a:lnTo>
                    <a:pt x="103007" y="148804"/>
                  </a:lnTo>
                  <a:cubicBezTo>
                    <a:pt x="112926" y="155468"/>
                    <a:pt x="129577" y="165990"/>
                    <a:pt x="129577" y="187384"/>
                  </a:cubicBezTo>
                  <a:cubicBezTo>
                    <a:pt x="129577" y="213338"/>
                    <a:pt x="103007" y="231576"/>
                    <a:pt x="73956" y="231576"/>
                  </a:cubicBezTo>
                  <a:cubicBezTo>
                    <a:pt x="43489" y="231576"/>
                    <a:pt x="17982" y="209831"/>
                    <a:pt x="17982" y="180720"/>
                  </a:cubicBezTo>
                  <a:cubicBezTo>
                    <a:pt x="17982" y="160378"/>
                    <a:pt x="29318" y="137931"/>
                    <a:pt x="59431" y="121447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00F1E97-363C-5ED0-8E9B-CCD68EA2254A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12276224" y="5841757"/>
              <a:ext cx="37552" cy="37177"/>
            </a:xfrm>
            <a:custGeom>
              <a:avLst/>
              <a:gdLst>
                <a:gd name="connsiteX0" fmla="*/ 37826 w 37552"/>
                <a:gd name="connsiteY0" fmla="*/ 18683 h 37177"/>
                <a:gd name="connsiteX1" fmla="*/ 19049 w 37552"/>
                <a:gd name="connsiteY1" fmla="*/ 95 h 37177"/>
                <a:gd name="connsiteX2" fmla="*/ 273 w 37552"/>
                <a:gd name="connsiteY2" fmla="*/ 18683 h 37177"/>
                <a:gd name="connsiteX3" fmla="*/ 19049 w 37552"/>
                <a:gd name="connsiteY3" fmla="*/ 37272 h 37177"/>
                <a:gd name="connsiteX4" fmla="*/ 37826 w 37552"/>
                <a:gd name="connsiteY4" fmla="*/ 18683 h 3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177">
                  <a:moveTo>
                    <a:pt x="37826" y="18683"/>
                  </a:moveTo>
                  <a:cubicBezTo>
                    <a:pt x="37826" y="8512"/>
                    <a:pt x="29323" y="95"/>
                    <a:pt x="19049" y="95"/>
                  </a:cubicBezTo>
                  <a:cubicBezTo>
                    <a:pt x="8775" y="95"/>
                    <a:pt x="273" y="8512"/>
                    <a:pt x="273" y="18683"/>
                  </a:cubicBezTo>
                  <a:cubicBezTo>
                    <a:pt x="273" y="28855"/>
                    <a:pt x="8775" y="37272"/>
                    <a:pt x="19049" y="37272"/>
                  </a:cubicBezTo>
                  <a:cubicBezTo>
                    <a:pt x="29323" y="37272"/>
                    <a:pt x="37826" y="28855"/>
                    <a:pt x="37826" y="18683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C59D6C5-A869-7A5C-0881-B2FE60515577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12354086" y="5641491"/>
              <a:ext cx="156942" cy="237443"/>
            </a:xfrm>
            <a:custGeom>
              <a:avLst/>
              <a:gdLst>
                <a:gd name="connsiteX0" fmla="*/ 94512 w 156942"/>
                <a:gd name="connsiteY0" fmla="*/ 179668 h 237443"/>
                <a:gd name="connsiteX1" fmla="*/ 94512 w 156942"/>
                <a:gd name="connsiteY1" fmla="*/ 210181 h 237443"/>
                <a:gd name="connsiteX2" fmla="*/ 67587 w 156942"/>
                <a:gd name="connsiteY2" fmla="*/ 226666 h 237443"/>
                <a:gd name="connsiteX3" fmla="*/ 60148 w 156942"/>
                <a:gd name="connsiteY3" fmla="*/ 226666 h 237443"/>
                <a:gd name="connsiteX4" fmla="*/ 60148 w 156942"/>
                <a:gd name="connsiteY4" fmla="*/ 237538 h 237443"/>
                <a:gd name="connsiteX5" fmla="*/ 107974 w 156942"/>
                <a:gd name="connsiteY5" fmla="*/ 236486 h 237443"/>
                <a:gd name="connsiteX6" fmla="*/ 156155 w 156942"/>
                <a:gd name="connsiteY6" fmla="*/ 237538 h 237443"/>
                <a:gd name="connsiteX7" fmla="*/ 156155 w 156942"/>
                <a:gd name="connsiteY7" fmla="*/ 226666 h 237443"/>
                <a:gd name="connsiteX8" fmla="*/ 148715 w 156942"/>
                <a:gd name="connsiteY8" fmla="*/ 226666 h 237443"/>
                <a:gd name="connsiteX9" fmla="*/ 121791 w 156942"/>
                <a:gd name="connsiteY9" fmla="*/ 210181 h 237443"/>
                <a:gd name="connsiteX10" fmla="*/ 121791 w 156942"/>
                <a:gd name="connsiteY10" fmla="*/ 179668 h 237443"/>
                <a:gd name="connsiteX11" fmla="*/ 157218 w 156942"/>
                <a:gd name="connsiteY11" fmla="*/ 179668 h 237443"/>
                <a:gd name="connsiteX12" fmla="*/ 157218 w 156942"/>
                <a:gd name="connsiteY12" fmla="*/ 168795 h 237443"/>
                <a:gd name="connsiteX13" fmla="*/ 121791 w 156942"/>
                <a:gd name="connsiteY13" fmla="*/ 168795 h 237443"/>
                <a:gd name="connsiteX14" fmla="*/ 121791 w 156942"/>
                <a:gd name="connsiteY14" fmla="*/ 9214 h 237443"/>
                <a:gd name="connsiteX15" fmla="*/ 116122 w 156942"/>
                <a:gd name="connsiteY15" fmla="*/ 95 h 237443"/>
                <a:gd name="connsiteX16" fmla="*/ 109037 w 156942"/>
                <a:gd name="connsiteY16" fmla="*/ 4304 h 237443"/>
                <a:gd name="connsiteX17" fmla="*/ 276 w 156942"/>
                <a:gd name="connsiteY17" fmla="*/ 168795 h 237443"/>
                <a:gd name="connsiteX18" fmla="*/ 276 w 156942"/>
                <a:gd name="connsiteY18" fmla="*/ 179668 h 237443"/>
                <a:gd name="connsiteX19" fmla="*/ 94512 w 156942"/>
                <a:gd name="connsiteY19" fmla="*/ 179668 h 237443"/>
                <a:gd name="connsiteX20" fmla="*/ 96638 w 156942"/>
                <a:gd name="connsiteY20" fmla="*/ 168795 h 237443"/>
                <a:gd name="connsiteX21" fmla="*/ 10195 w 156942"/>
                <a:gd name="connsiteY21" fmla="*/ 168795 h 237443"/>
                <a:gd name="connsiteX22" fmla="*/ 96638 w 156942"/>
                <a:gd name="connsiteY22" fmla="*/ 37974 h 237443"/>
                <a:gd name="connsiteX23" fmla="*/ 96638 w 156942"/>
                <a:gd name="connsiteY23" fmla="*/ 168795 h 23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37443">
                  <a:moveTo>
                    <a:pt x="94512" y="179668"/>
                  </a:moveTo>
                  <a:lnTo>
                    <a:pt x="94512" y="210181"/>
                  </a:lnTo>
                  <a:cubicBezTo>
                    <a:pt x="94512" y="222808"/>
                    <a:pt x="93803" y="226666"/>
                    <a:pt x="67587" y="226666"/>
                  </a:cubicBezTo>
                  <a:lnTo>
                    <a:pt x="60148" y="226666"/>
                  </a:lnTo>
                  <a:lnTo>
                    <a:pt x="60148" y="237538"/>
                  </a:lnTo>
                  <a:cubicBezTo>
                    <a:pt x="74673" y="236486"/>
                    <a:pt x="93095" y="236486"/>
                    <a:pt x="107974" y="236486"/>
                  </a:cubicBezTo>
                  <a:cubicBezTo>
                    <a:pt x="122854" y="236486"/>
                    <a:pt x="141630" y="236486"/>
                    <a:pt x="156155" y="237538"/>
                  </a:cubicBezTo>
                  <a:lnTo>
                    <a:pt x="156155" y="226666"/>
                  </a:lnTo>
                  <a:lnTo>
                    <a:pt x="148715" y="226666"/>
                  </a:lnTo>
                  <a:cubicBezTo>
                    <a:pt x="122499" y="226666"/>
                    <a:pt x="121791" y="222808"/>
                    <a:pt x="121791" y="210181"/>
                  </a:cubicBezTo>
                  <a:lnTo>
                    <a:pt x="121791" y="179668"/>
                  </a:lnTo>
                  <a:lnTo>
                    <a:pt x="157218" y="179668"/>
                  </a:lnTo>
                  <a:lnTo>
                    <a:pt x="157218" y="168795"/>
                  </a:lnTo>
                  <a:lnTo>
                    <a:pt x="121791" y="168795"/>
                  </a:lnTo>
                  <a:lnTo>
                    <a:pt x="121791" y="9214"/>
                  </a:lnTo>
                  <a:cubicBezTo>
                    <a:pt x="121791" y="2199"/>
                    <a:pt x="121791" y="95"/>
                    <a:pt x="116122" y="95"/>
                  </a:cubicBezTo>
                  <a:cubicBezTo>
                    <a:pt x="112934" y="95"/>
                    <a:pt x="111871" y="95"/>
                    <a:pt x="109037" y="4304"/>
                  </a:cubicBezTo>
                  <a:lnTo>
                    <a:pt x="276" y="168795"/>
                  </a:lnTo>
                  <a:lnTo>
                    <a:pt x="276" y="179668"/>
                  </a:lnTo>
                  <a:lnTo>
                    <a:pt x="94512" y="179668"/>
                  </a:lnTo>
                  <a:close/>
                  <a:moveTo>
                    <a:pt x="96638" y="168795"/>
                  </a:moveTo>
                  <a:lnTo>
                    <a:pt x="10195" y="168795"/>
                  </a:lnTo>
                  <a:lnTo>
                    <a:pt x="96638" y="37974"/>
                  </a:lnTo>
                  <a:lnTo>
                    <a:pt x="96638" y="168795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BA4D280-1F2C-4FE0-2E72-34ED6C1DF3FA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13011524" y="5584324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1 w 14170"/>
                <a:gd name="connsiteY1" fmla="*/ 0 h 420874"/>
                <a:gd name="connsiteX2" fmla="*/ 14171 w 14170"/>
                <a:gd name="connsiteY2" fmla="*/ 420874 h 420874"/>
                <a:gd name="connsiteX3" fmla="*/ 0 w 14170"/>
                <a:gd name="connsiteY3" fmla="*/ 420874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1" y="0"/>
                  </a:lnTo>
                  <a:lnTo>
                    <a:pt x="14171" y="420874"/>
                  </a:lnTo>
                  <a:lnTo>
                    <a:pt x="0" y="420874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9A37E3A-9EAA-146B-AB85-9BF7DEABDE8B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13458879" y="5645349"/>
              <a:ext cx="116909" cy="233585"/>
            </a:xfrm>
            <a:custGeom>
              <a:avLst/>
              <a:gdLst>
                <a:gd name="connsiteX0" fmla="*/ 72932 w 116909"/>
                <a:gd name="connsiteY0" fmla="*/ 9214 h 233585"/>
                <a:gd name="connsiteX1" fmla="*/ 64784 w 116909"/>
                <a:gd name="connsiteY1" fmla="*/ 95 h 233585"/>
                <a:gd name="connsiteX2" fmla="*/ 306 w 116909"/>
                <a:gd name="connsiteY2" fmla="*/ 22541 h 233585"/>
                <a:gd name="connsiteX3" fmla="*/ 306 w 116909"/>
                <a:gd name="connsiteY3" fmla="*/ 33414 h 233585"/>
                <a:gd name="connsiteX4" fmla="*/ 46716 w 116909"/>
                <a:gd name="connsiteY4" fmla="*/ 24295 h 233585"/>
                <a:gd name="connsiteX5" fmla="*/ 46716 w 116909"/>
                <a:gd name="connsiteY5" fmla="*/ 205973 h 233585"/>
                <a:gd name="connsiteX6" fmla="*/ 13768 w 116909"/>
                <a:gd name="connsiteY6" fmla="*/ 222808 h 233585"/>
                <a:gd name="connsiteX7" fmla="*/ 2432 w 116909"/>
                <a:gd name="connsiteY7" fmla="*/ 222808 h 233585"/>
                <a:gd name="connsiteX8" fmla="*/ 2432 w 116909"/>
                <a:gd name="connsiteY8" fmla="*/ 233680 h 233585"/>
                <a:gd name="connsiteX9" fmla="*/ 59824 w 116909"/>
                <a:gd name="connsiteY9" fmla="*/ 232628 h 233585"/>
                <a:gd name="connsiteX10" fmla="*/ 117216 w 116909"/>
                <a:gd name="connsiteY10" fmla="*/ 233680 h 233585"/>
                <a:gd name="connsiteX11" fmla="*/ 117216 w 116909"/>
                <a:gd name="connsiteY11" fmla="*/ 222808 h 233585"/>
                <a:gd name="connsiteX12" fmla="*/ 105879 w 116909"/>
                <a:gd name="connsiteY12" fmla="*/ 222808 h 233585"/>
                <a:gd name="connsiteX13" fmla="*/ 72932 w 116909"/>
                <a:gd name="connsiteY13" fmla="*/ 205973 h 233585"/>
                <a:gd name="connsiteX14" fmla="*/ 72932 w 116909"/>
                <a:gd name="connsiteY14" fmla="*/ 9214 h 233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3585">
                  <a:moveTo>
                    <a:pt x="72932" y="9214"/>
                  </a:moveTo>
                  <a:cubicBezTo>
                    <a:pt x="72932" y="796"/>
                    <a:pt x="72932" y="95"/>
                    <a:pt x="64784" y="95"/>
                  </a:cubicBezTo>
                  <a:cubicBezTo>
                    <a:pt x="42819" y="22541"/>
                    <a:pt x="11643" y="22541"/>
                    <a:pt x="306" y="22541"/>
                  </a:cubicBezTo>
                  <a:lnTo>
                    <a:pt x="306" y="33414"/>
                  </a:lnTo>
                  <a:cubicBezTo>
                    <a:pt x="7392" y="33414"/>
                    <a:pt x="28294" y="33414"/>
                    <a:pt x="46716" y="24295"/>
                  </a:cubicBezTo>
                  <a:lnTo>
                    <a:pt x="46716" y="205973"/>
                  </a:lnTo>
                  <a:cubicBezTo>
                    <a:pt x="46716" y="218599"/>
                    <a:pt x="45653" y="222808"/>
                    <a:pt x="13768" y="222808"/>
                  </a:cubicBezTo>
                  <a:lnTo>
                    <a:pt x="2432" y="222808"/>
                  </a:lnTo>
                  <a:lnTo>
                    <a:pt x="2432" y="233680"/>
                  </a:lnTo>
                  <a:cubicBezTo>
                    <a:pt x="14831" y="232628"/>
                    <a:pt x="45653" y="232628"/>
                    <a:pt x="59824" y="232628"/>
                  </a:cubicBezTo>
                  <a:cubicBezTo>
                    <a:pt x="73995" y="232628"/>
                    <a:pt x="104816" y="232628"/>
                    <a:pt x="117216" y="233680"/>
                  </a:cubicBezTo>
                  <a:lnTo>
                    <a:pt x="117216" y="222808"/>
                  </a:lnTo>
                  <a:lnTo>
                    <a:pt x="105879" y="222808"/>
                  </a:lnTo>
                  <a:cubicBezTo>
                    <a:pt x="73995" y="222808"/>
                    <a:pt x="72932" y="218950"/>
                    <a:pt x="72932" y="205973"/>
                  </a:cubicBezTo>
                  <a:lnTo>
                    <a:pt x="72932" y="9214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3994370-0CC8-6CC5-8357-59AEA59392DE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13622199" y="5645349"/>
              <a:ext cx="141354" cy="241301"/>
            </a:xfrm>
            <a:custGeom>
              <a:avLst/>
              <a:gdLst>
                <a:gd name="connsiteX0" fmla="*/ 141665 w 141354"/>
                <a:gd name="connsiteY0" fmla="*/ 163184 h 241301"/>
                <a:gd name="connsiteX1" fmla="*/ 74354 w 141354"/>
                <a:gd name="connsiteY1" fmla="*/ 86374 h 241301"/>
                <a:gd name="connsiteX2" fmla="*/ 29361 w 141354"/>
                <a:gd name="connsiteY2" fmla="*/ 104261 h 241301"/>
                <a:gd name="connsiteX3" fmla="*/ 29361 w 141354"/>
                <a:gd name="connsiteY3" fmla="*/ 35869 h 241301"/>
                <a:gd name="connsiteX4" fmla="*/ 59474 w 141354"/>
                <a:gd name="connsiteY4" fmla="*/ 40429 h 241301"/>
                <a:gd name="connsiteX5" fmla="*/ 127849 w 141354"/>
                <a:gd name="connsiteY5" fmla="*/ 3953 h 241301"/>
                <a:gd name="connsiteX6" fmla="*/ 124306 w 141354"/>
                <a:gd name="connsiteY6" fmla="*/ 95 h 241301"/>
                <a:gd name="connsiteX7" fmla="*/ 121472 w 141354"/>
                <a:gd name="connsiteY7" fmla="*/ 1147 h 241301"/>
                <a:gd name="connsiteX8" fmla="*/ 73291 w 141354"/>
                <a:gd name="connsiteY8" fmla="*/ 11318 h 241301"/>
                <a:gd name="connsiteX9" fmla="*/ 26173 w 141354"/>
                <a:gd name="connsiteY9" fmla="*/ 1498 h 241301"/>
                <a:gd name="connsiteX10" fmla="*/ 21922 w 141354"/>
                <a:gd name="connsiteY10" fmla="*/ 446 h 241301"/>
                <a:gd name="connsiteX11" fmla="*/ 18379 w 141354"/>
                <a:gd name="connsiteY11" fmla="*/ 8863 h 241301"/>
                <a:gd name="connsiteX12" fmla="*/ 18379 w 141354"/>
                <a:gd name="connsiteY12" fmla="*/ 112679 h 241301"/>
                <a:gd name="connsiteX13" fmla="*/ 23339 w 141354"/>
                <a:gd name="connsiteY13" fmla="*/ 121798 h 241301"/>
                <a:gd name="connsiteX14" fmla="*/ 27944 w 141354"/>
                <a:gd name="connsiteY14" fmla="*/ 118641 h 241301"/>
                <a:gd name="connsiteX15" fmla="*/ 73645 w 141354"/>
                <a:gd name="connsiteY15" fmla="*/ 94090 h 241301"/>
                <a:gd name="connsiteX16" fmla="*/ 103758 w 141354"/>
                <a:gd name="connsiteY16" fmla="*/ 116537 h 241301"/>
                <a:gd name="connsiteX17" fmla="*/ 110135 w 141354"/>
                <a:gd name="connsiteY17" fmla="*/ 160729 h 241301"/>
                <a:gd name="connsiteX18" fmla="*/ 101633 w 141354"/>
                <a:gd name="connsiteY18" fmla="*/ 208778 h 241301"/>
                <a:gd name="connsiteX19" fmla="*/ 63726 w 141354"/>
                <a:gd name="connsiteY19" fmla="*/ 231576 h 241301"/>
                <a:gd name="connsiteX20" fmla="*/ 11648 w 141354"/>
                <a:gd name="connsiteY20" fmla="*/ 192294 h 241301"/>
                <a:gd name="connsiteX21" fmla="*/ 17670 w 141354"/>
                <a:gd name="connsiteY21" fmla="*/ 192996 h 241301"/>
                <a:gd name="connsiteX22" fmla="*/ 35384 w 141354"/>
                <a:gd name="connsiteY22" fmla="*/ 175810 h 241301"/>
                <a:gd name="connsiteX23" fmla="*/ 17670 w 141354"/>
                <a:gd name="connsiteY23" fmla="*/ 158624 h 241301"/>
                <a:gd name="connsiteX24" fmla="*/ 311 w 141354"/>
                <a:gd name="connsiteY24" fmla="*/ 177213 h 241301"/>
                <a:gd name="connsiteX25" fmla="*/ 64434 w 141354"/>
                <a:gd name="connsiteY25" fmla="*/ 241396 h 241301"/>
                <a:gd name="connsiteX26" fmla="*/ 141665 w 141354"/>
                <a:gd name="connsiteY26" fmla="*/ 163184 h 24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1301">
                  <a:moveTo>
                    <a:pt x="141665" y="163184"/>
                  </a:moveTo>
                  <a:cubicBezTo>
                    <a:pt x="141665" y="121447"/>
                    <a:pt x="112615" y="86374"/>
                    <a:pt x="74354" y="86374"/>
                  </a:cubicBezTo>
                  <a:cubicBezTo>
                    <a:pt x="57349" y="86374"/>
                    <a:pt x="42115" y="91986"/>
                    <a:pt x="29361" y="104261"/>
                  </a:cubicBezTo>
                  <a:lnTo>
                    <a:pt x="29361" y="35869"/>
                  </a:lnTo>
                  <a:cubicBezTo>
                    <a:pt x="36447" y="37974"/>
                    <a:pt x="48138" y="40429"/>
                    <a:pt x="59474" y="40429"/>
                  </a:cubicBezTo>
                  <a:cubicBezTo>
                    <a:pt x="103050" y="40429"/>
                    <a:pt x="127849" y="8512"/>
                    <a:pt x="127849" y="3953"/>
                  </a:cubicBezTo>
                  <a:cubicBezTo>
                    <a:pt x="127849" y="1848"/>
                    <a:pt x="126786" y="95"/>
                    <a:pt x="124306" y="95"/>
                  </a:cubicBezTo>
                  <a:cubicBezTo>
                    <a:pt x="123952" y="95"/>
                    <a:pt x="123243" y="95"/>
                    <a:pt x="121472" y="1147"/>
                  </a:cubicBezTo>
                  <a:cubicBezTo>
                    <a:pt x="114387" y="4304"/>
                    <a:pt x="97027" y="11318"/>
                    <a:pt x="73291" y="11318"/>
                  </a:cubicBezTo>
                  <a:cubicBezTo>
                    <a:pt x="59120" y="11318"/>
                    <a:pt x="42824" y="8863"/>
                    <a:pt x="26173" y="1498"/>
                  </a:cubicBezTo>
                  <a:cubicBezTo>
                    <a:pt x="23339" y="446"/>
                    <a:pt x="22630" y="446"/>
                    <a:pt x="21922" y="446"/>
                  </a:cubicBezTo>
                  <a:cubicBezTo>
                    <a:pt x="18379" y="446"/>
                    <a:pt x="18379" y="3251"/>
                    <a:pt x="18379" y="8863"/>
                  </a:cubicBezTo>
                  <a:lnTo>
                    <a:pt x="18379" y="112679"/>
                  </a:lnTo>
                  <a:cubicBezTo>
                    <a:pt x="18379" y="118992"/>
                    <a:pt x="18379" y="121798"/>
                    <a:pt x="23339" y="121798"/>
                  </a:cubicBezTo>
                  <a:cubicBezTo>
                    <a:pt x="25819" y="121798"/>
                    <a:pt x="26527" y="120746"/>
                    <a:pt x="27944" y="118641"/>
                  </a:cubicBezTo>
                  <a:cubicBezTo>
                    <a:pt x="31841" y="113030"/>
                    <a:pt x="44949" y="94090"/>
                    <a:pt x="73645" y="94090"/>
                  </a:cubicBezTo>
                  <a:cubicBezTo>
                    <a:pt x="92067" y="94090"/>
                    <a:pt x="100924" y="110224"/>
                    <a:pt x="103758" y="116537"/>
                  </a:cubicBezTo>
                  <a:cubicBezTo>
                    <a:pt x="109427" y="129514"/>
                    <a:pt x="110135" y="143192"/>
                    <a:pt x="110135" y="160729"/>
                  </a:cubicBezTo>
                  <a:cubicBezTo>
                    <a:pt x="110135" y="173004"/>
                    <a:pt x="110135" y="194048"/>
                    <a:pt x="101633" y="208778"/>
                  </a:cubicBezTo>
                  <a:cubicBezTo>
                    <a:pt x="93130" y="222457"/>
                    <a:pt x="80022" y="231576"/>
                    <a:pt x="63726" y="231576"/>
                  </a:cubicBezTo>
                  <a:cubicBezTo>
                    <a:pt x="37864" y="231576"/>
                    <a:pt x="17670" y="212987"/>
                    <a:pt x="11648" y="192294"/>
                  </a:cubicBezTo>
                  <a:cubicBezTo>
                    <a:pt x="12711" y="192645"/>
                    <a:pt x="13773" y="192996"/>
                    <a:pt x="17670" y="192996"/>
                  </a:cubicBezTo>
                  <a:cubicBezTo>
                    <a:pt x="29361" y="192996"/>
                    <a:pt x="35384" y="184227"/>
                    <a:pt x="35384" y="175810"/>
                  </a:cubicBezTo>
                  <a:cubicBezTo>
                    <a:pt x="35384" y="167392"/>
                    <a:pt x="29361" y="158624"/>
                    <a:pt x="17670" y="158624"/>
                  </a:cubicBezTo>
                  <a:cubicBezTo>
                    <a:pt x="12711" y="158624"/>
                    <a:pt x="311" y="161079"/>
                    <a:pt x="311" y="177213"/>
                  </a:cubicBezTo>
                  <a:cubicBezTo>
                    <a:pt x="311" y="207376"/>
                    <a:pt x="24756" y="241396"/>
                    <a:pt x="64434" y="241396"/>
                  </a:cubicBezTo>
                  <a:cubicBezTo>
                    <a:pt x="105530" y="241396"/>
                    <a:pt x="141665" y="207726"/>
                    <a:pt x="141665" y="163184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8F993A7-D629-2D37-6450-1321BE060C74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13812089" y="5841757"/>
              <a:ext cx="37552" cy="37177"/>
            </a:xfrm>
            <a:custGeom>
              <a:avLst/>
              <a:gdLst>
                <a:gd name="connsiteX0" fmla="*/ 37869 w 37552"/>
                <a:gd name="connsiteY0" fmla="*/ 18683 h 37177"/>
                <a:gd name="connsiteX1" fmla="*/ 19093 w 37552"/>
                <a:gd name="connsiteY1" fmla="*/ 95 h 37177"/>
                <a:gd name="connsiteX2" fmla="*/ 316 w 37552"/>
                <a:gd name="connsiteY2" fmla="*/ 18683 h 37177"/>
                <a:gd name="connsiteX3" fmla="*/ 19093 w 37552"/>
                <a:gd name="connsiteY3" fmla="*/ 37272 h 37177"/>
                <a:gd name="connsiteX4" fmla="*/ 37869 w 37552"/>
                <a:gd name="connsiteY4" fmla="*/ 18683 h 3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177">
                  <a:moveTo>
                    <a:pt x="37869" y="18683"/>
                  </a:moveTo>
                  <a:cubicBezTo>
                    <a:pt x="37869" y="8512"/>
                    <a:pt x="29366" y="95"/>
                    <a:pt x="19093" y="95"/>
                  </a:cubicBezTo>
                  <a:cubicBezTo>
                    <a:pt x="8819" y="95"/>
                    <a:pt x="316" y="8512"/>
                    <a:pt x="316" y="18683"/>
                  </a:cubicBezTo>
                  <a:cubicBezTo>
                    <a:pt x="316" y="28855"/>
                    <a:pt x="8819" y="37272"/>
                    <a:pt x="19093" y="37272"/>
                  </a:cubicBezTo>
                  <a:cubicBezTo>
                    <a:pt x="29366" y="37272"/>
                    <a:pt x="37869" y="28855"/>
                    <a:pt x="37869" y="18683"/>
                  </a:cubicBez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504A29D-47D3-D9C8-81F2-F1C9FA6ED141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13897744" y="5645349"/>
              <a:ext cx="141354" cy="233585"/>
            </a:xfrm>
            <a:custGeom>
              <a:avLst/>
              <a:gdLst>
                <a:gd name="connsiteX0" fmla="*/ 27598 w 141354"/>
                <a:gd name="connsiteY0" fmla="*/ 206674 h 233585"/>
                <a:gd name="connsiteX1" fmla="*/ 65151 w 141354"/>
                <a:gd name="connsiteY1" fmla="*/ 170549 h 233585"/>
                <a:gd name="connsiteX2" fmla="*/ 141673 w 141354"/>
                <a:gd name="connsiteY2" fmla="*/ 68136 h 233585"/>
                <a:gd name="connsiteX3" fmla="*/ 66568 w 141354"/>
                <a:gd name="connsiteY3" fmla="*/ 95 h 233585"/>
                <a:gd name="connsiteX4" fmla="*/ 319 w 141354"/>
                <a:gd name="connsiteY4" fmla="*/ 63577 h 233585"/>
                <a:gd name="connsiteX5" fmla="*/ 19095 w 141354"/>
                <a:gd name="connsiteY5" fmla="*/ 83218 h 233585"/>
                <a:gd name="connsiteX6" fmla="*/ 37517 w 141354"/>
                <a:gd name="connsiteY6" fmla="*/ 64629 h 233585"/>
                <a:gd name="connsiteX7" fmla="*/ 18741 w 141354"/>
                <a:gd name="connsiteY7" fmla="*/ 46391 h 233585"/>
                <a:gd name="connsiteX8" fmla="*/ 14135 w 141354"/>
                <a:gd name="connsiteY8" fmla="*/ 46742 h 233585"/>
                <a:gd name="connsiteX9" fmla="*/ 61962 w 141354"/>
                <a:gd name="connsiteY9" fmla="*/ 10967 h 233585"/>
                <a:gd name="connsiteX10" fmla="*/ 109435 w 141354"/>
                <a:gd name="connsiteY10" fmla="*/ 68136 h 233585"/>
                <a:gd name="connsiteX11" fmla="*/ 72236 w 141354"/>
                <a:gd name="connsiteY11" fmla="*/ 145647 h 233585"/>
                <a:gd name="connsiteX12" fmla="*/ 4216 w 141354"/>
                <a:gd name="connsiteY12" fmla="*/ 220703 h 233585"/>
                <a:gd name="connsiteX13" fmla="*/ 319 w 141354"/>
                <a:gd name="connsiteY13" fmla="*/ 233680 h 233585"/>
                <a:gd name="connsiteX14" fmla="*/ 131754 w 141354"/>
                <a:gd name="connsiteY14" fmla="*/ 233680 h 233585"/>
                <a:gd name="connsiteX15" fmla="*/ 141673 w 141354"/>
                <a:gd name="connsiteY15" fmla="*/ 172653 h 233585"/>
                <a:gd name="connsiteX16" fmla="*/ 132816 w 141354"/>
                <a:gd name="connsiteY16" fmla="*/ 172653 h 233585"/>
                <a:gd name="connsiteX17" fmla="*/ 125022 w 141354"/>
                <a:gd name="connsiteY17" fmla="*/ 203868 h 233585"/>
                <a:gd name="connsiteX18" fmla="*/ 91367 w 141354"/>
                <a:gd name="connsiteY18" fmla="*/ 206674 h 233585"/>
                <a:gd name="connsiteX19" fmla="*/ 27598 w 141354"/>
                <a:gd name="connsiteY19" fmla="*/ 206674 h 233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354" h="233585">
                  <a:moveTo>
                    <a:pt x="27598" y="206674"/>
                  </a:moveTo>
                  <a:lnTo>
                    <a:pt x="65151" y="170549"/>
                  </a:lnTo>
                  <a:cubicBezTo>
                    <a:pt x="120417" y="122148"/>
                    <a:pt x="141673" y="103209"/>
                    <a:pt x="141673" y="68136"/>
                  </a:cubicBezTo>
                  <a:cubicBezTo>
                    <a:pt x="141673" y="28153"/>
                    <a:pt x="109789" y="95"/>
                    <a:pt x="66568" y="95"/>
                  </a:cubicBezTo>
                  <a:cubicBezTo>
                    <a:pt x="26535" y="95"/>
                    <a:pt x="319" y="32362"/>
                    <a:pt x="319" y="63577"/>
                  </a:cubicBezTo>
                  <a:cubicBezTo>
                    <a:pt x="319" y="83218"/>
                    <a:pt x="18032" y="83218"/>
                    <a:pt x="19095" y="83218"/>
                  </a:cubicBezTo>
                  <a:cubicBezTo>
                    <a:pt x="25118" y="83218"/>
                    <a:pt x="37517" y="79009"/>
                    <a:pt x="37517" y="64629"/>
                  </a:cubicBezTo>
                  <a:cubicBezTo>
                    <a:pt x="37517" y="55510"/>
                    <a:pt x="31141" y="46391"/>
                    <a:pt x="18741" y="46391"/>
                  </a:cubicBezTo>
                  <a:cubicBezTo>
                    <a:pt x="15907" y="46391"/>
                    <a:pt x="15198" y="46391"/>
                    <a:pt x="14135" y="46742"/>
                  </a:cubicBezTo>
                  <a:cubicBezTo>
                    <a:pt x="22284" y="23944"/>
                    <a:pt x="41414" y="10967"/>
                    <a:pt x="61962" y="10967"/>
                  </a:cubicBezTo>
                  <a:cubicBezTo>
                    <a:pt x="94201" y="10967"/>
                    <a:pt x="109435" y="39376"/>
                    <a:pt x="109435" y="68136"/>
                  </a:cubicBezTo>
                  <a:cubicBezTo>
                    <a:pt x="109435" y="96195"/>
                    <a:pt x="91721" y="123902"/>
                    <a:pt x="72236" y="145647"/>
                  </a:cubicBezTo>
                  <a:lnTo>
                    <a:pt x="4216" y="220703"/>
                  </a:lnTo>
                  <a:cubicBezTo>
                    <a:pt x="319" y="224561"/>
                    <a:pt x="319" y="225263"/>
                    <a:pt x="319" y="233680"/>
                  </a:cubicBezTo>
                  <a:lnTo>
                    <a:pt x="131754" y="233680"/>
                  </a:lnTo>
                  <a:lnTo>
                    <a:pt x="141673" y="172653"/>
                  </a:lnTo>
                  <a:lnTo>
                    <a:pt x="132816" y="172653"/>
                  </a:lnTo>
                  <a:cubicBezTo>
                    <a:pt x="131045" y="183175"/>
                    <a:pt x="128565" y="198607"/>
                    <a:pt x="125022" y="203868"/>
                  </a:cubicBezTo>
                  <a:cubicBezTo>
                    <a:pt x="122543" y="206674"/>
                    <a:pt x="99161" y="206674"/>
                    <a:pt x="91367" y="206674"/>
                  </a:cubicBezTo>
                  <a:lnTo>
                    <a:pt x="27598" y="206674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146B791-FFB7-1B10-D8FF-E3974A7B5C6C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4458820" y="5584324"/>
              <a:ext cx="14170" cy="420874"/>
            </a:xfrm>
            <a:custGeom>
              <a:avLst/>
              <a:gdLst>
                <a:gd name="connsiteX0" fmla="*/ 0 w 14170"/>
                <a:gd name="connsiteY0" fmla="*/ 0 h 420874"/>
                <a:gd name="connsiteX1" fmla="*/ 14170 w 14170"/>
                <a:gd name="connsiteY1" fmla="*/ 0 h 420874"/>
                <a:gd name="connsiteX2" fmla="*/ 14170 w 14170"/>
                <a:gd name="connsiteY2" fmla="*/ 420874 h 420874"/>
                <a:gd name="connsiteX3" fmla="*/ 0 w 14170"/>
                <a:gd name="connsiteY3" fmla="*/ 420874 h 420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20874">
                  <a:moveTo>
                    <a:pt x="0" y="0"/>
                  </a:moveTo>
                  <a:lnTo>
                    <a:pt x="14170" y="0"/>
                  </a:lnTo>
                  <a:lnTo>
                    <a:pt x="14170" y="420874"/>
                  </a:lnTo>
                  <a:lnTo>
                    <a:pt x="0" y="420874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F394E63-E476-F582-BE29-6E7CC9003535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7222340" y="6005198"/>
              <a:ext cx="7250650" cy="14028"/>
            </a:xfrm>
            <a:custGeom>
              <a:avLst/>
              <a:gdLst>
                <a:gd name="connsiteX0" fmla="*/ 0 w 7250650"/>
                <a:gd name="connsiteY0" fmla="*/ 0 h 14028"/>
                <a:gd name="connsiteX1" fmla="*/ 7250651 w 7250650"/>
                <a:gd name="connsiteY1" fmla="*/ 0 h 14028"/>
                <a:gd name="connsiteX2" fmla="*/ 7250651 w 7250650"/>
                <a:gd name="connsiteY2" fmla="*/ 14029 h 14028"/>
                <a:gd name="connsiteX3" fmla="*/ 0 w 7250650"/>
                <a:gd name="connsiteY3" fmla="*/ 14029 h 14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0" h="14028">
                  <a:moveTo>
                    <a:pt x="0" y="0"/>
                  </a:moveTo>
                  <a:lnTo>
                    <a:pt x="7250651" y="0"/>
                  </a:lnTo>
                  <a:lnTo>
                    <a:pt x="7250651" y="14029"/>
                  </a:lnTo>
                  <a:lnTo>
                    <a:pt x="0" y="14029"/>
                  </a:lnTo>
                  <a:close/>
                </a:path>
              </a:pathLst>
            </a:custGeom>
            <a:solidFill>
              <a:srgbClr val="FFFFFF"/>
            </a:solidFill>
            <a:ln w="355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74CA82C-6C25-60A5-F4DA-9A296DD70D3E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331814" y="2465328"/>
            <a:ext cx="1448962" cy="328264"/>
            <a:chOff x="10099398" y="5295668"/>
            <a:chExt cx="1448962" cy="328264"/>
          </a:xfrm>
          <a:solidFill>
            <a:schemeClr val="tx1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DAF17BA-79FB-5B6C-AD4B-A0765E935122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0099398" y="5394719"/>
              <a:ext cx="163319" cy="229213"/>
            </a:xfrm>
            <a:custGeom>
              <a:avLst/>
              <a:gdLst>
                <a:gd name="connsiteX0" fmla="*/ 162114 w 163319"/>
                <a:gd name="connsiteY0" fmla="*/ 21695 h 229213"/>
                <a:gd name="connsiteX1" fmla="*/ 163531 w 163319"/>
                <a:gd name="connsiteY1" fmla="*/ 13547 h 229213"/>
                <a:gd name="connsiteX2" fmla="*/ 153258 w 163319"/>
                <a:gd name="connsiteY2" fmla="*/ 3982 h 229213"/>
                <a:gd name="connsiteX3" fmla="*/ 140858 w 163319"/>
                <a:gd name="connsiteY3" fmla="*/ 11421 h 229213"/>
                <a:gd name="connsiteX4" fmla="*/ 135898 w 163319"/>
                <a:gd name="connsiteY4" fmla="*/ 30552 h 229213"/>
                <a:gd name="connsiteX5" fmla="*/ 128813 w 163319"/>
                <a:gd name="connsiteY5" fmla="*/ 58894 h 229213"/>
                <a:gd name="connsiteX6" fmla="*/ 112871 w 163319"/>
                <a:gd name="connsiteY6" fmla="*/ 122663 h 229213"/>
                <a:gd name="connsiteX7" fmla="*/ 72838 w 163319"/>
                <a:gd name="connsiteY7" fmla="*/ 152776 h 229213"/>
                <a:gd name="connsiteX8" fmla="*/ 50873 w 163319"/>
                <a:gd name="connsiteY8" fmla="*/ 124080 h 229213"/>
                <a:gd name="connsiteX9" fmla="*/ 68941 w 163319"/>
                <a:gd name="connsiteY9" fmla="*/ 54643 h 229213"/>
                <a:gd name="connsiteX10" fmla="*/ 76026 w 163319"/>
                <a:gd name="connsiteY10" fmla="*/ 29135 h 229213"/>
                <a:gd name="connsiteX11" fmla="*/ 46976 w 163319"/>
                <a:gd name="connsiteY11" fmla="*/ 85 h 229213"/>
                <a:gd name="connsiteX12" fmla="*/ 212 w 163319"/>
                <a:gd name="connsiteY12" fmla="*/ 54643 h 229213"/>
                <a:gd name="connsiteX13" fmla="*/ 4464 w 163319"/>
                <a:gd name="connsiteY13" fmla="*/ 58185 h 229213"/>
                <a:gd name="connsiteX14" fmla="*/ 10132 w 163319"/>
                <a:gd name="connsiteY14" fmla="*/ 51808 h 229213"/>
                <a:gd name="connsiteX15" fmla="*/ 45913 w 163319"/>
                <a:gd name="connsiteY15" fmla="*/ 7879 h 229213"/>
                <a:gd name="connsiteX16" fmla="*/ 54770 w 163319"/>
                <a:gd name="connsiteY16" fmla="*/ 19215 h 229213"/>
                <a:gd name="connsiteX17" fmla="*/ 48747 w 163319"/>
                <a:gd name="connsiteY17" fmla="*/ 44014 h 229213"/>
                <a:gd name="connsiteX18" fmla="*/ 28200 w 163319"/>
                <a:gd name="connsiteY18" fmla="*/ 118411 h 229213"/>
                <a:gd name="connsiteX19" fmla="*/ 71421 w 163319"/>
                <a:gd name="connsiteY19" fmla="*/ 160570 h 229213"/>
                <a:gd name="connsiteX20" fmla="*/ 107202 w 163319"/>
                <a:gd name="connsiteY20" fmla="*/ 144627 h 229213"/>
                <a:gd name="connsiteX21" fmla="*/ 84175 w 163319"/>
                <a:gd name="connsiteY21" fmla="*/ 199185 h 229213"/>
                <a:gd name="connsiteX22" fmla="*/ 45205 w 163319"/>
                <a:gd name="connsiteY22" fmla="*/ 221504 h 229213"/>
                <a:gd name="connsiteX23" fmla="*/ 18280 w 163319"/>
                <a:gd name="connsiteY23" fmla="*/ 206625 h 229213"/>
                <a:gd name="connsiteX24" fmla="*/ 33514 w 163319"/>
                <a:gd name="connsiteY24" fmla="*/ 202374 h 229213"/>
                <a:gd name="connsiteX25" fmla="*/ 40599 w 163319"/>
                <a:gd name="connsiteY25" fmla="*/ 187849 h 229213"/>
                <a:gd name="connsiteX26" fmla="*/ 27491 w 163319"/>
                <a:gd name="connsiteY26" fmla="*/ 175449 h 229213"/>
                <a:gd name="connsiteX27" fmla="*/ 7652 w 163319"/>
                <a:gd name="connsiteY27" fmla="*/ 198477 h 229213"/>
                <a:gd name="connsiteX28" fmla="*/ 45205 w 163319"/>
                <a:gd name="connsiteY28" fmla="*/ 229298 h 229213"/>
                <a:gd name="connsiteX29" fmla="*/ 128104 w 163319"/>
                <a:gd name="connsiteY29" fmla="*/ 157027 h 229213"/>
                <a:gd name="connsiteX30" fmla="*/ 162114 w 163319"/>
                <a:gd name="connsiteY30" fmla="*/ 21695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29213">
                  <a:moveTo>
                    <a:pt x="162114" y="21695"/>
                  </a:moveTo>
                  <a:cubicBezTo>
                    <a:pt x="163531" y="16735"/>
                    <a:pt x="163531" y="16027"/>
                    <a:pt x="163531" y="13547"/>
                  </a:cubicBezTo>
                  <a:cubicBezTo>
                    <a:pt x="163531" y="7170"/>
                    <a:pt x="158572" y="3982"/>
                    <a:pt x="153258" y="3982"/>
                  </a:cubicBezTo>
                  <a:cubicBezTo>
                    <a:pt x="149715" y="3982"/>
                    <a:pt x="144046" y="6107"/>
                    <a:pt x="140858" y="11421"/>
                  </a:cubicBezTo>
                  <a:cubicBezTo>
                    <a:pt x="140149" y="13193"/>
                    <a:pt x="137315" y="24175"/>
                    <a:pt x="135898" y="30552"/>
                  </a:cubicBezTo>
                  <a:cubicBezTo>
                    <a:pt x="133418" y="39763"/>
                    <a:pt x="130938" y="49328"/>
                    <a:pt x="128813" y="58894"/>
                  </a:cubicBezTo>
                  <a:lnTo>
                    <a:pt x="112871" y="122663"/>
                  </a:lnTo>
                  <a:cubicBezTo>
                    <a:pt x="111454" y="127977"/>
                    <a:pt x="96220" y="152776"/>
                    <a:pt x="72838" y="152776"/>
                  </a:cubicBezTo>
                  <a:cubicBezTo>
                    <a:pt x="54770" y="152776"/>
                    <a:pt x="50873" y="137188"/>
                    <a:pt x="50873" y="124080"/>
                  </a:cubicBezTo>
                  <a:cubicBezTo>
                    <a:pt x="50873" y="107783"/>
                    <a:pt x="56896" y="85818"/>
                    <a:pt x="68941" y="54643"/>
                  </a:cubicBezTo>
                  <a:cubicBezTo>
                    <a:pt x="74609" y="40117"/>
                    <a:pt x="76026" y="36220"/>
                    <a:pt x="76026" y="29135"/>
                  </a:cubicBezTo>
                  <a:cubicBezTo>
                    <a:pt x="76026" y="13193"/>
                    <a:pt x="64690" y="85"/>
                    <a:pt x="46976" y="85"/>
                  </a:cubicBezTo>
                  <a:cubicBezTo>
                    <a:pt x="13320" y="85"/>
                    <a:pt x="212" y="51454"/>
                    <a:pt x="212" y="54643"/>
                  </a:cubicBezTo>
                  <a:cubicBezTo>
                    <a:pt x="212" y="58185"/>
                    <a:pt x="3755" y="58185"/>
                    <a:pt x="4464" y="58185"/>
                  </a:cubicBezTo>
                  <a:cubicBezTo>
                    <a:pt x="8006" y="58185"/>
                    <a:pt x="8361" y="57477"/>
                    <a:pt x="10132" y="51808"/>
                  </a:cubicBezTo>
                  <a:cubicBezTo>
                    <a:pt x="19697" y="18507"/>
                    <a:pt x="33868" y="7879"/>
                    <a:pt x="45913" y="7879"/>
                  </a:cubicBezTo>
                  <a:cubicBezTo>
                    <a:pt x="48747" y="7879"/>
                    <a:pt x="54770" y="7879"/>
                    <a:pt x="54770" y="19215"/>
                  </a:cubicBezTo>
                  <a:cubicBezTo>
                    <a:pt x="54770" y="28072"/>
                    <a:pt x="51227" y="37283"/>
                    <a:pt x="48747" y="44014"/>
                  </a:cubicBezTo>
                  <a:cubicBezTo>
                    <a:pt x="34577" y="81567"/>
                    <a:pt x="28200" y="101761"/>
                    <a:pt x="28200" y="118411"/>
                  </a:cubicBezTo>
                  <a:cubicBezTo>
                    <a:pt x="28200" y="149942"/>
                    <a:pt x="50519" y="160570"/>
                    <a:pt x="71421" y="160570"/>
                  </a:cubicBezTo>
                  <a:cubicBezTo>
                    <a:pt x="85237" y="160570"/>
                    <a:pt x="97283" y="154547"/>
                    <a:pt x="107202" y="144627"/>
                  </a:cubicBezTo>
                  <a:cubicBezTo>
                    <a:pt x="102597" y="163050"/>
                    <a:pt x="98345" y="180409"/>
                    <a:pt x="84175" y="199185"/>
                  </a:cubicBezTo>
                  <a:cubicBezTo>
                    <a:pt x="74964" y="211231"/>
                    <a:pt x="61501" y="221504"/>
                    <a:pt x="45205" y="221504"/>
                  </a:cubicBezTo>
                  <a:cubicBezTo>
                    <a:pt x="40245" y="221504"/>
                    <a:pt x="24303" y="220442"/>
                    <a:pt x="18280" y="206625"/>
                  </a:cubicBezTo>
                  <a:cubicBezTo>
                    <a:pt x="23948" y="206625"/>
                    <a:pt x="28554" y="206625"/>
                    <a:pt x="33514" y="202374"/>
                  </a:cubicBezTo>
                  <a:cubicBezTo>
                    <a:pt x="37057" y="199185"/>
                    <a:pt x="40599" y="194580"/>
                    <a:pt x="40599" y="187849"/>
                  </a:cubicBezTo>
                  <a:cubicBezTo>
                    <a:pt x="40599" y="176866"/>
                    <a:pt x="31034" y="175449"/>
                    <a:pt x="27491" y="175449"/>
                  </a:cubicBezTo>
                  <a:cubicBezTo>
                    <a:pt x="19343" y="175449"/>
                    <a:pt x="7652" y="181117"/>
                    <a:pt x="7652" y="198477"/>
                  </a:cubicBezTo>
                  <a:cubicBezTo>
                    <a:pt x="7652" y="216190"/>
                    <a:pt x="23240" y="229298"/>
                    <a:pt x="45205" y="229298"/>
                  </a:cubicBezTo>
                  <a:cubicBezTo>
                    <a:pt x="81695" y="229298"/>
                    <a:pt x="118185" y="197060"/>
                    <a:pt x="128104" y="157027"/>
                  </a:cubicBezTo>
                  <a:lnTo>
                    <a:pt x="162114" y="21695"/>
                  </a:lnTo>
                  <a:close/>
                </a:path>
              </a:pathLst>
            </a:custGeom>
            <a:grpFill/>
            <a:ln w="353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F812F1B-8BCD-028B-D5E0-A07A752C3FDC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0393773" y="5421289"/>
              <a:ext cx="235590" cy="82899"/>
            </a:xfrm>
            <a:custGeom>
              <a:avLst/>
              <a:gdLst>
                <a:gd name="connsiteX0" fmla="*/ 223766 w 235590"/>
                <a:gd name="connsiteY0" fmla="*/ 14256 h 82899"/>
                <a:gd name="connsiteX1" fmla="*/ 235811 w 235590"/>
                <a:gd name="connsiteY1" fmla="*/ 7170 h 82899"/>
                <a:gd name="connsiteX2" fmla="*/ 224120 w 235590"/>
                <a:gd name="connsiteY2" fmla="*/ 85 h 82899"/>
                <a:gd name="connsiteX3" fmla="*/ 11911 w 235590"/>
                <a:gd name="connsiteY3" fmla="*/ 85 h 82899"/>
                <a:gd name="connsiteX4" fmla="*/ 220 w 235590"/>
                <a:gd name="connsiteY4" fmla="*/ 7170 h 82899"/>
                <a:gd name="connsiteX5" fmla="*/ 12266 w 235590"/>
                <a:gd name="connsiteY5" fmla="*/ 14256 h 82899"/>
                <a:gd name="connsiteX6" fmla="*/ 223766 w 235590"/>
                <a:gd name="connsiteY6" fmla="*/ 14256 h 82899"/>
                <a:gd name="connsiteX7" fmla="*/ 224120 w 235590"/>
                <a:gd name="connsiteY7" fmla="*/ 82984 h 82899"/>
                <a:gd name="connsiteX8" fmla="*/ 235811 w 235590"/>
                <a:gd name="connsiteY8" fmla="*/ 75899 h 82899"/>
                <a:gd name="connsiteX9" fmla="*/ 223766 w 235590"/>
                <a:gd name="connsiteY9" fmla="*/ 68813 h 82899"/>
                <a:gd name="connsiteX10" fmla="*/ 12266 w 235590"/>
                <a:gd name="connsiteY10" fmla="*/ 68813 h 82899"/>
                <a:gd name="connsiteX11" fmla="*/ 220 w 235590"/>
                <a:gd name="connsiteY11" fmla="*/ 75899 h 82899"/>
                <a:gd name="connsiteX12" fmla="*/ 11911 w 235590"/>
                <a:gd name="connsiteY12" fmla="*/ 82984 h 82899"/>
                <a:gd name="connsiteX13" fmla="*/ 224120 w 235590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899">
                  <a:moveTo>
                    <a:pt x="223766" y="14256"/>
                  </a:moveTo>
                  <a:cubicBezTo>
                    <a:pt x="229080" y="14256"/>
                    <a:pt x="235811" y="14256"/>
                    <a:pt x="235811" y="7170"/>
                  </a:cubicBezTo>
                  <a:cubicBezTo>
                    <a:pt x="235811" y="85"/>
                    <a:pt x="229080" y="85"/>
                    <a:pt x="224120" y="85"/>
                  </a:cubicBezTo>
                  <a:lnTo>
                    <a:pt x="11911" y="85"/>
                  </a:lnTo>
                  <a:cubicBezTo>
                    <a:pt x="6951" y="85"/>
                    <a:pt x="220" y="85"/>
                    <a:pt x="220" y="7170"/>
                  </a:cubicBezTo>
                  <a:cubicBezTo>
                    <a:pt x="220" y="14256"/>
                    <a:pt x="6951" y="14256"/>
                    <a:pt x="12266" y="14256"/>
                  </a:cubicBezTo>
                  <a:lnTo>
                    <a:pt x="223766" y="14256"/>
                  </a:lnTo>
                  <a:close/>
                  <a:moveTo>
                    <a:pt x="224120" y="82984"/>
                  </a:moveTo>
                  <a:cubicBezTo>
                    <a:pt x="229080" y="82984"/>
                    <a:pt x="235811" y="82984"/>
                    <a:pt x="235811" y="75899"/>
                  </a:cubicBezTo>
                  <a:cubicBezTo>
                    <a:pt x="235811" y="68813"/>
                    <a:pt x="229080" y="68813"/>
                    <a:pt x="223766" y="68813"/>
                  </a:cubicBezTo>
                  <a:lnTo>
                    <a:pt x="12266" y="68813"/>
                  </a:lnTo>
                  <a:cubicBezTo>
                    <a:pt x="6951" y="68813"/>
                    <a:pt x="220" y="68813"/>
                    <a:pt x="220" y="75899"/>
                  </a:cubicBezTo>
                  <a:cubicBezTo>
                    <a:pt x="220" y="82984"/>
                    <a:pt x="6951" y="82984"/>
                    <a:pt x="11911" y="82984"/>
                  </a:cubicBezTo>
                  <a:lnTo>
                    <a:pt x="224120" y="82984"/>
                  </a:lnTo>
                  <a:close/>
                </a:path>
              </a:pathLst>
            </a:custGeom>
            <a:grpFill/>
            <a:ln w="353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D44226D-FFC8-BCBA-E95A-FBB28FEB2E33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10762057" y="5394719"/>
              <a:ext cx="162256" cy="160484"/>
            </a:xfrm>
            <a:custGeom>
              <a:avLst/>
              <a:gdLst>
                <a:gd name="connsiteX0" fmla="*/ 118203 w 162256"/>
                <a:gd name="connsiteY0" fmla="*/ 22758 h 160484"/>
                <a:gd name="connsiteX1" fmla="*/ 85610 w 162256"/>
                <a:gd name="connsiteY1" fmla="*/ 85 h 160484"/>
                <a:gd name="connsiteX2" fmla="*/ 231 w 162256"/>
                <a:gd name="connsiteY2" fmla="*/ 103886 h 160484"/>
                <a:gd name="connsiteX3" fmla="*/ 47349 w 162256"/>
                <a:gd name="connsiteY3" fmla="*/ 160570 h 160484"/>
                <a:gd name="connsiteX4" fmla="*/ 93404 w 162256"/>
                <a:gd name="connsiteY4" fmla="*/ 133999 h 160484"/>
                <a:gd name="connsiteX5" fmla="*/ 125643 w 162256"/>
                <a:gd name="connsiteY5" fmla="*/ 160570 h 160484"/>
                <a:gd name="connsiteX6" fmla="*/ 151859 w 162256"/>
                <a:gd name="connsiteY6" fmla="*/ 141085 h 160484"/>
                <a:gd name="connsiteX7" fmla="*/ 162487 w 162256"/>
                <a:gd name="connsiteY7" fmla="*/ 106012 h 160484"/>
                <a:gd name="connsiteX8" fmla="*/ 158236 w 162256"/>
                <a:gd name="connsiteY8" fmla="*/ 102469 h 160484"/>
                <a:gd name="connsiteX9" fmla="*/ 153276 w 162256"/>
                <a:gd name="connsiteY9" fmla="*/ 108846 h 160484"/>
                <a:gd name="connsiteX10" fmla="*/ 126351 w 162256"/>
                <a:gd name="connsiteY10" fmla="*/ 152776 h 160484"/>
                <a:gd name="connsiteX11" fmla="*/ 115723 w 162256"/>
                <a:gd name="connsiteY11" fmla="*/ 136479 h 160484"/>
                <a:gd name="connsiteX12" fmla="*/ 120329 w 162256"/>
                <a:gd name="connsiteY12" fmla="*/ 110263 h 160484"/>
                <a:gd name="connsiteX13" fmla="*/ 128123 w 162256"/>
                <a:gd name="connsiteY13" fmla="*/ 78379 h 160484"/>
                <a:gd name="connsiteX14" fmla="*/ 140877 w 162256"/>
                <a:gd name="connsiteY14" fmla="*/ 28781 h 160484"/>
                <a:gd name="connsiteX15" fmla="*/ 143356 w 162256"/>
                <a:gd name="connsiteY15" fmla="*/ 16735 h 160484"/>
                <a:gd name="connsiteX16" fmla="*/ 133083 w 162256"/>
                <a:gd name="connsiteY16" fmla="*/ 7170 h 160484"/>
                <a:gd name="connsiteX17" fmla="*/ 118203 w 162256"/>
                <a:gd name="connsiteY17" fmla="*/ 22758 h 160484"/>
                <a:gd name="connsiteX18" fmla="*/ 95176 w 162256"/>
                <a:gd name="connsiteY18" fmla="*/ 114514 h 160484"/>
                <a:gd name="connsiteX19" fmla="*/ 88090 w 162256"/>
                <a:gd name="connsiteY19" fmla="*/ 127622 h 160484"/>
                <a:gd name="connsiteX20" fmla="*/ 48057 w 162256"/>
                <a:gd name="connsiteY20" fmla="*/ 152776 h 160484"/>
                <a:gd name="connsiteX21" fmla="*/ 25384 w 162256"/>
                <a:gd name="connsiteY21" fmla="*/ 119474 h 160484"/>
                <a:gd name="connsiteX22" fmla="*/ 44869 w 162256"/>
                <a:gd name="connsiteY22" fmla="*/ 41889 h 160484"/>
                <a:gd name="connsiteX23" fmla="*/ 85965 w 162256"/>
                <a:gd name="connsiteY23" fmla="*/ 7879 h 160484"/>
                <a:gd name="connsiteX24" fmla="*/ 113952 w 162256"/>
                <a:gd name="connsiteY24" fmla="*/ 39055 h 160484"/>
                <a:gd name="connsiteX25" fmla="*/ 112889 w 162256"/>
                <a:gd name="connsiteY25" fmla="*/ 45077 h 160484"/>
                <a:gd name="connsiteX26" fmla="*/ 95176 w 162256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256" h="160484">
                  <a:moveTo>
                    <a:pt x="118203" y="22758"/>
                  </a:moveTo>
                  <a:cubicBezTo>
                    <a:pt x="111826" y="9650"/>
                    <a:pt x="101552" y="85"/>
                    <a:pt x="85610" y="85"/>
                  </a:cubicBezTo>
                  <a:cubicBezTo>
                    <a:pt x="44160" y="85"/>
                    <a:pt x="231" y="52163"/>
                    <a:pt x="231" y="103886"/>
                  </a:cubicBezTo>
                  <a:cubicBezTo>
                    <a:pt x="231" y="137188"/>
                    <a:pt x="19716" y="160570"/>
                    <a:pt x="47349" y="160570"/>
                  </a:cubicBezTo>
                  <a:cubicBezTo>
                    <a:pt x="54434" y="160570"/>
                    <a:pt x="72148" y="159153"/>
                    <a:pt x="93404" y="133999"/>
                  </a:cubicBezTo>
                  <a:cubicBezTo>
                    <a:pt x="96238" y="148879"/>
                    <a:pt x="108638" y="160570"/>
                    <a:pt x="125643" y="160570"/>
                  </a:cubicBezTo>
                  <a:cubicBezTo>
                    <a:pt x="138042" y="160570"/>
                    <a:pt x="146191" y="152421"/>
                    <a:pt x="151859" y="141085"/>
                  </a:cubicBezTo>
                  <a:cubicBezTo>
                    <a:pt x="157882" y="128331"/>
                    <a:pt x="162487" y="106720"/>
                    <a:pt x="162487" y="106012"/>
                  </a:cubicBezTo>
                  <a:cubicBezTo>
                    <a:pt x="162487" y="102469"/>
                    <a:pt x="159299" y="102469"/>
                    <a:pt x="158236" y="102469"/>
                  </a:cubicBezTo>
                  <a:cubicBezTo>
                    <a:pt x="154693" y="102469"/>
                    <a:pt x="154339" y="103886"/>
                    <a:pt x="153276" y="108846"/>
                  </a:cubicBezTo>
                  <a:cubicBezTo>
                    <a:pt x="147253" y="131874"/>
                    <a:pt x="140877" y="152776"/>
                    <a:pt x="126351" y="152776"/>
                  </a:cubicBezTo>
                  <a:cubicBezTo>
                    <a:pt x="116786" y="152776"/>
                    <a:pt x="115723" y="143565"/>
                    <a:pt x="115723" y="136479"/>
                  </a:cubicBezTo>
                  <a:cubicBezTo>
                    <a:pt x="115723" y="128685"/>
                    <a:pt x="116432" y="125851"/>
                    <a:pt x="120329" y="110263"/>
                  </a:cubicBezTo>
                  <a:cubicBezTo>
                    <a:pt x="124226" y="95384"/>
                    <a:pt x="124934" y="91841"/>
                    <a:pt x="128123" y="78379"/>
                  </a:cubicBezTo>
                  <a:lnTo>
                    <a:pt x="140877" y="28781"/>
                  </a:lnTo>
                  <a:cubicBezTo>
                    <a:pt x="143356" y="18861"/>
                    <a:pt x="143356" y="18153"/>
                    <a:pt x="143356" y="16735"/>
                  </a:cubicBezTo>
                  <a:cubicBezTo>
                    <a:pt x="143356" y="10713"/>
                    <a:pt x="139105" y="7170"/>
                    <a:pt x="133083" y="7170"/>
                  </a:cubicBezTo>
                  <a:cubicBezTo>
                    <a:pt x="124580" y="7170"/>
                    <a:pt x="119266" y="14964"/>
                    <a:pt x="118203" y="22758"/>
                  </a:cubicBezTo>
                  <a:close/>
                  <a:moveTo>
                    <a:pt x="95176" y="114514"/>
                  </a:moveTo>
                  <a:cubicBezTo>
                    <a:pt x="93404" y="120891"/>
                    <a:pt x="93404" y="121600"/>
                    <a:pt x="88090" y="127622"/>
                  </a:cubicBezTo>
                  <a:cubicBezTo>
                    <a:pt x="72502" y="147107"/>
                    <a:pt x="57977" y="152776"/>
                    <a:pt x="48057" y="152776"/>
                  </a:cubicBezTo>
                  <a:cubicBezTo>
                    <a:pt x="30344" y="152776"/>
                    <a:pt x="25384" y="133291"/>
                    <a:pt x="25384" y="119474"/>
                  </a:cubicBezTo>
                  <a:cubicBezTo>
                    <a:pt x="25384" y="101761"/>
                    <a:pt x="36721" y="58185"/>
                    <a:pt x="44869" y="41889"/>
                  </a:cubicBezTo>
                  <a:cubicBezTo>
                    <a:pt x="55851" y="20987"/>
                    <a:pt x="71794" y="7879"/>
                    <a:pt x="85965" y="7879"/>
                  </a:cubicBezTo>
                  <a:cubicBezTo>
                    <a:pt x="108992" y="7879"/>
                    <a:pt x="113952" y="36929"/>
                    <a:pt x="113952" y="39055"/>
                  </a:cubicBezTo>
                  <a:cubicBezTo>
                    <a:pt x="113952" y="41180"/>
                    <a:pt x="113243" y="43306"/>
                    <a:pt x="112889" y="45077"/>
                  </a:cubicBezTo>
                  <a:lnTo>
                    <a:pt x="95176" y="114514"/>
                  </a:lnTo>
                  <a:close/>
                </a:path>
              </a:pathLst>
            </a:custGeom>
            <a:grpFill/>
            <a:ln w="353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060A63D-A19C-FE53-688D-9F4A49F1C4BE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0948046" y="5439782"/>
              <a:ext cx="115067" cy="169625"/>
            </a:xfrm>
            <a:custGeom>
              <a:avLst/>
              <a:gdLst>
                <a:gd name="connsiteX0" fmla="*/ 115303 w 115067"/>
                <a:gd name="connsiteY0" fmla="*/ 85643 h 169625"/>
                <a:gd name="connsiteX1" fmla="*/ 100672 w 115067"/>
                <a:gd name="connsiteY1" fmla="*/ 21413 h 169625"/>
                <a:gd name="connsiteX2" fmla="*/ 57770 w 115067"/>
                <a:gd name="connsiteY2" fmla="*/ 86 h 169625"/>
                <a:gd name="connsiteX3" fmla="*/ 236 w 115067"/>
                <a:gd name="connsiteY3" fmla="*/ 85643 h 169625"/>
                <a:gd name="connsiteX4" fmla="*/ 57770 w 115067"/>
                <a:gd name="connsiteY4" fmla="*/ 169711 h 169625"/>
                <a:gd name="connsiteX5" fmla="*/ 115303 w 115067"/>
                <a:gd name="connsiteY5" fmla="*/ 85643 h 169625"/>
                <a:gd name="connsiteX6" fmla="*/ 57770 w 115067"/>
                <a:gd name="connsiteY6" fmla="*/ 162768 h 169625"/>
                <a:gd name="connsiteX7" fmla="*/ 26275 w 115067"/>
                <a:gd name="connsiteY7" fmla="*/ 135737 h 169625"/>
                <a:gd name="connsiteX8" fmla="*/ 22803 w 115067"/>
                <a:gd name="connsiteY8" fmla="*/ 82419 h 169625"/>
                <a:gd name="connsiteX9" fmla="*/ 26523 w 115067"/>
                <a:gd name="connsiteY9" fmla="*/ 31829 h 169625"/>
                <a:gd name="connsiteX10" fmla="*/ 57770 w 115067"/>
                <a:gd name="connsiteY10" fmla="*/ 7030 h 169625"/>
                <a:gd name="connsiteX11" fmla="*/ 88521 w 115067"/>
                <a:gd name="connsiteY11" fmla="*/ 29597 h 169625"/>
                <a:gd name="connsiteX12" fmla="*/ 92736 w 115067"/>
                <a:gd name="connsiteY12" fmla="*/ 82419 h 169625"/>
                <a:gd name="connsiteX13" fmla="*/ 89512 w 115067"/>
                <a:gd name="connsiteY13" fmla="*/ 134745 h 169625"/>
                <a:gd name="connsiteX14" fmla="*/ 57770 w 115067"/>
                <a:gd name="connsiteY14" fmla="*/ 162768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067" h="169625">
                  <a:moveTo>
                    <a:pt x="115303" y="85643"/>
                  </a:moveTo>
                  <a:cubicBezTo>
                    <a:pt x="115303" y="58364"/>
                    <a:pt x="112080" y="38773"/>
                    <a:pt x="100672" y="21413"/>
                  </a:cubicBezTo>
                  <a:cubicBezTo>
                    <a:pt x="92984" y="10006"/>
                    <a:pt x="77609" y="86"/>
                    <a:pt x="57770" y="86"/>
                  </a:cubicBezTo>
                  <a:cubicBezTo>
                    <a:pt x="236" y="86"/>
                    <a:pt x="236" y="67787"/>
                    <a:pt x="236" y="85643"/>
                  </a:cubicBezTo>
                  <a:cubicBezTo>
                    <a:pt x="236" y="103498"/>
                    <a:pt x="236" y="169711"/>
                    <a:pt x="57770" y="169711"/>
                  </a:cubicBezTo>
                  <a:cubicBezTo>
                    <a:pt x="115303" y="169711"/>
                    <a:pt x="115303" y="103498"/>
                    <a:pt x="115303" y="85643"/>
                  </a:cubicBezTo>
                  <a:close/>
                  <a:moveTo>
                    <a:pt x="57770" y="162768"/>
                  </a:moveTo>
                  <a:cubicBezTo>
                    <a:pt x="46362" y="162768"/>
                    <a:pt x="31235" y="156072"/>
                    <a:pt x="26275" y="135737"/>
                  </a:cubicBezTo>
                  <a:cubicBezTo>
                    <a:pt x="22803" y="121105"/>
                    <a:pt x="22803" y="100770"/>
                    <a:pt x="22803" y="82419"/>
                  </a:cubicBezTo>
                  <a:cubicBezTo>
                    <a:pt x="22803" y="64316"/>
                    <a:pt x="22803" y="45468"/>
                    <a:pt x="26523" y="31829"/>
                  </a:cubicBezTo>
                  <a:cubicBezTo>
                    <a:pt x="31731" y="12238"/>
                    <a:pt x="47602" y="7030"/>
                    <a:pt x="57770" y="7030"/>
                  </a:cubicBezTo>
                  <a:cubicBezTo>
                    <a:pt x="71161" y="7030"/>
                    <a:pt x="84057" y="15214"/>
                    <a:pt x="88521" y="29597"/>
                  </a:cubicBezTo>
                  <a:cubicBezTo>
                    <a:pt x="92488" y="42988"/>
                    <a:pt x="92736" y="60844"/>
                    <a:pt x="92736" y="82419"/>
                  </a:cubicBezTo>
                  <a:cubicBezTo>
                    <a:pt x="92736" y="100770"/>
                    <a:pt x="92736" y="119121"/>
                    <a:pt x="89512" y="134745"/>
                  </a:cubicBezTo>
                  <a:cubicBezTo>
                    <a:pt x="84553" y="157312"/>
                    <a:pt x="67689" y="162768"/>
                    <a:pt x="57770" y="162768"/>
                  </a:cubicBezTo>
                  <a:close/>
                </a:path>
              </a:pathLst>
            </a:custGeom>
            <a:grpFill/>
            <a:ln w="353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1B90FAD-6294-1B2F-6F1E-6E6BCB25C6B2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11104355" y="5394719"/>
              <a:ext cx="176427" cy="160484"/>
            </a:xfrm>
            <a:custGeom>
              <a:avLst/>
              <a:gdLst>
                <a:gd name="connsiteX0" fmla="*/ 108293 w 176427"/>
                <a:gd name="connsiteY0" fmla="*/ 49683 h 160484"/>
                <a:gd name="connsiteX1" fmla="*/ 143366 w 176427"/>
                <a:gd name="connsiteY1" fmla="*/ 7879 h 160484"/>
                <a:gd name="connsiteX2" fmla="*/ 161080 w 176427"/>
                <a:gd name="connsiteY2" fmla="*/ 12484 h 160484"/>
                <a:gd name="connsiteX3" fmla="*/ 144075 w 176427"/>
                <a:gd name="connsiteY3" fmla="*/ 31615 h 160484"/>
                <a:gd name="connsiteX4" fmla="*/ 157537 w 176427"/>
                <a:gd name="connsiteY4" fmla="*/ 44014 h 160484"/>
                <a:gd name="connsiteX5" fmla="*/ 176668 w 176427"/>
                <a:gd name="connsiteY5" fmla="*/ 23467 h 160484"/>
                <a:gd name="connsiteX6" fmla="*/ 143720 w 176427"/>
                <a:gd name="connsiteY6" fmla="*/ 85 h 160484"/>
                <a:gd name="connsiteX7" fmla="*/ 106522 w 176427"/>
                <a:gd name="connsiteY7" fmla="*/ 27009 h 160484"/>
                <a:gd name="connsiteX8" fmla="*/ 68261 w 176427"/>
                <a:gd name="connsiteY8" fmla="*/ 85 h 160484"/>
                <a:gd name="connsiteX9" fmla="*/ 11223 w 176427"/>
                <a:gd name="connsiteY9" fmla="*/ 54643 h 160484"/>
                <a:gd name="connsiteX10" fmla="*/ 15474 w 176427"/>
                <a:gd name="connsiteY10" fmla="*/ 58185 h 160484"/>
                <a:gd name="connsiteX11" fmla="*/ 20080 w 176427"/>
                <a:gd name="connsiteY11" fmla="*/ 54288 h 160484"/>
                <a:gd name="connsiteX12" fmla="*/ 67552 w 176427"/>
                <a:gd name="connsiteY12" fmla="*/ 7879 h 160484"/>
                <a:gd name="connsiteX13" fmla="*/ 86683 w 176427"/>
                <a:gd name="connsiteY13" fmla="*/ 31615 h 160484"/>
                <a:gd name="connsiteX14" fmla="*/ 67552 w 176427"/>
                <a:gd name="connsiteY14" fmla="*/ 115931 h 160484"/>
                <a:gd name="connsiteX15" fmla="*/ 33896 w 176427"/>
                <a:gd name="connsiteY15" fmla="*/ 152776 h 160484"/>
                <a:gd name="connsiteX16" fmla="*/ 16183 w 176427"/>
                <a:gd name="connsiteY16" fmla="*/ 148170 h 160484"/>
                <a:gd name="connsiteX17" fmla="*/ 32834 w 176427"/>
                <a:gd name="connsiteY17" fmla="*/ 129040 h 160484"/>
                <a:gd name="connsiteX18" fmla="*/ 19725 w 176427"/>
                <a:gd name="connsiteY18" fmla="*/ 116640 h 160484"/>
                <a:gd name="connsiteX19" fmla="*/ 241 w 176427"/>
                <a:gd name="connsiteY19" fmla="*/ 137188 h 160484"/>
                <a:gd name="connsiteX20" fmla="*/ 33542 w 176427"/>
                <a:gd name="connsiteY20" fmla="*/ 160570 h 160484"/>
                <a:gd name="connsiteX21" fmla="*/ 70741 w 176427"/>
                <a:gd name="connsiteY21" fmla="*/ 133645 h 160484"/>
                <a:gd name="connsiteX22" fmla="*/ 109002 w 176427"/>
                <a:gd name="connsiteY22" fmla="*/ 160570 h 160484"/>
                <a:gd name="connsiteX23" fmla="*/ 165685 w 176427"/>
                <a:gd name="connsiteY23" fmla="*/ 106012 h 160484"/>
                <a:gd name="connsiteX24" fmla="*/ 161434 w 176427"/>
                <a:gd name="connsiteY24" fmla="*/ 102469 h 160484"/>
                <a:gd name="connsiteX25" fmla="*/ 156829 w 176427"/>
                <a:gd name="connsiteY25" fmla="*/ 106366 h 160484"/>
                <a:gd name="connsiteX26" fmla="*/ 109710 w 176427"/>
                <a:gd name="connsiteY26" fmla="*/ 152776 h 160484"/>
                <a:gd name="connsiteX27" fmla="*/ 90225 w 176427"/>
                <a:gd name="connsiteY27" fmla="*/ 129394 h 160484"/>
                <a:gd name="connsiteX28" fmla="*/ 96248 w 176427"/>
                <a:gd name="connsiteY28" fmla="*/ 98218 h 160484"/>
                <a:gd name="connsiteX29" fmla="*/ 108293 w 176427"/>
                <a:gd name="connsiteY29" fmla="*/ 4968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0484">
                  <a:moveTo>
                    <a:pt x="108293" y="49683"/>
                  </a:moveTo>
                  <a:cubicBezTo>
                    <a:pt x="110419" y="40472"/>
                    <a:pt x="118567" y="7879"/>
                    <a:pt x="143366" y="7879"/>
                  </a:cubicBezTo>
                  <a:cubicBezTo>
                    <a:pt x="145138" y="7879"/>
                    <a:pt x="153640" y="7879"/>
                    <a:pt x="161080" y="12484"/>
                  </a:cubicBezTo>
                  <a:cubicBezTo>
                    <a:pt x="151160" y="14256"/>
                    <a:pt x="144075" y="23112"/>
                    <a:pt x="144075" y="31615"/>
                  </a:cubicBezTo>
                  <a:cubicBezTo>
                    <a:pt x="144075" y="37283"/>
                    <a:pt x="147972" y="44014"/>
                    <a:pt x="157537" y="44014"/>
                  </a:cubicBezTo>
                  <a:cubicBezTo>
                    <a:pt x="165331" y="44014"/>
                    <a:pt x="176668" y="37637"/>
                    <a:pt x="176668" y="23467"/>
                  </a:cubicBezTo>
                  <a:cubicBezTo>
                    <a:pt x="176668" y="5044"/>
                    <a:pt x="155766" y="85"/>
                    <a:pt x="143720" y="85"/>
                  </a:cubicBezTo>
                  <a:cubicBezTo>
                    <a:pt x="123173" y="85"/>
                    <a:pt x="110773" y="18861"/>
                    <a:pt x="106522" y="27009"/>
                  </a:cubicBezTo>
                  <a:cubicBezTo>
                    <a:pt x="97665" y="3627"/>
                    <a:pt x="78535" y="85"/>
                    <a:pt x="68261" y="85"/>
                  </a:cubicBezTo>
                  <a:cubicBezTo>
                    <a:pt x="31416" y="85"/>
                    <a:pt x="11223" y="45786"/>
                    <a:pt x="11223" y="54643"/>
                  </a:cubicBezTo>
                  <a:cubicBezTo>
                    <a:pt x="11223" y="58185"/>
                    <a:pt x="14766" y="58185"/>
                    <a:pt x="15474" y="58185"/>
                  </a:cubicBezTo>
                  <a:cubicBezTo>
                    <a:pt x="18308" y="58185"/>
                    <a:pt x="19371" y="57477"/>
                    <a:pt x="20080" y="54288"/>
                  </a:cubicBezTo>
                  <a:cubicBezTo>
                    <a:pt x="32125" y="16735"/>
                    <a:pt x="55507" y="7879"/>
                    <a:pt x="67552" y="7879"/>
                  </a:cubicBezTo>
                  <a:cubicBezTo>
                    <a:pt x="74283" y="7879"/>
                    <a:pt x="86683" y="11067"/>
                    <a:pt x="86683" y="31615"/>
                  </a:cubicBezTo>
                  <a:cubicBezTo>
                    <a:pt x="86683" y="42597"/>
                    <a:pt x="80660" y="66333"/>
                    <a:pt x="67552" y="115931"/>
                  </a:cubicBezTo>
                  <a:cubicBezTo>
                    <a:pt x="61884" y="137896"/>
                    <a:pt x="49484" y="152776"/>
                    <a:pt x="33896" y="152776"/>
                  </a:cubicBezTo>
                  <a:cubicBezTo>
                    <a:pt x="31771" y="152776"/>
                    <a:pt x="23622" y="152776"/>
                    <a:pt x="16183" y="148170"/>
                  </a:cubicBezTo>
                  <a:cubicBezTo>
                    <a:pt x="25040" y="146399"/>
                    <a:pt x="32834" y="138959"/>
                    <a:pt x="32834" y="129040"/>
                  </a:cubicBezTo>
                  <a:cubicBezTo>
                    <a:pt x="32834" y="119474"/>
                    <a:pt x="25040" y="116640"/>
                    <a:pt x="19725" y="116640"/>
                  </a:cubicBezTo>
                  <a:cubicBezTo>
                    <a:pt x="9097" y="116640"/>
                    <a:pt x="241" y="125851"/>
                    <a:pt x="241" y="137188"/>
                  </a:cubicBezTo>
                  <a:cubicBezTo>
                    <a:pt x="241" y="153484"/>
                    <a:pt x="17954" y="160570"/>
                    <a:pt x="33542" y="160570"/>
                  </a:cubicBezTo>
                  <a:cubicBezTo>
                    <a:pt x="56924" y="160570"/>
                    <a:pt x="69678" y="135771"/>
                    <a:pt x="70741" y="133645"/>
                  </a:cubicBezTo>
                  <a:cubicBezTo>
                    <a:pt x="74992" y="146753"/>
                    <a:pt x="87746" y="160570"/>
                    <a:pt x="109002" y="160570"/>
                  </a:cubicBezTo>
                  <a:cubicBezTo>
                    <a:pt x="145492" y="160570"/>
                    <a:pt x="165685" y="114869"/>
                    <a:pt x="165685" y="106012"/>
                  </a:cubicBezTo>
                  <a:cubicBezTo>
                    <a:pt x="165685" y="102469"/>
                    <a:pt x="162497" y="102469"/>
                    <a:pt x="161434" y="102469"/>
                  </a:cubicBezTo>
                  <a:cubicBezTo>
                    <a:pt x="158246" y="102469"/>
                    <a:pt x="157537" y="103886"/>
                    <a:pt x="156829" y="106366"/>
                  </a:cubicBezTo>
                  <a:cubicBezTo>
                    <a:pt x="145138" y="144273"/>
                    <a:pt x="121047" y="152776"/>
                    <a:pt x="109710" y="152776"/>
                  </a:cubicBezTo>
                  <a:cubicBezTo>
                    <a:pt x="95894" y="152776"/>
                    <a:pt x="90225" y="141439"/>
                    <a:pt x="90225" y="129394"/>
                  </a:cubicBezTo>
                  <a:cubicBezTo>
                    <a:pt x="90225" y="121600"/>
                    <a:pt x="92351" y="113806"/>
                    <a:pt x="96248" y="98218"/>
                  </a:cubicBezTo>
                  <a:lnTo>
                    <a:pt x="108293" y="49683"/>
                  </a:lnTo>
                  <a:close/>
                </a:path>
              </a:pathLst>
            </a:custGeom>
            <a:grpFill/>
            <a:ln w="353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1C6625A-BD58-B810-F711-BB516920BBDF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11311685" y="5295668"/>
              <a:ext cx="126474" cy="111843"/>
            </a:xfrm>
            <a:custGeom>
              <a:avLst/>
              <a:gdLst>
                <a:gd name="connsiteX0" fmla="*/ 89771 w 126474"/>
                <a:gd name="connsiteY0" fmla="*/ 14712 h 111843"/>
                <a:gd name="connsiteX1" fmla="*/ 64228 w 126474"/>
                <a:gd name="connsiteY1" fmla="*/ 81 h 111843"/>
                <a:gd name="connsiteX2" fmla="*/ 246 w 126474"/>
                <a:gd name="connsiteY2" fmla="*/ 70758 h 111843"/>
                <a:gd name="connsiteX3" fmla="*/ 37693 w 126474"/>
                <a:gd name="connsiteY3" fmla="*/ 111924 h 111843"/>
                <a:gd name="connsiteX4" fmla="*/ 72907 w 126474"/>
                <a:gd name="connsiteY4" fmla="*/ 94565 h 111843"/>
                <a:gd name="connsiteX5" fmla="*/ 98450 w 126474"/>
                <a:gd name="connsiteY5" fmla="*/ 111924 h 111843"/>
                <a:gd name="connsiteX6" fmla="*/ 118042 w 126474"/>
                <a:gd name="connsiteY6" fmla="*/ 98781 h 111843"/>
                <a:gd name="connsiteX7" fmla="*/ 126721 w 126474"/>
                <a:gd name="connsiteY7" fmla="*/ 73982 h 111843"/>
                <a:gd name="connsiteX8" fmla="*/ 122753 w 126474"/>
                <a:gd name="connsiteY8" fmla="*/ 70758 h 111843"/>
                <a:gd name="connsiteX9" fmla="*/ 117298 w 126474"/>
                <a:gd name="connsiteY9" fmla="*/ 78445 h 111843"/>
                <a:gd name="connsiteX10" fmla="*/ 99194 w 126474"/>
                <a:gd name="connsiteY10" fmla="*/ 104980 h 111843"/>
                <a:gd name="connsiteX11" fmla="*/ 91011 w 126474"/>
                <a:gd name="connsiteY11" fmla="*/ 92829 h 111843"/>
                <a:gd name="connsiteX12" fmla="*/ 94730 w 126474"/>
                <a:gd name="connsiteY12" fmla="*/ 73238 h 111843"/>
                <a:gd name="connsiteX13" fmla="*/ 100186 w 126474"/>
                <a:gd name="connsiteY13" fmla="*/ 50919 h 111843"/>
                <a:gd name="connsiteX14" fmla="*/ 105146 w 126474"/>
                <a:gd name="connsiteY14" fmla="*/ 32071 h 111843"/>
                <a:gd name="connsiteX15" fmla="*/ 109610 w 126474"/>
                <a:gd name="connsiteY15" fmla="*/ 12728 h 111843"/>
                <a:gd name="connsiteX16" fmla="*/ 101178 w 126474"/>
                <a:gd name="connsiteY16" fmla="*/ 4792 h 111843"/>
                <a:gd name="connsiteX17" fmla="*/ 89771 w 126474"/>
                <a:gd name="connsiteY17" fmla="*/ 14712 h 111843"/>
                <a:gd name="connsiteX18" fmla="*/ 73899 w 126474"/>
                <a:gd name="connsiteY18" fmla="*/ 78445 h 111843"/>
                <a:gd name="connsiteX19" fmla="*/ 61252 w 126474"/>
                <a:gd name="connsiteY19" fmla="*/ 95061 h 111843"/>
                <a:gd name="connsiteX20" fmla="*/ 38437 w 126474"/>
                <a:gd name="connsiteY20" fmla="*/ 104980 h 111843"/>
                <a:gd name="connsiteX21" fmla="*/ 20333 w 126474"/>
                <a:gd name="connsiteY21" fmla="*/ 80925 h 111843"/>
                <a:gd name="connsiteX22" fmla="*/ 33229 w 126474"/>
                <a:gd name="connsiteY22" fmla="*/ 30583 h 111843"/>
                <a:gd name="connsiteX23" fmla="*/ 64228 w 126474"/>
                <a:gd name="connsiteY23" fmla="*/ 7024 h 111843"/>
                <a:gd name="connsiteX24" fmla="*/ 86299 w 126474"/>
                <a:gd name="connsiteY24" fmla="*/ 28599 h 111843"/>
                <a:gd name="connsiteX25" fmla="*/ 85555 w 126474"/>
                <a:gd name="connsiteY25" fmla="*/ 32071 h 111843"/>
                <a:gd name="connsiteX26" fmla="*/ 73899 w 126474"/>
                <a:gd name="connsiteY26" fmla="*/ 78445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6474" h="111843">
                  <a:moveTo>
                    <a:pt x="89771" y="14712"/>
                  </a:moveTo>
                  <a:cubicBezTo>
                    <a:pt x="84563" y="6528"/>
                    <a:pt x="76131" y="81"/>
                    <a:pt x="64228" y="81"/>
                  </a:cubicBezTo>
                  <a:cubicBezTo>
                    <a:pt x="32485" y="81"/>
                    <a:pt x="246" y="35047"/>
                    <a:pt x="246" y="70758"/>
                  </a:cubicBezTo>
                  <a:cubicBezTo>
                    <a:pt x="246" y="94813"/>
                    <a:pt x="16366" y="111924"/>
                    <a:pt x="37693" y="111924"/>
                  </a:cubicBezTo>
                  <a:cubicBezTo>
                    <a:pt x="51084" y="111924"/>
                    <a:pt x="62988" y="104236"/>
                    <a:pt x="72907" y="94565"/>
                  </a:cubicBezTo>
                  <a:cubicBezTo>
                    <a:pt x="77619" y="109444"/>
                    <a:pt x="92003" y="111924"/>
                    <a:pt x="98450" y="111924"/>
                  </a:cubicBezTo>
                  <a:cubicBezTo>
                    <a:pt x="107378" y="111924"/>
                    <a:pt x="113578" y="106468"/>
                    <a:pt x="118042" y="98781"/>
                  </a:cubicBezTo>
                  <a:cubicBezTo>
                    <a:pt x="123497" y="89109"/>
                    <a:pt x="126721" y="74974"/>
                    <a:pt x="126721" y="73982"/>
                  </a:cubicBezTo>
                  <a:cubicBezTo>
                    <a:pt x="126721" y="70758"/>
                    <a:pt x="123497" y="70758"/>
                    <a:pt x="122753" y="70758"/>
                  </a:cubicBezTo>
                  <a:cubicBezTo>
                    <a:pt x="119281" y="70758"/>
                    <a:pt x="119033" y="71750"/>
                    <a:pt x="117298" y="78445"/>
                  </a:cubicBezTo>
                  <a:cubicBezTo>
                    <a:pt x="114322" y="90349"/>
                    <a:pt x="109610" y="104980"/>
                    <a:pt x="99194" y="104980"/>
                  </a:cubicBezTo>
                  <a:cubicBezTo>
                    <a:pt x="92747" y="104980"/>
                    <a:pt x="91011" y="99525"/>
                    <a:pt x="91011" y="92829"/>
                  </a:cubicBezTo>
                  <a:cubicBezTo>
                    <a:pt x="91011" y="88613"/>
                    <a:pt x="92995" y="79685"/>
                    <a:pt x="94730" y="73238"/>
                  </a:cubicBezTo>
                  <a:cubicBezTo>
                    <a:pt x="96466" y="66542"/>
                    <a:pt x="98946" y="56374"/>
                    <a:pt x="100186" y="50919"/>
                  </a:cubicBezTo>
                  <a:lnTo>
                    <a:pt x="105146" y="32071"/>
                  </a:lnTo>
                  <a:cubicBezTo>
                    <a:pt x="106634" y="25624"/>
                    <a:pt x="109610" y="13968"/>
                    <a:pt x="109610" y="12728"/>
                  </a:cubicBezTo>
                  <a:cubicBezTo>
                    <a:pt x="109610" y="7272"/>
                    <a:pt x="105146" y="4792"/>
                    <a:pt x="101178" y="4792"/>
                  </a:cubicBezTo>
                  <a:cubicBezTo>
                    <a:pt x="96962" y="4792"/>
                    <a:pt x="91259" y="7768"/>
                    <a:pt x="89771" y="14712"/>
                  </a:cubicBezTo>
                  <a:close/>
                  <a:moveTo>
                    <a:pt x="73899" y="78445"/>
                  </a:moveTo>
                  <a:cubicBezTo>
                    <a:pt x="72163" y="85389"/>
                    <a:pt x="66708" y="90349"/>
                    <a:pt x="61252" y="95061"/>
                  </a:cubicBezTo>
                  <a:cubicBezTo>
                    <a:pt x="59020" y="97045"/>
                    <a:pt x="49100" y="104980"/>
                    <a:pt x="38437" y="104980"/>
                  </a:cubicBezTo>
                  <a:cubicBezTo>
                    <a:pt x="29261" y="104980"/>
                    <a:pt x="20333" y="98533"/>
                    <a:pt x="20333" y="80925"/>
                  </a:cubicBezTo>
                  <a:cubicBezTo>
                    <a:pt x="20333" y="67782"/>
                    <a:pt x="27525" y="40503"/>
                    <a:pt x="33229" y="30583"/>
                  </a:cubicBezTo>
                  <a:cubicBezTo>
                    <a:pt x="44636" y="10744"/>
                    <a:pt x="57284" y="7024"/>
                    <a:pt x="64228" y="7024"/>
                  </a:cubicBezTo>
                  <a:cubicBezTo>
                    <a:pt x="81587" y="7024"/>
                    <a:pt x="86299" y="25872"/>
                    <a:pt x="86299" y="28599"/>
                  </a:cubicBezTo>
                  <a:cubicBezTo>
                    <a:pt x="86299" y="29591"/>
                    <a:pt x="85803" y="31327"/>
                    <a:pt x="85555" y="32071"/>
                  </a:cubicBezTo>
                  <a:lnTo>
                    <a:pt x="73899" y="78445"/>
                  </a:lnTo>
                  <a:close/>
                </a:path>
              </a:pathLst>
            </a:custGeom>
            <a:grpFill/>
            <a:ln w="353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181F24A-82E6-23DE-0791-86BA24D7A1AA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11475558" y="5322486"/>
              <a:ext cx="72802" cy="117972"/>
            </a:xfrm>
            <a:custGeom>
              <a:avLst/>
              <a:gdLst>
                <a:gd name="connsiteX0" fmla="*/ 45420 w 72802"/>
                <a:gd name="connsiteY0" fmla="*/ 5396 h 117972"/>
                <a:gd name="connsiteX1" fmla="*/ 39043 w 72802"/>
                <a:gd name="connsiteY1" fmla="*/ 82 h 117972"/>
                <a:gd name="connsiteX2" fmla="*/ 3262 w 72802"/>
                <a:gd name="connsiteY2" fmla="*/ 11418 h 117972"/>
                <a:gd name="connsiteX3" fmla="*/ 251 w 72802"/>
                <a:gd name="connsiteY3" fmla="*/ 11418 h 117972"/>
                <a:gd name="connsiteX4" fmla="*/ 251 w 72802"/>
                <a:gd name="connsiteY4" fmla="*/ 19212 h 117972"/>
                <a:gd name="connsiteX5" fmla="*/ 3262 w 72802"/>
                <a:gd name="connsiteY5" fmla="*/ 19212 h 117972"/>
                <a:gd name="connsiteX6" fmla="*/ 29124 w 72802"/>
                <a:gd name="connsiteY6" fmla="*/ 14252 h 117972"/>
                <a:gd name="connsiteX7" fmla="*/ 29124 w 72802"/>
                <a:gd name="connsiteY7" fmla="*/ 102820 h 117972"/>
                <a:gd name="connsiteX8" fmla="*/ 10347 w 72802"/>
                <a:gd name="connsiteY8" fmla="*/ 110260 h 117972"/>
                <a:gd name="connsiteX9" fmla="*/ 1491 w 72802"/>
                <a:gd name="connsiteY9" fmla="*/ 110260 h 117972"/>
                <a:gd name="connsiteX10" fmla="*/ 1491 w 72802"/>
                <a:gd name="connsiteY10" fmla="*/ 118054 h 117972"/>
                <a:gd name="connsiteX11" fmla="*/ 37272 w 72802"/>
                <a:gd name="connsiteY11" fmla="*/ 117345 h 117972"/>
                <a:gd name="connsiteX12" fmla="*/ 73053 w 72802"/>
                <a:gd name="connsiteY12" fmla="*/ 118054 h 117972"/>
                <a:gd name="connsiteX13" fmla="*/ 73053 w 72802"/>
                <a:gd name="connsiteY13" fmla="*/ 110260 h 117972"/>
                <a:gd name="connsiteX14" fmla="*/ 64197 w 72802"/>
                <a:gd name="connsiteY14" fmla="*/ 110260 h 117972"/>
                <a:gd name="connsiteX15" fmla="*/ 45420 w 72802"/>
                <a:gd name="connsiteY15" fmla="*/ 102820 h 117972"/>
                <a:gd name="connsiteX16" fmla="*/ 45420 w 72802"/>
                <a:gd name="connsiteY16" fmla="*/ 5396 h 117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802" h="117972">
                  <a:moveTo>
                    <a:pt x="45420" y="5396"/>
                  </a:moveTo>
                  <a:cubicBezTo>
                    <a:pt x="45420" y="82"/>
                    <a:pt x="44889" y="82"/>
                    <a:pt x="39043" y="82"/>
                  </a:cubicBezTo>
                  <a:cubicBezTo>
                    <a:pt x="26467" y="11418"/>
                    <a:pt x="6805" y="11418"/>
                    <a:pt x="3262" y="11418"/>
                  </a:cubicBezTo>
                  <a:lnTo>
                    <a:pt x="251" y="11418"/>
                  </a:lnTo>
                  <a:lnTo>
                    <a:pt x="251" y="19212"/>
                  </a:lnTo>
                  <a:lnTo>
                    <a:pt x="3262" y="19212"/>
                  </a:lnTo>
                  <a:cubicBezTo>
                    <a:pt x="7336" y="19212"/>
                    <a:pt x="18850" y="18681"/>
                    <a:pt x="29124" y="14252"/>
                  </a:cubicBezTo>
                  <a:lnTo>
                    <a:pt x="29124" y="102820"/>
                  </a:lnTo>
                  <a:cubicBezTo>
                    <a:pt x="29124" y="108311"/>
                    <a:pt x="29124" y="110260"/>
                    <a:pt x="10347" y="110260"/>
                  </a:cubicBezTo>
                  <a:lnTo>
                    <a:pt x="1491" y="110260"/>
                  </a:lnTo>
                  <a:lnTo>
                    <a:pt x="1491" y="118054"/>
                  </a:lnTo>
                  <a:cubicBezTo>
                    <a:pt x="11233" y="117345"/>
                    <a:pt x="26998" y="117345"/>
                    <a:pt x="37272" y="117345"/>
                  </a:cubicBezTo>
                  <a:cubicBezTo>
                    <a:pt x="47546" y="117345"/>
                    <a:pt x="63311" y="117345"/>
                    <a:pt x="73053" y="118054"/>
                  </a:cubicBezTo>
                  <a:lnTo>
                    <a:pt x="73053" y="110260"/>
                  </a:lnTo>
                  <a:lnTo>
                    <a:pt x="64197" y="110260"/>
                  </a:lnTo>
                  <a:cubicBezTo>
                    <a:pt x="45420" y="110260"/>
                    <a:pt x="45420" y="108311"/>
                    <a:pt x="45420" y="102820"/>
                  </a:cubicBezTo>
                  <a:lnTo>
                    <a:pt x="45420" y="5396"/>
                  </a:lnTo>
                  <a:close/>
                </a:path>
              </a:pathLst>
            </a:custGeom>
            <a:grpFill/>
            <a:ln w="353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AC35C34-5131-EFCA-1CD5-5E17F2D8BAED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4927600" y="2476500"/>
            <a:ext cx="5993844" cy="861233"/>
            <a:chOff x="10240155" y="5224739"/>
            <a:chExt cx="5993844" cy="861233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11B7F56-6C90-92C5-1E7D-1467E4F26D65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0240155" y="5304451"/>
              <a:ext cx="314127" cy="194849"/>
            </a:xfrm>
            <a:custGeom>
              <a:avLst/>
              <a:gdLst>
                <a:gd name="connsiteX0" fmla="*/ 237514 w 314127"/>
                <a:gd name="connsiteY0" fmla="*/ 70230 h 194849"/>
                <a:gd name="connsiteX1" fmla="*/ 282086 w 314127"/>
                <a:gd name="connsiteY1" fmla="*/ 97509 h 194849"/>
                <a:gd name="connsiteX2" fmla="*/ 237514 w 314127"/>
                <a:gd name="connsiteY2" fmla="*/ 124788 h 194849"/>
                <a:gd name="connsiteX3" fmla="*/ 12884 w 314127"/>
                <a:gd name="connsiteY3" fmla="*/ 124788 h 194849"/>
                <a:gd name="connsiteX4" fmla="*/ 149 w 314127"/>
                <a:gd name="connsiteY4" fmla="*/ 131874 h 194849"/>
                <a:gd name="connsiteX5" fmla="*/ 12530 w 314127"/>
                <a:gd name="connsiteY5" fmla="*/ 138959 h 194849"/>
                <a:gd name="connsiteX6" fmla="*/ 221595 w 314127"/>
                <a:gd name="connsiteY6" fmla="*/ 138959 h 194849"/>
                <a:gd name="connsiteX7" fmla="*/ 186220 w 314127"/>
                <a:gd name="connsiteY7" fmla="*/ 191037 h 194849"/>
                <a:gd name="connsiteX8" fmla="*/ 192941 w 314127"/>
                <a:gd name="connsiteY8" fmla="*/ 194934 h 194849"/>
                <a:gd name="connsiteX9" fmla="*/ 199663 w 314127"/>
                <a:gd name="connsiteY9" fmla="*/ 192100 h 194849"/>
                <a:gd name="connsiteX10" fmla="*/ 239990 w 314127"/>
                <a:gd name="connsiteY10" fmla="*/ 139313 h 194849"/>
                <a:gd name="connsiteX11" fmla="*/ 306494 w 314127"/>
                <a:gd name="connsiteY11" fmla="*/ 102823 h 194849"/>
                <a:gd name="connsiteX12" fmla="*/ 313569 w 314127"/>
                <a:gd name="connsiteY12" fmla="*/ 99635 h 194849"/>
                <a:gd name="connsiteX13" fmla="*/ 314277 w 314127"/>
                <a:gd name="connsiteY13" fmla="*/ 97509 h 194849"/>
                <a:gd name="connsiteX14" fmla="*/ 313923 w 314127"/>
                <a:gd name="connsiteY14" fmla="*/ 95384 h 194849"/>
                <a:gd name="connsiteX15" fmla="*/ 312862 w 314127"/>
                <a:gd name="connsiteY15" fmla="*/ 94675 h 194849"/>
                <a:gd name="connsiteX16" fmla="*/ 305079 w 314127"/>
                <a:gd name="connsiteY16" fmla="*/ 91841 h 194849"/>
                <a:gd name="connsiteX17" fmla="*/ 202139 w 314127"/>
                <a:gd name="connsiteY17" fmla="*/ 7524 h 194849"/>
                <a:gd name="connsiteX18" fmla="*/ 192941 w 314127"/>
                <a:gd name="connsiteY18" fmla="*/ 85 h 194849"/>
                <a:gd name="connsiteX19" fmla="*/ 186220 w 314127"/>
                <a:gd name="connsiteY19" fmla="*/ 3982 h 194849"/>
                <a:gd name="connsiteX20" fmla="*/ 221595 w 314127"/>
                <a:gd name="connsiteY20" fmla="*/ 56060 h 194849"/>
                <a:gd name="connsiteX21" fmla="*/ 12530 w 314127"/>
                <a:gd name="connsiteY21" fmla="*/ 56060 h 194849"/>
                <a:gd name="connsiteX22" fmla="*/ 149 w 314127"/>
                <a:gd name="connsiteY22" fmla="*/ 63145 h 194849"/>
                <a:gd name="connsiteX23" fmla="*/ 12884 w 314127"/>
                <a:gd name="connsiteY23" fmla="*/ 70230 h 194849"/>
                <a:gd name="connsiteX24" fmla="*/ 237514 w 314127"/>
                <a:gd name="connsiteY24" fmla="*/ 70230 h 19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14127" h="194849">
                  <a:moveTo>
                    <a:pt x="237514" y="70230"/>
                  </a:moveTo>
                  <a:cubicBezTo>
                    <a:pt x="252371" y="82984"/>
                    <a:pt x="270412" y="92195"/>
                    <a:pt x="282086" y="97509"/>
                  </a:cubicBezTo>
                  <a:cubicBezTo>
                    <a:pt x="269351" y="103178"/>
                    <a:pt x="252017" y="112389"/>
                    <a:pt x="237514" y="124788"/>
                  </a:cubicBezTo>
                  <a:lnTo>
                    <a:pt x="12884" y="124788"/>
                  </a:lnTo>
                  <a:cubicBezTo>
                    <a:pt x="6870" y="124788"/>
                    <a:pt x="149" y="124788"/>
                    <a:pt x="149" y="131874"/>
                  </a:cubicBezTo>
                  <a:cubicBezTo>
                    <a:pt x="149" y="138959"/>
                    <a:pt x="6517" y="138959"/>
                    <a:pt x="12530" y="138959"/>
                  </a:cubicBezTo>
                  <a:lnTo>
                    <a:pt x="221595" y="138959"/>
                  </a:lnTo>
                  <a:cubicBezTo>
                    <a:pt x="204615" y="155256"/>
                    <a:pt x="186220" y="186431"/>
                    <a:pt x="186220" y="191037"/>
                  </a:cubicBezTo>
                  <a:cubicBezTo>
                    <a:pt x="186220" y="194934"/>
                    <a:pt x="190819" y="194934"/>
                    <a:pt x="192941" y="194934"/>
                  </a:cubicBezTo>
                  <a:cubicBezTo>
                    <a:pt x="195771" y="194934"/>
                    <a:pt x="198248" y="194934"/>
                    <a:pt x="199663" y="192100"/>
                  </a:cubicBezTo>
                  <a:cubicBezTo>
                    <a:pt x="207091" y="178638"/>
                    <a:pt x="216996" y="159861"/>
                    <a:pt x="239990" y="139313"/>
                  </a:cubicBezTo>
                  <a:cubicBezTo>
                    <a:pt x="264398" y="117703"/>
                    <a:pt x="288099" y="108137"/>
                    <a:pt x="306494" y="102823"/>
                  </a:cubicBezTo>
                  <a:cubicBezTo>
                    <a:pt x="312508" y="100698"/>
                    <a:pt x="312862" y="100344"/>
                    <a:pt x="313569" y="99635"/>
                  </a:cubicBezTo>
                  <a:cubicBezTo>
                    <a:pt x="314277" y="99281"/>
                    <a:pt x="314277" y="98218"/>
                    <a:pt x="314277" y="97509"/>
                  </a:cubicBezTo>
                  <a:cubicBezTo>
                    <a:pt x="314277" y="96801"/>
                    <a:pt x="314277" y="96092"/>
                    <a:pt x="313923" y="95384"/>
                  </a:cubicBezTo>
                  <a:lnTo>
                    <a:pt x="312862" y="94675"/>
                  </a:lnTo>
                  <a:cubicBezTo>
                    <a:pt x="312154" y="94321"/>
                    <a:pt x="311801" y="93967"/>
                    <a:pt x="305079" y="91841"/>
                  </a:cubicBezTo>
                  <a:cubicBezTo>
                    <a:pt x="257323" y="77670"/>
                    <a:pt x="221949" y="45431"/>
                    <a:pt x="202139" y="7524"/>
                  </a:cubicBezTo>
                  <a:cubicBezTo>
                    <a:pt x="198248" y="439"/>
                    <a:pt x="197894" y="85"/>
                    <a:pt x="192941" y="85"/>
                  </a:cubicBezTo>
                  <a:cubicBezTo>
                    <a:pt x="190819" y="85"/>
                    <a:pt x="186220" y="85"/>
                    <a:pt x="186220" y="3982"/>
                  </a:cubicBezTo>
                  <a:cubicBezTo>
                    <a:pt x="186220" y="8587"/>
                    <a:pt x="204261" y="39409"/>
                    <a:pt x="221595" y="56060"/>
                  </a:cubicBezTo>
                  <a:lnTo>
                    <a:pt x="12530" y="56060"/>
                  </a:lnTo>
                  <a:cubicBezTo>
                    <a:pt x="6517" y="56060"/>
                    <a:pt x="149" y="56060"/>
                    <a:pt x="149" y="63145"/>
                  </a:cubicBezTo>
                  <a:cubicBezTo>
                    <a:pt x="149" y="70230"/>
                    <a:pt x="6870" y="70230"/>
                    <a:pt x="12884" y="70230"/>
                  </a:cubicBezTo>
                  <a:lnTo>
                    <a:pt x="237514" y="70230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0F008D5-6F80-DC8D-EF87-800B72191742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0684382" y="5244579"/>
              <a:ext cx="78531" cy="245864"/>
            </a:xfrm>
            <a:custGeom>
              <a:avLst/>
              <a:gdLst>
                <a:gd name="connsiteX0" fmla="*/ 51101 w 78531"/>
                <a:gd name="connsiteY0" fmla="*/ 85 h 245864"/>
                <a:gd name="connsiteX1" fmla="*/ 162 w 78531"/>
                <a:gd name="connsiteY1" fmla="*/ 3982 h 245864"/>
                <a:gd name="connsiteX2" fmla="*/ 162 w 78531"/>
                <a:gd name="connsiteY2" fmla="*/ 14964 h 245864"/>
                <a:gd name="connsiteX3" fmla="*/ 27754 w 78531"/>
                <a:gd name="connsiteY3" fmla="*/ 34803 h 245864"/>
                <a:gd name="connsiteX4" fmla="*/ 27754 w 78531"/>
                <a:gd name="connsiteY4" fmla="*/ 219024 h 245864"/>
                <a:gd name="connsiteX5" fmla="*/ 162 w 78531"/>
                <a:gd name="connsiteY5" fmla="*/ 234967 h 245864"/>
                <a:gd name="connsiteX6" fmla="*/ 162 w 78531"/>
                <a:gd name="connsiteY6" fmla="*/ 245949 h 245864"/>
                <a:gd name="connsiteX7" fmla="*/ 39428 w 78531"/>
                <a:gd name="connsiteY7" fmla="*/ 244886 h 245864"/>
                <a:gd name="connsiteX8" fmla="*/ 78694 w 78531"/>
                <a:gd name="connsiteY8" fmla="*/ 245949 h 245864"/>
                <a:gd name="connsiteX9" fmla="*/ 78694 w 78531"/>
                <a:gd name="connsiteY9" fmla="*/ 234967 h 245864"/>
                <a:gd name="connsiteX10" fmla="*/ 51101 w 78531"/>
                <a:gd name="connsiteY10" fmla="*/ 219024 h 245864"/>
                <a:gd name="connsiteX11" fmla="*/ 51101 w 78531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531" h="245864">
                  <a:moveTo>
                    <a:pt x="51101" y="85"/>
                  </a:moveTo>
                  <a:lnTo>
                    <a:pt x="162" y="3982"/>
                  </a:lnTo>
                  <a:lnTo>
                    <a:pt x="162" y="14964"/>
                  </a:lnTo>
                  <a:cubicBezTo>
                    <a:pt x="24924" y="14964"/>
                    <a:pt x="27754" y="17444"/>
                    <a:pt x="27754" y="34803"/>
                  </a:cubicBezTo>
                  <a:lnTo>
                    <a:pt x="27754" y="219024"/>
                  </a:lnTo>
                  <a:cubicBezTo>
                    <a:pt x="27754" y="234967"/>
                    <a:pt x="23863" y="234967"/>
                    <a:pt x="162" y="234967"/>
                  </a:cubicBezTo>
                  <a:lnTo>
                    <a:pt x="162" y="245949"/>
                  </a:lnTo>
                  <a:cubicBezTo>
                    <a:pt x="11835" y="245595"/>
                    <a:pt x="30584" y="244886"/>
                    <a:pt x="39428" y="244886"/>
                  </a:cubicBezTo>
                  <a:cubicBezTo>
                    <a:pt x="48271" y="244886"/>
                    <a:pt x="65605" y="245595"/>
                    <a:pt x="78694" y="245949"/>
                  </a:cubicBezTo>
                  <a:lnTo>
                    <a:pt x="78694" y="234967"/>
                  </a:lnTo>
                  <a:cubicBezTo>
                    <a:pt x="54993" y="234967"/>
                    <a:pt x="51101" y="234967"/>
                    <a:pt x="51101" y="219024"/>
                  </a:cubicBezTo>
                  <a:lnTo>
                    <a:pt x="51101" y="8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533DD48-B2E4-E9F9-AEC4-8031DDE08DC8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0782292" y="5333855"/>
              <a:ext cx="177934" cy="156588"/>
            </a:xfrm>
            <a:custGeom>
              <a:avLst/>
              <a:gdLst>
                <a:gd name="connsiteX0" fmla="*/ 27757 w 177934"/>
                <a:gd name="connsiteY0" fmla="*/ 34803 h 156588"/>
                <a:gd name="connsiteX1" fmla="*/ 27757 w 177934"/>
                <a:gd name="connsiteY1" fmla="*/ 129748 h 156588"/>
                <a:gd name="connsiteX2" fmla="*/ 165 w 177934"/>
                <a:gd name="connsiteY2" fmla="*/ 145690 h 156588"/>
                <a:gd name="connsiteX3" fmla="*/ 165 w 177934"/>
                <a:gd name="connsiteY3" fmla="*/ 156673 h 156588"/>
                <a:gd name="connsiteX4" fmla="*/ 40138 w 177934"/>
                <a:gd name="connsiteY4" fmla="*/ 155610 h 156588"/>
                <a:gd name="connsiteX5" fmla="*/ 79758 w 177934"/>
                <a:gd name="connsiteY5" fmla="*/ 156673 h 156588"/>
                <a:gd name="connsiteX6" fmla="*/ 79758 w 177934"/>
                <a:gd name="connsiteY6" fmla="*/ 145690 h 156588"/>
                <a:gd name="connsiteX7" fmla="*/ 52165 w 177934"/>
                <a:gd name="connsiteY7" fmla="*/ 129748 h 156588"/>
                <a:gd name="connsiteX8" fmla="*/ 52165 w 177934"/>
                <a:gd name="connsiteY8" fmla="*/ 64562 h 156588"/>
                <a:gd name="connsiteX9" fmla="*/ 99921 w 177934"/>
                <a:gd name="connsiteY9" fmla="*/ 7879 h 156588"/>
                <a:gd name="connsiteX10" fmla="*/ 126099 w 177934"/>
                <a:gd name="connsiteY10" fmla="*/ 47203 h 156588"/>
                <a:gd name="connsiteX11" fmla="*/ 126099 w 177934"/>
                <a:gd name="connsiteY11" fmla="*/ 129748 h 156588"/>
                <a:gd name="connsiteX12" fmla="*/ 98506 w 177934"/>
                <a:gd name="connsiteY12" fmla="*/ 145690 h 156588"/>
                <a:gd name="connsiteX13" fmla="*/ 98506 w 177934"/>
                <a:gd name="connsiteY13" fmla="*/ 156673 h 156588"/>
                <a:gd name="connsiteX14" fmla="*/ 138480 w 177934"/>
                <a:gd name="connsiteY14" fmla="*/ 155610 h 156588"/>
                <a:gd name="connsiteX15" fmla="*/ 178099 w 177934"/>
                <a:gd name="connsiteY15" fmla="*/ 156673 h 156588"/>
                <a:gd name="connsiteX16" fmla="*/ 178099 w 177934"/>
                <a:gd name="connsiteY16" fmla="*/ 145690 h 156588"/>
                <a:gd name="connsiteX17" fmla="*/ 150507 w 177934"/>
                <a:gd name="connsiteY17" fmla="*/ 135062 h 156588"/>
                <a:gd name="connsiteX18" fmla="*/ 150507 w 177934"/>
                <a:gd name="connsiteY18" fmla="*/ 67396 h 156588"/>
                <a:gd name="connsiteX19" fmla="*/ 139541 w 177934"/>
                <a:gd name="connsiteY19" fmla="*/ 13193 h 156588"/>
                <a:gd name="connsiteX20" fmla="*/ 102398 w 177934"/>
                <a:gd name="connsiteY20" fmla="*/ 85 h 156588"/>
                <a:gd name="connsiteX21" fmla="*/ 50043 w 177934"/>
                <a:gd name="connsiteY21" fmla="*/ 37283 h 156588"/>
                <a:gd name="connsiteX22" fmla="*/ 50043 w 177934"/>
                <a:gd name="connsiteY22" fmla="*/ 85 h 156588"/>
                <a:gd name="connsiteX23" fmla="*/ 165 w 177934"/>
                <a:gd name="connsiteY23" fmla="*/ 3982 h 156588"/>
                <a:gd name="connsiteX24" fmla="*/ 165 w 177934"/>
                <a:gd name="connsiteY24" fmla="*/ 14964 h 156588"/>
                <a:gd name="connsiteX25" fmla="*/ 27757 w 177934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934" h="156588">
                  <a:moveTo>
                    <a:pt x="27757" y="34803"/>
                  </a:moveTo>
                  <a:lnTo>
                    <a:pt x="27757" y="129748"/>
                  </a:lnTo>
                  <a:cubicBezTo>
                    <a:pt x="27757" y="145690"/>
                    <a:pt x="23866" y="145690"/>
                    <a:pt x="165" y="145690"/>
                  </a:cubicBezTo>
                  <a:lnTo>
                    <a:pt x="165" y="156673"/>
                  </a:lnTo>
                  <a:cubicBezTo>
                    <a:pt x="12546" y="156318"/>
                    <a:pt x="30587" y="155610"/>
                    <a:pt x="40138" y="155610"/>
                  </a:cubicBezTo>
                  <a:cubicBezTo>
                    <a:pt x="49335" y="155610"/>
                    <a:pt x="67730" y="156318"/>
                    <a:pt x="79758" y="156673"/>
                  </a:cubicBezTo>
                  <a:lnTo>
                    <a:pt x="79758" y="145690"/>
                  </a:lnTo>
                  <a:cubicBezTo>
                    <a:pt x="56057" y="145690"/>
                    <a:pt x="52165" y="145690"/>
                    <a:pt x="52165" y="129748"/>
                  </a:cubicBezTo>
                  <a:lnTo>
                    <a:pt x="52165" y="64562"/>
                  </a:lnTo>
                  <a:cubicBezTo>
                    <a:pt x="52165" y="27718"/>
                    <a:pt x="77282" y="7879"/>
                    <a:pt x="99921" y="7879"/>
                  </a:cubicBezTo>
                  <a:cubicBezTo>
                    <a:pt x="122207" y="7879"/>
                    <a:pt x="126099" y="27009"/>
                    <a:pt x="126099" y="47203"/>
                  </a:cubicBezTo>
                  <a:lnTo>
                    <a:pt x="126099" y="129748"/>
                  </a:lnTo>
                  <a:cubicBezTo>
                    <a:pt x="126099" y="145690"/>
                    <a:pt x="122207" y="145690"/>
                    <a:pt x="98506" y="145690"/>
                  </a:cubicBezTo>
                  <a:lnTo>
                    <a:pt x="98506" y="156673"/>
                  </a:lnTo>
                  <a:cubicBezTo>
                    <a:pt x="110888" y="156318"/>
                    <a:pt x="128929" y="155610"/>
                    <a:pt x="138480" y="155610"/>
                  </a:cubicBezTo>
                  <a:cubicBezTo>
                    <a:pt x="147677" y="155610"/>
                    <a:pt x="166072" y="156318"/>
                    <a:pt x="178099" y="156673"/>
                  </a:cubicBezTo>
                  <a:lnTo>
                    <a:pt x="178099" y="145690"/>
                  </a:lnTo>
                  <a:cubicBezTo>
                    <a:pt x="159705" y="145690"/>
                    <a:pt x="150861" y="145690"/>
                    <a:pt x="150507" y="135062"/>
                  </a:cubicBezTo>
                  <a:lnTo>
                    <a:pt x="150507" y="67396"/>
                  </a:lnTo>
                  <a:cubicBezTo>
                    <a:pt x="150507" y="36929"/>
                    <a:pt x="150507" y="25947"/>
                    <a:pt x="139541" y="13193"/>
                  </a:cubicBezTo>
                  <a:cubicBezTo>
                    <a:pt x="134589" y="7170"/>
                    <a:pt x="122915" y="85"/>
                    <a:pt x="102398" y="85"/>
                  </a:cubicBezTo>
                  <a:cubicBezTo>
                    <a:pt x="76574" y="85"/>
                    <a:pt x="59948" y="15318"/>
                    <a:pt x="50043" y="37283"/>
                  </a:cubicBezTo>
                  <a:lnTo>
                    <a:pt x="50043" y="85"/>
                  </a:lnTo>
                  <a:lnTo>
                    <a:pt x="165" y="3982"/>
                  </a:lnTo>
                  <a:lnTo>
                    <a:pt x="165" y="14964"/>
                  </a:lnTo>
                  <a:cubicBezTo>
                    <a:pt x="24927" y="14964"/>
                    <a:pt x="27757" y="17444"/>
                    <a:pt x="27757" y="34803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6835805-2990-4BC8-E102-064CE7974AF7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1002520" y="5224739"/>
              <a:ext cx="82069" cy="354271"/>
            </a:xfrm>
            <a:custGeom>
              <a:avLst/>
              <a:gdLst>
                <a:gd name="connsiteX0" fmla="*/ 82240 w 82069"/>
                <a:gd name="connsiteY0" fmla="*/ 350813 h 354271"/>
                <a:gd name="connsiteX1" fmla="*/ 76226 w 82069"/>
                <a:gd name="connsiteY1" fmla="*/ 343020 h 354271"/>
                <a:gd name="connsiteX2" fmla="*/ 20687 w 82069"/>
                <a:gd name="connsiteY2" fmla="*/ 177220 h 354271"/>
                <a:gd name="connsiteX3" fmla="*/ 77641 w 82069"/>
                <a:gd name="connsiteY3" fmla="*/ 9650 h 354271"/>
                <a:gd name="connsiteX4" fmla="*/ 82240 w 82069"/>
                <a:gd name="connsiteY4" fmla="*/ 3627 h 354271"/>
                <a:gd name="connsiteX5" fmla="*/ 78702 w 82069"/>
                <a:gd name="connsiteY5" fmla="*/ 85 h 354271"/>
                <a:gd name="connsiteX6" fmla="*/ 22456 w 82069"/>
                <a:gd name="connsiteY6" fmla="*/ 69168 h 354271"/>
                <a:gd name="connsiteX7" fmla="*/ 170 w 82069"/>
                <a:gd name="connsiteY7" fmla="*/ 177220 h 354271"/>
                <a:gd name="connsiteX8" fmla="*/ 23517 w 82069"/>
                <a:gd name="connsiteY8" fmla="*/ 287753 h 354271"/>
                <a:gd name="connsiteX9" fmla="*/ 78702 w 82069"/>
                <a:gd name="connsiteY9" fmla="*/ 354356 h 354271"/>
                <a:gd name="connsiteX10" fmla="*/ 82240 w 82069"/>
                <a:gd name="connsiteY10" fmla="*/ 350813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4271">
                  <a:moveTo>
                    <a:pt x="82240" y="350813"/>
                  </a:moveTo>
                  <a:cubicBezTo>
                    <a:pt x="82240" y="349751"/>
                    <a:pt x="82240" y="349042"/>
                    <a:pt x="76226" y="343020"/>
                  </a:cubicBezTo>
                  <a:cubicBezTo>
                    <a:pt x="32007" y="298381"/>
                    <a:pt x="20687" y="231424"/>
                    <a:pt x="20687" y="177220"/>
                  </a:cubicBezTo>
                  <a:cubicBezTo>
                    <a:pt x="20687" y="115577"/>
                    <a:pt x="34130" y="53934"/>
                    <a:pt x="77641" y="9650"/>
                  </a:cubicBezTo>
                  <a:cubicBezTo>
                    <a:pt x="82240" y="5399"/>
                    <a:pt x="82240" y="4690"/>
                    <a:pt x="82240" y="3627"/>
                  </a:cubicBezTo>
                  <a:cubicBezTo>
                    <a:pt x="82240" y="1148"/>
                    <a:pt x="80824" y="85"/>
                    <a:pt x="78702" y="85"/>
                  </a:cubicBezTo>
                  <a:cubicBezTo>
                    <a:pt x="75165" y="85"/>
                    <a:pt x="43327" y="24175"/>
                    <a:pt x="22456" y="69168"/>
                  </a:cubicBezTo>
                  <a:cubicBezTo>
                    <a:pt x="4415" y="108137"/>
                    <a:pt x="170" y="147462"/>
                    <a:pt x="170" y="177220"/>
                  </a:cubicBezTo>
                  <a:cubicBezTo>
                    <a:pt x="170" y="204854"/>
                    <a:pt x="4061" y="247720"/>
                    <a:pt x="23517" y="287753"/>
                  </a:cubicBezTo>
                  <a:cubicBezTo>
                    <a:pt x="44742" y="331329"/>
                    <a:pt x="75165" y="354356"/>
                    <a:pt x="78702" y="354356"/>
                  </a:cubicBezTo>
                  <a:cubicBezTo>
                    <a:pt x="80824" y="354356"/>
                    <a:pt x="82240" y="353293"/>
                    <a:pt x="82240" y="350813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44FE016-3473-2DB7-5BF7-04F6DB80CE27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1115326" y="5333855"/>
              <a:ext cx="163077" cy="229213"/>
            </a:xfrm>
            <a:custGeom>
              <a:avLst/>
              <a:gdLst>
                <a:gd name="connsiteX0" fmla="*/ 161837 w 163077"/>
                <a:gd name="connsiteY0" fmla="*/ 21695 h 229213"/>
                <a:gd name="connsiteX1" fmla="*/ 163252 w 163077"/>
                <a:gd name="connsiteY1" fmla="*/ 13547 h 229213"/>
                <a:gd name="connsiteX2" fmla="*/ 152993 w 163077"/>
                <a:gd name="connsiteY2" fmla="*/ 3982 h 229213"/>
                <a:gd name="connsiteX3" fmla="*/ 140612 w 163077"/>
                <a:gd name="connsiteY3" fmla="*/ 11421 h 229213"/>
                <a:gd name="connsiteX4" fmla="*/ 135659 w 163077"/>
                <a:gd name="connsiteY4" fmla="*/ 30552 h 229213"/>
                <a:gd name="connsiteX5" fmla="*/ 128584 w 163077"/>
                <a:gd name="connsiteY5" fmla="*/ 58894 h 229213"/>
                <a:gd name="connsiteX6" fmla="*/ 112666 w 163077"/>
                <a:gd name="connsiteY6" fmla="*/ 122663 h 229213"/>
                <a:gd name="connsiteX7" fmla="*/ 72692 w 163077"/>
                <a:gd name="connsiteY7" fmla="*/ 152776 h 229213"/>
                <a:gd name="connsiteX8" fmla="*/ 50760 w 163077"/>
                <a:gd name="connsiteY8" fmla="*/ 124080 h 229213"/>
                <a:gd name="connsiteX9" fmla="*/ 68801 w 163077"/>
                <a:gd name="connsiteY9" fmla="*/ 54643 h 229213"/>
                <a:gd name="connsiteX10" fmla="*/ 75876 w 163077"/>
                <a:gd name="connsiteY10" fmla="*/ 29135 h 229213"/>
                <a:gd name="connsiteX11" fmla="*/ 46869 w 163077"/>
                <a:gd name="connsiteY11" fmla="*/ 85 h 229213"/>
                <a:gd name="connsiteX12" fmla="*/ 174 w 163077"/>
                <a:gd name="connsiteY12" fmla="*/ 54643 h 229213"/>
                <a:gd name="connsiteX13" fmla="*/ 4419 w 163077"/>
                <a:gd name="connsiteY13" fmla="*/ 58185 h 229213"/>
                <a:gd name="connsiteX14" fmla="*/ 10079 w 163077"/>
                <a:gd name="connsiteY14" fmla="*/ 51808 h 229213"/>
                <a:gd name="connsiteX15" fmla="*/ 45807 w 163077"/>
                <a:gd name="connsiteY15" fmla="*/ 7879 h 229213"/>
                <a:gd name="connsiteX16" fmla="*/ 54651 w 163077"/>
                <a:gd name="connsiteY16" fmla="*/ 19215 h 229213"/>
                <a:gd name="connsiteX17" fmla="*/ 48637 w 163077"/>
                <a:gd name="connsiteY17" fmla="*/ 44014 h 229213"/>
                <a:gd name="connsiteX18" fmla="*/ 28120 w 163077"/>
                <a:gd name="connsiteY18" fmla="*/ 118411 h 229213"/>
                <a:gd name="connsiteX19" fmla="*/ 71277 w 163077"/>
                <a:gd name="connsiteY19" fmla="*/ 160570 h 229213"/>
                <a:gd name="connsiteX20" fmla="*/ 107006 w 163077"/>
                <a:gd name="connsiteY20" fmla="*/ 144627 h 229213"/>
                <a:gd name="connsiteX21" fmla="*/ 84012 w 163077"/>
                <a:gd name="connsiteY21" fmla="*/ 199185 h 229213"/>
                <a:gd name="connsiteX22" fmla="*/ 45100 w 163077"/>
                <a:gd name="connsiteY22" fmla="*/ 221504 h 229213"/>
                <a:gd name="connsiteX23" fmla="*/ 18215 w 163077"/>
                <a:gd name="connsiteY23" fmla="*/ 206625 h 229213"/>
                <a:gd name="connsiteX24" fmla="*/ 33426 w 163077"/>
                <a:gd name="connsiteY24" fmla="*/ 202374 h 229213"/>
                <a:gd name="connsiteX25" fmla="*/ 40501 w 163077"/>
                <a:gd name="connsiteY25" fmla="*/ 187849 h 229213"/>
                <a:gd name="connsiteX26" fmla="*/ 27413 w 163077"/>
                <a:gd name="connsiteY26" fmla="*/ 175449 h 229213"/>
                <a:gd name="connsiteX27" fmla="*/ 7603 w 163077"/>
                <a:gd name="connsiteY27" fmla="*/ 198477 h 229213"/>
                <a:gd name="connsiteX28" fmla="*/ 45100 w 163077"/>
                <a:gd name="connsiteY28" fmla="*/ 229298 h 229213"/>
                <a:gd name="connsiteX29" fmla="*/ 127877 w 163077"/>
                <a:gd name="connsiteY29" fmla="*/ 157027 h 229213"/>
                <a:gd name="connsiteX30" fmla="*/ 161837 w 163077"/>
                <a:gd name="connsiteY30" fmla="*/ 21695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077" h="229213">
                  <a:moveTo>
                    <a:pt x="161837" y="21695"/>
                  </a:moveTo>
                  <a:cubicBezTo>
                    <a:pt x="163252" y="16735"/>
                    <a:pt x="163252" y="16027"/>
                    <a:pt x="163252" y="13547"/>
                  </a:cubicBezTo>
                  <a:cubicBezTo>
                    <a:pt x="163252" y="7170"/>
                    <a:pt x="158299" y="3982"/>
                    <a:pt x="152993" y="3982"/>
                  </a:cubicBezTo>
                  <a:cubicBezTo>
                    <a:pt x="149455" y="3982"/>
                    <a:pt x="143795" y="6107"/>
                    <a:pt x="140612" y="11421"/>
                  </a:cubicBezTo>
                  <a:cubicBezTo>
                    <a:pt x="139904" y="13193"/>
                    <a:pt x="137074" y="24175"/>
                    <a:pt x="135659" y="30552"/>
                  </a:cubicBezTo>
                  <a:cubicBezTo>
                    <a:pt x="133183" y="39763"/>
                    <a:pt x="130707" y="49328"/>
                    <a:pt x="128584" y="58894"/>
                  </a:cubicBezTo>
                  <a:lnTo>
                    <a:pt x="112666" y="122663"/>
                  </a:lnTo>
                  <a:cubicBezTo>
                    <a:pt x="111251" y="127977"/>
                    <a:pt x="96039" y="152776"/>
                    <a:pt x="72692" y="152776"/>
                  </a:cubicBezTo>
                  <a:cubicBezTo>
                    <a:pt x="54651" y="152776"/>
                    <a:pt x="50760" y="137188"/>
                    <a:pt x="50760" y="124080"/>
                  </a:cubicBezTo>
                  <a:cubicBezTo>
                    <a:pt x="50760" y="107783"/>
                    <a:pt x="56774" y="85818"/>
                    <a:pt x="68801" y="54643"/>
                  </a:cubicBezTo>
                  <a:cubicBezTo>
                    <a:pt x="74461" y="40117"/>
                    <a:pt x="75876" y="36220"/>
                    <a:pt x="75876" y="29135"/>
                  </a:cubicBezTo>
                  <a:cubicBezTo>
                    <a:pt x="75876" y="13193"/>
                    <a:pt x="64556" y="85"/>
                    <a:pt x="46869" y="85"/>
                  </a:cubicBezTo>
                  <a:cubicBezTo>
                    <a:pt x="13263" y="85"/>
                    <a:pt x="174" y="51454"/>
                    <a:pt x="174" y="54643"/>
                  </a:cubicBezTo>
                  <a:cubicBezTo>
                    <a:pt x="174" y="58185"/>
                    <a:pt x="3711" y="58185"/>
                    <a:pt x="4419" y="58185"/>
                  </a:cubicBezTo>
                  <a:cubicBezTo>
                    <a:pt x="7956" y="58185"/>
                    <a:pt x="8310" y="57477"/>
                    <a:pt x="10079" y="51808"/>
                  </a:cubicBezTo>
                  <a:cubicBezTo>
                    <a:pt x="19630" y="18507"/>
                    <a:pt x="33780" y="7879"/>
                    <a:pt x="45807" y="7879"/>
                  </a:cubicBezTo>
                  <a:cubicBezTo>
                    <a:pt x="48637" y="7879"/>
                    <a:pt x="54651" y="7879"/>
                    <a:pt x="54651" y="19215"/>
                  </a:cubicBezTo>
                  <a:cubicBezTo>
                    <a:pt x="54651" y="28072"/>
                    <a:pt x="51114" y="37283"/>
                    <a:pt x="48637" y="44014"/>
                  </a:cubicBezTo>
                  <a:cubicBezTo>
                    <a:pt x="34487" y="81567"/>
                    <a:pt x="28120" y="101761"/>
                    <a:pt x="28120" y="118411"/>
                  </a:cubicBezTo>
                  <a:cubicBezTo>
                    <a:pt x="28120" y="149942"/>
                    <a:pt x="50406" y="160570"/>
                    <a:pt x="71277" y="160570"/>
                  </a:cubicBezTo>
                  <a:cubicBezTo>
                    <a:pt x="85073" y="160570"/>
                    <a:pt x="97101" y="154547"/>
                    <a:pt x="107006" y="144627"/>
                  </a:cubicBezTo>
                  <a:cubicBezTo>
                    <a:pt x="102407" y="163050"/>
                    <a:pt x="98162" y="180409"/>
                    <a:pt x="84012" y="199185"/>
                  </a:cubicBezTo>
                  <a:cubicBezTo>
                    <a:pt x="74815" y="211231"/>
                    <a:pt x="61372" y="221504"/>
                    <a:pt x="45100" y="221504"/>
                  </a:cubicBezTo>
                  <a:cubicBezTo>
                    <a:pt x="40147" y="221504"/>
                    <a:pt x="24229" y="220442"/>
                    <a:pt x="18215" y="206625"/>
                  </a:cubicBezTo>
                  <a:cubicBezTo>
                    <a:pt x="23875" y="206625"/>
                    <a:pt x="28474" y="206625"/>
                    <a:pt x="33426" y="202374"/>
                  </a:cubicBezTo>
                  <a:cubicBezTo>
                    <a:pt x="36964" y="199185"/>
                    <a:pt x="40501" y="194580"/>
                    <a:pt x="40501" y="187849"/>
                  </a:cubicBezTo>
                  <a:cubicBezTo>
                    <a:pt x="40501" y="176866"/>
                    <a:pt x="30950" y="175449"/>
                    <a:pt x="27413" y="175449"/>
                  </a:cubicBezTo>
                  <a:cubicBezTo>
                    <a:pt x="19276" y="175449"/>
                    <a:pt x="7603" y="181117"/>
                    <a:pt x="7603" y="198477"/>
                  </a:cubicBezTo>
                  <a:cubicBezTo>
                    <a:pt x="7603" y="216190"/>
                    <a:pt x="23168" y="229298"/>
                    <a:pt x="45100" y="229298"/>
                  </a:cubicBezTo>
                  <a:cubicBezTo>
                    <a:pt x="81536" y="229298"/>
                    <a:pt x="117972" y="197060"/>
                    <a:pt x="127877" y="157027"/>
                  </a:cubicBezTo>
                  <a:lnTo>
                    <a:pt x="161837" y="2169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69DABF8-E358-3D5D-8122-BCB15A97B729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1311359" y="5224739"/>
              <a:ext cx="82069" cy="354271"/>
            </a:xfrm>
            <a:custGeom>
              <a:avLst/>
              <a:gdLst>
                <a:gd name="connsiteX0" fmla="*/ 82249 w 82069"/>
                <a:gd name="connsiteY0" fmla="*/ 177220 h 354271"/>
                <a:gd name="connsiteX1" fmla="*/ 58901 w 82069"/>
                <a:gd name="connsiteY1" fmla="*/ 66688 h 354271"/>
                <a:gd name="connsiteX2" fmla="*/ 3717 w 82069"/>
                <a:gd name="connsiteY2" fmla="*/ 85 h 354271"/>
                <a:gd name="connsiteX3" fmla="*/ 179 w 82069"/>
                <a:gd name="connsiteY3" fmla="*/ 3627 h 354271"/>
                <a:gd name="connsiteX4" fmla="*/ 6900 w 82069"/>
                <a:gd name="connsiteY4" fmla="*/ 11776 h 354271"/>
                <a:gd name="connsiteX5" fmla="*/ 61731 w 82069"/>
                <a:gd name="connsiteY5" fmla="*/ 177220 h 354271"/>
                <a:gd name="connsiteX6" fmla="*/ 4778 w 82069"/>
                <a:gd name="connsiteY6" fmla="*/ 344791 h 354271"/>
                <a:gd name="connsiteX7" fmla="*/ 179 w 82069"/>
                <a:gd name="connsiteY7" fmla="*/ 350813 h 354271"/>
                <a:gd name="connsiteX8" fmla="*/ 3717 w 82069"/>
                <a:gd name="connsiteY8" fmla="*/ 354356 h 354271"/>
                <a:gd name="connsiteX9" fmla="*/ 59963 w 82069"/>
                <a:gd name="connsiteY9" fmla="*/ 285273 h 354271"/>
                <a:gd name="connsiteX10" fmla="*/ 82249 w 82069"/>
                <a:gd name="connsiteY10" fmla="*/ 177220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4271">
                  <a:moveTo>
                    <a:pt x="82249" y="177220"/>
                  </a:moveTo>
                  <a:cubicBezTo>
                    <a:pt x="82249" y="149587"/>
                    <a:pt x="78357" y="106720"/>
                    <a:pt x="58901" y="66688"/>
                  </a:cubicBezTo>
                  <a:cubicBezTo>
                    <a:pt x="37676" y="23112"/>
                    <a:pt x="7254" y="85"/>
                    <a:pt x="3717" y="85"/>
                  </a:cubicBezTo>
                  <a:cubicBezTo>
                    <a:pt x="1594" y="85"/>
                    <a:pt x="179" y="1502"/>
                    <a:pt x="179" y="3627"/>
                  </a:cubicBezTo>
                  <a:cubicBezTo>
                    <a:pt x="179" y="4690"/>
                    <a:pt x="179" y="5399"/>
                    <a:pt x="6900" y="11776"/>
                  </a:cubicBezTo>
                  <a:cubicBezTo>
                    <a:pt x="41568" y="46849"/>
                    <a:pt x="61731" y="103178"/>
                    <a:pt x="61731" y="177220"/>
                  </a:cubicBezTo>
                  <a:cubicBezTo>
                    <a:pt x="61731" y="237801"/>
                    <a:pt x="48643" y="300153"/>
                    <a:pt x="4778" y="344791"/>
                  </a:cubicBezTo>
                  <a:cubicBezTo>
                    <a:pt x="179" y="349042"/>
                    <a:pt x="179" y="349751"/>
                    <a:pt x="179" y="350813"/>
                  </a:cubicBezTo>
                  <a:cubicBezTo>
                    <a:pt x="179" y="352939"/>
                    <a:pt x="1594" y="354356"/>
                    <a:pt x="3717" y="354356"/>
                  </a:cubicBezTo>
                  <a:cubicBezTo>
                    <a:pt x="7254" y="354356"/>
                    <a:pt x="39091" y="330266"/>
                    <a:pt x="59963" y="285273"/>
                  </a:cubicBezTo>
                  <a:cubicBezTo>
                    <a:pt x="78004" y="246303"/>
                    <a:pt x="82249" y="206979"/>
                    <a:pt x="82249" y="177220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A61BCDD-E1AA-AAFB-52EE-9082DDE8EF19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0664218" y="5609477"/>
              <a:ext cx="171213" cy="118326"/>
            </a:xfrm>
            <a:custGeom>
              <a:avLst/>
              <a:gdLst>
                <a:gd name="connsiteX0" fmla="*/ 171376 w 171213"/>
                <a:gd name="connsiteY0" fmla="*/ 85825 h 118326"/>
                <a:gd name="connsiteX1" fmla="*/ 166423 w 171213"/>
                <a:gd name="connsiteY1" fmla="*/ 75905 h 118326"/>
                <a:gd name="connsiteX2" fmla="*/ 77986 w 171213"/>
                <a:gd name="connsiteY2" fmla="*/ 57129 h 118326"/>
                <a:gd name="connsiteX3" fmla="*/ 16434 w 171213"/>
                <a:gd name="connsiteY3" fmla="*/ 1863 h 118326"/>
                <a:gd name="connsiteX4" fmla="*/ 8652 w 171213"/>
                <a:gd name="connsiteY4" fmla="*/ 91 h 118326"/>
                <a:gd name="connsiteX5" fmla="*/ 162 w 171213"/>
                <a:gd name="connsiteY5" fmla="*/ 9302 h 118326"/>
                <a:gd name="connsiteX6" fmla="*/ 162 w 171213"/>
                <a:gd name="connsiteY6" fmla="*/ 14971 h 118326"/>
                <a:gd name="connsiteX7" fmla="*/ 163947 w 171213"/>
                <a:gd name="connsiteY7" fmla="*/ 118418 h 118326"/>
                <a:gd name="connsiteX8" fmla="*/ 171376 w 171213"/>
                <a:gd name="connsiteY8" fmla="*/ 108498 h 118326"/>
                <a:gd name="connsiteX9" fmla="*/ 171376 w 171213"/>
                <a:gd name="connsiteY9" fmla="*/ 85825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213" h="118326">
                  <a:moveTo>
                    <a:pt x="171376" y="85825"/>
                  </a:moveTo>
                  <a:cubicBezTo>
                    <a:pt x="171376" y="77677"/>
                    <a:pt x="171376" y="75905"/>
                    <a:pt x="166423" y="75905"/>
                  </a:cubicBezTo>
                  <a:cubicBezTo>
                    <a:pt x="144844" y="75551"/>
                    <a:pt x="109823" y="72717"/>
                    <a:pt x="77986" y="57129"/>
                  </a:cubicBezTo>
                  <a:cubicBezTo>
                    <a:pt x="39781" y="37998"/>
                    <a:pt x="25278" y="15679"/>
                    <a:pt x="16434" y="1863"/>
                  </a:cubicBezTo>
                  <a:cubicBezTo>
                    <a:pt x="15373" y="91"/>
                    <a:pt x="13250" y="91"/>
                    <a:pt x="8652" y="91"/>
                  </a:cubicBezTo>
                  <a:cubicBezTo>
                    <a:pt x="516" y="91"/>
                    <a:pt x="162" y="446"/>
                    <a:pt x="162" y="9302"/>
                  </a:cubicBezTo>
                  <a:lnTo>
                    <a:pt x="162" y="14971"/>
                  </a:lnTo>
                  <a:cubicBezTo>
                    <a:pt x="48271" y="101767"/>
                    <a:pt x="127865" y="118418"/>
                    <a:pt x="163947" y="118418"/>
                  </a:cubicBezTo>
                  <a:cubicBezTo>
                    <a:pt x="171376" y="118418"/>
                    <a:pt x="171376" y="118064"/>
                    <a:pt x="171376" y="108498"/>
                  </a:cubicBezTo>
                  <a:lnTo>
                    <a:pt x="171376" y="8582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C666DB36-BC8A-141A-600E-CDB4EF8BBE46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0831896" y="5685292"/>
              <a:ext cx="59652" cy="42511"/>
            </a:xfrm>
            <a:custGeom>
              <a:avLst/>
              <a:gdLst>
                <a:gd name="connsiteX0" fmla="*/ 0 w 59652"/>
                <a:gd name="connsiteY0" fmla="*/ 0 h 42511"/>
                <a:gd name="connsiteX1" fmla="*/ 59652 w 59652"/>
                <a:gd name="connsiteY1" fmla="*/ 0 h 42511"/>
                <a:gd name="connsiteX2" fmla="*/ 59652 w 59652"/>
                <a:gd name="connsiteY2" fmla="*/ 42511 h 42511"/>
                <a:gd name="connsiteX3" fmla="*/ 0 w 59652"/>
                <a:gd name="connsiteY3" fmla="*/ 42511 h 4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52" h="42511">
                  <a:moveTo>
                    <a:pt x="0" y="0"/>
                  </a:moveTo>
                  <a:lnTo>
                    <a:pt x="59652" y="0"/>
                  </a:lnTo>
                  <a:lnTo>
                    <a:pt x="59652" y="42511"/>
                  </a:lnTo>
                  <a:lnTo>
                    <a:pt x="0" y="425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688E528-47E0-E1EE-CFB9-BC825AA9EC4D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0888011" y="5685291"/>
              <a:ext cx="171213" cy="118326"/>
            </a:xfrm>
            <a:custGeom>
              <a:avLst/>
              <a:gdLst>
                <a:gd name="connsiteX0" fmla="*/ 171382 w 171213"/>
                <a:gd name="connsiteY0" fmla="*/ 103539 h 118326"/>
                <a:gd name="connsiteX1" fmla="*/ 7597 w 171213"/>
                <a:gd name="connsiteY1" fmla="*/ 91 h 118326"/>
                <a:gd name="connsiteX2" fmla="*/ 168 w 171213"/>
                <a:gd name="connsiteY2" fmla="*/ 10011 h 118326"/>
                <a:gd name="connsiteX3" fmla="*/ 168 w 171213"/>
                <a:gd name="connsiteY3" fmla="*/ 32684 h 118326"/>
                <a:gd name="connsiteX4" fmla="*/ 5120 w 171213"/>
                <a:gd name="connsiteY4" fmla="*/ 42604 h 118326"/>
                <a:gd name="connsiteX5" fmla="*/ 93557 w 171213"/>
                <a:gd name="connsiteY5" fmla="*/ 61380 h 118326"/>
                <a:gd name="connsiteX6" fmla="*/ 155109 w 171213"/>
                <a:gd name="connsiteY6" fmla="*/ 116647 h 118326"/>
                <a:gd name="connsiteX7" fmla="*/ 162892 w 171213"/>
                <a:gd name="connsiteY7" fmla="*/ 118418 h 118326"/>
                <a:gd name="connsiteX8" fmla="*/ 171382 w 171213"/>
                <a:gd name="connsiteY8" fmla="*/ 109207 h 118326"/>
                <a:gd name="connsiteX9" fmla="*/ 171382 w 171213"/>
                <a:gd name="connsiteY9" fmla="*/ 103539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213" h="118326">
                  <a:moveTo>
                    <a:pt x="171382" y="103539"/>
                  </a:moveTo>
                  <a:cubicBezTo>
                    <a:pt x="123272" y="16742"/>
                    <a:pt x="43679" y="91"/>
                    <a:pt x="7597" y="91"/>
                  </a:cubicBezTo>
                  <a:cubicBezTo>
                    <a:pt x="168" y="91"/>
                    <a:pt x="168" y="446"/>
                    <a:pt x="168" y="10011"/>
                  </a:cubicBezTo>
                  <a:lnTo>
                    <a:pt x="168" y="32684"/>
                  </a:lnTo>
                  <a:cubicBezTo>
                    <a:pt x="168" y="40833"/>
                    <a:pt x="168" y="42604"/>
                    <a:pt x="5120" y="42604"/>
                  </a:cubicBezTo>
                  <a:cubicBezTo>
                    <a:pt x="26699" y="42958"/>
                    <a:pt x="61720" y="45792"/>
                    <a:pt x="93557" y="61380"/>
                  </a:cubicBezTo>
                  <a:cubicBezTo>
                    <a:pt x="131762" y="80511"/>
                    <a:pt x="146266" y="102830"/>
                    <a:pt x="155109" y="116647"/>
                  </a:cubicBezTo>
                  <a:cubicBezTo>
                    <a:pt x="156171" y="118418"/>
                    <a:pt x="158293" y="118418"/>
                    <a:pt x="162892" y="118418"/>
                  </a:cubicBezTo>
                  <a:cubicBezTo>
                    <a:pt x="171028" y="118418"/>
                    <a:pt x="171382" y="118064"/>
                    <a:pt x="171382" y="109207"/>
                  </a:cubicBezTo>
                  <a:lnTo>
                    <a:pt x="171382" y="103539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9632EAC-A186-3D90-AD9E-2230AE3E44CE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1042246" y="5685291"/>
              <a:ext cx="171213" cy="118326"/>
            </a:xfrm>
            <a:custGeom>
              <a:avLst/>
              <a:gdLst>
                <a:gd name="connsiteX0" fmla="*/ 171386 w 171213"/>
                <a:gd name="connsiteY0" fmla="*/ 10011 h 118326"/>
                <a:gd name="connsiteX1" fmla="*/ 163957 w 171213"/>
                <a:gd name="connsiteY1" fmla="*/ 91 h 118326"/>
                <a:gd name="connsiteX2" fmla="*/ 172 w 171213"/>
                <a:gd name="connsiteY2" fmla="*/ 103539 h 118326"/>
                <a:gd name="connsiteX3" fmla="*/ 172 w 171213"/>
                <a:gd name="connsiteY3" fmla="*/ 109207 h 118326"/>
                <a:gd name="connsiteX4" fmla="*/ 8662 w 171213"/>
                <a:gd name="connsiteY4" fmla="*/ 118418 h 118326"/>
                <a:gd name="connsiteX5" fmla="*/ 17506 w 171213"/>
                <a:gd name="connsiteY5" fmla="*/ 115584 h 118326"/>
                <a:gd name="connsiteX6" fmla="*/ 167141 w 171213"/>
                <a:gd name="connsiteY6" fmla="*/ 42604 h 118326"/>
                <a:gd name="connsiteX7" fmla="*/ 171386 w 171213"/>
                <a:gd name="connsiteY7" fmla="*/ 32684 h 118326"/>
                <a:gd name="connsiteX8" fmla="*/ 171386 w 171213"/>
                <a:gd name="connsiteY8" fmla="*/ 10011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213" h="118326">
                  <a:moveTo>
                    <a:pt x="171386" y="10011"/>
                  </a:moveTo>
                  <a:cubicBezTo>
                    <a:pt x="171386" y="446"/>
                    <a:pt x="171386" y="91"/>
                    <a:pt x="163957" y="91"/>
                  </a:cubicBezTo>
                  <a:cubicBezTo>
                    <a:pt x="127875" y="91"/>
                    <a:pt x="48282" y="17096"/>
                    <a:pt x="172" y="103539"/>
                  </a:cubicBezTo>
                  <a:lnTo>
                    <a:pt x="172" y="109207"/>
                  </a:lnTo>
                  <a:cubicBezTo>
                    <a:pt x="172" y="118064"/>
                    <a:pt x="526" y="118418"/>
                    <a:pt x="8662" y="118418"/>
                  </a:cubicBezTo>
                  <a:cubicBezTo>
                    <a:pt x="15384" y="118418"/>
                    <a:pt x="15737" y="118064"/>
                    <a:pt x="17506" y="115584"/>
                  </a:cubicBezTo>
                  <a:cubicBezTo>
                    <a:pt x="46513" y="69174"/>
                    <a:pt x="95330" y="44021"/>
                    <a:pt x="167141" y="42604"/>
                  </a:cubicBezTo>
                  <a:cubicBezTo>
                    <a:pt x="171386" y="42604"/>
                    <a:pt x="171386" y="40124"/>
                    <a:pt x="171386" y="32684"/>
                  </a:cubicBezTo>
                  <a:lnTo>
                    <a:pt x="171386" y="100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FBF7682-BA4B-FA5B-952B-07F7889A5F43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1209924" y="5685292"/>
              <a:ext cx="59651" cy="42511"/>
            </a:xfrm>
            <a:custGeom>
              <a:avLst/>
              <a:gdLst>
                <a:gd name="connsiteX0" fmla="*/ 0 w 59651"/>
                <a:gd name="connsiteY0" fmla="*/ 0 h 42511"/>
                <a:gd name="connsiteX1" fmla="*/ 59651 w 59651"/>
                <a:gd name="connsiteY1" fmla="*/ 0 h 42511"/>
                <a:gd name="connsiteX2" fmla="*/ 59651 w 59651"/>
                <a:gd name="connsiteY2" fmla="*/ 42511 h 42511"/>
                <a:gd name="connsiteX3" fmla="*/ 0 w 59651"/>
                <a:gd name="connsiteY3" fmla="*/ 42511 h 4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51" h="42511">
                  <a:moveTo>
                    <a:pt x="0" y="0"/>
                  </a:moveTo>
                  <a:lnTo>
                    <a:pt x="59651" y="0"/>
                  </a:lnTo>
                  <a:lnTo>
                    <a:pt x="59651" y="42511"/>
                  </a:lnTo>
                  <a:lnTo>
                    <a:pt x="0" y="425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71E9A31-8544-E128-2031-AD83505714E6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1266039" y="5609477"/>
              <a:ext cx="171213" cy="118326"/>
            </a:xfrm>
            <a:custGeom>
              <a:avLst/>
              <a:gdLst>
                <a:gd name="connsiteX0" fmla="*/ 171392 w 171213"/>
                <a:gd name="connsiteY0" fmla="*/ 9302 h 118326"/>
                <a:gd name="connsiteX1" fmla="*/ 162902 w 171213"/>
                <a:gd name="connsiteY1" fmla="*/ 91 h 118326"/>
                <a:gd name="connsiteX2" fmla="*/ 154059 w 171213"/>
                <a:gd name="connsiteY2" fmla="*/ 2926 h 118326"/>
                <a:gd name="connsiteX3" fmla="*/ 4424 w 171213"/>
                <a:gd name="connsiteY3" fmla="*/ 75905 h 118326"/>
                <a:gd name="connsiteX4" fmla="*/ 179 w 171213"/>
                <a:gd name="connsiteY4" fmla="*/ 85825 h 118326"/>
                <a:gd name="connsiteX5" fmla="*/ 179 w 171213"/>
                <a:gd name="connsiteY5" fmla="*/ 108498 h 118326"/>
                <a:gd name="connsiteX6" fmla="*/ 7607 w 171213"/>
                <a:gd name="connsiteY6" fmla="*/ 118418 h 118326"/>
                <a:gd name="connsiteX7" fmla="*/ 171392 w 171213"/>
                <a:gd name="connsiteY7" fmla="*/ 14971 h 118326"/>
                <a:gd name="connsiteX8" fmla="*/ 171392 w 171213"/>
                <a:gd name="connsiteY8" fmla="*/ 9302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213" h="118326">
                  <a:moveTo>
                    <a:pt x="171392" y="9302"/>
                  </a:moveTo>
                  <a:cubicBezTo>
                    <a:pt x="171392" y="446"/>
                    <a:pt x="171039" y="91"/>
                    <a:pt x="162902" y="91"/>
                  </a:cubicBezTo>
                  <a:cubicBezTo>
                    <a:pt x="156181" y="91"/>
                    <a:pt x="155827" y="446"/>
                    <a:pt x="154059" y="2926"/>
                  </a:cubicBezTo>
                  <a:cubicBezTo>
                    <a:pt x="125051" y="49335"/>
                    <a:pt x="76234" y="74488"/>
                    <a:pt x="4424" y="75905"/>
                  </a:cubicBezTo>
                  <a:cubicBezTo>
                    <a:pt x="179" y="75905"/>
                    <a:pt x="179" y="78385"/>
                    <a:pt x="179" y="85825"/>
                  </a:cubicBezTo>
                  <a:lnTo>
                    <a:pt x="179" y="108498"/>
                  </a:lnTo>
                  <a:cubicBezTo>
                    <a:pt x="179" y="118064"/>
                    <a:pt x="179" y="118418"/>
                    <a:pt x="7607" y="118418"/>
                  </a:cubicBezTo>
                  <a:cubicBezTo>
                    <a:pt x="43690" y="118418"/>
                    <a:pt x="123283" y="101413"/>
                    <a:pt x="171392" y="14971"/>
                  </a:cubicBezTo>
                  <a:lnTo>
                    <a:pt x="171392" y="9302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E0861E3-321C-2B65-1949-C7D31AC81E82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1007706" y="5891654"/>
              <a:ext cx="83696" cy="157473"/>
            </a:xfrm>
            <a:custGeom>
              <a:avLst/>
              <a:gdLst>
                <a:gd name="connsiteX0" fmla="*/ 50686 w 83696"/>
                <a:gd name="connsiteY0" fmla="*/ 57138 h 157473"/>
                <a:gd name="connsiteX1" fmla="*/ 75944 w 83696"/>
                <a:gd name="connsiteY1" fmla="*/ 57138 h 157473"/>
                <a:gd name="connsiteX2" fmla="*/ 83868 w 83696"/>
                <a:gd name="connsiteY2" fmla="*/ 51682 h 157473"/>
                <a:gd name="connsiteX3" fmla="*/ 76439 w 83696"/>
                <a:gd name="connsiteY3" fmla="*/ 48210 h 157473"/>
                <a:gd name="connsiteX4" fmla="*/ 52915 w 83696"/>
                <a:gd name="connsiteY4" fmla="*/ 48210 h 157473"/>
                <a:gd name="connsiteX5" fmla="*/ 62077 w 83696"/>
                <a:gd name="connsiteY5" fmla="*/ 11508 h 157473"/>
                <a:gd name="connsiteX6" fmla="*/ 62820 w 83696"/>
                <a:gd name="connsiteY6" fmla="*/ 8036 h 157473"/>
                <a:gd name="connsiteX7" fmla="*/ 54400 w 83696"/>
                <a:gd name="connsiteY7" fmla="*/ 100 h 157473"/>
                <a:gd name="connsiteX8" fmla="*/ 42762 w 83696"/>
                <a:gd name="connsiteY8" fmla="*/ 10764 h 157473"/>
                <a:gd name="connsiteX9" fmla="*/ 33352 w 83696"/>
                <a:gd name="connsiteY9" fmla="*/ 48210 h 157473"/>
                <a:gd name="connsiteX10" fmla="*/ 8095 w 83696"/>
                <a:gd name="connsiteY10" fmla="*/ 48210 h 157473"/>
                <a:gd name="connsiteX11" fmla="*/ 171 w 83696"/>
                <a:gd name="connsiteY11" fmla="*/ 53666 h 157473"/>
                <a:gd name="connsiteX12" fmla="*/ 7600 w 83696"/>
                <a:gd name="connsiteY12" fmla="*/ 57138 h 157473"/>
                <a:gd name="connsiteX13" fmla="*/ 31124 w 83696"/>
                <a:gd name="connsiteY13" fmla="*/ 57138 h 157473"/>
                <a:gd name="connsiteX14" fmla="*/ 16514 w 83696"/>
                <a:gd name="connsiteY14" fmla="*/ 115664 h 157473"/>
                <a:gd name="connsiteX15" fmla="*/ 12800 w 83696"/>
                <a:gd name="connsiteY15" fmla="*/ 134015 h 157473"/>
                <a:gd name="connsiteX16" fmla="*/ 39295 w 83696"/>
                <a:gd name="connsiteY16" fmla="*/ 157574 h 157473"/>
                <a:gd name="connsiteX17" fmla="*/ 82382 w 83696"/>
                <a:gd name="connsiteY17" fmla="*/ 119632 h 157473"/>
                <a:gd name="connsiteX18" fmla="*/ 78420 w 83696"/>
                <a:gd name="connsiteY18" fmla="*/ 116408 h 157473"/>
                <a:gd name="connsiteX19" fmla="*/ 73220 w 83696"/>
                <a:gd name="connsiteY19" fmla="*/ 121119 h 157473"/>
                <a:gd name="connsiteX20" fmla="*/ 40038 w 83696"/>
                <a:gd name="connsiteY20" fmla="*/ 150630 h 157473"/>
                <a:gd name="connsiteX21" fmla="*/ 31371 w 83696"/>
                <a:gd name="connsiteY21" fmla="*/ 138479 h 157473"/>
                <a:gd name="connsiteX22" fmla="*/ 32857 w 83696"/>
                <a:gd name="connsiteY22" fmla="*/ 128311 h 157473"/>
                <a:gd name="connsiteX23" fmla="*/ 50686 w 83696"/>
                <a:gd name="connsiteY23" fmla="*/ 57138 h 15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696" h="157473">
                  <a:moveTo>
                    <a:pt x="50686" y="57138"/>
                  </a:moveTo>
                  <a:lnTo>
                    <a:pt x="75944" y="57138"/>
                  </a:lnTo>
                  <a:cubicBezTo>
                    <a:pt x="80648" y="57138"/>
                    <a:pt x="83868" y="57138"/>
                    <a:pt x="83868" y="51682"/>
                  </a:cubicBezTo>
                  <a:cubicBezTo>
                    <a:pt x="83868" y="48210"/>
                    <a:pt x="80648" y="48210"/>
                    <a:pt x="76439" y="48210"/>
                  </a:cubicBezTo>
                  <a:lnTo>
                    <a:pt x="52915" y="48210"/>
                  </a:lnTo>
                  <a:lnTo>
                    <a:pt x="62077" y="11508"/>
                  </a:lnTo>
                  <a:cubicBezTo>
                    <a:pt x="62324" y="10268"/>
                    <a:pt x="62820" y="9028"/>
                    <a:pt x="62820" y="8036"/>
                  </a:cubicBezTo>
                  <a:cubicBezTo>
                    <a:pt x="62820" y="3572"/>
                    <a:pt x="59353" y="100"/>
                    <a:pt x="54400" y="100"/>
                  </a:cubicBezTo>
                  <a:cubicBezTo>
                    <a:pt x="48210" y="100"/>
                    <a:pt x="44495" y="4316"/>
                    <a:pt x="42762" y="10764"/>
                  </a:cubicBezTo>
                  <a:cubicBezTo>
                    <a:pt x="41029" y="16964"/>
                    <a:pt x="44248" y="5060"/>
                    <a:pt x="33352" y="48210"/>
                  </a:cubicBezTo>
                  <a:lnTo>
                    <a:pt x="8095" y="48210"/>
                  </a:lnTo>
                  <a:cubicBezTo>
                    <a:pt x="3390" y="48210"/>
                    <a:pt x="171" y="48210"/>
                    <a:pt x="171" y="53666"/>
                  </a:cubicBezTo>
                  <a:cubicBezTo>
                    <a:pt x="171" y="57138"/>
                    <a:pt x="3142" y="57138"/>
                    <a:pt x="7600" y="57138"/>
                  </a:cubicBezTo>
                  <a:lnTo>
                    <a:pt x="31124" y="57138"/>
                  </a:lnTo>
                  <a:lnTo>
                    <a:pt x="16514" y="115664"/>
                  </a:lnTo>
                  <a:cubicBezTo>
                    <a:pt x="15028" y="121863"/>
                    <a:pt x="12800" y="130791"/>
                    <a:pt x="12800" y="134015"/>
                  </a:cubicBezTo>
                  <a:cubicBezTo>
                    <a:pt x="12800" y="148646"/>
                    <a:pt x="25181" y="157574"/>
                    <a:pt x="39295" y="157574"/>
                  </a:cubicBezTo>
                  <a:cubicBezTo>
                    <a:pt x="66782" y="157574"/>
                    <a:pt x="82382" y="122855"/>
                    <a:pt x="82382" y="119632"/>
                  </a:cubicBezTo>
                  <a:cubicBezTo>
                    <a:pt x="82382" y="116408"/>
                    <a:pt x="79163" y="116408"/>
                    <a:pt x="78420" y="116408"/>
                  </a:cubicBezTo>
                  <a:cubicBezTo>
                    <a:pt x="75448" y="116408"/>
                    <a:pt x="75201" y="116904"/>
                    <a:pt x="73220" y="121119"/>
                  </a:cubicBezTo>
                  <a:cubicBezTo>
                    <a:pt x="66286" y="136743"/>
                    <a:pt x="53658" y="150630"/>
                    <a:pt x="40038" y="150630"/>
                  </a:cubicBezTo>
                  <a:cubicBezTo>
                    <a:pt x="34838" y="150630"/>
                    <a:pt x="31371" y="147406"/>
                    <a:pt x="31371" y="138479"/>
                  </a:cubicBezTo>
                  <a:cubicBezTo>
                    <a:pt x="31371" y="135999"/>
                    <a:pt x="32362" y="130791"/>
                    <a:pt x="32857" y="128311"/>
                  </a:cubicBezTo>
                  <a:lnTo>
                    <a:pt x="50686" y="57138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F339EAB-87AD-D48B-54B9-44C7914444FC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1546835" y="5360425"/>
              <a:ext cx="235242" cy="82899"/>
            </a:xfrm>
            <a:custGeom>
              <a:avLst/>
              <a:gdLst>
                <a:gd name="connsiteX0" fmla="*/ 223400 w 235242"/>
                <a:gd name="connsiteY0" fmla="*/ 14256 h 82899"/>
                <a:gd name="connsiteX1" fmla="*/ 235428 w 235242"/>
                <a:gd name="connsiteY1" fmla="*/ 7170 h 82899"/>
                <a:gd name="connsiteX2" fmla="*/ 223754 w 235242"/>
                <a:gd name="connsiteY2" fmla="*/ 85 h 82899"/>
                <a:gd name="connsiteX3" fmla="*/ 11860 w 235242"/>
                <a:gd name="connsiteY3" fmla="*/ 85 h 82899"/>
                <a:gd name="connsiteX4" fmla="*/ 186 w 235242"/>
                <a:gd name="connsiteY4" fmla="*/ 7170 h 82899"/>
                <a:gd name="connsiteX5" fmla="*/ 12213 w 235242"/>
                <a:gd name="connsiteY5" fmla="*/ 14256 h 82899"/>
                <a:gd name="connsiteX6" fmla="*/ 223400 w 235242"/>
                <a:gd name="connsiteY6" fmla="*/ 14256 h 82899"/>
                <a:gd name="connsiteX7" fmla="*/ 223754 w 235242"/>
                <a:gd name="connsiteY7" fmla="*/ 82984 h 82899"/>
                <a:gd name="connsiteX8" fmla="*/ 235428 w 235242"/>
                <a:gd name="connsiteY8" fmla="*/ 75899 h 82899"/>
                <a:gd name="connsiteX9" fmla="*/ 223400 w 235242"/>
                <a:gd name="connsiteY9" fmla="*/ 68813 h 82899"/>
                <a:gd name="connsiteX10" fmla="*/ 12213 w 235242"/>
                <a:gd name="connsiteY10" fmla="*/ 68813 h 82899"/>
                <a:gd name="connsiteX11" fmla="*/ 186 w 235242"/>
                <a:gd name="connsiteY11" fmla="*/ 75899 h 82899"/>
                <a:gd name="connsiteX12" fmla="*/ 11860 w 235242"/>
                <a:gd name="connsiteY12" fmla="*/ 82984 h 82899"/>
                <a:gd name="connsiteX13" fmla="*/ 223754 w 235242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42" h="82899">
                  <a:moveTo>
                    <a:pt x="223400" y="14256"/>
                  </a:moveTo>
                  <a:cubicBezTo>
                    <a:pt x="228707" y="14256"/>
                    <a:pt x="235428" y="14256"/>
                    <a:pt x="235428" y="7170"/>
                  </a:cubicBezTo>
                  <a:cubicBezTo>
                    <a:pt x="235428" y="85"/>
                    <a:pt x="228707" y="85"/>
                    <a:pt x="223754" y="85"/>
                  </a:cubicBezTo>
                  <a:lnTo>
                    <a:pt x="11860" y="85"/>
                  </a:lnTo>
                  <a:cubicBezTo>
                    <a:pt x="6907" y="85"/>
                    <a:pt x="186" y="85"/>
                    <a:pt x="186" y="7170"/>
                  </a:cubicBezTo>
                  <a:cubicBezTo>
                    <a:pt x="186" y="14256"/>
                    <a:pt x="6907" y="14256"/>
                    <a:pt x="12213" y="14256"/>
                  </a:cubicBezTo>
                  <a:lnTo>
                    <a:pt x="223400" y="14256"/>
                  </a:lnTo>
                  <a:close/>
                  <a:moveTo>
                    <a:pt x="223754" y="82984"/>
                  </a:moveTo>
                  <a:cubicBezTo>
                    <a:pt x="228707" y="82984"/>
                    <a:pt x="235428" y="82984"/>
                    <a:pt x="235428" y="75899"/>
                  </a:cubicBezTo>
                  <a:cubicBezTo>
                    <a:pt x="235428" y="68813"/>
                    <a:pt x="228707" y="68813"/>
                    <a:pt x="223400" y="68813"/>
                  </a:cubicBezTo>
                  <a:lnTo>
                    <a:pt x="12213" y="68813"/>
                  </a:lnTo>
                  <a:cubicBezTo>
                    <a:pt x="6907" y="68813"/>
                    <a:pt x="186" y="68813"/>
                    <a:pt x="186" y="75899"/>
                  </a:cubicBezTo>
                  <a:cubicBezTo>
                    <a:pt x="186" y="82984"/>
                    <a:pt x="6907" y="82984"/>
                    <a:pt x="11860" y="82984"/>
                  </a:cubicBezTo>
                  <a:lnTo>
                    <a:pt x="223754" y="82984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733EEBA-0FAE-5D9A-E034-61B380DFA2DB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1912097" y="5244579"/>
              <a:ext cx="78531" cy="245864"/>
            </a:xfrm>
            <a:custGeom>
              <a:avLst/>
              <a:gdLst>
                <a:gd name="connsiteX0" fmla="*/ 51136 w 78531"/>
                <a:gd name="connsiteY0" fmla="*/ 85 h 245864"/>
                <a:gd name="connsiteX1" fmla="*/ 196 w 78531"/>
                <a:gd name="connsiteY1" fmla="*/ 3982 h 245864"/>
                <a:gd name="connsiteX2" fmla="*/ 196 w 78531"/>
                <a:gd name="connsiteY2" fmla="*/ 14964 h 245864"/>
                <a:gd name="connsiteX3" fmla="*/ 27789 w 78531"/>
                <a:gd name="connsiteY3" fmla="*/ 34803 h 245864"/>
                <a:gd name="connsiteX4" fmla="*/ 27789 w 78531"/>
                <a:gd name="connsiteY4" fmla="*/ 219024 h 245864"/>
                <a:gd name="connsiteX5" fmla="*/ 196 w 78531"/>
                <a:gd name="connsiteY5" fmla="*/ 234967 h 245864"/>
                <a:gd name="connsiteX6" fmla="*/ 196 w 78531"/>
                <a:gd name="connsiteY6" fmla="*/ 245949 h 245864"/>
                <a:gd name="connsiteX7" fmla="*/ 39462 w 78531"/>
                <a:gd name="connsiteY7" fmla="*/ 244886 h 245864"/>
                <a:gd name="connsiteX8" fmla="*/ 78728 w 78531"/>
                <a:gd name="connsiteY8" fmla="*/ 245949 h 245864"/>
                <a:gd name="connsiteX9" fmla="*/ 78728 w 78531"/>
                <a:gd name="connsiteY9" fmla="*/ 234967 h 245864"/>
                <a:gd name="connsiteX10" fmla="*/ 51136 w 78531"/>
                <a:gd name="connsiteY10" fmla="*/ 219024 h 245864"/>
                <a:gd name="connsiteX11" fmla="*/ 51136 w 78531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531" h="245864">
                  <a:moveTo>
                    <a:pt x="51136" y="85"/>
                  </a:moveTo>
                  <a:lnTo>
                    <a:pt x="196" y="3982"/>
                  </a:lnTo>
                  <a:lnTo>
                    <a:pt x="196" y="14964"/>
                  </a:lnTo>
                  <a:cubicBezTo>
                    <a:pt x="24959" y="14964"/>
                    <a:pt x="27789" y="17444"/>
                    <a:pt x="27789" y="34803"/>
                  </a:cubicBezTo>
                  <a:lnTo>
                    <a:pt x="27789" y="219024"/>
                  </a:lnTo>
                  <a:cubicBezTo>
                    <a:pt x="27789" y="234967"/>
                    <a:pt x="23897" y="234967"/>
                    <a:pt x="196" y="234967"/>
                  </a:cubicBezTo>
                  <a:lnTo>
                    <a:pt x="196" y="245949"/>
                  </a:lnTo>
                  <a:cubicBezTo>
                    <a:pt x="11870" y="245595"/>
                    <a:pt x="30619" y="244886"/>
                    <a:pt x="39462" y="244886"/>
                  </a:cubicBezTo>
                  <a:cubicBezTo>
                    <a:pt x="48306" y="244886"/>
                    <a:pt x="65640" y="245595"/>
                    <a:pt x="78728" y="245949"/>
                  </a:cubicBezTo>
                  <a:lnTo>
                    <a:pt x="78728" y="234967"/>
                  </a:lnTo>
                  <a:cubicBezTo>
                    <a:pt x="55027" y="234967"/>
                    <a:pt x="51136" y="234967"/>
                    <a:pt x="51136" y="219024"/>
                  </a:cubicBezTo>
                  <a:lnTo>
                    <a:pt x="51136" y="8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5C6EF7E-78A8-5273-A201-77656B3993DF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2010007" y="5333855"/>
              <a:ext cx="177934" cy="156588"/>
            </a:xfrm>
            <a:custGeom>
              <a:avLst/>
              <a:gdLst>
                <a:gd name="connsiteX0" fmla="*/ 27791 w 177934"/>
                <a:gd name="connsiteY0" fmla="*/ 34803 h 156588"/>
                <a:gd name="connsiteX1" fmla="*/ 27791 w 177934"/>
                <a:gd name="connsiteY1" fmla="*/ 129748 h 156588"/>
                <a:gd name="connsiteX2" fmla="*/ 199 w 177934"/>
                <a:gd name="connsiteY2" fmla="*/ 145690 h 156588"/>
                <a:gd name="connsiteX3" fmla="*/ 199 w 177934"/>
                <a:gd name="connsiteY3" fmla="*/ 156673 h 156588"/>
                <a:gd name="connsiteX4" fmla="*/ 40173 w 177934"/>
                <a:gd name="connsiteY4" fmla="*/ 155610 h 156588"/>
                <a:gd name="connsiteX5" fmla="*/ 79792 w 177934"/>
                <a:gd name="connsiteY5" fmla="*/ 156673 h 156588"/>
                <a:gd name="connsiteX6" fmla="*/ 79792 w 177934"/>
                <a:gd name="connsiteY6" fmla="*/ 145690 h 156588"/>
                <a:gd name="connsiteX7" fmla="*/ 52200 w 177934"/>
                <a:gd name="connsiteY7" fmla="*/ 129748 h 156588"/>
                <a:gd name="connsiteX8" fmla="*/ 52200 w 177934"/>
                <a:gd name="connsiteY8" fmla="*/ 64562 h 156588"/>
                <a:gd name="connsiteX9" fmla="*/ 99956 w 177934"/>
                <a:gd name="connsiteY9" fmla="*/ 7879 h 156588"/>
                <a:gd name="connsiteX10" fmla="*/ 126133 w 177934"/>
                <a:gd name="connsiteY10" fmla="*/ 47203 h 156588"/>
                <a:gd name="connsiteX11" fmla="*/ 126133 w 177934"/>
                <a:gd name="connsiteY11" fmla="*/ 129748 h 156588"/>
                <a:gd name="connsiteX12" fmla="*/ 98541 w 177934"/>
                <a:gd name="connsiteY12" fmla="*/ 145690 h 156588"/>
                <a:gd name="connsiteX13" fmla="*/ 98541 w 177934"/>
                <a:gd name="connsiteY13" fmla="*/ 156673 h 156588"/>
                <a:gd name="connsiteX14" fmla="*/ 138514 w 177934"/>
                <a:gd name="connsiteY14" fmla="*/ 155610 h 156588"/>
                <a:gd name="connsiteX15" fmla="*/ 178134 w 177934"/>
                <a:gd name="connsiteY15" fmla="*/ 156673 h 156588"/>
                <a:gd name="connsiteX16" fmla="*/ 178134 w 177934"/>
                <a:gd name="connsiteY16" fmla="*/ 145690 h 156588"/>
                <a:gd name="connsiteX17" fmla="*/ 150542 w 177934"/>
                <a:gd name="connsiteY17" fmla="*/ 135062 h 156588"/>
                <a:gd name="connsiteX18" fmla="*/ 150542 w 177934"/>
                <a:gd name="connsiteY18" fmla="*/ 67396 h 156588"/>
                <a:gd name="connsiteX19" fmla="*/ 139576 w 177934"/>
                <a:gd name="connsiteY19" fmla="*/ 13193 h 156588"/>
                <a:gd name="connsiteX20" fmla="*/ 102432 w 177934"/>
                <a:gd name="connsiteY20" fmla="*/ 85 h 156588"/>
                <a:gd name="connsiteX21" fmla="*/ 50078 w 177934"/>
                <a:gd name="connsiteY21" fmla="*/ 37283 h 156588"/>
                <a:gd name="connsiteX22" fmla="*/ 50078 w 177934"/>
                <a:gd name="connsiteY22" fmla="*/ 85 h 156588"/>
                <a:gd name="connsiteX23" fmla="*/ 199 w 177934"/>
                <a:gd name="connsiteY23" fmla="*/ 3982 h 156588"/>
                <a:gd name="connsiteX24" fmla="*/ 199 w 177934"/>
                <a:gd name="connsiteY24" fmla="*/ 14964 h 156588"/>
                <a:gd name="connsiteX25" fmla="*/ 27791 w 177934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934" h="156588">
                  <a:moveTo>
                    <a:pt x="27791" y="34803"/>
                  </a:moveTo>
                  <a:lnTo>
                    <a:pt x="27791" y="129748"/>
                  </a:lnTo>
                  <a:cubicBezTo>
                    <a:pt x="27791" y="145690"/>
                    <a:pt x="23900" y="145690"/>
                    <a:pt x="199" y="145690"/>
                  </a:cubicBezTo>
                  <a:lnTo>
                    <a:pt x="199" y="156673"/>
                  </a:lnTo>
                  <a:cubicBezTo>
                    <a:pt x="12580" y="156318"/>
                    <a:pt x="30621" y="155610"/>
                    <a:pt x="40173" y="155610"/>
                  </a:cubicBezTo>
                  <a:cubicBezTo>
                    <a:pt x="49370" y="155610"/>
                    <a:pt x="67765" y="156318"/>
                    <a:pt x="79792" y="156673"/>
                  </a:cubicBezTo>
                  <a:lnTo>
                    <a:pt x="79792" y="145690"/>
                  </a:lnTo>
                  <a:cubicBezTo>
                    <a:pt x="56091" y="145690"/>
                    <a:pt x="52200" y="145690"/>
                    <a:pt x="52200" y="129748"/>
                  </a:cubicBezTo>
                  <a:lnTo>
                    <a:pt x="52200" y="64562"/>
                  </a:lnTo>
                  <a:cubicBezTo>
                    <a:pt x="52200" y="27718"/>
                    <a:pt x="77316" y="7879"/>
                    <a:pt x="99956" y="7879"/>
                  </a:cubicBezTo>
                  <a:cubicBezTo>
                    <a:pt x="122242" y="7879"/>
                    <a:pt x="126133" y="27009"/>
                    <a:pt x="126133" y="47203"/>
                  </a:cubicBezTo>
                  <a:lnTo>
                    <a:pt x="126133" y="129748"/>
                  </a:lnTo>
                  <a:cubicBezTo>
                    <a:pt x="126133" y="145690"/>
                    <a:pt x="122242" y="145690"/>
                    <a:pt x="98541" y="145690"/>
                  </a:cubicBezTo>
                  <a:lnTo>
                    <a:pt x="98541" y="156673"/>
                  </a:lnTo>
                  <a:cubicBezTo>
                    <a:pt x="110922" y="156318"/>
                    <a:pt x="128963" y="155610"/>
                    <a:pt x="138514" y="155610"/>
                  </a:cubicBezTo>
                  <a:cubicBezTo>
                    <a:pt x="147712" y="155610"/>
                    <a:pt x="166107" y="156318"/>
                    <a:pt x="178134" y="156673"/>
                  </a:cubicBezTo>
                  <a:lnTo>
                    <a:pt x="178134" y="145690"/>
                  </a:lnTo>
                  <a:cubicBezTo>
                    <a:pt x="159739" y="145690"/>
                    <a:pt x="150896" y="145690"/>
                    <a:pt x="150542" y="135062"/>
                  </a:cubicBezTo>
                  <a:lnTo>
                    <a:pt x="150542" y="67396"/>
                  </a:lnTo>
                  <a:cubicBezTo>
                    <a:pt x="150542" y="36929"/>
                    <a:pt x="150542" y="25947"/>
                    <a:pt x="139576" y="13193"/>
                  </a:cubicBezTo>
                  <a:cubicBezTo>
                    <a:pt x="134623" y="7170"/>
                    <a:pt x="122950" y="85"/>
                    <a:pt x="102432" y="85"/>
                  </a:cubicBezTo>
                  <a:cubicBezTo>
                    <a:pt x="76609" y="85"/>
                    <a:pt x="59982" y="15318"/>
                    <a:pt x="50078" y="37283"/>
                  </a:cubicBezTo>
                  <a:lnTo>
                    <a:pt x="50078" y="85"/>
                  </a:lnTo>
                  <a:lnTo>
                    <a:pt x="199" y="3982"/>
                  </a:lnTo>
                  <a:lnTo>
                    <a:pt x="199" y="14964"/>
                  </a:lnTo>
                  <a:cubicBezTo>
                    <a:pt x="24961" y="14964"/>
                    <a:pt x="27791" y="17444"/>
                    <a:pt x="27791" y="34803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1E69505-1915-9C13-455E-8C53083DC55E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2230235" y="5224739"/>
              <a:ext cx="82069" cy="354271"/>
            </a:xfrm>
            <a:custGeom>
              <a:avLst/>
              <a:gdLst>
                <a:gd name="connsiteX0" fmla="*/ 82274 w 82069"/>
                <a:gd name="connsiteY0" fmla="*/ 350813 h 354271"/>
                <a:gd name="connsiteX1" fmla="*/ 76260 w 82069"/>
                <a:gd name="connsiteY1" fmla="*/ 343020 h 354271"/>
                <a:gd name="connsiteX2" fmla="*/ 20722 w 82069"/>
                <a:gd name="connsiteY2" fmla="*/ 177220 h 354271"/>
                <a:gd name="connsiteX3" fmla="*/ 77675 w 82069"/>
                <a:gd name="connsiteY3" fmla="*/ 9650 h 354271"/>
                <a:gd name="connsiteX4" fmla="*/ 82274 w 82069"/>
                <a:gd name="connsiteY4" fmla="*/ 3627 h 354271"/>
                <a:gd name="connsiteX5" fmla="*/ 78737 w 82069"/>
                <a:gd name="connsiteY5" fmla="*/ 85 h 354271"/>
                <a:gd name="connsiteX6" fmla="*/ 22491 w 82069"/>
                <a:gd name="connsiteY6" fmla="*/ 69168 h 354271"/>
                <a:gd name="connsiteX7" fmla="*/ 205 w 82069"/>
                <a:gd name="connsiteY7" fmla="*/ 177220 h 354271"/>
                <a:gd name="connsiteX8" fmla="*/ 23552 w 82069"/>
                <a:gd name="connsiteY8" fmla="*/ 287753 h 354271"/>
                <a:gd name="connsiteX9" fmla="*/ 78737 w 82069"/>
                <a:gd name="connsiteY9" fmla="*/ 354356 h 354271"/>
                <a:gd name="connsiteX10" fmla="*/ 82274 w 82069"/>
                <a:gd name="connsiteY10" fmla="*/ 350813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4271">
                  <a:moveTo>
                    <a:pt x="82274" y="350813"/>
                  </a:moveTo>
                  <a:cubicBezTo>
                    <a:pt x="82274" y="349751"/>
                    <a:pt x="82274" y="349042"/>
                    <a:pt x="76260" y="343020"/>
                  </a:cubicBezTo>
                  <a:cubicBezTo>
                    <a:pt x="32042" y="298381"/>
                    <a:pt x="20722" y="231424"/>
                    <a:pt x="20722" y="177220"/>
                  </a:cubicBezTo>
                  <a:cubicBezTo>
                    <a:pt x="20722" y="115577"/>
                    <a:pt x="34164" y="53934"/>
                    <a:pt x="77675" y="9650"/>
                  </a:cubicBezTo>
                  <a:cubicBezTo>
                    <a:pt x="82274" y="5399"/>
                    <a:pt x="82274" y="4690"/>
                    <a:pt x="82274" y="3627"/>
                  </a:cubicBezTo>
                  <a:cubicBezTo>
                    <a:pt x="82274" y="1148"/>
                    <a:pt x="80859" y="85"/>
                    <a:pt x="78737" y="85"/>
                  </a:cubicBezTo>
                  <a:cubicBezTo>
                    <a:pt x="75199" y="85"/>
                    <a:pt x="43362" y="24175"/>
                    <a:pt x="22491" y="69168"/>
                  </a:cubicBezTo>
                  <a:cubicBezTo>
                    <a:pt x="4450" y="108137"/>
                    <a:pt x="205" y="147462"/>
                    <a:pt x="205" y="177220"/>
                  </a:cubicBezTo>
                  <a:cubicBezTo>
                    <a:pt x="205" y="204854"/>
                    <a:pt x="4096" y="247720"/>
                    <a:pt x="23552" y="287753"/>
                  </a:cubicBezTo>
                  <a:cubicBezTo>
                    <a:pt x="44777" y="331329"/>
                    <a:pt x="75199" y="354356"/>
                    <a:pt x="78737" y="354356"/>
                  </a:cubicBezTo>
                  <a:cubicBezTo>
                    <a:pt x="80859" y="354356"/>
                    <a:pt x="82274" y="353293"/>
                    <a:pt x="82274" y="350813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142911A-F7B7-A343-7ACA-3DC681D45120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2346932" y="5333855"/>
              <a:ext cx="162016" cy="160484"/>
            </a:xfrm>
            <a:custGeom>
              <a:avLst/>
              <a:gdLst>
                <a:gd name="connsiteX0" fmla="*/ 118006 w 162016"/>
                <a:gd name="connsiteY0" fmla="*/ 22758 h 160484"/>
                <a:gd name="connsiteX1" fmla="*/ 85462 w 162016"/>
                <a:gd name="connsiteY1" fmla="*/ 85 h 160484"/>
                <a:gd name="connsiteX2" fmla="*/ 209 w 162016"/>
                <a:gd name="connsiteY2" fmla="*/ 103886 h 160484"/>
                <a:gd name="connsiteX3" fmla="*/ 47257 w 162016"/>
                <a:gd name="connsiteY3" fmla="*/ 160570 h 160484"/>
                <a:gd name="connsiteX4" fmla="*/ 93244 w 162016"/>
                <a:gd name="connsiteY4" fmla="*/ 133999 h 160484"/>
                <a:gd name="connsiteX5" fmla="*/ 125435 w 162016"/>
                <a:gd name="connsiteY5" fmla="*/ 160570 h 160484"/>
                <a:gd name="connsiteX6" fmla="*/ 151612 w 162016"/>
                <a:gd name="connsiteY6" fmla="*/ 141085 h 160484"/>
                <a:gd name="connsiteX7" fmla="*/ 162225 w 162016"/>
                <a:gd name="connsiteY7" fmla="*/ 106012 h 160484"/>
                <a:gd name="connsiteX8" fmla="*/ 157980 w 162016"/>
                <a:gd name="connsiteY8" fmla="*/ 102469 h 160484"/>
                <a:gd name="connsiteX9" fmla="*/ 153027 w 162016"/>
                <a:gd name="connsiteY9" fmla="*/ 108846 h 160484"/>
                <a:gd name="connsiteX10" fmla="*/ 126143 w 162016"/>
                <a:gd name="connsiteY10" fmla="*/ 152776 h 160484"/>
                <a:gd name="connsiteX11" fmla="*/ 115530 w 162016"/>
                <a:gd name="connsiteY11" fmla="*/ 136479 h 160484"/>
                <a:gd name="connsiteX12" fmla="*/ 120129 w 162016"/>
                <a:gd name="connsiteY12" fmla="*/ 110263 h 160484"/>
                <a:gd name="connsiteX13" fmla="*/ 127911 w 162016"/>
                <a:gd name="connsiteY13" fmla="*/ 78379 h 160484"/>
                <a:gd name="connsiteX14" fmla="*/ 140646 w 162016"/>
                <a:gd name="connsiteY14" fmla="*/ 28781 h 160484"/>
                <a:gd name="connsiteX15" fmla="*/ 143122 w 162016"/>
                <a:gd name="connsiteY15" fmla="*/ 16735 h 160484"/>
                <a:gd name="connsiteX16" fmla="*/ 132864 w 162016"/>
                <a:gd name="connsiteY16" fmla="*/ 7170 h 160484"/>
                <a:gd name="connsiteX17" fmla="*/ 118006 w 162016"/>
                <a:gd name="connsiteY17" fmla="*/ 22758 h 160484"/>
                <a:gd name="connsiteX18" fmla="*/ 95013 w 162016"/>
                <a:gd name="connsiteY18" fmla="*/ 114514 h 160484"/>
                <a:gd name="connsiteX19" fmla="*/ 87938 w 162016"/>
                <a:gd name="connsiteY19" fmla="*/ 127622 h 160484"/>
                <a:gd name="connsiteX20" fmla="*/ 47964 w 162016"/>
                <a:gd name="connsiteY20" fmla="*/ 152776 h 160484"/>
                <a:gd name="connsiteX21" fmla="*/ 25325 w 162016"/>
                <a:gd name="connsiteY21" fmla="*/ 119474 h 160484"/>
                <a:gd name="connsiteX22" fmla="*/ 44781 w 162016"/>
                <a:gd name="connsiteY22" fmla="*/ 41889 h 160484"/>
                <a:gd name="connsiteX23" fmla="*/ 85815 w 162016"/>
                <a:gd name="connsiteY23" fmla="*/ 7879 h 160484"/>
                <a:gd name="connsiteX24" fmla="*/ 113761 w 162016"/>
                <a:gd name="connsiteY24" fmla="*/ 39055 h 160484"/>
                <a:gd name="connsiteX25" fmla="*/ 112700 w 162016"/>
                <a:gd name="connsiteY25" fmla="*/ 45077 h 160484"/>
                <a:gd name="connsiteX26" fmla="*/ 95013 w 162016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016" h="160484">
                  <a:moveTo>
                    <a:pt x="118006" y="22758"/>
                  </a:moveTo>
                  <a:cubicBezTo>
                    <a:pt x="111639" y="9650"/>
                    <a:pt x="101380" y="85"/>
                    <a:pt x="85462" y="85"/>
                  </a:cubicBezTo>
                  <a:cubicBezTo>
                    <a:pt x="44073" y="85"/>
                    <a:pt x="209" y="52163"/>
                    <a:pt x="209" y="103886"/>
                  </a:cubicBezTo>
                  <a:cubicBezTo>
                    <a:pt x="209" y="137188"/>
                    <a:pt x="19665" y="160570"/>
                    <a:pt x="47257" y="160570"/>
                  </a:cubicBezTo>
                  <a:cubicBezTo>
                    <a:pt x="54332" y="160570"/>
                    <a:pt x="72019" y="159153"/>
                    <a:pt x="93244" y="133999"/>
                  </a:cubicBezTo>
                  <a:cubicBezTo>
                    <a:pt x="96074" y="148879"/>
                    <a:pt x="108455" y="160570"/>
                    <a:pt x="125435" y="160570"/>
                  </a:cubicBezTo>
                  <a:cubicBezTo>
                    <a:pt x="137816" y="160570"/>
                    <a:pt x="145952" y="152421"/>
                    <a:pt x="151612" y="141085"/>
                  </a:cubicBezTo>
                  <a:cubicBezTo>
                    <a:pt x="157626" y="128331"/>
                    <a:pt x="162225" y="106720"/>
                    <a:pt x="162225" y="106012"/>
                  </a:cubicBezTo>
                  <a:cubicBezTo>
                    <a:pt x="162225" y="102469"/>
                    <a:pt x="159041" y="102469"/>
                    <a:pt x="157980" y="102469"/>
                  </a:cubicBezTo>
                  <a:cubicBezTo>
                    <a:pt x="154442" y="102469"/>
                    <a:pt x="154089" y="103886"/>
                    <a:pt x="153027" y="108846"/>
                  </a:cubicBezTo>
                  <a:cubicBezTo>
                    <a:pt x="147014" y="131874"/>
                    <a:pt x="140646" y="152776"/>
                    <a:pt x="126143" y="152776"/>
                  </a:cubicBezTo>
                  <a:cubicBezTo>
                    <a:pt x="116591" y="152776"/>
                    <a:pt x="115530" y="143565"/>
                    <a:pt x="115530" y="136479"/>
                  </a:cubicBezTo>
                  <a:cubicBezTo>
                    <a:pt x="115530" y="128685"/>
                    <a:pt x="116238" y="125851"/>
                    <a:pt x="120129" y="110263"/>
                  </a:cubicBezTo>
                  <a:cubicBezTo>
                    <a:pt x="124020" y="95384"/>
                    <a:pt x="124728" y="91841"/>
                    <a:pt x="127911" y="78379"/>
                  </a:cubicBezTo>
                  <a:lnTo>
                    <a:pt x="140646" y="28781"/>
                  </a:lnTo>
                  <a:cubicBezTo>
                    <a:pt x="143122" y="18861"/>
                    <a:pt x="143122" y="18153"/>
                    <a:pt x="143122" y="16735"/>
                  </a:cubicBezTo>
                  <a:cubicBezTo>
                    <a:pt x="143122" y="10713"/>
                    <a:pt x="138878" y="7170"/>
                    <a:pt x="132864" y="7170"/>
                  </a:cubicBezTo>
                  <a:cubicBezTo>
                    <a:pt x="124374" y="7170"/>
                    <a:pt x="119068" y="14964"/>
                    <a:pt x="118006" y="22758"/>
                  </a:cubicBezTo>
                  <a:close/>
                  <a:moveTo>
                    <a:pt x="95013" y="114514"/>
                  </a:moveTo>
                  <a:cubicBezTo>
                    <a:pt x="93244" y="120891"/>
                    <a:pt x="93244" y="121600"/>
                    <a:pt x="87938" y="127622"/>
                  </a:cubicBezTo>
                  <a:cubicBezTo>
                    <a:pt x="72373" y="147107"/>
                    <a:pt x="57869" y="152776"/>
                    <a:pt x="47964" y="152776"/>
                  </a:cubicBezTo>
                  <a:cubicBezTo>
                    <a:pt x="30277" y="152776"/>
                    <a:pt x="25325" y="133291"/>
                    <a:pt x="25325" y="119474"/>
                  </a:cubicBezTo>
                  <a:cubicBezTo>
                    <a:pt x="25325" y="101761"/>
                    <a:pt x="36645" y="58185"/>
                    <a:pt x="44781" y="41889"/>
                  </a:cubicBezTo>
                  <a:cubicBezTo>
                    <a:pt x="55747" y="20987"/>
                    <a:pt x="71666" y="7879"/>
                    <a:pt x="85815" y="7879"/>
                  </a:cubicBezTo>
                  <a:cubicBezTo>
                    <a:pt x="108809" y="7879"/>
                    <a:pt x="113761" y="36929"/>
                    <a:pt x="113761" y="39055"/>
                  </a:cubicBezTo>
                  <a:cubicBezTo>
                    <a:pt x="113761" y="41180"/>
                    <a:pt x="113054" y="43306"/>
                    <a:pt x="112700" y="45077"/>
                  </a:cubicBezTo>
                  <a:lnTo>
                    <a:pt x="95013" y="114514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6BFD59D-1A8C-AAE9-94F0-C186B189DC56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2532646" y="5378918"/>
              <a:ext cx="114897" cy="169625"/>
            </a:xfrm>
            <a:custGeom>
              <a:avLst/>
              <a:gdLst>
                <a:gd name="connsiteX0" fmla="*/ 115111 w 114897"/>
                <a:gd name="connsiteY0" fmla="*/ 85643 h 169625"/>
                <a:gd name="connsiteX1" fmla="*/ 100501 w 114897"/>
                <a:gd name="connsiteY1" fmla="*/ 21413 h 169625"/>
                <a:gd name="connsiteX2" fmla="*/ 57662 w 114897"/>
                <a:gd name="connsiteY2" fmla="*/ 86 h 169625"/>
                <a:gd name="connsiteX3" fmla="*/ 214 w 114897"/>
                <a:gd name="connsiteY3" fmla="*/ 85643 h 169625"/>
                <a:gd name="connsiteX4" fmla="*/ 57662 w 114897"/>
                <a:gd name="connsiteY4" fmla="*/ 169711 h 169625"/>
                <a:gd name="connsiteX5" fmla="*/ 115111 w 114897"/>
                <a:gd name="connsiteY5" fmla="*/ 85643 h 169625"/>
                <a:gd name="connsiteX6" fmla="*/ 57662 w 114897"/>
                <a:gd name="connsiteY6" fmla="*/ 162768 h 169625"/>
                <a:gd name="connsiteX7" fmla="*/ 26214 w 114897"/>
                <a:gd name="connsiteY7" fmla="*/ 135737 h 169625"/>
                <a:gd name="connsiteX8" fmla="*/ 22748 w 114897"/>
                <a:gd name="connsiteY8" fmla="*/ 82419 h 169625"/>
                <a:gd name="connsiteX9" fmla="*/ 26462 w 114897"/>
                <a:gd name="connsiteY9" fmla="*/ 31829 h 169625"/>
                <a:gd name="connsiteX10" fmla="*/ 57662 w 114897"/>
                <a:gd name="connsiteY10" fmla="*/ 7030 h 169625"/>
                <a:gd name="connsiteX11" fmla="*/ 88368 w 114897"/>
                <a:gd name="connsiteY11" fmla="*/ 29597 h 169625"/>
                <a:gd name="connsiteX12" fmla="*/ 92577 w 114897"/>
                <a:gd name="connsiteY12" fmla="*/ 82419 h 169625"/>
                <a:gd name="connsiteX13" fmla="*/ 89358 w 114897"/>
                <a:gd name="connsiteY13" fmla="*/ 134745 h 169625"/>
                <a:gd name="connsiteX14" fmla="*/ 57662 w 114897"/>
                <a:gd name="connsiteY14" fmla="*/ 162768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897" h="169625">
                  <a:moveTo>
                    <a:pt x="115111" y="85643"/>
                  </a:moveTo>
                  <a:cubicBezTo>
                    <a:pt x="115111" y="58364"/>
                    <a:pt x="111892" y="38773"/>
                    <a:pt x="100501" y="21413"/>
                  </a:cubicBezTo>
                  <a:cubicBezTo>
                    <a:pt x="92825" y="10006"/>
                    <a:pt x="77472" y="86"/>
                    <a:pt x="57662" y="86"/>
                  </a:cubicBezTo>
                  <a:cubicBezTo>
                    <a:pt x="214" y="86"/>
                    <a:pt x="214" y="67787"/>
                    <a:pt x="214" y="85643"/>
                  </a:cubicBezTo>
                  <a:cubicBezTo>
                    <a:pt x="214" y="103498"/>
                    <a:pt x="214" y="169711"/>
                    <a:pt x="57662" y="169711"/>
                  </a:cubicBezTo>
                  <a:cubicBezTo>
                    <a:pt x="115111" y="169711"/>
                    <a:pt x="115111" y="103498"/>
                    <a:pt x="115111" y="85643"/>
                  </a:cubicBezTo>
                  <a:close/>
                  <a:moveTo>
                    <a:pt x="57662" y="162768"/>
                  </a:moveTo>
                  <a:cubicBezTo>
                    <a:pt x="46272" y="162768"/>
                    <a:pt x="31167" y="156072"/>
                    <a:pt x="26214" y="135737"/>
                  </a:cubicBezTo>
                  <a:cubicBezTo>
                    <a:pt x="22748" y="121105"/>
                    <a:pt x="22748" y="100770"/>
                    <a:pt x="22748" y="82419"/>
                  </a:cubicBezTo>
                  <a:cubicBezTo>
                    <a:pt x="22748" y="64316"/>
                    <a:pt x="22748" y="45468"/>
                    <a:pt x="26462" y="31829"/>
                  </a:cubicBezTo>
                  <a:cubicBezTo>
                    <a:pt x="31662" y="12238"/>
                    <a:pt x="47510" y="7030"/>
                    <a:pt x="57662" y="7030"/>
                  </a:cubicBezTo>
                  <a:cubicBezTo>
                    <a:pt x="71034" y="7030"/>
                    <a:pt x="83910" y="15214"/>
                    <a:pt x="88368" y="29597"/>
                  </a:cubicBezTo>
                  <a:cubicBezTo>
                    <a:pt x="92330" y="42988"/>
                    <a:pt x="92577" y="60844"/>
                    <a:pt x="92577" y="82419"/>
                  </a:cubicBezTo>
                  <a:cubicBezTo>
                    <a:pt x="92577" y="100770"/>
                    <a:pt x="92577" y="119121"/>
                    <a:pt x="89358" y="134745"/>
                  </a:cubicBezTo>
                  <a:cubicBezTo>
                    <a:pt x="84406" y="157312"/>
                    <a:pt x="67567" y="162768"/>
                    <a:pt x="57662" y="162768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5D9D0940-3363-AFE2-C4B6-6188074F53D7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2688724" y="5333855"/>
              <a:ext cx="176166" cy="160484"/>
            </a:xfrm>
            <a:custGeom>
              <a:avLst/>
              <a:gdLst>
                <a:gd name="connsiteX0" fmla="*/ 108111 w 176166"/>
                <a:gd name="connsiteY0" fmla="*/ 49683 h 160484"/>
                <a:gd name="connsiteX1" fmla="*/ 143132 w 176166"/>
                <a:gd name="connsiteY1" fmla="*/ 7879 h 160484"/>
                <a:gd name="connsiteX2" fmla="*/ 160820 w 176166"/>
                <a:gd name="connsiteY2" fmla="*/ 12484 h 160484"/>
                <a:gd name="connsiteX3" fmla="*/ 143840 w 176166"/>
                <a:gd name="connsiteY3" fmla="*/ 31615 h 160484"/>
                <a:gd name="connsiteX4" fmla="*/ 157282 w 176166"/>
                <a:gd name="connsiteY4" fmla="*/ 44014 h 160484"/>
                <a:gd name="connsiteX5" fmla="*/ 176384 w 176166"/>
                <a:gd name="connsiteY5" fmla="*/ 23467 h 160484"/>
                <a:gd name="connsiteX6" fmla="*/ 143486 w 176166"/>
                <a:gd name="connsiteY6" fmla="*/ 85 h 160484"/>
                <a:gd name="connsiteX7" fmla="*/ 106342 w 176166"/>
                <a:gd name="connsiteY7" fmla="*/ 27009 h 160484"/>
                <a:gd name="connsiteX8" fmla="*/ 68138 w 176166"/>
                <a:gd name="connsiteY8" fmla="*/ 85 h 160484"/>
                <a:gd name="connsiteX9" fmla="*/ 11184 w 176166"/>
                <a:gd name="connsiteY9" fmla="*/ 54643 h 160484"/>
                <a:gd name="connsiteX10" fmla="*/ 15429 w 176166"/>
                <a:gd name="connsiteY10" fmla="*/ 58185 h 160484"/>
                <a:gd name="connsiteX11" fmla="*/ 20028 w 176166"/>
                <a:gd name="connsiteY11" fmla="*/ 54288 h 160484"/>
                <a:gd name="connsiteX12" fmla="*/ 67430 w 176166"/>
                <a:gd name="connsiteY12" fmla="*/ 7879 h 160484"/>
                <a:gd name="connsiteX13" fmla="*/ 86533 w 176166"/>
                <a:gd name="connsiteY13" fmla="*/ 31615 h 160484"/>
                <a:gd name="connsiteX14" fmla="*/ 67430 w 176166"/>
                <a:gd name="connsiteY14" fmla="*/ 115931 h 160484"/>
                <a:gd name="connsiteX15" fmla="*/ 33824 w 176166"/>
                <a:gd name="connsiteY15" fmla="*/ 152776 h 160484"/>
                <a:gd name="connsiteX16" fmla="*/ 16137 w 176166"/>
                <a:gd name="connsiteY16" fmla="*/ 148170 h 160484"/>
                <a:gd name="connsiteX17" fmla="*/ 32763 w 176166"/>
                <a:gd name="connsiteY17" fmla="*/ 129040 h 160484"/>
                <a:gd name="connsiteX18" fmla="*/ 19674 w 176166"/>
                <a:gd name="connsiteY18" fmla="*/ 116640 h 160484"/>
                <a:gd name="connsiteX19" fmla="*/ 218 w 176166"/>
                <a:gd name="connsiteY19" fmla="*/ 137188 h 160484"/>
                <a:gd name="connsiteX20" fmla="*/ 33471 w 176166"/>
                <a:gd name="connsiteY20" fmla="*/ 160570 h 160484"/>
                <a:gd name="connsiteX21" fmla="*/ 70614 w 176166"/>
                <a:gd name="connsiteY21" fmla="*/ 133645 h 160484"/>
                <a:gd name="connsiteX22" fmla="*/ 108819 w 176166"/>
                <a:gd name="connsiteY22" fmla="*/ 160570 h 160484"/>
                <a:gd name="connsiteX23" fmla="*/ 165418 w 176166"/>
                <a:gd name="connsiteY23" fmla="*/ 106012 h 160484"/>
                <a:gd name="connsiteX24" fmla="*/ 161173 w 176166"/>
                <a:gd name="connsiteY24" fmla="*/ 102469 h 160484"/>
                <a:gd name="connsiteX25" fmla="*/ 156575 w 176166"/>
                <a:gd name="connsiteY25" fmla="*/ 106366 h 160484"/>
                <a:gd name="connsiteX26" fmla="*/ 109526 w 176166"/>
                <a:gd name="connsiteY26" fmla="*/ 152776 h 160484"/>
                <a:gd name="connsiteX27" fmla="*/ 90070 w 176166"/>
                <a:gd name="connsiteY27" fmla="*/ 129394 h 160484"/>
                <a:gd name="connsiteX28" fmla="*/ 96084 w 176166"/>
                <a:gd name="connsiteY28" fmla="*/ 98218 h 160484"/>
                <a:gd name="connsiteX29" fmla="*/ 108111 w 176166"/>
                <a:gd name="connsiteY29" fmla="*/ 4968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166" h="160484">
                  <a:moveTo>
                    <a:pt x="108111" y="49683"/>
                  </a:moveTo>
                  <a:cubicBezTo>
                    <a:pt x="110234" y="40472"/>
                    <a:pt x="118370" y="7879"/>
                    <a:pt x="143132" y="7879"/>
                  </a:cubicBezTo>
                  <a:cubicBezTo>
                    <a:pt x="144901" y="7879"/>
                    <a:pt x="153391" y="7879"/>
                    <a:pt x="160820" y="12484"/>
                  </a:cubicBezTo>
                  <a:cubicBezTo>
                    <a:pt x="150915" y="14256"/>
                    <a:pt x="143840" y="23112"/>
                    <a:pt x="143840" y="31615"/>
                  </a:cubicBezTo>
                  <a:cubicBezTo>
                    <a:pt x="143840" y="37283"/>
                    <a:pt x="147731" y="44014"/>
                    <a:pt x="157282" y="44014"/>
                  </a:cubicBezTo>
                  <a:cubicBezTo>
                    <a:pt x="165065" y="44014"/>
                    <a:pt x="176384" y="37637"/>
                    <a:pt x="176384" y="23467"/>
                  </a:cubicBezTo>
                  <a:cubicBezTo>
                    <a:pt x="176384" y="5044"/>
                    <a:pt x="155513" y="85"/>
                    <a:pt x="143486" y="85"/>
                  </a:cubicBezTo>
                  <a:cubicBezTo>
                    <a:pt x="122969" y="85"/>
                    <a:pt x="110587" y="18861"/>
                    <a:pt x="106342" y="27009"/>
                  </a:cubicBezTo>
                  <a:cubicBezTo>
                    <a:pt x="97499" y="3627"/>
                    <a:pt x="78396" y="85"/>
                    <a:pt x="68138" y="85"/>
                  </a:cubicBezTo>
                  <a:cubicBezTo>
                    <a:pt x="31348" y="85"/>
                    <a:pt x="11184" y="45786"/>
                    <a:pt x="11184" y="54643"/>
                  </a:cubicBezTo>
                  <a:cubicBezTo>
                    <a:pt x="11184" y="58185"/>
                    <a:pt x="14722" y="58185"/>
                    <a:pt x="15429" y="58185"/>
                  </a:cubicBezTo>
                  <a:cubicBezTo>
                    <a:pt x="18259" y="58185"/>
                    <a:pt x="19321" y="57477"/>
                    <a:pt x="20028" y="54288"/>
                  </a:cubicBezTo>
                  <a:cubicBezTo>
                    <a:pt x="32056" y="16735"/>
                    <a:pt x="55403" y="7879"/>
                    <a:pt x="67430" y="7879"/>
                  </a:cubicBezTo>
                  <a:cubicBezTo>
                    <a:pt x="74151" y="7879"/>
                    <a:pt x="86533" y="11067"/>
                    <a:pt x="86533" y="31615"/>
                  </a:cubicBezTo>
                  <a:cubicBezTo>
                    <a:pt x="86533" y="42597"/>
                    <a:pt x="80519" y="66333"/>
                    <a:pt x="67430" y="115931"/>
                  </a:cubicBezTo>
                  <a:cubicBezTo>
                    <a:pt x="61770" y="137896"/>
                    <a:pt x="49389" y="152776"/>
                    <a:pt x="33824" y="152776"/>
                  </a:cubicBezTo>
                  <a:cubicBezTo>
                    <a:pt x="31702" y="152776"/>
                    <a:pt x="23566" y="152776"/>
                    <a:pt x="16137" y="148170"/>
                  </a:cubicBezTo>
                  <a:cubicBezTo>
                    <a:pt x="24981" y="146399"/>
                    <a:pt x="32763" y="138959"/>
                    <a:pt x="32763" y="129040"/>
                  </a:cubicBezTo>
                  <a:cubicBezTo>
                    <a:pt x="32763" y="119474"/>
                    <a:pt x="24981" y="116640"/>
                    <a:pt x="19674" y="116640"/>
                  </a:cubicBezTo>
                  <a:cubicBezTo>
                    <a:pt x="9062" y="116640"/>
                    <a:pt x="218" y="125851"/>
                    <a:pt x="218" y="137188"/>
                  </a:cubicBezTo>
                  <a:cubicBezTo>
                    <a:pt x="218" y="153484"/>
                    <a:pt x="17906" y="160570"/>
                    <a:pt x="33471" y="160570"/>
                  </a:cubicBezTo>
                  <a:cubicBezTo>
                    <a:pt x="56818" y="160570"/>
                    <a:pt x="69553" y="135771"/>
                    <a:pt x="70614" y="133645"/>
                  </a:cubicBezTo>
                  <a:cubicBezTo>
                    <a:pt x="74859" y="146753"/>
                    <a:pt x="87594" y="160570"/>
                    <a:pt x="108819" y="160570"/>
                  </a:cubicBezTo>
                  <a:cubicBezTo>
                    <a:pt x="145255" y="160570"/>
                    <a:pt x="165418" y="114869"/>
                    <a:pt x="165418" y="106012"/>
                  </a:cubicBezTo>
                  <a:cubicBezTo>
                    <a:pt x="165418" y="102469"/>
                    <a:pt x="162235" y="102469"/>
                    <a:pt x="161173" y="102469"/>
                  </a:cubicBezTo>
                  <a:cubicBezTo>
                    <a:pt x="157990" y="102469"/>
                    <a:pt x="157282" y="103886"/>
                    <a:pt x="156575" y="106366"/>
                  </a:cubicBezTo>
                  <a:cubicBezTo>
                    <a:pt x="144901" y="144273"/>
                    <a:pt x="120846" y="152776"/>
                    <a:pt x="109526" y="152776"/>
                  </a:cubicBezTo>
                  <a:cubicBezTo>
                    <a:pt x="95730" y="152776"/>
                    <a:pt x="90070" y="141439"/>
                    <a:pt x="90070" y="129394"/>
                  </a:cubicBezTo>
                  <a:cubicBezTo>
                    <a:pt x="90070" y="121600"/>
                    <a:pt x="92193" y="113806"/>
                    <a:pt x="96084" y="98218"/>
                  </a:cubicBezTo>
                  <a:lnTo>
                    <a:pt x="108111" y="49683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A7839FA-97C1-C48E-3D0B-2BCA298DCC77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2895747" y="5234804"/>
              <a:ext cx="126287" cy="111843"/>
            </a:xfrm>
            <a:custGeom>
              <a:avLst/>
              <a:gdLst>
                <a:gd name="connsiteX0" fmla="*/ 89616 w 126287"/>
                <a:gd name="connsiteY0" fmla="*/ 14712 h 111843"/>
                <a:gd name="connsiteX1" fmla="*/ 64111 w 126287"/>
                <a:gd name="connsiteY1" fmla="*/ 81 h 111843"/>
                <a:gd name="connsiteX2" fmla="*/ 224 w 126287"/>
                <a:gd name="connsiteY2" fmla="*/ 70758 h 111843"/>
                <a:gd name="connsiteX3" fmla="*/ 37615 w 126287"/>
                <a:gd name="connsiteY3" fmla="*/ 111924 h 111843"/>
                <a:gd name="connsiteX4" fmla="*/ 72778 w 126287"/>
                <a:gd name="connsiteY4" fmla="*/ 94565 h 111843"/>
                <a:gd name="connsiteX5" fmla="*/ 98283 w 126287"/>
                <a:gd name="connsiteY5" fmla="*/ 111924 h 111843"/>
                <a:gd name="connsiteX6" fmla="*/ 117845 w 126287"/>
                <a:gd name="connsiteY6" fmla="*/ 98781 h 111843"/>
                <a:gd name="connsiteX7" fmla="*/ 126512 w 126287"/>
                <a:gd name="connsiteY7" fmla="*/ 73982 h 111843"/>
                <a:gd name="connsiteX8" fmla="*/ 122550 w 126287"/>
                <a:gd name="connsiteY8" fmla="*/ 70758 h 111843"/>
                <a:gd name="connsiteX9" fmla="*/ 117102 w 126287"/>
                <a:gd name="connsiteY9" fmla="*/ 78445 h 111843"/>
                <a:gd name="connsiteX10" fmla="*/ 99026 w 126287"/>
                <a:gd name="connsiteY10" fmla="*/ 104980 h 111843"/>
                <a:gd name="connsiteX11" fmla="*/ 90854 w 126287"/>
                <a:gd name="connsiteY11" fmla="*/ 92829 h 111843"/>
                <a:gd name="connsiteX12" fmla="*/ 94568 w 126287"/>
                <a:gd name="connsiteY12" fmla="*/ 73238 h 111843"/>
                <a:gd name="connsiteX13" fmla="*/ 100016 w 126287"/>
                <a:gd name="connsiteY13" fmla="*/ 50919 h 111843"/>
                <a:gd name="connsiteX14" fmla="*/ 104969 w 126287"/>
                <a:gd name="connsiteY14" fmla="*/ 32071 h 111843"/>
                <a:gd name="connsiteX15" fmla="*/ 109426 w 126287"/>
                <a:gd name="connsiteY15" fmla="*/ 12728 h 111843"/>
                <a:gd name="connsiteX16" fmla="*/ 101007 w 126287"/>
                <a:gd name="connsiteY16" fmla="*/ 4792 h 111843"/>
                <a:gd name="connsiteX17" fmla="*/ 89616 w 126287"/>
                <a:gd name="connsiteY17" fmla="*/ 14712 h 111843"/>
                <a:gd name="connsiteX18" fmla="*/ 73768 w 126287"/>
                <a:gd name="connsiteY18" fmla="*/ 78445 h 111843"/>
                <a:gd name="connsiteX19" fmla="*/ 61139 w 126287"/>
                <a:gd name="connsiteY19" fmla="*/ 95061 h 111843"/>
                <a:gd name="connsiteX20" fmla="*/ 38358 w 126287"/>
                <a:gd name="connsiteY20" fmla="*/ 104980 h 111843"/>
                <a:gd name="connsiteX21" fmla="*/ 20281 w 126287"/>
                <a:gd name="connsiteY21" fmla="*/ 80925 h 111843"/>
                <a:gd name="connsiteX22" fmla="*/ 33158 w 126287"/>
                <a:gd name="connsiteY22" fmla="*/ 30583 h 111843"/>
                <a:gd name="connsiteX23" fmla="*/ 64111 w 126287"/>
                <a:gd name="connsiteY23" fmla="*/ 7024 h 111843"/>
                <a:gd name="connsiteX24" fmla="*/ 86149 w 126287"/>
                <a:gd name="connsiteY24" fmla="*/ 28599 h 111843"/>
                <a:gd name="connsiteX25" fmla="*/ 85406 w 126287"/>
                <a:gd name="connsiteY25" fmla="*/ 32071 h 111843"/>
                <a:gd name="connsiteX26" fmla="*/ 73768 w 126287"/>
                <a:gd name="connsiteY26" fmla="*/ 78445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6287" h="111843">
                  <a:moveTo>
                    <a:pt x="89616" y="14712"/>
                  </a:moveTo>
                  <a:cubicBezTo>
                    <a:pt x="84416" y="6528"/>
                    <a:pt x="75997" y="81"/>
                    <a:pt x="64111" y="81"/>
                  </a:cubicBezTo>
                  <a:cubicBezTo>
                    <a:pt x="32415" y="81"/>
                    <a:pt x="224" y="35047"/>
                    <a:pt x="224" y="70758"/>
                  </a:cubicBezTo>
                  <a:cubicBezTo>
                    <a:pt x="224" y="94813"/>
                    <a:pt x="16319" y="111924"/>
                    <a:pt x="37615" y="111924"/>
                  </a:cubicBezTo>
                  <a:cubicBezTo>
                    <a:pt x="50987" y="111924"/>
                    <a:pt x="62873" y="104236"/>
                    <a:pt x="72778" y="94565"/>
                  </a:cubicBezTo>
                  <a:cubicBezTo>
                    <a:pt x="77482" y="109444"/>
                    <a:pt x="91845" y="111924"/>
                    <a:pt x="98283" y="111924"/>
                  </a:cubicBezTo>
                  <a:cubicBezTo>
                    <a:pt x="107197" y="111924"/>
                    <a:pt x="113388" y="106468"/>
                    <a:pt x="117845" y="98781"/>
                  </a:cubicBezTo>
                  <a:cubicBezTo>
                    <a:pt x="123293" y="89109"/>
                    <a:pt x="126512" y="74974"/>
                    <a:pt x="126512" y="73982"/>
                  </a:cubicBezTo>
                  <a:cubicBezTo>
                    <a:pt x="126512" y="70758"/>
                    <a:pt x="123293" y="70758"/>
                    <a:pt x="122550" y="70758"/>
                  </a:cubicBezTo>
                  <a:cubicBezTo>
                    <a:pt x="119083" y="70758"/>
                    <a:pt x="118835" y="71750"/>
                    <a:pt x="117102" y="78445"/>
                  </a:cubicBezTo>
                  <a:cubicBezTo>
                    <a:pt x="114131" y="90349"/>
                    <a:pt x="109426" y="104980"/>
                    <a:pt x="99026" y="104980"/>
                  </a:cubicBezTo>
                  <a:cubicBezTo>
                    <a:pt x="92587" y="104980"/>
                    <a:pt x="90854" y="99525"/>
                    <a:pt x="90854" y="92829"/>
                  </a:cubicBezTo>
                  <a:cubicBezTo>
                    <a:pt x="90854" y="88613"/>
                    <a:pt x="92835" y="79685"/>
                    <a:pt x="94568" y="73238"/>
                  </a:cubicBezTo>
                  <a:cubicBezTo>
                    <a:pt x="96302" y="66542"/>
                    <a:pt x="98778" y="56374"/>
                    <a:pt x="100016" y="50919"/>
                  </a:cubicBezTo>
                  <a:lnTo>
                    <a:pt x="104969" y="32071"/>
                  </a:lnTo>
                  <a:cubicBezTo>
                    <a:pt x="106454" y="25624"/>
                    <a:pt x="109426" y="13968"/>
                    <a:pt x="109426" y="12728"/>
                  </a:cubicBezTo>
                  <a:cubicBezTo>
                    <a:pt x="109426" y="7272"/>
                    <a:pt x="104969" y="4792"/>
                    <a:pt x="101007" y="4792"/>
                  </a:cubicBezTo>
                  <a:cubicBezTo>
                    <a:pt x="96797" y="4792"/>
                    <a:pt x="91102" y="7768"/>
                    <a:pt x="89616" y="14712"/>
                  </a:cubicBezTo>
                  <a:close/>
                  <a:moveTo>
                    <a:pt x="73768" y="78445"/>
                  </a:moveTo>
                  <a:cubicBezTo>
                    <a:pt x="72035" y="85389"/>
                    <a:pt x="66587" y="90349"/>
                    <a:pt x="61139" y="95061"/>
                  </a:cubicBezTo>
                  <a:cubicBezTo>
                    <a:pt x="58911" y="97045"/>
                    <a:pt x="49006" y="104980"/>
                    <a:pt x="38358" y="104980"/>
                  </a:cubicBezTo>
                  <a:cubicBezTo>
                    <a:pt x="29196" y="104980"/>
                    <a:pt x="20281" y="98533"/>
                    <a:pt x="20281" y="80925"/>
                  </a:cubicBezTo>
                  <a:cubicBezTo>
                    <a:pt x="20281" y="67782"/>
                    <a:pt x="27463" y="40503"/>
                    <a:pt x="33158" y="30583"/>
                  </a:cubicBezTo>
                  <a:cubicBezTo>
                    <a:pt x="44549" y="10744"/>
                    <a:pt x="57177" y="7024"/>
                    <a:pt x="64111" y="7024"/>
                  </a:cubicBezTo>
                  <a:cubicBezTo>
                    <a:pt x="81444" y="7024"/>
                    <a:pt x="86149" y="25872"/>
                    <a:pt x="86149" y="28599"/>
                  </a:cubicBezTo>
                  <a:cubicBezTo>
                    <a:pt x="86149" y="29591"/>
                    <a:pt x="85654" y="31327"/>
                    <a:pt x="85406" y="32071"/>
                  </a:cubicBezTo>
                  <a:lnTo>
                    <a:pt x="73768" y="7844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338E00F-3507-933B-371A-072A65240306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3059378" y="5261622"/>
              <a:ext cx="72695" cy="117972"/>
            </a:xfrm>
            <a:custGeom>
              <a:avLst/>
              <a:gdLst>
                <a:gd name="connsiteX0" fmla="*/ 45331 w 72695"/>
                <a:gd name="connsiteY0" fmla="*/ 5396 h 117972"/>
                <a:gd name="connsiteX1" fmla="*/ 38964 w 72695"/>
                <a:gd name="connsiteY1" fmla="*/ 82 h 117972"/>
                <a:gd name="connsiteX2" fmla="*/ 3235 w 72695"/>
                <a:gd name="connsiteY2" fmla="*/ 11418 h 117972"/>
                <a:gd name="connsiteX3" fmla="*/ 228 w 72695"/>
                <a:gd name="connsiteY3" fmla="*/ 11418 h 117972"/>
                <a:gd name="connsiteX4" fmla="*/ 228 w 72695"/>
                <a:gd name="connsiteY4" fmla="*/ 19212 h 117972"/>
                <a:gd name="connsiteX5" fmla="*/ 3235 w 72695"/>
                <a:gd name="connsiteY5" fmla="*/ 19212 h 117972"/>
                <a:gd name="connsiteX6" fmla="*/ 29059 w 72695"/>
                <a:gd name="connsiteY6" fmla="*/ 14252 h 117972"/>
                <a:gd name="connsiteX7" fmla="*/ 29059 w 72695"/>
                <a:gd name="connsiteY7" fmla="*/ 102820 h 117972"/>
                <a:gd name="connsiteX8" fmla="*/ 10310 w 72695"/>
                <a:gd name="connsiteY8" fmla="*/ 110260 h 117972"/>
                <a:gd name="connsiteX9" fmla="*/ 1466 w 72695"/>
                <a:gd name="connsiteY9" fmla="*/ 110260 h 117972"/>
                <a:gd name="connsiteX10" fmla="*/ 1466 w 72695"/>
                <a:gd name="connsiteY10" fmla="*/ 118054 h 117972"/>
                <a:gd name="connsiteX11" fmla="*/ 37195 w 72695"/>
                <a:gd name="connsiteY11" fmla="*/ 117345 h 117972"/>
                <a:gd name="connsiteX12" fmla="*/ 72923 w 72695"/>
                <a:gd name="connsiteY12" fmla="*/ 118054 h 117972"/>
                <a:gd name="connsiteX13" fmla="*/ 72923 w 72695"/>
                <a:gd name="connsiteY13" fmla="*/ 110260 h 117972"/>
                <a:gd name="connsiteX14" fmla="*/ 64080 w 72695"/>
                <a:gd name="connsiteY14" fmla="*/ 110260 h 117972"/>
                <a:gd name="connsiteX15" fmla="*/ 45331 w 72695"/>
                <a:gd name="connsiteY15" fmla="*/ 102820 h 117972"/>
                <a:gd name="connsiteX16" fmla="*/ 45331 w 72695"/>
                <a:gd name="connsiteY16" fmla="*/ 5396 h 117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95" h="117972">
                  <a:moveTo>
                    <a:pt x="45331" y="5396"/>
                  </a:moveTo>
                  <a:cubicBezTo>
                    <a:pt x="45331" y="82"/>
                    <a:pt x="44800" y="82"/>
                    <a:pt x="38964" y="82"/>
                  </a:cubicBezTo>
                  <a:cubicBezTo>
                    <a:pt x="26406" y="11418"/>
                    <a:pt x="6773" y="11418"/>
                    <a:pt x="3235" y="11418"/>
                  </a:cubicBezTo>
                  <a:lnTo>
                    <a:pt x="228" y="11418"/>
                  </a:lnTo>
                  <a:lnTo>
                    <a:pt x="228" y="19212"/>
                  </a:lnTo>
                  <a:lnTo>
                    <a:pt x="3235" y="19212"/>
                  </a:lnTo>
                  <a:cubicBezTo>
                    <a:pt x="7303" y="19212"/>
                    <a:pt x="18800" y="18681"/>
                    <a:pt x="29059" y="14252"/>
                  </a:cubicBezTo>
                  <a:lnTo>
                    <a:pt x="29059" y="102820"/>
                  </a:lnTo>
                  <a:cubicBezTo>
                    <a:pt x="29059" y="108311"/>
                    <a:pt x="29059" y="110260"/>
                    <a:pt x="10310" y="110260"/>
                  </a:cubicBezTo>
                  <a:lnTo>
                    <a:pt x="1466" y="110260"/>
                  </a:lnTo>
                  <a:lnTo>
                    <a:pt x="1466" y="118054"/>
                  </a:lnTo>
                  <a:cubicBezTo>
                    <a:pt x="11194" y="117345"/>
                    <a:pt x="26936" y="117345"/>
                    <a:pt x="37195" y="117345"/>
                  </a:cubicBezTo>
                  <a:cubicBezTo>
                    <a:pt x="47454" y="117345"/>
                    <a:pt x="63195" y="117345"/>
                    <a:pt x="72923" y="118054"/>
                  </a:cubicBezTo>
                  <a:lnTo>
                    <a:pt x="72923" y="110260"/>
                  </a:lnTo>
                  <a:lnTo>
                    <a:pt x="64080" y="110260"/>
                  </a:lnTo>
                  <a:cubicBezTo>
                    <a:pt x="45331" y="110260"/>
                    <a:pt x="45331" y="108311"/>
                    <a:pt x="45331" y="102820"/>
                  </a:cubicBezTo>
                  <a:lnTo>
                    <a:pt x="45331" y="5396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4F93EE5-6518-438B-CD70-E3DE2AC61826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3209998" y="5224739"/>
              <a:ext cx="82069" cy="354271"/>
            </a:xfrm>
            <a:custGeom>
              <a:avLst/>
              <a:gdLst>
                <a:gd name="connsiteX0" fmla="*/ 82302 w 82069"/>
                <a:gd name="connsiteY0" fmla="*/ 177220 h 354271"/>
                <a:gd name="connsiteX1" fmla="*/ 58955 w 82069"/>
                <a:gd name="connsiteY1" fmla="*/ 66688 h 354271"/>
                <a:gd name="connsiteX2" fmla="*/ 3770 w 82069"/>
                <a:gd name="connsiteY2" fmla="*/ 85 h 354271"/>
                <a:gd name="connsiteX3" fmla="*/ 233 w 82069"/>
                <a:gd name="connsiteY3" fmla="*/ 3627 h 354271"/>
                <a:gd name="connsiteX4" fmla="*/ 6954 w 82069"/>
                <a:gd name="connsiteY4" fmla="*/ 11776 h 354271"/>
                <a:gd name="connsiteX5" fmla="*/ 61785 w 82069"/>
                <a:gd name="connsiteY5" fmla="*/ 177220 h 354271"/>
                <a:gd name="connsiteX6" fmla="*/ 4831 w 82069"/>
                <a:gd name="connsiteY6" fmla="*/ 344791 h 354271"/>
                <a:gd name="connsiteX7" fmla="*/ 233 w 82069"/>
                <a:gd name="connsiteY7" fmla="*/ 350813 h 354271"/>
                <a:gd name="connsiteX8" fmla="*/ 3770 w 82069"/>
                <a:gd name="connsiteY8" fmla="*/ 354356 h 354271"/>
                <a:gd name="connsiteX9" fmla="*/ 60016 w 82069"/>
                <a:gd name="connsiteY9" fmla="*/ 285273 h 354271"/>
                <a:gd name="connsiteX10" fmla="*/ 82302 w 82069"/>
                <a:gd name="connsiteY10" fmla="*/ 177220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4271">
                  <a:moveTo>
                    <a:pt x="82302" y="177220"/>
                  </a:moveTo>
                  <a:cubicBezTo>
                    <a:pt x="82302" y="149587"/>
                    <a:pt x="78411" y="106720"/>
                    <a:pt x="58955" y="66688"/>
                  </a:cubicBezTo>
                  <a:cubicBezTo>
                    <a:pt x="37730" y="23112"/>
                    <a:pt x="7308" y="85"/>
                    <a:pt x="3770" y="85"/>
                  </a:cubicBezTo>
                  <a:cubicBezTo>
                    <a:pt x="1648" y="85"/>
                    <a:pt x="233" y="1502"/>
                    <a:pt x="233" y="3627"/>
                  </a:cubicBezTo>
                  <a:cubicBezTo>
                    <a:pt x="233" y="4690"/>
                    <a:pt x="233" y="5399"/>
                    <a:pt x="6954" y="11776"/>
                  </a:cubicBezTo>
                  <a:cubicBezTo>
                    <a:pt x="41621" y="46849"/>
                    <a:pt x="61785" y="103178"/>
                    <a:pt x="61785" y="177220"/>
                  </a:cubicBezTo>
                  <a:cubicBezTo>
                    <a:pt x="61785" y="237801"/>
                    <a:pt x="48696" y="300153"/>
                    <a:pt x="4831" y="344791"/>
                  </a:cubicBezTo>
                  <a:cubicBezTo>
                    <a:pt x="233" y="349042"/>
                    <a:pt x="233" y="349751"/>
                    <a:pt x="233" y="350813"/>
                  </a:cubicBezTo>
                  <a:cubicBezTo>
                    <a:pt x="233" y="352939"/>
                    <a:pt x="1648" y="354356"/>
                    <a:pt x="3770" y="354356"/>
                  </a:cubicBezTo>
                  <a:cubicBezTo>
                    <a:pt x="7308" y="354356"/>
                    <a:pt x="39145" y="330266"/>
                    <a:pt x="60016" y="285273"/>
                  </a:cubicBezTo>
                  <a:cubicBezTo>
                    <a:pt x="78057" y="246303"/>
                    <a:pt x="82302" y="206979"/>
                    <a:pt x="82302" y="177220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C418AE4-AEF9-254C-61FE-F88683B7B03E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3445474" y="5360425"/>
              <a:ext cx="235242" cy="82899"/>
            </a:xfrm>
            <a:custGeom>
              <a:avLst/>
              <a:gdLst>
                <a:gd name="connsiteX0" fmla="*/ 223454 w 235242"/>
                <a:gd name="connsiteY0" fmla="*/ 14256 h 82899"/>
                <a:gd name="connsiteX1" fmla="*/ 235481 w 235242"/>
                <a:gd name="connsiteY1" fmla="*/ 7170 h 82899"/>
                <a:gd name="connsiteX2" fmla="*/ 223808 w 235242"/>
                <a:gd name="connsiteY2" fmla="*/ 85 h 82899"/>
                <a:gd name="connsiteX3" fmla="*/ 11913 w 235242"/>
                <a:gd name="connsiteY3" fmla="*/ 85 h 82899"/>
                <a:gd name="connsiteX4" fmla="*/ 239 w 235242"/>
                <a:gd name="connsiteY4" fmla="*/ 7170 h 82899"/>
                <a:gd name="connsiteX5" fmla="*/ 12267 w 235242"/>
                <a:gd name="connsiteY5" fmla="*/ 14256 h 82899"/>
                <a:gd name="connsiteX6" fmla="*/ 223454 w 235242"/>
                <a:gd name="connsiteY6" fmla="*/ 14256 h 82899"/>
                <a:gd name="connsiteX7" fmla="*/ 223808 w 235242"/>
                <a:gd name="connsiteY7" fmla="*/ 82984 h 82899"/>
                <a:gd name="connsiteX8" fmla="*/ 235481 w 235242"/>
                <a:gd name="connsiteY8" fmla="*/ 75899 h 82899"/>
                <a:gd name="connsiteX9" fmla="*/ 223454 w 235242"/>
                <a:gd name="connsiteY9" fmla="*/ 68813 h 82899"/>
                <a:gd name="connsiteX10" fmla="*/ 12267 w 235242"/>
                <a:gd name="connsiteY10" fmla="*/ 68813 h 82899"/>
                <a:gd name="connsiteX11" fmla="*/ 239 w 235242"/>
                <a:gd name="connsiteY11" fmla="*/ 75899 h 82899"/>
                <a:gd name="connsiteX12" fmla="*/ 11913 w 235242"/>
                <a:gd name="connsiteY12" fmla="*/ 82984 h 82899"/>
                <a:gd name="connsiteX13" fmla="*/ 223808 w 235242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42" h="82899">
                  <a:moveTo>
                    <a:pt x="223454" y="14256"/>
                  </a:moveTo>
                  <a:cubicBezTo>
                    <a:pt x="228760" y="14256"/>
                    <a:pt x="235481" y="14256"/>
                    <a:pt x="235481" y="7170"/>
                  </a:cubicBezTo>
                  <a:cubicBezTo>
                    <a:pt x="235481" y="85"/>
                    <a:pt x="228760" y="85"/>
                    <a:pt x="223808" y="85"/>
                  </a:cubicBezTo>
                  <a:lnTo>
                    <a:pt x="11913" y="85"/>
                  </a:lnTo>
                  <a:cubicBezTo>
                    <a:pt x="6961" y="85"/>
                    <a:pt x="239" y="85"/>
                    <a:pt x="239" y="7170"/>
                  </a:cubicBezTo>
                  <a:cubicBezTo>
                    <a:pt x="239" y="14256"/>
                    <a:pt x="6961" y="14256"/>
                    <a:pt x="12267" y="14256"/>
                  </a:cubicBezTo>
                  <a:lnTo>
                    <a:pt x="223454" y="14256"/>
                  </a:lnTo>
                  <a:close/>
                  <a:moveTo>
                    <a:pt x="223808" y="82984"/>
                  </a:moveTo>
                  <a:cubicBezTo>
                    <a:pt x="228760" y="82984"/>
                    <a:pt x="235481" y="82984"/>
                    <a:pt x="235481" y="75899"/>
                  </a:cubicBezTo>
                  <a:cubicBezTo>
                    <a:pt x="235481" y="68813"/>
                    <a:pt x="228760" y="68813"/>
                    <a:pt x="223454" y="68813"/>
                  </a:cubicBezTo>
                  <a:lnTo>
                    <a:pt x="12267" y="68813"/>
                  </a:lnTo>
                  <a:cubicBezTo>
                    <a:pt x="6961" y="68813"/>
                    <a:pt x="239" y="68813"/>
                    <a:pt x="239" y="75899"/>
                  </a:cubicBezTo>
                  <a:cubicBezTo>
                    <a:pt x="239" y="82984"/>
                    <a:pt x="6961" y="82984"/>
                    <a:pt x="11913" y="82984"/>
                  </a:cubicBezTo>
                  <a:lnTo>
                    <a:pt x="223808" y="82984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7D8E563-271C-4117-910D-203F38FE34C5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3810736" y="5244579"/>
              <a:ext cx="78531" cy="245864"/>
            </a:xfrm>
            <a:custGeom>
              <a:avLst/>
              <a:gdLst>
                <a:gd name="connsiteX0" fmla="*/ 51189 w 78531"/>
                <a:gd name="connsiteY0" fmla="*/ 85 h 245864"/>
                <a:gd name="connsiteX1" fmla="*/ 250 w 78531"/>
                <a:gd name="connsiteY1" fmla="*/ 3982 h 245864"/>
                <a:gd name="connsiteX2" fmla="*/ 250 w 78531"/>
                <a:gd name="connsiteY2" fmla="*/ 14964 h 245864"/>
                <a:gd name="connsiteX3" fmla="*/ 27842 w 78531"/>
                <a:gd name="connsiteY3" fmla="*/ 34803 h 245864"/>
                <a:gd name="connsiteX4" fmla="*/ 27842 w 78531"/>
                <a:gd name="connsiteY4" fmla="*/ 219024 h 245864"/>
                <a:gd name="connsiteX5" fmla="*/ 250 w 78531"/>
                <a:gd name="connsiteY5" fmla="*/ 234967 h 245864"/>
                <a:gd name="connsiteX6" fmla="*/ 250 w 78531"/>
                <a:gd name="connsiteY6" fmla="*/ 245949 h 245864"/>
                <a:gd name="connsiteX7" fmla="*/ 39516 w 78531"/>
                <a:gd name="connsiteY7" fmla="*/ 244886 h 245864"/>
                <a:gd name="connsiteX8" fmla="*/ 78782 w 78531"/>
                <a:gd name="connsiteY8" fmla="*/ 245949 h 245864"/>
                <a:gd name="connsiteX9" fmla="*/ 78782 w 78531"/>
                <a:gd name="connsiteY9" fmla="*/ 234967 h 245864"/>
                <a:gd name="connsiteX10" fmla="*/ 51189 w 78531"/>
                <a:gd name="connsiteY10" fmla="*/ 219024 h 245864"/>
                <a:gd name="connsiteX11" fmla="*/ 51189 w 78531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531" h="245864">
                  <a:moveTo>
                    <a:pt x="51189" y="85"/>
                  </a:moveTo>
                  <a:lnTo>
                    <a:pt x="250" y="3982"/>
                  </a:lnTo>
                  <a:lnTo>
                    <a:pt x="250" y="14964"/>
                  </a:lnTo>
                  <a:cubicBezTo>
                    <a:pt x="25012" y="14964"/>
                    <a:pt x="27842" y="17444"/>
                    <a:pt x="27842" y="34803"/>
                  </a:cubicBezTo>
                  <a:lnTo>
                    <a:pt x="27842" y="219024"/>
                  </a:lnTo>
                  <a:cubicBezTo>
                    <a:pt x="27842" y="234967"/>
                    <a:pt x="23951" y="234967"/>
                    <a:pt x="250" y="234967"/>
                  </a:cubicBezTo>
                  <a:lnTo>
                    <a:pt x="250" y="245949"/>
                  </a:lnTo>
                  <a:cubicBezTo>
                    <a:pt x="11924" y="245595"/>
                    <a:pt x="30672" y="244886"/>
                    <a:pt x="39516" y="244886"/>
                  </a:cubicBezTo>
                  <a:cubicBezTo>
                    <a:pt x="48359" y="244886"/>
                    <a:pt x="65693" y="245595"/>
                    <a:pt x="78782" y="245949"/>
                  </a:cubicBezTo>
                  <a:lnTo>
                    <a:pt x="78782" y="234967"/>
                  </a:lnTo>
                  <a:cubicBezTo>
                    <a:pt x="55081" y="234967"/>
                    <a:pt x="51189" y="234967"/>
                    <a:pt x="51189" y="219024"/>
                  </a:cubicBezTo>
                  <a:lnTo>
                    <a:pt x="51189" y="8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7D72800-1BB6-3A60-1FBE-78559F25312E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3908646" y="5333855"/>
              <a:ext cx="177934" cy="156588"/>
            </a:xfrm>
            <a:custGeom>
              <a:avLst/>
              <a:gdLst>
                <a:gd name="connsiteX0" fmla="*/ 27845 w 177934"/>
                <a:gd name="connsiteY0" fmla="*/ 34803 h 156588"/>
                <a:gd name="connsiteX1" fmla="*/ 27845 w 177934"/>
                <a:gd name="connsiteY1" fmla="*/ 129748 h 156588"/>
                <a:gd name="connsiteX2" fmla="*/ 253 w 177934"/>
                <a:gd name="connsiteY2" fmla="*/ 145690 h 156588"/>
                <a:gd name="connsiteX3" fmla="*/ 253 w 177934"/>
                <a:gd name="connsiteY3" fmla="*/ 156673 h 156588"/>
                <a:gd name="connsiteX4" fmla="*/ 40226 w 177934"/>
                <a:gd name="connsiteY4" fmla="*/ 155610 h 156588"/>
                <a:gd name="connsiteX5" fmla="*/ 79846 w 177934"/>
                <a:gd name="connsiteY5" fmla="*/ 156673 h 156588"/>
                <a:gd name="connsiteX6" fmla="*/ 79846 w 177934"/>
                <a:gd name="connsiteY6" fmla="*/ 145690 h 156588"/>
                <a:gd name="connsiteX7" fmla="*/ 52254 w 177934"/>
                <a:gd name="connsiteY7" fmla="*/ 129748 h 156588"/>
                <a:gd name="connsiteX8" fmla="*/ 52254 w 177934"/>
                <a:gd name="connsiteY8" fmla="*/ 64562 h 156588"/>
                <a:gd name="connsiteX9" fmla="*/ 100009 w 177934"/>
                <a:gd name="connsiteY9" fmla="*/ 7879 h 156588"/>
                <a:gd name="connsiteX10" fmla="*/ 126187 w 177934"/>
                <a:gd name="connsiteY10" fmla="*/ 47203 h 156588"/>
                <a:gd name="connsiteX11" fmla="*/ 126187 w 177934"/>
                <a:gd name="connsiteY11" fmla="*/ 129748 h 156588"/>
                <a:gd name="connsiteX12" fmla="*/ 98594 w 177934"/>
                <a:gd name="connsiteY12" fmla="*/ 145690 h 156588"/>
                <a:gd name="connsiteX13" fmla="*/ 98594 w 177934"/>
                <a:gd name="connsiteY13" fmla="*/ 156673 h 156588"/>
                <a:gd name="connsiteX14" fmla="*/ 138568 w 177934"/>
                <a:gd name="connsiteY14" fmla="*/ 155610 h 156588"/>
                <a:gd name="connsiteX15" fmla="*/ 178188 w 177934"/>
                <a:gd name="connsiteY15" fmla="*/ 156673 h 156588"/>
                <a:gd name="connsiteX16" fmla="*/ 178188 w 177934"/>
                <a:gd name="connsiteY16" fmla="*/ 145690 h 156588"/>
                <a:gd name="connsiteX17" fmla="*/ 150595 w 177934"/>
                <a:gd name="connsiteY17" fmla="*/ 135062 h 156588"/>
                <a:gd name="connsiteX18" fmla="*/ 150595 w 177934"/>
                <a:gd name="connsiteY18" fmla="*/ 67396 h 156588"/>
                <a:gd name="connsiteX19" fmla="*/ 139629 w 177934"/>
                <a:gd name="connsiteY19" fmla="*/ 13193 h 156588"/>
                <a:gd name="connsiteX20" fmla="*/ 102486 w 177934"/>
                <a:gd name="connsiteY20" fmla="*/ 85 h 156588"/>
                <a:gd name="connsiteX21" fmla="*/ 50131 w 177934"/>
                <a:gd name="connsiteY21" fmla="*/ 37283 h 156588"/>
                <a:gd name="connsiteX22" fmla="*/ 50131 w 177934"/>
                <a:gd name="connsiteY22" fmla="*/ 85 h 156588"/>
                <a:gd name="connsiteX23" fmla="*/ 253 w 177934"/>
                <a:gd name="connsiteY23" fmla="*/ 3982 h 156588"/>
                <a:gd name="connsiteX24" fmla="*/ 253 w 177934"/>
                <a:gd name="connsiteY24" fmla="*/ 14964 h 156588"/>
                <a:gd name="connsiteX25" fmla="*/ 27845 w 177934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934" h="156588">
                  <a:moveTo>
                    <a:pt x="27845" y="34803"/>
                  </a:moveTo>
                  <a:lnTo>
                    <a:pt x="27845" y="129748"/>
                  </a:lnTo>
                  <a:cubicBezTo>
                    <a:pt x="27845" y="145690"/>
                    <a:pt x="23954" y="145690"/>
                    <a:pt x="253" y="145690"/>
                  </a:cubicBezTo>
                  <a:lnTo>
                    <a:pt x="253" y="156673"/>
                  </a:lnTo>
                  <a:cubicBezTo>
                    <a:pt x="12634" y="156318"/>
                    <a:pt x="30675" y="155610"/>
                    <a:pt x="40226" y="155610"/>
                  </a:cubicBezTo>
                  <a:cubicBezTo>
                    <a:pt x="49423" y="155610"/>
                    <a:pt x="67818" y="156318"/>
                    <a:pt x="79846" y="156673"/>
                  </a:cubicBezTo>
                  <a:lnTo>
                    <a:pt x="79846" y="145690"/>
                  </a:lnTo>
                  <a:cubicBezTo>
                    <a:pt x="56145" y="145690"/>
                    <a:pt x="52254" y="145690"/>
                    <a:pt x="52254" y="129748"/>
                  </a:cubicBezTo>
                  <a:lnTo>
                    <a:pt x="52254" y="64562"/>
                  </a:lnTo>
                  <a:cubicBezTo>
                    <a:pt x="52254" y="27718"/>
                    <a:pt x="77370" y="7879"/>
                    <a:pt x="100009" y="7879"/>
                  </a:cubicBezTo>
                  <a:cubicBezTo>
                    <a:pt x="122295" y="7879"/>
                    <a:pt x="126187" y="27009"/>
                    <a:pt x="126187" y="47203"/>
                  </a:cubicBezTo>
                  <a:lnTo>
                    <a:pt x="126187" y="129748"/>
                  </a:lnTo>
                  <a:cubicBezTo>
                    <a:pt x="126187" y="145690"/>
                    <a:pt x="122295" y="145690"/>
                    <a:pt x="98594" y="145690"/>
                  </a:cubicBezTo>
                  <a:lnTo>
                    <a:pt x="98594" y="156673"/>
                  </a:lnTo>
                  <a:cubicBezTo>
                    <a:pt x="110976" y="156318"/>
                    <a:pt x="129017" y="155610"/>
                    <a:pt x="138568" y="155610"/>
                  </a:cubicBezTo>
                  <a:cubicBezTo>
                    <a:pt x="147765" y="155610"/>
                    <a:pt x="166160" y="156318"/>
                    <a:pt x="178188" y="156673"/>
                  </a:cubicBezTo>
                  <a:lnTo>
                    <a:pt x="178188" y="145690"/>
                  </a:lnTo>
                  <a:cubicBezTo>
                    <a:pt x="159793" y="145690"/>
                    <a:pt x="150949" y="145690"/>
                    <a:pt x="150595" y="135062"/>
                  </a:cubicBezTo>
                  <a:lnTo>
                    <a:pt x="150595" y="67396"/>
                  </a:lnTo>
                  <a:cubicBezTo>
                    <a:pt x="150595" y="36929"/>
                    <a:pt x="150595" y="25947"/>
                    <a:pt x="139629" y="13193"/>
                  </a:cubicBezTo>
                  <a:cubicBezTo>
                    <a:pt x="134677" y="7170"/>
                    <a:pt x="123003" y="85"/>
                    <a:pt x="102486" y="85"/>
                  </a:cubicBezTo>
                  <a:cubicBezTo>
                    <a:pt x="76662" y="85"/>
                    <a:pt x="60036" y="15318"/>
                    <a:pt x="50131" y="37283"/>
                  </a:cubicBezTo>
                  <a:lnTo>
                    <a:pt x="50131" y="85"/>
                  </a:lnTo>
                  <a:lnTo>
                    <a:pt x="253" y="3982"/>
                  </a:lnTo>
                  <a:lnTo>
                    <a:pt x="253" y="14964"/>
                  </a:lnTo>
                  <a:cubicBezTo>
                    <a:pt x="25015" y="14964"/>
                    <a:pt x="27845" y="17444"/>
                    <a:pt x="27845" y="34803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CDFF8A7F-B5B8-47BB-583B-5609E724B1D2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4128874" y="5224739"/>
              <a:ext cx="82069" cy="354271"/>
            </a:xfrm>
            <a:custGeom>
              <a:avLst/>
              <a:gdLst>
                <a:gd name="connsiteX0" fmla="*/ 82328 w 82069"/>
                <a:gd name="connsiteY0" fmla="*/ 350813 h 354271"/>
                <a:gd name="connsiteX1" fmla="*/ 76314 w 82069"/>
                <a:gd name="connsiteY1" fmla="*/ 343020 h 354271"/>
                <a:gd name="connsiteX2" fmla="*/ 20775 w 82069"/>
                <a:gd name="connsiteY2" fmla="*/ 177220 h 354271"/>
                <a:gd name="connsiteX3" fmla="*/ 77729 w 82069"/>
                <a:gd name="connsiteY3" fmla="*/ 9650 h 354271"/>
                <a:gd name="connsiteX4" fmla="*/ 82328 w 82069"/>
                <a:gd name="connsiteY4" fmla="*/ 3627 h 354271"/>
                <a:gd name="connsiteX5" fmla="*/ 78790 w 82069"/>
                <a:gd name="connsiteY5" fmla="*/ 85 h 354271"/>
                <a:gd name="connsiteX6" fmla="*/ 22544 w 82069"/>
                <a:gd name="connsiteY6" fmla="*/ 69168 h 354271"/>
                <a:gd name="connsiteX7" fmla="*/ 258 w 82069"/>
                <a:gd name="connsiteY7" fmla="*/ 177220 h 354271"/>
                <a:gd name="connsiteX8" fmla="*/ 23606 w 82069"/>
                <a:gd name="connsiteY8" fmla="*/ 287753 h 354271"/>
                <a:gd name="connsiteX9" fmla="*/ 78790 w 82069"/>
                <a:gd name="connsiteY9" fmla="*/ 354356 h 354271"/>
                <a:gd name="connsiteX10" fmla="*/ 82328 w 82069"/>
                <a:gd name="connsiteY10" fmla="*/ 350813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4271">
                  <a:moveTo>
                    <a:pt x="82328" y="350813"/>
                  </a:moveTo>
                  <a:cubicBezTo>
                    <a:pt x="82328" y="349751"/>
                    <a:pt x="82328" y="349042"/>
                    <a:pt x="76314" y="343020"/>
                  </a:cubicBezTo>
                  <a:cubicBezTo>
                    <a:pt x="32095" y="298381"/>
                    <a:pt x="20775" y="231424"/>
                    <a:pt x="20775" y="177220"/>
                  </a:cubicBezTo>
                  <a:cubicBezTo>
                    <a:pt x="20775" y="115577"/>
                    <a:pt x="34218" y="53934"/>
                    <a:pt x="77729" y="9650"/>
                  </a:cubicBezTo>
                  <a:cubicBezTo>
                    <a:pt x="82328" y="5399"/>
                    <a:pt x="82328" y="4690"/>
                    <a:pt x="82328" y="3627"/>
                  </a:cubicBezTo>
                  <a:cubicBezTo>
                    <a:pt x="82328" y="1148"/>
                    <a:pt x="80913" y="85"/>
                    <a:pt x="78790" y="85"/>
                  </a:cubicBezTo>
                  <a:cubicBezTo>
                    <a:pt x="75253" y="85"/>
                    <a:pt x="43415" y="24175"/>
                    <a:pt x="22544" y="69168"/>
                  </a:cubicBezTo>
                  <a:cubicBezTo>
                    <a:pt x="4503" y="108137"/>
                    <a:pt x="258" y="147462"/>
                    <a:pt x="258" y="177220"/>
                  </a:cubicBezTo>
                  <a:cubicBezTo>
                    <a:pt x="258" y="204854"/>
                    <a:pt x="4149" y="247720"/>
                    <a:pt x="23606" y="287753"/>
                  </a:cubicBezTo>
                  <a:cubicBezTo>
                    <a:pt x="44830" y="331329"/>
                    <a:pt x="75253" y="354356"/>
                    <a:pt x="78790" y="354356"/>
                  </a:cubicBezTo>
                  <a:cubicBezTo>
                    <a:pt x="80913" y="354356"/>
                    <a:pt x="82328" y="353293"/>
                    <a:pt x="82328" y="350813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8A9B812-7FFD-8AA8-7375-7329A80F4C66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4245572" y="5333855"/>
              <a:ext cx="162016" cy="160484"/>
            </a:xfrm>
            <a:custGeom>
              <a:avLst/>
              <a:gdLst>
                <a:gd name="connsiteX0" fmla="*/ 118060 w 162016"/>
                <a:gd name="connsiteY0" fmla="*/ 22758 h 160484"/>
                <a:gd name="connsiteX1" fmla="*/ 85515 w 162016"/>
                <a:gd name="connsiteY1" fmla="*/ 85 h 160484"/>
                <a:gd name="connsiteX2" fmla="*/ 262 w 162016"/>
                <a:gd name="connsiteY2" fmla="*/ 103886 h 160484"/>
                <a:gd name="connsiteX3" fmla="*/ 47310 w 162016"/>
                <a:gd name="connsiteY3" fmla="*/ 160570 h 160484"/>
                <a:gd name="connsiteX4" fmla="*/ 93298 w 162016"/>
                <a:gd name="connsiteY4" fmla="*/ 133999 h 160484"/>
                <a:gd name="connsiteX5" fmla="*/ 125489 w 162016"/>
                <a:gd name="connsiteY5" fmla="*/ 160570 h 160484"/>
                <a:gd name="connsiteX6" fmla="*/ 151666 w 162016"/>
                <a:gd name="connsiteY6" fmla="*/ 141085 h 160484"/>
                <a:gd name="connsiteX7" fmla="*/ 162278 w 162016"/>
                <a:gd name="connsiteY7" fmla="*/ 106012 h 160484"/>
                <a:gd name="connsiteX8" fmla="*/ 158033 w 162016"/>
                <a:gd name="connsiteY8" fmla="*/ 102469 h 160484"/>
                <a:gd name="connsiteX9" fmla="*/ 153081 w 162016"/>
                <a:gd name="connsiteY9" fmla="*/ 108846 h 160484"/>
                <a:gd name="connsiteX10" fmla="*/ 126196 w 162016"/>
                <a:gd name="connsiteY10" fmla="*/ 152776 h 160484"/>
                <a:gd name="connsiteX11" fmla="*/ 115584 w 162016"/>
                <a:gd name="connsiteY11" fmla="*/ 136479 h 160484"/>
                <a:gd name="connsiteX12" fmla="*/ 120182 w 162016"/>
                <a:gd name="connsiteY12" fmla="*/ 110263 h 160484"/>
                <a:gd name="connsiteX13" fmla="*/ 127965 w 162016"/>
                <a:gd name="connsiteY13" fmla="*/ 78379 h 160484"/>
                <a:gd name="connsiteX14" fmla="*/ 140700 w 162016"/>
                <a:gd name="connsiteY14" fmla="*/ 28781 h 160484"/>
                <a:gd name="connsiteX15" fmla="*/ 143176 w 162016"/>
                <a:gd name="connsiteY15" fmla="*/ 16735 h 160484"/>
                <a:gd name="connsiteX16" fmla="*/ 132917 w 162016"/>
                <a:gd name="connsiteY16" fmla="*/ 7170 h 160484"/>
                <a:gd name="connsiteX17" fmla="*/ 118060 w 162016"/>
                <a:gd name="connsiteY17" fmla="*/ 22758 h 160484"/>
                <a:gd name="connsiteX18" fmla="*/ 95066 w 162016"/>
                <a:gd name="connsiteY18" fmla="*/ 114514 h 160484"/>
                <a:gd name="connsiteX19" fmla="*/ 87991 w 162016"/>
                <a:gd name="connsiteY19" fmla="*/ 127622 h 160484"/>
                <a:gd name="connsiteX20" fmla="*/ 48018 w 162016"/>
                <a:gd name="connsiteY20" fmla="*/ 152776 h 160484"/>
                <a:gd name="connsiteX21" fmla="*/ 25378 w 162016"/>
                <a:gd name="connsiteY21" fmla="*/ 119474 h 160484"/>
                <a:gd name="connsiteX22" fmla="*/ 44834 w 162016"/>
                <a:gd name="connsiteY22" fmla="*/ 41889 h 160484"/>
                <a:gd name="connsiteX23" fmla="*/ 85869 w 162016"/>
                <a:gd name="connsiteY23" fmla="*/ 7879 h 160484"/>
                <a:gd name="connsiteX24" fmla="*/ 113815 w 162016"/>
                <a:gd name="connsiteY24" fmla="*/ 39055 h 160484"/>
                <a:gd name="connsiteX25" fmla="*/ 112754 w 162016"/>
                <a:gd name="connsiteY25" fmla="*/ 45077 h 160484"/>
                <a:gd name="connsiteX26" fmla="*/ 95066 w 162016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016" h="160484">
                  <a:moveTo>
                    <a:pt x="118060" y="22758"/>
                  </a:moveTo>
                  <a:cubicBezTo>
                    <a:pt x="111692" y="9650"/>
                    <a:pt x="101434" y="85"/>
                    <a:pt x="85515" y="85"/>
                  </a:cubicBezTo>
                  <a:cubicBezTo>
                    <a:pt x="44127" y="85"/>
                    <a:pt x="262" y="52163"/>
                    <a:pt x="262" y="103886"/>
                  </a:cubicBezTo>
                  <a:cubicBezTo>
                    <a:pt x="262" y="137188"/>
                    <a:pt x="19718" y="160570"/>
                    <a:pt x="47310" y="160570"/>
                  </a:cubicBezTo>
                  <a:cubicBezTo>
                    <a:pt x="54385" y="160570"/>
                    <a:pt x="72073" y="159153"/>
                    <a:pt x="93298" y="133999"/>
                  </a:cubicBezTo>
                  <a:cubicBezTo>
                    <a:pt x="96128" y="148879"/>
                    <a:pt x="108509" y="160570"/>
                    <a:pt x="125489" y="160570"/>
                  </a:cubicBezTo>
                  <a:cubicBezTo>
                    <a:pt x="137870" y="160570"/>
                    <a:pt x="146006" y="152421"/>
                    <a:pt x="151666" y="141085"/>
                  </a:cubicBezTo>
                  <a:cubicBezTo>
                    <a:pt x="157680" y="128331"/>
                    <a:pt x="162278" y="106720"/>
                    <a:pt x="162278" y="106012"/>
                  </a:cubicBezTo>
                  <a:cubicBezTo>
                    <a:pt x="162278" y="102469"/>
                    <a:pt x="159095" y="102469"/>
                    <a:pt x="158033" y="102469"/>
                  </a:cubicBezTo>
                  <a:cubicBezTo>
                    <a:pt x="154496" y="102469"/>
                    <a:pt x="154142" y="103886"/>
                    <a:pt x="153081" y="108846"/>
                  </a:cubicBezTo>
                  <a:cubicBezTo>
                    <a:pt x="147067" y="131874"/>
                    <a:pt x="140700" y="152776"/>
                    <a:pt x="126196" y="152776"/>
                  </a:cubicBezTo>
                  <a:cubicBezTo>
                    <a:pt x="116645" y="152776"/>
                    <a:pt x="115584" y="143565"/>
                    <a:pt x="115584" y="136479"/>
                  </a:cubicBezTo>
                  <a:cubicBezTo>
                    <a:pt x="115584" y="128685"/>
                    <a:pt x="116291" y="125851"/>
                    <a:pt x="120182" y="110263"/>
                  </a:cubicBezTo>
                  <a:cubicBezTo>
                    <a:pt x="124074" y="95384"/>
                    <a:pt x="124781" y="91841"/>
                    <a:pt x="127965" y="78379"/>
                  </a:cubicBezTo>
                  <a:lnTo>
                    <a:pt x="140700" y="28781"/>
                  </a:lnTo>
                  <a:cubicBezTo>
                    <a:pt x="143176" y="18861"/>
                    <a:pt x="143176" y="18153"/>
                    <a:pt x="143176" y="16735"/>
                  </a:cubicBezTo>
                  <a:cubicBezTo>
                    <a:pt x="143176" y="10713"/>
                    <a:pt x="138931" y="7170"/>
                    <a:pt x="132917" y="7170"/>
                  </a:cubicBezTo>
                  <a:cubicBezTo>
                    <a:pt x="124427" y="7170"/>
                    <a:pt x="119121" y="14964"/>
                    <a:pt x="118060" y="22758"/>
                  </a:cubicBezTo>
                  <a:close/>
                  <a:moveTo>
                    <a:pt x="95066" y="114514"/>
                  </a:moveTo>
                  <a:cubicBezTo>
                    <a:pt x="93298" y="120891"/>
                    <a:pt x="93298" y="121600"/>
                    <a:pt x="87991" y="127622"/>
                  </a:cubicBezTo>
                  <a:cubicBezTo>
                    <a:pt x="72426" y="147107"/>
                    <a:pt x="57923" y="152776"/>
                    <a:pt x="48018" y="152776"/>
                  </a:cubicBezTo>
                  <a:cubicBezTo>
                    <a:pt x="30331" y="152776"/>
                    <a:pt x="25378" y="133291"/>
                    <a:pt x="25378" y="119474"/>
                  </a:cubicBezTo>
                  <a:cubicBezTo>
                    <a:pt x="25378" y="101761"/>
                    <a:pt x="36698" y="58185"/>
                    <a:pt x="44834" y="41889"/>
                  </a:cubicBezTo>
                  <a:cubicBezTo>
                    <a:pt x="55800" y="20987"/>
                    <a:pt x="71719" y="7879"/>
                    <a:pt x="85869" y="7879"/>
                  </a:cubicBezTo>
                  <a:cubicBezTo>
                    <a:pt x="108862" y="7879"/>
                    <a:pt x="113815" y="36929"/>
                    <a:pt x="113815" y="39055"/>
                  </a:cubicBezTo>
                  <a:cubicBezTo>
                    <a:pt x="113815" y="41180"/>
                    <a:pt x="113107" y="43306"/>
                    <a:pt x="112754" y="45077"/>
                  </a:cubicBezTo>
                  <a:lnTo>
                    <a:pt x="95066" y="114514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D0F5D5C-8C72-D7B1-1C1A-A982A43D92FB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4431286" y="5378918"/>
              <a:ext cx="114897" cy="169625"/>
            </a:xfrm>
            <a:custGeom>
              <a:avLst/>
              <a:gdLst>
                <a:gd name="connsiteX0" fmla="*/ 115164 w 114897"/>
                <a:gd name="connsiteY0" fmla="*/ 85643 h 169625"/>
                <a:gd name="connsiteX1" fmla="*/ 100555 w 114897"/>
                <a:gd name="connsiteY1" fmla="*/ 21413 h 169625"/>
                <a:gd name="connsiteX2" fmla="*/ 57716 w 114897"/>
                <a:gd name="connsiteY2" fmla="*/ 86 h 169625"/>
                <a:gd name="connsiteX3" fmla="*/ 267 w 114897"/>
                <a:gd name="connsiteY3" fmla="*/ 85643 h 169625"/>
                <a:gd name="connsiteX4" fmla="*/ 57716 w 114897"/>
                <a:gd name="connsiteY4" fmla="*/ 169711 h 169625"/>
                <a:gd name="connsiteX5" fmla="*/ 115164 w 114897"/>
                <a:gd name="connsiteY5" fmla="*/ 85643 h 169625"/>
                <a:gd name="connsiteX6" fmla="*/ 57716 w 114897"/>
                <a:gd name="connsiteY6" fmla="*/ 162768 h 169625"/>
                <a:gd name="connsiteX7" fmla="*/ 26268 w 114897"/>
                <a:gd name="connsiteY7" fmla="*/ 135737 h 169625"/>
                <a:gd name="connsiteX8" fmla="*/ 22801 w 114897"/>
                <a:gd name="connsiteY8" fmla="*/ 82419 h 169625"/>
                <a:gd name="connsiteX9" fmla="*/ 26515 w 114897"/>
                <a:gd name="connsiteY9" fmla="*/ 31829 h 169625"/>
                <a:gd name="connsiteX10" fmla="*/ 57716 w 114897"/>
                <a:gd name="connsiteY10" fmla="*/ 7030 h 169625"/>
                <a:gd name="connsiteX11" fmla="*/ 88421 w 114897"/>
                <a:gd name="connsiteY11" fmla="*/ 29597 h 169625"/>
                <a:gd name="connsiteX12" fmla="*/ 92631 w 114897"/>
                <a:gd name="connsiteY12" fmla="*/ 82419 h 169625"/>
                <a:gd name="connsiteX13" fmla="*/ 89412 w 114897"/>
                <a:gd name="connsiteY13" fmla="*/ 134745 h 169625"/>
                <a:gd name="connsiteX14" fmla="*/ 57716 w 114897"/>
                <a:gd name="connsiteY14" fmla="*/ 162768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897" h="169625">
                  <a:moveTo>
                    <a:pt x="115164" y="85643"/>
                  </a:moveTo>
                  <a:cubicBezTo>
                    <a:pt x="115164" y="58364"/>
                    <a:pt x="111945" y="38773"/>
                    <a:pt x="100555" y="21413"/>
                  </a:cubicBezTo>
                  <a:cubicBezTo>
                    <a:pt x="92878" y="10006"/>
                    <a:pt x="77526" y="86"/>
                    <a:pt x="57716" y="86"/>
                  </a:cubicBezTo>
                  <a:cubicBezTo>
                    <a:pt x="267" y="86"/>
                    <a:pt x="267" y="67787"/>
                    <a:pt x="267" y="85643"/>
                  </a:cubicBezTo>
                  <a:cubicBezTo>
                    <a:pt x="267" y="103498"/>
                    <a:pt x="267" y="169711"/>
                    <a:pt x="57716" y="169711"/>
                  </a:cubicBezTo>
                  <a:cubicBezTo>
                    <a:pt x="115164" y="169711"/>
                    <a:pt x="115164" y="103498"/>
                    <a:pt x="115164" y="85643"/>
                  </a:cubicBezTo>
                  <a:close/>
                  <a:moveTo>
                    <a:pt x="57716" y="162768"/>
                  </a:moveTo>
                  <a:cubicBezTo>
                    <a:pt x="46325" y="162768"/>
                    <a:pt x="31220" y="156072"/>
                    <a:pt x="26268" y="135737"/>
                  </a:cubicBezTo>
                  <a:cubicBezTo>
                    <a:pt x="22801" y="121105"/>
                    <a:pt x="22801" y="100770"/>
                    <a:pt x="22801" y="82419"/>
                  </a:cubicBezTo>
                  <a:cubicBezTo>
                    <a:pt x="22801" y="64316"/>
                    <a:pt x="22801" y="45468"/>
                    <a:pt x="26515" y="31829"/>
                  </a:cubicBezTo>
                  <a:cubicBezTo>
                    <a:pt x="31715" y="12238"/>
                    <a:pt x="47563" y="7030"/>
                    <a:pt x="57716" y="7030"/>
                  </a:cubicBezTo>
                  <a:cubicBezTo>
                    <a:pt x="71088" y="7030"/>
                    <a:pt x="83964" y="15214"/>
                    <a:pt x="88421" y="29597"/>
                  </a:cubicBezTo>
                  <a:cubicBezTo>
                    <a:pt x="92383" y="42988"/>
                    <a:pt x="92631" y="60844"/>
                    <a:pt x="92631" y="82419"/>
                  </a:cubicBezTo>
                  <a:cubicBezTo>
                    <a:pt x="92631" y="100770"/>
                    <a:pt x="92631" y="119121"/>
                    <a:pt x="89412" y="134745"/>
                  </a:cubicBezTo>
                  <a:cubicBezTo>
                    <a:pt x="84459" y="157312"/>
                    <a:pt x="67621" y="162768"/>
                    <a:pt x="57716" y="162768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7797BBC-8DFB-1B1B-93C3-606A0AF6DF64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4597268" y="5224739"/>
              <a:ext cx="82069" cy="354271"/>
            </a:xfrm>
            <a:custGeom>
              <a:avLst/>
              <a:gdLst>
                <a:gd name="connsiteX0" fmla="*/ 82341 w 82069"/>
                <a:gd name="connsiteY0" fmla="*/ 177220 h 354271"/>
                <a:gd name="connsiteX1" fmla="*/ 58994 w 82069"/>
                <a:gd name="connsiteY1" fmla="*/ 66688 h 354271"/>
                <a:gd name="connsiteX2" fmla="*/ 3809 w 82069"/>
                <a:gd name="connsiteY2" fmla="*/ 85 h 354271"/>
                <a:gd name="connsiteX3" fmla="*/ 272 w 82069"/>
                <a:gd name="connsiteY3" fmla="*/ 3627 h 354271"/>
                <a:gd name="connsiteX4" fmla="*/ 6993 w 82069"/>
                <a:gd name="connsiteY4" fmla="*/ 11776 h 354271"/>
                <a:gd name="connsiteX5" fmla="*/ 61824 w 82069"/>
                <a:gd name="connsiteY5" fmla="*/ 177220 h 354271"/>
                <a:gd name="connsiteX6" fmla="*/ 4870 w 82069"/>
                <a:gd name="connsiteY6" fmla="*/ 344791 h 354271"/>
                <a:gd name="connsiteX7" fmla="*/ 272 w 82069"/>
                <a:gd name="connsiteY7" fmla="*/ 350813 h 354271"/>
                <a:gd name="connsiteX8" fmla="*/ 3809 w 82069"/>
                <a:gd name="connsiteY8" fmla="*/ 354356 h 354271"/>
                <a:gd name="connsiteX9" fmla="*/ 60055 w 82069"/>
                <a:gd name="connsiteY9" fmla="*/ 285273 h 354271"/>
                <a:gd name="connsiteX10" fmla="*/ 82341 w 82069"/>
                <a:gd name="connsiteY10" fmla="*/ 177220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4271">
                  <a:moveTo>
                    <a:pt x="82341" y="177220"/>
                  </a:moveTo>
                  <a:cubicBezTo>
                    <a:pt x="82341" y="149587"/>
                    <a:pt x="78450" y="106720"/>
                    <a:pt x="58994" y="66688"/>
                  </a:cubicBezTo>
                  <a:cubicBezTo>
                    <a:pt x="37769" y="23112"/>
                    <a:pt x="7347" y="85"/>
                    <a:pt x="3809" y="85"/>
                  </a:cubicBezTo>
                  <a:cubicBezTo>
                    <a:pt x="1687" y="85"/>
                    <a:pt x="272" y="1502"/>
                    <a:pt x="272" y="3627"/>
                  </a:cubicBezTo>
                  <a:cubicBezTo>
                    <a:pt x="272" y="4690"/>
                    <a:pt x="272" y="5399"/>
                    <a:pt x="6993" y="11776"/>
                  </a:cubicBezTo>
                  <a:cubicBezTo>
                    <a:pt x="41660" y="46849"/>
                    <a:pt x="61824" y="103178"/>
                    <a:pt x="61824" y="177220"/>
                  </a:cubicBezTo>
                  <a:cubicBezTo>
                    <a:pt x="61824" y="237801"/>
                    <a:pt x="48735" y="300153"/>
                    <a:pt x="4870" y="344791"/>
                  </a:cubicBezTo>
                  <a:cubicBezTo>
                    <a:pt x="272" y="349042"/>
                    <a:pt x="272" y="349751"/>
                    <a:pt x="272" y="350813"/>
                  </a:cubicBezTo>
                  <a:cubicBezTo>
                    <a:pt x="272" y="352939"/>
                    <a:pt x="1687" y="354356"/>
                    <a:pt x="3809" y="354356"/>
                  </a:cubicBezTo>
                  <a:cubicBezTo>
                    <a:pt x="7347" y="354356"/>
                    <a:pt x="39184" y="330266"/>
                    <a:pt x="60055" y="285273"/>
                  </a:cubicBezTo>
                  <a:cubicBezTo>
                    <a:pt x="78096" y="246303"/>
                    <a:pt x="82341" y="206979"/>
                    <a:pt x="82341" y="177220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A72F2D0-B4F2-64BF-FF03-A13556111586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3790573" y="5609477"/>
              <a:ext cx="171213" cy="118326"/>
            </a:xfrm>
            <a:custGeom>
              <a:avLst/>
              <a:gdLst>
                <a:gd name="connsiteX0" fmla="*/ 171464 w 171213"/>
                <a:gd name="connsiteY0" fmla="*/ 85825 h 118326"/>
                <a:gd name="connsiteX1" fmla="*/ 166511 w 171213"/>
                <a:gd name="connsiteY1" fmla="*/ 75905 h 118326"/>
                <a:gd name="connsiteX2" fmla="*/ 78074 w 171213"/>
                <a:gd name="connsiteY2" fmla="*/ 57129 h 118326"/>
                <a:gd name="connsiteX3" fmla="*/ 16522 w 171213"/>
                <a:gd name="connsiteY3" fmla="*/ 1863 h 118326"/>
                <a:gd name="connsiteX4" fmla="*/ 8740 w 171213"/>
                <a:gd name="connsiteY4" fmla="*/ 91 h 118326"/>
                <a:gd name="connsiteX5" fmla="*/ 250 w 171213"/>
                <a:gd name="connsiteY5" fmla="*/ 9302 h 118326"/>
                <a:gd name="connsiteX6" fmla="*/ 250 w 171213"/>
                <a:gd name="connsiteY6" fmla="*/ 14971 h 118326"/>
                <a:gd name="connsiteX7" fmla="*/ 164035 w 171213"/>
                <a:gd name="connsiteY7" fmla="*/ 118418 h 118326"/>
                <a:gd name="connsiteX8" fmla="*/ 171464 w 171213"/>
                <a:gd name="connsiteY8" fmla="*/ 108498 h 118326"/>
                <a:gd name="connsiteX9" fmla="*/ 171464 w 171213"/>
                <a:gd name="connsiteY9" fmla="*/ 85825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213" h="118326">
                  <a:moveTo>
                    <a:pt x="171464" y="85825"/>
                  </a:moveTo>
                  <a:cubicBezTo>
                    <a:pt x="171464" y="77677"/>
                    <a:pt x="171464" y="75905"/>
                    <a:pt x="166511" y="75905"/>
                  </a:cubicBezTo>
                  <a:cubicBezTo>
                    <a:pt x="144932" y="75551"/>
                    <a:pt x="109912" y="72717"/>
                    <a:pt x="78074" y="57129"/>
                  </a:cubicBezTo>
                  <a:cubicBezTo>
                    <a:pt x="39870" y="37998"/>
                    <a:pt x="25366" y="15679"/>
                    <a:pt x="16522" y="1863"/>
                  </a:cubicBezTo>
                  <a:cubicBezTo>
                    <a:pt x="15461" y="91"/>
                    <a:pt x="13338" y="91"/>
                    <a:pt x="8740" y="91"/>
                  </a:cubicBezTo>
                  <a:cubicBezTo>
                    <a:pt x="604" y="91"/>
                    <a:pt x="250" y="446"/>
                    <a:pt x="250" y="9302"/>
                  </a:cubicBezTo>
                  <a:lnTo>
                    <a:pt x="250" y="14971"/>
                  </a:lnTo>
                  <a:cubicBezTo>
                    <a:pt x="48359" y="101767"/>
                    <a:pt x="127953" y="118418"/>
                    <a:pt x="164035" y="118418"/>
                  </a:cubicBezTo>
                  <a:cubicBezTo>
                    <a:pt x="171464" y="118418"/>
                    <a:pt x="171464" y="118064"/>
                    <a:pt x="171464" y="108498"/>
                  </a:cubicBezTo>
                  <a:lnTo>
                    <a:pt x="171464" y="8582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3B9F98C5-A28E-04F1-D307-4386FB9B7091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3958250" y="5685292"/>
              <a:ext cx="139429" cy="42511"/>
            </a:xfrm>
            <a:custGeom>
              <a:avLst/>
              <a:gdLst>
                <a:gd name="connsiteX0" fmla="*/ 0 w 139429"/>
                <a:gd name="connsiteY0" fmla="*/ 0 h 42511"/>
                <a:gd name="connsiteX1" fmla="*/ 139430 w 139429"/>
                <a:gd name="connsiteY1" fmla="*/ 0 h 42511"/>
                <a:gd name="connsiteX2" fmla="*/ 139430 w 139429"/>
                <a:gd name="connsiteY2" fmla="*/ 42511 h 42511"/>
                <a:gd name="connsiteX3" fmla="*/ 0 w 139429"/>
                <a:gd name="connsiteY3" fmla="*/ 42511 h 4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29" h="42511">
                  <a:moveTo>
                    <a:pt x="0" y="0"/>
                  </a:moveTo>
                  <a:lnTo>
                    <a:pt x="139430" y="0"/>
                  </a:lnTo>
                  <a:lnTo>
                    <a:pt x="139430" y="42511"/>
                  </a:lnTo>
                  <a:lnTo>
                    <a:pt x="0" y="425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4A5DDFF-1CD9-FC2A-A9E8-3F3C88B50915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4094142" y="5685291"/>
              <a:ext cx="171213" cy="118326"/>
            </a:xfrm>
            <a:custGeom>
              <a:avLst/>
              <a:gdLst>
                <a:gd name="connsiteX0" fmla="*/ 171472 w 171213"/>
                <a:gd name="connsiteY0" fmla="*/ 103539 h 118326"/>
                <a:gd name="connsiteX1" fmla="*/ 7687 w 171213"/>
                <a:gd name="connsiteY1" fmla="*/ 91 h 118326"/>
                <a:gd name="connsiteX2" fmla="*/ 258 w 171213"/>
                <a:gd name="connsiteY2" fmla="*/ 10011 h 118326"/>
                <a:gd name="connsiteX3" fmla="*/ 258 w 171213"/>
                <a:gd name="connsiteY3" fmla="*/ 32684 h 118326"/>
                <a:gd name="connsiteX4" fmla="*/ 5211 w 171213"/>
                <a:gd name="connsiteY4" fmla="*/ 42604 h 118326"/>
                <a:gd name="connsiteX5" fmla="*/ 93648 w 171213"/>
                <a:gd name="connsiteY5" fmla="*/ 61380 h 118326"/>
                <a:gd name="connsiteX6" fmla="*/ 155200 w 171213"/>
                <a:gd name="connsiteY6" fmla="*/ 116647 h 118326"/>
                <a:gd name="connsiteX7" fmla="*/ 162982 w 171213"/>
                <a:gd name="connsiteY7" fmla="*/ 118418 h 118326"/>
                <a:gd name="connsiteX8" fmla="*/ 171472 w 171213"/>
                <a:gd name="connsiteY8" fmla="*/ 109207 h 118326"/>
                <a:gd name="connsiteX9" fmla="*/ 171472 w 171213"/>
                <a:gd name="connsiteY9" fmla="*/ 103539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213" h="118326">
                  <a:moveTo>
                    <a:pt x="171472" y="103539"/>
                  </a:moveTo>
                  <a:cubicBezTo>
                    <a:pt x="123362" y="16742"/>
                    <a:pt x="43769" y="91"/>
                    <a:pt x="7687" y="91"/>
                  </a:cubicBezTo>
                  <a:cubicBezTo>
                    <a:pt x="258" y="91"/>
                    <a:pt x="258" y="446"/>
                    <a:pt x="258" y="10011"/>
                  </a:cubicBezTo>
                  <a:lnTo>
                    <a:pt x="258" y="32684"/>
                  </a:lnTo>
                  <a:cubicBezTo>
                    <a:pt x="258" y="40833"/>
                    <a:pt x="258" y="42604"/>
                    <a:pt x="5211" y="42604"/>
                  </a:cubicBezTo>
                  <a:cubicBezTo>
                    <a:pt x="26789" y="42958"/>
                    <a:pt x="61810" y="45792"/>
                    <a:pt x="93648" y="61380"/>
                  </a:cubicBezTo>
                  <a:cubicBezTo>
                    <a:pt x="131852" y="80511"/>
                    <a:pt x="146356" y="102830"/>
                    <a:pt x="155200" y="116647"/>
                  </a:cubicBezTo>
                  <a:cubicBezTo>
                    <a:pt x="156261" y="118418"/>
                    <a:pt x="158383" y="118418"/>
                    <a:pt x="162982" y="118418"/>
                  </a:cubicBezTo>
                  <a:cubicBezTo>
                    <a:pt x="171118" y="118418"/>
                    <a:pt x="171472" y="118064"/>
                    <a:pt x="171472" y="109207"/>
                  </a:cubicBezTo>
                  <a:lnTo>
                    <a:pt x="171472" y="103539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2CAA00E-30BA-E52F-44DE-08D5EC6FB91C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4248378" y="5685291"/>
              <a:ext cx="171213" cy="118326"/>
            </a:xfrm>
            <a:custGeom>
              <a:avLst/>
              <a:gdLst>
                <a:gd name="connsiteX0" fmla="*/ 171476 w 171213"/>
                <a:gd name="connsiteY0" fmla="*/ 10011 h 118326"/>
                <a:gd name="connsiteX1" fmla="*/ 164048 w 171213"/>
                <a:gd name="connsiteY1" fmla="*/ 91 h 118326"/>
                <a:gd name="connsiteX2" fmla="*/ 263 w 171213"/>
                <a:gd name="connsiteY2" fmla="*/ 103539 h 118326"/>
                <a:gd name="connsiteX3" fmla="*/ 263 w 171213"/>
                <a:gd name="connsiteY3" fmla="*/ 109207 h 118326"/>
                <a:gd name="connsiteX4" fmla="*/ 8753 w 171213"/>
                <a:gd name="connsiteY4" fmla="*/ 118418 h 118326"/>
                <a:gd name="connsiteX5" fmla="*/ 17596 w 171213"/>
                <a:gd name="connsiteY5" fmla="*/ 115584 h 118326"/>
                <a:gd name="connsiteX6" fmla="*/ 167231 w 171213"/>
                <a:gd name="connsiteY6" fmla="*/ 42604 h 118326"/>
                <a:gd name="connsiteX7" fmla="*/ 171476 w 171213"/>
                <a:gd name="connsiteY7" fmla="*/ 32684 h 118326"/>
                <a:gd name="connsiteX8" fmla="*/ 171476 w 171213"/>
                <a:gd name="connsiteY8" fmla="*/ 10011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213" h="118326">
                  <a:moveTo>
                    <a:pt x="171476" y="10011"/>
                  </a:moveTo>
                  <a:cubicBezTo>
                    <a:pt x="171476" y="446"/>
                    <a:pt x="171476" y="91"/>
                    <a:pt x="164048" y="91"/>
                  </a:cubicBezTo>
                  <a:cubicBezTo>
                    <a:pt x="127966" y="91"/>
                    <a:pt x="48372" y="17096"/>
                    <a:pt x="263" y="103539"/>
                  </a:cubicBezTo>
                  <a:lnTo>
                    <a:pt x="263" y="109207"/>
                  </a:lnTo>
                  <a:cubicBezTo>
                    <a:pt x="263" y="118064"/>
                    <a:pt x="616" y="118418"/>
                    <a:pt x="8753" y="118418"/>
                  </a:cubicBezTo>
                  <a:cubicBezTo>
                    <a:pt x="15474" y="118418"/>
                    <a:pt x="15828" y="118064"/>
                    <a:pt x="17596" y="115584"/>
                  </a:cubicBezTo>
                  <a:cubicBezTo>
                    <a:pt x="46604" y="69174"/>
                    <a:pt x="95421" y="44021"/>
                    <a:pt x="167231" y="42604"/>
                  </a:cubicBezTo>
                  <a:cubicBezTo>
                    <a:pt x="171476" y="42604"/>
                    <a:pt x="171476" y="40124"/>
                    <a:pt x="171476" y="32684"/>
                  </a:cubicBezTo>
                  <a:lnTo>
                    <a:pt x="171476" y="100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C4E93F7-424B-BF35-3DD1-A6D7B6BE263A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4416056" y="5685292"/>
              <a:ext cx="139429" cy="42511"/>
            </a:xfrm>
            <a:custGeom>
              <a:avLst/>
              <a:gdLst>
                <a:gd name="connsiteX0" fmla="*/ 0 w 139429"/>
                <a:gd name="connsiteY0" fmla="*/ 0 h 42511"/>
                <a:gd name="connsiteX1" fmla="*/ 139429 w 139429"/>
                <a:gd name="connsiteY1" fmla="*/ 0 h 42511"/>
                <a:gd name="connsiteX2" fmla="*/ 139429 w 139429"/>
                <a:gd name="connsiteY2" fmla="*/ 42511 h 42511"/>
                <a:gd name="connsiteX3" fmla="*/ 0 w 139429"/>
                <a:gd name="connsiteY3" fmla="*/ 42511 h 4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29" h="42511">
                  <a:moveTo>
                    <a:pt x="0" y="0"/>
                  </a:moveTo>
                  <a:lnTo>
                    <a:pt x="139429" y="0"/>
                  </a:lnTo>
                  <a:lnTo>
                    <a:pt x="139429" y="42511"/>
                  </a:lnTo>
                  <a:lnTo>
                    <a:pt x="0" y="425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3E40710-F528-7084-75D0-3BDDEA973960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4551948" y="5609477"/>
              <a:ext cx="171213" cy="118326"/>
            </a:xfrm>
            <a:custGeom>
              <a:avLst/>
              <a:gdLst>
                <a:gd name="connsiteX0" fmla="*/ 171485 w 171213"/>
                <a:gd name="connsiteY0" fmla="*/ 9302 h 118326"/>
                <a:gd name="connsiteX1" fmla="*/ 162995 w 171213"/>
                <a:gd name="connsiteY1" fmla="*/ 91 h 118326"/>
                <a:gd name="connsiteX2" fmla="*/ 154151 w 171213"/>
                <a:gd name="connsiteY2" fmla="*/ 2926 h 118326"/>
                <a:gd name="connsiteX3" fmla="*/ 4516 w 171213"/>
                <a:gd name="connsiteY3" fmla="*/ 75905 h 118326"/>
                <a:gd name="connsiteX4" fmla="*/ 271 w 171213"/>
                <a:gd name="connsiteY4" fmla="*/ 85825 h 118326"/>
                <a:gd name="connsiteX5" fmla="*/ 271 w 171213"/>
                <a:gd name="connsiteY5" fmla="*/ 108498 h 118326"/>
                <a:gd name="connsiteX6" fmla="*/ 7700 w 171213"/>
                <a:gd name="connsiteY6" fmla="*/ 118418 h 118326"/>
                <a:gd name="connsiteX7" fmla="*/ 171485 w 171213"/>
                <a:gd name="connsiteY7" fmla="*/ 14971 h 118326"/>
                <a:gd name="connsiteX8" fmla="*/ 171485 w 171213"/>
                <a:gd name="connsiteY8" fmla="*/ 9302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213" h="118326">
                  <a:moveTo>
                    <a:pt x="171485" y="9302"/>
                  </a:moveTo>
                  <a:cubicBezTo>
                    <a:pt x="171485" y="446"/>
                    <a:pt x="171131" y="91"/>
                    <a:pt x="162995" y="91"/>
                  </a:cubicBezTo>
                  <a:cubicBezTo>
                    <a:pt x="156274" y="91"/>
                    <a:pt x="155920" y="446"/>
                    <a:pt x="154151" y="2926"/>
                  </a:cubicBezTo>
                  <a:cubicBezTo>
                    <a:pt x="125144" y="49335"/>
                    <a:pt x="76327" y="74488"/>
                    <a:pt x="4516" y="75905"/>
                  </a:cubicBezTo>
                  <a:cubicBezTo>
                    <a:pt x="271" y="75905"/>
                    <a:pt x="271" y="78385"/>
                    <a:pt x="271" y="85825"/>
                  </a:cubicBezTo>
                  <a:lnTo>
                    <a:pt x="271" y="108498"/>
                  </a:lnTo>
                  <a:cubicBezTo>
                    <a:pt x="271" y="118064"/>
                    <a:pt x="271" y="118418"/>
                    <a:pt x="7700" y="118418"/>
                  </a:cubicBezTo>
                  <a:cubicBezTo>
                    <a:pt x="43782" y="118418"/>
                    <a:pt x="123375" y="101413"/>
                    <a:pt x="171485" y="14971"/>
                  </a:cubicBezTo>
                  <a:lnTo>
                    <a:pt x="171485" y="9302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46541EE-4C86-818E-C2B8-0B91C7A9A1FB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4139980" y="5937285"/>
              <a:ext cx="107220" cy="111843"/>
            </a:xfrm>
            <a:custGeom>
              <a:avLst/>
              <a:gdLst>
                <a:gd name="connsiteX0" fmla="*/ 93365 w 107220"/>
                <a:gd name="connsiteY0" fmla="*/ 14484 h 111843"/>
                <a:gd name="connsiteX1" fmla="*/ 80737 w 107220"/>
                <a:gd name="connsiteY1" fmla="*/ 28371 h 111843"/>
                <a:gd name="connsiteX2" fmla="*/ 90394 w 107220"/>
                <a:gd name="connsiteY2" fmla="*/ 37547 h 111843"/>
                <a:gd name="connsiteX3" fmla="*/ 104508 w 107220"/>
                <a:gd name="connsiteY3" fmla="*/ 21675 h 111843"/>
                <a:gd name="connsiteX4" fmla="*/ 71822 w 107220"/>
                <a:gd name="connsiteY4" fmla="*/ 100 h 111843"/>
                <a:gd name="connsiteX5" fmla="*/ 259 w 107220"/>
                <a:gd name="connsiteY5" fmla="*/ 68794 h 111843"/>
                <a:gd name="connsiteX6" fmla="*/ 46069 w 107220"/>
                <a:gd name="connsiteY6" fmla="*/ 111944 h 111843"/>
                <a:gd name="connsiteX7" fmla="*/ 107480 w 107220"/>
                <a:gd name="connsiteY7" fmla="*/ 83921 h 111843"/>
                <a:gd name="connsiteX8" fmla="*/ 103270 w 107220"/>
                <a:gd name="connsiteY8" fmla="*/ 79705 h 111843"/>
                <a:gd name="connsiteX9" fmla="*/ 99308 w 107220"/>
                <a:gd name="connsiteY9" fmla="*/ 82185 h 111843"/>
                <a:gd name="connsiteX10" fmla="*/ 46565 w 107220"/>
                <a:gd name="connsiteY10" fmla="*/ 105000 h 111843"/>
                <a:gd name="connsiteX11" fmla="*/ 20812 w 107220"/>
                <a:gd name="connsiteY11" fmla="*/ 77473 h 111843"/>
                <a:gd name="connsiteX12" fmla="*/ 37155 w 107220"/>
                <a:gd name="connsiteY12" fmla="*/ 26139 h 111843"/>
                <a:gd name="connsiteX13" fmla="*/ 71822 w 107220"/>
                <a:gd name="connsiteY13" fmla="*/ 7044 h 111843"/>
                <a:gd name="connsiteX14" fmla="*/ 93365 w 107220"/>
                <a:gd name="connsiteY14" fmla="*/ 14484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7220" h="111843">
                  <a:moveTo>
                    <a:pt x="93365" y="14484"/>
                  </a:moveTo>
                  <a:cubicBezTo>
                    <a:pt x="84451" y="15972"/>
                    <a:pt x="80737" y="22915"/>
                    <a:pt x="80737" y="28371"/>
                  </a:cubicBezTo>
                  <a:cubicBezTo>
                    <a:pt x="80737" y="35067"/>
                    <a:pt x="85937" y="37547"/>
                    <a:pt x="90394" y="37547"/>
                  </a:cubicBezTo>
                  <a:cubicBezTo>
                    <a:pt x="95842" y="37547"/>
                    <a:pt x="104508" y="33579"/>
                    <a:pt x="104508" y="21675"/>
                  </a:cubicBezTo>
                  <a:cubicBezTo>
                    <a:pt x="104508" y="4812"/>
                    <a:pt x="85194" y="100"/>
                    <a:pt x="71822" y="100"/>
                  </a:cubicBezTo>
                  <a:cubicBezTo>
                    <a:pt x="34679" y="100"/>
                    <a:pt x="259" y="34323"/>
                    <a:pt x="259" y="68794"/>
                  </a:cubicBezTo>
                  <a:cubicBezTo>
                    <a:pt x="259" y="90121"/>
                    <a:pt x="15116" y="111944"/>
                    <a:pt x="46069" y="111944"/>
                  </a:cubicBezTo>
                  <a:cubicBezTo>
                    <a:pt x="87918" y="111944"/>
                    <a:pt x="107480" y="87393"/>
                    <a:pt x="107480" y="83921"/>
                  </a:cubicBezTo>
                  <a:cubicBezTo>
                    <a:pt x="107480" y="82433"/>
                    <a:pt x="105251" y="79705"/>
                    <a:pt x="103270" y="79705"/>
                  </a:cubicBezTo>
                  <a:cubicBezTo>
                    <a:pt x="101784" y="79705"/>
                    <a:pt x="101289" y="80201"/>
                    <a:pt x="99308" y="82185"/>
                  </a:cubicBezTo>
                  <a:cubicBezTo>
                    <a:pt x="79994" y="105000"/>
                    <a:pt x="51022" y="105000"/>
                    <a:pt x="46565" y="105000"/>
                  </a:cubicBezTo>
                  <a:cubicBezTo>
                    <a:pt x="28736" y="105000"/>
                    <a:pt x="20812" y="92849"/>
                    <a:pt x="20812" y="77473"/>
                  </a:cubicBezTo>
                  <a:cubicBezTo>
                    <a:pt x="20812" y="70282"/>
                    <a:pt x="24278" y="43251"/>
                    <a:pt x="37155" y="26139"/>
                  </a:cubicBezTo>
                  <a:cubicBezTo>
                    <a:pt x="46565" y="13988"/>
                    <a:pt x="59441" y="7044"/>
                    <a:pt x="71822" y="7044"/>
                  </a:cubicBezTo>
                  <a:cubicBezTo>
                    <a:pt x="75289" y="7044"/>
                    <a:pt x="87175" y="7540"/>
                    <a:pt x="93365" y="14484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5E67E6B6-4146-14BD-CED5-21B98F11AAE8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4265020" y="5964103"/>
              <a:ext cx="92328" cy="121869"/>
            </a:xfrm>
            <a:custGeom>
              <a:avLst/>
              <a:gdLst>
                <a:gd name="connsiteX0" fmla="*/ 92591 w 92328"/>
                <a:gd name="connsiteY0" fmla="*/ 61390 h 121869"/>
                <a:gd name="connsiteX1" fmla="*/ 46427 w 92328"/>
                <a:gd name="connsiteY1" fmla="*/ 101 h 121869"/>
                <a:gd name="connsiteX2" fmla="*/ 263 w 92328"/>
                <a:gd name="connsiteY2" fmla="*/ 61390 h 121869"/>
                <a:gd name="connsiteX3" fmla="*/ 46427 w 92328"/>
                <a:gd name="connsiteY3" fmla="*/ 121971 h 121869"/>
                <a:gd name="connsiteX4" fmla="*/ 92591 w 92328"/>
                <a:gd name="connsiteY4" fmla="*/ 61390 h 121869"/>
                <a:gd name="connsiteX5" fmla="*/ 46427 w 92328"/>
                <a:gd name="connsiteY5" fmla="*/ 116125 h 121869"/>
                <a:gd name="connsiteX6" fmla="*/ 20603 w 92328"/>
                <a:gd name="connsiteY6" fmla="*/ 95932 h 121869"/>
                <a:gd name="connsiteX7" fmla="*/ 17950 w 92328"/>
                <a:gd name="connsiteY7" fmla="*/ 59265 h 121869"/>
                <a:gd name="connsiteX8" fmla="*/ 20780 w 92328"/>
                <a:gd name="connsiteY8" fmla="*/ 23838 h 121869"/>
                <a:gd name="connsiteX9" fmla="*/ 46427 w 92328"/>
                <a:gd name="connsiteY9" fmla="*/ 5947 h 121869"/>
                <a:gd name="connsiteX10" fmla="*/ 72427 w 92328"/>
                <a:gd name="connsiteY10" fmla="*/ 25077 h 121869"/>
                <a:gd name="connsiteX11" fmla="*/ 74903 w 92328"/>
                <a:gd name="connsiteY11" fmla="*/ 59265 h 121869"/>
                <a:gd name="connsiteX12" fmla="*/ 72250 w 92328"/>
                <a:gd name="connsiteY12" fmla="*/ 96286 h 121869"/>
                <a:gd name="connsiteX13" fmla="*/ 46427 w 92328"/>
                <a:gd name="connsiteY13" fmla="*/ 116125 h 12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28" h="121869">
                  <a:moveTo>
                    <a:pt x="92591" y="61390"/>
                  </a:moveTo>
                  <a:cubicBezTo>
                    <a:pt x="92591" y="48637"/>
                    <a:pt x="92591" y="101"/>
                    <a:pt x="46427" y="101"/>
                  </a:cubicBezTo>
                  <a:cubicBezTo>
                    <a:pt x="263" y="101"/>
                    <a:pt x="263" y="48637"/>
                    <a:pt x="263" y="61390"/>
                  </a:cubicBezTo>
                  <a:cubicBezTo>
                    <a:pt x="263" y="74321"/>
                    <a:pt x="263" y="121971"/>
                    <a:pt x="46427" y="121971"/>
                  </a:cubicBezTo>
                  <a:cubicBezTo>
                    <a:pt x="92591" y="121971"/>
                    <a:pt x="92591" y="74321"/>
                    <a:pt x="92591" y="61390"/>
                  </a:cubicBezTo>
                  <a:close/>
                  <a:moveTo>
                    <a:pt x="46427" y="116125"/>
                  </a:moveTo>
                  <a:cubicBezTo>
                    <a:pt x="39882" y="116125"/>
                    <a:pt x="25025" y="113822"/>
                    <a:pt x="20603" y="95932"/>
                  </a:cubicBezTo>
                  <a:cubicBezTo>
                    <a:pt x="18127" y="86366"/>
                    <a:pt x="17950" y="73790"/>
                    <a:pt x="17950" y="59265"/>
                  </a:cubicBezTo>
                  <a:cubicBezTo>
                    <a:pt x="17950" y="46157"/>
                    <a:pt x="17950" y="33934"/>
                    <a:pt x="20780" y="23838"/>
                  </a:cubicBezTo>
                  <a:cubicBezTo>
                    <a:pt x="25202" y="8958"/>
                    <a:pt x="38821" y="5947"/>
                    <a:pt x="46427" y="5947"/>
                  </a:cubicBezTo>
                  <a:cubicBezTo>
                    <a:pt x="59515" y="5947"/>
                    <a:pt x="68890" y="12678"/>
                    <a:pt x="72427" y="25077"/>
                  </a:cubicBezTo>
                  <a:cubicBezTo>
                    <a:pt x="74903" y="34111"/>
                    <a:pt x="74903" y="48814"/>
                    <a:pt x="74903" y="59265"/>
                  </a:cubicBezTo>
                  <a:cubicBezTo>
                    <a:pt x="74903" y="71310"/>
                    <a:pt x="74903" y="85658"/>
                    <a:pt x="72250" y="96286"/>
                  </a:cubicBezTo>
                  <a:cubicBezTo>
                    <a:pt x="67651" y="113468"/>
                    <a:pt x="53502" y="116125"/>
                    <a:pt x="46427" y="116125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602AFA4-3BE3-E8E4-DD79-D7878CFC0524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4793439" y="5283903"/>
              <a:ext cx="235242" cy="235944"/>
            </a:xfrm>
            <a:custGeom>
              <a:avLst/>
              <a:gdLst>
                <a:gd name="connsiteX0" fmla="*/ 125150 w 235242"/>
                <a:gd name="connsiteY0" fmla="*/ 125143 h 235944"/>
                <a:gd name="connsiteX1" fmla="*/ 223846 w 235242"/>
                <a:gd name="connsiteY1" fmla="*/ 125143 h 235944"/>
                <a:gd name="connsiteX2" fmla="*/ 235519 w 235242"/>
                <a:gd name="connsiteY2" fmla="*/ 118057 h 235944"/>
                <a:gd name="connsiteX3" fmla="*/ 223846 w 235242"/>
                <a:gd name="connsiteY3" fmla="*/ 110972 h 235944"/>
                <a:gd name="connsiteX4" fmla="*/ 125150 w 235242"/>
                <a:gd name="connsiteY4" fmla="*/ 110972 h 235944"/>
                <a:gd name="connsiteX5" fmla="*/ 125150 w 235242"/>
                <a:gd name="connsiteY5" fmla="*/ 11776 h 235944"/>
                <a:gd name="connsiteX6" fmla="*/ 118075 w 235242"/>
                <a:gd name="connsiteY6" fmla="*/ 85 h 235944"/>
                <a:gd name="connsiteX7" fmla="*/ 111000 w 235242"/>
                <a:gd name="connsiteY7" fmla="*/ 11776 h 235944"/>
                <a:gd name="connsiteX8" fmla="*/ 111000 w 235242"/>
                <a:gd name="connsiteY8" fmla="*/ 110972 h 235944"/>
                <a:gd name="connsiteX9" fmla="*/ 11951 w 235242"/>
                <a:gd name="connsiteY9" fmla="*/ 110972 h 235944"/>
                <a:gd name="connsiteX10" fmla="*/ 277 w 235242"/>
                <a:gd name="connsiteY10" fmla="*/ 118057 h 235944"/>
                <a:gd name="connsiteX11" fmla="*/ 11951 w 235242"/>
                <a:gd name="connsiteY11" fmla="*/ 125143 h 235944"/>
                <a:gd name="connsiteX12" fmla="*/ 111000 w 235242"/>
                <a:gd name="connsiteY12" fmla="*/ 125143 h 235944"/>
                <a:gd name="connsiteX13" fmla="*/ 111000 w 235242"/>
                <a:gd name="connsiteY13" fmla="*/ 224339 h 235944"/>
                <a:gd name="connsiteX14" fmla="*/ 118075 w 235242"/>
                <a:gd name="connsiteY14" fmla="*/ 236029 h 235944"/>
                <a:gd name="connsiteX15" fmla="*/ 125150 w 235242"/>
                <a:gd name="connsiteY15" fmla="*/ 224339 h 235944"/>
                <a:gd name="connsiteX16" fmla="*/ 125150 w 235242"/>
                <a:gd name="connsiteY16" fmla="*/ 125143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242" h="235944">
                  <a:moveTo>
                    <a:pt x="125150" y="125143"/>
                  </a:moveTo>
                  <a:lnTo>
                    <a:pt x="223846" y="125143"/>
                  </a:lnTo>
                  <a:cubicBezTo>
                    <a:pt x="228798" y="125143"/>
                    <a:pt x="235519" y="125143"/>
                    <a:pt x="235519" y="118057"/>
                  </a:cubicBezTo>
                  <a:cubicBezTo>
                    <a:pt x="235519" y="110972"/>
                    <a:pt x="228798" y="110972"/>
                    <a:pt x="223846" y="110972"/>
                  </a:cubicBezTo>
                  <a:lnTo>
                    <a:pt x="125150" y="110972"/>
                  </a:lnTo>
                  <a:lnTo>
                    <a:pt x="125150" y="11776"/>
                  </a:lnTo>
                  <a:cubicBezTo>
                    <a:pt x="125150" y="6816"/>
                    <a:pt x="125150" y="85"/>
                    <a:pt x="118075" y="85"/>
                  </a:cubicBezTo>
                  <a:cubicBezTo>
                    <a:pt x="111000" y="85"/>
                    <a:pt x="111000" y="6816"/>
                    <a:pt x="111000" y="11776"/>
                  </a:cubicBezTo>
                  <a:lnTo>
                    <a:pt x="111000" y="110972"/>
                  </a:lnTo>
                  <a:lnTo>
                    <a:pt x="11951" y="110972"/>
                  </a:lnTo>
                  <a:cubicBezTo>
                    <a:pt x="6998" y="110972"/>
                    <a:pt x="277" y="110972"/>
                    <a:pt x="277" y="118057"/>
                  </a:cubicBezTo>
                  <a:cubicBezTo>
                    <a:pt x="277" y="125143"/>
                    <a:pt x="6998" y="125143"/>
                    <a:pt x="11951" y="125143"/>
                  </a:cubicBezTo>
                  <a:lnTo>
                    <a:pt x="111000" y="125143"/>
                  </a:lnTo>
                  <a:lnTo>
                    <a:pt x="111000" y="224339"/>
                  </a:lnTo>
                  <a:cubicBezTo>
                    <a:pt x="111000" y="229298"/>
                    <a:pt x="111000" y="236029"/>
                    <a:pt x="118075" y="236029"/>
                  </a:cubicBezTo>
                  <a:cubicBezTo>
                    <a:pt x="125150" y="236029"/>
                    <a:pt x="125150" y="229298"/>
                    <a:pt x="125150" y="224339"/>
                  </a:cubicBezTo>
                  <a:lnTo>
                    <a:pt x="125150" y="125143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E0C0CD9-DA5A-A0DC-1D6A-948057274D84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5062917" y="5333855"/>
              <a:ext cx="162016" cy="160484"/>
            </a:xfrm>
            <a:custGeom>
              <a:avLst/>
              <a:gdLst>
                <a:gd name="connsiteX0" fmla="*/ 118083 w 162016"/>
                <a:gd name="connsiteY0" fmla="*/ 22758 h 160484"/>
                <a:gd name="connsiteX1" fmla="*/ 85538 w 162016"/>
                <a:gd name="connsiteY1" fmla="*/ 85 h 160484"/>
                <a:gd name="connsiteX2" fmla="*/ 285 w 162016"/>
                <a:gd name="connsiteY2" fmla="*/ 103886 h 160484"/>
                <a:gd name="connsiteX3" fmla="*/ 47333 w 162016"/>
                <a:gd name="connsiteY3" fmla="*/ 160570 h 160484"/>
                <a:gd name="connsiteX4" fmla="*/ 93321 w 162016"/>
                <a:gd name="connsiteY4" fmla="*/ 133999 h 160484"/>
                <a:gd name="connsiteX5" fmla="*/ 125512 w 162016"/>
                <a:gd name="connsiteY5" fmla="*/ 160570 h 160484"/>
                <a:gd name="connsiteX6" fmla="*/ 151689 w 162016"/>
                <a:gd name="connsiteY6" fmla="*/ 141085 h 160484"/>
                <a:gd name="connsiteX7" fmla="*/ 162301 w 162016"/>
                <a:gd name="connsiteY7" fmla="*/ 106012 h 160484"/>
                <a:gd name="connsiteX8" fmla="*/ 158056 w 162016"/>
                <a:gd name="connsiteY8" fmla="*/ 102469 h 160484"/>
                <a:gd name="connsiteX9" fmla="*/ 153104 w 162016"/>
                <a:gd name="connsiteY9" fmla="*/ 108846 h 160484"/>
                <a:gd name="connsiteX10" fmla="*/ 126219 w 162016"/>
                <a:gd name="connsiteY10" fmla="*/ 152776 h 160484"/>
                <a:gd name="connsiteX11" fmla="*/ 115607 w 162016"/>
                <a:gd name="connsiteY11" fmla="*/ 136479 h 160484"/>
                <a:gd name="connsiteX12" fmla="*/ 120205 w 162016"/>
                <a:gd name="connsiteY12" fmla="*/ 110263 h 160484"/>
                <a:gd name="connsiteX13" fmla="*/ 127988 w 162016"/>
                <a:gd name="connsiteY13" fmla="*/ 78379 h 160484"/>
                <a:gd name="connsiteX14" fmla="*/ 140723 w 162016"/>
                <a:gd name="connsiteY14" fmla="*/ 28781 h 160484"/>
                <a:gd name="connsiteX15" fmla="*/ 143199 w 162016"/>
                <a:gd name="connsiteY15" fmla="*/ 16735 h 160484"/>
                <a:gd name="connsiteX16" fmla="*/ 132940 w 162016"/>
                <a:gd name="connsiteY16" fmla="*/ 7170 h 160484"/>
                <a:gd name="connsiteX17" fmla="*/ 118083 w 162016"/>
                <a:gd name="connsiteY17" fmla="*/ 22758 h 160484"/>
                <a:gd name="connsiteX18" fmla="*/ 95089 w 162016"/>
                <a:gd name="connsiteY18" fmla="*/ 114514 h 160484"/>
                <a:gd name="connsiteX19" fmla="*/ 88014 w 162016"/>
                <a:gd name="connsiteY19" fmla="*/ 127622 h 160484"/>
                <a:gd name="connsiteX20" fmla="*/ 48041 w 162016"/>
                <a:gd name="connsiteY20" fmla="*/ 152776 h 160484"/>
                <a:gd name="connsiteX21" fmla="*/ 25401 w 162016"/>
                <a:gd name="connsiteY21" fmla="*/ 119474 h 160484"/>
                <a:gd name="connsiteX22" fmla="*/ 44857 w 162016"/>
                <a:gd name="connsiteY22" fmla="*/ 41889 h 160484"/>
                <a:gd name="connsiteX23" fmla="*/ 85892 w 162016"/>
                <a:gd name="connsiteY23" fmla="*/ 7879 h 160484"/>
                <a:gd name="connsiteX24" fmla="*/ 113838 w 162016"/>
                <a:gd name="connsiteY24" fmla="*/ 39055 h 160484"/>
                <a:gd name="connsiteX25" fmla="*/ 112777 w 162016"/>
                <a:gd name="connsiteY25" fmla="*/ 45077 h 160484"/>
                <a:gd name="connsiteX26" fmla="*/ 95089 w 162016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016" h="160484">
                  <a:moveTo>
                    <a:pt x="118083" y="22758"/>
                  </a:moveTo>
                  <a:cubicBezTo>
                    <a:pt x="111715" y="9650"/>
                    <a:pt x="101457" y="85"/>
                    <a:pt x="85538" y="85"/>
                  </a:cubicBezTo>
                  <a:cubicBezTo>
                    <a:pt x="44150" y="85"/>
                    <a:pt x="285" y="52163"/>
                    <a:pt x="285" y="103886"/>
                  </a:cubicBezTo>
                  <a:cubicBezTo>
                    <a:pt x="285" y="137188"/>
                    <a:pt x="19741" y="160570"/>
                    <a:pt x="47333" y="160570"/>
                  </a:cubicBezTo>
                  <a:cubicBezTo>
                    <a:pt x="54408" y="160570"/>
                    <a:pt x="72096" y="159153"/>
                    <a:pt x="93321" y="133999"/>
                  </a:cubicBezTo>
                  <a:cubicBezTo>
                    <a:pt x="96151" y="148879"/>
                    <a:pt x="108532" y="160570"/>
                    <a:pt x="125512" y="160570"/>
                  </a:cubicBezTo>
                  <a:cubicBezTo>
                    <a:pt x="137893" y="160570"/>
                    <a:pt x="146029" y="152421"/>
                    <a:pt x="151689" y="141085"/>
                  </a:cubicBezTo>
                  <a:cubicBezTo>
                    <a:pt x="157703" y="128331"/>
                    <a:pt x="162301" y="106720"/>
                    <a:pt x="162301" y="106012"/>
                  </a:cubicBezTo>
                  <a:cubicBezTo>
                    <a:pt x="162301" y="102469"/>
                    <a:pt x="159118" y="102469"/>
                    <a:pt x="158056" y="102469"/>
                  </a:cubicBezTo>
                  <a:cubicBezTo>
                    <a:pt x="154519" y="102469"/>
                    <a:pt x="154165" y="103886"/>
                    <a:pt x="153104" y="108846"/>
                  </a:cubicBezTo>
                  <a:cubicBezTo>
                    <a:pt x="147090" y="131874"/>
                    <a:pt x="140723" y="152776"/>
                    <a:pt x="126219" y="152776"/>
                  </a:cubicBezTo>
                  <a:cubicBezTo>
                    <a:pt x="116668" y="152776"/>
                    <a:pt x="115607" y="143565"/>
                    <a:pt x="115607" y="136479"/>
                  </a:cubicBezTo>
                  <a:cubicBezTo>
                    <a:pt x="115607" y="128685"/>
                    <a:pt x="116314" y="125851"/>
                    <a:pt x="120205" y="110263"/>
                  </a:cubicBezTo>
                  <a:cubicBezTo>
                    <a:pt x="124097" y="95384"/>
                    <a:pt x="124804" y="91841"/>
                    <a:pt x="127988" y="78379"/>
                  </a:cubicBezTo>
                  <a:lnTo>
                    <a:pt x="140723" y="28781"/>
                  </a:lnTo>
                  <a:cubicBezTo>
                    <a:pt x="143199" y="18861"/>
                    <a:pt x="143199" y="18153"/>
                    <a:pt x="143199" y="16735"/>
                  </a:cubicBezTo>
                  <a:cubicBezTo>
                    <a:pt x="143199" y="10713"/>
                    <a:pt x="138954" y="7170"/>
                    <a:pt x="132940" y="7170"/>
                  </a:cubicBezTo>
                  <a:cubicBezTo>
                    <a:pt x="124450" y="7170"/>
                    <a:pt x="119144" y="14964"/>
                    <a:pt x="118083" y="22758"/>
                  </a:cubicBezTo>
                  <a:close/>
                  <a:moveTo>
                    <a:pt x="95089" y="114514"/>
                  </a:moveTo>
                  <a:cubicBezTo>
                    <a:pt x="93321" y="120891"/>
                    <a:pt x="93321" y="121600"/>
                    <a:pt x="88014" y="127622"/>
                  </a:cubicBezTo>
                  <a:cubicBezTo>
                    <a:pt x="72449" y="147107"/>
                    <a:pt x="57946" y="152776"/>
                    <a:pt x="48041" y="152776"/>
                  </a:cubicBezTo>
                  <a:cubicBezTo>
                    <a:pt x="30354" y="152776"/>
                    <a:pt x="25401" y="133291"/>
                    <a:pt x="25401" y="119474"/>
                  </a:cubicBezTo>
                  <a:cubicBezTo>
                    <a:pt x="25401" y="101761"/>
                    <a:pt x="36721" y="58185"/>
                    <a:pt x="44857" y="41889"/>
                  </a:cubicBezTo>
                  <a:cubicBezTo>
                    <a:pt x="55823" y="20987"/>
                    <a:pt x="71742" y="7879"/>
                    <a:pt x="85892" y="7879"/>
                  </a:cubicBezTo>
                  <a:cubicBezTo>
                    <a:pt x="108885" y="7879"/>
                    <a:pt x="113838" y="36929"/>
                    <a:pt x="113838" y="39055"/>
                  </a:cubicBezTo>
                  <a:cubicBezTo>
                    <a:pt x="113838" y="41180"/>
                    <a:pt x="113130" y="43306"/>
                    <a:pt x="112777" y="45077"/>
                  </a:cubicBezTo>
                  <a:lnTo>
                    <a:pt x="95089" y="114514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0AC53DB-1192-F7FC-B762-1530327B08C6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5262746" y="5378918"/>
              <a:ext cx="90134" cy="164665"/>
            </a:xfrm>
            <a:custGeom>
              <a:avLst/>
              <a:gdLst>
                <a:gd name="connsiteX0" fmla="*/ 56253 w 90134"/>
                <a:gd name="connsiteY0" fmla="*/ 7030 h 164665"/>
                <a:gd name="connsiteX1" fmla="*/ 48824 w 90134"/>
                <a:gd name="connsiteY1" fmla="*/ 86 h 164665"/>
                <a:gd name="connsiteX2" fmla="*/ 290 w 90134"/>
                <a:gd name="connsiteY2" fmla="*/ 15958 h 164665"/>
                <a:gd name="connsiteX3" fmla="*/ 290 w 90134"/>
                <a:gd name="connsiteY3" fmla="*/ 24885 h 164665"/>
                <a:gd name="connsiteX4" fmla="*/ 36196 w 90134"/>
                <a:gd name="connsiteY4" fmla="*/ 17941 h 164665"/>
                <a:gd name="connsiteX5" fmla="*/ 36196 w 90134"/>
                <a:gd name="connsiteY5" fmla="*/ 144416 h 164665"/>
                <a:gd name="connsiteX6" fmla="*/ 11433 w 90134"/>
                <a:gd name="connsiteY6" fmla="*/ 155824 h 164665"/>
                <a:gd name="connsiteX7" fmla="*/ 2024 w 90134"/>
                <a:gd name="connsiteY7" fmla="*/ 155824 h 164665"/>
                <a:gd name="connsiteX8" fmla="*/ 2024 w 90134"/>
                <a:gd name="connsiteY8" fmla="*/ 164752 h 164665"/>
                <a:gd name="connsiteX9" fmla="*/ 46101 w 90134"/>
                <a:gd name="connsiteY9" fmla="*/ 163760 h 164665"/>
                <a:gd name="connsiteX10" fmla="*/ 90425 w 90134"/>
                <a:gd name="connsiteY10" fmla="*/ 164752 h 164665"/>
                <a:gd name="connsiteX11" fmla="*/ 90425 w 90134"/>
                <a:gd name="connsiteY11" fmla="*/ 155824 h 164665"/>
                <a:gd name="connsiteX12" fmla="*/ 81015 w 90134"/>
                <a:gd name="connsiteY12" fmla="*/ 155824 h 164665"/>
                <a:gd name="connsiteX13" fmla="*/ 56253 w 90134"/>
                <a:gd name="connsiteY13" fmla="*/ 144416 h 164665"/>
                <a:gd name="connsiteX14" fmla="*/ 56253 w 90134"/>
                <a:gd name="connsiteY14" fmla="*/ 7030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134" h="164665">
                  <a:moveTo>
                    <a:pt x="56253" y="7030"/>
                  </a:moveTo>
                  <a:cubicBezTo>
                    <a:pt x="56253" y="334"/>
                    <a:pt x="55758" y="86"/>
                    <a:pt x="48824" y="86"/>
                  </a:cubicBezTo>
                  <a:cubicBezTo>
                    <a:pt x="32977" y="15710"/>
                    <a:pt x="10443" y="15958"/>
                    <a:pt x="290" y="15958"/>
                  </a:cubicBezTo>
                  <a:lnTo>
                    <a:pt x="290" y="24885"/>
                  </a:lnTo>
                  <a:cubicBezTo>
                    <a:pt x="6233" y="24885"/>
                    <a:pt x="22576" y="24885"/>
                    <a:pt x="36196" y="17941"/>
                  </a:cubicBezTo>
                  <a:lnTo>
                    <a:pt x="36196" y="144416"/>
                  </a:lnTo>
                  <a:cubicBezTo>
                    <a:pt x="36196" y="152600"/>
                    <a:pt x="36196" y="155824"/>
                    <a:pt x="11433" y="155824"/>
                  </a:cubicBezTo>
                  <a:lnTo>
                    <a:pt x="2024" y="155824"/>
                  </a:lnTo>
                  <a:lnTo>
                    <a:pt x="2024" y="164752"/>
                  </a:lnTo>
                  <a:cubicBezTo>
                    <a:pt x="6481" y="164504"/>
                    <a:pt x="36939" y="163760"/>
                    <a:pt x="46101" y="163760"/>
                  </a:cubicBezTo>
                  <a:cubicBezTo>
                    <a:pt x="53777" y="163760"/>
                    <a:pt x="84977" y="164504"/>
                    <a:pt x="90425" y="164752"/>
                  </a:cubicBezTo>
                  <a:lnTo>
                    <a:pt x="90425" y="155824"/>
                  </a:lnTo>
                  <a:lnTo>
                    <a:pt x="81015" y="155824"/>
                  </a:lnTo>
                  <a:cubicBezTo>
                    <a:pt x="56253" y="155824"/>
                    <a:pt x="56253" y="152600"/>
                    <a:pt x="56253" y="144416"/>
                  </a:cubicBezTo>
                  <a:lnTo>
                    <a:pt x="56253" y="7030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AD33F73E-A343-CFF6-BC15-0A3745A23DD9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5465081" y="5244579"/>
              <a:ext cx="78531" cy="245864"/>
            </a:xfrm>
            <a:custGeom>
              <a:avLst/>
              <a:gdLst>
                <a:gd name="connsiteX0" fmla="*/ 51236 w 78531"/>
                <a:gd name="connsiteY0" fmla="*/ 85 h 245864"/>
                <a:gd name="connsiteX1" fmla="*/ 296 w 78531"/>
                <a:gd name="connsiteY1" fmla="*/ 3982 h 245864"/>
                <a:gd name="connsiteX2" fmla="*/ 296 w 78531"/>
                <a:gd name="connsiteY2" fmla="*/ 14964 h 245864"/>
                <a:gd name="connsiteX3" fmla="*/ 27889 w 78531"/>
                <a:gd name="connsiteY3" fmla="*/ 34803 h 245864"/>
                <a:gd name="connsiteX4" fmla="*/ 27889 w 78531"/>
                <a:gd name="connsiteY4" fmla="*/ 219024 h 245864"/>
                <a:gd name="connsiteX5" fmla="*/ 296 w 78531"/>
                <a:gd name="connsiteY5" fmla="*/ 234967 h 245864"/>
                <a:gd name="connsiteX6" fmla="*/ 296 w 78531"/>
                <a:gd name="connsiteY6" fmla="*/ 245949 h 245864"/>
                <a:gd name="connsiteX7" fmla="*/ 39562 w 78531"/>
                <a:gd name="connsiteY7" fmla="*/ 244886 h 245864"/>
                <a:gd name="connsiteX8" fmla="*/ 78828 w 78531"/>
                <a:gd name="connsiteY8" fmla="*/ 245949 h 245864"/>
                <a:gd name="connsiteX9" fmla="*/ 78828 w 78531"/>
                <a:gd name="connsiteY9" fmla="*/ 234967 h 245864"/>
                <a:gd name="connsiteX10" fmla="*/ 51236 w 78531"/>
                <a:gd name="connsiteY10" fmla="*/ 219024 h 245864"/>
                <a:gd name="connsiteX11" fmla="*/ 51236 w 78531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531" h="245864">
                  <a:moveTo>
                    <a:pt x="51236" y="85"/>
                  </a:moveTo>
                  <a:lnTo>
                    <a:pt x="296" y="3982"/>
                  </a:lnTo>
                  <a:lnTo>
                    <a:pt x="296" y="14964"/>
                  </a:lnTo>
                  <a:cubicBezTo>
                    <a:pt x="25059" y="14964"/>
                    <a:pt x="27889" y="17444"/>
                    <a:pt x="27889" y="34803"/>
                  </a:cubicBezTo>
                  <a:lnTo>
                    <a:pt x="27889" y="219024"/>
                  </a:lnTo>
                  <a:cubicBezTo>
                    <a:pt x="27889" y="234967"/>
                    <a:pt x="23998" y="234967"/>
                    <a:pt x="296" y="234967"/>
                  </a:cubicBezTo>
                  <a:lnTo>
                    <a:pt x="296" y="245949"/>
                  </a:lnTo>
                  <a:cubicBezTo>
                    <a:pt x="11970" y="245595"/>
                    <a:pt x="30719" y="244886"/>
                    <a:pt x="39562" y="244886"/>
                  </a:cubicBezTo>
                  <a:cubicBezTo>
                    <a:pt x="48406" y="244886"/>
                    <a:pt x="65740" y="245595"/>
                    <a:pt x="78828" y="245949"/>
                  </a:cubicBezTo>
                  <a:lnTo>
                    <a:pt x="78828" y="234967"/>
                  </a:lnTo>
                  <a:cubicBezTo>
                    <a:pt x="55127" y="234967"/>
                    <a:pt x="51236" y="234967"/>
                    <a:pt x="51236" y="219024"/>
                  </a:cubicBezTo>
                  <a:lnTo>
                    <a:pt x="51236" y="8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E72FBE0-2FE3-00A3-B2FC-A0E7ED18E3E6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5562990" y="5333855"/>
              <a:ext cx="177934" cy="156588"/>
            </a:xfrm>
            <a:custGeom>
              <a:avLst/>
              <a:gdLst>
                <a:gd name="connsiteX0" fmla="*/ 27892 w 177934"/>
                <a:gd name="connsiteY0" fmla="*/ 34803 h 156588"/>
                <a:gd name="connsiteX1" fmla="*/ 27892 w 177934"/>
                <a:gd name="connsiteY1" fmla="*/ 129748 h 156588"/>
                <a:gd name="connsiteX2" fmla="*/ 299 w 177934"/>
                <a:gd name="connsiteY2" fmla="*/ 145690 h 156588"/>
                <a:gd name="connsiteX3" fmla="*/ 299 w 177934"/>
                <a:gd name="connsiteY3" fmla="*/ 156673 h 156588"/>
                <a:gd name="connsiteX4" fmla="*/ 40273 w 177934"/>
                <a:gd name="connsiteY4" fmla="*/ 155610 h 156588"/>
                <a:gd name="connsiteX5" fmla="*/ 79892 w 177934"/>
                <a:gd name="connsiteY5" fmla="*/ 156673 h 156588"/>
                <a:gd name="connsiteX6" fmla="*/ 79892 w 177934"/>
                <a:gd name="connsiteY6" fmla="*/ 145690 h 156588"/>
                <a:gd name="connsiteX7" fmla="*/ 52300 w 177934"/>
                <a:gd name="connsiteY7" fmla="*/ 129748 h 156588"/>
                <a:gd name="connsiteX8" fmla="*/ 52300 w 177934"/>
                <a:gd name="connsiteY8" fmla="*/ 64562 h 156588"/>
                <a:gd name="connsiteX9" fmla="*/ 100056 w 177934"/>
                <a:gd name="connsiteY9" fmla="*/ 7879 h 156588"/>
                <a:gd name="connsiteX10" fmla="*/ 126233 w 177934"/>
                <a:gd name="connsiteY10" fmla="*/ 47203 h 156588"/>
                <a:gd name="connsiteX11" fmla="*/ 126233 w 177934"/>
                <a:gd name="connsiteY11" fmla="*/ 129748 h 156588"/>
                <a:gd name="connsiteX12" fmla="*/ 98641 w 177934"/>
                <a:gd name="connsiteY12" fmla="*/ 145690 h 156588"/>
                <a:gd name="connsiteX13" fmla="*/ 98641 w 177934"/>
                <a:gd name="connsiteY13" fmla="*/ 156673 h 156588"/>
                <a:gd name="connsiteX14" fmla="*/ 138614 w 177934"/>
                <a:gd name="connsiteY14" fmla="*/ 155610 h 156588"/>
                <a:gd name="connsiteX15" fmla="*/ 178234 w 177934"/>
                <a:gd name="connsiteY15" fmla="*/ 156673 h 156588"/>
                <a:gd name="connsiteX16" fmla="*/ 178234 w 177934"/>
                <a:gd name="connsiteY16" fmla="*/ 145690 h 156588"/>
                <a:gd name="connsiteX17" fmla="*/ 150642 w 177934"/>
                <a:gd name="connsiteY17" fmla="*/ 135062 h 156588"/>
                <a:gd name="connsiteX18" fmla="*/ 150642 w 177934"/>
                <a:gd name="connsiteY18" fmla="*/ 67396 h 156588"/>
                <a:gd name="connsiteX19" fmla="*/ 139676 w 177934"/>
                <a:gd name="connsiteY19" fmla="*/ 13193 h 156588"/>
                <a:gd name="connsiteX20" fmla="*/ 102532 w 177934"/>
                <a:gd name="connsiteY20" fmla="*/ 85 h 156588"/>
                <a:gd name="connsiteX21" fmla="*/ 50178 w 177934"/>
                <a:gd name="connsiteY21" fmla="*/ 37283 h 156588"/>
                <a:gd name="connsiteX22" fmla="*/ 50178 w 177934"/>
                <a:gd name="connsiteY22" fmla="*/ 85 h 156588"/>
                <a:gd name="connsiteX23" fmla="*/ 299 w 177934"/>
                <a:gd name="connsiteY23" fmla="*/ 3982 h 156588"/>
                <a:gd name="connsiteX24" fmla="*/ 299 w 177934"/>
                <a:gd name="connsiteY24" fmla="*/ 14964 h 156588"/>
                <a:gd name="connsiteX25" fmla="*/ 27892 w 177934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934" h="156588">
                  <a:moveTo>
                    <a:pt x="27892" y="34803"/>
                  </a:moveTo>
                  <a:lnTo>
                    <a:pt x="27892" y="129748"/>
                  </a:lnTo>
                  <a:cubicBezTo>
                    <a:pt x="27892" y="145690"/>
                    <a:pt x="24000" y="145690"/>
                    <a:pt x="299" y="145690"/>
                  </a:cubicBezTo>
                  <a:lnTo>
                    <a:pt x="299" y="156673"/>
                  </a:lnTo>
                  <a:cubicBezTo>
                    <a:pt x="12680" y="156318"/>
                    <a:pt x="30722" y="155610"/>
                    <a:pt x="40273" y="155610"/>
                  </a:cubicBezTo>
                  <a:cubicBezTo>
                    <a:pt x="49470" y="155610"/>
                    <a:pt x="67865" y="156318"/>
                    <a:pt x="79892" y="156673"/>
                  </a:cubicBezTo>
                  <a:lnTo>
                    <a:pt x="79892" y="145690"/>
                  </a:lnTo>
                  <a:cubicBezTo>
                    <a:pt x="56191" y="145690"/>
                    <a:pt x="52300" y="145690"/>
                    <a:pt x="52300" y="129748"/>
                  </a:cubicBezTo>
                  <a:lnTo>
                    <a:pt x="52300" y="64562"/>
                  </a:lnTo>
                  <a:cubicBezTo>
                    <a:pt x="52300" y="27718"/>
                    <a:pt x="77416" y="7879"/>
                    <a:pt x="100056" y="7879"/>
                  </a:cubicBezTo>
                  <a:cubicBezTo>
                    <a:pt x="122342" y="7879"/>
                    <a:pt x="126233" y="27009"/>
                    <a:pt x="126233" y="47203"/>
                  </a:cubicBezTo>
                  <a:lnTo>
                    <a:pt x="126233" y="129748"/>
                  </a:lnTo>
                  <a:cubicBezTo>
                    <a:pt x="126233" y="145690"/>
                    <a:pt x="122342" y="145690"/>
                    <a:pt x="98641" y="145690"/>
                  </a:cubicBezTo>
                  <a:lnTo>
                    <a:pt x="98641" y="156673"/>
                  </a:lnTo>
                  <a:cubicBezTo>
                    <a:pt x="111022" y="156318"/>
                    <a:pt x="129063" y="155610"/>
                    <a:pt x="138614" y="155610"/>
                  </a:cubicBezTo>
                  <a:cubicBezTo>
                    <a:pt x="147812" y="155610"/>
                    <a:pt x="166207" y="156318"/>
                    <a:pt x="178234" y="156673"/>
                  </a:cubicBezTo>
                  <a:lnTo>
                    <a:pt x="178234" y="145690"/>
                  </a:lnTo>
                  <a:cubicBezTo>
                    <a:pt x="159839" y="145690"/>
                    <a:pt x="150996" y="145690"/>
                    <a:pt x="150642" y="135062"/>
                  </a:cubicBezTo>
                  <a:lnTo>
                    <a:pt x="150642" y="67396"/>
                  </a:lnTo>
                  <a:cubicBezTo>
                    <a:pt x="150642" y="36929"/>
                    <a:pt x="150642" y="25947"/>
                    <a:pt x="139676" y="13193"/>
                  </a:cubicBezTo>
                  <a:cubicBezTo>
                    <a:pt x="134723" y="7170"/>
                    <a:pt x="123050" y="85"/>
                    <a:pt x="102532" y="85"/>
                  </a:cubicBezTo>
                  <a:cubicBezTo>
                    <a:pt x="76709" y="85"/>
                    <a:pt x="60083" y="15318"/>
                    <a:pt x="50178" y="37283"/>
                  </a:cubicBezTo>
                  <a:lnTo>
                    <a:pt x="50178" y="85"/>
                  </a:lnTo>
                  <a:lnTo>
                    <a:pt x="299" y="3982"/>
                  </a:lnTo>
                  <a:lnTo>
                    <a:pt x="299" y="14964"/>
                  </a:lnTo>
                  <a:cubicBezTo>
                    <a:pt x="25062" y="14964"/>
                    <a:pt x="27892" y="17444"/>
                    <a:pt x="27892" y="34803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155C39A-CFD2-DB3E-7D55-B367B13308FF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5783218" y="5224739"/>
              <a:ext cx="82069" cy="354271"/>
            </a:xfrm>
            <a:custGeom>
              <a:avLst/>
              <a:gdLst>
                <a:gd name="connsiteX0" fmla="*/ 82374 w 82069"/>
                <a:gd name="connsiteY0" fmla="*/ 350813 h 354271"/>
                <a:gd name="connsiteX1" fmla="*/ 76360 w 82069"/>
                <a:gd name="connsiteY1" fmla="*/ 343020 h 354271"/>
                <a:gd name="connsiteX2" fmla="*/ 20822 w 82069"/>
                <a:gd name="connsiteY2" fmla="*/ 177220 h 354271"/>
                <a:gd name="connsiteX3" fmla="*/ 77775 w 82069"/>
                <a:gd name="connsiteY3" fmla="*/ 9650 h 354271"/>
                <a:gd name="connsiteX4" fmla="*/ 82374 w 82069"/>
                <a:gd name="connsiteY4" fmla="*/ 3627 h 354271"/>
                <a:gd name="connsiteX5" fmla="*/ 78837 w 82069"/>
                <a:gd name="connsiteY5" fmla="*/ 85 h 354271"/>
                <a:gd name="connsiteX6" fmla="*/ 22591 w 82069"/>
                <a:gd name="connsiteY6" fmla="*/ 69168 h 354271"/>
                <a:gd name="connsiteX7" fmla="*/ 305 w 82069"/>
                <a:gd name="connsiteY7" fmla="*/ 177220 h 354271"/>
                <a:gd name="connsiteX8" fmla="*/ 23652 w 82069"/>
                <a:gd name="connsiteY8" fmla="*/ 287753 h 354271"/>
                <a:gd name="connsiteX9" fmla="*/ 78837 w 82069"/>
                <a:gd name="connsiteY9" fmla="*/ 354356 h 354271"/>
                <a:gd name="connsiteX10" fmla="*/ 82374 w 82069"/>
                <a:gd name="connsiteY10" fmla="*/ 350813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4271">
                  <a:moveTo>
                    <a:pt x="82374" y="350813"/>
                  </a:moveTo>
                  <a:cubicBezTo>
                    <a:pt x="82374" y="349751"/>
                    <a:pt x="82374" y="349042"/>
                    <a:pt x="76360" y="343020"/>
                  </a:cubicBezTo>
                  <a:cubicBezTo>
                    <a:pt x="32142" y="298381"/>
                    <a:pt x="20822" y="231424"/>
                    <a:pt x="20822" y="177220"/>
                  </a:cubicBezTo>
                  <a:cubicBezTo>
                    <a:pt x="20822" y="115577"/>
                    <a:pt x="34265" y="53934"/>
                    <a:pt x="77775" y="9650"/>
                  </a:cubicBezTo>
                  <a:cubicBezTo>
                    <a:pt x="82374" y="5399"/>
                    <a:pt x="82374" y="4690"/>
                    <a:pt x="82374" y="3627"/>
                  </a:cubicBezTo>
                  <a:cubicBezTo>
                    <a:pt x="82374" y="1148"/>
                    <a:pt x="80959" y="85"/>
                    <a:pt x="78837" y="85"/>
                  </a:cubicBezTo>
                  <a:cubicBezTo>
                    <a:pt x="75299" y="85"/>
                    <a:pt x="43462" y="24175"/>
                    <a:pt x="22591" y="69168"/>
                  </a:cubicBezTo>
                  <a:cubicBezTo>
                    <a:pt x="4550" y="108137"/>
                    <a:pt x="305" y="147462"/>
                    <a:pt x="305" y="177220"/>
                  </a:cubicBezTo>
                  <a:cubicBezTo>
                    <a:pt x="305" y="204854"/>
                    <a:pt x="4196" y="247720"/>
                    <a:pt x="23652" y="287753"/>
                  </a:cubicBezTo>
                  <a:cubicBezTo>
                    <a:pt x="44877" y="331329"/>
                    <a:pt x="75299" y="354356"/>
                    <a:pt x="78837" y="354356"/>
                  </a:cubicBezTo>
                  <a:cubicBezTo>
                    <a:pt x="80959" y="354356"/>
                    <a:pt x="82374" y="353293"/>
                    <a:pt x="82374" y="350813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7B3EDCD-8AC9-7F26-FD60-AABD5F063965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5896025" y="5333855"/>
              <a:ext cx="176166" cy="160484"/>
            </a:xfrm>
            <a:custGeom>
              <a:avLst/>
              <a:gdLst>
                <a:gd name="connsiteX0" fmla="*/ 108202 w 176166"/>
                <a:gd name="connsiteY0" fmla="*/ 49683 h 160484"/>
                <a:gd name="connsiteX1" fmla="*/ 143223 w 176166"/>
                <a:gd name="connsiteY1" fmla="*/ 7879 h 160484"/>
                <a:gd name="connsiteX2" fmla="*/ 160910 w 176166"/>
                <a:gd name="connsiteY2" fmla="*/ 12484 h 160484"/>
                <a:gd name="connsiteX3" fmla="*/ 143930 w 176166"/>
                <a:gd name="connsiteY3" fmla="*/ 31615 h 160484"/>
                <a:gd name="connsiteX4" fmla="*/ 157372 w 176166"/>
                <a:gd name="connsiteY4" fmla="*/ 44014 h 160484"/>
                <a:gd name="connsiteX5" fmla="*/ 176475 w 176166"/>
                <a:gd name="connsiteY5" fmla="*/ 23467 h 160484"/>
                <a:gd name="connsiteX6" fmla="*/ 143576 w 176166"/>
                <a:gd name="connsiteY6" fmla="*/ 85 h 160484"/>
                <a:gd name="connsiteX7" fmla="*/ 106433 w 176166"/>
                <a:gd name="connsiteY7" fmla="*/ 27009 h 160484"/>
                <a:gd name="connsiteX8" fmla="*/ 68228 w 176166"/>
                <a:gd name="connsiteY8" fmla="*/ 85 h 160484"/>
                <a:gd name="connsiteX9" fmla="*/ 11275 w 176166"/>
                <a:gd name="connsiteY9" fmla="*/ 54643 h 160484"/>
                <a:gd name="connsiteX10" fmla="*/ 15520 w 176166"/>
                <a:gd name="connsiteY10" fmla="*/ 58185 h 160484"/>
                <a:gd name="connsiteX11" fmla="*/ 20118 w 176166"/>
                <a:gd name="connsiteY11" fmla="*/ 54288 h 160484"/>
                <a:gd name="connsiteX12" fmla="*/ 67521 w 176166"/>
                <a:gd name="connsiteY12" fmla="*/ 7879 h 160484"/>
                <a:gd name="connsiteX13" fmla="*/ 86623 w 176166"/>
                <a:gd name="connsiteY13" fmla="*/ 31615 h 160484"/>
                <a:gd name="connsiteX14" fmla="*/ 67521 w 176166"/>
                <a:gd name="connsiteY14" fmla="*/ 115931 h 160484"/>
                <a:gd name="connsiteX15" fmla="*/ 33915 w 176166"/>
                <a:gd name="connsiteY15" fmla="*/ 152776 h 160484"/>
                <a:gd name="connsiteX16" fmla="*/ 16227 w 176166"/>
                <a:gd name="connsiteY16" fmla="*/ 148170 h 160484"/>
                <a:gd name="connsiteX17" fmla="*/ 32853 w 176166"/>
                <a:gd name="connsiteY17" fmla="*/ 129040 h 160484"/>
                <a:gd name="connsiteX18" fmla="*/ 19765 w 176166"/>
                <a:gd name="connsiteY18" fmla="*/ 116640 h 160484"/>
                <a:gd name="connsiteX19" fmla="*/ 309 w 176166"/>
                <a:gd name="connsiteY19" fmla="*/ 137188 h 160484"/>
                <a:gd name="connsiteX20" fmla="*/ 33561 w 176166"/>
                <a:gd name="connsiteY20" fmla="*/ 160570 h 160484"/>
                <a:gd name="connsiteX21" fmla="*/ 70704 w 176166"/>
                <a:gd name="connsiteY21" fmla="*/ 133645 h 160484"/>
                <a:gd name="connsiteX22" fmla="*/ 108909 w 176166"/>
                <a:gd name="connsiteY22" fmla="*/ 160570 h 160484"/>
                <a:gd name="connsiteX23" fmla="*/ 165509 w 176166"/>
                <a:gd name="connsiteY23" fmla="*/ 106012 h 160484"/>
                <a:gd name="connsiteX24" fmla="*/ 161264 w 176166"/>
                <a:gd name="connsiteY24" fmla="*/ 102469 h 160484"/>
                <a:gd name="connsiteX25" fmla="*/ 156665 w 176166"/>
                <a:gd name="connsiteY25" fmla="*/ 106366 h 160484"/>
                <a:gd name="connsiteX26" fmla="*/ 109617 w 176166"/>
                <a:gd name="connsiteY26" fmla="*/ 152776 h 160484"/>
                <a:gd name="connsiteX27" fmla="*/ 90160 w 176166"/>
                <a:gd name="connsiteY27" fmla="*/ 129394 h 160484"/>
                <a:gd name="connsiteX28" fmla="*/ 96174 w 176166"/>
                <a:gd name="connsiteY28" fmla="*/ 98218 h 160484"/>
                <a:gd name="connsiteX29" fmla="*/ 108202 w 176166"/>
                <a:gd name="connsiteY29" fmla="*/ 4968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166" h="160484">
                  <a:moveTo>
                    <a:pt x="108202" y="49683"/>
                  </a:moveTo>
                  <a:cubicBezTo>
                    <a:pt x="110324" y="40472"/>
                    <a:pt x="118460" y="7879"/>
                    <a:pt x="143223" y="7879"/>
                  </a:cubicBezTo>
                  <a:cubicBezTo>
                    <a:pt x="144991" y="7879"/>
                    <a:pt x="153481" y="7879"/>
                    <a:pt x="160910" y="12484"/>
                  </a:cubicBezTo>
                  <a:cubicBezTo>
                    <a:pt x="151005" y="14256"/>
                    <a:pt x="143930" y="23112"/>
                    <a:pt x="143930" y="31615"/>
                  </a:cubicBezTo>
                  <a:cubicBezTo>
                    <a:pt x="143930" y="37283"/>
                    <a:pt x="147821" y="44014"/>
                    <a:pt x="157372" y="44014"/>
                  </a:cubicBezTo>
                  <a:cubicBezTo>
                    <a:pt x="165155" y="44014"/>
                    <a:pt x="176475" y="37637"/>
                    <a:pt x="176475" y="23467"/>
                  </a:cubicBezTo>
                  <a:cubicBezTo>
                    <a:pt x="176475" y="5044"/>
                    <a:pt x="155604" y="85"/>
                    <a:pt x="143576" y="85"/>
                  </a:cubicBezTo>
                  <a:cubicBezTo>
                    <a:pt x="123059" y="85"/>
                    <a:pt x="110678" y="18861"/>
                    <a:pt x="106433" y="27009"/>
                  </a:cubicBezTo>
                  <a:cubicBezTo>
                    <a:pt x="97589" y="3627"/>
                    <a:pt x="78487" y="85"/>
                    <a:pt x="68228" y="85"/>
                  </a:cubicBezTo>
                  <a:cubicBezTo>
                    <a:pt x="31438" y="85"/>
                    <a:pt x="11275" y="45786"/>
                    <a:pt x="11275" y="54643"/>
                  </a:cubicBezTo>
                  <a:cubicBezTo>
                    <a:pt x="11275" y="58185"/>
                    <a:pt x="14812" y="58185"/>
                    <a:pt x="15520" y="58185"/>
                  </a:cubicBezTo>
                  <a:cubicBezTo>
                    <a:pt x="18350" y="58185"/>
                    <a:pt x="19411" y="57477"/>
                    <a:pt x="20118" y="54288"/>
                  </a:cubicBezTo>
                  <a:cubicBezTo>
                    <a:pt x="32146" y="16735"/>
                    <a:pt x="55493" y="7879"/>
                    <a:pt x="67521" y="7879"/>
                  </a:cubicBezTo>
                  <a:cubicBezTo>
                    <a:pt x="74242" y="7879"/>
                    <a:pt x="86623" y="11067"/>
                    <a:pt x="86623" y="31615"/>
                  </a:cubicBezTo>
                  <a:cubicBezTo>
                    <a:pt x="86623" y="42597"/>
                    <a:pt x="80609" y="66333"/>
                    <a:pt x="67521" y="115931"/>
                  </a:cubicBezTo>
                  <a:cubicBezTo>
                    <a:pt x="61861" y="137896"/>
                    <a:pt x="49479" y="152776"/>
                    <a:pt x="33915" y="152776"/>
                  </a:cubicBezTo>
                  <a:cubicBezTo>
                    <a:pt x="31792" y="152776"/>
                    <a:pt x="23656" y="152776"/>
                    <a:pt x="16227" y="148170"/>
                  </a:cubicBezTo>
                  <a:cubicBezTo>
                    <a:pt x="25071" y="146399"/>
                    <a:pt x="32853" y="138959"/>
                    <a:pt x="32853" y="129040"/>
                  </a:cubicBezTo>
                  <a:cubicBezTo>
                    <a:pt x="32853" y="119474"/>
                    <a:pt x="25071" y="116640"/>
                    <a:pt x="19765" y="116640"/>
                  </a:cubicBezTo>
                  <a:cubicBezTo>
                    <a:pt x="9152" y="116640"/>
                    <a:pt x="309" y="125851"/>
                    <a:pt x="309" y="137188"/>
                  </a:cubicBezTo>
                  <a:cubicBezTo>
                    <a:pt x="309" y="153484"/>
                    <a:pt x="17996" y="160570"/>
                    <a:pt x="33561" y="160570"/>
                  </a:cubicBezTo>
                  <a:cubicBezTo>
                    <a:pt x="56908" y="160570"/>
                    <a:pt x="69643" y="135771"/>
                    <a:pt x="70704" y="133645"/>
                  </a:cubicBezTo>
                  <a:cubicBezTo>
                    <a:pt x="74949" y="146753"/>
                    <a:pt x="87684" y="160570"/>
                    <a:pt x="108909" y="160570"/>
                  </a:cubicBezTo>
                  <a:cubicBezTo>
                    <a:pt x="145345" y="160570"/>
                    <a:pt x="165509" y="114869"/>
                    <a:pt x="165509" y="106012"/>
                  </a:cubicBezTo>
                  <a:cubicBezTo>
                    <a:pt x="165509" y="102469"/>
                    <a:pt x="162325" y="102469"/>
                    <a:pt x="161264" y="102469"/>
                  </a:cubicBezTo>
                  <a:cubicBezTo>
                    <a:pt x="158080" y="102469"/>
                    <a:pt x="157372" y="103886"/>
                    <a:pt x="156665" y="106366"/>
                  </a:cubicBezTo>
                  <a:cubicBezTo>
                    <a:pt x="144991" y="144273"/>
                    <a:pt x="120936" y="152776"/>
                    <a:pt x="109617" y="152776"/>
                  </a:cubicBezTo>
                  <a:cubicBezTo>
                    <a:pt x="95820" y="152776"/>
                    <a:pt x="90160" y="141439"/>
                    <a:pt x="90160" y="129394"/>
                  </a:cubicBezTo>
                  <a:cubicBezTo>
                    <a:pt x="90160" y="121600"/>
                    <a:pt x="92283" y="113806"/>
                    <a:pt x="96174" y="98218"/>
                  </a:cubicBezTo>
                  <a:lnTo>
                    <a:pt x="108202" y="49683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9328446-70EA-F6B8-2F29-724BBDA51B07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16108106" y="5224739"/>
              <a:ext cx="82069" cy="354271"/>
            </a:xfrm>
            <a:custGeom>
              <a:avLst/>
              <a:gdLst>
                <a:gd name="connsiteX0" fmla="*/ 82384 w 82069"/>
                <a:gd name="connsiteY0" fmla="*/ 177220 h 354271"/>
                <a:gd name="connsiteX1" fmla="*/ 59036 w 82069"/>
                <a:gd name="connsiteY1" fmla="*/ 66688 h 354271"/>
                <a:gd name="connsiteX2" fmla="*/ 3852 w 82069"/>
                <a:gd name="connsiteY2" fmla="*/ 85 h 354271"/>
                <a:gd name="connsiteX3" fmla="*/ 314 w 82069"/>
                <a:gd name="connsiteY3" fmla="*/ 3627 h 354271"/>
                <a:gd name="connsiteX4" fmla="*/ 7036 w 82069"/>
                <a:gd name="connsiteY4" fmla="*/ 11776 h 354271"/>
                <a:gd name="connsiteX5" fmla="*/ 61866 w 82069"/>
                <a:gd name="connsiteY5" fmla="*/ 177220 h 354271"/>
                <a:gd name="connsiteX6" fmla="*/ 4913 w 82069"/>
                <a:gd name="connsiteY6" fmla="*/ 344791 h 354271"/>
                <a:gd name="connsiteX7" fmla="*/ 314 w 82069"/>
                <a:gd name="connsiteY7" fmla="*/ 350813 h 354271"/>
                <a:gd name="connsiteX8" fmla="*/ 3852 w 82069"/>
                <a:gd name="connsiteY8" fmla="*/ 354356 h 354271"/>
                <a:gd name="connsiteX9" fmla="*/ 60098 w 82069"/>
                <a:gd name="connsiteY9" fmla="*/ 285273 h 354271"/>
                <a:gd name="connsiteX10" fmla="*/ 82384 w 82069"/>
                <a:gd name="connsiteY10" fmla="*/ 177220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54271">
                  <a:moveTo>
                    <a:pt x="82384" y="177220"/>
                  </a:moveTo>
                  <a:cubicBezTo>
                    <a:pt x="82384" y="149587"/>
                    <a:pt x="78492" y="106720"/>
                    <a:pt x="59036" y="66688"/>
                  </a:cubicBezTo>
                  <a:cubicBezTo>
                    <a:pt x="37812" y="23112"/>
                    <a:pt x="7389" y="85"/>
                    <a:pt x="3852" y="85"/>
                  </a:cubicBezTo>
                  <a:cubicBezTo>
                    <a:pt x="1729" y="85"/>
                    <a:pt x="314" y="1502"/>
                    <a:pt x="314" y="3627"/>
                  </a:cubicBezTo>
                  <a:cubicBezTo>
                    <a:pt x="314" y="4690"/>
                    <a:pt x="314" y="5399"/>
                    <a:pt x="7036" y="11776"/>
                  </a:cubicBezTo>
                  <a:cubicBezTo>
                    <a:pt x="41703" y="46849"/>
                    <a:pt x="61866" y="103178"/>
                    <a:pt x="61866" y="177220"/>
                  </a:cubicBezTo>
                  <a:cubicBezTo>
                    <a:pt x="61866" y="237801"/>
                    <a:pt x="48778" y="300153"/>
                    <a:pt x="4913" y="344791"/>
                  </a:cubicBezTo>
                  <a:cubicBezTo>
                    <a:pt x="314" y="349042"/>
                    <a:pt x="314" y="349751"/>
                    <a:pt x="314" y="350813"/>
                  </a:cubicBezTo>
                  <a:cubicBezTo>
                    <a:pt x="314" y="352939"/>
                    <a:pt x="1729" y="354356"/>
                    <a:pt x="3852" y="354356"/>
                  </a:cubicBezTo>
                  <a:cubicBezTo>
                    <a:pt x="7389" y="354356"/>
                    <a:pt x="39227" y="330266"/>
                    <a:pt x="60098" y="285273"/>
                  </a:cubicBezTo>
                  <a:cubicBezTo>
                    <a:pt x="78139" y="246303"/>
                    <a:pt x="82384" y="206979"/>
                    <a:pt x="82384" y="177220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A0D37D7-36BD-22AF-F29B-DF2FA88E9E0F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5444917" y="5609477"/>
              <a:ext cx="171213" cy="118326"/>
            </a:xfrm>
            <a:custGeom>
              <a:avLst/>
              <a:gdLst>
                <a:gd name="connsiteX0" fmla="*/ 171510 w 171213"/>
                <a:gd name="connsiteY0" fmla="*/ 85825 h 118326"/>
                <a:gd name="connsiteX1" fmla="*/ 166558 w 171213"/>
                <a:gd name="connsiteY1" fmla="*/ 75905 h 118326"/>
                <a:gd name="connsiteX2" fmla="*/ 78121 w 171213"/>
                <a:gd name="connsiteY2" fmla="*/ 57129 h 118326"/>
                <a:gd name="connsiteX3" fmla="*/ 16569 w 171213"/>
                <a:gd name="connsiteY3" fmla="*/ 1863 h 118326"/>
                <a:gd name="connsiteX4" fmla="*/ 8786 w 171213"/>
                <a:gd name="connsiteY4" fmla="*/ 91 h 118326"/>
                <a:gd name="connsiteX5" fmla="*/ 296 w 171213"/>
                <a:gd name="connsiteY5" fmla="*/ 9302 h 118326"/>
                <a:gd name="connsiteX6" fmla="*/ 296 w 171213"/>
                <a:gd name="connsiteY6" fmla="*/ 14971 h 118326"/>
                <a:gd name="connsiteX7" fmla="*/ 164081 w 171213"/>
                <a:gd name="connsiteY7" fmla="*/ 118418 h 118326"/>
                <a:gd name="connsiteX8" fmla="*/ 171510 w 171213"/>
                <a:gd name="connsiteY8" fmla="*/ 108498 h 118326"/>
                <a:gd name="connsiteX9" fmla="*/ 171510 w 171213"/>
                <a:gd name="connsiteY9" fmla="*/ 85825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213" h="118326">
                  <a:moveTo>
                    <a:pt x="171510" y="85825"/>
                  </a:moveTo>
                  <a:cubicBezTo>
                    <a:pt x="171510" y="77677"/>
                    <a:pt x="171510" y="75905"/>
                    <a:pt x="166558" y="75905"/>
                  </a:cubicBezTo>
                  <a:cubicBezTo>
                    <a:pt x="144979" y="75551"/>
                    <a:pt x="109958" y="72717"/>
                    <a:pt x="78121" y="57129"/>
                  </a:cubicBezTo>
                  <a:cubicBezTo>
                    <a:pt x="39916" y="37998"/>
                    <a:pt x="25412" y="15679"/>
                    <a:pt x="16569" y="1863"/>
                  </a:cubicBezTo>
                  <a:cubicBezTo>
                    <a:pt x="15508" y="91"/>
                    <a:pt x="13385" y="91"/>
                    <a:pt x="8786" y="91"/>
                  </a:cubicBezTo>
                  <a:cubicBezTo>
                    <a:pt x="650" y="91"/>
                    <a:pt x="296" y="446"/>
                    <a:pt x="296" y="9302"/>
                  </a:cubicBezTo>
                  <a:lnTo>
                    <a:pt x="296" y="14971"/>
                  </a:lnTo>
                  <a:cubicBezTo>
                    <a:pt x="48406" y="101767"/>
                    <a:pt x="127999" y="118418"/>
                    <a:pt x="164081" y="118418"/>
                  </a:cubicBezTo>
                  <a:cubicBezTo>
                    <a:pt x="171510" y="118418"/>
                    <a:pt x="171510" y="118064"/>
                    <a:pt x="171510" y="108498"/>
                  </a:cubicBezTo>
                  <a:lnTo>
                    <a:pt x="171510" y="85825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BF8FC33-F87B-3709-76FB-8A98FFC2D5B1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5612595" y="5685292"/>
              <a:ext cx="67676" cy="42511"/>
            </a:xfrm>
            <a:custGeom>
              <a:avLst/>
              <a:gdLst>
                <a:gd name="connsiteX0" fmla="*/ 0 w 67676"/>
                <a:gd name="connsiteY0" fmla="*/ 0 h 42511"/>
                <a:gd name="connsiteX1" fmla="*/ 67676 w 67676"/>
                <a:gd name="connsiteY1" fmla="*/ 0 h 42511"/>
                <a:gd name="connsiteX2" fmla="*/ 67676 w 67676"/>
                <a:gd name="connsiteY2" fmla="*/ 42511 h 42511"/>
                <a:gd name="connsiteX3" fmla="*/ 0 w 67676"/>
                <a:gd name="connsiteY3" fmla="*/ 42511 h 4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6" h="42511">
                  <a:moveTo>
                    <a:pt x="0" y="0"/>
                  </a:moveTo>
                  <a:lnTo>
                    <a:pt x="67676" y="0"/>
                  </a:lnTo>
                  <a:lnTo>
                    <a:pt x="67676" y="42511"/>
                  </a:lnTo>
                  <a:lnTo>
                    <a:pt x="0" y="425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D0DE30F-E2E5-7499-6565-0DC5215AD2C8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5676734" y="5685291"/>
              <a:ext cx="171213" cy="118326"/>
            </a:xfrm>
            <a:custGeom>
              <a:avLst/>
              <a:gdLst>
                <a:gd name="connsiteX0" fmla="*/ 171517 w 171213"/>
                <a:gd name="connsiteY0" fmla="*/ 103539 h 118326"/>
                <a:gd name="connsiteX1" fmla="*/ 7732 w 171213"/>
                <a:gd name="connsiteY1" fmla="*/ 91 h 118326"/>
                <a:gd name="connsiteX2" fmla="*/ 303 w 171213"/>
                <a:gd name="connsiteY2" fmla="*/ 10011 h 118326"/>
                <a:gd name="connsiteX3" fmla="*/ 303 w 171213"/>
                <a:gd name="connsiteY3" fmla="*/ 32684 h 118326"/>
                <a:gd name="connsiteX4" fmla="*/ 5255 w 171213"/>
                <a:gd name="connsiteY4" fmla="*/ 42604 h 118326"/>
                <a:gd name="connsiteX5" fmla="*/ 93692 w 171213"/>
                <a:gd name="connsiteY5" fmla="*/ 61380 h 118326"/>
                <a:gd name="connsiteX6" fmla="*/ 155244 w 171213"/>
                <a:gd name="connsiteY6" fmla="*/ 116647 h 118326"/>
                <a:gd name="connsiteX7" fmla="*/ 163027 w 171213"/>
                <a:gd name="connsiteY7" fmla="*/ 118418 h 118326"/>
                <a:gd name="connsiteX8" fmla="*/ 171517 w 171213"/>
                <a:gd name="connsiteY8" fmla="*/ 109207 h 118326"/>
                <a:gd name="connsiteX9" fmla="*/ 171517 w 171213"/>
                <a:gd name="connsiteY9" fmla="*/ 103539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213" h="118326">
                  <a:moveTo>
                    <a:pt x="171517" y="103539"/>
                  </a:moveTo>
                  <a:cubicBezTo>
                    <a:pt x="123407" y="16742"/>
                    <a:pt x="43814" y="91"/>
                    <a:pt x="7732" y="91"/>
                  </a:cubicBezTo>
                  <a:cubicBezTo>
                    <a:pt x="303" y="91"/>
                    <a:pt x="303" y="446"/>
                    <a:pt x="303" y="10011"/>
                  </a:cubicBezTo>
                  <a:lnTo>
                    <a:pt x="303" y="32684"/>
                  </a:lnTo>
                  <a:cubicBezTo>
                    <a:pt x="303" y="40833"/>
                    <a:pt x="303" y="42604"/>
                    <a:pt x="5255" y="42604"/>
                  </a:cubicBezTo>
                  <a:cubicBezTo>
                    <a:pt x="26834" y="42958"/>
                    <a:pt x="61855" y="45792"/>
                    <a:pt x="93692" y="61380"/>
                  </a:cubicBezTo>
                  <a:cubicBezTo>
                    <a:pt x="131897" y="80511"/>
                    <a:pt x="146400" y="102830"/>
                    <a:pt x="155244" y="116647"/>
                  </a:cubicBezTo>
                  <a:cubicBezTo>
                    <a:pt x="156305" y="118418"/>
                    <a:pt x="158428" y="118418"/>
                    <a:pt x="163027" y="118418"/>
                  </a:cubicBezTo>
                  <a:cubicBezTo>
                    <a:pt x="171163" y="118418"/>
                    <a:pt x="171517" y="118064"/>
                    <a:pt x="171517" y="109207"/>
                  </a:cubicBezTo>
                  <a:lnTo>
                    <a:pt x="171517" y="103539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5F56D54-711A-DA82-5E7E-62EAAEA72769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5830969" y="5685291"/>
              <a:ext cx="171213" cy="118326"/>
            </a:xfrm>
            <a:custGeom>
              <a:avLst/>
              <a:gdLst>
                <a:gd name="connsiteX0" fmla="*/ 171521 w 171213"/>
                <a:gd name="connsiteY0" fmla="*/ 10011 h 118326"/>
                <a:gd name="connsiteX1" fmla="*/ 164092 w 171213"/>
                <a:gd name="connsiteY1" fmla="*/ 91 h 118326"/>
                <a:gd name="connsiteX2" fmla="*/ 307 w 171213"/>
                <a:gd name="connsiteY2" fmla="*/ 103539 h 118326"/>
                <a:gd name="connsiteX3" fmla="*/ 307 w 171213"/>
                <a:gd name="connsiteY3" fmla="*/ 109207 h 118326"/>
                <a:gd name="connsiteX4" fmla="*/ 8797 w 171213"/>
                <a:gd name="connsiteY4" fmla="*/ 118418 h 118326"/>
                <a:gd name="connsiteX5" fmla="*/ 17641 w 171213"/>
                <a:gd name="connsiteY5" fmla="*/ 115584 h 118326"/>
                <a:gd name="connsiteX6" fmla="*/ 167276 w 171213"/>
                <a:gd name="connsiteY6" fmla="*/ 42604 h 118326"/>
                <a:gd name="connsiteX7" fmla="*/ 171521 w 171213"/>
                <a:gd name="connsiteY7" fmla="*/ 32684 h 118326"/>
                <a:gd name="connsiteX8" fmla="*/ 171521 w 171213"/>
                <a:gd name="connsiteY8" fmla="*/ 10011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213" h="118326">
                  <a:moveTo>
                    <a:pt x="171521" y="10011"/>
                  </a:moveTo>
                  <a:cubicBezTo>
                    <a:pt x="171521" y="446"/>
                    <a:pt x="171521" y="91"/>
                    <a:pt x="164092" y="91"/>
                  </a:cubicBezTo>
                  <a:cubicBezTo>
                    <a:pt x="128010" y="91"/>
                    <a:pt x="48417" y="17096"/>
                    <a:pt x="307" y="103539"/>
                  </a:cubicBezTo>
                  <a:lnTo>
                    <a:pt x="307" y="109207"/>
                  </a:lnTo>
                  <a:cubicBezTo>
                    <a:pt x="307" y="118064"/>
                    <a:pt x="661" y="118418"/>
                    <a:pt x="8797" y="118418"/>
                  </a:cubicBezTo>
                  <a:cubicBezTo>
                    <a:pt x="15518" y="118418"/>
                    <a:pt x="15872" y="118064"/>
                    <a:pt x="17641" y="115584"/>
                  </a:cubicBezTo>
                  <a:cubicBezTo>
                    <a:pt x="46648" y="69174"/>
                    <a:pt x="95465" y="44021"/>
                    <a:pt x="167276" y="42604"/>
                  </a:cubicBezTo>
                  <a:cubicBezTo>
                    <a:pt x="171521" y="42604"/>
                    <a:pt x="171521" y="40124"/>
                    <a:pt x="171521" y="32684"/>
                  </a:cubicBezTo>
                  <a:lnTo>
                    <a:pt x="171521" y="100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B1CD45E-70E8-058D-CB2F-B53D9F80CB9F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5998647" y="5685292"/>
              <a:ext cx="67675" cy="42511"/>
            </a:xfrm>
            <a:custGeom>
              <a:avLst/>
              <a:gdLst>
                <a:gd name="connsiteX0" fmla="*/ 0 w 67675"/>
                <a:gd name="connsiteY0" fmla="*/ 0 h 42511"/>
                <a:gd name="connsiteX1" fmla="*/ 67676 w 67675"/>
                <a:gd name="connsiteY1" fmla="*/ 0 h 42511"/>
                <a:gd name="connsiteX2" fmla="*/ 67676 w 67675"/>
                <a:gd name="connsiteY2" fmla="*/ 42511 h 42511"/>
                <a:gd name="connsiteX3" fmla="*/ 0 w 67675"/>
                <a:gd name="connsiteY3" fmla="*/ 42511 h 4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5" h="42511">
                  <a:moveTo>
                    <a:pt x="0" y="0"/>
                  </a:moveTo>
                  <a:lnTo>
                    <a:pt x="67676" y="0"/>
                  </a:lnTo>
                  <a:lnTo>
                    <a:pt x="67676" y="42511"/>
                  </a:lnTo>
                  <a:lnTo>
                    <a:pt x="0" y="42511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58EEB05-162A-2341-C22B-4FF27431830B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6062786" y="5609477"/>
              <a:ext cx="171213" cy="118326"/>
            </a:xfrm>
            <a:custGeom>
              <a:avLst/>
              <a:gdLst>
                <a:gd name="connsiteX0" fmla="*/ 171527 w 171213"/>
                <a:gd name="connsiteY0" fmla="*/ 9302 h 118326"/>
                <a:gd name="connsiteX1" fmla="*/ 163037 w 171213"/>
                <a:gd name="connsiteY1" fmla="*/ 91 h 118326"/>
                <a:gd name="connsiteX2" fmla="*/ 154194 w 171213"/>
                <a:gd name="connsiteY2" fmla="*/ 2926 h 118326"/>
                <a:gd name="connsiteX3" fmla="*/ 4559 w 171213"/>
                <a:gd name="connsiteY3" fmla="*/ 75905 h 118326"/>
                <a:gd name="connsiteX4" fmla="*/ 314 w 171213"/>
                <a:gd name="connsiteY4" fmla="*/ 85825 h 118326"/>
                <a:gd name="connsiteX5" fmla="*/ 314 w 171213"/>
                <a:gd name="connsiteY5" fmla="*/ 108498 h 118326"/>
                <a:gd name="connsiteX6" fmla="*/ 7742 w 171213"/>
                <a:gd name="connsiteY6" fmla="*/ 118418 h 118326"/>
                <a:gd name="connsiteX7" fmla="*/ 171527 w 171213"/>
                <a:gd name="connsiteY7" fmla="*/ 14971 h 118326"/>
                <a:gd name="connsiteX8" fmla="*/ 171527 w 171213"/>
                <a:gd name="connsiteY8" fmla="*/ 9302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213" h="118326">
                  <a:moveTo>
                    <a:pt x="171527" y="9302"/>
                  </a:moveTo>
                  <a:cubicBezTo>
                    <a:pt x="171527" y="446"/>
                    <a:pt x="171174" y="91"/>
                    <a:pt x="163037" y="91"/>
                  </a:cubicBezTo>
                  <a:cubicBezTo>
                    <a:pt x="156316" y="91"/>
                    <a:pt x="155963" y="446"/>
                    <a:pt x="154194" y="2926"/>
                  </a:cubicBezTo>
                  <a:cubicBezTo>
                    <a:pt x="125187" y="49335"/>
                    <a:pt x="76369" y="74488"/>
                    <a:pt x="4559" y="75905"/>
                  </a:cubicBezTo>
                  <a:cubicBezTo>
                    <a:pt x="314" y="75905"/>
                    <a:pt x="314" y="78385"/>
                    <a:pt x="314" y="85825"/>
                  </a:cubicBezTo>
                  <a:lnTo>
                    <a:pt x="314" y="108498"/>
                  </a:lnTo>
                  <a:cubicBezTo>
                    <a:pt x="314" y="118064"/>
                    <a:pt x="314" y="118418"/>
                    <a:pt x="7742" y="118418"/>
                  </a:cubicBezTo>
                  <a:cubicBezTo>
                    <a:pt x="43825" y="118418"/>
                    <a:pt x="123418" y="101413"/>
                    <a:pt x="171527" y="14971"/>
                  </a:cubicBezTo>
                  <a:lnTo>
                    <a:pt x="171527" y="9302"/>
                  </a:ln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BF7167BF-01DC-34ED-21F8-D408CEC32B5B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5790283" y="5937285"/>
              <a:ext cx="98801" cy="111843"/>
            </a:xfrm>
            <a:custGeom>
              <a:avLst/>
              <a:gdLst>
                <a:gd name="connsiteX0" fmla="*/ 89450 w 98801"/>
                <a:gd name="connsiteY0" fmla="*/ 16220 h 111843"/>
                <a:gd name="connsiteX1" fmla="*/ 79050 w 98801"/>
                <a:gd name="connsiteY1" fmla="*/ 27875 h 111843"/>
                <a:gd name="connsiteX2" fmla="*/ 87221 w 98801"/>
                <a:gd name="connsiteY2" fmla="*/ 35811 h 111843"/>
                <a:gd name="connsiteX3" fmla="*/ 99107 w 98801"/>
                <a:gd name="connsiteY3" fmla="*/ 21675 h 111843"/>
                <a:gd name="connsiteX4" fmla="*/ 66173 w 98801"/>
                <a:gd name="connsiteY4" fmla="*/ 100 h 111843"/>
                <a:gd name="connsiteX5" fmla="*/ 20611 w 98801"/>
                <a:gd name="connsiteY5" fmla="*/ 36307 h 111843"/>
                <a:gd name="connsiteX6" fmla="*/ 29277 w 98801"/>
                <a:gd name="connsiteY6" fmla="*/ 54410 h 111843"/>
                <a:gd name="connsiteX7" fmla="*/ 57259 w 98801"/>
                <a:gd name="connsiteY7" fmla="*/ 63338 h 111843"/>
                <a:gd name="connsiteX8" fmla="*/ 78307 w 98801"/>
                <a:gd name="connsiteY8" fmla="*/ 79705 h 111843"/>
                <a:gd name="connsiteX9" fmla="*/ 65183 w 98801"/>
                <a:gd name="connsiteY9" fmla="*/ 99544 h 111843"/>
                <a:gd name="connsiteX10" fmla="*/ 40420 w 98801"/>
                <a:gd name="connsiteY10" fmla="*/ 105000 h 111843"/>
                <a:gd name="connsiteX11" fmla="*/ 10706 w 98801"/>
                <a:gd name="connsiteY11" fmla="*/ 94585 h 111843"/>
                <a:gd name="connsiteX12" fmla="*/ 24325 w 98801"/>
                <a:gd name="connsiteY12" fmla="*/ 80449 h 111843"/>
                <a:gd name="connsiteX13" fmla="*/ 14668 w 98801"/>
                <a:gd name="connsiteY13" fmla="*/ 71273 h 111843"/>
                <a:gd name="connsiteX14" fmla="*/ 305 w 98801"/>
                <a:gd name="connsiteY14" fmla="*/ 87889 h 111843"/>
                <a:gd name="connsiteX15" fmla="*/ 40173 w 98801"/>
                <a:gd name="connsiteY15" fmla="*/ 111944 h 111843"/>
                <a:gd name="connsiteX16" fmla="*/ 94155 w 98801"/>
                <a:gd name="connsiteY16" fmla="*/ 71025 h 111843"/>
                <a:gd name="connsiteX17" fmla="*/ 59983 w 98801"/>
                <a:gd name="connsiteY17" fmla="*/ 42011 h 111843"/>
                <a:gd name="connsiteX18" fmla="*/ 50078 w 98801"/>
                <a:gd name="connsiteY18" fmla="*/ 40027 h 111843"/>
                <a:gd name="connsiteX19" fmla="*/ 36458 w 98801"/>
                <a:gd name="connsiteY19" fmla="*/ 27627 h 111843"/>
                <a:gd name="connsiteX20" fmla="*/ 46363 w 98801"/>
                <a:gd name="connsiteY20" fmla="*/ 11756 h 111843"/>
                <a:gd name="connsiteX21" fmla="*/ 65926 w 98801"/>
                <a:gd name="connsiteY21" fmla="*/ 7044 h 111843"/>
                <a:gd name="connsiteX22" fmla="*/ 89450 w 98801"/>
                <a:gd name="connsiteY22" fmla="*/ 16220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801" h="111843">
                  <a:moveTo>
                    <a:pt x="89450" y="16220"/>
                  </a:moveTo>
                  <a:cubicBezTo>
                    <a:pt x="83012" y="17708"/>
                    <a:pt x="79050" y="22915"/>
                    <a:pt x="79050" y="27875"/>
                  </a:cubicBezTo>
                  <a:cubicBezTo>
                    <a:pt x="79050" y="33579"/>
                    <a:pt x="84002" y="35811"/>
                    <a:pt x="87221" y="35811"/>
                  </a:cubicBezTo>
                  <a:cubicBezTo>
                    <a:pt x="89697" y="35811"/>
                    <a:pt x="99107" y="34323"/>
                    <a:pt x="99107" y="21675"/>
                  </a:cubicBezTo>
                  <a:cubicBezTo>
                    <a:pt x="99107" y="5556"/>
                    <a:pt x="81278" y="100"/>
                    <a:pt x="66173" y="100"/>
                  </a:cubicBezTo>
                  <a:cubicBezTo>
                    <a:pt x="27544" y="100"/>
                    <a:pt x="20611" y="28619"/>
                    <a:pt x="20611" y="36307"/>
                  </a:cubicBezTo>
                  <a:cubicBezTo>
                    <a:pt x="20611" y="45482"/>
                    <a:pt x="25811" y="51434"/>
                    <a:pt x="29277" y="54410"/>
                  </a:cubicBezTo>
                  <a:cubicBezTo>
                    <a:pt x="35716" y="59370"/>
                    <a:pt x="40173" y="60362"/>
                    <a:pt x="57259" y="63338"/>
                  </a:cubicBezTo>
                  <a:cubicBezTo>
                    <a:pt x="62459" y="64330"/>
                    <a:pt x="78307" y="67306"/>
                    <a:pt x="78307" y="79705"/>
                  </a:cubicBezTo>
                  <a:cubicBezTo>
                    <a:pt x="78307" y="83921"/>
                    <a:pt x="75583" y="93345"/>
                    <a:pt x="65183" y="99544"/>
                  </a:cubicBezTo>
                  <a:cubicBezTo>
                    <a:pt x="55525" y="105000"/>
                    <a:pt x="43392" y="105000"/>
                    <a:pt x="40420" y="105000"/>
                  </a:cubicBezTo>
                  <a:cubicBezTo>
                    <a:pt x="30515" y="105000"/>
                    <a:pt x="16401" y="102768"/>
                    <a:pt x="10706" y="94585"/>
                  </a:cubicBezTo>
                  <a:cubicBezTo>
                    <a:pt x="18877" y="93593"/>
                    <a:pt x="24325" y="87393"/>
                    <a:pt x="24325" y="80449"/>
                  </a:cubicBezTo>
                  <a:cubicBezTo>
                    <a:pt x="24325" y="74249"/>
                    <a:pt x="19868" y="71273"/>
                    <a:pt x="14668" y="71273"/>
                  </a:cubicBezTo>
                  <a:cubicBezTo>
                    <a:pt x="7487" y="71273"/>
                    <a:pt x="305" y="76977"/>
                    <a:pt x="305" y="87889"/>
                  </a:cubicBezTo>
                  <a:cubicBezTo>
                    <a:pt x="305" y="102768"/>
                    <a:pt x="16153" y="111944"/>
                    <a:pt x="40173" y="111944"/>
                  </a:cubicBezTo>
                  <a:cubicBezTo>
                    <a:pt x="85735" y="111944"/>
                    <a:pt x="94155" y="80697"/>
                    <a:pt x="94155" y="71025"/>
                  </a:cubicBezTo>
                  <a:cubicBezTo>
                    <a:pt x="94155" y="48210"/>
                    <a:pt x="69145" y="43747"/>
                    <a:pt x="59983" y="42011"/>
                  </a:cubicBezTo>
                  <a:cubicBezTo>
                    <a:pt x="57754" y="41515"/>
                    <a:pt x="51563" y="40523"/>
                    <a:pt x="50078" y="40027"/>
                  </a:cubicBezTo>
                  <a:cubicBezTo>
                    <a:pt x="40916" y="38291"/>
                    <a:pt x="36458" y="33083"/>
                    <a:pt x="36458" y="27627"/>
                  </a:cubicBezTo>
                  <a:cubicBezTo>
                    <a:pt x="36458" y="21923"/>
                    <a:pt x="40916" y="15228"/>
                    <a:pt x="46363" y="11756"/>
                  </a:cubicBezTo>
                  <a:cubicBezTo>
                    <a:pt x="53049" y="7540"/>
                    <a:pt x="61716" y="7044"/>
                    <a:pt x="65926" y="7044"/>
                  </a:cubicBezTo>
                  <a:cubicBezTo>
                    <a:pt x="71126" y="7044"/>
                    <a:pt x="84002" y="7788"/>
                    <a:pt x="89450" y="16220"/>
                  </a:cubicBezTo>
                  <a:close/>
                </a:path>
              </a:pathLst>
            </a:custGeom>
            <a:solidFill>
              <a:srgbClr val="FFFFFF"/>
            </a:solidFill>
            <a:ln w="3549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9DA1116-FB34-E141-B33A-97B1C121F548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691264" y="3439653"/>
            <a:ext cx="7939595" cy="322740"/>
            <a:chOff x="6881861" y="5301546"/>
            <a:chExt cx="7939595" cy="322740"/>
          </a:xfrm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3665E804-8F2F-3730-6193-5AC59D8F00DE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6881861" y="5301546"/>
              <a:ext cx="157117" cy="257555"/>
            </a:xfrm>
            <a:custGeom>
              <a:avLst/>
              <a:gdLst>
                <a:gd name="connsiteX0" fmla="*/ 104039 w 157117"/>
                <a:gd name="connsiteY0" fmla="*/ 112389 h 257555"/>
                <a:gd name="connsiteX1" fmla="*/ 58641 w 157117"/>
                <a:gd name="connsiteY1" fmla="*/ 101406 h 257555"/>
                <a:gd name="connsiteX2" fmla="*/ 22820 w 157117"/>
                <a:gd name="connsiteY2" fmla="*/ 56414 h 257555"/>
                <a:gd name="connsiteX3" fmla="*/ 69636 w 157117"/>
                <a:gd name="connsiteY3" fmla="*/ 10004 h 257555"/>
                <a:gd name="connsiteX4" fmla="*/ 138796 w 157117"/>
                <a:gd name="connsiteY4" fmla="*/ 84047 h 257555"/>
                <a:gd name="connsiteX5" fmla="*/ 143052 w 157117"/>
                <a:gd name="connsiteY5" fmla="*/ 88298 h 257555"/>
                <a:gd name="connsiteX6" fmla="*/ 147663 w 157117"/>
                <a:gd name="connsiteY6" fmla="*/ 79796 h 257555"/>
                <a:gd name="connsiteX7" fmla="*/ 147663 w 157117"/>
                <a:gd name="connsiteY7" fmla="*/ 8587 h 257555"/>
                <a:gd name="connsiteX8" fmla="*/ 143761 w 157117"/>
                <a:gd name="connsiteY8" fmla="*/ 85 h 257555"/>
                <a:gd name="connsiteX9" fmla="*/ 138441 w 157117"/>
                <a:gd name="connsiteY9" fmla="*/ 4690 h 257555"/>
                <a:gd name="connsiteX10" fmla="*/ 126028 w 157117"/>
                <a:gd name="connsiteY10" fmla="*/ 24884 h 257555"/>
                <a:gd name="connsiteX11" fmla="*/ 69281 w 157117"/>
                <a:gd name="connsiteY11" fmla="*/ 85 h 257555"/>
                <a:gd name="connsiteX12" fmla="*/ 121 w 157117"/>
                <a:gd name="connsiteY12" fmla="*/ 68813 h 257555"/>
                <a:gd name="connsiteX13" fmla="*/ 46583 w 157117"/>
                <a:gd name="connsiteY13" fmla="*/ 133645 h 257555"/>
                <a:gd name="connsiteX14" fmla="*/ 93399 w 157117"/>
                <a:gd name="connsiteY14" fmla="*/ 145336 h 257555"/>
                <a:gd name="connsiteX15" fmla="*/ 123545 w 157117"/>
                <a:gd name="connsiteY15" fmla="*/ 163404 h 257555"/>
                <a:gd name="connsiteX16" fmla="*/ 134540 w 157117"/>
                <a:gd name="connsiteY16" fmla="*/ 195997 h 257555"/>
                <a:gd name="connsiteX17" fmla="*/ 87015 w 157117"/>
                <a:gd name="connsiteY17" fmla="*/ 246658 h 257555"/>
                <a:gd name="connsiteX18" fmla="*/ 30977 w 157117"/>
                <a:gd name="connsiteY18" fmla="*/ 227527 h 257555"/>
                <a:gd name="connsiteX19" fmla="*/ 8988 w 157117"/>
                <a:gd name="connsiteY19" fmla="*/ 172969 h 257555"/>
                <a:gd name="connsiteX20" fmla="*/ 4732 w 157117"/>
                <a:gd name="connsiteY20" fmla="*/ 169426 h 257555"/>
                <a:gd name="connsiteX21" fmla="*/ 121 w 157117"/>
                <a:gd name="connsiteY21" fmla="*/ 178283 h 257555"/>
                <a:gd name="connsiteX22" fmla="*/ 121 w 157117"/>
                <a:gd name="connsiteY22" fmla="*/ 249138 h 257555"/>
                <a:gd name="connsiteX23" fmla="*/ 4023 w 157117"/>
                <a:gd name="connsiteY23" fmla="*/ 257640 h 257555"/>
                <a:gd name="connsiteX24" fmla="*/ 9343 w 157117"/>
                <a:gd name="connsiteY24" fmla="*/ 253035 h 257555"/>
                <a:gd name="connsiteX25" fmla="*/ 22111 w 157117"/>
                <a:gd name="connsiteY25" fmla="*/ 232841 h 257555"/>
                <a:gd name="connsiteX26" fmla="*/ 87369 w 157117"/>
                <a:gd name="connsiteY26" fmla="*/ 257640 h 257555"/>
                <a:gd name="connsiteX27" fmla="*/ 157239 w 157117"/>
                <a:gd name="connsiteY27" fmla="*/ 183952 h 257555"/>
                <a:gd name="connsiteX28" fmla="*/ 104039 w 157117"/>
                <a:gd name="connsiteY28" fmla="*/ 112389 h 25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7117" h="257555">
                  <a:moveTo>
                    <a:pt x="104039" y="112389"/>
                  </a:moveTo>
                  <a:lnTo>
                    <a:pt x="58641" y="101406"/>
                  </a:lnTo>
                  <a:cubicBezTo>
                    <a:pt x="36652" y="96092"/>
                    <a:pt x="22820" y="76962"/>
                    <a:pt x="22820" y="56414"/>
                  </a:cubicBezTo>
                  <a:cubicBezTo>
                    <a:pt x="22820" y="31615"/>
                    <a:pt x="41972" y="10004"/>
                    <a:pt x="69636" y="10004"/>
                  </a:cubicBezTo>
                  <a:cubicBezTo>
                    <a:pt x="128865" y="10004"/>
                    <a:pt x="136668" y="68105"/>
                    <a:pt x="138796" y="84047"/>
                  </a:cubicBezTo>
                  <a:cubicBezTo>
                    <a:pt x="139151" y="86173"/>
                    <a:pt x="139151" y="88298"/>
                    <a:pt x="143052" y="88298"/>
                  </a:cubicBezTo>
                  <a:cubicBezTo>
                    <a:pt x="147663" y="88298"/>
                    <a:pt x="147663" y="86527"/>
                    <a:pt x="147663" y="79796"/>
                  </a:cubicBezTo>
                  <a:lnTo>
                    <a:pt x="147663" y="8587"/>
                  </a:lnTo>
                  <a:cubicBezTo>
                    <a:pt x="147663" y="2565"/>
                    <a:pt x="147663" y="85"/>
                    <a:pt x="143761" y="85"/>
                  </a:cubicBezTo>
                  <a:cubicBezTo>
                    <a:pt x="141279" y="85"/>
                    <a:pt x="140924" y="439"/>
                    <a:pt x="138441" y="4690"/>
                  </a:cubicBezTo>
                  <a:lnTo>
                    <a:pt x="126028" y="24884"/>
                  </a:lnTo>
                  <a:cubicBezTo>
                    <a:pt x="115388" y="14610"/>
                    <a:pt x="100847" y="85"/>
                    <a:pt x="69281" y="85"/>
                  </a:cubicBezTo>
                  <a:cubicBezTo>
                    <a:pt x="29913" y="85"/>
                    <a:pt x="121" y="31261"/>
                    <a:pt x="121" y="68813"/>
                  </a:cubicBezTo>
                  <a:cubicBezTo>
                    <a:pt x="121" y="98218"/>
                    <a:pt x="18919" y="124080"/>
                    <a:pt x="46583" y="133645"/>
                  </a:cubicBezTo>
                  <a:cubicBezTo>
                    <a:pt x="50484" y="135062"/>
                    <a:pt x="68572" y="139313"/>
                    <a:pt x="93399" y="145336"/>
                  </a:cubicBezTo>
                  <a:cubicBezTo>
                    <a:pt x="102975" y="147816"/>
                    <a:pt x="113615" y="150296"/>
                    <a:pt x="123545" y="163404"/>
                  </a:cubicBezTo>
                  <a:cubicBezTo>
                    <a:pt x="130993" y="172615"/>
                    <a:pt x="134540" y="184306"/>
                    <a:pt x="134540" y="195997"/>
                  </a:cubicBezTo>
                  <a:cubicBezTo>
                    <a:pt x="134540" y="221150"/>
                    <a:pt x="116807" y="246658"/>
                    <a:pt x="87015" y="246658"/>
                  </a:cubicBezTo>
                  <a:cubicBezTo>
                    <a:pt x="76729" y="246658"/>
                    <a:pt x="49775" y="244886"/>
                    <a:pt x="30977" y="227527"/>
                  </a:cubicBezTo>
                  <a:cubicBezTo>
                    <a:pt x="10407" y="208396"/>
                    <a:pt x="9343" y="185723"/>
                    <a:pt x="8988" y="172969"/>
                  </a:cubicBezTo>
                  <a:cubicBezTo>
                    <a:pt x="8633" y="169426"/>
                    <a:pt x="5796" y="169426"/>
                    <a:pt x="4732" y="169426"/>
                  </a:cubicBezTo>
                  <a:cubicBezTo>
                    <a:pt x="121" y="169426"/>
                    <a:pt x="121" y="171906"/>
                    <a:pt x="121" y="178283"/>
                  </a:cubicBezTo>
                  <a:lnTo>
                    <a:pt x="121" y="249138"/>
                  </a:lnTo>
                  <a:cubicBezTo>
                    <a:pt x="121" y="255160"/>
                    <a:pt x="121" y="257640"/>
                    <a:pt x="4023" y="257640"/>
                  </a:cubicBezTo>
                  <a:cubicBezTo>
                    <a:pt x="6505" y="257640"/>
                    <a:pt x="6860" y="256932"/>
                    <a:pt x="9343" y="253035"/>
                  </a:cubicBezTo>
                  <a:cubicBezTo>
                    <a:pt x="9343" y="252680"/>
                    <a:pt x="10407" y="251617"/>
                    <a:pt x="22111" y="232841"/>
                  </a:cubicBezTo>
                  <a:cubicBezTo>
                    <a:pt x="33105" y="244886"/>
                    <a:pt x="55804" y="257640"/>
                    <a:pt x="87369" y="257640"/>
                  </a:cubicBezTo>
                  <a:cubicBezTo>
                    <a:pt x="128865" y="257640"/>
                    <a:pt x="157239" y="222921"/>
                    <a:pt x="157239" y="183952"/>
                  </a:cubicBezTo>
                  <a:cubicBezTo>
                    <a:pt x="157239" y="148524"/>
                    <a:pt x="133831" y="119474"/>
                    <a:pt x="104039" y="112389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149DA9C-CCA2-7ED2-420F-DF2821B626DC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7068968" y="5392593"/>
              <a:ext cx="157117" cy="162610"/>
            </a:xfrm>
            <a:custGeom>
              <a:avLst/>
              <a:gdLst>
                <a:gd name="connsiteX0" fmla="*/ 157244 w 157117"/>
                <a:gd name="connsiteY0" fmla="*/ 82984 h 162610"/>
                <a:gd name="connsiteX1" fmla="*/ 78863 w 157117"/>
                <a:gd name="connsiteY1" fmla="*/ 85 h 162610"/>
                <a:gd name="connsiteX2" fmla="*/ 127 w 157117"/>
                <a:gd name="connsiteY2" fmla="*/ 82984 h 162610"/>
                <a:gd name="connsiteX3" fmla="*/ 78508 w 157117"/>
                <a:gd name="connsiteY3" fmla="*/ 162695 h 162610"/>
                <a:gd name="connsiteX4" fmla="*/ 157244 w 157117"/>
                <a:gd name="connsiteY4" fmla="*/ 82984 h 162610"/>
                <a:gd name="connsiteX5" fmla="*/ 78863 w 157117"/>
                <a:gd name="connsiteY5" fmla="*/ 153839 h 162610"/>
                <a:gd name="connsiteX6" fmla="*/ 38431 w 157117"/>
                <a:gd name="connsiteY6" fmla="*/ 130102 h 162610"/>
                <a:gd name="connsiteX7" fmla="*/ 29564 w 157117"/>
                <a:gd name="connsiteY7" fmla="*/ 80150 h 162610"/>
                <a:gd name="connsiteX8" fmla="*/ 38076 w 157117"/>
                <a:gd name="connsiteY8" fmla="*/ 31615 h 162610"/>
                <a:gd name="connsiteX9" fmla="*/ 78508 w 157117"/>
                <a:gd name="connsiteY9" fmla="*/ 7879 h 162610"/>
                <a:gd name="connsiteX10" fmla="*/ 118586 w 157117"/>
                <a:gd name="connsiteY10" fmla="*/ 30906 h 162610"/>
                <a:gd name="connsiteX11" fmla="*/ 127807 w 157117"/>
                <a:gd name="connsiteY11" fmla="*/ 80150 h 162610"/>
                <a:gd name="connsiteX12" fmla="*/ 120004 w 157117"/>
                <a:gd name="connsiteY12" fmla="*/ 127622 h 162610"/>
                <a:gd name="connsiteX13" fmla="*/ 78863 w 157117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117" h="162610">
                  <a:moveTo>
                    <a:pt x="157244" y="82984"/>
                  </a:moveTo>
                  <a:cubicBezTo>
                    <a:pt x="157244" y="37637"/>
                    <a:pt x="121778" y="85"/>
                    <a:pt x="78863" y="85"/>
                  </a:cubicBezTo>
                  <a:cubicBezTo>
                    <a:pt x="34530" y="85"/>
                    <a:pt x="127" y="38700"/>
                    <a:pt x="127" y="82984"/>
                  </a:cubicBezTo>
                  <a:cubicBezTo>
                    <a:pt x="127" y="128685"/>
                    <a:pt x="37012" y="162695"/>
                    <a:pt x="78508" y="162695"/>
                  </a:cubicBezTo>
                  <a:cubicBezTo>
                    <a:pt x="121423" y="162695"/>
                    <a:pt x="157244" y="127977"/>
                    <a:pt x="157244" y="82984"/>
                  </a:cubicBezTo>
                  <a:close/>
                  <a:moveTo>
                    <a:pt x="78863" y="153839"/>
                  </a:moveTo>
                  <a:cubicBezTo>
                    <a:pt x="63612" y="153839"/>
                    <a:pt x="48007" y="146399"/>
                    <a:pt x="38431" y="130102"/>
                  </a:cubicBezTo>
                  <a:cubicBezTo>
                    <a:pt x="29564" y="114514"/>
                    <a:pt x="29564" y="92904"/>
                    <a:pt x="29564" y="80150"/>
                  </a:cubicBezTo>
                  <a:cubicBezTo>
                    <a:pt x="29564" y="66333"/>
                    <a:pt x="29564" y="47203"/>
                    <a:pt x="38076" y="31615"/>
                  </a:cubicBezTo>
                  <a:cubicBezTo>
                    <a:pt x="47652" y="15318"/>
                    <a:pt x="64322" y="7879"/>
                    <a:pt x="78508" y="7879"/>
                  </a:cubicBezTo>
                  <a:cubicBezTo>
                    <a:pt x="94114" y="7879"/>
                    <a:pt x="109364" y="15673"/>
                    <a:pt x="118586" y="30906"/>
                  </a:cubicBezTo>
                  <a:cubicBezTo>
                    <a:pt x="127807" y="46140"/>
                    <a:pt x="127807" y="66688"/>
                    <a:pt x="127807" y="80150"/>
                  </a:cubicBezTo>
                  <a:cubicBezTo>
                    <a:pt x="127807" y="92904"/>
                    <a:pt x="127807" y="112035"/>
                    <a:pt x="120004" y="127622"/>
                  </a:cubicBezTo>
                  <a:cubicBezTo>
                    <a:pt x="112202" y="143565"/>
                    <a:pt x="96596" y="153839"/>
                    <a:pt x="78863" y="153839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2D10B56-C008-4EBE-FD4D-1A6CBE3032C6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266873" y="5513754"/>
              <a:ext cx="41496" cy="105927"/>
            </a:xfrm>
            <a:custGeom>
              <a:avLst/>
              <a:gdLst>
                <a:gd name="connsiteX0" fmla="*/ 41628 w 41496"/>
                <a:gd name="connsiteY0" fmla="*/ 37283 h 105927"/>
                <a:gd name="connsiteX1" fmla="*/ 18929 w 41496"/>
                <a:gd name="connsiteY1" fmla="*/ 85 h 105927"/>
                <a:gd name="connsiteX2" fmla="*/ 132 w 41496"/>
                <a:gd name="connsiteY2" fmla="*/ 18861 h 105927"/>
                <a:gd name="connsiteX3" fmla="*/ 18929 w 41496"/>
                <a:gd name="connsiteY3" fmla="*/ 37637 h 105927"/>
                <a:gd name="connsiteX4" fmla="*/ 32407 w 41496"/>
                <a:gd name="connsiteY4" fmla="*/ 32678 h 105927"/>
                <a:gd name="connsiteX5" fmla="*/ 33116 w 41496"/>
                <a:gd name="connsiteY5" fmla="*/ 31969 h 105927"/>
                <a:gd name="connsiteX6" fmla="*/ 33825 w 41496"/>
                <a:gd name="connsiteY6" fmla="*/ 37283 h 105927"/>
                <a:gd name="connsiteX7" fmla="*/ 8289 w 41496"/>
                <a:gd name="connsiteY7" fmla="*/ 98218 h 105927"/>
                <a:gd name="connsiteX8" fmla="*/ 5807 w 41496"/>
                <a:gd name="connsiteY8" fmla="*/ 102115 h 105927"/>
                <a:gd name="connsiteX9" fmla="*/ 9353 w 41496"/>
                <a:gd name="connsiteY9" fmla="*/ 106012 h 105927"/>
                <a:gd name="connsiteX10" fmla="*/ 41628 w 41496"/>
                <a:gd name="connsiteY10" fmla="*/ 3728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496" h="105927">
                  <a:moveTo>
                    <a:pt x="41628" y="37283"/>
                  </a:moveTo>
                  <a:cubicBezTo>
                    <a:pt x="41628" y="14610"/>
                    <a:pt x="33116" y="85"/>
                    <a:pt x="18929" y="85"/>
                  </a:cubicBezTo>
                  <a:cubicBezTo>
                    <a:pt x="6516" y="85"/>
                    <a:pt x="132" y="9650"/>
                    <a:pt x="132" y="18861"/>
                  </a:cubicBezTo>
                  <a:cubicBezTo>
                    <a:pt x="132" y="28072"/>
                    <a:pt x="6161" y="37637"/>
                    <a:pt x="18929" y="37637"/>
                  </a:cubicBezTo>
                  <a:cubicBezTo>
                    <a:pt x="24604" y="37637"/>
                    <a:pt x="28860" y="35512"/>
                    <a:pt x="32407" y="32678"/>
                  </a:cubicBezTo>
                  <a:lnTo>
                    <a:pt x="33116" y="31969"/>
                  </a:lnTo>
                  <a:cubicBezTo>
                    <a:pt x="33471" y="31969"/>
                    <a:pt x="33825" y="32323"/>
                    <a:pt x="33825" y="37283"/>
                  </a:cubicBezTo>
                  <a:cubicBezTo>
                    <a:pt x="33825" y="59957"/>
                    <a:pt x="23895" y="81567"/>
                    <a:pt x="8289" y="98218"/>
                  </a:cubicBezTo>
                  <a:cubicBezTo>
                    <a:pt x="6161" y="100344"/>
                    <a:pt x="5807" y="100698"/>
                    <a:pt x="5807" y="102115"/>
                  </a:cubicBezTo>
                  <a:cubicBezTo>
                    <a:pt x="5807" y="104595"/>
                    <a:pt x="7580" y="106012"/>
                    <a:pt x="9353" y="106012"/>
                  </a:cubicBezTo>
                  <a:cubicBezTo>
                    <a:pt x="13609" y="106012"/>
                    <a:pt x="41628" y="78024"/>
                    <a:pt x="41628" y="3728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09021F93-0305-6E9C-0C88-BC337D5EE931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7459851" y="5333430"/>
              <a:ext cx="111010" cy="221773"/>
            </a:xfrm>
            <a:custGeom>
              <a:avLst/>
              <a:gdLst>
                <a:gd name="connsiteX0" fmla="*/ 54757 w 111010"/>
                <a:gd name="connsiteY0" fmla="*/ 76253 h 221773"/>
                <a:gd name="connsiteX1" fmla="*/ 105474 w 111010"/>
                <a:gd name="connsiteY1" fmla="*/ 76253 h 221773"/>
                <a:gd name="connsiteX2" fmla="*/ 105474 w 111010"/>
                <a:gd name="connsiteY2" fmla="*/ 65271 h 221773"/>
                <a:gd name="connsiteX3" fmla="*/ 54757 w 111010"/>
                <a:gd name="connsiteY3" fmla="*/ 65271 h 221773"/>
                <a:gd name="connsiteX4" fmla="*/ 54757 w 111010"/>
                <a:gd name="connsiteY4" fmla="*/ 85 h 221773"/>
                <a:gd name="connsiteX5" fmla="*/ 45890 w 111010"/>
                <a:gd name="connsiteY5" fmla="*/ 85 h 221773"/>
                <a:gd name="connsiteX6" fmla="*/ 138 w 111010"/>
                <a:gd name="connsiteY6" fmla="*/ 68459 h 221773"/>
                <a:gd name="connsiteX7" fmla="*/ 138 w 111010"/>
                <a:gd name="connsiteY7" fmla="*/ 76253 h 221773"/>
                <a:gd name="connsiteX8" fmla="*/ 30285 w 111010"/>
                <a:gd name="connsiteY8" fmla="*/ 76253 h 221773"/>
                <a:gd name="connsiteX9" fmla="*/ 30285 w 111010"/>
                <a:gd name="connsiteY9" fmla="*/ 174032 h 221773"/>
                <a:gd name="connsiteX10" fmla="*/ 76037 w 111010"/>
                <a:gd name="connsiteY10" fmla="*/ 221859 h 221773"/>
                <a:gd name="connsiteX11" fmla="*/ 111149 w 111010"/>
                <a:gd name="connsiteY11" fmla="*/ 174032 h 221773"/>
                <a:gd name="connsiteX12" fmla="*/ 111149 w 111010"/>
                <a:gd name="connsiteY12" fmla="*/ 153839 h 221773"/>
                <a:gd name="connsiteX13" fmla="*/ 102282 w 111010"/>
                <a:gd name="connsiteY13" fmla="*/ 153839 h 221773"/>
                <a:gd name="connsiteX14" fmla="*/ 102282 w 111010"/>
                <a:gd name="connsiteY14" fmla="*/ 173323 h 221773"/>
                <a:gd name="connsiteX15" fmla="*/ 78519 w 111010"/>
                <a:gd name="connsiteY15" fmla="*/ 213002 h 221773"/>
                <a:gd name="connsiteX16" fmla="*/ 54757 w 111010"/>
                <a:gd name="connsiteY16" fmla="*/ 174741 h 221773"/>
                <a:gd name="connsiteX17" fmla="*/ 54757 w 111010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10" h="221773">
                  <a:moveTo>
                    <a:pt x="54757" y="76253"/>
                  </a:moveTo>
                  <a:lnTo>
                    <a:pt x="105474" y="76253"/>
                  </a:lnTo>
                  <a:lnTo>
                    <a:pt x="105474" y="65271"/>
                  </a:lnTo>
                  <a:lnTo>
                    <a:pt x="54757" y="65271"/>
                  </a:lnTo>
                  <a:lnTo>
                    <a:pt x="54757" y="85"/>
                  </a:lnTo>
                  <a:lnTo>
                    <a:pt x="45890" y="85"/>
                  </a:lnTo>
                  <a:cubicBezTo>
                    <a:pt x="45535" y="29135"/>
                    <a:pt x="34895" y="67042"/>
                    <a:pt x="138" y="68459"/>
                  </a:cubicBezTo>
                  <a:lnTo>
                    <a:pt x="138" y="76253"/>
                  </a:lnTo>
                  <a:lnTo>
                    <a:pt x="30285" y="76253"/>
                  </a:lnTo>
                  <a:lnTo>
                    <a:pt x="30285" y="174032"/>
                  </a:lnTo>
                  <a:cubicBezTo>
                    <a:pt x="30285" y="217607"/>
                    <a:pt x="63269" y="221859"/>
                    <a:pt x="76037" y="221859"/>
                  </a:cubicBezTo>
                  <a:cubicBezTo>
                    <a:pt x="101218" y="221859"/>
                    <a:pt x="111149" y="196705"/>
                    <a:pt x="111149" y="174032"/>
                  </a:cubicBezTo>
                  <a:lnTo>
                    <a:pt x="111149" y="153839"/>
                  </a:lnTo>
                  <a:lnTo>
                    <a:pt x="102282" y="153839"/>
                  </a:lnTo>
                  <a:lnTo>
                    <a:pt x="102282" y="173323"/>
                  </a:lnTo>
                  <a:cubicBezTo>
                    <a:pt x="102282" y="199540"/>
                    <a:pt x="91642" y="213002"/>
                    <a:pt x="78519" y="213002"/>
                  </a:cubicBezTo>
                  <a:cubicBezTo>
                    <a:pt x="54757" y="213002"/>
                    <a:pt x="54757" y="180763"/>
                    <a:pt x="54757" y="174741"/>
                  </a:cubicBezTo>
                  <a:lnTo>
                    <a:pt x="54757" y="76253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0018862-AC5B-0E08-5E52-376A66AB7B55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7602389" y="5305443"/>
              <a:ext cx="178397" cy="245864"/>
            </a:xfrm>
            <a:custGeom>
              <a:avLst/>
              <a:gdLst>
                <a:gd name="connsiteX0" fmla="*/ 27806 w 178397"/>
                <a:gd name="connsiteY0" fmla="*/ 219024 h 245864"/>
                <a:gd name="connsiteX1" fmla="*/ 142 w 178397"/>
                <a:gd name="connsiteY1" fmla="*/ 234967 h 245864"/>
                <a:gd name="connsiteX2" fmla="*/ 142 w 178397"/>
                <a:gd name="connsiteY2" fmla="*/ 245949 h 245864"/>
                <a:gd name="connsiteX3" fmla="*/ 40219 w 178397"/>
                <a:gd name="connsiteY3" fmla="*/ 244886 h 245864"/>
                <a:gd name="connsiteX4" fmla="*/ 79942 w 178397"/>
                <a:gd name="connsiteY4" fmla="*/ 245949 h 245864"/>
                <a:gd name="connsiteX5" fmla="*/ 79942 w 178397"/>
                <a:gd name="connsiteY5" fmla="*/ 234967 h 245864"/>
                <a:gd name="connsiteX6" fmla="*/ 52278 w 178397"/>
                <a:gd name="connsiteY6" fmla="*/ 219024 h 245864"/>
                <a:gd name="connsiteX7" fmla="*/ 52278 w 178397"/>
                <a:gd name="connsiteY7" fmla="*/ 153839 h 245864"/>
                <a:gd name="connsiteX8" fmla="*/ 100158 w 178397"/>
                <a:gd name="connsiteY8" fmla="*/ 97155 h 245864"/>
                <a:gd name="connsiteX9" fmla="*/ 126403 w 178397"/>
                <a:gd name="connsiteY9" fmla="*/ 136479 h 245864"/>
                <a:gd name="connsiteX10" fmla="*/ 126403 w 178397"/>
                <a:gd name="connsiteY10" fmla="*/ 219024 h 245864"/>
                <a:gd name="connsiteX11" fmla="*/ 98739 w 178397"/>
                <a:gd name="connsiteY11" fmla="*/ 234967 h 245864"/>
                <a:gd name="connsiteX12" fmla="*/ 98739 w 178397"/>
                <a:gd name="connsiteY12" fmla="*/ 245949 h 245864"/>
                <a:gd name="connsiteX13" fmla="*/ 138817 w 178397"/>
                <a:gd name="connsiteY13" fmla="*/ 244886 h 245864"/>
                <a:gd name="connsiteX14" fmla="*/ 178539 w 178397"/>
                <a:gd name="connsiteY14" fmla="*/ 245949 h 245864"/>
                <a:gd name="connsiteX15" fmla="*/ 178539 w 178397"/>
                <a:gd name="connsiteY15" fmla="*/ 234967 h 245864"/>
                <a:gd name="connsiteX16" fmla="*/ 150875 w 178397"/>
                <a:gd name="connsiteY16" fmla="*/ 224339 h 245864"/>
                <a:gd name="connsiteX17" fmla="*/ 150875 w 178397"/>
                <a:gd name="connsiteY17" fmla="*/ 156673 h 245864"/>
                <a:gd name="connsiteX18" fmla="*/ 139881 w 178397"/>
                <a:gd name="connsiteY18" fmla="*/ 102469 h 245864"/>
                <a:gd name="connsiteX19" fmla="*/ 102641 w 178397"/>
                <a:gd name="connsiteY19" fmla="*/ 89361 h 245864"/>
                <a:gd name="connsiteX20" fmla="*/ 51214 w 178397"/>
                <a:gd name="connsiteY20" fmla="*/ 124080 h 245864"/>
                <a:gd name="connsiteX21" fmla="*/ 51214 w 178397"/>
                <a:gd name="connsiteY21" fmla="*/ 85 h 245864"/>
                <a:gd name="connsiteX22" fmla="*/ 142 w 178397"/>
                <a:gd name="connsiteY22" fmla="*/ 3982 h 245864"/>
                <a:gd name="connsiteX23" fmla="*/ 142 w 178397"/>
                <a:gd name="connsiteY23" fmla="*/ 14964 h 245864"/>
                <a:gd name="connsiteX24" fmla="*/ 27806 w 178397"/>
                <a:gd name="connsiteY24" fmla="*/ 34803 h 245864"/>
                <a:gd name="connsiteX25" fmla="*/ 27806 w 178397"/>
                <a:gd name="connsiteY25" fmla="*/ 219024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397" h="245864">
                  <a:moveTo>
                    <a:pt x="27806" y="219024"/>
                  </a:moveTo>
                  <a:cubicBezTo>
                    <a:pt x="27806" y="234967"/>
                    <a:pt x="23905" y="234967"/>
                    <a:pt x="142" y="234967"/>
                  </a:cubicBezTo>
                  <a:lnTo>
                    <a:pt x="142" y="245949"/>
                  </a:lnTo>
                  <a:cubicBezTo>
                    <a:pt x="12555" y="245595"/>
                    <a:pt x="30643" y="244886"/>
                    <a:pt x="40219" y="244886"/>
                  </a:cubicBezTo>
                  <a:cubicBezTo>
                    <a:pt x="49441" y="244886"/>
                    <a:pt x="67883" y="245595"/>
                    <a:pt x="79942" y="245949"/>
                  </a:cubicBezTo>
                  <a:lnTo>
                    <a:pt x="79942" y="234967"/>
                  </a:lnTo>
                  <a:cubicBezTo>
                    <a:pt x="56179" y="234967"/>
                    <a:pt x="52278" y="234967"/>
                    <a:pt x="52278" y="219024"/>
                  </a:cubicBezTo>
                  <a:lnTo>
                    <a:pt x="52278" y="153839"/>
                  </a:lnTo>
                  <a:cubicBezTo>
                    <a:pt x="52278" y="116994"/>
                    <a:pt x="77459" y="97155"/>
                    <a:pt x="100158" y="97155"/>
                  </a:cubicBezTo>
                  <a:cubicBezTo>
                    <a:pt x="122502" y="97155"/>
                    <a:pt x="126403" y="116286"/>
                    <a:pt x="126403" y="136479"/>
                  </a:cubicBezTo>
                  <a:lnTo>
                    <a:pt x="126403" y="219024"/>
                  </a:lnTo>
                  <a:cubicBezTo>
                    <a:pt x="126403" y="234967"/>
                    <a:pt x="122502" y="234967"/>
                    <a:pt x="98739" y="234967"/>
                  </a:cubicBezTo>
                  <a:lnTo>
                    <a:pt x="98739" y="245949"/>
                  </a:lnTo>
                  <a:cubicBezTo>
                    <a:pt x="111153" y="245595"/>
                    <a:pt x="129241" y="244886"/>
                    <a:pt x="138817" y="244886"/>
                  </a:cubicBezTo>
                  <a:cubicBezTo>
                    <a:pt x="148038" y="244886"/>
                    <a:pt x="166481" y="245595"/>
                    <a:pt x="178539" y="245949"/>
                  </a:cubicBezTo>
                  <a:lnTo>
                    <a:pt x="178539" y="234967"/>
                  </a:lnTo>
                  <a:cubicBezTo>
                    <a:pt x="160097" y="234967"/>
                    <a:pt x="151230" y="234967"/>
                    <a:pt x="150875" y="224339"/>
                  </a:cubicBezTo>
                  <a:lnTo>
                    <a:pt x="150875" y="156673"/>
                  </a:lnTo>
                  <a:cubicBezTo>
                    <a:pt x="150875" y="126205"/>
                    <a:pt x="150875" y="115223"/>
                    <a:pt x="139881" y="102469"/>
                  </a:cubicBezTo>
                  <a:cubicBezTo>
                    <a:pt x="134915" y="96447"/>
                    <a:pt x="123211" y="89361"/>
                    <a:pt x="102641" y="89361"/>
                  </a:cubicBezTo>
                  <a:cubicBezTo>
                    <a:pt x="72849" y="89361"/>
                    <a:pt x="57243" y="110617"/>
                    <a:pt x="51214" y="124080"/>
                  </a:cubicBezTo>
                  <a:lnTo>
                    <a:pt x="51214" y="85"/>
                  </a:lnTo>
                  <a:lnTo>
                    <a:pt x="142" y="3982"/>
                  </a:lnTo>
                  <a:lnTo>
                    <a:pt x="142" y="14964"/>
                  </a:lnTo>
                  <a:cubicBezTo>
                    <a:pt x="24969" y="14964"/>
                    <a:pt x="27806" y="17444"/>
                    <a:pt x="27806" y="34803"/>
                  </a:cubicBezTo>
                  <a:lnTo>
                    <a:pt x="27806" y="219024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F3729D98-185E-1F22-D664-EB4658A10B2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798008" y="5392593"/>
              <a:ext cx="137256" cy="162610"/>
            </a:xfrm>
            <a:custGeom>
              <a:avLst/>
              <a:gdLst>
                <a:gd name="connsiteX0" fmla="*/ 29939 w 137256"/>
                <a:gd name="connsiteY0" fmla="*/ 69522 h 162610"/>
                <a:gd name="connsiteX1" fmla="*/ 73918 w 137256"/>
                <a:gd name="connsiteY1" fmla="*/ 7879 h 162610"/>
                <a:gd name="connsiteX2" fmla="*/ 113995 w 137256"/>
                <a:gd name="connsiteY2" fmla="*/ 69522 h 162610"/>
                <a:gd name="connsiteX3" fmla="*/ 29939 w 137256"/>
                <a:gd name="connsiteY3" fmla="*/ 69522 h 162610"/>
                <a:gd name="connsiteX4" fmla="*/ 29585 w 137256"/>
                <a:gd name="connsiteY4" fmla="*/ 76962 h 162610"/>
                <a:gd name="connsiteX5" fmla="*/ 128537 w 137256"/>
                <a:gd name="connsiteY5" fmla="*/ 76962 h 162610"/>
                <a:gd name="connsiteX6" fmla="*/ 137404 w 137256"/>
                <a:gd name="connsiteY6" fmla="*/ 69522 h 162610"/>
                <a:gd name="connsiteX7" fmla="*/ 73918 w 137256"/>
                <a:gd name="connsiteY7" fmla="*/ 85 h 162610"/>
                <a:gd name="connsiteX8" fmla="*/ 147 w 137256"/>
                <a:gd name="connsiteY8" fmla="*/ 80859 h 162610"/>
                <a:gd name="connsiteX9" fmla="*/ 78174 w 137256"/>
                <a:gd name="connsiteY9" fmla="*/ 162695 h 162610"/>
                <a:gd name="connsiteX10" fmla="*/ 137404 w 137256"/>
                <a:gd name="connsiteY10" fmla="*/ 116640 h 162610"/>
                <a:gd name="connsiteX11" fmla="*/ 132793 w 137256"/>
                <a:gd name="connsiteY11" fmla="*/ 112389 h 162610"/>
                <a:gd name="connsiteX12" fmla="*/ 128182 w 137256"/>
                <a:gd name="connsiteY12" fmla="*/ 117349 h 162610"/>
                <a:gd name="connsiteX13" fmla="*/ 80302 w 137256"/>
                <a:gd name="connsiteY13" fmla="*/ 153839 h 162610"/>
                <a:gd name="connsiteX14" fmla="*/ 40225 w 137256"/>
                <a:gd name="connsiteY14" fmla="*/ 130102 h 162610"/>
                <a:gd name="connsiteX15" fmla="*/ 29585 w 137256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256" h="162610">
                  <a:moveTo>
                    <a:pt x="29939" y="69522"/>
                  </a:moveTo>
                  <a:cubicBezTo>
                    <a:pt x="32067" y="16735"/>
                    <a:pt x="61859" y="7879"/>
                    <a:pt x="73918" y="7879"/>
                  </a:cubicBezTo>
                  <a:cubicBezTo>
                    <a:pt x="110449" y="7879"/>
                    <a:pt x="113995" y="55705"/>
                    <a:pt x="113995" y="69522"/>
                  </a:cubicBezTo>
                  <a:lnTo>
                    <a:pt x="29939" y="69522"/>
                  </a:lnTo>
                  <a:close/>
                  <a:moveTo>
                    <a:pt x="29585" y="76962"/>
                  </a:moveTo>
                  <a:lnTo>
                    <a:pt x="128537" y="76962"/>
                  </a:lnTo>
                  <a:cubicBezTo>
                    <a:pt x="136340" y="76962"/>
                    <a:pt x="137404" y="76962"/>
                    <a:pt x="137404" y="69522"/>
                  </a:cubicBezTo>
                  <a:cubicBezTo>
                    <a:pt x="137404" y="34449"/>
                    <a:pt x="118251" y="85"/>
                    <a:pt x="73918" y="85"/>
                  </a:cubicBezTo>
                  <a:cubicBezTo>
                    <a:pt x="32777" y="85"/>
                    <a:pt x="147" y="36575"/>
                    <a:pt x="147" y="80859"/>
                  </a:cubicBezTo>
                  <a:cubicBezTo>
                    <a:pt x="147" y="128331"/>
                    <a:pt x="37387" y="162695"/>
                    <a:pt x="78174" y="162695"/>
                  </a:cubicBezTo>
                  <a:cubicBezTo>
                    <a:pt x="121443" y="162695"/>
                    <a:pt x="137404" y="123371"/>
                    <a:pt x="137404" y="116640"/>
                  </a:cubicBezTo>
                  <a:cubicBezTo>
                    <a:pt x="137404" y="113097"/>
                    <a:pt x="134566" y="112389"/>
                    <a:pt x="132793" y="112389"/>
                  </a:cubicBezTo>
                  <a:cubicBezTo>
                    <a:pt x="129601" y="112389"/>
                    <a:pt x="128891" y="114514"/>
                    <a:pt x="128182" y="117349"/>
                  </a:cubicBezTo>
                  <a:cubicBezTo>
                    <a:pt x="115769" y="153839"/>
                    <a:pt x="83849" y="153839"/>
                    <a:pt x="80302" y="153839"/>
                  </a:cubicBezTo>
                  <a:cubicBezTo>
                    <a:pt x="62569" y="153839"/>
                    <a:pt x="48382" y="143210"/>
                    <a:pt x="40225" y="130102"/>
                  </a:cubicBezTo>
                  <a:cubicBezTo>
                    <a:pt x="29585" y="113097"/>
                    <a:pt x="29585" y="89715"/>
                    <a:pt x="29585" y="76962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0D110600-731E-7CA9-8578-18F0F0F63225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8073505" y="5301546"/>
              <a:ext cx="177333" cy="249761"/>
            </a:xfrm>
            <a:custGeom>
              <a:avLst/>
              <a:gdLst>
                <a:gd name="connsiteX0" fmla="*/ 107619 w 177333"/>
                <a:gd name="connsiteY0" fmla="*/ 108137 h 249761"/>
                <a:gd name="connsiteX1" fmla="*/ 126417 w 177333"/>
                <a:gd name="connsiteY1" fmla="*/ 127268 h 249761"/>
                <a:gd name="connsiteX2" fmla="*/ 126417 w 177333"/>
                <a:gd name="connsiteY2" fmla="*/ 222921 h 249761"/>
                <a:gd name="connsiteX3" fmla="*/ 98753 w 177333"/>
                <a:gd name="connsiteY3" fmla="*/ 238864 h 249761"/>
                <a:gd name="connsiteX4" fmla="*/ 98753 w 177333"/>
                <a:gd name="connsiteY4" fmla="*/ 249846 h 249761"/>
                <a:gd name="connsiteX5" fmla="*/ 138121 w 177333"/>
                <a:gd name="connsiteY5" fmla="*/ 248783 h 249761"/>
                <a:gd name="connsiteX6" fmla="*/ 177489 w 177333"/>
                <a:gd name="connsiteY6" fmla="*/ 249846 h 249761"/>
                <a:gd name="connsiteX7" fmla="*/ 177489 w 177333"/>
                <a:gd name="connsiteY7" fmla="*/ 238864 h 249761"/>
                <a:gd name="connsiteX8" fmla="*/ 149825 w 177333"/>
                <a:gd name="connsiteY8" fmla="*/ 222921 h 249761"/>
                <a:gd name="connsiteX9" fmla="*/ 149825 w 177333"/>
                <a:gd name="connsiteY9" fmla="*/ 92904 h 249761"/>
                <a:gd name="connsiteX10" fmla="*/ 105137 w 177333"/>
                <a:gd name="connsiteY10" fmla="*/ 96092 h 249761"/>
                <a:gd name="connsiteX11" fmla="*/ 98753 w 177333"/>
                <a:gd name="connsiteY11" fmla="*/ 96801 h 249761"/>
                <a:gd name="connsiteX12" fmla="*/ 92369 w 177333"/>
                <a:gd name="connsiteY12" fmla="*/ 97155 h 249761"/>
                <a:gd name="connsiteX13" fmla="*/ 50518 w 177333"/>
                <a:gd name="connsiteY13" fmla="*/ 97155 h 249761"/>
                <a:gd name="connsiteX14" fmla="*/ 50518 w 177333"/>
                <a:gd name="connsiteY14" fmla="*/ 57122 h 249761"/>
                <a:gd name="connsiteX15" fmla="*/ 103009 w 177333"/>
                <a:gd name="connsiteY15" fmla="*/ 7879 h 249761"/>
                <a:gd name="connsiteX16" fmla="*/ 133510 w 177333"/>
                <a:gd name="connsiteY16" fmla="*/ 19570 h 249761"/>
                <a:gd name="connsiteX17" fmla="*/ 116841 w 177333"/>
                <a:gd name="connsiteY17" fmla="*/ 35866 h 249761"/>
                <a:gd name="connsiteX18" fmla="*/ 132801 w 177333"/>
                <a:gd name="connsiteY18" fmla="*/ 52163 h 249761"/>
                <a:gd name="connsiteX19" fmla="*/ 149115 w 177333"/>
                <a:gd name="connsiteY19" fmla="*/ 35866 h 249761"/>
                <a:gd name="connsiteX20" fmla="*/ 103363 w 177333"/>
                <a:gd name="connsiteY20" fmla="*/ 85 h 249761"/>
                <a:gd name="connsiteX21" fmla="*/ 28174 w 177333"/>
                <a:gd name="connsiteY21" fmla="*/ 56768 h 249761"/>
                <a:gd name="connsiteX22" fmla="*/ 28174 w 177333"/>
                <a:gd name="connsiteY22" fmla="*/ 97155 h 249761"/>
                <a:gd name="connsiteX23" fmla="*/ 155 w 177333"/>
                <a:gd name="connsiteY23" fmla="*/ 97155 h 249761"/>
                <a:gd name="connsiteX24" fmla="*/ 155 w 177333"/>
                <a:gd name="connsiteY24" fmla="*/ 108137 h 249761"/>
                <a:gd name="connsiteX25" fmla="*/ 28174 w 177333"/>
                <a:gd name="connsiteY25" fmla="*/ 108137 h 249761"/>
                <a:gd name="connsiteX26" fmla="*/ 28174 w 177333"/>
                <a:gd name="connsiteY26" fmla="*/ 222921 h 249761"/>
                <a:gd name="connsiteX27" fmla="*/ 510 w 177333"/>
                <a:gd name="connsiteY27" fmla="*/ 238864 h 249761"/>
                <a:gd name="connsiteX28" fmla="*/ 510 w 177333"/>
                <a:gd name="connsiteY28" fmla="*/ 249846 h 249761"/>
                <a:gd name="connsiteX29" fmla="*/ 39878 w 177333"/>
                <a:gd name="connsiteY29" fmla="*/ 248783 h 249761"/>
                <a:gd name="connsiteX30" fmla="*/ 79246 w 177333"/>
                <a:gd name="connsiteY30" fmla="*/ 249846 h 249761"/>
                <a:gd name="connsiteX31" fmla="*/ 79246 w 177333"/>
                <a:gd name="connsiteY31" fmla="*/ 238864 h 249761"/>
                <a:gd name="connsiteX32" fmla="*/ 51582 w 177333"/>
                <a:gd name="connsiteY32" fmla="*/ 222921 h 249761"/>
                <a:gd name="connsiteX33" fmla="*/ 51582 w 177333"/>
                <a:gd name="connsiteY33" fmla="*/ 108137 h 249761"/>
                <a:gd name="connsiteX34" fmla="*/ 107619 w 177333"/>
                <a:gd name="connsiteY34" fmla="*/ 108137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7333" h="249761">
                  <a:moveTo>
                    <a:pt x="107619" y="108137"/>
                  </a:moveTo>
                  <a:cubicBezTo>
                    <a:pt x="123934" y="108137"/>
                    <a:pt x="126417" y="112743"/>
                    <a:pt x="126417" y="127268"/>
                  </a:cubicBezTo>
                  <a:lnTo>
                    <a:pt x="126417" y="222921"/>
                  </a:lnTo>
                  <a:cubicBezTo>
                    <a:pt x="126417" y="238864"/>
                    <a:pt x="122515" y="238864"/>
                    <a:pt x="98753" y="238864"/>
                  </a:cubicBezTo>
                  <a:lnTo>
                    <a:pt x="98753" y="249846"/>
                  </a:lnTo>
                  <a:cubicBezTo>
                    <a:pt x="110457" y="249492"/>
                    <a:pt x="129254" y="248783"/>
                    <a:pt x="138121" y="248783"/>
                  </a:cubicBezTo>
                  <a:cubicBezTo>
                    <a:pt x="146987" y="248783"/>
                    <a:pt x="164366" y="249492"/>
                    <a:pt x="177489" y="249846"/>
                  </a:cubicBezTo>
                  <a:lnTo>
                    <a:pt x="177489" y="238864"/>
                  </a:lnTo>
                  <a:cubicBezTo>
                    <a:pt x="153726" y="238864"/>
                    <a:pt x="149825" y="238864"/>
                    <a:pt x="149825" y="222921"/>
                  </a:cubicBezTo>
                  <a:lnTo>
                    <a:pt x="149825" y="92904"/>
                  </a:lnTo>
                  <a:lnTo>
                    <a:pt x="105137" y="96092"/>
                  </a:lnTo>
                  <a:cubicBezTo>
                    <a:pt x="99462" y="96447"/>
                    <a:pt x="99107" y="96801"/>
                    <a:pt x="98753" y="96801"/>
                  </a:cubicBezTo>
                  <a:cubicBezTo>
                    <a:pt x="98043" y="97155"/>
                    <a:pt x="97334" y="97155"/>
                    <a:pt x="92369" y="97155"/>
                  </a:cubicBezTo>
                  <a:lnTo>
                    <a:pt x="50518" y="97155"/>
                  </a:lnTo>
                  <a:lnTo>
                    <a:pt x="50518" y="57122"/>
                  </a:lnTo>
                  <a:cubicBezTo>
                    <a:pt x="50518" y="22049"/>
                    <a:pt x="81019" y="7879"/>
                    <a:pt x="103009" y="7879"/>
                  </a:cubicBezTo>
                  <a:cubicBezTo>
                    <a:pt x="113649" y="7879"/>
                    <a:pt x="126417" y="11421"/>
                    <a:pt x="133510" y="19570"/>
                  </a:cubicBezTo>
                  <a:cubicBezTo>
                    <a:pt x="118969" y="20278"/>
                    <a:pt x="116841" y="30198"/>
                    <a:pt x="116841" y="35866"/>
                  </a:cubicBezTo>
                  <a:cubicBezTo>
                    <a:pt x="116841" y="47557"/>
                    <a:pt x="126062" y="52163"/>
                    <a:pt x="132801" y="52163"/>
                  </a:cubicBezTo>
                  <a:cubicBezTo>
                    <a:pt x="140958" y="52163"/>
                    <a:pt x="149115" y="46494"/>
                    <a:pt x="149115" y="35866"/>
                  </a:cubicBezTo>
                  <a:cubicBezTo>
                    <a:pt x="149115" y="14964"/>
                    <a:pt x="129609" y="85"/>
                    <a:pt x="103363" y="85"/>
                  </a:cubicBezTo>
                  <a:cubicBezTo>
                    <a:pt x="70379" y="85"/>
                    <a:pt x="28174" y="18153"/>
                    <a:pt x="28174" y="56768"/>
                  </a:cubicBezTo>
                  <a:lnTo>
                    <a:pt x="28174" y="97155"/>
                  </a:lnTo>
                  <a:lnTo>
                    <a:pt x="155" y="97155"/>
                  </a:lnTo>
                  <a:lnTo>
                    <a:pt x="155" y="108137"/>
                  </a:lnTo>
                  <a:lnTo>
                    <a:pt x="28174" y="108137"/>
                  </a:lnTo>
                  <a:lnTo>
                    <a:pt x="28174" y="222921"/>
                  </a:lnTo>
                  <a:cubicBezTo>
                    <a:pt x="28174" y="238864"/>
                    <a:pt x="24273" y="238864"/>
                    <a:pt x="510" y="238864"/>
                  </a:cubicBezTo>
                  <a:lnTo>
                    <a:pt x="510" y="249846"/>
                  </a:lnTo>
                  <a:cubicBezTo>
                    <a:pt x="12214" y="249492"/>
                    <a:pt x="31011" y="248783"/>
                    <a:pt x="39878" y="248783"/>
                  </a:cubicBezTo>
                  <a:cubicBezTo>
                    <a:pt x="48745" y="248783"/>
                    <a:pt x="66123" y="249492"/>
                    <a:pt x="79246" y="249846"/>
                  </a:cubicBezTo>
                  <a:lnTo>
                    <a:pt x="79246" y="238864"/>
                  </a:lnTo>
                  <a:cubicBezTo>
                    <a:pt x="55483" y="238864"/>
                    <a:pt x="51582" y="238864"/>
                    <a:pt x="51582" y="222921"/>
                  </a:cubicBezTo>
                  <a:lnTo>
                    <a:pt x="51582" y="108137"/>
                  </a:lnTo>
                  <a:lnTo>
                    <a:pt x="107619" y="108137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E5C2B38-6217-A32C-66DD-E80BEB0FC2A5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8267706" y="5333430"/>
              <a:ext cx="111010" cy="221773"/>
            </a:xfrm>
            <a:custGeom>
              <a:avLst/>
              <a:gdLst>
                <a:gd name="connsiteX0" fmla="*/ 54779 w 111010"/>
                <a:gd name="connsiteY0" fmla="*/ 76253 h 221773"/>
                <a:gd name="connsiteX1" fmla="*/ 105497 w 111010"/>
                <a:gd name="connsiteY1" fmla="*/ 76253 h 221773"/>
                <a:gd name="connsiteX2" fmla="*/ 105497 w 111010"/>
                <a:gd name="connsiteY2" fmla="*/ 65271 h 221773"/>
                <a:gd name="connsiteX3" fmla="*/ 54779 w 111010"/>
                <a:gd name="connsiteY3" fmla="*/ 65271 h 221773"/>
                <a:gd name="connsiteX4" fmla="*/ 54779 w 111010"/>
                <a:gd name="connsiteY4" fmla="*/ 85 h 221773"/>
                <a:gd name="connsiteX5" fmla="*/ 45913 w 111010"/>
                <a:gd name="connsiteY5" fmla="*/ 85 h 221773"/>
                <a:gd name="connsiteX6" fmla="*/ 161 w 111010"/>
                <a:gd name="connsiteY6" fmla="*/ 68459 h 221773"/>
                <a:gd name="connsiteX7" fmla="*/ 161 w 111010"/>
                <a:gd name="connsiteY7" fmla="*/ 76253 h 221773"/>
                <a:gd name="connsiteX8" fmla="*/ 30307 w 111010"/>
                <a:gd name="connsiteY8" fmla="*/ 76253 h 221773"/>
                <a:gd name="connsiteX9" fmla="*/ 30307 w 111010"/>
                <a:gd name="connsiteY9" fmla="*/ 174032 h 221773"/>
                <a:gd name="connsiteX10" fmla="*/ 76059 w 111010"/>
                <a:gd name="connsiteY10" fmla="*/ 221859 h 221773"/>
                <a:gd name="connsiteX11" fmla="*/ 111171 w 111010"/>
                <a:gd name="connsiteY11" fmla="*/ 174032 h 221773"/>
                <a:gd name="connsiteX12" fmla="*/ 111171 w 111010"/>
                <a:gd name="connsiteY12" fmla="*/ 153839 h 221773"/>
                <a:gd name="connsiteX13" fmla="*/ 102305 w 111010"/>
                <a:gd name="connsiteY13" fmla="*/ 153839 h 221773"/>
                <a:gd name="connsiteX14" fmla="*/ 102305 w 111010"/>
                <a:gd name="connsiteY14" fmla="*/ 173323 h 221773"/>
                <a:gd name="connsiteX15" fmla="*/ 78542 w 111010"/>
                <a:gd name="connsiteY15" fmla="*/ 213002 h 221773"/>
                <a:gd name="connsiteX16" fmla="*/ 54779 w 111010"/>
                <a:gd name="connsiteY16" fmla="*/ 174741 h 221773"/>
                <a:gd name="connsiteX17" fmla="*/ 54779 w 111010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10" h="221773">
                  <a:moveTo>
                    <a:pt x="54779" y="76253"/>
                  </a:moveTo>
                  <a:lnTo>
                    <a:pt x="105497" y="76253"/>
                  </a:lnTo>
                  <a:lnTo>
                    <a:pt x="105497" y="65271"/>
                  </a:lnTo>
                  <a:lnTo>
                    <a:pt x="54779" y="65271"/>
                  </a:lnTo>
                  <a:lnTo>
                    <a:pt x="54779" y="85"/>
                  </a:lnTo>
                  <a:lnTo>
                    <a:pt x="45913" y="85"/>
                  </a:lnTo>
                  <a:cubicBezTo>
                    <a:pt x="45558" y="29135"/>
                    <a:pt x="34918" y="67042"/>
                    <a:pt x="161" y="68459"/>
                  </a:cubicBezTo>
                  <a:lnTo>
                    <a:pt x="161" y="76253"/>
                  </a:lnTo>
                  <a:lnTo>
                    <a:pt x="30307" y="76253"/>
                  </a:lnTo>
                  <a:lnTo>
                    <a:pt x="30307" y="174032"/>
                  </a:lnTo>
                  <a:cubicBezTo>
                    <a:pt x="30307" y="217607"/>
                    <a:pt x="63291" y="221859"/>
                    <a:pt x="76059" y="221859"/>
                  </a:cubicBezTo>
                  <a:cubicBezTo>
                    <a:pt x="101241" y="221859"/>
                    <a:pt x="111171" y="196705"/>
                    <a:pt x="111171" y="174032"/>
                  </a:cubicBezTo>
                  <a:lnTo>
                    <a:pt x="111171" y="153839"/>
                  </a:lnTo>
                  <a:lnTo>
                    <a:pt x="102305" y="153839"/>
                  </a:lnTo>
                  <a:lnTo>
                    <a:pt x="102305" y="173323"/>
                  </a:lnTo>
                  <a:cubicBezTo>
                    <a:pt x="102305" y="199540"/>
                    <a:pt x="91665" y="213002"/>
                    <a:pt x="78542" y="213002"/>
                  </a:cubicBezTo>
                  <a:cubicBezTo>
                    <a:pt x="54779" y="213002"/>
                    <a:pt x="54779" y="180763"/>
                    <a:pt x="54779" y="174741"/>
                  </a:cubicBezTo>
                  <a:lnTo>
                    <a:pt x="54779" y="76253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AEB6ABD-4FED-0D8C-D7C3-F2279FE1850A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405632" y="5333430"/>
              <a:ext cx="111010" cy="221773"/>
            </a:xfrm>
            <a:custGeom>
              <a:avLst/>
              <a:gdLst>
                <a:gd name="connsiteX0" fmla="*/ 54783 w 111010"/>
                <a:gd name="connsiteY0" fmla="*/ 76253 h 221773"/>
                <a:gd name="connsiteX1" fmla="*/ 105501 w 111010"/>
                <a:gd name="connsiteY1" fmla="*/ 76253 h 221773"/>
                <a:gd name="connsiteX2" fmla="*/ 105501 w 111010"/>
                <a:gd name="connsiteY2" fmla="*/ 65271 h 221773"/>
                <a:gd name="connsiteX3" fmla="*/ 54783 w 111010"/>
                <a:gd name="connsiteY3" fmla="*/ 65271 h 221773"/>
                <a:gd name="connsiteX4" fmla="*/ 54783 w 111010"/>
                <a:gd name="connsiteY4" fmla="*/ 85 h 221773"/>
                <a:gd name="connsiteX5" fmla="*/ 45917 w 111010"/>
                <a:gd name="connsiteY5" fmla="*/ 85 h 221773"/>
                <a:gd name="connsiteX6" fmla="*/ 165 w 111010"/>
                <a:gd name="connsiteY6" fmla="*/ 68459 h 221773"/>
                <a:gd name="connsiteX7" fmla="*/ 165 w 111010"/>
                <a:gd name="connsiteY7" fmla="*/ 76253 h 221773"/>
                <a:gd name="connsiteX8" fmla="*/ 30311 w 111010"/>
                <a:gd name="connsiteY8" fmla="*/ 76253 h 221773"/>
                <a:gd name="connsiteX9" fmla="*/ 30311 w 111010"/>
                <a:gd name="connsiteY9" fmla="*/ 174032 h 221773"/>
                <a:gd name="connsiteX10" fmla="*/ 76063 w 111010"/>
                <a:gd name="connsiteY10" fmla="*/ 221859 h 221773"/>
                <a:gd name="connsiteX11" fmla="*/ 111175 w 111010"/>
                <a:gd name="connsiteY11" fmla="*/ 174032 h 221773"/>
                <a:gd name="connsiteX12" fmla="*/ 111175 w 111010"/>
                <a:gd name="connsiteY12" fmla="*/ 153839 h 221773"/>
                <a:gd name="connsiteX13" fmla="*/ 102309 w 111010"/>
                <a:gd name="connsiteY13" fmla="*/ 153839 h 221773"/>
                <a:gd name="connsiteX14" fmla="*/ 102309 w 111010"/>
                <a:gd name="connsiteY14" fmla="*/ 173323 h 221773"/>
                <a:gd name="connsiteX15" fmla="*/ 78546 w 111010"/>
                <a:gd name="connsiteY15" fmla="*/ 213002 h 221773"/>
                <a:gd name="connsiteX16" fmla="*/ 54783 w 111010"/>
                <a:gd name="connsiteY16" fmla="*/ 174741 h 221773"/>
                <a:gd name="connsiteX17" fmla="*/ 54783 w 111010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10" h="221773">
                  <a:moveTo>
                    <a:pt x="54783" y="76253"/>
                  </a:moveTo>
                  <a:lnTo>
                    <a:pt x="105501" y="76253"/>
                  </a:lnTo>
                  <a:lnTo>
                    <a:pt x="105501" y="65271"/>
                  </a:lnTo>
                  <a:lnTo>
                    <a:pt x="54783" y="65271"/>
                  </a:lnTo>
                  <a:lnTo>
                    <a:pt x="54783" y="85"/>
                  </a:lnTo>
                  <a:lnTo>
                    <a:pt x="45917" y="85"/>
                  </a:lnTo>
                  <a:cubicBezTo>
                    <a:pt x="45562" y="29135"/>
                    <a:pt x="34922" y="67042"/>
                    <a:pt x="165" y="68459"/>
                  </a:cubicBezTo>
                  <a:lnTo>
                    <a:pt x="165" y="76253"/>
                  </a:lnTo>
                  <a:lnTo>
                    <a:pt x="30311" y="76253"/>
                  </a:lnTo>
                  <a:lnTo>
                    <a:pt x="30311" y="174032"/>
                  </a:lnTo>
                  <a:cubicBezTo>
                    <a:pt x="30311" y="217607"/>
                    <a:pt x="63295" y="221859"/>
                    <a:pt x="76063" y="221859"/>
                  </a:cubicBezTo>
                  <a:cubicBezTo>
                    <a:pt x="101245" y="221859"/>
                    <a:pt x="111175" y="196705"/>
                    <a:pt x="111175" y="174032"/>
                  </a:cubicBezTo>
                  <a:lnTo>
                    <a:pt x="111175" y="153839"/>
                  </a:lnTo>
                  <a:lnTo>
                    <a:pt x="102309" y="153839"/>
                  </a:lnTo>
                  <a:lnTo>
                    <a:pt x="102309" y="173323"/>
                  </a:lnTo>
                  <a:cubicBezTo>
                    <a:pt x="102309" y="199540"/>
                    <a:pt x="91669" y="213002"/>
                    <a:pt x="78546" y="213002"/>
                  </a:cubicBezTo>
                  <a:cubicBezTo>
                    <a:pt x="54783" y="213002"/>
                    <a:pt x="54783" y="180763"/>
                    <a:pt x="54783" y="174741"/>
                  </a:cubicBezTo>
                  <a:lnTo>
                    <a:pt x="54783" y="76253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12048CBC-7C44-C0FF-A557-E49A76D286C8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548524" y="5314299"/>
              <a:ext cx="75898" cy="237007"/>
            </a:xfrm>
            <a:custGeom>
              <a:avLst/>
              <a:gdLst>
                <a:gd name="connsiteX0" fmla="*/ 51240 w 75898"/>
                <a:gd name="connsiteY0" fmla="*/ 80504 h 237007"/>
                <a:gd name="connsiteX1" fmla="*/ 1587 w 75898"/>
                <a:gd name="connsiteY1" fmla="*/ 84401 h 237007"/>
                <a:gd name="connsiteX2" fmla="*/ 1587 w 75898"/>
                <a:gd name="connsiteY2" fmla="*/ 95384 h 237007"/>
                <a:gd name="connsiteX3" fmla="*/ 27832 w 75898"/>
                <a:gd name="connsiteY3" fmla="*/ 114869 h 237007"/>
                <a:gd name="connsiteX4" fmla="*/ 27832 w 75898"/>
                <a:gd name="connsiteY4" fmla="*/ 210168 h 237007"/>
                <a:gd name="connsiteX5" fmla="*/ 168 w 75898"/>
                <a:gd name="connsiteY5" fmla="*/ 226110 h 237007"/>
                <a:gd name="connsiteX6" fmla="*/ 168 w 75898"/>
                <a:gd name="connsiteY6" fmla="*/ 237092 h 237007"/>
                <a:gd name="connsiteX7" fmla="*/ 39182 w 75898"/>
                <a:gd name="connsiteY7" fmla="*/ 236029 h 237007"/>
                <a:gd name="connsiteX8" fmla="*/ 76067 w 75898"/>
                <a:gd name="connsiteY8" fmla="*/ 237092 h 237007"/>
                <a:gd name="connsiteX9" fmla="*/ 76067 w 75898"/>
                <a:gd name="connsiteY9" fmla="*/ 226110 h 237007"/>
                <a:gd name="connsiteX10" fmla="*/ 51240 w 75898"/>
                <a:gd name="connsiteY10" fmla="*/ 210522 h 237007"/>
                <a:gd name="connsiteX11" fmla="*/ 51240 w 75898"/>
                <a:gd name="connsiteY11" fmla="*/ 80504 h 237007"/>
                <a:gd name="connsiteX12" fmla="*/ 52659 w 75898"/>
                <a:gd name="connsiteY12" fmla="*/ 18861 h 237007"/>
                <a:gd name="connsiteX13" fmla="*/ 33862 w 75898"/>
                <a:gd name="connsiteY13" fmla="*/ 85 h 237007"/>
                <a:gd name="connsiteX14" fmla="*/ 15064 w 75898"/>
                <a:gd name="connsiteY14" fmla="*/ 18861 h 237007"/>
                <a:gd name="connsiteX15" fmla="*/ 33862 w 75898"/>
                <a:gd name="connsiteY15" fmla="*/ 37637 h 237007"/>
                <a:gd name="connsiteX16" fmla="*/ 52659 w 75898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98" h="237007">
                  <a:moveTo>
                    <a:pt x="51240" y="80504"/>
                  </a:moveTo>
                  <a:lnTo>
                    <a:pt x="1587" y="84401"/>
                  </a:lnTo>
                  <a:lnTo>
                    <a:pt x="1587" y="95384"/>
                  </a:lnTo>
                  <a:cubicBezTo>
                    <a:pt x="24640" y="95384"/>
                    <a:pt x="27832" y="97509"/>
                    <a:pt x="27832" y="114869"/>
                  </a:cubicBezTo>
                  <a:lnTo>
                    <a:pt x="27832" y="210168"/>
                  </a:lnTo>
                  <a:cubicBezTo>
                    <a:pt x="27832" y="226110"/>
                    <a:pt x="23931" y="226110"/>
                    <a:pt x="168" y="226110"/>
                  </a:cubicBezTo>
                  <a:lnTo>
                    <a:pt x="168" y="237092"/>
                  </a:lnTo>
                  <a:cubicBezTo>
                    <a:pt x="11518" y="236738"/>
                    <a:pt x="30670" y="236029"/>
                    <a:pt x="39182" y="236029"/>
                  </a:cubicBezTo>
                  <a:cubicBezTo>
                    <a:pt x="51595" y="236029"/>
                    <a:pt x="64008" y="236738"/>
                    <a:pt x="76067" y="237092"/>
                  </a:cubicBezTo>
                  <a:lnTo>
                    <a:pt x="76067" y="226110"/>
                  </a:lnTo>
                  <a:cubicBezTo>
                    <a:pt x="52659" y="226110"/>
                    <a:pt x="51240" y="224339"/>
                    <a:pt x="51240" y="210522"/>
                  </a:cubicBezTo>
                  <a:lnTo>
                    <a:pt x="51240" y="80504"/>
                  </a:lnTo>
                  <a:close/>
                  <a:moveTo>
                    <a:pt x="52659" y="18861"/>
                  </a:moveTo>
                  <a:cubicBezTo>
                    <a:pt x="52659" y="7524"/>
                    <a:pt x="43792" y="85"/>
                    <a:pt x="33862" y="85"/>
                  </a:cubicBezTo>
                  <a:cubicBezTo>
                    <a:pt x="22867" y="85"/>
                    <a:pt x="15064" y="9650"/>
                    <a:pt x="15064" y="18861"/>
                  </a:cubicBezTo>
                  <a:cubicBezTo>
                    <a:pt x="15064" y="28426"/>
                    <a:pt x="22867" y="37637"/>
                    <a:pt x="33862" y="37637"/>
                  </a:cubicBezTo>
                  <a:cubicBezTo>
                    <a:pt x="43792" y="37637"/>
                    <a:pt x="52659" y="30198"/>
                    <a:pt x="52659" y="18861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80F82F4-9F4F-336E-2D2B-B0458791C444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8646688" y="5394719"/>
              <a:ext cx="178397" cy="156588"/>
            </a:xfrm>
            <a:custGeom>
              <a:avLst/>
              <a:gdLst>
                <a:gd name="connsiteX0" fmla="*/ 27835 w 178397"/>
                <a:gd name="connsiteY0" fmla="*/ 34803 h 156588"/>
                <a:gd name="connsiteX1" fmla="*/ 27835 w 178397"/>
                <a:gd name="connsiteY1" fmla="*/ 129748 h 156588"/>
                <a:gd name="connsiteX2" fmla="*/ 171 w 178397"/>
                <a:gd name="connsiteY2" fmla="*/ 145690 h 156588"/>
                <a:gd name="connsiteX3" fmla="*/ 171 w 178397"/>
                <a:gd name="connsiteY3" fmla="*/ 156673 h 156588"/>
                <a:gd name="connsiteX4" fmla="*/ 40249 w 178397"/>
                <a:gd name="connsiteY4" fmla="*/ 155610 h 156588"/>
                <a:gd name="connsiteX5" fmla="*/ 79971 w 178397"/>
                <a:gd name="connsiteY5" fmla="*/ 156673 h 156588"/>
                <a:gd name="connsiteX6" fmla="*/ 79971 w 178397"/>
                <a:gd name="connsiteY6" fmla="*/ 145690 h 156588"/>
                <a:gd name="connsiteX7" fmla="*/ 52307 w 178397"/>
                <a:gd name="connsiteY7" fmla="*/ 129748 h 156588"/>
                <a:gd name="connsiteX8" fmla="*/ 52307 w 178397"/>
                <a:gd name="connsiteY8" fmla="*/ 64562 h 156588"/>
                <a:gd name="connsiteX9" fmla="*/ 100187 w 178397"/>
                <a:gd name="connsiteY9" fmla="*/ 7879 h 156588"/>
                <a:gd name="connsiteX10" fmla="*/ 126433 w 178397"/>
                <a:gd name="connsiteY10" fmla="*/ 47203 h 156588"/>
                <a:gd name="connsiteX11" fmla="*/ 126433 w 178397"/>
                <a:gd name="connsiteY11" fmla="*/ 129748 h 156588"/>
                <a:gd name="connsiteX12" fmla="*/ 98769 w 178397"/>
                <a:gd name="connsiteY12" fmla="*/ 145690 h 156588"/>
                <a:gd name="connsiteX13" fmla="*/ 98769 w 178397"/>
                <a:gd name="connsiteY13" fmla="*/ 156673 h 156588"/>
                <a:gd name="connsiteX14" fmla="*/ 138846 w 178397"/>
                <a:gd name="connsiteY14" fmla="*/ 155610 h 156588"/>
                <a:gd name="connsiteX15" fmla="*/ 178569 w 178397"/>
                <a:gd name="connsiteY15" fmla="*/ 156673 h 156588"/>
                <a:gd name="connsiteX16" fmla="*/ 178569 w 178397"/>
                <a:gd name="connsiteY16" fmla="*/ 145690 h 156588"/>
                <a:gd name="connsiteX17" fmla="*/ 150905 w 178397"/>
                <a:gd name="connsiteY17" fmla="*/ 135062 h 156588"/>
                <a:gd name="connsiteX18" fmla="*/ 150905 w 178397"/>
                <a:gd name="connsiteY18" fmla="*/ 67396 h 156588"/>
                <a:gd name="connsiteX19" fmla="*/ 139910 w 178397"/>
                <a:gd name="connsiteY19" fmla="*/ 13193 h 156588"/>
                <a:gd name="connsiteX20" fmla="*/ 102670 w 178397"/>
                <a:gd name="connsiteY20" fmla="*/ 85 h 156588"/>
                <a:gd name="connsiteX21" fmla="*/ 50179 w 178397"/>
                <a:gd name="connsiteY21" fmla="*/ 37283 h 156588"/>
                <a:gd name="connsiteX22" fmla="*/ 50179 w 178397"/>
                <a:gd name="connsiteY22" fmla="*/ 85 h 156588"/>
                <a:gd name="connsiteX23" fmla="*/ 171 w 178397"/>
                <a:gd name="connsiteY23" fmla="*/ 3982 h 156588"/>
                <a:gd name="connsiteX24" fmla="*/ 171 w 178397"/>
                <a:gd name="connsiteY24" fmla="*/ 14964 h 156588"/>
                <a:gd name="connsiteX25" fmla="*/ 27835 w 178397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397" h="156588">
                  <a:moveTo>
                    <a:pt x="27835" y="34803"/>
                  </a:moveTo>
                  <a:lnTo>
                    <a:pt x="27835" y="129748"/>
                  </a:lnTo>
                  <a:cubicBezTo>
                    <a:pt x="27835" y="145690"/>
                    <a:pt x="23934" y="145690"/>
                    <a:pt x="171" y="145690"/>
                  </a:cubicBezTo>
                  <a:lnTo>
                    <a:pt x="171" y="156673"/>
                  </a:lnTo>
                  <a:cubicBezTo>
                    <a:pt x="12585" y="156318"/>
                    <a:pt x="30673" y="155610"/>
                    <a:pt x="40249" y="155610"/>
                  </a:cubicBezTo>
                  <a:cubicBezTo>
                    <a:pt x="49470" y="155610"/>
                    <a:pt x="67913" y="156318"/>
                    <a:pt x="79971" y="156673"/>
                  </a:cubicBezTo>
                  <a:lnTo>
                    <a:pt x="79971" y="145690"/>
                  </a:lnTo>
                  <a:cubicBezTo>
                    <a:pt x="56209" y="145690"/>
                    <a:pt x="52307" y="145690"/>
                    <a:pt x="52307" y="129748"/>
                  </a:cubicBezTo>
                  <a:lnTo>
                    <a:pt x="52307" y="64562"/>
                  </a:lnTo>
                  <a:cubicBezTo>
                    <a:pt x="52307" y="27718"/>
                    <a:pt x="77489" y="7879"/>
                    <a:pt x="100187" y="7879"/>
                  </a:cubicBezTo>
                  <a:cubicBezTo>
                    <a:pt x="122531" y="7879"/>
                    <a:pt x="126433" y="27009"/>
                    <a:pt x="126433" y="47203"/>
                  </a:cubicBezTo>
                  <a:lnTo>
                    <a:pt x="126433" y="129748"/>
                  </a:lnTo>
                  <a:cubicBezTo>
                    <a:pt x="126433" y="145690"/>
                    <a:pt x="122531" y="145690"/>
                    <a:pt x="98769" y="145690"/>
                  </a:cubicBezTo>
                  <a:lnTo>
                    <a:pt x="98769" y="156673"/>
                  </a:lnTo>
                  <a:cubicBezTo>
                    <a:pt x="111182" y="156318"/>
                    <a:pt x="129270" y="155610"/>
                    <a:pt x="138846" y="155610"/>
                  </a:cubicBezTo>
                  <a:cubicBezTo>
                    <a:pt x="148067" y="155610"/>
                    <a:pt x="166510" y="156318"/>
                    <a:pt x="178569" y="156673"/>
                  </a:cubicBezTo>
                  <a:lnTo>
                    <a:pt x="178569" y="145690"/>
                  </a:lnTo>
                  <a:cubicBezTo>
                    <a:pt x="160126" y="145690"/>
                    <a:pt x="151259" y="145690"/>
                    <a:pt x="150905" y="135062"/>
                  </a:cubicBezTo>
                  <a:lnTo>
                    <a:pt x="150905" y="67396"/>
                  </a:lnTo>
                  <a:cubicBezTo>
                    <a:pt x="150905" y="36929"/>
                    <a:pt x="150905" y="25947"/>
                    <a:pt x="139910" y="13193"/>
                  </a:cubicBezTo>
                  <a:cubicBezTo>
                    <a:pt x="134945" y="7170"/>
                    <a:pt x="123241" y="85"/>
                    <a:pt x="102670" y="85"/>
                  </a:cubicBezTo>
                  <a:cubicBezTo>
                    <a:pt x="76779" y="85"/>
                    <a:pt x="60110" y="15318"/>
                    <a:pt x="50179" y="37283"/>
                  </a:cubicBezTo>
                  <a:lnTo>
                    <a:pt x="50179" y="85"/>
                  </a:lnTo>
                  <a:lnTo>
                    <a:pt x="171" y="3982"/>
                  </a:lnTo>
                  <a:lnTo>
                    <a:pt x="171" y="14964"/>
                  </a:lnTo>
                  <a:cubicBezTo>
                    <a:pt x="24998" y="14964"/>
                    <a:pt x="27835" y="17444"/>
                    <a:pt x="27835" y="3480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BF1D6A11-4E88-6932-E13D-5828B7E932F7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8842307" y="5390822"/>
              <a:ext cx="162082" cy="233464"/>
            </a:xfrm>
            <a:custGeom>
              <a:avLst/>
              <a:gdLst>
                <a:gd name="connsiteX0" fmla="*/ 68982 w 162082"/>
                <a:gd name="connsiteY0" fmla="*/ 99635 h 233464"/>
                <a:gd name="connsiteX1" fmla="*/ 38126 w 162082"/>
                <a:gd name="connsiteY1" fmla="*/ 56060 h 233464"/>
                <a:gd name="connsiteX2" fmla="*/ 43801 w 162082"/>
                <a:gd name="connsiteY2" fmla="*/ 26301 h 233464"/>
                <a:gd name="connsiteX3" fmla="*/ 68982 w 162082"/>
                <a:gd name="connsiteY3" fmla="*/ 12130 h 233464"/>
                <a:gd name="connsiteX4" fmla="*/ 99838 w 162082"/>
                <a:gd name="connsiteY4" fmla="*/ 55705 h 233464"/>
                <a:gd name="connsiteX5" fmla="*/ 94163 w 162082"/>
                <a:gd name="connsiteY5" fmla="*/ 85464 h 233464"/>
                <a:gd name="connsiteX6" fmla="*/ 68982 w 162082"/>
                <a:gd name="connsiteY6" fmla="*/ 99635 h 233464"/>
                <a:gd name="connsiteX7" fmla="*/ 27841 w 162082"/>
                <a:gd name="connsiteY7" fmla="*/ 113452 h 233464"/>
                <a:gd name="connsiteX8" fmla="*/ 33870 w 162082"/>
                <a:gd name="connsiteY8" fmla="*/ 96801 h 233464"/>
                <a:gd name="connsiteX9" fmla="*/ 68982 w 162082"/>
                <a:gd name="connsiteY9" fmla="*/ 107783 h 233464"/>
                <a:gd name="connsiteX10" fmla="*/ 126438 w 162082"/>
                <a:gd name="connsiteY10" fmla="*/ 56060 h 233464"/>
                <a:gd name="connsiteX11" fmla="*/ 111897 w 162082"/>
                <a:gd name="connsiteY11" fmla="*/ 21695 h 233464"/>
                <a:gd name="connsiteX12" fmla="*/ 143817 w 162082"/>
                <a:gd name="connsiteY12" fmla="*/ 7879 h 233464"/>
                <a:gd name="connsiteX13" fmla="*/ 147364 w 162082"/>
                <a:gd name="connsiteY13" fmla="*/ 8233 h 233464"/>
                <a:gd name="connsiteX14" fmla="*/ 141689 w 162082"/>
                <a:gd name="connsiteY14" fmla="*/ 17798 h 233464"/>
                <a:gd name="connsiteX15" fmla="*/ 151974 w 162082"/>
                <a:gd name="connsiteY15" fmla="*/ 28072 h 233464"/>
                <a:gd name="connsiteX16" fmla="*/ 162260 w 162082"/>
                <a:gd name="connsiteY16" fmla="*/ 17444 h 233464"/>
                <a:gd name="connsiteX17" fmla="*/ 144172 w 162082"/>
                <a:gd name="connsiteY17" fmla="*/ 85 h 233464"/>
                <a:gd name="connsiteX18" fmla="*/ 106577 w 162082"/>
                <a:gd name="connsiteY18" fmla="*/ 16735 h 233464"/>
                <a:gd name="connsiteX19" fmla="*/ 68982 w 162082"/>
                <a:gd name="connsiteY19" fmla="*/ 3982 h 233464"/>
                <a:gd name="connsiteX20" fmla="*/ 11526 w 162082"/>
                <a:gd name="connsiteY20" fmla="*/ 55705 h 233464"/>
                <a:gd name="connsiteX21" fmla="*/ 28195 w 162082"/>
                <a:gd name="connsiteY21" fmla="*/ 92195 h 233464"/>
                <a:gd name="connsiteX22" fmla="*/ 17201 w 162082"/>
                <a:gd name="connsiteY22" fmla="*/ 121600 h 233464"/>
                <a:gd name="connsiteX23" fmla="*/ 32806 w 162082"/>
                <a:gd name="connsiteY23" fmla="*/ 153130 h 233464"/>
                <a:gd name="connsiteX24" fmla="*/ 177 w 162082"/>
                <a:gd name="connsiteY24" fmla="*/ 188557 h 233464"/>
                <a:gd name="connsiteX25" fmla="*/ 78558 w 162082"/>
                <a:gd name="connsiteY25" fmla="*/ 233550 h 233464"/>
                <a:gd name="connsiteX26" fmla="*/ 157294 w 162082"/>
                <a:gd name="connsiteY26" fmla="*/ 187849 h 233464"/>
                <a:gd name="connsiteX27" fmla="*/ 134241 w 162082"/>
                <a:gd name="connsiteY27" fmla="*/ 147462 h 233464"/>
                <a:gd name="connsiteX28" fmla="*/ 73238 w 162082"/>
                <a:gd name="connsiteY28" fmla="*/ 137542 h 233464"/>
                <a:gd name="connsiteX29" fmla="*/ 46638 w 162082"/>
                <a:gd name="connsiteY29" fmla="*/ 137188 h 233464"/>
                <a:gd name="connsiteX30" fmla="*/ 27841 w 162082"/>
                <a:gd name="connsiteY30" fmla="*/ 113452 h 233464"/>
                <a:gd name="connsiteX31" fmla="*/ 78913 w 162082"/>
                <a:gd name="connsiteY31" fmla="*/ 225401 h 233464"/>
                <a:gd name="connsiteX32" fmla="*/ 18619 w 162082"/>
                <a:gd name="connsiteY32" fmla="*/ 188557 h 233464"/>
                <a:gd name="connsiteX33" fmla="*/ 47702 w 162082"/>
                <a:gd name="connsiteY33" fmla="*/ 158090 h 233464"/>
                <a:gd name="connsiteX34" fmla="*/ 68627 w 162082"/>
                <a:gd name="connsiteY34" fmla="*/ 158090 h 233464"/>
                <a:gd name="connsiteX35" fmla="*/ 138851 w 162082"/>
                <a:gd name="connsiteY35" fmla="*/ 188557 h 233464"/>
                <a:gd name="connsiteX36" fmla="*/ 78913 w 162082"/>
                <a:gd name="connsiteY36" fmla="*/ 225401 h 233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2082" h="233464">
                  <a:moveTo>
                    <a:pt x="68982" y="99635"/>
                  </a:moveTo>
                  <a:cubicBezTo>
                    <a:pt x="38126" y="99635"/>
                    <a:pt x="38126" y="64208"/>
                    <a:pt x="38126" y="56060"/>
                  </a:cubicBezTo>
                  <a:cubicBezTo>
                    <a:pt x="38126" y="46494"/>
                    <a:pt x="38481" y="35158"/>
                    <a:pt x="43801" y="26301"/>
                  </a:cubicBezTo>
                  <a:cubicBezTo>
                    <a:pt x="46638" y="22050"/>
                    <a:pt x="54795" y="12130"/>
                    <a:pt x="68982" y="12130"/>
                  </a:cubicBezTo>
                  <a:cubicBezTo>
                    <a:pt x="99838" y="12130"/>
                    <a:pt x="99838" y="47557"/>
                    <a:pt x="99838" y="55705"/>
                  </a:cubicBezTo>
                  <a:cubicBezTo>
                    <a:pt x="99838" y="65271"/>
                    <a:pt x="99483" y="76607"/>
                    <a:pt x="94163" y="85464"/>
                  </a:cubicBezTo>
                  <a:cubicBezTo>
                    <a:pt x="91326" y="89715"/>
                    <a:pt x="83169" y="99635"/>
                    <a:pt x="68982" y="99635"/>
                  </a:cubicBezTo>
                  <a:close/>
                  <a:moveTo>
                    <a:pt x="27841" y="113452"/>
                  </a:moveTo>
                  <a:cubicBezTo>
                    <a:pt x="27841" y="112034"/>
                    <a:pt x="27841" y="103886"/>
                    <a:pt x="33870" y="96801"/>
                  </a:cubicBezTo>
                  <a:cubicBezTo>
                    <a:pt x="47702" y="106720"/>
                    <a:pt x="62243" y="107783"/>
                    <a:pt x="68982" y="107783"/>
                  </a:cubicBezTo>
                  <a:cubicBezTo>
                    <a:pt x="101966" y="107783"/>
                    <a:pt x="126438" y="83338"/>
                    <a:pt x="126438" y="56060"/>
                  </a:cubicBezTo>
                  <a:cubicBezTo>
                    <a:pt x="126438" y="42952"/>
                    <a:pt x="120764" y="29843"/>
                    <a:pt x="111897" y="21695"/>
                  </a:cubicBezTo>
                  <a:cubicBezTo>
                    <a:pt x="124665" y="9650"/>
                    <a:pt x="137433" y="7879"/>
                    <a:pt x="143817" y="7879"/>
                  </a:cubicBezTo>
                  <a:cubicBezTo>
                    <a:pt x="144526" y="7879"/>
                    <a:pt x="146300" y="7879"/>
                    <a:pt x="147364" y="8233"/>
                  </a:cubicBezTo>
                  <a:cubicBezTo>
                    <a:pt x="143462" y="9650"/>
                    <a:pt x="141689" y="13547"/>
                    <a:pt x="141689" y="17798"/>
                  </a:cubicBezTo>
                  <a:cubicBezTo>
                    <a:pt x="141689" y="23821"/>
                    <a:pt x="146300" y="28072"/>
                    <a:pt x="151974" y="28072"/>
                  </a:cubicBezTo>
                  <a:cubicBezTo>
                    <a:pt x="155521" y="28072"/>
                    <a:pt x="162260" y="25592"/>
                    <a:pt x="162260" y="17444"/>
                  </a:cubicBezTo>
                  <a:cubicBezTo>
                    <a:pt x="162260" y="11421"/>
                    <a:pt x="158004" y="85"/>
                    <a:pt x="144172" y="85"/>
                  </a:cubicBezTo>
                  <a:cubicBezTo>
                    <a:pt x="137078" y="85"/>
                    <a:pt x="121473" y="2210"/>
                    <a:pt x="106577" y="16735"/>
                  </a:cubicBezTo>
                  <a:cubicBezTo>
                    <a:pt x="91681" y="5044"/>
                    <a:pt x="76785" y="3982"/>
                    <a:pt x="68982" y="3982"/>
                  </a:cubicBezTo>
                  <a:cubicBezTo>
                    <a:pt x="35998" y="3982"/>
                    <a:pt x="11526" y="28426"/>
                    <a:pt x="11526" y="55705"/>
                  </a:cubicBezTo>
                  <a:cubicBezTo>
                    <a:pt x="11526" y="71293"/>
                    <a:pt x="19329" y="84756"/>
                    <a:pt x="28195" y="92195"/>
                  </a:cubicBezTo>
                  <a:cubicBezTo>
                    <a:pt x="23585" y="97509"/>
                    <a:pt x="17201" y="109200"/>
                    <a:pt x="17201" y="121600"/>
                  </a:cubicBezTo>
                  <a:cubicBezTo>
                    <a:pt x="17201" y="132582"/>
                    <a:pt x="21811" y="146045"/>
                    <a:pt x="32806" y="153130"/>
                  </a:cubicBezTo>
                  <a:cubicBezTo>
                    <a:pt x="11526" y="159153"/>
                    <a:pt x="177" y="174386"/>
                    <a:pt x="177" y="188557"/>
                  </a:cubicBezTo>
                  <a:cubicBezTo>
                    <a:pt x="177" y="214065"/>
                    <a:pt x="35289" y="233550"/>
                    <a:pt x="78558" y="233550"/>
                  </a:cubicBezTo>
                  <a:cubicBezTo>
                    <a:pt x="120409" y="233550"/>
                    <a:pt x="157294" y="215482"/>
                    <a:pt x="157294" y="187849"/>
                  </a:cubicBezTo>
                  <a:cubicBezTo>
                    <a:pt x="157294" y="175449"/>
                    <a:pt x="152329" y="157381"/>
                    <a:pt x="134241" y="147462"/>
                  </a:cubicBezTo>
                  <a:cubicBezTo>
                    <a:pt x="115443" y="137542"/>
                    <a:pt x="94873" y="137542"/>
                    <a:pt x="73238" y="137542"/>
                  </a:cubicBezTo>
                  <a:cubicBezTo>
                    <a:pt x="64371" y="137542"/>
                    <a:pt x="49121" y="137542"/>
                    <a:pt x="46638" y="137188"/>
                  </a:cubicBezTo>
                  <a:cubicBezTo>
                    <a:pt x="35289" y="135771"/>
                    <a:pt x="27841" y="124788"/>
                    <a:pt x="27841" y="113452"/>
                  </a:cubicBezTo>
                  <a:close/>
                  <a:moveTo>
                    <a:pt x="78913" y="225401"/>
                  </a:moveTo>
                  <a:cubicBezTo>
                    <a:pt x="43091" y="225401"/>
                    <a:pt x="18619" y="207333"/>
                    <a:pt x="18619" y="188557"/>
                  </a:cubicBezTo>
                  <a:cubicBezTo>
                    <a:pt x="18619" y="172261"/>
                    <a:pt x="32097" y="159153"/>
                    <a:pt x="47702" y="158090"/>
                  </a:cubicBezTo>
                  <a:lnTo>
                    <a:pt x="68627" y="158090"/>
                  </a:lnTo>
                  <a:cubicBezTo>
                    <a:pt x="99129" y="158090"/>
                    <a:pt x="138851" y="158090"/>
                    <a:pt x="138851" y="188557"/>
                  </a:cubicBezTo>
                  <a:cubicBezTo>
                    <a:pt x="138851" y="207688"/>
                    <a:pt x="113670" y="225401"/>
                    <a:pt x="78913" y="225401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5939F473-4B94-AE80-403D-C21971E5C346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139637" y="5301546"/>
              <a:ext cx="114912" cy="249761"/>
            </a:xfrm>
            <a:custGeom>
              <a:avLst/>
              <a:gdLst>
                <a:gd name="connsiteX0" fmla="*/ 50548 w 114912"/>
                <a:gd name="connsiteY0" fmla="*/ 97155 h 249761"/>
                <a:gd name="connsiteX1" fmla="*/ 50548 w 114912"/>
                <a:gd name="connsiteY1" fmla="*/ 56060 h 249761"/>
                <a:gd name="connsiteX2" fmla="*/ 83177 w 114912"/>
                <a:gd name="connsiteY2" fmla="*/ 7879 h 249761"/>
                <a:gd name="connsiteX3" fmla="*/ 94881 w 114912"/>
                <a:gd name="connsiteY3" fmla="*/ 10359 h 249761"/>
                <a:gd name="connsiteX4" fmla="*/ 84241 w 114912"/>
                <a:gd name="connsiteY4" fmla="*/ 25238 h 249761"/>
                <a:gd name="connsiteX5" fmla="*/ 99492 w 114912"/>
                <a:gd name="connsiteY5" fmla="*/ 40472 h 249761"/>
                <a:gd name="connsiteX6" fmla="*/ 115097 w 114912"/>
                <a:gd name="connsiteY6" fmla="*/ 24884 h 249761"/>
                <a:gd name="connsiteX7" fmla="*/ 83177 w 114912"/>
                <a:gd name="connsiteY7" fmla="*/ 85 h 249761"/>
                <a:gd name="connsiteX8" fmla="*/ 28204 w 114912"/>
                <a:gd name="connsiteY8" fmla="*/ 56414 h 249761"/>
                <a:gd name="connsiteX9" fmla="*/ 28204 w 114912"/>
                <a:gd name="connsiteY9" fmla="*/ 97155 h 249761"/>
                <a:gd name="connsiteX10" fmla="*/ 185 w 114912"/>
                <a:gd name="connsiteY10" fmla="*/ 97155 h 249761"/>
                <a:gd name="connsiteX11" fmla="*/ 185 w 114912"/>
                <a:gd name="connsiteY11" fmla="*/ 108137 h 249761"/>
                <a:gd name="connsiteX12" fmla="*/ 28204 w 114912"/>
                <a:gd name="connsiteY12" fmla="*/ 108137 h 249761"/>
                <a:gd name="connsiteX13" fmla="*/ 28204 w 114912"/>
                <a:gd name="connsiteY13" fmla="*/ 222921 h 249761"/>
                <a:gd name="connsiteX14" fmla="*/ 540 w 114912"/>
                <a:gd name="connsiteY14" fmla="*/ 238864 h 249761"/>
                <a:gd name="connsiteX15" fmla="*/ 540 w 114912"/>
                <a:gd name="connsiteY15" fmla="*/ 249846 h 249761"/>
                <a:gd name="connsiteX16" fmla="*/ 40972 w 114912"/>
                <a:gd name="connsiteY16" fmla="*/ 248783 h 249761"/>
                <a:gd name="connsiteX17" fmla="*/ 86014 w 114912"/>
                <a:gd name="connsiteY17" fmla="*/ 249846 h 249761"/>
                <a:gd name="connsiteX18" fmla="*/ 86014 w 114912"/>
                <a:gd name="connsiteY18" fmla="*/ 238864 h 249761"/>
                <a:gd name="connsiteX19" fmla="*/ 78566 w 114912"/>
                <a:gd name="connsiteY19" fmla="*/ 238864 h 249761"/>
                <a:gd name="connsiteX20" fmla="*/ 51612 w 114912"/>
                <a:gd name="connsiteY20" fmla="*/ 222213 h 249761"/>
                <a:gd name="connsiteX21" fmla="*/ 51612 w 114912"/>
                <a:gd name="connsiteY21" fmla="*/ 108137 h 249761"/>
                <a:gd name="connsiteX22" fmla="*/ 92044 w 114912"/>
                <a:gd name="connsiteY22" fmla="*/ 108137 h 249761"/>
                <a:gd name="connsiteX23" fmla="*/ 92044 w 114912"/>
                <a:gd name="connsiteY23" fmla="*/ 97155 h 249761"/>
                <a:gd name="connsiteX24" fmla="*/ 50548 w 114912"/>
                <a:gd name="connsiteY24" fmla="*/ 97155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912" h="249761">
                  <a:moveTo>
                    <a:pt x="50548" y="97155"/>
                  </a:moveTo>
                  <a:lnTo>
                    <a:pt x="50548" y="56060"/>
                  </a:lnTo>
                  <a:cubicBezTo>
                    <a:pt x="50548" y="24884"/>
                    <a:pt x="67572" y="7879"/>
                    <a:pt x="83177" y="7879"/>
                  </a:cubicBezTo>
                  <a:cubicBezTo>
                    <a:pt x="84241" y="7879"/>
                    <a:pt x="89561" y="7879"/>
                    <a:pt x="94881" y="10359"/>
                  </a:cubicBezTo>
                  <a:cubicBezTo>
                    <a:pt x="90625" y="11776"/>
                    <a:pt x="84241" y="16381"/>
                    <a:pt x="84241" y="25238"/>
                  </a:cubicBezTo>
                  <a:cubicBezTo>
                    <a:pt x="84241" y="33386"/>
                    <a:pt x="89916" y="40472"/>
                    <a:pt x="99492" y="40472"/>
                  </a:cubicBezTo>
                  <a:cubicBezTo>
                    <a:pt x="109777" y="40472"/>
                    <a:pt x="115097" y="33386"/>
                    <a:pt x="115097" y="24884"/>
                  </a:cubicBezTo>
                  <a:cubicBezTo>
                    <a:pt x="115097" y="11776"/>
                    <a:pt x="101974" y="85"/>
                    <a:pt x="83177" y="85"/>
                  </a:cubicBezTo>
                  <a:cubicBezTo>
                    <a:pt x="58350" y="85"/>
                    <a:pt x="28204" y="18861"/>
                    <a:pt x="28204" y="56414"/>
                  </a:cubicBezTo>
                  <a:lnTo>
                    <a:pt x="28204" y="97155"/>
                  </a:lnTo>
                  <a:lnTo>
                    <a:pt x="185" y="97155"/>
                  </a:lnTo>
                  <a:lnTo>
                    <a:pt x="185" y="108137"/>
                  </a:lnTo>
                  <a:lnTo>
                    <a:pt x="28204" y="108137"/>
                  </a:lnTo>
                  <a:lnTo>
                    <a:pt x="28204" y="222921"/>
                  </a:lnTo>
                  <a:cubicBezTo>
                    <a:pt x="28204" y="238864"/>
                    <a:pt x="24302" y="238864"/>
                    <a:pt x="540" y="238864"/>
                  </a:cubicBezTo>
                  <a:lnTo>
                    <a:pt x="540" y="249846"/>
                  </a:lnTo>
                  <a:cubicBezTo>
                    <a:pt x="14372" y="249492"/>
                    <a:pt x="31041" y="248783"/>
                    <a:pt x="40972" y="248783"/>
                  </a:cubicBezTo>
                  <a:cubicBezTo>
                    <a:pt x="55158" y="248783"/>
                    <a:pt x="71828" y="248783"/>
                    <a:pt x="86014" y="249846"/>
                  </a:cubicBezTo>
                  <a:lnTo>
                    <a:pt x="86014" y="238864"/>
                  </a:lnTo>
                  <a:lnTo>
                    <a:pt x="78566" y="238864"/>
                  </a:lnTo>
                  <a:cubicBezTo>
                    <a:pt x="52321" y="238864"/>
                    <a:pt x="51612" y="234967"/>
                    <a:pt x="51612" y="222213"/>
                  </a:cubicBezTo>
                  <a:lnTo>
                    <a:pt x="51612" y="108137"/>
                  </a:lnTo>
                  <a:lnTo>
                    <a:pt x="92044" y="108137"/>
                  </a:lnTo>
                  <a:lnTo>
                    <a:pt x="92044" y="97155"/>
                  </a:lnTo>
                  <a:lnTo>
                    <a:pt x="50548" y="97155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66808BA2-9893-7D6E-6C35-40CBA28BC6B3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9247653" y="5394719"/>
              <a:ext cx="178397" cy="160484"/>
            </a:xfrm>
            <a:custGeom>
              <a:avLst/>
              <a:gdLst>
                <a:gd name="connsiteX0" fmla="*/ 127514 w 178397"/>
                <a:gd name="connsiteY0" fmla="*/ 128685 h 160484"/>
                <a:gd name="connsiteX1" fmla="*/ 127514 w 178397"/>
                <a:gd name="connsiteY1" fmla="*/ 160570 h 160484"/>
                <a:gd name="connsiteX2" fmla="*/ 178586 w 178397"/>
                <a:gd name="connsiteY2" fmla="*/ 156673 h 160484"/>
                <a:gd name="connsiteX3" fmla="*/ 178586 w 178397"/>
                <a:gd name="connsiteY3" fmla="*/ 145690 h 160484"/>
                <a:gd name="connsiteX4" fmla="*/ 150922 w 178397"/>
                <a:gd name="connsiteY4" fmla="*/ 125851 h 160484"/>
                <a:gd name="connsiteX5" fmla="*/ 150922 w 178397"/>
                <a:gd name="connsiteY5" fmla="*/ 85 h 160484"/>
                <a:gd name="connsiteX6" fmla="*/ 98785 w 178397"/>
                <a:gd name="connsiteY6" fmla="*/ 3982 h 160484"/>
                <a:gd name="connsiteX7" fmla="*/ 98785 w 178397"/>
                <a:gd name="connsiteY7" fmla="*/ 14964 h 160484"/>
                <a:gd name="connsiteX8" fmla="*/ 126450 w 178397"/>
                <a:gd name="connsiteY8" fmla="*/ 34803 h 160484"/>
                <a:gd name="connsiteX9" fmla="*/ 126450 w 178397"/>
                <a:gd name="connsiteY9" fmla="*/ 97864 h 160484"/>
                <a:gd name="connsiteX10" fmla="*/ 83535 w 178397"/>
                <a:gd name="connsiteY10" fmla="*/ 152776 h 160484"/>
                <a:gd name="connsiteX11" fmla="*/ 52324 w 178397"/>
                <a:gd name="connsiteY11" fmla="*/ 117703 h 160484"/>
                <a:gd name="connsiteX12" fmla="*/ 52324 w 178397"/>
                <a:gd name="connsiteY12" fmla="*/ 85 h 160484"/>
                <a:gd name="connsiteX13" fmla="*/ 188 w 178397"/>
                <a:gd name="connsiteY13" fmla="*/ 3982 h 160484"/>
                <a:gd name="connsiteX14" fmla="*/ 188 w 178397"/>
                <a:gd name="connsiteY14" fmla="*/ 14964 h 160484"/>
                <a:gd name="connsiteX15" fmla="*/ 27852 w 178397"/>
                <a:gd name="connsiteY15" fmla="*/ 47557 h 160484"/>
                <a:gd name="connsiteX16" fmla="*/ 27852 w 178397"/>
                <a:gd name="connsiteY16" fmla="*/ 100698 h 160484"/>
                <a:gd name="connsiteX17" fmla="*/ 81762 w 178397"/>
                <a:gd name="connsiteY17" fmla="*/ 160570 h 160484"/>
                <a:gd name="connsiteX18" fmla="*/ 127514 w 178397"/>
                <a:gd name="connsiteY18" fmla="*/ 12868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397" h="160484">
                  <a:moveTo>
                    <a:pt x="127514" y="128685"/>
                  </a:moveTo>
                  <a:lnTo>
                    <a:pt x="127514" y="160570"/>
                  </a:lnTo>
                  <a:lnTo>
                    <a:pt x="178586" y="156673"/>
                  </a:lnTo>
                  <a:lnTo>
                    <a:pt x="178586" y="145690"/>
                  </a:lnTo>
                  <a:cubicBezTo>
                    <a:pt x="153759" y="145690"/>
                    <a:pt x="150922" y="143210"/>
                    <a:pt x="150922" y="125851"/>
                  </a:cubicBezTo>
                  <a:lnTo>
                    <a:pt x="150922" y="85"/>
                  </a:lnTo>
                  <a:lnTo>
                    <a:pt x="98785" y="3982"/>
                  </a:lnTo>
                  <a:lnTo>
                    <a:pt x="98785" y="14964"/>
                  </a:lnTo>
                  <a:cubicBezTo>
                    <a:pt x="123612" y="14964"/>
                    <a:pt x="126450" y="17444"/>
                    <a:pt x="126450" y="34803"/>
                  </a:cubicBezTo>
                  <a:lnTo>
                    <a:pt x="126450" y="97864"/>
                  </a:lnTo>
                  <a:cubicBezTo>
                    <a:pt x="126450" y="128685"/>
                    <a:pt x="109426" y="152776"/>
                    <a:pt x="83535" y="152776"/>
                  </a:cubicBezTo>
                  <a:cubicBezTo>
                    <a:pt x="53743" y="152776"/>
                    <a:pt x="52324" y="136125"/>
                    <a:pt x="52324" y="117703"/>
                  </a:cubicBezTo>
                  <a:lnTo>
                    <a:pt x="52324" y="85"/>
                  </a:lnTo>
                  <a:lnTo>
                    <a:pt x="188" y="3982"/>
                  </a:lnTo>
                  <a:lnTo>
                    <a:pt x="188" y="14964"/>
                  </a:lnTo>
                  <a:cubicBezTo>
                    <a:pt x="27852" y="14964"/>
                    <a:pt x="27852" y="16027"/>
                    <a:pt x="27852" y="47557"/>
                  </a:cubicBezTo>
                  <a:lnTo>
                    <a:pt x="27852" y="100698"/>
                  </a:lnTo>
                  <a:cubicBezTo>
                    <a:pt x="27852" y="128331"/>
                    <a:pt x="27852" y="160570"/>
                    <a:pt x="81762" y="160570"/>
                  </a:cubicBezTo>
                  <a:cubicBezTo>
                    <a:pt x="101623" y="160570"/>
                    <a:pt x="117228" y="150650"/>
                    <a:pt x="127514" y="128685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67319D4-5A82-0EE1-54EC-075304250974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9444691" y="5394719"/>
              <a:ext cx="178397" cy="156588"/>
            </a:xfrm>
            <a:custGeom>
              <a:avLst/>
              <a:gdLst>
                <a:gd name="connsiteX0" fmla="*/ 27858 w 178397"/>
                <a:gd name="connsiteY0" fmla="*/ 34803 h 156588"/>
                <a:gd name="connsiteX1" fmla="*/ 27858 w 178397"/>
                <a:gd name="connsiteY1" fmla="*/ 129748 h 156588"/>
                <a:gd name="connsiteX2" fmla="*/ 194 w 178397"/>
                <a:gd name="connsiteY2" fmla="*/ 145690 h 156588"/>
                <a:gd name="connsiteX3" fmla="*/ 194 w 178397"/>
                <a:gd name="connsiteY3" fmla="*/ 156673 h 156588"/>
                <a:gd name="connsiteX4" fmla="*/ 40271 w 178397"/>
                <a:gd name="connsiteY4" fmla="*/ 155610 h 156588"/>
                <a:gd name="connsiteX5" fmla="*/ 79994 w 178397"/>
                <a:gd name="connsiteY5" fmla="*/ 156673 h 156588"/>
                <a:gd name="connsiteX6" fmla="*/ 79994 w 178397"/>
                <a:gd name="connsiteY6" fmla="*/ 145690 h 156588"/>
                <a:gd name="connsiteX7" fmla="*/ 52330 w 178397"/>
                <a:gd name="connsiteY7" fmla="*/ 129748 h 156588"/>
                <a:gd name="connsiteX8" fmla="*/ 52330 w 178397"/>
                <a:gd name="connsiteY8" fmla="*/ 64562 h 156588"/>
                <a:gd name="connsiteX9" fmla="*/ 100210 w 178397"/>
                <a:gd name="connsiteY9" fmla="*/ 7879 h 156588"/>
                <a:gd name="connsiteX10" fmla="*/ 126455 w 178397"/>
                <a:gd name="connsiteY10" fmla="*/ 47203 h 156588"/>
                <a:gd name="connsiteX11" fmla="*/ 126455 w 178397"/>
                <a:gd name="connsiteY11" fmla="*/ 129748 h 156588"/>
                <a:gd name="connsiteX12" fmla="*/ 98791 w 178397"/>
                <a:gd name="connsiteY12" fmla="*/ 145690 h 156588"/>
                <a:gd name="connsiteX13" fmla="*/ 98791 w 178397"/>
                <a:gd name="connsiteY13" fmla="*/ 156673 h 156588"/>
                <a:gd name="connsiteX14" fmla="*/ 138868 w 178397"/>
                <a:gd name="connsiteY14" fmla="*/ 155610 h 156588"/>
                <a:gd name="connsiteX15" fmla="*/ 178591 w 178397"/>
                <a:gd name="connsiteY15" fmla="*/ 156673 h 156588"/>
                <a:gd name="connsiteX16" fmla="*/ 178591 w 178397"/>
                <a:gd name="connsiteY16" fmla="*/ 145690 h 156588"/>
                <a:gd name="connsiteX17" fmla="*/ 150927 w 178397"/>
                <a:gd name="connsiteY17" fmla="*/ 135062 h 156588"/>
                <a:gd name="connsiteX18" fmla="*/ 150927 w 178397"/>
                <a:gd name="connsiteY18" fmla="*/ 67396 h 156588"/>
                <a:gd name="connsiteX19" fmla="*/ 139932 w 178397"/>
                <a:gd name="connsiteY19" fmla="*/ 13193 h 156588"/>
                <a:gd name="connsiteX20" fmla="*/ 102692 w 178397"/>
                <a:gd name="connsiteY20" fmla="*/ 85 h 156588"/>
                <a:gd name="connsiteX21" fmla="*/ 50202 w 178397"/>
                <a:gd name="connsiteY21" fmla="*/ 37283 h 156588"/>
                <a:gd name="connsiteX22" fmla="*/ 50202 w 178397"/>
                <a:gd name="connsiteY22" fmla="*/ 85 h 156588"/>
                <a:gd name="connsiteX23" fmla="*/ 194 w 178397"/>
                <a:gd name="connsiteY23" fmla="*/ 3982 h 156588"/>
                <a:gd name="connsiteX24" fmla="*/ 194 w 178397"/>
                <a:gd name="connsiteY24" fmla="*/ 14964 h 156588"/>
                <a:gd name="connsiteX25" fmla="*/ 27858 w 178397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397" h="156588">
                  <a:moveTo>
                    <a:pt x="27858" y="34803"/>
                  </a:moveTo>
                  <a:lnTo>
                    <a:pt x="27858" y="129748"/>
                  </a:lnTo>
                  <a:cubicBezTo>
                    <a:pt x="27858" y="145690"/>
                    <a:pt x="23956" y="145690"/>
                    <a:pt x="194" y="145690"/>
                  </a:cubicBezTo>
                  <a:lnTo>
                    <a:pt x="194" y="156673"/>
                  </a:lnTo>
                  <a:cubicBezTo>
                    <a:pt x="12607" y="156318"/>
                    <a:pt x="30695" y="155610"/>
                    <a:pt x="40271" y="155610"/>
                  </a:cubicBezTo>
                  <a:cubicBezTo>
                    <a:pt x="49492" y="155610"/>
                    <a:pt x="67935" y="156318"/>
                    <a:pt x="79994" y="156673"/>
                  </a:cubicBezTo>
                  <a:lnTo>
                    <a:pt x="79994" y="145690"/>
                  </a:lnTo>
                  <a:cubicBezTo>
                    <a:pt x="56231" y="145690"/>
                    <a:pt x="52330" y="145690"/>
                    <a:pt x="52330" y="129748"/>
                  </a:cubicBezTo>
                  <a:lnTo>
                    <a:pt x="52330" y="64562"/>
                  </a:lnTo>
                  <a:cubicBezTo>
                    <a:pt x="52330" y="27718"/>
                    <a:pt x="77511" y="7879"/>
                    <a:pt x="100210" y="7879"/>
                  </a:cubicBezTo>
                  <a:cubicBezTo>
                    <a:pt x="122554" y="7879"/>
                    <a:pt x="126455" y="27009"/>
                    <a:pt x="126455" y="47203"/>
                  </a:cubicBezTo>
                  <a:lnTo>
                    <a:pt x="126455" y="129748"/>
                  </a:lnTo>
                  <a:cubicBezTo>
                    <a:pt x="126455" y="145690"/>
                    <a:pt x="122554" y="145690"/>
                    <a:pt x="98791" y="145690"/>
                  </a:cubicBezTo>
                  <a:lnTo>
                    <a:pt x="98791" y="156673"/>
                  </a:lnTo>
                  <a:cubicBezTo>
                    <a:pt x="111204" y="156318"/>
                    <a:pt x="129292" y="155610"/>
                    <a:pt x="138868" y="155610"/>
                  </a:cubicBezTo>
                  <a:cubicBezTo>
                    <a:pt x="148090" y="155610"/>
                    <a:pt x="166532" y="156318"/>
                    <a:pt x="178591" y="156673"/>
                  </a:cubicBezTo>
                  <a:lnTo>
                    <a:pt x="178591" y="145690"/>
                  </a:lnTo>
                  <a:cubicBezTo>
                    <a:pt x="160148" y="145690"/>
                    <a:pt x="151282" y="145690"/>
                    <a:pt x="150927" y="135062"/>
                  </a:cubicBezTo>
                  <a:lnTo>
                    <a:pt x="150927" y="67396"/>
                  </a:lnTo>
                  <a:cubicBezTo>
                    <a:pt x="150927" y="36929"/>
                    <a:pt x="150927" y="25947"/>
                    <a:pt x="139932" y="13193"/>
                  </a:cubicBezTo>
                  <a:cubicBezTo>
                    <a:pt x="134967" y="7170"/>
                    <a:pt x="123263" y="85"/>
                    <a:pt x="102692" y="85"/>
                  </a:cubicBezTo>
                  <a:cubicBezTo>
                    <a:pt x="76802" y="85"/>
                    <a:pt x="60132" y="15318"/>
                    <a:pt x="50202" y="37283"/>
                  </a:cubicBezTo>
                  <a:lnTo>
                    <a:pt x="50202" y="85"/>
                  </a:lnTo>
                  <a:lnTo>
                    <a:pt x="194" y="3982"/>
                  </a:lnTo>
                  <a:lnTo>
                    <a:pt x="194" y="14964"/>
                  </a:lnTo>
                  <a:cubicBezTo>
                    <a:pt x="25020" y="14964"/>
                    <a:pt x="27858" y="17444"/>
                    <a:pt x="27858" y="3480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4BC2D570-4A4F-F062-B788-C2D64BD80103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9642438" y="5392593"/>
              <a:ext cx="135128" cy="162610"/>
            </a:xfrm>
            <a:custGeom>
              <a:avLst/>
              <a:gdLst>
                <a:gd name="connsiteX0" fmla="*/ 29637 w 135128"/>
                <a:gd name="connsiteY0" fmla="*/ 81567 h 162610"/>
                <a:gd name="connsiteX1" fmla="*/ 77517 w 135128"/>
                <a:gd name="connsiteY1" fmla="*/ 8941 h 162610"/>
                <a:gd name="connsiteX2" fmla="*/ 115466 w 135128"/>
                <a:gd name="connsiteY2" fmla="*/ 22050 h 162610"/>
                <a:gd name="connsiteX3" fmla="*/ 98797 w 135128"/>
                <a:gd name="connsiteY3" fmla="*/ 38346 h 162610"/>
                <a:gd name="connsiteX4" fmla="*/ 115111 w 135128"/>
                <a:gd name="connsiteY4" fmla="*/ 54643 h 162610"/>
                <a:gd name="connsiteX5" fmla="*/ 131426 w 135128"/>
                <a:gd name="connsiteY5" fmla="*/ 37992 h 162610"/>
                <a:gd name="connsiteX6" fmla="*/ 77162 w 135128"/>
                <a:gd name="connsiteY6" fmla="*/ 85 h 162610"/>
                <a:gd name="connsiteX7" fmla="*/ 199 w 135128"/>
                <a:gd name="connsiteY7" fmla="*/ 82276 h 162610"/>
                <a:gd name="connsiteX8" fmla="*/ 76453 w 135128"/>
                <a:gd name="connsiteY8" fmla="*/ 162695 h 162610"/>
                <a:gd name="connsiteX9" fmla="*/ 135327 w 135128"/>
                <a:gd name="connsiteY9" fmla="*/ 116640 h 162610"/>
                <a:gd name="connsiteX10" fmla="*/ 130717 w 135128"/>
                <a:gd name="connsiteY10" fmla="*/ 113097 h 162610"/>
                <a:gd name="connsiteX11" fmla="*/ 126106 w 135128"/>
                <a:gd name="connsiteY11" fmla="*/ 116640 h 162610"/>
                <a:gd name="connsiteX12" fmla="*/ 79645 w 135128"/>
                <a:gd name="connsiteY12" fmla="*/ 153839 h 162610"/>
                <a:gd name="connsiteX13" fmla="*/ 29637 w 135128"/>
                <a:gd name="connsiteY13" fmla="*/ 81567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128" h="162610">
                  <a:moveTo>
                    <a:pt x="29637" y="81567"/>
                  </a:moveTo>
                  <a:cubicBezTo>
                    <a:pt x="29637" y="23821"/>
                    <a:pt x="58719" y="8941"/>
                    <a:pt x="77517" y="8941"/>
                  </a:cubicBezTo>
                  <a:cubicBezTo>
                    <a:pt x="80709" y="8941"/>
                    <a:pt x="103053" y="9296"/>
                    <a:pt x="115466" y="22050"/>
                  </a:cubicBezTo>
                  <a:cubicBezTo>
                    <a:pt x="100925" y="23112"/>
                    <a:pt x="98797" y="33740"/>
                    <a:pt x="98797" y="38346"/>
                  </a:cubicBezTo>
                  <a:cubicBezTo>
                    <a:pt x="98797" y="47557"/>
                    <a:pt x="105181" y="54643"/>
                    <a:pt x="115111" y="54643"/>
                  </a:cubicBezTo>
                  <a:cubicBezTo>
                    <a:pt x="124333" y="54643"/>
                    <a:pt x="131426" y="48620"/>
                    <a:pt x="131426" y="37992"/>
                  </a:cubicBezTo>
                  <a:cubicBezTo>
                    <a:pt x="131426" y="13901"/>
                    <a:pt x="104471" y="85"/>
                    <a:pt x="77162" y="85"/>
                  </a:cubicBezTo>
                  <a:cubicBezTo>
                    <a:pt x="32829" y="85"/>
                    <a:pt x="199" y="38346"/>
                    <a:pt x="199" y="82276"/>
                  </a:cubicBezTo>
                  <a:cubicBezTo>
                    <a:pt x="199" y="127622"/>
                    <a:pt x="35311" y="162695"/>
                    <a:pt x="76453" y="162695"/>
                  </a:cubicBezTo>
                  <a:cubicBezTo>
                    <a:pt x="123978" y="162695"/>
                    <a:pt x="135327" y="120183"/>
                    <a:pt x="135327" y="116640"/>
                  </a:cubicBezTo>
                  <a:cubicBezTo>
                    <a:pt x="135327" y="113097"/>
                    <a:pt x="131781" y="113097"/>
                    <a:pt x="130717" y="113097"/>
                  </a:cubicBezTo>
                  <a:cubicBezTo>
                    <a:pt x="127525" y="113097"/>
                    <a:pt x="126815" y="114514"/>
                    <a:pt x="126106" y="116640"/>
                  </a:cubicBezTo>
                  <a:cubicBezTo>
                    <a:pt x="115821" y="149587"/>
                    <a:pt x="92767" y="153839"/>
                    <a:pt x="79645" y="153839"/>
                  </a:cubicBezTo>
                  <a:cubicBezTo>
                    <a:pt x="60847" y="153839"/>
                    <a:pt x="29637" y="138605"/>
                    <a:pt x="29637" y="81567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F0A6493-5CC1-F8C6-488A-E5A49EEECE3A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9794748" y="5333430"/>
              <a:ext cx="111010" cy="221773"/>
            </a:xfrm>
            <a:custGeom>
              <a:avLst/>
              <a:gdLst>
                <a:gd name="connsiteX0" fmla="*/ 54822 w 111010"/>
                <a:gd name="connsiteY0" fmla="*/ 76253 h 221773"/>
                <a:gd name="connsiteX1" fmla="*/ 105540 w 111010"/>
                <a:gd name="connsiteY1" fmla="*/ 76253 h 221773"/>
                <a:gd name="connsiteX2" fmla="*/ 105540 w 111010"/>
                <a:gd name="connsiteY2" fmla="*/ 65271 h 221773"/>
                <a:gd name="connsiteX3" fmla="*/ 54822 w 111010"/>
                <a:gd name="connsiteY3" fmla="*/ 65271 h 221773"/>
                <a:gd name="connsiteX4" fmla="*/ 54822 w 111010"/>
                <a:gd name="connsiteY4" fmla="*/ 85 h 221773"/>
                <a:gd name="connsiteX5" fmla="*/ 45956 w 111010"/>
                <a:gd name="connsiteY5" fmla="*/ 85 h 221773"/>
                <a:gd name="connsiteX6" fmla="*/ 204 w 111010"/>
                <a:gd name="connsiteY6" fmla="*/ 68459 h 221773"/>
                <a:gd name="connsiteX7" fmla="*/ 204 w 111010"/>
                <a:gd name="connsiteY7" fmla="*/ 76253 h 221773"/>
                <a:gd name="connsiteX8" fmla="*/ 30350 w 111010"/>
                <a:gd name="connsiteY8" fmla="*/ 76253 h 221773"/>
                <a:gd name="connsiteX9" fmla="*/ 30350 w 111010"/>
                <a:gd name="connsiteY9" fmla="*/ 174032 h 221773"/>
                <a:gd name="connsiteX10" fmla="*/ 76102 w 111010"/>
                <a:gd name="connsiteY10" fmla="*/ 221859 h 221773"/>
                <a:gd name="connsiteX11" fmla="*/ 111214 w 111010"/>
                <a:gd name="connsiteY11" fmla="*/ 174032 h 221773"/>
                <a:gd name="connsiteX12" fmla="*/ 111214 w 111010"/>
                <a:gd name="connsiteY12" fmla="*/ 153839 h 221773"/>
                <a:gd name="connsiteX13" fmla="*/ 102348 w 111010"/>
                <a:gd name="connsiteY13" fmla="*/ 153839 h 221773"/>
                <a:gd name="connsiteX14" fmla="*/ 102348 w 111010"/>
                <a:gd name="connsiteY14" fmla="*/ 173323 h 221773"/>
                <a:gd name="connsiteX15" fmla="*/ 78585 w 111010"/>
                <a:gd name="connsiteY15" fmla="*/ 213002 h 221773"/>
                <a:gd name="connsiteX16" fmla="*/ 54822 w 111010"/>
                <a:gd name="connsiteY16" fmla="*/ 174741 h 221773"/>
                <a:gd name="connsiteX17" fmla="*/ 54822 w 111010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10" h="221773">
                  <a:moveTo>
                    <a:pt x="54822" y="76253"/>
                  </a:moveTo>
                  <a:lnTo>
                    <a:pt x="105540" y="76253"/>
                  </a:lnTo>
                  <a:lnTo>
                    <a:pt x="105540" y="65271"/>
                  </a:lnTo>
                  <a:lnTo>
                    <a:pt x="54822" y="65271"/>
                  </a:lnTo>
                  <a:lnTo>
                    <a:pt x="54822" y="85"/>
                  </a:lnTo>
                  <a:lnTo>
                    <a:pt x="45956" y="85"/>
                  </a:lnTo>
                  <a:cubicBezTo>
                    <a:pt x="45601" y="29135"/>
                    <a:pt x="34961" y="67042"/>
                    <a:pt x="204" y="68459"/>
                  </a:cubicBezTo>
                  <a:lnTo>
                    <a:pt x="204" y="76253"/>
                  </a:lnTo>
                  <a:lnTo>
                    <a:pt x="30350" y="76253"/>
                  </a:lnTo>
                  <a:lnTo>
                    <a:pt x="30350" y="174032"/>
                  </a:lnTo>
                  <a:cubicBezTo>
                    <a:pt x="30350" y="217607"/>
                    <a:pt x="63334" y="221859"/>
                    <a:pt x="76102" y="221859"/>
                  </a:cubicBezTo>
                  <a:cubicBezTo>
                    <a:pt x="101284" y="221859"/>
                    <a:pt x="111214" y="196705"/>
                    <a:pt x="111214" y="174032"/>
                  </a:cubicBezTo>
                  <a:lnTo>
                    <a:pt x="111214" y="153839"/>
                  </a:lnTo>
                  <a:lnTo>
                    <a:pt x="102348" y="153839"/>
                  </a:lnTo>
                  <a:lnTo>
                    <a:pt x="102348" y="173323"/>
                  </a:lnTo>
                  <a:cubicBezTo>
                    <a:pt x="102348" y="199540"/>
                    <a:pt x="91708" y="213002"/>
                    <a:pt x="78585" y="213002"/>
                  </a:cubicBezTo>
                  <a:cubicBezTo>
                    <a:pt x="54822" y="213002"/>
                    <a:pt x="54822" y="180763"/>
                    <a:pt x="54822" y="174741"/>
                  </a:cubicBezTo>
                  <a:lnTo>
                    <a:pt x="54822" y="76253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EA7D4754-764C-E4AD-E851-C900ACCC08F3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9937640" y="5314299"/>
              <a:ext cx="75898" cy="237007"/>
            </a:xfrm>
            <a:custGeom>
              <a:avLst/>
              <a:gdLst>
                <a:gd name="connsiteX0" fmla="*/ 51279 w 75898"/>
                <a:gd name="connsiteY0" fmla="*/ 80504 h 237007"/>
                <a:gd name="connsiteX1" fmla="*/ 1626 w 75898"/>
                <a:gd name="connsiteY1" fmla="*/ 84401 h 237007"/>
                <a:gd name="connsiteX2" fmla="*/ 1626 w 75898"/>
                <a:gd name="connsiteY2" fmla="*/ 95384 h 237007"/>
                <a:gd name="connsiteX3" fmla="*/ 27871 w 75898"/>
                <a:gd name="connsiteY3" fmla="*/ 114869 h 237007"/>
                <a:gd name="connsiteX4" fmla="*/ 27871 w 75898"/>
                <a:gd name="connsiteY4" fmla="*/ 210168 h 237007"/>
                <a:gd name="connsiteX5" fmla="*/ 207 w 75898"/>
                <a:gd name="connsiteY5" fmla="*/ 226110 h 237007"/>
                <a:gd name="connsiteX6" fmla="*/ 207 w 75898"/>
                <a:gd name="connsiteY6" fmla="*/ 237092 h 237007"/>
                <a:gd name="connsiteX7" fmla="*/ 39221 w 75898"/>
                <a:gd name="connsiteY7" fmla="*/ 236029 h 237007"/>
                <a:gd name="connsiteX8" fmla="*/ 76106 w 75898"/>
                <a:gd name="connsiteY8" fmla="*/ 237092 h 237007"/>
                <a:gd name="connsiteX9" fmla="*/ 76106 w 75898"/>
                <a:gd name="connsiteY9" fmla="*/ 226110 h 237007"/>
                <a:gd name="connsiteX10" fmla="*/ 51279 w 75898"/>
                <a:gd name="connsiteY10" fmla="*/ 210522 h 237007"/>
                <a:gd name="connsiteX11" fmla="*/ 51279 w 75898"/>
                <a:gd name="connsiteY11" fmla="*/ 80504 h 237007"/>
                <a:gd name="connsiteX12" fmla="*/ 52698 w 75898"/>
                <a:gd name="connsiteY12" fmla="*/ 18861 h 237007"/>
                <a:gd name="connsiteX13" fmla="*/ 33901 w 75898"/>
                <a:gd name="connsiteY13" fmla="*/ 85 h 237007"/>
                <a:gd name="connsiteX14" fmla="*/ 15103 w 75898"/>
                <a:gd name="connsiteY14" fmla="*/ 18861 h 237007"/>
                <a:gd name="connsiteX15" fmla="*/ 33901 w 75898"/>
                <a:gd name="connsiteY15" fmla="*/ 37637 h 237007"/>
                <a:gd name="connsiteX16" fmla="*/ 52698 w 75898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98" h="237007">
                  <a:moveTo>
                    <a:pt x="51279" y="80504"/>
                  </a:moveTo>
                  <a:lnTo>
                    <a:pt x="1626" y="84401"/>
                  </a:lnTo>
                  <a:lnTo>
                    <a:pt x="1626" y="95384"/>
                  </a:lnTo>
                  <a:cubicBezTo>
                    <a:pt x="24679" y="95384"/>
                    <a:pt x="27871" y="97509"/>
                    <a:pt x="27871" y="114869"/>
                  </a:cubicBezTo>
                  <a:lnTo>
                    <a:pt x="27871" y="210168"/>
                  </a:lnTo>
                  <a:cubicBezTo>
                    <a:pt x="27871" y="226110"/>
                    <a:pt x="23970" y="226110"/>
                    <a:pt x="207" y="226110"/>
                  </a:cubicBezTo>
                  <a:lnTo>
                    <a:pt x="207" y="237092"/>
                  </a:lnTo>
                  <a:cubicBezTo>
                    <a:pt x="11557" y="236738"/>
                    <a:pt x="30709" y="236029"/>
                    <a:pt x="39221" y="236029"/>
                  </a:cubicBezTo>
                  <a:cubicBezTo>
                    <a:pt x="51634" y="236029"/>
                    <a:pt x="64048" y="236738"/>
                    <a:pt x="76106" y="237092"/>
                  </a:cubicBezTo>
                  <a:lnTo>
                    <a:pt x="76106" y="226110"/>
                  </a:lnTo>
                  <a:cubicBezTo>
                    <a:pt x="52698" y="226110"/>
                    <a:pt x="51279" y="224339"/>
                    <a:pt x="51279" y="210522"/>
                  </a:cubicBezTo>
                  <a:lnTo>
                    <a:pt x="51279" y="80504"/>
                  </a:lnTo>
                  <a:close/>
                  <a:moveTo>
                    <a:pt x="52698" y="18861"/>
                  </a:moveTo>
                  <a:cubicBezTo>
                    <a:pt x="52698" y="7524"/>
                    <a:pt x="43832" y="85"/>
                    <a:pt x="33901" y="85"/>
                  </a:cubicBezTo>
                  <a:cubicBezTo>
                    <a:pt x="22906" y="85"/>
                    <a:pt x="15103" y="9650"/>
                    <a:pt x="15103" y="18861"/>
                  </a:cubicBezTo>
                  <a:cubicBezTo>
                    <a:pt x="15103" y="28426"/>
                    <a:pt x="22906" y="37637"/>
                    <a:pt x="33901" y="37637"/>
                  </a:cubicBezTo>
                  <a:cubicBezTo>
                    <a:pt x="43832" y="37637"/>
                    <a:pt x="52698" y="30198"/>
                    <a:pt x="52698" y="18861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7353F15E-A64C-4EAE-155A-69B44176117E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034386" y="5392593"/>
              <a:ext cx="157117" cy="162610"/>
            </a:xfrm>
            <a:custGeom>
              <a:avLst/>
              <a:gdLst>
                <a:gd name="connsiteX0" fmla="*/ 157328 w 157117"/>
                <a:gd name="connsiteY0" fmla="*/ 82984 h 162610"/>
                <a:gd name="connsiteX1" fmla="*/ 78946 w 157117"/>
                <a:gd name="connsiteY1" fmla="*/ 85 h 162610"/>
                <a:gd name="connsiteX2" fmla="*/ 210 w 157117"/>
                <a:gd name="connsiteY2" fmla="*/ 82984 h 162610"/>
                <a:gd name="connsiteX3" fmla="*/ 78592 w 157117"/>
                <a:gd name="connsiteY3" fmla="*/ 162695 h 162610"/>
                <a:gd name="connsiteX4" fmla="*/ 157328 w 157117"/>
                <a:gd name="connsiteY4" fmla="*/ 82984 h 162610"/>
                <a:gd name="connsiteX5" fmla="*/ 78946 w 157117"/>
                <a:gd name="connsiteY5" fmla="*/ 153839 h 162610"/>
                <a:gd name="connsiteX6" fmla="*/ 38514 w 157117"/>
                <a:gd name="connsiteY6" fmla="*/ 130102 h 162610"/>
                <a:gd name="connsiteX7" fmla="*/ 29648 w 157117"/>
                <a:gd name="connsiteY7" fmla="*/ 80150 h 162610"/>
                <a:gd name="connsiteX8" fmla="*/ 38160 w 157117"/>
                <a:gd name="connsiteY8" fmla="*/ 31615 h 162610"/>
                <a:gd name="connsiteX9" fmla="*/ 78592 w 157117"/>
                <a:gd name="connsiteY9" fmla="*/ 7879 h 162610"/>
                <a:gd name="connsiteX10" fmla="*/ 118669 w 157117"/>
                <a:gd name="connsiteY10" fmla="*/ 30906 h 162610"/>
                <a:gd name="connsiteX11" fmla="*/ 127890 w 157117"/>
                <a:gd name="connsiteY11" fmla="*/ 80150 h 162610"/>
                <a:gd name="connsiteX12" fmla="*/ 120088 w 157117"/>
                <a:gd name="connsiteY12" fmla="*/ 127622 h 162610"/>
                <a:gd name="connsiteX13" fmla="*/ 78946 w 157117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117" h="162610">
                  <a:moveTo>
                    <a:pt x="157328" y="82984"/>
                  </a:moveTo>
                  <a:cubicBezTo>
                    <a:pt x="157328" y="37637"/>
                    <a:pt x="121861" y="85"/>
                    <a:pt x="78946" y="85"/>
                  </a:cubicBezTo>
                  <a:cubicBezTo>
                    <a:pt x="34613" y="85"/>
                    <a:pt x="210" y="38700"/>
                    <a:pt x="210" y="82984"/>
                  </a:cubicBezTo>
                  <a:cubicBezTo>
                    <a:pt x="210" y="128685"/>
                    <a:pt x="37096" y="162695"/>
                    <a:pt x="78592" y="162695"/>
                  </a:cubicBezTo>
                  <a:cubicBezTo>
                    <a:pt x="121506" y="162695"/>
                    <a:pt x="157328" y="127977"/>
                    <a:pt x="157328" y="82984"/>
                  </a:cubicBezTo>
                  <a:close/>
                  <a:moveTo>
                    <a:pt x="78946" y="153839"/>
                  </a:moveTo>
                  <a:cubicBezTo>
                    <a:pt x="63696" y="153839"/>
                    <a:pt x="48090" y="146399"/>
                    <a:pt x="38514" y="130102"/>
                  </a:cubicBezTo>
                  <a:cubicBezTo>
                    <a:pt x="29648" y="114514"/>
                    <a:pt x="29648" y="92904"/>
                    <a:pt x="29648" y="80150"/>
                  </a:cubicBezTo>
                  <a:cubicBezTo>
                    <a:pt x="29648" y="66333"/>
                    <a:pt x="29648" y="47203"/>
                    <a:pt x="38160" y="31615"/>
                  </a:cubicBezTo>
                  <a:cubicBezTo>
                    <a:pt x="47736" y="15318"/>
                    <a:pt x="64405" y="7879"/>
                    <a:pt x="78592" y="7879"/>
                  </a:cubicBezTo>
                  <a:cubicBezTo>
                    <a:pt x="94197" y="7879"/>
                    <a:pt x="109448" y="15673"/>
                    <a:pt x="118669" y="30906"/>
                  </a:cubicBezTo>
                  <a:cubicBezTo>
                    <a:pt x="127890" y="46140"/>
                    <a:pt x="127890" y="66688"/>
                    <a:pt x="127890" y="80150"/>
                  </a:cubicBezTo>
                  <a:cubicBezTo>
                    <a:pt x="127890" y="92904"/>
                    <a:pt x="127890" y="112035"/>
                    <a:pt x="120088" y="127622"/>
                  </a:cubicBezTo>
                  <a:cubicBezTo>
                    <a:pt x="112285" y="143565"/>
                    <a:pt x="96680" y="153839"/>
                    <a:pt x="78946" y="153839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D5F2CBA-0A3A-27C5-F3D9-95F87A39A32B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213138" y="5394719"/>
              <a:ext cx="178397" cy="156588"/>
            </a:xfrm>
            <a:custGeom>
              <a:avLst/>
              <a:gdLst>
                <a:gd name="connsiteX0" fmla="*/ 27879 w 178397"/>
                <a:gd name="connsiteY0" fmla="*/ 34803 h 156588"/>
                <a:gd name="connsiteX1" fmla="*/ 27879 w 178397"/>
                <a:gd name="connsiteY1" fmla="*/ 129748 h 156588"/>
                <a:gd name="connsiteX2" fmla="*/ 215 w 178397"/>
                <a:gd name="connsiteY2" fmla="*/ 145690 h 156588"/>
                <a:gd name="connsiteX3" fmla="*/ 215 w 178397"/>
                <a:gd name="connsiteY3" fmla="*/ 156673 h 156588"/>
                <a:gd name="connsiteX4" fmla="*/ 40293 w 178397"/>
                <a:gd name="connsiteY4" fmla="*/ 155610 h 156588"/>
                <a:gd name="connsiteX5" fmla="*/ 80015 w 178397"/>
                <a:gd name="connsiteY5" fmla="*/ 156673 h 156588"/>
                <a:gd name="connsiteX6" fmla="*/ 80015 w 178397"/>
                <a:gd name="connsiteY6" fmla="*/ 145690 h 156588"/>
                <a:gd name="connsiteX7" fmla="*/ 52351 w 178397"/>
                <a:gd name="connsiteY7" fmla="*/ 129748 h 156588"/>
                <a:gd name="connsiteX8" fmla="*/ 52351 w 178397"/>
                <a:gd name="connsiteY8" fmla="*/ 64562 h 156588"/>
                <a:gd name="connsiteX9" fmla="*/ 100231 w 178397"/>
                <a:gd name="connsiteY9" fmla="*/ 7879 h 156588"/>
                <a:gd name="connsiteX10" fmla="*/ 126477 w 178397"/>
                <a:gd name="connsiteY10" fmla="*/ 47203 h 156588"/>
                <a:gd name="connsiteX11" fmla="*/ 126477 w 178397"/>
                <a:gd name="connsiteY11" fmla="*/ 129748 h 156588"/>
                <a:gd name="connsiteX12" fmla="*/ 98813 w 178397"/>
                <a:gd name="connsiteY12" fmla="*/ 145690 h 156588"/>
                <a:gd name="connsiteX13" fmla="*/ 98813 w 178397"/>
                <a:gd name="connsiteY13" fmla="*/ 156673 h 156588"/>
                <a:gd name="connsiteX14" fmla="*/ 138890 w 178397"/>
                <a:gd name="connsiteY14" fmla="*/ 155610 h 156588"/>
                <a:gd name="connsiteX15" fmla="*/ 178613 w 178397"/>
                <a:gd name="connsiteY15" fmla="*/ 156673 h 156588"/>
                <a:gd name="connsiteX16" fmla="*/ 178613 w 178397"/>
                <a:gd name="connsiteY16" fmla="*/ 145690 h 156588"/>
                <a:gd name="connsiteX17" fmla="*/ 150949 w 178397"/>
                <a:gd name="connsiteY17" fmla="*/ 135062 h 156588"/>
                <a:gd name="connsiteX18" fmla="*/ 150949 w 178397"/>
                <a:gd name="connsiteY18" fmla="*/ 67396 h 156588"/>
                <a:gd name="connsiteX19" fmla="*/ 139954 w 178397"/>
                <a:gd name="connsiteY19" fmla="*/ 13193 h 156588"/>
                <a:gd name="connsiteX20" fmla="*/ 102714 w 178397"/>
                <a:gd name="connsiteY20" fmla="*/ 85 h 156588"/>
                <a:gd name="connsiteX21" fmla="*/ 50223 w 178397"/>
                <a:gd name="connsiteY21" fmla="*/ 37283 h 156588"/>
                <a:gd name="connsiteX22" fmla="*/ 50223 w 178397"/>
                <a:gd name="connsiteY22" fmla="*/ 85 h 156588"/>
                <a:gd name="connsiteX23" fmla="*/ 215 w 178397"/>
                <a:gd name="connsiteY23" fmla="*/ 3982 h 156588"/>
                <a:gd name="connsiteX24" fmla="*/ 215 w 178397"/>
                <a:gd name="connsiteY24" fmla="*/ 14964 h 156588"/>
                <a:gd name="connsiteX25" fmla="*/ 27879 w 178397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397" h="156588">
                  <a:moveTo>
                    <a:pt x="27879" y="34803"/>
                  </a:moveTo>
                  <a:lnTo>
                    <a:pt x="27879" y="129748"/>
                  </a:lnTo>
                  <a:cubicBezTo>
                    <a:pt x="27879" y="145690"/>
                    <a:pt x="23978" y="145690"/>
                    <a:pt x="215" y="145690"/>
                  </a:cubicBezTo>
                  <a:lnTo>
                    <a:pt x="215" y="156673"/>
                  </a:lnTo>
                  <a:cubicBezTo>
                    <a:pt x="12629" y="156318"/>
                    <a:pt x="30717" y="155610"/>
                    <a:pt x="40293" y="155610"/>
                  </a:cubicBezTo>
                  <a:cubicBezTo>
                    <a:pt x="49514" y="155610"/>
                    <a:pt x="67957" y="156318"/>
                    <a:pt x="80015" y="156673"/>
                  </a:cubicBezTo>
                  <a:lnTo>
                    <a:pt x="80015" y="145690"/>
                  </a:lnTo>
                  <a:cubicBezTo>
                    <a:pt x="56253" y="145690"/>
                    <a:pt x="52351" y="145690"/>
                    <a:pt x="52351" y="129748"/>
                  </a:cubicBezTo>
                  <a:lnTo>
                    <a:pt x="52351" y="64562"/>
                  </a:lnTo>
                  <a:cubicBezTo>
                    <a:pt x="52351" y="27718"/>
                    <a:pt x="77533" y="7879"/>
                    <a:pt x="100231" y="7879"/>
                  </a:cubicBezTo>
                  <a:cubicBezTo>
                    <a:pt x="122575" y="7879"/>
                    <a:pt x="126477" y="27009"/>
                    <a:pt x="126477" y="47203"/>
                  </a:cubicBezTo>
                  <a:lnTo>
                    <a:pt x="126477" y="129748"/>
                  </a:lnTo>
                  <a:cubicBezTo>
                    <a:pt x="126477" y="145690"/>
                    <a:pt x="122575" y="145690"/>
                    <a:pt x="98813" y="145690"/>
                  </a:cubicBezTo>
                  <a:lnTo>
                    <a:pt x="98813" y="156673"/>
                  </a:lnTo>
                  <a:cubicBezTo>
                    <a:pt x="111226" y="156318"/>
                    <a:pt x="129314" y="155610"/>
                    <a:pt x="138890" y="155610"/>
                  </a:cubicBezTo>
                  <a:cubicBezTo>
                    <a:pt x="148111" y="155610"/>
                    <a:pt x="166554" y="156318"/>
                    <a:pt x="178613" y="156673"/>
                  </a:cubicBezTo>
                  <a:lnTo>
                    <a:pt x="178613" y="145690"/>
                  </a:lnTo>
                  <a:cubicBezTo>
                    <a:pt x="160170" y="145690"/>
                    <a:pt x="151303" y="145690"/>
                    <a:pt x="150949" y="135062"/>
                  </a:cubicBezTo>
                  <a:lnTo>
                    <a:pt x="150949" y="67396"/>
                  </a:lnTo>
                  <a:cubicBezTo>
                    <a:pt x="150949" y="36929"/>
                    <a:pt x="150949" y="25947"/>
                    <a:pt x="139954" y="13193"/>
                  </a:cubicBezTo>
                  <a:cubicBezTo>
                    <a:pt x="134989" y="7170"/>
                    <a:pt x="123285" y="85"/>
                    <a:pt x="102714" y="85"/>
                  </a:cubicBezTo>
                  <a:cubicBezTo>
                    <a:pt x="76823" y="85"/>
                    <a:pt x="60154" y="15318"/>
                    <a:pt x="50223" y="37283"/>
                  </a:cubicBezTo>
                  <a:lnTo>
                    <a:pt x="50223" y="85"/>
                  </a:lnTo>
                  <a:lnTo>
                    <a:pt x="215" y="3982"/>
                  </a:lnTo>
                  <a:lnTo>
                    <a:pt x="215" y="14964"/>
                  </a:lnTo>
                  <a:cubicBezTo>
                    <a:pt x="25042" y="14964"/>
                    <a:pt x="27879" y="17444"/>
                    <a:pt x="27879" y="3480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875148B4-FD48-F122-D88C-7E3673F69B68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528753" y="5301546"/>
              <a:ext cx="114912" cy="249761"/>
            </a:xfrm>
            <a:custGeom>
              <a:avLst/>
              <a:gdLst>
                <a:gd name="connsiteX0" fmla="*/ 50587 w 114912"/>
                <a:gd name="connsiteY0" fmla="*/ 97155 h 249761"/>
                <a:gd name="connsiteX1" fmla="*/ 50587 w 114912"/>
                <a:gd name="connsiteY1" fmla="*/ 56060 h 249761"/>
                <a:gd name="connsiteX2" fmla="*/ 83216 w 114912"/>
                <a:gd name="connsiteY2" fmla="*/ 7879 h 249761"/>
                <a:gd name="connsiteX3" fmla="*/ 94920 w 114912"/>
                <a:gd name="connsiteY3" fmla="*/ 10359 h 249761"/>
                <a:gd name="connsiteX4" fmla="*/ 84280 w 114912"/>
                <a:gd name="connsiteY4" fmla="*/ 25238 h 249761"/>
                <a:gd name="connsiteX5" fmla="*/ 99531 w 114912"/>
                <a:gd name="connsiteY5" fmla="*/ 40472 h 249761"/>
                <a:gd name="connsiteX6" fmla="*/ 115136 w 114912"/>
                <a:gd name="connsiteY6" fmla="*/ 24884 h 249761"/>
                <a:gd name="connsiteX7" fmla="*/ 83216 w 114912"/>
                <a:gd name="connsiteY7" fmla="*/ 85 h 249761"/>
                <a:gd name="connsiteX8" fmla="*/ 28243 w 114912"/>
                <a:gd name="connsiteY8" fmla="*/ 56414 h 249761"/>
                <a:gd name="connsiteX9" fmla="*/ 28243 w 114912"/>
                <a:gd name="connsiteY9" fmla="*/ 97155 h 249761"/>
                <a:gd name="connsiteX10" fmla="*/ 224 w 114912"/>
                <a:gd name="connsiteY10" fmla="*/ 97155 h 249761"/>
                <a:gd name="connsiteX11" fmla="*/ 224 w 114912"/>
                <a:gd name="connsiteY11" fmla="*/ 108137 h 249761"/>
                <a:gd name="connsiteX12" fmla="*/ 28243 w 114912"/>
                <a:gd name="connsiteY12" fmla="*/ 108137 h 249761"/>
                <a:gd name="connsiteX13" fmla="*/ 28243 w 114912"/>
                <a:gd name="connsiteY13" fmla="*/ 222921 h 249761"/>
                <a:gd name="connsiteX14" fmla="*/ 579 w 114912"/>
                <a:gd name="connsiteY14" fmla="*/ 238864 h 249761"/>
                <a:gd name="connsiteX15" fmla="*/ 579 w 114912"/>
                <a:gd name="connsiteY15" fmla="*/ 249846 h 249761"/>
                <a:gd name="connsiteX16" fmla="*/ 41011 w 114912"/>
                <a:gd name="connsiteY16" fmla="*/ 248783 h 249761"/>
                <a:gd name="connsiteX17" fmla="*/ 86053 w 114912"/>
                <a:gd name="connsiteY17" fmla="*/ 249846 h 249761"/>
                <a:gd name="connsiteX18" fmla="*/ 86053 w 114912"/>
                <a:gd name="connsiteY18" fmla="*/ 238864 h 249761"/>
                <a:gd name="connsiteX19" fmla="*/ 78605 w 114912"/>
                <a:gd name="connsiteY19" fmla="*/ 238864 h 249761"/>
                <a:gd name="connsiteX20" fmla="*/ 51651 w 114912"/>
                <a:gd name="connsiteY20" fmla="*/ 222213 h 249761"/>
                <a:gd name="connsiteX21" fmla="*/ 51651 w 114912"/>
                <a:gd name="connsiteY21" fmla="*/ 108137 h 249761"/>
                <a:gd name="connsiteX22" fmla="*/ 92083 w 114912"/>
                <a:gd name="connsiteY22" fmla="*/ 108137 h 249761"/>
                <a:gd name="connsiteX23" fmla="*/ 92083 w 114912"/>
                <a:gd name="connsiteY23" fmla="*/ 97155 h 249761"/>
                <a:gd name="connsiteX24" fmla="*/ 50587 w 114912"/>
                <a:gd name="connsiteY24" fmla="*/ 97155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912" h="249761">
                  <a:moveTo>
                    <a:pt x="50587" y="97155"/>
                  </a:moveTo>
                  <a:lnTo>
                    <a:pt x="50587" y="56060"/>
                  </a:lnTo>
                  <a:cubicBezTo>
                    <a:pt x="50587" y="24884"/>
                    <a:pt x="67611" y="7879"/>
                    <a:pt x="83216" y="7879"/>
                  </a:cubicBezTo>
                  <a:cubicBezTo>
                    <a:pt x="84280" y="7879"/>
                    <a:pt x="89600" y="7879"/>
                    <a:pt x="94920" y="10359"/>
                  </a:cubicBezTo>
                  <a:cubicBezTo>
                    <a:pt x="90664" y="11776"/>
                    <a:pt x="84280" y="16381"/>
                    <a:pt x="84280" y="25238"/>
                  </a:cubicBezTo>
                  <a:cubicBezTo>
                    <a:pt x="84280" y="33386"/>
                    <a:pt x="89955" y="40472"/>
                    <a:pt x="99531" y="40472"/>
                  </a:cubicBezTo>
                  <a:cubicBezTo>
                    <a:pt x="109816" y="40472"/>
                    <a:pt x="115136" y="33386"/>
                    <a:pt x="115136" y="24884"/>
                  </a:cubicBezTo>
                  <a:cubicBezTo>
                    <a:pt x="115136" y="11776"/>
                    <a:pt x="102013" y="85"/>
                    <a:pt x="83216" y="85"/>
                  </a:cubicBezTo>
                  <a:cubicBezTo>
                    <a:pt x="58389" y="85"/>
                    <a:pt x="28243" y="18861"/>
                    <a:pt x="28243" y="56414"/>
                  </a:cubicBezTo>
                  <a:lnTo>
                    <a:pt x="28243" y="97155"/>
                  </a:lnTo>
                  <a:lnTo>
                    <a:pt x="224" y="97155"/>
                  </a:lnTo>
                  <a:lnTo>
                    <a:pt x="224" y="108137"/>
                  </a:lnTo>
                  <a:lnTo>
                    <a:pt x="28243" y="108137"/>
                  </a:lnTo>
                  <a:lnTo>
                    <a:pt x="28243" y="222921"/>
                  </a:lnTo>
                  <a:cubicBezTo>
                    <a:pt x="28243" y="238864"/>
                    <a:pt x="24341" y="238864"/>
                    <a:pt x="579" y="238864"/>
                  </a:cubicBezTo>
                  <a:lnTo>
                    <a:pt x="579" y="249846"/>
                  </a:lnTo>
                  <a:cubicBezTo>
                    <a:pt x="14411" y="249492"/>
                    <a:pt x="31080" y="248783"/>
                    <a:pt x="41011" y="248783"/>
                  </a:cubicBezTo>
                  <a:cubicBezTo>
                    <a:pt x="55197" y="248783"/>
                    <a:pt x="71867" y="248783"/>
                    <a:pt x="86053" y="249846"/>
                  </a:cubicBezTo>
                  <a:lnTo>
                    <a:pt x="86053" y="238864"/>
                  </a:lnTo>
                  <a:lnTo>
                    <a:pt x="78605" y="238864"/>
                  </a:lnTo>
                  <a:cubicBezTo>
                    <a:pt x="52360" y="238864"/>
                    <a:pt x="51651" y="234967"/>
                    <a:pt x="51651" y="222213"/>
                  </a:cubicBezTo>
                  <a:lnTo>
                    <a:pt x="51651" y="108137"/>
                  </a:lnTo>
                  <a:lnTo>
                    <a:pt x="92083" y="108137"/>
                  </a:lnTo>
                  <a:lnTo>
                    <a:pt x="92083" y="97155"/>
                  </a:lnTo>
                  <a:lnTo>
                    <a:pt x="50587" y="97155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C25AE89F-F516-7678-C8AC-E8CB0766369A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0635351" y="5392593"/>
              <a:ext cx="157117" cy="162610"/>
            </a:xfrm>
            <a:custGeom>
              <a:avLst/>
              <a:gdLst>
                <a:gd name="connsiteX0" fmla="*/ 157345 w 157117"/>
                <a:gd name="connsiteY0" fmla="*/ 82984 h 162610"/>
                <a:gd name="connsiteX1" fmla="*/ 78963 w 157117"/>
                <a:gd name="connsiteY1" fmla="*/ 85 h 162610"/>
                <a:gd name="connsiteX2" fmla="*/ 227 w 157117"/>
                <a:gd name="connsiteY2" fmla="*/ 82984 h 162610"/>
                <a:gd name="connsiteX3" fmla="*/ 78608 w 157117"/>
                <a:gd name="connsiteY3" fmla="*/ 162695 h 162610"/>
                <a:gd name="connsiteX4" fmla="*/ 157345 w 157117"/>
                <a:gd name="connsiteY4" fmla="*/ 82984 h 162610"/>
                <a:gd name="connsiteX5" fmla="*/ 78963 w 157117"/>
                <a:gd name="connsiteY5" fmla="*/ 153839 h 162610"/>
                <a:gd name="connsiteX6" fmla="*/ 38531 w 157117"/>
                <a:gd name="connsiteY6" fmla="*/ 130102 h 162610"/>
                <a:gd name="connsiteX7" fmla="*/ 29664 w 157117"/>
                <a:gd name="connsiteY7" fmla="*/ 80150 h 162610"/>
                <a:gd name="connsiteX8" fmla="*/ 38176 w 157117"/>
                <a:gd name="connsiteY8" fmla="*/ 31615 h 162610"/>
                <a:gd name="connsiteX9" fmla="*/ 78608 w 157117"/>
                <a:gd name="connsiteY9" fmla="*/ 7879 h 162610"/>
                <a:gd name="connsiteX10" fmla="*/ 118686 w 157117"/>
                <a:gd name="connsiteY10" fmla="*/ 30906 h 162610"/>
                <a:gd name="connsiteX11" fmla="*/ 127907 w 157117"/>
                <a:gd name="connsiteY11" fmla="*/ 80150 h 162610"/>
                <a:gd name="connsiteX12" fmla="*/ 120105 w 157117"/>
                <a:gd name="connsiteY12" fmla="*/ 127622 h 162610"/>
                <a:gd name="connsiteX13" fmla="*/ 78963 w 157117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117" h="162610">
                  <a:moveTo>
                    <a:pt x="157345" y="82984"/>
                  </a:moveTo>
                  <a:cubicBezTo>
                    <a:pt x="157345" y="37637"/>
                    <a:pt x="121878" y="85"/>
                    <a:pt x="78963" y="85"/>
                  </a:cubicBezTo>
                  <a:cubicBezTo>
                    <a:pt x="34630" y="85"/>
                    <a:pt x="227" y="38700"/>
                    <a:pt x="227" y="82984"/>
                  </a:cubicBezTo>
                  <a:cubicBezTo>
                    <a:pt x="227" y="128685"/>
                    <a:pt x="37112" y="162695"/>
                    <a:pt x="78608" y="162695"/>
                  </a:cubicBezTo>
                  <a:cubicBezTo>
                    <a:pt x="121523" y="162695"/>
                    <a:pt x="157345" y="127977"/>
                    <a:pt x="157345" y="82984"/>
                  </a:cubicBezTo>
                  <a:close/>
                  <a:moveTo>
                    <a:pt x="78963" y="153839"/>
                  </a:moveTo>
                  <a:cubicBezTo>
                    <a:pt x="63713" y="153839"/>
                    <a:pt x="48107" y="146399"/>
                    <a:pt x="38531" y="130102"/>
                  </a:cubicBezTo>
                  <a:cubicBezTo>
                    <a:pt x="29664" y="114514"/>
                    <a:pt x="29664" y="92904"/>
                    <a:pt x="29664" y="80150"/>
                  </a:cubicBezTo>
                  <a:cubicBezTo>
                    <a:pt x="29664" y="66333"/>
                    <a:pt x="29664" y="47203"/>
                    <a:pt x="38176" y="31615"/>
                  </a:cubicBezTo>
                  <a:cubicBezTo>
                    <a:pt x="47752" y="15318"/>
                    <a:pt x="64422" y="7879"/>
                    <a:pt x="78608" y="7879"/>
                  </a:cubicBezTo>
                  <a:cubicBezTo>
                    <a:pt x="94214" y="7879"/>
                    <a:pt x="109465" y="15673"/>
                    <a:pt x="118686" y="30906"/>
                  </a:cubicBezTo>
                  <a:cubicBezTo>
                    <a:pt x="127907" y="46140"/>
                    <a:pt x="127907" y="66688"/>
                    <a:pt x="127907" y="80150"/>
                  </a:cubicBezTo>
                  <a:cubicBezTo>
                    <a:pt x="127907" y="92904"/>
                    <a:pt x="127907" y="112035"/>
                    <a:pt x="120105" y="127622"/>
                  </a:cubicBezTo>
                  <a:cubicBezTo>
                    <a:pt x="112302" y="143565"/>
                    <a:pt x="96697" y="153839"/>
                    <a:pt x="78963" y="153839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D7E32EB3-4B98-27A8-603E-B7106F1C33A4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0812685" y="5394719"/>
              <a:ext cx="119168" cy="156588"/>
            </a:xfrm>
            <a:custGeom>
              <a:avLst/>
              <a:gdLst>
                <a:gd name="connsiteX0" fmla="*/ 49531 w 119168"/>
                <a:gd name="connsiteY0" fmla="*/ 39055 h 156588"/>
                <a:gd name="connsiteX1" fmla="*/ 49531 w 119168"/>
                <a:gd name="connsiteY1" fmla="*/ 85 h 156588"/>
                <a:gd name="connsiteX2" fmla="*/ 232 w 119168"/>
                <a:gd name="connsiteY2" fmla="*/ 3982 h 156588"/>
                <a:gd name="connsiteX3" fmla="*/ 232 w 119168"/>
                <a:gd name="connsiteY3" fmla="*/ 14964 h 156588"/>
                <a:gd name="connsiteX4" fmla="*/ 27896 w 119168"/>
                <a:gd name="connsiteY4" fmla="*/ 34803 h 156588"/>
                <a:gd name="connsiteX5" fmla="*/ 27896 w 119168"/>
                <a:gd name="connsiteY5" fmla="*/ 129748 h 156588"/>
                <a:gd name="connsiteX6" fmla="*/ 232 w 119168"/>
                <a:gd name="connsiteY6" fmla="*/ 145690 h 156588"/>
                <a:gd name="connsiteX7" fmla="*/ 232 w 119168"/>
                <a:gd name="connsiteY7" fmla="*/ 156673 h 156588"/>
                <a:gd name="connsiteX8" fmla="*/ 40664 w 119168"/>
                <a:gd name="connsiteY8" fmla="*/ 155610 h 156588"/>
                <a:gd name="connsiteX9" fmla="*/ 85707 w 119168"/>
                <a:gd name="connsiteY9" fmla="*/ 156673 h 156588"/>
                <a:gd name="connsiteX10" fmla="*/ 85707 w 119168"/>
                <a:gd name="connsiteY10" fmla="*/ 145690 h 156588"/>
                <a:gd name="connsiteX11" fmla="*/ 78259 w 119168"/>
                <a:gd name="connsiteY11" fmla="*/ 145690 h 156588"/>
                <a:gd name="connsiteX12" fmla="*/ 51304 w 119168"/>
                <a:gd name="connsiteY12" fmla="*/ 129040 h 156588"/>
                <a:gd name="connsiteX13" fmla="*/ 51304 w 119168"/>
                <a:gd name="connsiteY13" fmla="*/ 74482 h 156588"/>
                <a:gd name="connsiteX14" fmla="*/ 93155 w 119168"/>
                <a:gd name="connsiteY14" fmla="*/ 7879 h 156588"/>
                <a:gd name="connsiteX15" fmla="*/ 97056 w 119168"/>
                <a:gd name="connsiteY15" fmla="*/ 8233 h 156588"/>
                <a:gd name="connsiteX16" fmla="*/ 88899 w 119168"/>
                <a:gd name="connsiteY16" fmla="*/ 22050 h 156588"/>
                <a:gd name="connsiteX17" fmla="*/ 104149 w 119168"/>
                <a:gd name="connsiteY17" fmla="*/ 37283 h 156588"/>
                <a:gd name="connsiteX18" fmla="*/ 119400 w 119168"/>
                <a:gd name="connsiteY18" fmla="*/ 21695 h 156588"/>
                <a:gd name="connsiteX19" fmla="*/ 93155 w 119168"/>
                <a:gd name="connsiteY19" fmla="*/ 85 h 156588"/>
                <a:gd name="connsiteX20" fmla="*/ 49531 w 119168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168" h="156588">
                  <a:moveTo>
                    <a:pt x="49531" y="39055"/>
                  </a:moveTo>
                  <a:lnTo>
                    <a:pt x="49531" y="85"/>
                  </a:lnTo>
                  <a:lnTo>
                    <a:pt x="232" y="3982"/>
                  </a:lnTo>
                  <a:lnTo>
                    <a:pt x="232" y="14964"/>
                  </a:lnTo>
                  <a:cubicBezTo>
                    <a:pt x="25059" y="14964"/>
                    <a:pt x="27896" y="17444"/>
                    <a:pt x="27896" y="34803"/>
                  </a:cubicBezTo>
                  <a:lnTo>
                    <a:pt x="27896" y="129748"/>
                  </a:lnTo>
                  <a:cubicBezTo>
                    <a:pt x="27896" y="145690"/>
                    <a:pt x="23995" y="145690"/>
                    <a:pt x="232" y="145690"/>
                  </a:cubicBezTo>
                  <a:lnTo>
                    <a:pt x="232" y="156673"/>
                  </a:lnTo>
                  <a:cubicBezTo>
                    <a:pt x="14064" y="156318"/>
                    <a:pt x="30733" y="155610"/>
                    <a:pt x="40664" y="155610"/>
                  </a:cubicBezTo>
                  <a:cubicBezTo>
                    <a:pt x="54851" y="155610"/>
                    <a:pt x="71520" y="155610"/>
                    <a:pt x="85707" y="156673"/>
                  </a:cubicBezTo>
                  <a:lnTo>
                    <a:pt x="85707" y="145690"/>
                  </a:lnTo>
                  <a:lnTo>
                    <a:pt x="78259" y="145690"/>
                  </a:lnTo>
                  <a:cubicBezTo>
                    <a:pt x="52013" y="145690"/>
                    <a:pt x="51304" y="141793"/>
                    <a:pt x="51304" y="129040"/>
                  </a:cubicBezTo>
                  <a:lnTo>
                    <a:pt x="51304" y="74482"/>
                  </a:lnTo>
                  <a:cubicBezTo>
                    <a:pt x="51304" y="39409"/>
                    <a:pt x="66200" y="7879"/>
                    <a:pt x="93155" y="7879"/>
                  </a:cubicBezTo>
                  <a:cubicBezTo>
                    <a:pt x="95637" y="7879"/>
                    <a:pt x="96347" y="7879"/>
                    <a:pt x="97056" y="8233"/>
                  </a:cubicBezTo>
                  <a:cubicBezTo>
                    <a:pt x="95992" y="8587"/>
                    <a:pt x="88899" y="12838"/>
                    <a:pt x="88899" y="22050"/>
                  </a:cubicBezTo>
                  <a:cubicBezTo>
                    <a:pt x="88899" y="31969"/>
                    <a:pt x="96347" y="37283"/>
                    <a:pt x="104149" y="37283"/>
                  </a:cubicBezTo>
                  <a:cubicBezTo>
                    <a:pt x="110534" y="37283"/>
                    <a:pt x="119400" y="33032"/>
                    <a:pt x="119400" y="21695"/>
                  </a:cubicBezTo>
                  <a:cubicBezTo>
                    <a:pt x="119400" y="10359"/>
                    <a:pt x="108405" y="85"/>
                    <a:pt x="93155" y="85"/>
                  </a:cubicBezTo>
                  <a:cubicBezTo>
                    <a:pt x="67264" y="85"/>
                    <a:pt x="54496" y="23821"/>
                    <a:pt x="49531" y="39055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34D8B50-562F-D082-77CC-85F6EB6256C6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1066627" y="5333430"/>
              <a:ext cx="111010" cy="221773"/>
            </a:xfrm>
            <a:custGeom>
              <a:avLst/>
              <a:gdLst>
                <a:gd name="connsiteX0" fmla="*/ 54858 w 111010"/>
                <a:gd name="connsiteY0" fmla="*/ 76253 h 221773"/>
                <a:gd name="connsiteX1" fmla="*/ 105575 w 111010"/>
                <a:gd name="connsiteY1" fmla="*/ 76253 h 221773"/>
                <a:gd name="connsiteX2" fmla="*/ 105575 w 111010"/>
                <a:gd name="connsiteY2" fmla="*/ 65271 h 221773"/>
                <a:gd name="connsiteX3" fmla="*/ 54858 w 111010"/>
                <a:gd name="connsiteY3" fmla="*/ 65271 h 221773"/>
                <a:gd name="connsiteX4" fmla="*/ 54858 w 111010"/>
                <a:gd name="connsiteY4" fmla="*/ 85 h 221773"/>
                <a:gd name="connsiteX5" fmla="*/ 45991 w 111010"/>
                <a:gd name="connsiteY5" fmla="*/ 85 h 221773"/>
                <a:gd name="connsiteX6" fmla="*/ 239 w 111010"/>
                <a:gd name="connsiteY6" fmla="*/ 68459 h 221773"/>
                <a:gd name="connsiteX7" fmla="*/ 239 w 111010"/>
                <a:gd name="connsiteY7" fmla="*/ 76253 h 221773"/>
                <a:gd name="connsiteX8" fmla="*/ 30386 w 111010"/>
                <a:gd name="connsiteY8" fmla="*/ 76253 h 221773"/>
                <a:gd name="connsiteX9" fmla="*/ 30386 w 111010"/>
                <a:gd name="connsiteY9" fmla="*/ 174032 h 221773"/>
                <a:gd name="connsiteX10" fmla="*/ 76138 w 111010"/>
                <a:gd name="connsiteY10" fmla="*/ 221859 h 221773"/>
                <a:gd name="connsiteX11" fmla="*/ 111250 w 111010"/>
                <a:gd name="connsiteY11" fmla="*/ 174032 h 221773"/>
                <a:gd name="connsiteX12" fmla="*/ 111250 w 111010"/>
                <a:gd name="connsiteY12" fmla="*/ 153839 h 221773"/>
                <a:gd name="connsiteX13" fmla="*/ 102383 w 111010"/>
                <a:gd name="connsiteY13" fmla="*/ 153839 h 221773"/>
                <a:gd name="connsiteX14" fmla="*/ 102383 w 111010"/>
                <a:gd name="connsiteY14" fmla="*/ 173323 h 221773"/>
                <a:gd name="connsiteX15" fmla="*/ 78621 w 111010"/>
                <a:gd name="connsiteY15" fmla="*/ 213002 h 221773"/>
                <a:gd name="connsiteX16" fmla="*/ 54858 w 111010"/>
                <a:gd name="connsiteY16" fmla="*/ 174741 h 221773"/>
                <a:gd name="connsiteX17" fmla="*/ 54858 w 111010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010" h="221773">
                  <a:moveTo>
                    <a:pt x="54858" y="76253"/>
                  </a:moveTo>
                  <a:lnTo>
                    <a:pt x="105575" y="76253"/>
                  </a:lnTo>
                  <a:lnTo>
                    <a:pt x="105575" y="65271"/>
                  </a:lnTo>
                  <a:lnTo>
                    <a:pt x="54858" y="65271"/>
                  </a:lnTo>
                  <a:lnTo>
                    <a:pt x="54858" y="85"/>
                  </a:lnTo>
                  <a:lnTo>
                    <a:pt x="45991" y="85"/>
                  </a:lnTo>
                  <a:cubicBezTo>
                    <a:pt x="45637" y="29135"/>
                    <a:pt x="34997" y="67042"/>
                    <a:pt x="239" y="68459"/>
                  </a:cubicBezTo>
                  <a:lnTo>
                    <a:pt x="239" y="76253"/>
                  </a:lnTo>
                  <a:lnTo>
                    <a:pt x="30386" y="76253"/>
                  </a:lnTo>
                  <a:lnTo>
                    <a:pt x="30386" y="174032"/>
                  </a:lnTo>
                  <a:cubicBezTo>
                    <a:pt x="30386" y="217607"/>
                    <a:pt x="63370" y="221859"/>
                    <a:pt x="76138" y="221859"/>
                  </a:cubicBezTo>
                  <a:cubicBezTo>
                    <a:pt x="101319" y="221859"/>
                    <a:pt x="111250" y="196705"/>
                    <a:pt x="111250" y="174032"/>
                  </a:cubicBezTo>
                  <a:lnTo>
                    <a:pt x="111250" y="153839"/>
                  </a:lnTo>
                  <a:lnTo>
                    <a:pt x="102383" y="153839"/>
                  </a:lnTo>
                  <a:lnTo>
                    <a:pt x="102383" y="173323"/>
                  </a:lnTo>
                  <a:cubicBezTo>
                    <a:pt x="102383" y="199540"/>
                    <a:pt x="91743" y="213002"/>
                    <a:pt x="78621" y="213002"/>
                  </a:cubicBezTo>
                  <a:cubicBezTo>
                    <a:pt x="54858" y="213002"/>
                    <a:pt x="54858" y="180763"/>
                    <a:pt x="54858" y="174741"/>
                  </a:cubicBezTo>
                  <a:lnTo>
                    <a:pt x="54858" y="76253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1D7E39E-1C66-4216-194D-735AF8F431F6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1207745" y="5394719"/>
              <a:ext cx="119168" cy="156588"/>
            </a:xfrm>
            <a:custGeom>
              <a:avLst/>
              <a:gdLst>
                <a:gd name="connsiteX0" fmla="*/ 49542 w 119168"/>
                <a:gd name="connsiteY0" fmla="*/ 39055 h 156588"/>
                <a:gd name="connsiteX1" fmla="*/ 49542 w 119168"/>
                <a:gd name="connsiteY1" fmla="*/ 85 h 156588"/>
                <a:gd name="connsiteX2" fmla="*/ 243 w 119168"/>
                <a:gd name="connsiteY2" fmla="*/ 3982 h 156588"/>
                <a:gd name="connsiteX3" fmla="*/ 243 w 119168"/>
                <a:gd name="connsiteY3" fmla="*/ 14964 h 156588"/>
                <a:gd name="connsiteX4" fmla="*/ 27907 w 119168"/>
                <a:gd name="connsiteY4" fmla="*/ 34803 h 156588"/>
                <a:gd name="connsiteX5" fmla="*/ 27907 w 119168"/>
                <a:gd name="connsiteY5" fmla="*/ 129748 h 156588"/>
                <a:gd name="connsiteX6" fmla="*/ 243 w 119168"/>
                <a:gd name="connsiteY6" fmla="*/ 145690 h 156588"/>
                <a:gd name="connsiteX7" fmla="*/ 243 w 119168"/>
                <a:gd name="connsiteY7" fmla="*/ 156673 h 156588"/>
                <a:gd name="connsiteX8" fmla="*/ 40675 w 119168"/>
                <a:gd name="connsiteY8" fmla="*/ 155610 h 156588"/>
                <a:gd name="connsiteX9" fmla="*/ 85718 w 119168"/>
                <a:gd name="connsiteY9" fmla="*/ 156673 h 156588"/>
                <a:gd name="connsiteX10" fmla="*/ 85718 w 119168"/>
                <a:gd name="connsiteY10" fmla="*/ 145690 h 156588"/>
                <a:gd name="connsiteX11" fmla="*/ 78270 w 119168"/>
                <a:gd name="connsiteY11" fmla="*/ 145690 h 156588"/>
                <a:gd name="connsiteX12" fmla="*/ 51315 w 119168"/>
                <a:gd name="connsiteY12" fmla="*/ 129040 h 156588"/>
                <a:gd name="connsiteX13" fmla="*/ 51315 w 119168"/>
                <a:gd name="connsiteY13" fmla="*/ 74482 h 156588"/>
                <a:gd name="connsiteX14" fmla="*/ 93166 w 119168"/>
                <a:gd name="connsiteY14" fmla="*/ 7879 h 156588"/>
                <a:gd name="connsiteX15" fmla="*/ 97067 w 119168"/>
                <a:gd name="connsiteY15" fmla="*/ 8233 h 156588"/>
                <a:gd name="connsiteX16" fmla="*/ 88910 w 119168"/>
                <a:gd name="connsiteY16" fmla="*/ 22050 h 156588"/>
                <a:gd name="connsiteX17" fmla="*/ 104161 w 119168"/>
                <a:gd name="connsiteY17" fmla="*/ 37283 h 156588"/>
                <a:gd name="connsiteX18" fmla="*/ 119411 w 119168"/>
                <a:gd name="connsiteY18" fmla="*/ 21695 h 156588"/>
                <a:gd name="connsiteX19" fmla="*/ 93166 w 119168"/>
                <a:gd name="connsiteY19" fmla="*/ 85 h 156588"/>
                <a:gd name="connsiteX20" fmla="*/ 49542 w 119168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168" h="156588">
                  <a:moveTo>
                    <a:pt x="49542" y="39055"/>
                  </a:moveTo>
                  <a:lnTo>
                    <a:pt x="49542" y="85"/>
                  </a:lnTo>
                  <a:lnTo>
                    <a:pt x="243" y="3982"/>
                  </a:lnTo>
                  <a:lnTo>
                    <a:pt x="243" y="14964"/>
                  </a:lnTo>
                  <a:cubicBezTo>
                    <a:pt x="25070" y="14964"/>
                    <a:pt x="27907" y="17444"/>
                    <a:pt x="27907" y="34803"/>
                  </a:cubicBezTo>
                  <a:lnTo>
                    <a:pt x="27907" y="129748"/>
                  </a:lnTo>
                  <a:cubicBezTo>
                    <a:pt x="27907" y="145690"/>
                    <a:pt x="24006" y="145690"/>
                    <a:pt x="243" y="145690"/>
                  </a:cubicBezTo>
                  <a:lnTo>
                    <a:pt x="243" y="156673"/>
                  </a:lnTo>
                  <a:cubicBezTo>
                    <a:pt x="14075" y="156318"/>
                    <a:pt x="30745" y="155610"/>
                    <a:pt x="40675" y="155610"/>
                  </a:cubicBezTo>
                  <a:cubicBezTo>
                    <a:pt x="54862" y="155610"/>
                    <a:pt x="71531" y="155610"/>
                    <a:pt x="85718" y="156673"/>
                  </a:cubicBezTo>
                  <a:lnTo>
                    <a:pt x="85718" y="145690"/>
                  </a:lnTo>
                  <a:lnTo>
                    <a:pt x="78270" y="145690"/>
                  </a:lnTo>
                  <a:cubicBezTo>
                    <a:pt x="52025" y="145690"/>
                    <a:pt x="51315" y="141793"/>
                    <a:pt x="51315" y="129040"/>
                  </a:cubicBezTo>
                  <a:lnTo>
                    <a:pt x="51315" y="74482"/>
                  </a:lnTo>
                  <a:cubicBezTo>
                    <a:pt x="51315" y="39409"/>
                    <a:pt x="66211" y="7879"/>
                    <a:pt x="93166" y="7879"/>
                  </a:cubicBezTo>
                  <a:cubicBezTo>
                    <a:pt x="95649" y="7879"/>
                    <a:pt x="96358" y="7879"/>
                    <a:pt x="97067" y="8233"/>
                  </a:cubicBezTo>
                  <a:cubicBezTo>
                    <a:pt x="96003" y="8587"/>
                    <a:pt x="88910" y="12838"/>
                    <a:pt x="88910" y="22050"/>
                  </a:cubicBezTo>
                  <a:cubicBezTo>
                    <a:pt x="88910" y="31969"/>
                    <a:pt x="96358" y="37283"/>
                    <a:pt x="104161" y="37283"/>
                  </a:cubicBezTo>
                  <a:cubicBezTo>
                    <a:pt x="110545" y="37283"/>
                    <a:pt x="119411" y="33032"/>
                    <a:pt x="119411" y="21695"/>
                  </a:cubicBezTo>
                  <a:cubicBezTo>
                    <a:pt x="119411" y="10359"/>
                    <a:pt x="108417" y="85"/>
                    <a:pt x="93166" y="85"/>
                  </a:cubicBezTo>
                  <a:cubicBezTo>
                    <a:pt x="67275" y="85"/>
                    <a:pt x="54507" y="23821"/>
                    <a:pt x="49542" y="39055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B8103A38-4E2B-BD17-0B67-A9B9A477F908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1351622" y="5392593"/>
              <a:ext cx="159954" cy="162610"/>
            </a:xfrm>
            <a:custGeom>
              <a:avLst/>
              <a:gdLst>
                <a:gd name="connsiteX0" fmla="*/ 103455 w 159954"/>
                <a:gd name="connsiteY0" fmla="*/ 131874 h 162610"/>
                <a:gd name="connsiteX1" fmla="*/ 131119 w 159954"/>
                <a:gd name="connsiteY1" fmla="*/ 160924 h 162610"/>
                <a:gd name="connsiteX2" fmla="*/ 160202 w 159954"/>
                <a:gd name="connsiteY2" fmla="*/ 127268 h 162610"/>
                <a:gd name="connsiteX3" fmla="*/ 160202 w 159954"/>
                <a:gd name="connsiteY3" fmla="*/ 107429 h 162610"/>
                <a:gd name="connsiteX4" fmla="*/ 151335 w 159954"/>
                <a:gd name="connsiteY4" fmla="*/ 107429 h 162610"/>
                <a:gd name="connsiteX5" fmla="*/ 151335 w 159954"/>
                <a:gd name="connsiteY5" fmla="*/ 127268 h 162610"/>
                <a:gd name="connsiteX6" fmla="*/ 138567 w 159954"/>
                <a:gd name="connsiteY6" fmla="*/ 149942 h 162610"/>
                <a:gd name="connsiteX7" fmla="*/ 125445 w 159954"/>
                <a:gd name="connsiteY7" fmla="*/ 132228 h 162610"/>
                <a:gd name="connsiteX8" fmla="*/ 125445 w 159954"/>
                <a:gd name="connsiteY8" fmla="*/ 61374 h 162610"/>
                <a:gd name="connsiteX9" fmla="*/ 112677 w 159954"/>
                <a:gd name="connsiteY9" fmla="*/ 19570 h 162610"/>
                <a:gd name="connsiteX10" fmla="*/ 64087 w 159954"/>
                <a:gd name="connsiteY10" fmla="*/ 85 h 162610"/>
                <a:gd name="connsiteX11" fmla="*/ 10532 w 159954"/>
                <a:gd name="connsiteY11" fmla="*/ 40117 h 162610"/>
                <a:gd name="connsiteX12" fmla="*/ 26847 w 159954"/>
                <a:gd name="connsiteY12" fmla="*/ 56768 h 162610"/>
                <a:gd name="connsiteX13" fmla="*/ 43162 w 159954"/>
                <a:gd name="connsiteY13" fmla="*/ 40472 h 162610"/>
                <a:gd name="connsiteX14" fmla="*/ 25074 w 159954"/>
                <a:gd name="connsiteY14" fmla="*/ 24175 h 162610"/>
                <a:gd name="connsiteX15" fmla="*/ 63378 w 159954"/>
                <a:gd name="connsiteY15" fmla="*/ 7879 h 162610"/>
                <a:gd name="connsiteX16" fmla="*/ 100973 w 159954"/>
                <a:gd name="connsiteY16" fmla="*/ 53225 h 162610"/>
                <a:gd name="connsiteX17" fmla="*/ 100973 w 159954"/>
                <a:gd name="connsiteY17" fmla="*/ 66333 h 162610"/>
                <a:gd name="connsiteX18" fmla="*/ 35714 w 159954"/>
                <a:gd name="connsiteY18" fmla="*/ 79087 h 162610"/>
                <a:gd name="connsiteX19" fmla="*/ 247 w 159954"/>
                <a:gd name="connsiteY19" fmla="*/ 125143 h 162610"/>
                <a:gd name="connsiteX20" fmla="*/ 56994 w 159954"/>
                <a:gd name="connsiteY20" fmla="*/ 162695 h 162610"/>
                <a:gd name="connsiteX21" fmla="*/ 103455 w 159954"/>
                <a:gd name="connsiteY21" fmla="*/ 131874 h 162610"/>
                <a:gd name="connsiteX22" fmla="*/ 100973 w 159954"/>
                <a:gd name="connsiteY22" fmla="*/ 73773 h 162610"/>
                <a:gd name="connsiteX23" fmla="*/ 100973 w 159954"/>
                <a:gd name="connsiteY23" fmla="*/ 109200 h 162610"/>
                <a:gd name="connsiteX24" fmla="*/ 59476 w 159954"/>
                <a:gd name="connsiteY24" fmla="*/ 154901 h 162610"/>
                <a:gd name="connsiteX25" fmla="*/ 27556 w 159954"/>
                <a:gd name="connsiteY25" fmla="*/ 124788 h 162610"/>
                <a:gd name="connsiteX26" fmla="*/ 100973 w 159954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954" h="162610">
                  <a:moveTo>
                    <a:pt x="103455" y="131874"/>
                  </a:moveTo>
                  <a:cubicBezTo>
                    <a:pt x="104874" y="146045"/>
                    <a:pt x="114450" y="160924"/>
                    <a:pt x="131119" y="160924"/>
                  </a:cubicBezTo>
                  <a:cubicBezTo>
                    <a:pt x="138567" y="160924"/>
                    <a:pt x="160202" y="155964"/>
                    <a:pt x="160202" y="127268"/>
                  </a:cubicBezTo>
                  <a:lnTo>
                    <a:pt x="160202" y="107429"/>
                  </a:lnTo>
                  <a:lnTo>
                    <a:pt x="151335" y="107429"/>
                  </a:lnTo>
                  <a:lnTo>
                    <a:pt x="151335" y="127268"/>
                  </a:lnTo>
                  <a:cubicBezTo>
                    <a:pt x="151335" y="147816"/>
                    <a:pt x="142469" y="149942"/>
                    <a:pt x="138567" y="149942"/>
                  </a:cubicBezTo>
                  <a:cubicBezTo>
                    <a:pt x="126863" y="149942"/>
                    <a:pt x="125445" y="133999"/>
                    <a:pt x="125445" y="132228"/>
                  </a:cubicBezTo>
                  <a:lnTo>
                    <a:pt x="125445" y="61374"/>
                  </a:lnTo>
                  <a:cubicBezTo>
                    <a:pt x="125445" y="46494"/>
                    <a:pt x="125445" y="32678"/>
                    <a:pt x="112677" y="19570"/>
                  </a:cubicBezTo>
                  <a:cubicBezTo>
                    <a:pt x="98844" y="5753"/>
                    <a:pt x="81111" y="85"/>
                    <a:pt x="64087" y="85"/>
                  </a:cubicBezTo>
                  <a:cubicBezTo>
                    <a:pt x="35004" y="85"/>
                    <a:pt x="10532" y="16735"/>
                    <a:pt x="10532" y="40117"/>
                  </a:cubicBezTo>
                  <a:cubicBezTo>
                    <a:pt x="10532" y="50746"/>
                    <a:pt x="17626" y="56768"/>
                    <a:pt x="26847" y="56768"/>
                  </a:cubicBezTo>
                  <a:cubicBezTo>
                    <a:pt x="36778" y="56768"/>
                    <a:pt x="43162" y="49683"/>
                    <a:pt x="43162" y="40472"/>
                  </a:cubicBezTo>
                  <a:cubicBezTo>
                    <a:pt x="43162" y="36220"/>
                    <a:pt x="41388" y="24529"/>
                    <a:pt x="25074" y="24175"/>
                  </a:cubicBezTo>
                  <a:cubicBezTo>
                    <a:pt x="34650" y="11776"/>
                    <a:pt x="52028" y="7879"/>
                    <a:pt x="63378" y="7879"/>
                  </a:cubicBezTo>
                  <a:cubicBezTo>
                    <a:pt x="80756" y="7879"/>
                    <a:pt x="100973" y="21695"/>
                    <a:pt x="100973" y="53225"/>
                  </a:cubicBezTo>
                  <a:lnTo>
                    <a:pt x="100973" y="66333"/>
                  </a:lnTo>
                  <a:cubicBezTo>
                    <a:pt x="82884" y="67396"/>
                    <a:pt x="58058" y="68459"/>
                    <a:pt x="35714" y="79087"/>
                  </a:cubicBezTo>
                  <a:cubicBezTo>
                    <a:pt x="9114" y="91132"/>
                    <a:pt x="247" y="109555"/>
                    <a:pt x="247" y="125143"/>
                  </a:cubicBezTo>
                  <a:cubicBezTo>
                    <a:pt x="247" y="153839"/>
                    <a:pt x="34650" y="162695"/>
                    <a:pt x="56994" y="162695"/>
                  </a:cubicBezTo>
                  <a:cubicBezTo>
                    <a:pt x="80402" y="162695"/>
                    <a:pt x="96716" y="148524"/>
                    <a:pt x="103455" y="131874"/>
                  </a:cubicBezTo>
                  <a:close/>
                  <a:moveTo>
                    <a:pt x="100973" y="73773"/>
                  </a:moveTo>
                  <a:lnTo>
                    <a:pt x="100973" y="109200"/>
                  </a:lnTo>
                  <a:cubicBezTo>
                    <a:pt x="100973" y="142856"/>
                    <a:pt x="75436" y="154901"/>
                    <a:pt x="59476" y="154901"/>
                  </a:cubicBezTo>
                  <a:cubicBezTo>
                    <a:pt x="42098" y="154901"/>
                    <a:pt x="27556" y="142502"/>
                    <a:pt x="27556" y="124788"/>
                  </a:cubicBezTo>
                  <a:cubicBezTo>
                    <a:pt x="27556" y="105303"/>
                    <a:pt x="42452" y="75899"/>
                    <a:pt x="100973" y="7377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1142193-36B6-FF47-F87C-8F79C941A425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1525410" y="5394719"/>
              <a:ext cx="178397" cy="156588"/>
            </a:xfrm>
            <a:custGeom>
              <a:avLst/>
              <a:gdLst>
                <a:gd name="connsiteX0" fmla="*/ 27916 w 178397"/>
                <a:gd name="connsiteY0" fmla="*/ 34803 h 156588"/>
                <a:gd name="connsiteX1" fmla="*/ 27916 w 178397"/>
                <a:gd name="connsiteY1" fmla="*/ 129748 h 156588"/>
                <a:gd name="connsiteX2" fmla="*/ 252 w 178397"/>
                <a:gd name="connsiteY2" fmla="*/ 145690 h 156588"/>
                <a:gd name="connsiteX3" fmla="*/ 252 w 178397"/>
                <a:gd name="connsiteY3" fmla="*/ 156673 h 156588"/>
                <a:gd name="connsiteX4" fmla="*/ 40329 w 178397"/>
                <a:gd name="connsiteY4" fmla="*/ 155610 h 156588"/>
                <a:gd name="connsiteX5" fmla="*/ 80052 w 178397"/>
                <a:gd name="connsiteY5" fmla="*/ 156673 h 156588"/>
                <a:gd name="connsiteX6" fmla="*/ 80052 w 178397"/>
                <a:gd name="connsiteY6" fmla="*/ 145690 h 156588"/>
                <a:gd name="connsiteX7" fmla="*/ 52388 w 178397"/>
                <a:gd name="connsiteY7" fmla="*/ 129748 h 156588"/>
                <a:gd name="connsiteX8" fmla="*/ 52388 w 178397"/>
                <a:gd name="connsiteY8" fmla="*/ 64562 h 156588"/>
                <a:gd name="connsiteX9" fmla="*/ 100268 w 178397"/>
                <a:gd name="connsiteY9" fmla="*/ 7879 h 156588"/>
                <a:gd name="connsiteX10" fmla="*/ 126513 w 178397"/>
                <a:gd name="connsiteY10" fmla="*/ 47203 h 156588"/>
                <a:gd name="connsiteX11" fmla="*/ 126513 w 178397"/>
                <a:gd name="connsiteY11" fmla="*/ 129748 h 156588"/>
                <a:gd name="connsiteX12" fmla="*/ 98849 w 178397"/>
                <a:gd name="connsiteY12" fmla="*/ 145690 h 156588"/>
                <a:gd name="connsiteX13" fmla="*/ 98849 w 178397"/>
                <a:gd name="connsiteY13" fmla="*/ 156673 h 156588"/>
                <a:gd name="connsiteX14" fmla="*/ 138927 w 178397"/>
                <a:gd name="connsiteY14" fmla="*/ 155610 h 156588"/>
                <a:gd name="connsiteX15" fmla="*/ 178650 w 178397"/>
                <a:gd name="connsiteY15" fmla="*/ 156673 h 156588"/>
                <a:gd name="connsiteX16" fmla="*/ 178650 w 178397"/>
                <a:gd name="connsiteY16" fmla="*/ 145690 h 156588"/>
                <a:gd name="connsiteX17" fmla="*/ 150986 w 178397"/>
                <a:gd name="connsiteY17" fmla="*/ 135062 h 156588"/>
                <a:gd name="connsiteX18" fmla="*/ 150986 w 178397"/>
                <a:gd name="connsiteY18" fmla="*/ 67396 h 156588"/>
                <a:gd name="connsiteX19" fmla="*/ 139991 w 178397"/>
                <a:gd name="connsiteY19" fmla="*/ 13193 h 156588"/>
                <a:gd name="connsiteX20" fmla="*/ 102751 w 178397"/>
                <a:gd name="connsiteY20" fmla="*/ 85 h 156588"/>
                <a:gd name="connsiteX21" fmla="*/ 50260 w 178397"/>
                <a:gd name="connsiteY21" fmla="*/ 37283 h 156588"/>
                <a:gd name="connsiteX22" fmla="*/ 50260 w 178397"/>
                <a:gd name="connsiteY22" fmla="*/ 85 h 156588"/>
                <a:gd name="connsiteX23" fmla="*/ 252 w 178397"/>
                <a:gd name="connsiteY23" fmla="*/ 3982 h 156588"/>
                <a:gd name="connsiteX24" fmla="*/ 252 w 178397"/>
                <a:gd name="connsiteY24" fmla="*/ 14964 h 156588"/>
                <a:gd name="connsiteX25" fmla="*/ 27916 w 178397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397" h="156588">
                  <a:moveTo>
                    <a:pt x="27916" y="34803"/>
                  </a:moveTo>
                  <a:lnTo>
                    <a:pt x="27916" y="129748"/>
                  </a:lnTo>
                  <a:cubicBezTo>
                    <a:pt x="27916" y="145690"/>
                    <a:pt x="24015" y="145690"/>
                    <a:pt x="252" y="145690"/>
                  </a:cubicBezTo>
                  <a:lnTo>
                    <a:pt x="252" y="156673"/>
                  </a:lnTo>
                  <a:cubicBezTo>
                    <a:pt x="12665" y="156318"/>
                    <a:pt x="30753" y="155610"/>
                    <a:pt x="40329" y="155610"/>
                  </a:cubicBezTo>
                  <a:cubicBezTo>
                    <a:pt x="49551" y="155610"/>
                    <a:pt x="67993" y="156318"/>
                    <a:pt x="80052" y="156673"/>
                  </a:cubicBezTo>
                  <a:lnTo>
                    <a:pt x="80052" y="145690"/>
                  </a:lnTo>
                  <a:cubicBezTo>
                    <a:pt x="56289" y="145690"/>
                    <a:pt x="52388" y="145690"/>
                    <a:pt x="52388" y="129748"/>
                  </a:cubicBezTo>
                  <a:lnTo>
                    <a:pt x="52388" y="64562"/>
                  </a:lnTo>
                  <a:cubicBezTo>
                    <a:pt x="52388" y="27718"/>
                    <a:pt x="77569" y="7879"/>
                    <a:pt x="100268" y="7879"/>
                  </a:cubicBezTo>
                  <a:cubicBezTo>
                    <a:pt x="122612" y="7879"/>
                    <a:pt x="126513" y="27009"/>
                    <a:pt x="126513" y="47203"/>
                  </a:cubicBezTo>
                  <a:lnTo>
                    <a:pt x="126513" y="129748"/>
                  </a:lnTo>
                  <a:cubicBezTo>
                    <a:pt x="126513" y="145690"/>
                    <a:pt x="122612" y="145690"/>
                    <a:pt x="98849" y="145690"/>
                  </a:cubicBezTo>
                  <a:lnTo>
                    <a:pt x="98849" y="156673"/>
                  </a:lnTo>
                  <a:cubicBezTo>
                    <a:pt x="111263" y="156318"/>
                    <a:pt x="129351" y="155610"/>
                    <a:pt x="138927" y="155610"/>
                  </a:cubicBezTo>
                  <a:cubicBezTo>
                    <a:pt x="148148" y="155610"/>
                    <a:pt x="166591" y="156318"/>
                    <a:pt x="178650" y="156673"/>
                  </a:cubicBezTo>
                  <a:lnTo>
                    <a:pt x="178650" y="145690"/>
                  </a:lnTo>
                  <a:cubicBezTo>
                    <a:pt x="160207" y="145690"/>
                    <a:pt x="151340" y="145690"/>
                    <a:pt x="150986" y="135062"/>
                  </a:cubicBezTo>
                  <a:lnTo>
                    <a:pt x="150986" y="67396"/>
                  </a:lnTo>
                  <a:cubicBezTo>
                    <a:pt x="150986" y="36929"/>
                    <a:pt x="150986" y="25947"/>
                    <a:pt x="139991" y="13193"/>
                  </a:cubicBezTo>
                  <a:cubicBezTo>
                    <a:pt x="135026" y="7170"/>
                    <a:pt x="123322" y="85"/>
                    <a:pt x="102751" y="85"/>
                  </a:cubicBezTo>
                  <a:cubicBezTo>
                    <a:pt x="76860" y="85"/>
                    <a:pt x="60191" y="15318"/>
                    <a:pt x="50260" y="37283"/>
                  </a:cubicBezTo>
                  <a:lnTo>
                    <a:pt x="50260" y="85"/>
                  </a:lnTo>
                  <a:lnTo>
                    <a:pt x="252" y="3982"/>
                  </a:lnTo>
                  <a:lnTo>
                    <a:pt x="252" y="14964"/>
                  </a:lnTo>
                  <a:cubicBezTo>
                    <a:pt x="25079" y="14964"/>
                    <a:pt x="27916" y="17444"/>
                    <a:pt x="27916" y="3480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35C80863-998A-108C-36A7-C5B7C6F9FA50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1722802" y="5392593"/>
              <a:ext cx="115976" cy="162610"/>
            </a:xfrm>
            <a:custGeom>
              <a:avLst/>
              <a:gdLst>
                <a:gd name="connsiteX0" fmla="*/ 62324 w 115976"/>
                <a:gd name="connsiteY0" fmla="*/ 90070 h 162610"/>
                <a:gd name="connsiteX1" fmla="*/ 99210 w 115976"/>
                <a:gd name="connsiteY1" fmla="*/ 122663 h 162610"/>
                <a:gd name="connsiteX2" fmla="*/ 59132 w 115976"/>
                <a:gd name="connsiteY2" fmla="*/ 154901 h 162610"/>
                <a:gd name="connsiteX3" fmla="*/ 9834 w 115976"/>
                <a:gd name="connsiteY3" fmla="*/ 104595 h 162610"/>
                <a:gd name="connsiteX4" fmla="*/ 4868 w 115976"/>
                <a:gd name="connsiteY4" fmla="*/ 98572 h 162610"/>
                <a:gd name="connsiteX5" fmla="*/ 258 w 115976"/>
                <a:gd name="connsiteY5" fmla="*/ 107429 h 162610"/>
                <a:gd name="connsiteX6" fmla="*/ 258 w 115976"/>
                <a:gd name="connsiteY6" fmla="*/ 154193 h 162610"/>
                <a:gd name="connsiteX7" fmla="*/ 4159 w 115976"/>
                <a:gd name="connsiteY7" fmla="*/ 162695 h 162610"/>
                <a:gd name="connsiteX8" fmla="*/ 13026 w 115976"/>
                <a:gd name="connsiteY8" fmla="*/ 155610 h 162610"/>
                <a:gd name="connsiteX9" fmla="*/ 20119 w 115976"/>
                <a:gd name="connsiteY9" fmla="*/ 147462 h 162610"/>
                <a:gd name="connsiteX10" fmla="*/ 59132 w 115976"/>
                <a:gd name="connsiteY10" fmla="*/ 162695 h 162610"/>
                <a:gd name="connsiteX11" fmla="*/ 116234 w 115976"/>
                <a:gd name="connsiteY11" fmla="*/ 113452 h 162610"/>
                <a:gd name="connsiteX12" fmla="*/ 101338 w 115976"/>
                <a:gd name="connsiteY12" fmla="*/ 79796 h 162610"/>
                <a:gd name="connsiteX13" fmla="*/ 60906 w 115976"/>
                <a:gd name="connsiteY13" fmla="*/ 62791 h 162610"/>
                <a:gd name="connsiteX14" fmla="*/ 17282 w 115976"/>
                <a:gd name="connsiteY14" fmla="*/ 33740 h 162610"/>
                <a:gd name="connsiteX15" fmla="*/ 57004 w 115976"/>
                <a:gd name="connsiteY15" fmla="*/ 6816 h 162610"/>
                <a:gd name="connsiteX16" fmla="*/ 98500 w 115976"/>
                <a:gd name="connsiteY16" fmla="*/ 49683 h 162610"/>
                <a:gd name="connsiteX17" fmla="*/ 102756 w 115976"/>
                <a:gd name="connsiteY17" fmla="*/ 52871 h 162610"/>
                <a:gd name="connsiteX18" fmla="*/ 107367 w 115976"/>
                <a:gd name="connsiteY18" fmla="*/ 44369 h 162610"/>
                <a:gd name="connsiteX19" fmla="*/ 107367 w 115976"/>
                <a:gd name="connsiteY19" fmla="*/ 8587 h 162610"/>
                <a:gd name="connsiteX20" fmla="*/ 103466 w 115976"/>
                <a:gd name="connsiteY20" fmla="*/ 85 h 162610"/>
                <a:gd name="connsiteX21" fmla="*/ 96372 w 115976"/>
                <a:gd name="connsiteY21" fmla="*/ 4336 h 162610"/>
                <a:gd name="connsiteX22" fmla="*/ 90343 w 115976"/>
                <a:gd name="connsiteY22" fmla="*/ 10004 h 162610"/>
                <a:gd name="connsiteX23" fmla="*/ 57004 w 115976"/>
                <a:gd name="connsiteY23" fmla="*/ 85 h 162610"/>
                <a:gd name="connsiteX24" fmla="*/ 258 w 115976"/>
                <a:gd name="connsiteY24" fmla="*/ 43660 h 162610"/>
                <a:gd name="connsiteX25" fmla="*/ 15508 w 115976"/>
                <a:gd name="connsiteY25" fmla="*/ 73773 h 162610"/>
                <a:gd name="connsiteX26" fmla="*/ 62324 w 115976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976" h="162610">
                  <a:moveTo>
                    <a:pt x="62324" y="90070"/>
                  </a:moveTo>
                  <a:cubicBezTo>
                    <a:pt x="70127" y="91487"/>
                    <a:pt x="99210" y="97155"/>
                    <a:pt x="99210" y="122663"/>
                  </a:cubicBezTo>
                  <a:cubicBezTo>
                    <a:pt x="99210" y="140730"/>
                    <a:pt x="86796" y="154901"/>
                    <a:pt x="59132" y="154901"/>
                  </a:cubicBezTo>
                  <a:cubicBezTo>
                    <a:pt x="29340" y="154901"/>
                    <a:pt x="16572" y="134708"/>
                    <a:pt x="9834" y="104595"/>
                  </a:cubicBezTo>
                  <a:cubicBezTo>
                    <a:pt x="8770" y="99989"/>
                    <a:pt x="8415" y="98572"/>
                    <a:pt x="4868" y="98572"/>
                  </a:cubicBezTo>
                  <a:cubicBezTo>
                    <a:pt x="258" y="98572"/>
                    <a:pt x="258" y="101052"/>
                    <a:pt x="258" y="107429"/>
                  </a:cubicBezTo>
                  <a:lnTo>
                    <a:pt x="258" y="154193"/>
                  </a:lnTo>
                  <a:cubicBezTo>
                    <a:pt x="258" y="160215"/>
                    <a:pt x="258" y="162695"/>
                    <a:pt x="4159" y="162695"/>
                  </a:cubicBezTo>
                  <a:cubicBezTo>
                    <a:pt x="5932" y="162695"/>
                    <a:pt x="6287" y="162341"/>
                    <a:pt x="13026" y="155610"/>
                  </a:cubicBezTo>
                  <a:cubicBezTo>
                    <a:pt x="13735" y="154901"/>
                    <a:pt x="13735" y="154193"/>
                    <a:pt x="20119" y="147462"/>
                  </a:cubicBezTo>
                  <a:cubicBezTo>
                    <a:pt x="35724" y="162341"/>
                    <a:pt x="51684" y="162695"/>
                    <a:pt x="59132" y="162695"/>
                  </a:cubicBezTo>
                  <a:cubicBezTo>
                    <a:pt x="99919" y="162695"/>
                    <a:pt x="116234" y="138959"/>
                    <a:pt x="116234" y="113452"/>
                  </a:cubicBezTo>
                  <a:cubicBezTo>
                    <a:pt x="116234" y="94675"/>
                    <a:pt x="105594" y="84047"/>
                    <a:pt x="101338" y="79796"/>
                  </a:cubicBezTo>
                  <a:cubicBezTo>
                    <a:pt x="89634" y="68459"/>
                    <a:pt x="75802" y="65625"/>
                    <a:pt x="60906" y="62791"/>
                  </a:cubicBezTo>
                  <a:cubicBezTo>
                    <a:pt x="41044" y="58894"/>
                    <a:pt x="17282" y="54288"/>
                    <a:pt x="17282" y="33740"/>
                  </a:cubicBezTo>
                  <a:cubicBezTo>
                    <a:pt x="17282" y="21341"/>
                    <a:pt x="26503" y="6816"/>
                    <a:pt x="57004" y="6816"/>
                  </a:cubicBezTo>
                  <a:cubicBezTo>
                    <a:pt x="96018" y="6816"/>
                    <a:pt x="97791" y="38700"/>
                    <a:pt x="98500" y="49683"/>
                  </a:cubicBezTo>
                  <a:cubicBezTo>
                    <a:pt x="98855" y="52871"/>
                    <a:pt x="102047" y="52871"/>
                    <a:pt x="102756" y="52871"/>
                  </a:cubicBezTo>
                  <a:cubicBezTo>
                    <a:pt x="107367" y="52871"/>
                    <a:pt x="107367" y="51100"/>
                    <a:pt x="107367" y="44369"/>
                  </a:cubicBezTo>
                  <a:lnTo>
                    <a:pt x="107367" y="8587"/>
                  </a:lnTo>
                  <a:cubicBezTo>
                    <a:pt x="107367" y="2565"/>
                    <a:pt x="107367" y="85"/>
                    <a:pt x="103466" y="85"/>
                  </a:cubicBezTo>
                  <a:cubicBezTo>
                    <a:pt x="101692" y="85"/>
                    <a:pt x="100983" y="85"/>
                    <a:pt x="96372" y="4336"/>
                  </a:cubicBezTo>
                  <a:cubicBezTo>
                    <a:pt x="95308" y="5753"/>
                    <a:pt x="91762" y="8941"/>
                    <a:pt x="90343" y="10004"/>
                  </a:cubicBezTo>
                  <a:cubicBezTo>
                    <a:pt x="76866" y="85"/>
                    <a:pt x="62324" y="85"/>
                    <a:pt x="57004" y="85"/>
                  </a:cubicBezTo>
                  <a:cubicBezTo>
                    <a:pt x="13735" y="85"/>
                    <a:pt x="258" y="23821"/>
                    <a:pt x="258" y="43660"/>
                  </a:cubicBezTo>
                  <a:cubicBezTo>
                    <a:pt x="258" y="56060"/>
                    <a:pt x="5932" y="65979"/>
                    <a:pt x="15508" y="73773"/>
                  </a:cubicBezTo>
                  <a:cubicBezTo>
                    <a:pt x="26858" y="82984"/>
                    <a:pt x="36788" y="85110"/>
                    <a:pt x="62324" y="90070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A08D215-F4D7-DF14-8F1B-9E073B626384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1862699" y="5301546"/>
              <a:ext cx="114912" cy="249761"/>
            </a:xfrm>
            <a:custGeom>
              <a:avLst/>
              <a:gdLst>
                <a:gd name="connsiteX0" fmla="*/ 50624 w 114912"/>
                <a:gd name="connsiteY0" fmla="*/ 97155 h 249761"/>
                <a:gd name="connsiteX1" fmla="*/ 50624 w 114912"/>
                <a:gd name="connsiteY1" fmla="*/ 56060 h 249761"/>
                <a:gd name="connsiteX2" fmla="*/ 83254 w 114912"/>
                <a:gd name="connsiteY2" fmla="*/ 7879 h 249761"/>
                <a:gd name="connsiteX3" fmla="*/ 94958 w 114912"/>
                <a:gd name="connsiteY3" fmla="*/ 10359 h 249761"/>
                <a:gd name="connsiteX4" fmla="*/ 84318 w 114912"/>
                <a:gd name="connsiteY4" fmla="*/ 25238 h 249761"/>
                <a:gd name="connsiteX5" fmla="*/ 99568 w 114912"/>
                <a:gd name="connsiteY5" fmla="*/ 40472 h 249761"/>
                <a:gd name="connsiteX6" fmla="*/ 115174 w 114912"/>
                <a:gd name="connsiteY6" fmla="*/ 24884 h 249761"/>
                <a:gd name="connsiteX7" fmla="*/ 83254 w 114912"/>
                <a:gd name="connsiteY7" fmla="*/ 85 h 249761"/>
                <a:gd name="connsiteX8" fmla="*/ 28280 w 114912"/>
                <a:gd name="connsiteY8" fmla="*/ 56414 h 249761"/>
                <a:gd name="connsiteX9" fmla="*/ 28280 w 114912"/>
                <a:gd name="connsiteY9" fmla="*/ 97155 h 249761"/>
                <a:gd name="connsiteX10" fmla="*/ 262 w 114912"/>
                <a:gd name="connsiteY10" fmla="*/ 97155 h 249761"/>
                <a:gd name="connsiteX11" fmla="*/ 262 w 114912"/>
                <a:gd name="connsiteY11" fmla="*/ 108137 h 249761"/>
                <a:gd name="connsiteX12" fmla="*/ 28280 w 114912"/>
                <a:gd name="connsiteY12" fmla="*/ 108137 h 249761"/>
                <a:gd name="connsiteX13" fmla="*/ 28280 w 114912"/>
                <a:gd name="connsiteY13" fmla="*/ 222921 h 249761"/>
                <a:gd name="connsiteX14" fmla="*/ 616 w 114912"/>
                <a:gd name="connsiteY14" fmla="*/ 238864 h 249761"/>
                <a:gd name="connsiteX15" fmla="*/ 616 w 114912"/>
                <a:gd name="connsiteY15" fmla="*/ 249846 h 249761"/>
                <a:gd name="connsiteX16" fmla="*/ 41048 w 114912"/>
                <a:gd name="connsiteY16" fmla="*/ 248783 h 249761"/>
                <a:gd name="connsiteX17" fmla="*/ 86091 w 114912"/>
                <a:gd name="connsiteY17" fmla="*/ 249846 h 249761"/>
                <a:gd name="connsiteX18" fmla="*/ 86091 w 114912"/>
                <a:gd name="connsiteY18" fmla="*/ 238864 h 249761"/>
                <a:gd name="connsiteX19" fmla="*/ 78643 w 114912"/>
                <a:gd name="connsiteY19" fmla="*/ 238864 h 249761"/>
                <a:gd name="connsiteX20" fmla="*/ 51688 w 114912"/>
                <a:gd name="connsiteY20" fmla="*/ 222213 h 249761"/>
                <a:gd name="connsiteX21" fmla="*/ 51688 w 114912"/>
                <a:gd name="connsiteY21" fmla="*/ 108137 h 249761"/>
                <a:gd name="connsiteX22" fmla="*/ 92120 w 114912"/>
                <a:gd name="connsiteY22" fmla="*/ 108137 h 249761"/>
                <a:gd name="connsiteX23" fmla="*/ 92120 w 114912"/>
                <a:gd name="connsiteY23" fmla="*/ 97155 h 249761"/>
                <a:gd name="connsiteX24" fmla="*/ 50624 w 114912"/>
                <a:gd name="connsiteY24" fmla="*/ 97155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912" h="249761">
                  <a:moveTo>
                    <a:pt x="50624" y="97155"/>
                  </a:moveTo>
                  <a:lnTo>
                    <a:pt x="50624" y="56060"/>
                  </a:lnTo>
                  <a:cubicBezTo>
                    <a:pt x="50624" y="24884"/>
                    <a:pt x="67648" y="7879"/>
                    <a:pt x="83254" y="7879"/>
                  </a:cubicBezTo>
                  <a:cubicBezTo>
                    <a:pt x="84318" y="7879"/>
                    <a:pt x="89638" y="7879"/>
                    <a:pt x="94958" y="10359"/>
                  </a:cubicBezTo>
                  <a:cubicBezTo>
                    <a:pt x="90702" y="11776"/>
                    <a:pt x="84318" y="16381"/>
                    <a:pt x="84318" y="25238"/>
                  </a:cubicBezTo>
                  <a:cubicBezTo>
                    <a:pt x="84318" y="33386"/>
                    <a:pt x="89992" y="40472"/>
                    <a:pt x="99568" y="40472"/>
                  </a:cubicBezTo>
                  <a:cubicBezTo>
                    <a:pt x="109854" y="40472"/>
                    <a:pt x="115174" y="33386"/>
                    <a:pt x="115174" y="24884"/>
                  </a:cubicBezTo>
                  <a:cubicBezTo>
                    <a:pt x="115174" y="11776"/>
                    <a:pt x="102051" y="85"/>
                    <a:pt x="83254" y="85"/>
                  </a:cubicBezTo>
                  <a:cubicBezTo>
                    <a:pt x="58427" y="85"/>
                    <a:pt x="28280" y="18861"/>
                    <a:pt x="28280" y="56414"/>
                  </a:cubicBezTo>
                  <a:lnTo>
                    <a:pt x="28280" y="97155"/>
                  </a:lnTo>
                  <a:lnTo>
                    <a:pt x="262" y="97155"/>
                  </a:lnTo>
                  <a:lnTo>
                    <a:pt x="262" y="108137"/>
                  </a:lnTo>
                  <a:lnTo>
                    <a:pt x="28280" y="108137"/>
                  </a:lnTo>
                  <a:lnTo>
                    <a:pt x="28280" y="222921"/>
                  </a:lnTo>
                  <a:cubicBezTo>
                    <a:pt x="28280" y="238864"/>
                    <a:pt x="24379" y="238864"/>
                    <a:pt x="616" y="238864"/>
                  </a:cubicBezTo>
                  <a:lnTo>
                    <a:pt x="616" y="249846"/>
                  </a:lnTo>
                  <a:cubicBezTo>
                    <a:pt x="14448" y="249492"/>
                    <a:pt x="31118" y="248783"/>
                    <a:pt x="41048" y="248783"/>
                  </a:cubicBezTo>
                  <a:cubicBezTo>
                    <a:pt x="55235" y="248783"/>
                    <a:pt x="71904" y="248783"/>
                    <a:pt x="86091" y="249846"/>
                  </a:cubicBezTo>
                  <a:lnTo>
                    <a:pt x="86091" y="238864"/>
                  </a:lnTo>
                  <a:lnTo>
                    <a:pt x="78643" y="238864"/>
                  </a:lnTo>
                  <a:cubicBezTo>
                    <a:pt x="52398" y="238864"/>
                    <a:pt x="51688" y="234967"/>
                    <a:pt x="51688" y="222213"/>
                  </a:cubicBezTo>
                  <a:lnTo>
                    <a:pt x="51688" y="108137"/>
                  </a:lnTo>
                  <a:lnTo>
                    <a:pt x="92120" y="108137"/>
                  </a:lnTo>
                  <a:lnTo>
                    <a:pt x="92120" y="97155"/>
                  </a:lnTo>
                  <a:lnTo>
                    <a:pt x="50624" y="97155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0830DAC3-86A7-7D13-C2FD-56934FD6FB2F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1969296" y="5392593"/>
              <a:ext cx="157117" cy="162610"/>
            </a:xfrm>
            <a:custGeom>
              <a:avLst/>
              <a:gdLst>
                <a:gd name="connsiteX0" fmla="*/ 157382 w 157117"/>
                <a:gd name="connsiteY0" fmla="*/ 82984 h 162610"/>
                <a:gd name="connsiteX1" fmla="*/ 79001 w 157117"/>
                <a:gd name="connsiteY1" fmla="*/ 85 h 162610"/>
                <a:gd name="connsiteX2" fmla="*/ 265 w 157117"/>
                <a:gd name="connsiteY2" fmla="*/ 82984 h 162610"/>
                <a:gd name="connsiteX3" fmla="*/ 78646 w 157117"/>
                <a:gd name="connsiteY3" fmla="*/ 162695 h 162610"/>
                <a:gd name="connsiteX4" fmla="*/ 157382 w 157117"/>
                <a:gd name="connsiteY4" fmla="*/ 82984 h 162610"/>
                <a:gd name="connsiteX5" fmla="*/ 79001 w 157117"/>
                <a:gd name="connsiteY5" fmla="*/ 153839 h 162610"/>
                <a:gd name="connsiteX6" fmla="*/ 38569 w 157117"/>
                <a:gd name="connsiteY6" fmla="*/ 130102 h 162610"/>
                <a:gd name="connsiteX7" fmla="*/ 29702 w 157117"/>
                <a:gd name="connsiteY7" fmla="*/ 80150 h 162610"/>
                <a:gd name="connsiteX8" fmla="*/ 38214 w 157117"/>
                <a:gd name="connsiteY8" fmla="*/ 31615 h 162610"/>
                <a:gd name="connsiteX9" fmla="*/ 78646 w 157117"/>
                <a:gd name="connsiteY9" fmla="*/ 7879 h 162610"/>
                <a:gd name="connsiteX10" fmla="*/ 118723 w 157117"/>
                <a:gd name="connsiteY10" fmla="*/ 30906 h 162610"/>
                <a:gd name="connsiteX11" fmla="*/ 127945 w 157117"/>
                <a:gd name="connsiteY11" fmla="*/ 80150 h 162610"/>
                <a:gd name="connsiteX12" fmla="*/ 120142 w 157117"/>
                <a:gd name="connsiteY12" fmla="*/ 127622 h 162610"/>
                <a:gd name="connsiteX13" fmla="*/ 79001 w 157117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117" h="162610">
                  <a:moveTo>
                    <a:pt x="157382" y="82984"/>
                  </a:moveTo>
                  <a:cubicBezTo>
                    <a:pt x="157382" y="37637"/>
                    <a:pt x="121915" y="85"/>
                    <a:pt x="79001" y="85"/>
                  </a:cubicBezTo>
                  <a:cubicBezTo>
                    <a:pt x="34667" y="85"/>
                    <a:pt x="265" y="38700"/>
                    <a:pt x="265" y="82984"/>
                  </a:cubicBezTo>
                  <a:cubicBezTo>
                    <a:pt x="265" y="128685"/>
                    <a:pt x="37150" y="162695"/>
                    <a:pt x="78646" y="162695"/>
                  </a:cubicBezTo>
                  <a:cubicBezTo>
                    <a:pt x="121561" y="162695"/>
                    <a:pt x="157382" y="127977"/>
                    <a:pt x="157382" y="82984"/>
                  </a:cubicBezTo>
                  <a:close/>
                  <a:moveTo>
                    <a:pt x="79001" y="153839"/>
                  </a:moveTo>
                  <a:cubicBezTo>
                    <a:pt x="63750" y="153839"/>
                    <a:pt x="48145" y="146399"/>
                    <a:pt x="38569" y="130102"/>
                  </a:cubicBezTo>
                  <a:cubicBezTo>
                    <a:pt x="29702" y="114514"/>
                    <a:pt x="29702" y="92904"/>
                    <a:pt x="29702" y="80150"/>
                  </a:cubicBezTo>
                  <a:cubicBezTo>
                    <a:pt x="29702" y="66333"/>
                    <a:pt x="29702" y="47203"/>
                    <a:pt x="38214" y="31615"/>
                  </a:cubicBezTo>
                  <a:cubicBezTo>
                    <a:pt x="47790" y="15318"/>
                    <a:pt x="64459" y="7879"/>
                    <a:pt x="78646" y="7879"/>
                  </a:cubicBezTo>
                  <a:cubicBezTo>
                    <a:pt x="94251" y="7879"/>
                    <a:pt x="109502" y="15673"/>
                    <a:pt x="118723" y="30906"/>
                  </a:cubicBezTo>
                  <a:cubicBezTo>
                    <a:pt x="127945" y="46140"/>
                    <a:pt x="127945" y="66688"/>
                    <a:pt x="127945" y="80150"/>
                  </a:cubicBezTo>
                  <a:cubicBezTo>
                    <a:pt x="127945" y="92904"/>
                    <a:pt x="127945" y="112035"/>
                    <a:pt x="120142" y="127622"/>
                  </a:cubicBezTo>
                  <a:cubicBezTo>
                    <a:pt x="112339" y="143565"/>
                    <a:pt x="96734" y="153839"/>
                    <a:pt x="79001" y="153839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0C1947CD-C449-4F5A-EA38-D4388794B86C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2146631" y="5394719"/>
              <a:ext cx="119168" cy="156588"/>
            </a:xfrm>
            <a:custGeom>
              <a:avLst/>
              <a:gdLst>
                <a:gd name="connsiteX0" fmla="*/ 49568 w 119168"/>
                <a:gd name="connsiteY0" fmla="*/ 39055 h 156588"/>
                <a:gd name="connsiteX1" fmla="*/ 49568 w 119168"/>
                <a:gd name="connsiteY1" fmla="*/ 85 h 156588"/>
                <a:gd name="connsiteX2" fmla="*/ 270 w 119168"/>
                <a:gd name="connsiteY2" fmla="*/ 3982 h 156588"/>
                <a:gd name="connsiteX3" fmla="*/ 270 w 119168"/>
                <a:gd name="connsiteY3" fmla="*/ 14964 h 156588"/>
                <a:gd name="connsiteX4" fmla="*/ 27934 w 119168"/>
                <a:gd name="connsiteY4" fmla="*/ 34803 h 156588"/>
                <a:gd name="connsiteX5" fmla="*/ 27934 w 119168"/>
                <a:gd name="connsiteY5" fmla="*/ 129748 h 156588"/>
                <a:gd name="connsiteX6" fmla="*/ 270 w 119168"/>
                <a:gd name="connsiteY6" fmla="*/ 145690 h 156588"/>
                <a:gd name="connsiteX7" fmla="*/ 270 w 119168"/>
                <a:gd name="connsiteY7" fmla="*/ 156673 h 156588"/>
                <a:gd name="connsiteX8" fmla="*/ 40702 w 119168"/>
                <a:gd name="connsiteY8" fmla="*/ 155610 h 156588"/>
                <a:gd name="connsiteX9" fmla="*/ 85744 w 119168"/>
                <a:gd name="connsiteY9" fmla="*/ 156673 h 156588"/>
                <a:gd name="connsiteX10" fmla="*/ 85744 w 119168"/>
                <a:gd name="connsiteY10" fmla="*/ 145690 h 156588"/>
                <a:gd name="connsiteX11" fmla="*/ 78296 w 119168"/>
                <a:gd name="connsiteY11" fmla="*/ 145690 h 156588"/>
                <a:gd name="connsiteX12" fmla="*/ 51342 w 119168"/>
                <a:gd name="connsiteY12" fmla="*/ 129040 h 156588"/>
                <a:gd name="connsiteX13" fmla="*/ 51342 w 119168"/>
                <a:gd name="connsiteY13" fmla="*/ 74482 h 156588"/>
                <a:gd name="connsiteX14" fmla="*/ 93192 w 119168"/>
                <a:gd name="connsiteY14" fmla="*/ 7879 h 156588"/>
                <a:gd name="connsiteX15" fmla="*/ 97094 w 119168"/>
                <a:gd name="connsiteY15" fmla="*/ 8233 h 156588"/>
                <a:gd name="connsiteX16" fmla="*/ 88936 w 119168"/>
                <a:gd name="connsiteY16" fmla="*/ 22050 h 156588"/>
                <a:gd name="connsiteX17" fmla="*/ 104187 w 119168"/>
                <a:gd name="connsiteY17" fmla="*/ 37283 h 156588"/>
                <a:gd name="connsiteX18" fmla="*/ 119438 w 119168"/>
                <a:gd name="connsiteY18" fmla="*/ 21695 h 156588"/>
                <a:gd name="connsiteX19" fmla="*/ 93192 w 119168"/>
                <a:gd name="connsiteY19" fmla="*/ 85 h 156588"/>
                <a:gd name="connsiteX20" fmla="*/ 49568 w 119168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168" h="156588">
                  <a:moveTo>
                    <a:pt x="49568" y="39055"/>
                  </a:moveTo>
                  <a:lnTo>
                    <a:pt x="49568" y="85"/>
                  </a:lnTo>
                  <a:lnTo>
                    <a:pt x="270" y="3982"/>
                  </a:lnTo>
                  <a:lnTo>
                    <a:pt x="270" y="14964"/>
                  </a:lnTo>
                  <a:cubicBezTo>
                    <a:pt x="25096" y="14964"/>
                    <a:pt x="27934" y="17444"/>
                    <a:pt x="27934" y="34803"/>
                  </a:cubicBezTo>
                  <a:lnTo>
                    <a:pt x="27934" y="129748"/>
                  </a:lnTo>
                  <a:cubicBezTo>
                    <a:pt x="27934" y="145690"/>
                    <a:pt x="24032" y="145690"/>
                    <a:pt x="270" y="145690"/>
                  </a:cubicBezTo>
                  <a:lnTo>
                    <a:pt x="270" y="156673"/>
                  </a:lnTo>
                  <a:cubicBezTo>
                    <a:pt x="14102" y="156318"/>
                    <a:pt x="30771" y="155610"/>
                    <a:pt x="40702" y="155610"/>
                  </a:cubicBezTo>
                  <a:cubicBezTo>
                    <a:pt x="54888" y="155610"/>
                    <a:pt x="71558" y="155610"/>
                    <a:pt x="85744" y="156673"/>
                  </a:cubicBezTo>
                  <a:lnTo>
                    <a:pt x="85744" y="145690"/>
                  </a:lnTo>
                  <a:lnTo>
                    <a:pt x="78296" y="145690"/>
                  </a:lnTo>
                  <a:cubicBezTo>
                    <a:pt x="52051" y="145690"/>
                    <a:pt x="51342" y="141793"/>
                    <a:pt x="51342" y="129040"/>
                  </a:cubicBezTo>
                  <a:lnTo>
                    <a:pt x="51342" y="74482"/>
                  </a:lnTo>
                  <a:cubicBezTo>
                    <a:pt x="51342" y="39409"/>
                    <a:pt x="66238" y="7879"/>
                    <a:pt x="93192" y="7879"/>
                  </a:cubicBezTo>
                  <a:cubicBezTo>
                    <a:pt x="95675" y="7879"/>
                    <a:pt x="96384" y="7879"/>
                    <a:pt x="97094" y="8233"/>
                  </a:cubicBezTo>
                  <a:cubicBezTo>
                    <a:pt x="96030" y="8587"/>
                    <a:pt x="88936" y="12838"/>
                    <a:pt x="88936" y="22050"/>
                  </a:cubicBezTo>
                  <a:cubicBezTo>
                    <a:pt x="88936" y="31969"/>
                    <a:pt x="96384" y="37283"/>
                    <a:pt x="104187" y="37283"/>
                  </a:cubicBezTo>
                  <a:cubicBezTo>
                    <a:pt x="110571" y="37283"/>
                    <a:pt x="119438" y="33032"/>
                    <a:pt x="119438" y="21695"/>
                  </a:cubicBezTo>
                  <a:cubicBezTo>
                    <a:pt x="119438" y="10359"/>
                    <a:pt x="108443" y="85"/>
                    <a:pt x="93192" y="85"/>
                  </a:cubicBezTo>
                  <a:cubicBezTo>
                    <a:pt x="67302" y="85"/>
                    <a:pt x="54534" y="23821"/>
                    <a:pt x="49568" y="39055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44C8A96-5497-3840-CBA9-14C32BA43738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2286961" y="5394719"/>
              <a:ext cx="276994" cy="156588"/>
            </a:xfrm>
            <a:custGeom>
              <a:avLst/>
              <a:gdLst>
                <a:gd name="connsiteX0" fmla="*/ 27937 w 276994"/>
                <a:gd name="connsiteY0" fmla="*/ 34803 h 156588"/>
                <a:gd name="connsiteX1" fmla="*/ 27937 w 276994"/>
                <a:gd name="connsiteY1" fmla="*/ 129748 h 156588"/>
                <a:gd name="connsiteX2" fmla="*/ 273 w 276994"/>
                <a:gd name="connsiteY2" fmla="*/ 145690 h 156588"/>
                <a:gd name="connsiteX3" fmla="*/ 273 w 276994"/>
                <a:gd name="connsiteY3" fmla="*/ 156673 h 156588"/>
                <a:gd name="connsiteX4" fmla="*/ 40351 w 276994"/>
                <a:gd name="connsiteY4" fmla="*/ 155610 h 156588"/>
                <a:gd name="connsiteX5" fmla="*/ 80074 w 276994"/>
                <a:gd name="connsiteY5" fmla="*/ 156673 h 156588"/>
                <a:gd name="connsiteX6" fmla="*/ 80074 w 276994"/>
                <a:gd name="connsiteY6" fmla="*/ 145690 h 156588"/>
                <a:gd name="connsiteX7" fmla="*/ 52410 w 276994"/>
                <a:gd name="connsiteY7" fmla="*/ 129748 h 156588"/>
                <a:gd name="connsiteX8" fmla="*/ 52410 w 276994"/>
                <a:gd name="connsiteY8" fmla="*/ 64562 h 156588"/>
                <a:gd name="connsiteX9" fmla="*/ 100290 w 276994"/>
                <a:gd name="connsiteY9" fmla="*/ 7879 h 156588"/>
                <a:gd name="connsiteX10" fmla="*/ 126535 w 276994"/>
                <a:gd name="connsiteY10" fmla="*/ 47203 h 156588"/>
                <a:gd name="connsiteX11" fmla="*/ 126535 w 276994"/>
                <a:gd name="connsiteY11" fmla="*/ 129748 h 156588"/>
                <a:gd name="connsiteX12" fmla="*/ 98871 w 276994"/>
                <a:gd name="connsiteY12" fmla="*/ 145690 h 156588"/>
                <a:gd name="connsiteX13" fmla="*/ 98871 w 276994"/>
                <a:gd name="connsiteY13" fmla="*/ 156673 h 156588"/>
                <a:gd name="connsiteX14" fmla="*/ 138948 w 276994"/>
                <a:gd name="connsiteY14" fmla="*/ 155610 h 156588"/>
                <a:gd name="connsiteX15" fmla="*/ 178671 w 276994"/>
                <a:gd name="connsiteY15" fmla="*/ 156673 h 156588"/>
                <a:gd name="connsiteX16" fmla="*/ 178671 w 276994"/>
                <a:gd name="connsiteY16" fmla="*/ 145690 h 156588"/>
                <a:gd name="connsiteX17" fmla="*/ 151007 w 276994"/>
                <a:gd name="connsiteY17" fmla="*/ 129748 h 156588"/>
                <a:gd name="connsiteX18" fmla="*/ 151007 w 276994"/>
                <a:gd name="connsiteY18" fmla="*/ 64562 h 156588"/>
                <a:gd name="connsiteX19" fmla="*/ 198887 w 276994"/>
                <a:gd name="connsiteY19" fmla="*/ 7879 h 156588"/>
                <a:gd name="connsiteX20" fmla="*/ 225132 w 276994"/>
                <a:gd name="connsiteY20" fmla="*/ 47203 h 156588"/>
                <a:gd name="connsiteX21" fmla="*/ 225132 w 276994"/>
                <a:gd name="connsiteY21" fmla="*/ 129748 h 156588"/>
                <a:gd name="connsiteX22" fmla="*/ 197468 w 276994"/>
                <a:gd name="connsiteY22" fmla="*/ 145690 h 156588"/>
                <a:gd name="connsiteX23" fmla="*/ 197468 w 276994"/>
                <a:gd name="connsiteY23" fmla="*/ 156673 h 156588"/>
                <a:gd name="connsiteX24" fmla="*/ 237546 w 276994"/>
                <a:gd name="connsiteY24" fmla="*/ 155610 h 156588"/>
                <a:gd name="connsiteX25" fmla="*/ 277268 w 276994"/>
                <a:gd name="connsiteY25" fmla="*/ 156673 h 156588"/>
                <a:gd name="connsiteX26" fmla="*/ 277268 w 276994"/>
                <a:gd name="connsiteY26" fmla="*/ 145690 h 156588"/>
                <a:gd name="connsiteX27" fmla="*/ 249604 w 276994"/>
                <a:gd name="connsiteY27" fmla="*/ 135062 h 156588"/>
                <a:gd name="connsiteX28" fmla="*/ 249604 w 276994"/>
                <a:gd name="connsiteY28" fmla="*/ 67396 h 156588"/>
                <a:gd name="connsiteX29" fmla="*/ 238610 w 276994"/>
                <a:gd name="connsiteY29" fmla="*/ 13193 h 156588"/>
                <a:gd name="connsiteX30" fmla="*/ 201370 w 276994"/>
                <a:gd name="connsiteY30" fmla="*/ 85 h 156588"/>
                <a:gd name="connsiteX31" fmla="*/ 149943 w 276994"/>
                <a:gd name="connsiteY31" fmla="*/ 34803 h 156588"/>
                <a:gd name="connsiteX32" fmla="*/ 102772 w 276994"/>
                <a:gd name="connsiteY32" fmla="*/ 85 h 156588"/>
                <a:gd name="connsiteX33" fmla="*/ 50282 w 276994"/>
                <a:gd name="connsiteY33" fmla="*/ 37283 h 156588"/>
                <a:gd name="connsiteX34" fmla="*/ 50282 w 276994"/>
                <a:gd name="connsiteY34" fmla="*/ 85 h 156588"/>
                <a:gd name="connsiteX35" fmla="*/ 273 w 276994"/>
                <a:gd name="connsiteY35" fmla="*/ 3982 h 156588"/>
                <a:gd name="connsiteX36" fmla="*/ 273 w 276994"/>
                <a:gd name="connsiteY36" fmla="*/ 14964 h 156588"/>
                <a:gd name="connsiteX37" fmla="*/ 27937 w 276994"/>
                <a:gd name="connsiteY37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6994" h="156588">
                  <a:moveTo>
                    <a:pt x="27937" y="34803"/>
                  </a:moveTo>
                  <a:lnTo>
                    <a:pt x="27937" y="129748"/>
                  </a:lnTo>
                  <a:cubicBezTo>
                    <a:pt x="27937" y="145690"/>
                    <a:pt x="24036" y="145690"/>
                    <a:pt x="273" y="145690"/>
                  </a:cubicBezTo>
                  <a:lnTo>
                    <a:pt x="273" y="156673"/>
                  </a:lnTo>
                  <a:cubicBezTo>
                    <a:pt x="12687" y="156318"/>
                    <a:pt x="30775" y="155610"/>
                    <a:pt x="40351" y="155610"/>
                  </a:cubicBezTo>
                  <a:cubicBezTo>
                    <a:pt x="49572" y="155610"/>
                    <a:pt x="68015" y="156318"/>
                    <a:pt x="80074" y="156673"/>
                  </a:cubicBezTo>
                  <a:lnTo>
                    <a:pt x="80074" y="145690"/>
                  </a:lnTo>
                  <a:cubicBezTo>
                    <a:pt x="56311" y="145690"/>
                    <a:pt x="52410" y="145690"/>
                    <a:pt x="52410" y="129748"/>
                  </a:cubicBezTo>
                  <a:lnTo>
                    <a:pt x="52410" y="64562"/>
                  </a:lnTo>
                  <a:cubicBezTo>
                    <a:pt x="52410" y="27718"/>
                    <a:pt x="77591" y="7879"/>
                    <a:pt x="100290" y="7879"/>
                  </a:cubicBezTo>
                  <a:cubicBezTo>
                    <a:pt x="122634" y="7879"/>
                    <a:pt x="126535" y="27009"/>
                    <a:pt x="126535" y="47203"/>
                  </a:cubicBezTo>
                  <a:lnTo>
                    <a:pt x="126535" y="129748"/>
                  </a:lnTo>
                  <a:cubicBezTo>
                    <a:pt x="126535" y="145690"/>
                    <a:pt x="122634" y="145690"/>
                    <a:pt x="98871" y="145690"/>
                  </a:cubicBezTo>
                  <a:lnTo>
                    <a:pt x="98871" y="156673"/>
                  </a:lnTo>
                  <a:cubicBezTo>
                    <a:pt x="111284" y="156318"/>
                    <a:pt x="129372" y="155610"/>
                    <a:pt x="138948" y="155610"/>
                  </a:cubicBezTo>
                  <a:cubicBezTo>
                    <a:pt x="148170" y="155610"/>
                    <a:pt x="166612" y="156318"/>
                    <a:pt x="178671" y="156673"/>
                  </a:cubicBezTo>
                  <a:lnTo>
                    <a:pt x="178671" y="145690"/>
                  </a:lnTo>
                  <a:cubicBezTo>
                    <a:pt x="154908" y="145690"/>
                    <a:pt x="151007" y="145690"/>
                    <a:pt x="151007" y="129748"/>
                  </a:cubicBezTo>
                  <a:lnTo>
                    <a:pt x="151007" y="64562"/>
                  </a:lnTo>
                  <a:cubicBezTo>
                    <a:pt x="151007" y="27718"/>
                    <a:pt x="176188" y="7879"/>
                    <a:pt x="198887" y="7879"/>
                  </a:cubicBezTo>
                  <a:cubicBezTo>
                    <a:pt x="221231" y="7879"/>
                    <a:pt x="225132" y="27009"/>
                    <a:pt x="225132" y="47203"/>
                  </a:cubicBezTo>
                  <a:lnTo>
                    <a:pt x="225132" y="129748"/>
                  </a:lnTo>
                  <a:cubicBezTo>
                    <a:pt x="225132" y="145690"/>
                    <a:pt x="221231" y="145690"/>
                    <a:pt x="197468" y="145690"/>
                  </a:cubicBezTo>
                  <a:lnTo>
                    <a:pt x="197468" y="156673"/>
                  </a:lnTo>
                  <a:cubicBezTo>
                    <a:pt x="209882" y="156318"/>
                    <a:pt x="227970" y="155610"/>
                    <a:pt x="237546" y="155610"/>
                  </a:cubicBezTo>
                  <a:cubicBezTo>
                    <a:pt x="246767" y="155610"/>
                    <a:pt x="265210" y="156318"/>
                    <a:pt x="277268" y="156673"/>
                  </a:cubicBezTo>
                  <a:lnTo>
                    <a:pt x="277268" y="145690"/>
                  </a:lnTo>
                  <a:cubicBezTo>
                    <a:pt x="258826" y="145690"/>
                    <a:pt x="249959" y="145690"/>
                    <a:pt x="249604" y="135062"/>
                  </a:cubicBezTo>
                  <a:lnTo>
                    <a:pt x="249604" y="67396"/>
                  </a:lnTo>
                  <a:cubicBezTo>
                    <a:pt x="249604" y="36929"/>
                    <a:pt x="249604" y="25947"/>
                    <a:pt x="238610" y="13193"/>
                  </a:cubicBezTo>
                  <a:cubicBezTo>
                    <a:pt x="233644" y="7170"/>
                    <a:pt x="221940" y="85"/>
                    <a:pt x="201370" y="85"/>
                  </a:cubicBezTo>
                  <a:cubicBezTo>
                    <a:pt x="171578" y="85"/>
                    <a:pt x="155972" y="21341"/>
                    <a:pt x="149943" y="34803"/>
                  </a:cubicBezTo>
                  <a:cubicBezTo>
                    <a:pt x="144978" y="3982"/>
                    <a:pt x="118732" y="85"/>
                    <a:pt x="102772" y="85"/>
                  </a:cubicBezTo>
                  <a:cubicBezTo>
                    <a:pt x="76882" y="85"/>
                    <a:pt x="60212" y="15318"/>
                    <a:pt x="50282" y="37283"/>
                  </a:cubicBezTo>
                  <a:lnTo>
                    <a:pt x="50282" y="85"/>
                  </a:lnTo>
                  <a:lnTo>
                    <a:pt x="273" y="3982"/>
                  </a:lnTo>
                  <a:lnTo>
                    <a:pt x="273" y="14964"/>
                  </a:lnTo>
                  <a:cubicBezTo>
                    <a:pt x="25100" y="14964"/>
                    <a:pt x="27937" y="17444"/>
                    <a:pt x="27937" y="3480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7CE139B8-0811-C21A-DC6B-95A326298BC2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2581099" y="5392593"/>
              <a:ext cx="137256" cy="162610"/>
            </a:xfrm>
            <a:custGeom>
              <a:avLst/>
              <a:gdLst>
                <a:gd name="connsiteX0" fmla="*/ 30074 w 137256"/>
                <a:gd name="connsiteY0" fmla="*/ 69522 h 162610"/>
                <a:gd name="connsiteX1" fmla="*/ 74052 w 137256"/>
                <a:gd name="connsiteY1" fmla="*/ 7879 h 162610"/>
                <a:gd name="connsiteX2" fmla="*/ 114130 w 137256"/>
                <a:gd name="connsiteY2" fmla="*/ 69522 h 162610"/>
                <a:gd name="connsiteX3" fmla="*/ 30074 w 137256"/>
                <a:gd name="connsiteY3" fmla="*/ 69522 h 162610"/>
                <a:gd name="connsiteX4" fmla="*/ 29719 w 137256"/>
                <a:gd name="connsiteY4" fmla="*/ 76962 h 162610"/>
                <a:gd name="connsiteX5" fmla="*/ 128671 w 137256"/>
                <a:gd name="connsiteY5" fmla="*/ 76962 h 162610"/>
                <a:gd name="connsiteX6" fmla="*/ 137538 w 137256"/>
                <a:gd name="connsiteY6" fmla="*/ 69522 h 162610"/>
                <a:gd name="connsiteX7" fmla="*/ 74052 w 137256"/>
                <a:gd name="connsiteY7" fmla="*/ 85 h 162610"/>
                <a:gd name="connsiteX8" fmla="*/ 282 w 137256"/>
                <a:gd name="connsiteY8" fmla="*/ 80859 h 162610"/>
                <a:gd name="connsiteX9" fmla="*/ 78309 w 137256"/>
                <a:gd name="connsiteY9" fmla="*/ 162695 h 162610"/>
                <a:gd name="connsiteX10" fmla="*/ 137538 w 137256"/>
                <a:gd name="connsiteY10" fmla="*/ 116640 h 162610"/>
                <a:gd name="connsiteX11" fmla="*/ 132927 w 137256"/>
                <a:gd name="connsiteY11" fmla="*/ 112389 h 162610"/>
                <a:gd name="connsiteX12" fmla="*/ 128317 w 137256"/>
                <a:gd name="connsiteY12" fmla="*/ 117349 h 162610"/>
                <a:gd name="connsiteX13" fmla="*/ 80437 w 137256"/>
                <a:gd name="connsiteY13" fmla="*/ 153839 h 162610"/>
                <a:gd name="connsiteX14" fmla="*/ 40359 w 137256"/>
                <a:gd name="connsiteY14" fmla="*/ 130102 h 162610"/>
                <a:gd name="connsiteX15" fmla="*/ 29719 w 137256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256" h="162610">
                  <a:moveTo>
                    <a:pt x="30074" y="69522"/>
                  </a:moveTo>
                  <a:cubicBezTo>
                    <a:pt x="32202" y="16735"/>
                    <a:pt x="61994" y="7879"/>
                    <a:pt x="74052" y="7879"/>
                  </a:cubicBezTo>
                  <a:cubicBezTo>
                    <a:pt x="110583" y="7879"/>
                    <a:pt x="114130" y="55705"/>
                    <a:pt x="114130" y="69522"/>
                  </a:cubicBezTo>
                  <a:lnTo>
                    <a:pt x="30074" y="69522"/>
                  </a:lnTo>
                  <a:close/>
                  <a:moveTo>
                    <a:pt x="29719" y="76962"/>
                  </a:moveTo>
                  <a:lnTo>
                    <a:pt x="128671" y="76962"/>
                  </a:lnTo>
                  <a:cubicBezTo>
                    <a:pt x="136474" y="76962"/>
                    <a:pt x="137538" y="76962"/>
                    <a:pt x="137538" y="69522"/>
                  </a:cubicBezTo>
                  <a:cubicBezTo>
                    <a:pt x="137538" y="34449"/>
                    <a:pt x="118386" y="85"/>
                    <a:pt x="74052" y="85"/>
                  </a:cubicBezTo>
                  <a:cubicBezTo>
                    <a:pt x="32911" y="85"/>
                    <a:pt x="282" y="36575"/>
                    <a:pt x="282" y="80859"/>
                  </a:cubicBezTo>
                  <a:cubicBezTo>
                    <a:pt x="282" y="128331"/>
                    <a:pt x="37522" y="162695"/>
                    <a:pt x="78309" y="162695"/>
                  </a:cubicBezTo>
                  <a:cubicBezTo>
                    <a:pt x="121578" y="162695"/>
                    <a:pt x="137538" y="123371"/>
                    <a:pt x="137538" y="116640"/>
                  </a:cubicBezTo>
                  <a:cubicBezTo>
                    <a:pt x="137538" y="113097"/>
                    <a:pt x="134701" y="112389"/>
                    <a:pt x="132927" y="112389"/>
                  </a:cubicBezTo>
                  <a:cubicBezTo>
                    <a:pt x="129735" y="112389"/>
                    <a:pt x="129026" y="114514"/>
                    <a:pt x="128317" y="117349"/>
                  </a:cubicBezTo>
                  <a:cubicBezTo>
                    <a:pt x="115903" y="153839"/>
                    <a:pt x="83983" y="153839"/>
                    <a:pt x="80437" y="153839"/>
                  </a:cubicBezTo>
                  <a:cubicBezTo>
                    <a:pt x="62703" y="153839"/>
                    <a:pt x="48516" y="143210"/>
                    <a:pt x="40359" y="130102"/>
                  </a:cubicBezTo>
                  <a:cubicBezTo>
                    <a:pt x="29719" y="113097"/>
                    <a:pt x="29719" y="89715"/>
                    <a:pt x="29719" y="76962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0DF8ADE0-0176-D408-D3AB-7F2FEC690588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2740857" y="5305443"/>
              <a:ext cx="174850" cy="249761"/>
            </a:xfrm>
            <a:custGeom>
              <a:avLst/>
              <a:gdLst>
                <a:gd name="connsiteX0" fmla="*/ 123001 w 174850"/>
                <a:gd name="connsiteY0" fmla="*/ 226464 h 249761"/>
                <a:gd name="connsiteX1" fmla="*/ 123001 w 174850"/>
                <a:gd name="connsiteY1" fmla="*/ 249846 h 249761"/>
                <a:gd name="connsiteX2" fmla="*/ 175137 w 174850"/>
                <a:gd name="connsiteY2" fmla="*/ 245949 h 249761"/>
                <a:gd name="connsiteX3" fmla="*/ 175137 w 174850"/>
                <a:gd name="connsiteY3" fmla="*/ 234967 h 249761"/>
                <a:gd name="connsiteX4" fmla="*/ 147473 w 174850"/>
                <a:gd name="connsiteY4" fmla="*/ 215127 h 249761"/>
                <a:gd name="connsiteX5" fmla="*/ 147473 w 174850"/>
                <a:gd name="connsiteY5" fmla="*/ 85 h 249761"/>
                <a:gd name="connsiteX6" fmla="*/ 96401 w 174850"/>
                <a:gd name="connsiteY6" fmla="*/ 3982 h 249761"/>
                <a:gd name="connsiteX7" fmla="*/ 96401 w 174850"/>
                <a:gd name="connsiteY7" fmla="*/ 14964 h 249761"/>
                <a:gd name="connsiteX8" fmla="*/ 124065 w 174850"/>
                <a:gd name="connsiteY8" fmla="*/ 34803 h 249761"/>
                <a:gd name="connsiteX9" fmla="*/ 124065 w 174850"/>
                <a:gd name="connsiteY9" fmla="*/ 111326 h 249761"/>
                <a:gd name="connsiteX10" fmla="*/ 79377 w 174850"/>
                <a:gd name="connsiteY10" fmla="*/ 89361 h 249761"/>
                <a:gd name="connsiteX11" fmla="*/ 286 w 174850"/>
                <a:gd name="connsiteY11" fmla="*/ 169781 h 249761"/>
                <a:gd name="connsiteX12" fmla="*/ 75476 w 174850"/>
                <a:gd name="connsiteY12" fmla="*/ 249846 h 249761"/>
                <a:gd name="connsiteX13" fmla="*/ 123001 w 174850"/>
                <a:gd name="connsiteY13" fmla="*/ 226464 h 249761"/>
                <a:gd name="connsiteX14" fmla="*/ 123001 w 174850"/>
                <a:gd name="connsiteY14" fmla="*/ 131519 h 249761"/>
                <a:gd name="connsiteX15" fmla="*/ 123001 w 174850"/>
                <a:gd name="connsiteY15" fmla="*/ 204145 h 249761"/>
                <a:gd name="connsiteX16" fmla="*/ 119100 w 174850"/>
                <a:gd name="connsiteY16" fmla="*/ 217253 h 249761"/>
                <a:gd name="connsiteX17" fmla="*/ 77249 w 174850"/>
                <a:gd name="connsiteY17" fmla="*/ 242052 h 249761"/>
                <a:gd name="connsiteX18" fmla="*/ 40009 w 174850"/>
                <a:gd name="connsiteY18" fmla="*/ 219379 h 249761"/>
                <a:gd name="connsiteX19" fmla="*/ 29724 w 174850"/>
                <a:gd name="connsiteY19" fmla="*/ 170135 h 249761"/>
                <a:gd name="connsiteX20" fmla="*/ 40718 w 174850"/>
                <a:gd name="connsiteY20" fmla="*/ 119828 h 249761"/>
                <a:gd name="connsiteX21" fmla="*/ 80796 w 174850"/>
                <a:gd name="connsiteY21" fmla="*/ 97155 h 249761"/>
                <a:gd name="connsiteX22" fmla="*/ 119100 w 174850"/>
                <a:gd name="connsiteY22" fmla="*/ 118411 h 249761"/>
                <a:gd name="connsiteX23" fmla="*/ 123001 w 174850"/>
                <a:gd name="connsiteY23" fmla="*/ 131519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4850" h="249761">
                  <a:moveTo>
                    <a:pt x="123001" y="226464"/>
                  </a:moveTo>
                  <a:lnTo>
                    <a:pt x="123001" y="249846"/>
                  </a:lnTo>
                  <a:lnTo>
                    <a:pt x="175137" y="245949"/>
                  </a:lnTo>
                  <a:lnTo>
                    <a:pt x="175137" y="234967"/>
                  </a:lnTo>
                  <a:cubicBezTo>
                    <a:pt x="150310" y="234967"/>
                    <a:pt x="147473" y="232487"/>
                    <a:pt x="147473" y="215127"/>
                  </a:cubicBezTo>
                  <a:lnTo>
                    <a:pt x="147473" y="85"/>
                  </a:lnTo>
                  <a:lnTo>
                    <a:pt x="96401" y="3982"/>
                  </a:lnTo>
                  <a:lnTo>
                    <a:pt x="96401" y="14964"/>
                  </a:lnTo>
                  <a:cubicBezTo>
                    <a:pt x="121228" y="14964"/>
                    <a:pt x="124065" y="17444"/>
                    <a:pt x="124065" y="34803"/>
                  </a:cubicBezTo>
                  <a:lnTo>
                    <a:pt x="124065" y="111326"/>
                  </a:lnTo>
                  <a:cubicBezTo>
                    <a:pt x="113780" y="98572"/>
                    <a:pt x="98529" y="89361"/>
                    <a:pt x="79377" y="89361"/>
                  </a:cubicBezTo>
                  <a:cubicBezTo>
                    <a:pt x="37526" y="89361"/>
                    <a:pt x="286" y="124080"/>
                    <a:pt x="286" y="169781"/>
                  </a:cubicBezTo>
                  <a:cubicBezTo>
                    <a:pt x="286" y="214773"/>
                    <a:pt x="35044" y="249846"/>
                    <a:pt x="75476" y="249846"/>
                  </a:cubicBezTo>
                  <a:cubicBezTo>
                    <a:pt x="98174" y="249846"/>
                    <a:pt x="114134" y="237801"/>
                    <a:pt x="123001" y="226464"/>
                  </a:cubicBezTo>
                  <a:close/>
                  <a:moveTo>
                    <a:pt x="123001" y="131519"/>
                  </a:moveTo>
                  <a:lnTo>
                    <a:pt x="123001" y="204145"/>
                  </a:lnTo>
                  <a:cubicBezTo>
                    <a:pt x="123001" y="210522"/>
                    <a:pt x="123001" y="211230"/>
                    <a:pt x="119100" y="217253"/>
                  </a:cubicBezTo>
                  <a:cubicBezTo>
                    <a:pt x="108460" y="234258"/>
                    <a:pt x="92500" y="242052"/>
                    <a:pt x="77249" y="242052"/>
                  </a:cubicBezTo>
                  <a:cubicBezTo>
                    <a:pt x="61289" y="242052"/>
                    <a:pt x="48521" y="232841"/>
                    <a:pt x="40009" y="219379"/>
                  </a:cubicBezTo>
                  <a:cubicBezTo>
                    <a:pt x="30788" y="204854"/>
                    <a:pt x="29724" y="184660"/>
                    <a:pt x="29724" y="170135"/>
                  </a:cubicBezTo>
                  <a:cubicBezTo>
                    <a:pt x="29724" y="157027"/>
                    <a:pt x="30433" y="135771"/>
                    <a:pt x="40718" y="119828"/>
                  </a:cubicBezTo>
                  <a:cubicBezTo>
                    <a:pt x="48166" y="108846"/>
                    <a:pt x="61644" y="97155"/>
                    <a:pt x="80796" y="97155"/>
                  </a:cubicBezTo>
                  <a:cubicBezTo>
                    <a:pt x="93209" y="97155"/>
                    <a:pt x="108105" y="102469"/>
                    <a:pt x="119100" y="118411"/>
                  </a:cubicBezTo>
                  <a:cubicBezTo>
                    <a:pt x="123001" y="124434"/>
                    <a:pt x="123001" y="125143"/>
                    <a:pt x="123001" y="131519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324D43D-096A-0B54-7F3C-ED486AFFAC9A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3050797" y="5398616"/>
              <a:ext cx="173432" cy="156588"/>
            </a:xfrm>
            <a:custGeom>
              <a:avLst/>
              <a:gdLst>
                <a:gd name="connsiteX0" fmla="*/ 141098 w 173432"/>
                <a:gd name="connsiteY0" fmla="*/ 34803 h 156588"/>
                <a:gd name="connsiteX1" fmla="*/ 173727 w 173432"/>
                <a:gd name="connsiteY1" fmla="*/ 11067 h 156588"/>
                <a:gd name="connsiteX2" fmla="*/ 173727 w 173432"/>
                <a:gd name="connsiteY2" fmla="*/ 85 h 156588"/>
                <a:gd name="connsiteX3" fmla="*/ 147127 w 173432"/>
                <a:gd name="connsiteY3" fmla="*/ 1148 h 156588"/>
                <a:gd name="connsiteX4" fmla="*/ 116271 w 173432"/>
                <a:gd name="connsiteY4" fmla="*/ 85 h 156588"/>
                <a:gd name="connsiteX5" fmla="*/ 116271 w 173432"/>
                <a:gd name="connsiteY5" fmla="*/ 11067 h 156588"/>
                <a:gd name="connsiteX6" fmla="*/ 133295 w 173432"/>
                <a:gd name="connsiteY6" fmla="*/ 26301 h 156588"/>
                <a:gd name="connsiteX7" fmla="*/ 131167 w 173432"/>
                <a:gd name="connsiteY7" fmla="*/ 34803 h 156588"/>
                <a:gd name="connsiteX8" fmla="*/ 94991 w 173432"/>
                <a:gd name="connsiteY8" fmla="*/ 125143 h 156588"/>
                <a:gd name="connsiteX9" fmla="*/ 55268 w 173432"/>
                <a:gd name="connsiteY9" fmla="*/ 26301 h 156588"/>
                <a:gd name="connsiteX10" fmla="*/ 53140 w 173432"/>
                <a:gd name="connsiteY10" fmla="*/ 20278 h 156588"/>
                <a:gd name="connsiteX11" fmla="*/ 73356 w 173432"/>
                <a:gd name="connsiteY11" fmla="*/ 11067 h 156588"/>
                <a:gd name="connsiteX12" fmla="*/ 73356 w 173432"/>
                <a:gd name="connsiteY12" fmla="*/ 85 h 156588"/>
                <a:gd name="connsiteX13" fmla="*/ 34698 w 173432"/>
                <a:gd name="connsiteY13" fmla="*/ 1148 h 156588"/>
                <a:gd name="connsiteX14" fmla="*/ 295 w 173432"/>
                <a:gd name="connsiteY14" fmla="*/ 85 h 156588"/>
                <a:gd name="connsiteX15" fmla="*/ 295 w 173432"/>
                <a:gd name="connsiteY15" fmla="*/ 11067 h 156588"/>
                <a:gd name="connsiteX16" fmla="*/ 28668 w 173432"/>
                <a:gd name="connsiteY16" fmla="*/ 24175 h 156588"/>
                <a:gd name="connsiteX17" fmla="*/ 79740 w 173432"/>
                <a:gd name="connsiteY17" fmla="*/ 149942 h 156588"/>
                <a:gd name="connsiteX18" fmla="*/ 87188 w 173432"/>
                <a:gd name="connsiteY18" fmla="*/ 156673 h 156588"/>
                <a:gd name="connsiteX19" fmla="*/ 94636 w 173432"/>
                <a:gd name="connsiteY19" fmla="*/ 149942 h 156588"/>
                <a:gd name="connsiteX20" fmla="*/ 141098 w 173432"/>
                <a:gd name="connsiteY20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432" h="156588">
                  <a:moveTo>
                    <a:pt x="141098" y="34803"/>
                  </a:moveTo>
                  <a:cubicBezTo>
                    <a:pt x="144290" y="26655"/>
                    <a:pt x="150319" y="11421"/>
                    <a:pt x="173727" y="11067"/>
                  </a:cubicBezTo>
                  <a:lnTo>
                    <a:pt x="173727" y="85"/>
                  </a:lnTo>
                  <a:cubicBezTo>
                    <a:pt x="165570" y="793"/>
                    <a:pt x="155285" y="1148"/>
                    <a:pt x="147127" y="1148"/>
                  </a:cubicBezTo>
                  <a:cubicBezTo>
                    <a:pt x="138615" y="1148"/>
                    <a:pt x="122300" y="439"/>
                    <a:pt x="116271" y="85"/>
                  </a:cubicBezTo>
                  <a:lnTo>
                    <a:pt x="116271" y="11067"/>
                  </a:lnTo>
                  <a:cubicBezTo>
                    <a:pt x="129394" y="11421"/>
                    <a:pt x="133295" y="19570"/>
                    <a:pt x="133295" y="26301"/>
                  </a:cubicBezTo>
                  <a:cubicBezTo>
                    <a:pt x="133295" y="29489"/>
                    <a:pt x="132586" y="30906"/>
                    <a:pt x="131167" y="34803"/>
                  </a:cubicBezTo>
                  <a:lnTo>
                    <a:pt x="94991" y="125143"/>
                  </a:lnTo>
                  <a:lnTo>
                    <a:pt x="55268" y="26301"/>
                  </a:lnTo>
                  <a:cubicBezTo>
                    <a:pt x="53140" y="21695"/>
                    <a:pt x="53140" y="20987"/>
                    <a:pt x="53140" y="20278"/>
                  </a:cubicBezTo>
                  <a:cubicBezTo>
                    <a:pt x="53140" y="11067"/>
                    <a:pt x="66972" y="11067"/>
                    <a:pt x="73356" y="11067"/>
                  </a:cubicBezTo>
                  <a:lnTo>
                    <a:pt x="73356" y="85"/>
                  </a:lnTo>
                  <a:cubicBezTo>
                    <a:pt x="62716" y="439"/>
                    <a:pt x="42855" y="1148"/>
                    <a:pt x="34698" y="1148"/>
                  </a:cubicBezTo>
                  <a:cubicBezTo>
                    <a:pt x="25122" y="1148"/>
                    <a:pt x="10935" y="793"/>
                    <a:pt x="295" y="85"/>
                  </a:cubicBezTo>
                  <a:lnTo>
                    <a:pt x="295" y="11067"/>
                  </a:lnTo>
                  <a:cubicBezTo>
                    <a:pt x="22639" y="11067"/>
                    <a:pt x="24058" y="13193"/>
                    <a:pt x="28668" y="24175"/>
                  </a:cubicBezTo>
                  <a:lnTo>
                    <a:pt x="79740" y="149942"/>
                  </a:lnTo>
                  <a:cubicBezTo>
                    <a:pt x="81868" y="154901"/>
                    <a:pt x="82578" y="156673"/>
                    <a:pt x="87188" y="156673"/>
                  </a:cubicBezTo>
                  <a:cubicBezTo>
                    <a:pt x="91799" y="156673"/>
                    <a:pt x="93218" y="153484"/>
                    <a:pt x="94636" y="149942"/>
                  </a:cubicBezTo>
                  <a:lnTo>
                    <a:pt x="141098" y="34803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56433D14-8510-6206-C367-9B4FDDB29869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3226437" y="5392593"/>
              <a:ext cx="159954" cy="162610"/>
            </a:xfrm>
            <a:custGeom>
              <a:avLst/>
              <a:gdLst>
                <a:gd name="connsiteX0" fmla="*/ 103508 w 159954"/>
                <a:gd name="connsiteY0" fmla="*/ 131874 h 162610"/>
                <a:gd name="connsiteX1" fmla="*/ 131172 w 159954"/>
                <a:gd name="connsiteY1" fmla="*/ 160924 h 162610"/>
                <a:gd name="connsiteX2" fmla="*/ 160255 w 159954"/>
                <a:gd name="connsiteY2" fmla="*/ 127268 h 162610"/>
                <a:gd name="connsiteX3" fmla="*/ 160255 w 159954"/>
                <a:gd name="connsiteY3" fmla="*/ 107429 h 162610"/>
                <a:gd name="connsiteX4" fmla="*/ 151388 w 159954"/>
                <a:gd name="connsiteY4" fmla="*/ 107429 h 162610"/>
                <a:gd name="connsiteX5" fmla="*/ 151388 w 159954"/>
                <a:gd name="connsiteY5" fmla="*/ 127268 h 162610"/>
                <a:gd name="connsiteX6" fmla="*/ 138620 w 159954"/>
                <a:gd name="connsiteY6" fmla="*/ 149942 h 162610"/>
                <a:gd name="connsiteX7" fmla="*/ 125497 w 159954"/>
                <a:gd name="connsiteY7" fmla="*/ 132228 h 162610"/>
                <a:gd name="connsiteX8" fmla="*/ 125497 w 159954"/>
                <a:gd name="connsiteY8" fmla="*/ 61374 h 162610"/>
                <a:gd name="connsiteX9" fmla="*/ 112729 w 159954"/>
                <a:gd name="connsiteY9" fmla="*/ 19570 h 162610"/>
                <a:gd name="connsiteX10" fmla="*/ 64140 w 159954"/>
                <a:gd name="connsiteY10" fmla="*/ 85 h 162610"/>
                <a:gd name="connsiteX11" fmla="*/ 10585 w 159954"/>
                <a:gd name="connsiteY11" fmla="*/ 40117 h 162610"/>
                <a:gd name="connsiteX12" fmla="*/ 26900 w 159954"/>
                <a:gd name="connsiteY12" fmla="*/ 56768 h 162610"/>
                <a:gd name="connsiteX13" fmla="*/ 43214 w 159954"/>
                <a:gd name="connsiteY13" fmla="*/ 40472 h 162610"/>
                <a:gd name="connsiteX14" fmla="*/ 25126 w 159954"/>
                <a:gd name="connsiteY14" fmla="*/ 24175 h 162610"/>
                <a:gd name="connsiteX15" fmla="*/ 63430 w 159954"/>
                <a:gd name="connsiteY15" fmla="*/ 7879 h 162610"/>
                <a:gd name="connsiteX16" fmla="*/ 101025 w 159954"/>
                <a:gd name="connsiteY16" fmla="*/ 53225 h 162610"/>
                <a:gd name="connsiteX17" fmla="*/ 101025 w 159954"/>
                <a:gd name="connsiteY17" fmla="*/ 66333 h 162610"/>
                <a:gd name="connsiteX18" fmla="*/ 35766 w 159954"/>
                <a:gd name="connsiteY18" fmla="*/ 79087 h 162610"/>
                <a:gd name="connsiteX19" fmla="*/ 300 w 159954"/>
                <a:gd name="connsiteY19" fmla="*/ 125143 h 162610"/>
                <a:gd name="connsiteX20" fmla="*/ 57046 w 159954"/>
                <a:gd name="connsiteY20" fmla="*/ 162695 h 162610"/>
                <a:gd name="connsiteX21" fmla="*/ 103508 w 159954"/>
                <a:gd name="connsiteY21" fmla="*/ 131874 h 162610"/>
                <a:gd name="connsiteX22" fmla="*/ 101025 w 159954"/>
                <a:gd name="connsiteY22" fmla="*/ 73773 h 162610"/>
                <a:gd name="connsiteX23" fmla="*/ 101025 w 159954"/>
                <a:gd name="connsiteY23" fmla="*/ 109200 h 162610"/>
                <a:gd name="connsiteX24" fmla="*/ 59529 w 159954"/>
                <a:gd name="connsiteY24" fmla="*/ 154901 h 162610"/>
                <a:gd name="connsiteX25" fmla="*/ 27609 w 159954"/>
                <a:gd name="connsiteY25" fmla="*/ 124788 h 162610"/>
                <a:gd name="connsiteX26" fmla="*/ 101025 w 159954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954" h="162610">
                  <a:moveTo>
                    <a:pt x="103508" y="131874"/>
                  </a:moveTo>
                  <a:cubicBezTo>
                    <a:pt x="104927" y="146045"/>
                    <a:pt x="114502" y="160924"/>
                    <a:pt x="131172" y="160924"/>
                  </a:cubicBezTo>
                  <a:cubicBezTo>
                    <a:pt x="138620" y="160924"/>
                    <a:pt x="160255" y="155964"/>
                    <a:pt x="160255" y="127268"/>
                  </a:cubicBezTo>
                  <a:lnTo>
                    <a:pt x="160255" y="107429"/>
                  </a:lnTo>
                  <a:lnTo>
                    <a:pt x="151388" y="107429"/>
                  </a:lnTo>
                  <a:lnTo>
                    <a:pt x="151388" y="127268"/>
                  </a:lnTo>
                  <a:cubicBezTo>
                    <a:pt x="151388" y="147816"/>
                    <a:pt x="142521" y="149942"/>
                    <a:pt x="138620" y="149942"/>
                  </a:cubicBezTo>
                  <a:cubicBezTo>
                    <a:pt x="126916" y="149942"/>
                    <a:pt x="125497" y="133999"/>
                    <a:pt x="125497" y="132228"/>
                  </a:cubicBezTo>
                  <a:lnTo>
                    <a:pt x="125497" y="61374"/>
                  </a:lnTo>
                  <a:cubicBezTo>
                    <a:pt x="125497" y="46494"/>
                    <a:pt x="125497" y="32678"/>
                    <a:pt x="112729" y="19570"/>
                  </a:cubicBezTo>
                  <a:cubicBezTo>
                    <a:pt x="98897" y="5753"/>
                    <a:pt x="81164" y="85"/>
                    <a:pt x="64140" y="85"/>
                  </a:cubicBezTo>
                  <a:cubicBezTo>
                    <a:pt x="35057" y="85"/>
                    <a:pt x="10585" y="16735"/>
                    <a:pt x="10585" y="40117"/>
                  </a:cubicBezTo>
                  <a:cubicBezTo>
                    <a:pt x="10585" y="50746"/>
                    <a:pt x="17678" y="56768"/>
                    <a:pt x="26900" y="56768"/>
                  </a:cubicBezTo>
                  <a:cubicBezTo>
                    <a:pt x="36830" y="56768"/>
                    <a:pt x="43214" y="49683"/>
                    <a:pt x="43214" y="40472"/>
                  </a:cubicBezTo>
                  <a:cubicBezTo>
                    <a:pt x="43214" y="36220"/>
                    <a:pt x="41441" y="24529"/>
                    <a:pt x="25126" y="24175"/>
                  </a:cubicBezTo>
                  <a:cubicBezTo>
                    <a:pt x="34702" y="11776"/>
                    <a:pt x="52081" y="7879"/>
                    <a:pt x="63430" y="7879"/>
                  </a:cubicBezTo>
                  <a:cubicBezTo>
                    <a:pt x="80809" y="7879"/>
                    <a:pt x="101025" y="21695"/>
                    <a:pt x="101025" y="53225"/>
                  </a:cubicBezTo>
                  <a:lnTo>
                    <a:pt x="101025" y="66333"/>
                  </a:lnTo>
                  <a:cubicBezTo>
                    <a:pt x="82937" y="67396"/>
                    <a:pt x="58110" y="68459"/>
                    <a:pt x="35766" y="79087"/>
                  </a:cubicBezTo>
                  <a:cubicBezTo>
                    <a:pt x="9166" y="91132"/>
                    <a:pt x="300" y="109555"/>
                    <a:pt x="300" y="125143"/>
                  </a:cubicBezTo>
                  <a:cubicBezTo>
                    <a:pt x="300" y="153839"/>
                    <a:pt x="34702" y="162695"/>
                    <a:pt x="57046" y="162695"/>
                  </a:cubicBezTo>
                  <a:cubicBezTo>
                    <a:pt x="80454" y="162695"/>
                    <a:pt x="96769" y="148524"/>
                    <a:pt x="103508" y="131874"/>
                  </a:cubicBezTo>
                  <a:close/>
                  <a:moveTo>
                    <a:pt x="101025" y="73773"/>
                  </a:moveTo>
                  <a:lnTo>
                    <a:pt x="101025" y="109200"/>
                  </a:lnTo>
                  <a:cubicBezTo>
                    <a:pt x="101025" y="142856"/>
                    <a:pt x="75489" y="154901"/>
                    <a:pt x="59529" y="154901"/>
                  </a:cubicBezTo>
                  <a:cubicBezTo>
                    <a:pt x="42150" y="154901"/>
                    <a:pt x="27609" y="142502"/>
                    <a:pt x="27609" y="124788"/>
                  </a:cubicBezTo>
                  <a:cubicBezTo>
                    <a:pt x="27609" y="105303"/>
                    <a:pt x="42505" y="75899"/>
                    <a:pt x="101025" y="7377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A050B001-11BB-1D82-89B1-B7842C9AB48C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3398806" y="5394719"/>
              <a:ext cx="119168" cy="156588"/>
            </a:xfrm>
            <a:custGeom>
              <a:avLst/>
              <a:gdLst>
                <a:gd name="connsiteX0" fmla="*/ 49603 w 119168"/>
                <a:gd name="connsiteY0" fmla="*/ 39055 h 156588"/>
                <a:gd name="connsiteX1" fmla="*/ 49603 w 119168"/>
                <a:gd name="connsiteY1" fmla="*/ 85 h 156588"/>
                <a:gd name="connsiteX2" fmla="*/ 305 w 119168"/>
                <a:gd name="connsiteY2" fmla="*/ 3982 h 156588"/>
                <a:gd name="connsiteX3" fmla="*/ 305 w 119168"/>
                <a:gd name="connsiteY3" fmla="*/ 14964 h 156588"/>
                <a:gd name="connsiteX4" fmla="*/ 27969 w 119168"/>
                <a:gd name="connsiteY4" fmla="*/ 34803 h 156588"/>
                <a:gd name="connsiteX5" fmla="*/ 27969 w 119168"/>
                <a:gd name="connsiteY5" fmla="*/ 129748 h 156588"/>
                <a:gd name="connsiteX6" fmla="*/ 305 w 119168"/>
                <a:gd name="connsiteY6" fmla="*/ 145690 h 156588"/>
                <a:gd name="connsiteX7" fmla="*/ 305 w 119168"/>
                <a:gd name="connsiteY7" fmla="*/ 156673 h 156588"/>
                <a:gd name="connsiteX8" fmla="*/ 40737 w 119168"/>
                <a:gd name="connsiteY8" fmla="*/ 155610 h 156588"/>
                <a:gd name="connsiteX9" fmla="*/ 85779 w 119168"/>
                <a:gd name="connsiteY9" fmla="*/ 156673 h 156588"/>
                <a:gd name="connsiteX10" fmla="*/ 85779 w 119168"/>
                <a:gd name="connsiteY10" fmla="*/ 145690 h 156588"/>
                <a:gd name="connsiteX11" fmla="*/ 78331 w 119168"/>
                <a:gd name="connsiteY11" fmla="*/ 145690 h 156588"/>
                <a:gd name="connsiteX12" fmla="*/ 51377 w 119168"/>
                <a:gd name="connsiteY12" fmla="*/ 129040 h 156588"/>
                <a:gd name="connsiteX13" fmla="*/ 51377 w 119168"/>
                <a:gd name="connsiteY13" fmla="*/ 74482 h 156588"/>
                <a:gd name="connsiteX14" fmla="*/ 93227 w 119168"/>
                <a:gd name="connsiteY14" fmla="*/ 7879 h 156588"/>
                <a:gd name="connsiteX15" fmla="*/ 97129 w 119168"/>
                <a:gd name="connsiteY15" fmla="*/ 8233 h 156588"/>
                <a:gd name="connsiteX16" fmla="*/ 88971 w 119168"/>
                <a:gd name="connsiteY16" fmla="*/ 22050 h 156588"/>
                <a:gd name="connsiteX17" fmla="*/ 104222 w 119168"/>
                <a:gd name="connsiteY17" fmla="*/ 37283 h 156588"/>
                <a:gd name="connsiteX18" fmla="*/ 119473 w 119168"/>
                <a:gd name="connsiteY18" fmla="*/ 21695 h 156588"/>
                <a:gd name="connsiteX19" fmla="*/ 93227 w 119168"/>
                <a:gd name="connsiteY19" fmla="*/ 85 h 156588"/>
                <a:gd name="connsiteX20" fmla="*/ 49603 w 119168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168" h="156588">
                  <a:moveTo>
                    <a:pt x="49603" y="39055"/>
                  </a:moveTo>
                  <a:lnTo>
                    <a:pt x="49603" y="85"/>
                  </a:lnTo>
                  <a:lnTo>
                    <a:pt x="305" y="3982"/>
                  </a:lnTo>
                  <a:lnTo>
                    <a:pt x="305" y="14964"/>
                  </a:lnTo>
                  <a:cubicBezTo>
                    <a:pt x="25131" y="14964"/>
                    <a:pt x="27969" y="17444"/>
                    <a:pt x="27969" y="34803"/>
                  </a:cubicBezTo>
                  <a:lnTo>
                    <a:pt x="27969" y="129748"/>
                  </a:lnTo>
                  <a:cubicBezTo>
                    <a:pt x="27969" y="145690"/>
                    <a:pt x="24067" y="145690"/>
                    <a:pt x="305" y="145690"/>
                  </a:cubicBezTo>
                  <a:lnTo>
                    <a:pt x="305" y="156673"/>
                  </a:lnTo>
                  <a:cubicBezTo>
                    <a:pt x="14137" y="156318"/>
                    <a:pt x="30806" y="155610"/>
                    <a:pt x="40737" y="155610"/>
                  </a:cubicBezTo>
                  <a:cubicBezTo>
                    <a:pt x="54923" y="155610"/>
                    <a:pt x="71593" y="155610"/>
                    <a:pt x="85779" y="156673"/>
                  </a:cubicBezTo>
                  <a:lnTo>
                    <a:pt x="85779" y="145690"/>
                  </a:lnTo>
                  <a:lnTo>
                    <a:pt x="78331" y="145690"/>
                  </a:lnTo>
                  <a:cubicBezTo>
                    <a:pt x="52086" y="145690"/>
                    <a:pt x="51377" y="141793"/>
                    <a:pt x="51377" y="129040"/>
                  </a:cubicBezTo>
                  <a:lnTo>
                    <a:pt x="51377" y="74482"/>
                  </a:lnTo>
                  <a:cubicBezTo>
                    <a:pt x="51377" y="39409"/>
                    <a:pt x="66273" y="7879"/>
                    <a:pt x="93227" y="7879"/>
                  </a:cubicBezTo>
                  <a:cubicBezTo>
                    <a:pt x="95710" y="7879"/>
                    <a:pt x="96419" y="7879"/>
                    <a:pt x="97129" y="8233"/>
                  </a:cubicBezTo>
                  <a:cubicBezTo>
                    <a:pt x="96065" y="8587"/>
                    <a:pt x="88971" y="12838"/>
                    <a:pt x="88971" y="22050"/>
                  </a:cubicBezTo>
                  <a:cubicBezTo>
                    <a:pt x="88971" y="31969"/>
                    <a:pt x="96419" y="37283"/>
                    <a:pt x="104222" y="37283"/>
                  </a:cubicBezTo>
                  <a:cubicBezTo>
                    <a:pt x="110606" y="37283"/>
                    <a:pt x="119473" y="33032"/>
                    <a:pt x="119473" y="21695"/>
                  </a:cubicBezTo>
                  <a:cubicBezTo>
                    <a:pt x="119473" y="10359"/>
                    <a:pt x="108478" y="85"/>
                    <a:pt x="93227" y="85"/>
                  </a:cubicBezTo>
                  <a:cubicBezTo>
                    <a:pt x="67337" y="85"/>
                    <a:pt x="54569" y="23821"/>
                    <a:pt x="49603" y="39055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D269F9E2-B201-2FB0-21FE-261D494E02F0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3539491" y="5314299"/>
              <a:ext cx="75898" cy="237007"/>
            </a:xfrm>
            <a:custGeom>
              <a:avLst/>
              <a:gdLst>
                <a:gd name="connsiteX0" fmla="*/ 51381 w 75898"/>
                <a:gd name="connsiteY0" fmla="*/ 80504 h 237007"/>
                <a:gd name="connsiteX1" fmla="*/ 1727 w 75898"/>
                <a:gd name="connsiteY1" fmla="*/ 84401 h 237007"/>
                <a:gd name="connsiteX2" fmla="*/ 1727 w 75898"/>
                <a:gd name="connsiteY2" fmla="*/ 95384 h 237007"/>
                <a:gd name="connsiteX3" fmla="*/ 27973 w 75898"/>
                <a:gd name="connsiteY3" fmla="*/ 114869 h 237007"/>
                <a:gd name="connsiteX4" fmla="*/ 27973 w 75898"/>
                <a:gd name="connsiteY4" fmla="*/ 210168 h 237007"/>
                <a:gd name="connsiteX5" fmla="*/ 309 w 75898"/>
                <a:gd name="connsiteY5" fmla="*/ 226110 h 237007"/>
                <a:gd name="connsiteX6" fmla="*/ 309 w 75898"/>
                <a:gd name="connsiteY6" fmla="*/ 237092 h 237007"/>
                <a:gd name="connsiteX7" fmla="*/ 39322 w 75898"/>
                <a:gd name="connsiteY7" fmla="*/ 236029 h 237007"/>
                <a:gd name="connsiteX8" fmla="*/ 76207 w 75898"/>
                <a:gd name="connsiteY8" fmla="*/ 237092 h 237007"/>
                <a:gd name="connsiteX9" fmla="*/ 76207 w 75898"/>
                <a:gd name="connsiteY9" fmla="*/ 226110 h 237007"/>
                <a:gd name="connsiteX10" fmla="*/ 51381 w 75898"/>
                <a:gd name="connsiteY10" fmla="*/ 210522 h 237007"/>
                <a:gd name="connsiteX11" fmla="*/ 51381 w 75898"/>
                <a:gd name="connsiteY11" fmla="*/ 80504 h 237007"/>
                <a:gd name="connsiteX12" fmla="*/ 52799 w 75898"/>
                <a:gd name="connsiteY12" fmla="*/ 18861 h 237007"/>
                <a:gd name="connsiteX13" fmla="*/ 34002 w 75898"/>
                <a:gd name="connsiteY13" fmla="*/ 85 h 237007"/>
                <a:gd name="connsiteX14" fmla="*/ 15205 w 75898"/>
                <a:gd name="connsiteY14" fmla="*/ 18861 h 237007"/>
                <a:gd name="connsiteX15" fmla="*/ 34002 w 75898"/>
                <a:gd name="connsiteY15" fmla="*/ 37637 h 237007"/>
                <a:gd name="connsiteX16" fmla="*/ 52799 w 75898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98" h="237007">
                  <a:moveTo>
                    <a:pt x="51381" y="80504"/>
                  </a:moveTo>
                  <a:lnTo>
                    <a:pt x="1727" y="84401"/>
                  </a:lnTo>
                  <a:lnTo>
                    <a:pt x="1727" y="95384"/>
                  </a:lnTo>
                  <a:cubicBezTo>
                    <a:pt x="24781" y="95384"/>
                    <a:pt x="27973" y="97509"/>
                    <a:pt x="27973" y="114869"/>
                  </a:cubicBezTo>
                  <a:lnTo>
                    <a:pt x="27973" y="210168"/>
                  </a:lnTo>
                  <a:cubicBezTo>
                    <a:pt x="27973" y="226110"/>
                    <a:pt x="24071" y="226110"/>
                    <a:pt x="309" y="226110"/>
                  </a:cubicBezTo>
                  <a:lnTo>
                    <a:pt x="309" y="237092"/>
                  </a:lnTo>
                  <a:cubicBezTo>
                    <a:pt x="11658" y="236738"/>
                    <a:pt x="30810" y="236029"/>
                    <a:pt x="39322" y="236029"/>
                  </a:cubicBezTo>
                  <a:cubicBezTo>
                    <a:pt x="51735" y="236029"/>
                    <a:pt x="64149" y="236738"/>
                    <a:pt x="76207" y="237092"/>
                  </a:cubicBezTo>
                  <a:lnTo>
                    <a:pt x="76207" y="226110"/>
                  </a:lnTo>
                  <a:cubicBezTo>
                    <a:pt x="52799" y="226110"/>
                    <a:pt x="51381" y="224339"/>
                    <a:pt x="51381" y="210522"/>
                  </a:cubicBezTo>
                  <a:lnTo>
                    <a:pt x="51381" y="80504"/>
                  </a:lnTo>
                  <a:close/>
                  <a:moveTo>
                    <a:pt x="52799" y="18861"/>
                  </a:moveTo>
                  <a:cubicBezTo>
                    <a:pt x="52799" y="7524"/>
                    <a:pt x="43933" y="85"/>
                    <a:pt x="34002" y="85"/>
                  </a:cubicBezTo>
                  <a:cubicBezTo>
                    <a:pt x="23007" y="85"/>
                    <a:pt x="15205" y="9650"/>
                    <a:pt x="15205" y="18861"/>
                  </a:cubicBezTo>
                  <a:cubicBezTo>
                    <a:pt x="15205" y="28426"/>
                    <a:pt x="23007" y="37637"/>
                    <a:pt x="34002" y="37637"/>
                  </a:cubicBezTo>
                  <a:cubicBezTo>
                    <a:pt x="43933" y="37637"/>
                    <a:pt x="52799" y="30198"/>
                    <a:pt x="52799" y="18861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6C208599-6584-EED6-2EC1-0D087B50459C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3641202" y="5392593"/>
              <a:ext cx="159954" cy="162610"/>
            </a:xfrm>
            <a:custGeom>
              <a:avLst/>
              <a:gdLst>
                <a:gd name="connsiteX0" fmla="*/ 103519 w 159954"/>
                <a:gd name="connsiteY0" fmla="*/ 131874 h 162610"/>
                <a:gd name="connsiteX1" fmla="*/ 131183 w 159954"/>
                <a:gd name="connsiteY1" fmla="*/ 160924 h 162610"/>
                <a:gd name="connsiteX2" fmla="*/ 160266 w 159954"/>
                <a:gd name="connsiteY2" fmla="*/ 127268 h 162610"/>
                <a:gd name="connsiteX3" fmla="*/ 160266 w 159954"/>
                <a:gd name="connsiteY3" fmla="*/ 107429 h 162610"/>
                <a:gd name="connsiteX4" fmla="*/ 151400 w 159954"/>
                <a:gd name="connsiteY4" fmla="*/ 107429 h 162610"/>
                <a:gd name="connsiteX5" fmla="*/ 151400 w 159954"/>
                <a:gd name="connsiteY5" fmla="*/ 127268 h 162610"/>
                <a:gd name="connsiteX6" fmla="*/ 138632 w 159954"/>
                <a:gd name="connsiteY6" fmla="*/ 149942 h 162610"/>
                <a:gd name="connsiteX7" fmla="*/ 125509 w 159954"/>
                <a:gd name="connsiteY7" fmla="*/ 132228 h 162610"/>
                <a:gd name="connsiteX8" fmla="*/ 125509 w 159954"/>
                <a:gd name="connsiteY8" fmla="*/ 61374 h 162610"/>
                <a:gd name="connsiteX9" fmla="*/ 112741 w 159954"/>
                <a:gd name="connsiteY9" fmla="*/ 19570 h 162610"/>
                <a:gd name="connsiteX10" fmla="*/ 64151 w 159954"/>
                <a:gd name="connsiteY10" fmla="*/ 85 h 162610"/>
                <a:gd name="connsiteX11" fmla="*/ 10597 w 159954"/>
                <a:gd name="connsiteY11" fmla="*/ 40117 h 162610"/>
                <a:gd name="connsiteX12" fmla="*/ 26911 w 159954"/>
                <a:gd name="connsiteY12" fmla="*/ 56768 h 162610"/>
                <a:gd name="connsiteX13" fmla="*/ 43226 w 159954"/>
                <a:gd name="connsiteY13" fmla="*/ 40472 h 162610"/>
                <a:gd name="connsiteX14" fmla="*/ 25138 w 159954"/>
                <a:gd name="connsiteY14" fmla="*/ 24175 h 162610"/>
                <a:gd name="connsiteX15" fmla="*/ 63442 w 159954"/>
                <a:gd name="connsiteY15" fmla="*/ 7879 h 162610"/>
                <a:gd name="connsiteX16" fmla="*/ 101037 w 159954"/>
                <a:gd name="connsiteY16" fmla="*/ 53225 h 162610"/>
                <a:gd name="connsiteX17" fmla="*/ 101037 w 159954"/>
                <a:gd name="connsiteY17" fmla="*/ 66333 h 162610"/>
                <a:gd name="connsiteX18" fmla="*/ 35778 w 159954"/>
                <a:gd name="connsiteY18" fmla="*/ 79087 h 162610"/>
                <a:gd name="connsiteX19" fmla="*/ 311 w 159954"/>
                <a:gd name="connsiteY19" fmla="*/ 125143 h 162610"/>
                <a:gd name="connsiteX20" fmla="*/ 57058 w 159954"/>
                <a:gd name="connsiteY20" fmla="*/ 162695 h 162610"/>
                <a:gd name="connsiteX21" fmla="*/ 103519 w 159954"/>
                <a:gd name="connsiteY21" fmla="*/ 131874 h 162610"/>
                <a:gd name="connsiteX22" fmla="*/ 101037 w 159954"/>
                <a:gd name="connsiteY22" fmla="*/ 73773 h 162610"/>
                <a:gd name="connsiteX23" fmla="*/ 101037 w 159954"/>
                <a:gd name="connsiteY23" fmla="*/ 109200 h 162610"/>
                <a:gd name="connsiteX24" fmla="*/ 59541 w 159954"/>
                <a:gd name="connsiteY24" fmla="*/ 154901 h 162610"/>
                <a:gd name="connsiteX25" fmla="*/ 27621 w 159954"/>
                <a:gd name="connsiteY25" fmla="*/ 124788 h 162610"/>
                <a:gd name="connsiteX26" fmla="*/ 101037 w 159954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954" h="162610">
                  <a:moveTo>
                    <a:pt x="103519" y="131874"/>
                  </a:moveTo>
                  <a:cubicBezTo>
                    <a:pt x="104938" y="146045"/>
                    <a:pt x="114514" y="160924"/>
                    <a:pt x="131183" y="160924"/>
                  </a:cubicBezTo>
                  <a:cubicBezTo>
                    <a:pt x="138632" y="160924"/>
                    <a:pt x="160266" y="155964"/>
                    <a:pt x="160266" y="127268"/>
                  </a:cubicBezTo>
                  <a:lnTo>
                    <a:pt x="160266" y="107429"/>
                  </a:lnTo>
                  <a:lnTo>
                    <a:pt x="151400" y="107429"/>
                  </a:lnTo>
                  <a:lnTo>
                    <a:pt x="151400" y="127268"/>
                  </a:lnTo>
                  <a:cubicBezTo>
                    <a:pt x="151400" y="147816"/>
                    <a:pt x="142533" y="149942"/>
                    <a:pt x="138632" y="149942"/>
                  </a:cubicBezTo>
                  <a:cubicBezTo>
                    <a:pt x="126927" y="149942"/>
                    <a:pt x="125509" y="133999"/>
                    <a:pt x="125509" y="132228"/>
                  </a:cubicBezTo>
                  <a:lnTo>
                    <a:pt x="125509" y="61374"/>
                  </a:lnTo>
                  <a:cubicBezTo>
                    <a:pt x="125509" y="46494"/>
                    <a:pt x="125509" y="32678"/>
                    <a:pt x="112741" y="19570"/>
                  </a:cubicBezTo>
                  <a:cubicBezTo>
                    <a:pt x="98909" y="5753"/>
                    <a:pt x="81175" y="85"/>
                    <a:pt x="64151" y="85"/>
                  </a:cubicBezTo>
                  <a:cubicBezTo>
                    <a:pt x="35069" y="85"/>
                    <a:pt x="10597" y="16735"/>
                    <a:pt x="10597" y="40117"/>
                  </a:cubicBezTo>
                  <a:cubicBezTo>
                    <a:pt x="10597" y="50746"/>
                    <a:pt x="17690" y="56768"/>
                    <a:pt x="26911" y="56768"/>
                  </a:cubicBezTo>
                  <a:cubicBezTo>
                    <a:pt x="36842" y="56768"/>
                    <a:pt x="43226" y="49683"/>
                    <a:pt x="43226" y="40472"/>
                  </a:cubicBezTo>
                  <a:cubicBezTo>
                    <a:pt x="43226" y="36220"/>
                    <a:pt x="41453" y="24529"/>
                    <a:pt x="25138" y="24175"/>
                  </a:cubicBezTo>
                  <a:cubicBezTo>
                    <a:pt x="34714" y="11776"/>
                    <a:pt x="52093" y="7879"/>
                    <a:pt x="63442" y="7879"/>
                  </a:cubicBezTo>
                  <a:cubicBezTo>
                    <a:pt x="80821" y="7879"/>
                    <a:pt x="101037" y="21695"/>
                    <a:pt x="101037" y="53225"/>
                  </a:cubicBezTo>
                  <a:lnTo>
                    <a:pt x="101037" y="66333"/>
                  </a:lnTo>
                  <a:cubicBezTo>
                    <a:pt x="82949" y="67396"/>
                    <a:pt x="58122" y="68459"/>
                    <a:pt x="35778" y="79087"/>
                  </a:cubicBezTo>
                  <a:cubicBezTo>
                    <a:pt x="9178" y="91132"/>
                    <a:pt x="311" y="109555"/>
                    <a:pt x="311" y="125143"/>
                  </a:cubicBezTo>
                  <a:cubicBezTo>
                    <a:pt x="311" y="153839"/>
                    <a:pt x="34714" y="162695"/>
                    <a:pt x="57058" y="162695"/>
                  </a:cubicBezTo>
                  <a:cubicBezTo>
                    <a:pt x="80466" y="162695"/>
                    <a:pt x="96781" y="148524"/>
                    <a:pt x="103519" y="131874"/>
                  </a:cubicBezTo>
                  <a:close/>
                  <a:moveTo>
                    <a:pt x="101037" y="73773"/>
                  </a:moveTo>
                  <a:lnTo>
                    <a:pt x="101037" y="109200"/>
                  </a:lnTo>
                  <a:cubicBezTo>
                    <a:pt x="101037" y="142856"/>
                    <a:pt x="75501" y="154901"/>
                    <a:pt x="59541" y="154901"/>
                  </a:cubicBezTo>
                  <a:cubicBezTo>
                    <a:pt x="42162" y="154901"/>
                    <a:pt x="27621" y="142502"/>
                    <a:pt x="27621" y="124788"/>
                  </a:cubicBezTo>
                  <a:cubicBezTo>
                    <a:pt x="27621" y="105303"/>
                    <a:pt x="42517" y="75899"/>
                    <a:pt x="101037" y="73773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AF41BBED-FDC9-164D-5135-8F0092CB274D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3813570" y="5305443"/>
              <a:ext cx="174850" cy="249761"/>
            </a:xfrm>
            <a:custGeom>
              <a:avLst/>
              <a:gdLst>
                <a:gd name="connsiteX0" fmla="*/ 51388 w 174850"/>
                <a:gd name="connsiteY0" fmla="*/ 112389 h 249761"/>
                <a:gd name="connsiteX1" fmla="*/ 51388 w 174850"/>
                <a:gd name="connsiteY1" fmla="*/ 85 h 249761"/>
                <a:gd name="connsiteX2" fmla="*/ 316 w 174850"/>
                <a:gd name="connsiteY2" fmla="*/ 3982 h 249761"/>
                <a:gd name="connsiteX3" fmla="*/ 316 w 174850"/>
                <a:gd name="connsiteY3" fmla="*/ 14964 h 249761"/>
                <a:gd name="connsiteX4" fmla="*/ 27980 w 174850"/>
                <a:gd name="connsiteY4" fmla="*/ 34803 h 249761"/>
                <a:gd name="connsiteX5" fmla="*/ 27980 w 174850"/>
                <a:gd name="connsiteY5" fmla="*/ 245949 h 249761"/>
                <a:gd name="connsiteX6" fmla="*/ 36847 w 174850"/>
                <a:gd name="connsiteY6" fmla="*/ 245949 h 249761"/>
                <a:gd name="connsiteX7" fmla="*/ 49615 w 174850"/>
                <a:gd name="connsiteY7" fmla="*/ 223984 h 249761"/>
                <a:gd name="connsiteX8" fmla="*/ 96076 w 174850"/>
                <a:gd name="connsiteY8" fmla="*/ 249846 h 249761"/>
                <a:gd name="connsiteX9" fmla="*/ 175167 w 174850"/>
                <a:gd name="connsiteY9" fmla="*/ 169426 h 249761"/>
                <a:gd name="connsiteX10" fmla="*/ 99978 w 174850"/>
                <a:gd name="connsiteY10" fmla="*/ 89361 h 249761"/>
                <a:gd name="connsiteX11" fmla="*/ 51388 w 174850"/>
                <a:gd name="connsiteY11" fmla="*/ 112389 h 249761"/>
                <a:gd name="connsiteX12" fmla="*/ 52452 w 174850"/>
                <a:gd name="connsiteY12" fmla="*/ 205562 h 249761"/>
                <a:gd name="connsiteX13" fmla="*/ 52452 w 174850"/>
                <a:gd name="connsiteY13" fmla="*/ 132582 h 249761"/>
                <a:gd name="connsiteX14" fmla="*/ 56354 w 174850"/>
                <a:gd name="connsiteY14" fmla="*/ 119828 h 249761"/>
                <a:gd name="connsiteX15" fmla="*/ 98204 w 174850"/>
                <a:gd name="connsiteY15" fmla="*/ 97155 h 249761"/>
                <a:gd name="connsiteX16" fmla="*/ 135444 w 174850"/>
                <a:gd name="connsiteY16" fmla="*/ 119828 h 249761"/>
                <a:gd name="connsiteX17" fmla="*/ 145730 w 174850"/>
                <a:gd name="connsiteY17" fmla="*/ 169072 h 249761"/>
                <a:gd name="connsiteX18" fmla="*/ 134735 w 174850"/>
                <a:gd name="connsiteY18" fmla="*/ 219379 h 249761"/>
                <a:gd name="connsiteX19" fmla="*/ 94658 w 174850"/>
                <a:gd name="connsiteY19" fmla="*/ 242052 h 249761"/>
                <a:gd name="connsiteX20" fmla="*/ 57418 w 174850"/>
                <a:gd name="connsiteY20" fmla="*/ 220442 h 249761"/>
                <a:gd name="connsiteX21" fmla="*/ 52452 w 174850"/>
                <a:gd name="connsiteY21" fmla="*/ 205562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4850" h="249761">
                  <a:moveTo>
                    <a:pt x="51388" y="112389"/>
                  </a:moveTo>
                  <a:lnTo>
                    <a:pt x="51388" y="85"/>
                  </a:lnTo>
                  <a:lnTo>
                    <a:pt x="316" y="3982"/>
                  </a:lnTo>
                  <a:lnTo>
                    <a:pt x="316" y="14964"/>
                  </a:lnTo>
                  <a:cubicBezTo>
                    <a:pt x="25143" y="14964"/>
                    <a:pt x="27980" y="17444"/>
                    <a:pt x="27980" y="34803"/>
                  </a:cubicBezTo>
                  <a:lnTo>
                    <a:pt x="27980" y="245949"/>
                  </a:lnTo>
                  <a:lnTo>
                    <a:pt x="36847" y="245949"/>
                  </a:lnTo>
                  <a:cubicBezTo>
                    <a:pt x="37202" y="245595"/>
                    <a:pt x="40039" y="240635"/>
                    <a:pt x="49615" y="223984"/>
                  </a:cubicBezTo>
                  <a:cubicBezTo>
                    <a:pt x="54935" y="232133"/>
                    <a:pt x="69831" y="249846"/>
                    <a:pt x="96076" y="249846"/>
                  </a:cubicBezTo>
                  <a:cubicBezTo>
                    <a:pt x="138282" y="249846"/>
                    <a:pt x="175167" y="215127"/>
                    <a:pt x="175167" y="169426"/>
                  </a:cubicBezTo>
                  <a:cubicBezTo>
                    <a:pt x="175167" y="124434"/>
                    <a:pt x="140410" y="89361"/>
                    <a:pt x="99978" y="89361"/>
                  </a:cubicBezTo>
                  <a:cubicBezTo>
                    <a:pt x="72314" y="89361"/>
                    <a:pt x="57063" y="106012"/>
                    <a:pt x="51388" y="112389"/>
                  </a:cubicBezTo>
                  <a:close/>
                  <a:moveTo>
                    <a:pt x="52452" y="205562"/>
                  </a:moveTo>
                  <a:lnTo>
                    <a:pt x="52452" y="132582"/>
                  </a:lnTo>
                  <a:cubicBezTo>
                    <a:pt x="52452" y="125851"/>
                    <a:pt x="52452" y="125497"/>
                    <a:pt x="56354" y="119828"/>
                  </a:cubicBezTo>
                  <a:cubicBezTo>
                    <a:pt x="70186" y="99989"/>
                    <a:pt x="89692" y="97155"/>
                    <a:pt x="98204" y="97155"/>
                  </a:cubicBezTo>
                  <a:cubicBezTo>
                    <a:pt x="114164" y="97155"/>
                    <a:pt x="126932" y="106366"/>
                    <a:pt x="135444" y="119828"/>
                  </a:cubicBezTo>
                  <a:cubicBezTo>
                    <a:pt x="144666" y="134354"/>
                    <a:pt x="145730" y="154547"/>
                    <a:pt x="145730" y="169072"/>
                  </a:cubicBezTo>
                  <a:cubicBezTo>
                    <a:pt x="145730" y="182180"/>
                    <a:pt x="145020" y="203437"/>
                    <a:pt x="134735" y="219379"/>
                  </a:cubicBezTo>
                  <a:cubicBezTo>
                    <a:pt x="127287" y="230361"/>
                    <a:pt x="113810" y="242052"/>
                    <a:pt x="94658" y="242052"/>
                  </a:cubicBezTo>
                  <a:cubicBezTo>
                    <a:pt x="78698" y="242052"/>
                    <a:pt x="65930" y="233550"/>
                    <a:pt x="57418" y="220442"/>
                  </a:cubicBezTo>
                  <a:cubicBezTo>
                    <a:pt x="52452" y="213002"/>
                    <a:pt x="52452" y="211939"/>
                    <a:pt x="52452" y="205562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368D11D-AE8E-1931-0901-01262104587A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4012381" y="5305443"/>
              <a:ext cx="78736" cy="245864"/>
            </a:xfrm>
            <a:custGeom>
              <a:avLst/>
              <a:gdLst>
                <a:gd name="connsiteX0" fmla="*/ 51394 w 78736"/>
                <a:gd name="connsiteY0" fmla="*/ 85 h 245864"/>
                <a:gd name="connsiteX1" fmla="*/ 322 w 78736"/>
                <a:gd name="connsiteY1" fmla="*/ 3982 h 245864"/>
                <a:gd name="connsiteX2" fmla="*/ 322 w 78736"/>
                <a:gd name="connsiteY2" fmla="*/ 14964 h 245864"/>
                <a:gd name="connsiteX3" fmla="*/ 27986 w 78736"/>
                <a:gd name="connsiteY3" fmla="*/ 34803 h 245864"/>
                <a:gd name="connsiteX4" fmla="*/ 27986 w 78736"/>
                <a:gd name="connsiteY4" fmla="*/ 219024 h 245864"/>
                <a:gd name="connsiteX5" fmla="*/ 322 w 78736"/>
                <a:gd name="connsiteY5" fmla="*/ 234967 h 245864"/>
                <a:gd name="connsiteX6" fmla="*/ 322 w 78736"/>
                <a:gd name="connsiteY6" fmla="*/ 245949 h 245864"/>
                <a:gd name="connsiteX7" fmla="*/ 39690 w 78736"/>
                <a:gd name="connsiteY7" fmla="*/ 244886 h 245864"/>
                <a:gd name="connsiteX8" fmla="*/ 79058 w 78736"/>
                <a:gd name="connsiteY8" fmla="*/ 245949 h 245864"/>
                <a:gd name="connsiteX9" fmla="*/ 79058 w 78736"/>
                <a:gd name="connsiteY9" fmla="*/ 234967 h 245864"/>
                <a:gd name="connsiteX10" fmla="*/ 51394 w 78736"/>
                <a:gd name="connsiteY10" fmla="*/ 219024 h 245864"/>
                <a:gd name="connsiteX11" fmla="*/ 51394 w 78736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736" h="245864">
                  <a:moveTo>
                    <a:pt x="51394" y="85"/>
                  </a:moveTo>
                  <a:lnTo>
                    <a:pt x="322" y="3982"/>
                  </a:lnTo>
                  <a:lnTo>
                    <a:pt x="322" y="14964"/>
                  </a:lnTo>
                  <a:cubicBezTo>
                    <a:pt x="25149" y="14964"/>
                    <a:pt x="27986" y="17444"/>
                    <a:pt x="27986" y="34803"/>
                  </a:cubicBezTo>
                  <a:lnTo>
                    <a:pt x="27986" y="219024"/>
                  </a:lnTo>
                  <a:cubicBezTo>
                    <a:pt x="27986" y="234967"/>
                    <a:pt x="24085" y="234967"/>
                    <a:pt x="322" y="234967"/>
                  </a:cubicBezTo>
                  <a:lnTo>
                    <a:pt x="322" y="245949"/>
                  </a:lnTo>
                  <a:cubicBezTo>
                    <a:pt x="12026" y="245595"/>
                    <a:pt x="30823" y="244886"/>
                    <a:pt x="39690" y="244886"/>
                  </a:cubicBezTo>
                  <a:cubicBezTo>
                    <a:pt x="48557" y="244886"/>
                    <a:pt x="65935" y="245595"/>
                    <a:pt x="79058" y="245949"/>
                  </a:cubicBezTo>
                  <a:lnTo>
                    <a:pt x="79058" y="234967"/>
                  </a:lnTo>
                  <a:cubicBezTo>
                    <a:pt x="55295" y="234967"/>
                    <a:pt x="51394" y="234967"/>
                    <a:pt x="51394" y="219024"/>
                  </a:cubicBezTo>
                  <a:lnTo>
                    <a:pt x="51394" y="85"/>
                  </a:ln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BB450644-C318-D359-56EF-D2511D514B1F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4109127" y="5392593"/>
              <a:ext cx="137256" cy="162610"/>
            </a:xfrm>
            <a:custGeom>
              <a:avLst/>
              <a:gdLst>
                <a:gd name="connsiteX0" fmla="*/ 30117 w 137256"/>
                <a:gd name="connsiteY0" fmla="*/ 69522 h 162610"/>
                <a:gd name="connsiteX1" fmla="*/ 74095 w 137256"/>
                <a:gd name="connsiteY1" fmla="*/ 7879 h 162610"/>
                <a:gd name="connsiteX2" fmla="*/ 114173 w 137256"/>
                <a:gd name="connsiteY2" fmla="*/ 69522 h 162610"/>
                <a:gd name="connsiteX3" fmla="*/ 30117 w 137256"/>
                <a:gd name="connsiteY3" fmla="*/ 69522 h 162610"/>
                <a:gd name="connsiteX4" fmla="*/ 29762 w 137256"/>
                <a:gd name="connsiteY4" fmla="*/ 76962 h 162610"/>
                <a:gd name="connsiteX5" fmla="*/ 128714 w 137256"/>
                <a:gd name="connsiteY5" fmla="*/ 76962 h 162610"/>
                <a:gd name="connsiteX6" fmla="*/ 137581 w 137256"/>
                <a:gd name="connsiteY6" fmla="*/ 69522 h 162610"/>
                <a:gd name="connsiteX7" fmla="*/ 74095 w 137256"/>
                <a:gd name="connsiteY7" fmla="*/ 85 h 162610"/>
                <a:gd name="connsiteX8" fmla="*/ 325 w 137256"/>
                <a:gd name="connsiteY8" fmla="*/ 80859 h 162610"/>
                <a:gd name="connsiteX9" fmla="*/ 78351 w 137256"/>
                <a:gd name="connsiteY9" fmla="*/ 162695 h 162610"/>
                <a:gd name="connsiteX10" fmla="*/ 137581 w 137256"/>
                <a:gd name="connsiteY10" fmla="*/ 116640 h 162610"/>
                <a:gd name="connsiteX11" fmla="*/ 132970 w 137256"/>
                <a:gd name="connsiteY11" fmla="*/ 112389 h 162610"/>
                <a:gd name="connsiteX12" fmla="*/ 128359 w 137256"/>
                <a:gd name="connsiteY12" fmla="*/ 117349 h 162610"/>
                <a:gd name="connsiteX13" fmla="*/ 80479 w 137256"/>
                <a:gd name="connsiteY13" fmla="*/ 153839 h 162610"/>
                <a:gd name="connsiteX14" fmla="*/ 40402 w 137256"/>
                <a:gd name="connsiteY14" fmla="*/ 130102 h 162610"/>
                <a:gd name="connsiteX15" fmla="*/ 29762 w 137256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256" h="162610">
                  <a:moveTo>
                    <a:pt x="30117" y="69522"/>
                  </a:moveTo>
                  <a:cubicBezTo>
                    <a:pt x="32245" y="16735"/>
                    <a:pt x="62037" y="7879"/>
                    <a:pt x="74095" y="7879"/>
                  </a:cubicBezTo>
                  <a:cubicBezTo>
                    <a:pt x="110626" y="7879"/>
                    <a:pt x="114173" y="55705"/>
                    <a:pt x="114173" y="69522"/>
                  </a:cubicBezTo>
                  <a:lnTo>
                    <a:pt x="30117" y="69522"/>
                  </a:lnTo>
                  <a:close/>
                  <a:moveTo>
                    <a:pt x="29762" y="76962"/>
                  </a:moveTo>
                  <a:lnTo>
                    <a:pt x="128714" y="76962"/>
                  </a:lnTo>
                  <a:cubicBezTo>
                    <a:pt x="136517" y="76962"/>
                    <a:pt x="137581" y="76962"/>
                    <a:pt x="137581" y="69522"/>
                  </a:cubicBezTo>
                  <a:cubicBezTo>
                    <a:pt x="137581" y="34449"/>
                    <a:pt x="118429" y="85"/>
                    <a:pt x="74095" y="85"/>
                  </a:cubicBezTo>
                  <a:cubicBezTo>
                    <a:pt x="32954" y="85"/>
                    <a:pt x="325" y="36575"/>
                    <a:pt x="325" y="80859"/>
                  </a:cubicBezTo>
                  <a:cubicBezTo>
                    <a:pt x="325" y="128331"/>
                    <a:pt x="37565" y="162695"/>
                    <a:pt x="78351" y="162695"/>
                  </a:cubicBezTo>
                  <a:cubicBezTo>
                    <a:pt x="121621" y="162695"/>
                    <a:pt x="137581" y="123371"/>
                    <a:pt x="137581" y="116640"/>
                  </a:cubicBezTo>
                  <a:cubicBezTo>
                    <a:pt x="137581" y="113097"/>
                    <a:pt x="134743" y="112389"/>
                    <a:pt x="132970" y="112389"/>
                  </a:cubicBezTo>
                  <a:cubicBezTo>
                    <a:pt x="129778" y="112389"/>
                    <a:pt x="129069" y="114514"/>
                    <a:pt x="128359" y="117349"/>
                  </a:cubicBezTo>
                  <a:cubicBezTo>
                    <a:pt x="115946" y="153839"/>
                    <a:pt x="84026" y="153839"/>
                    <a:pt x="80479" y="153839"/>
                  </a:cubicBezTo>
                  <a:cubicBezTo>
                    <a:pt x="62746" y="153839"/>
                    <a:pt x="48559" y="143210"/>
                    <a:pt x="40402" y="130102"/>
                  </a:cubicBezTo>
                  <a:cubicBezTo>
                    <a:pt x="29762" y="113097"/>
                    <a:pt x="29762" y="89715"/>
                    <a:pt x="29762" y="76962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6E8F69DC-F879-0ED4-07DA-B68AD7A783A0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4268530" y="5392593"/>
              <a:ext cx="115976" cy="162610"/>
            </a:xfrm>
            <a:custGeom>
              <a:avLst/>
              <a:gdLst>
                <a:gd name="connsiteX0" fmla="*/ 62396 w 115976"/>
                <a:gd name="connsiteY0" fmla="*/ 90070 h 162610"/>
                <a:gd name="connsiteX1" fmla="*/ 99281 w 115976"/>
                <a:gd name="connsiteY1" fmla="*/ 122663 h 162610"/>
                <a:gd name="connsiteX2" fmla="*/ 59204 w 115976"/>
                <a:gd name="connsiteY2" fmla="*/ 154901 h 162610"/>
                <a:gd name="connsiteX3" fmla="*/ 9905 w 115976"/>
                <a:gd name="connsiteY3" fmla="*/ 104595 h 162610"/>
                <a:gd name="connsiteX4" fmla="*/ 4940 w 115976"/>
                <a:gd name="connsiteY4" fmla="*/ 98572 h 162610"/>
                <a:gd name="connsiteX5" fmla="*/ 329 w 115976"/>
                <a:gd name="connsiteY5" fmla="*/ 107429 h 162610"/>
                <a:gd name="connsiteX6" fmla="*/ 329 w 115976"/>
                <a:gd name="connsiteY6" fmla="*/ 154193 h 162610"/>
                <a:gd name="connsiteX7" fmla="*/ 4230 w 115976"/>
                <a:gd name="connsiteY7" fmla="*/ 162695 h 162610"/>
                <a:gd name="connsiteX8" fmla="*/ 13097 w 115976"/>
                <a:gd name="connsiteY8" fmla="*/ 155610 h 162610"/>
                <a:gd name="connsiteX9" fmla="*/ 20190 w 115976"/>
                <a:gd name="connsiteY9" fmla="*/ 147462 h 162610"/>
                <a:gd name="connsiteX10" fmla="*/ 59204 w 115976"/>
                <a:gd name="connsiteY10" fmla="*/ 162695 h 162610"/>
                <a:gd name="connsiteX11" fmla="*/ 116305 w 115976"/>
                <a:gd name="connsiteY11" fmla="*/ 113452 h 162610"/>
                <a:gd name="connsiteX12" fmla="*/ 101409 w 115976"/>
                <a:gd name="connsiteY12" fmla="*/ 79796 h 162610"/>
                <a:gd name="connsiteX13" fmla="*/ 60977 w 115976"/>
                <a:gd name="connsiteY13" fmla="*/ 62791 h 162610"/>
                <a:gd name="connsiteX14" fmla="*/ 17353 w 115976"/>
                <a:gd name="connsiteY14" fmla="*/ 33740 h 162610"/>
                <a:gd name="connsiteX15" fmla="*/ 57076 w 115976"/>
                <a:gd name="connsiteY15" fmla="*/ 6816 h 162610"/>
                <a:gd name="connsiteX16" fmla="*/ 98572 w 115976"/>
                <a:gd name="connsiteY16" fmla="*/ 49683 h 162610"/>
                <a:gd name="connsiteX17" fmla="*/ 102828 w 115976"/>
                <a:gd name="connsiteY17" fmla="*/ 52871 h 162610"/>
                <a:gd name="connsiteX18" fmla="*/ 107439 w 115976"/>
                <a:gd name="connsiteY18" fmla="*/ 44369 h 162610"/>
                <a:gd name="connsiteX19" fmla="*/ 107439 w 115976"/>
                <a:gd name="connsiteY19" fmla="*/ 8587 h 162610"/>
                <a:gd name="connsiteX20" fmla="*/ 103537 w 115976"/>
                <a:gd name="connsiteY20" fmla="*/ 85 h 162610"/>
                <a:gd name="connsiteX21" fmla="*/ 96444 w 115976"/>
                <a:gd name="connsiteY21" fmla="*/ 4336 h 162610"/>
                <a:gd name="connsiteX22" fmla="*/ 90415 w 115976"/>
                <a:gd name="connsiteY22" fmla="*/ 10004 h 162610"/>
                <a:gd name="connsiteX23" fmla="*/ 57076 w 115976"/>
                <a:gd name="connsiteY23" fmla="*/ 85 h 162610"/>
                <a:gd name="connsiteX24" fmla="*/ 329 w 115976"/>
                <a:gd name="connsiteY24" fmla="*/ 43660 h 162610"/>
                <a:gd name="connsiteX25" fmla="*/ 15580 w 115976"/>
                <a:gd name="connsiteY25" fmla="*/ 73773 h 162610"/>
                <a:gd name="connsiteX26" fmla="*/ 62396 w 115976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976" h="162610">
                  <a:moveTo>
                    <a:pt x="62396" y="90070"/>
                  </a:moveTo>
                  <a:cubicBezTo>
                    <a:pt x="70199" y="91487"/>
                    <a:pt x="99281" y="97155"/>
                    <a:pt x="99281" y="122663"/>
                  </a:cubicBezTo>
                  <a:cubicBezTo>
                    <a:pt x="99281" y="140730"/>
                    <a:pt x="86868" y="154901"/>
                    <a:pt x="59204" y="154901"/>
                  </a:cubicBezTo>
                  <a:cubicBezTo>
                    <a:pt x="29412" y="154901"/>
                    <a:pt x="16644" y="134708"/>
                    <a:pt x="9905" y="104595"/>
                  </a:cubicBezTo>
                  <a:cubicBezTo>
                    <a:pt x="8841" y="99989"/>
                    <a:pt x="8486" y="98572"/>
                    <a:pt x="4940" y="98572"/>
                  </a:cubicBezTo>
                  <a:cubicBezTo>
                    <a:pt x="329" y="98572"/>
                    <a:pt x="329" y="101052"/>
                    <a:pt x="329" y="107429"/>
                  </a:cubicBezTo>
                  <a:lnTo>
                    <a:pt x="329" y="154193"/>
                  </a:lnTo>
                  <a:cubicBezTo>
                    <a:pt x="329" y="160215"/>
                    <a:pt x="329" y="162695"/>
                    <a:pt x="4230" y="162695"/>
                  </a:cubicBezTo>
                  <a:cubicBezTo>
                    <a:pt x="6004" y="162695"/>
                    <a:pt x="6358" y="162341"/>
                    <a:pt x="13097" y="155610"/>
                  </a:cubicBezTo>
                  <a:cubicBezTo>
                    <a:pt x="13806" y="154901"/>
                    <a:pt x="13806" y="154193"/>
                    <a:pt x="20190" y="147462"/>
                  </a:cubicBezTo>
                  <a:cubicBezTo>
                    <a:pt x="35796" y="162341"/>
                    <a:pt x="51756" y="162695"/>
                    <a:pt x="59204" y="162695"/>
                  </a:cubicBezTo>
                  <a:cubicBezTo>
                    <a:pt x="99991" y="162695"/>
                    <a:pt x="116305" y="138959"/>
                    <a:pt x="116305" y="113452"/>
                  </a:cubicBezTo>
                  <a:cubicBezTo>
                    <a:pt x="116305" y="94675"/>
                    <a:pt x="105665" y="84047"/>
                    <a:pt x="101409" y="79796"/>
                  </a:cubicBezTo>
                  <a:cubicBezTo>
                    <a:pt x="89705" y="68459"/>
                    <a:pt x="75873" y="65625"/>
                    <a:pt x="60977" y="62791"/>
                  </a:cubicBezTo>
                  <a:cubicBezTo>
                    <a:pt x="41116" y="58894"/>
                    <a:pt x="17353" y="54288"/>
                    <a:pt x="17353" y="33740"/>
                  </a:cubicBezTo>
                  <a:cubicBezTo>
                    <a:pt x="17353" y="21341"/>
                    <a:pt x="26574" y="6816"/>
                    <a:pt x="57076" y="6816"/>
                  </a:cubicBezTo>
                  <a:cubicBezTo>
                    <a:pt x="96089" y="6816"/>
                    <a:pt x="97863" y="38700"/>
                    <a:pt x="98572" y="49683"/>
                  </a:cubicBezTo>
                  <a:cubicBezTo>
                    <a:pt x="98927" y="52871"/>
                    <a:pt x="102119" y="52871"/>
                    <a:pt x="102828" y="52871"/>
                  </a:cubicBezTo>
                  <a:cubicBezTo>
                    <a:pt x="107439" y="52871"/>
                    <a:pt x="107439" y="51100"/>
                    <a:pt x="107439" y="44369"/>
                  </a:cubicBezTo>
                  <a:lnTo>
                    <a:pt x="107439" y="8587"/>
                  </a:lnTo>
                  <a:cubicBezTo>
                    <a:pt x="107439" y="2565"/>
                    <a:pt x="107439" y="85"/>
                    <a:pt x="103537" y="85"/>
                  </a:cubicBezTo>
                  <a:cubicBezTo>
                    <a:pt x="101764" y="85"/>
                    <a:pt x="101055" y="85"/>
                    <a:pt x="96444" y="4336"/>
                  </a:cubicBezTo>
                  <a:cubicBezTo>
                    <a:pt x="95380" y="5753"/>
                    <a:pt x="91833" y="8941"/>
                    <a:pt x="90415" y="10004"/>
                  </a:cubicBezTo>
                  <a:cubicBezTo>
                    <a:pt x="76937" y="85"/>
                    <a:pt x="62396" y="85"/>
                    <a:pt x="57076" y="85"/>
                  </a:cubicBezTo>
                  <a:cubicBezTo>
                    <a:pt x="13806" y="85"/>
                    <a:pt x="329" y="23821"/>
                    <a:pt x="329" y="43660"/>
                  </a:cubicBezTo>
                  <a:cubicBezTo>
                    <a:pt x="329" y="56060"/>
                    <a:pt x="6004" y="65979"/>
                    <a:pt x="15580" y="73773"/>
                  </a:cubicBezTo>
                  <a:cubicBezTo>
                    <a:pt x="26929" y="82984"/>
                    <a:pt x="36860" y="85110"/>
                    <a:pt x="62396" y="90070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B9CA490-1683-19E2-B886-A4C953752A0E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4526649" y="5314299"/>
              <a:ext cx="75898" cy="237007"/>
            </a:xfrm>
            <a:custGeom>
              <a:avLst/>
              <a:gdLst>
                <a:gd name="connsiteX0" fmla="*/ 51408 w 75898"/>
                <a:gd name="connsiteY0" fmla="*/ 80504 h 237007"/>
                <a:gd name="connsiteX1" fmla="*/ 1755 w 75898"/>
                <a:gd name="connsiteY1" fmla="*/ 84401 h 237007"/>
                <a:gd name="connsiteX2" fmla="*/ 1755 w 75898"/>
                <a:gd name="connsiteY2" fmla="*/ 95384 h 237007"/>
                <a:gd name="connsiteX3" fmla="*/ 28000 w 75898"/>
                <a:gd name="connsiteY3" fmla="*/ 114869 h 237007"/>
                <a:gd name="connsiteX4" fmla="*/ 28000 w 75898"/>
                <a:gd name="connsiteY4" fmla="*/ 210168 h 237007"/>
                <a:gd name="connsiteX5" fmla="*/ 336 w 75898"/>
                <a:gd name="connsiteY5" fmla="*/ 226110 h 237007"/>
                <a:gd name="connsiteX6" fmla="*/ 336 w 75898"/>
                <a:gd name="connsiteY6" fmla="*/ 237092 h 237007"/>
                <a:gd name="connsiteX7" fmla="*/ 39350 w 75898"/>
                <a:gd name="connsiteY7" fmla="*/ 236029 h 237007"/>
                <a:gd name="connsiteX8" fmla="*/ 76235 w 75898"/>
                <a:gd name="connsiteY8" fmla="*/ 237092 h 237007"/>
                <a:gd name="connsiteX9" fmla="*/ 76235 w 75898"/>
                <a:gd name="connsiteY9" fmla="*/ 226110 h 237007"/>
                <a:gd name="connsiteX10" fmla="*/ 51408 w 75898"/>
                <a:gd name="connsiteY10" fmla="*/ 210522 h 237007"/>
                <a:gd name="connsiteX11" fmla="*/ 51408 w 75898"/>
                <a:gd name="connsiteY11" fmla="*/ 80504 h 237007"/>
                <a:gd name="connsiteX12" fmla="*/ 52827 w 75898"/>
                <a:gd name="connsiteY12" fmla="*/ 18861 h 237007"/>
                <a:gd name="connsiteX13" fmla="*/ 34030 w 75898"/>
                <a:gd name="connsiteY13" fmla="*/ 85 h 237007"/>
                <a:gd name="connsiteX14" fmla="*/ 15232 w 75898"/>
                <a:gd name="connsiteY14" fmla="*/ 18861 h 237007"/>
                <a:gd name="connsiteX15" fmla="*/ 34030 w 75898"/>
                <a:gd name="connsiteY15" fmla="*/ 37637 h 237007"/>
                <a:gd name="connsiteX16" fmla="*/ 52827 w 75898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98" h="237007">
                  <a:moveTo>
                    <a:pt x="51408" y="80504"/>
                  </a:moveTo>
                  <a:lnTo>
                    <a:pt x="1755" y="84401"/>
                  </a:lnTo>
                  <a:lnTo>
                    <a:pt x="1755" y="95384"/>
                  </a:lnTo>
                  <a:cubicBezTo>
                    <a:pt x="24808" y="95384"/>
                    <a:pt x="28000" y="97509"/>
                    <a:pt x="28000" y="114869"/>
                  </a:cubicBezTo>
                  <a:lnTo>
                    <a:pt x="28000" y="210168"/>
                  </a:lnTo>
                  <a:cubicBezTo>
                    <a:pt x="28000" y="226110"/>
                    <a:pt x="24099" y="226110"/>
                    <a:pt x="336" y="226110"/>
                  </a:cubicBezTo>
                  <a:lnTo>
                    <a:pt x="336" y="237092"/>
                  </a:lnTo>
                  <a:cubicBezTo>
                    <a:pt x="11686" y="236738"/>
                    <a:pt x="30838" y="236029"/>
                    <a:pt x="39350" y="236029"/>
                  </a:cubicBezTo>
                  <a:cubicBezTo>
                    <a:pt x="51763" y="236029"/>
                    <a:pt x="64176" y="236738"/>
                    <a:pt x="76235" y="237092"/>
                  </a:cubicBezTo>
                  <a:lnTo>
                    <a:pt x="76235" y="226110"/>
                  </a:lnTo>
                  <a:cubicBezTo>
                    <a:pt x="52827" y="226110"/>
                    <a:pt x="51408" y="224339"/>
                    <a:pt x="51408" y="210522"/>
                  </a:cubicBezTo>
                  <a:lnTo>
                    <a:pt x="51408" y="80504"/>
                  </a:lnTo>
                  <a:close/>
                  <a:moveTo>
                    <a:pt x="52827" y="18861"/>
                  </a:moveTo>
                  <a:cubicBezTo>
                    <a:pt x="52827" y="7524"/>
                    <a:pt x="43960" y="85"/>
                    <a:pt x="34030" y="85"/>
                  </a:cubicBezTo>
                  <a:cubicBezTo>
                    <a:pt x="23035" y="85"/>
                    <a:pt x="15232" y="9650"/>
                    <a:pt x="15232" y="18861"/>
                  </a:cubicBezTo>
                  <a:cubicBezTo>
                    <a:pt x="15232" y="28426"/>
                    <a:pt x="23035" y="37637"/>
                    <a:pt x="34030" y="37637"/>
                  </a:cubicBezTo>
                  <a:cubicBezTo>
                    <a:pt x="43960" y="37637"/>
                    <a:pt x="52827" y="30198"/>
                    <a:pt x="52827" y="18861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97719AD3-C2D0-E8CD-7DFA-4543C79C5F6F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4625168" y="5392593"/>
              <a:ext cx="115976" cy="162610"/>
            </a:xfrm>
            <a:custGeom>
              <a:avLst/>
              <a:gdLst>
                <a:gd name="connsiteX0" fmla="*/ 62406 w 115976"/>
                <a:gd name="connsiteY0" fmla="*/ 90070 h 162610"/>
                <a:gd name="connsiteX1" fmla="*/ 99291 w 115976"/>
                <a:gd name="connsiteY1" fmla="*/ 122663 h 162610"/>
                <a:gd name="connsiteX2" fmla="*/ 59214 w 115976"/>
                <a:gd name="connsiteY2" fmla="*/ 154901 h 162610"/>
                <a:gd name="connsiteX3" fmla="*/ 9915 w 115976"/>
                <a:gd name="connsiteY3" fmla="*/ 104595 h 162610"/>
                <a:gd name="connsiteX4" fmla="*/ 4950 w 115976"/>
                <a:gd name="connsiteY4" fmla="*/ 98572 h 162610"/>
                <a:gd name="connsiteX5" fmla="*/ 339 w 115976"/>
                <a:gd name="connsiteY5" fmla="*/ 107429 h 162610"/>
                <a:gd name="connsiteX6" fmla="*/ 339 w 115976"/>
                <a:gd name="connsiteY6" fmla="*/ 154193 h 162610"/>
                <a:gd name="connsiteX7" fmla="*/ 4240 w 115976"/>
                <a:gd name="connsiteY7" fmla="*/ 162695 h 162610"/>
                <a:gd name="connsiteX8" fmla="*/ 13107 w 115976"/>
                <a:gd name="connsiteY8" fmla="*/ 155610 h 162610"/>
                <a:gd name="connsiteX9" fmla="*/ 20200 w 115976"/>
                <a:gd name="connsiteY9" fmla="*/ 147462 h 162610"/>
                <a:gd name="connsiteX10" fmla="*/ 59214 w 115976"/>
                <a:gd name="connsiteY10" fmla="*/ 162695 h 162610"/>
                <a:gd name="connsiteX11" fmla="*/ 116315 w 115976"/>
                <a:gd name="connsiteY11" fmla="*/ 113452 h 162610"/>
                <a:gd name="connsiteX12" fmla="*/ 101419 w 115976"/>
                <a:gd name="connsiteY12" fmla="*/ 79796 h 162610"/>
                <a:gd name="connsiteX13" fmla="*/ 60987 w 115976"/>
                <a:gd name="connsiteY13" fmla="*/ 62791 h 162610"/>
                <a:gd name="connsiteX14" fmla="*/ 17363 w 115976"/>
                <a:gd name="connsiteY14" fmla="*/ 33740 h 162610"/>
                <a:gd name="connsiteX15" fmla="*/ 57086 w 115976"/>
                <a:gd name="connsiteY15" fmla="*/ 6816 h 162610"/>
                <a:gd name="connsiteX16" fmla="*/ 98582 w 115976"/>
                <a:gd name="connsiteY16" fmla="*/ 49683 h 162610"/>
                <a:gd name="connsiteX17" fmla="*/ 102838 w 115976"/>
                <a:gd name="connsiteY17" fmla="*/ 52871 h 162610"/>
                <a:gd name="connsiteX18" fmla="*/ 107449 w 115976"/>
                <a:gd name="connsiteY18" fmla="*/ 44369 h 162610"/>
                <a:gd name="connsiteX19" fmla="*/ 107449 w 115976"/>
                <a:gd name="connsiteY19" fmla="*/ 8587 h 162610"/>
                <a:gd name="connsiteX20" fmla="*/ 103547 w 115976"/>
                <a:gd name="connsiteY20" fmla="*/ 85 h 162610"/>
                <a:gd name="connsiteX21" fmla="*/ 96454 w 115976"/>
                <a:gd name="connsiteY21" fmla="*/ 4336 h 162610"/>
                <a:gd name="connsiteX22" fmla="*/ 90425 w 115976"/>
                <a:gd name="connsiteY22" fmla="*/ 10004 h 162610"/>
                <a:gd name="connsiteX23" fmla="*/ 57086 w 115976"/>
                <a:gd name="connsiteY23" fmla="*/ 85 h 162610"/>
                <a:gd name="connsiteX24" fmla="*/ 339 w 115976"/>
                <a:gd name="connsiteY24" fmla="*/ 43660 h 162610"/>
                <a:gd name="connsiteX25" fmla="*/ 15590 w 115976"/>
                <a:gd name="connsiteY25" fmla="*/ 73773 h 162610"/>
                <a:gd name="connsiteX26" fmla="*/ 62406 w 115976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976" h="162610">
                  <a:moveTo>
                    <a:pt x="62406" y="90070"/>
                  </a:moveTo>
                  <a:cubicBezTo>
                    <a:pt x="70209" y="91487"/>
                    <a:pt x="99291" y="97155"/>
                    <a:pt x="99291" y="122663"/>
                  </a:cubicBezTo>
                  <a:cubicBezTo>
                    <a:pt x="99291" y="140730"/>
                    <a:pt x="86878" y="154901"/>
                    <a:pt x="59214" y="154901"/>
                  </a:cubicBezTo>
                  <a:cubicBezTo>
                    <a:pt x="29422" y="154901"/>
                    <a:pt x="16654" y="134708"/>
                    <a:pt x="9915" y="104595"/>
                  </a:cubicBezTo>
                  <a:cubicBezTo>
                    <a:pt x="8851" y="99989"/>
                    <a:pt x="8496" y="98572"/>
                    <a:pt x="4950" y="98572"/>
                  </a:cubicBezTo>
                  <a:cubicBezTo>
                    <a:pt x="339" y="98572"/>
                    <a:pt x="339" y="101052"/>
                    <a:pt x="339" y="107429"/>
                  </a:cubicBezTo>
                  <a:lnTo>
                    <a:pt x="339" y="154193"/>
                  </a:lnTo>
                  <a:cubicBezTo>
                    <a:pt x="339" y="160215"/>
                    <a:pt x="339" y="162695"/>
                    <a:pt x="4240" y="162695"/>
                  </a:cubicBezTo>
                  <a:cubicBezTo>
                    <a:pt x="6014" y="162695"/>
                    <a:pt x="6368" y="162341"/>
                    <a:pt x="13107" y="155610"/>
                  </a:cubicBezTo>
                  <a:cubicBezTo>
                    <a:pt x="13816" y="154901"/>
                    <a:pt x="13816" y="154193"/>
                    <a:pt x="20200" y="147462"/>
                  </a:cubicBezTo>
                  <a:cubicBezTo>
                    <a:pt x="35806" y="162341"/>
                    <a:pt x="51766" y="162695"/>
                    <a:pt x="59214" y="162695"/>
                  </a:cubicBezTo>
                  <a:cubicBezTo>
                    <a:pt x="100001" y="162695"/>
                    <a:pt x="116315" y="138959"/>
                    <a:pt x="116315" y="113452"/>
                  </a:cubicBezTo>
                  <a:cubicBezTo>
                    <a:pt x="116315" y="94675"/>
                    <a:pt x="105675" y="84047"/>
                    <a:pt x="101419" y="79796"/>
                  </a:cubicBezTo>
                  <a:cubicBezTo>
                    <a:pt x="89715" y="68459"/>
                    <a:pt x="75883" y="65625"/>
                    <a:pt x="60987" y="62791"/>
                  </a:cubicBezTo>
                  <a:cubicBezTo>
                    <a:pt x="41126" y="58894"/>
                    <a:pt x="17363" y="54288"/>
                    <a:pt x="17363" y="33740"/>
                  </a:cubicBezTo>
                  <a:cubicBezTo>
                    <a:pt x="17363" y="21341"/>
                    <a:pt x="26584" y="6816"/>
                    <a:pt x="57086" y="6816"/>
                  </a:cubicBezTo>
                  <a:cubicBezTo>
                    <a:pt x="96099" y="6816"/>
                    <a:pt x="97873" y="38700"/>
                    <a:pt x="98582" y="49683"/>
                  </a:cubicBezTo>
                  <a:cubicBezTo>
                    <a:pt x="98937" y="52871"/>
                    <a:pt x="102129" y="52871"/>
                    <a:pt x="102838" y="52871"/>
                  </a:cubicBezTo>
                  <a:cubicBezTo>
                    <a:pt x="107449" y="52871"/>
                    <a:pt x="107449" y="51100"/>
                    <a:pt x="107449" y="44369"/>
                  </a:cubicBezTo>
                  <a:lnTo>
                    <a:pt x="107449" y="8587"/>
                  </a:lnTo>
                  <a:cubicBezTo>
                    <a:pt x="107449" y="2565"/>
                    <a:pt x="107449" y="85"/>
                    <a:pt x="103547" y="85"/>
                  </a:cubicBezTo>
                  <a:cubicBezTo>
                    <a:pt x="101774" y="85"/>
                    <a:pt x="101065" y="85"/>
                    <a:pt x="96454" y="4336"/>
                  </a:cubicBezTo>
                  <a:cubicBezTo>
                    <a:pt x="95390" y="5753"/>
                    <a:pt x="91843" y="8941"/>
                    <a:pt x="90425" y="10004"/>
                  </a:cubicBezTo>
                  <a:cubicBezTo>
                    <a:pt x="76947" y="85"/>
                    <a:pt x="62406" y="85"/>
                    <a:pt x="57086" y="85"/>
                  </a:cubicBezTo>
                  <a:cubicBezTo>
                    <a:pt x="13816" y="85"/>
                    <a:pt x="339" y="23821"/>
                    <a:pt x="339" y="43660"/>
                  </a:cubicBezTo>
                  <a:cubicBezTo>
                    <a:pt x="339" y="56060"/>
                    <a:pt x="6014" y="65979"/>
                    <a:pt x="15590" y="73773"/>
                  </a:cubicBezTo>
                  <a:cubicBezTo>
                    <a:pt x="26939" y="82984"/>
                    <a:pt x="36870" y="85110"/>
                    <a:pt x="62406" y="90070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0019050-4495-B3B2-BB62-8B5952949701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4783862" y="5398616"/>
              <a:ext cx="37594" cy="152691"/>
            </a:xfrm>
            <a:custGeom>
              <a:avLst/>
              <a:gdLst>
                <a:gd name="connsiteX0" fmla="*/ 37938 w 37594"/>
                <a:gd name="connsiteY0" fmla="*/ 18861 h 152691"/>
                <a:gd name="connsiteX1" fmla="*/ 19140 w 37594"/>
                <a:gd name="connsiteY1" fmla="*/ 85 h 152691"/>
                <a:gd name="connsiteX2" fmla="*/ 343 w 37594"/>
                <a:gd name="connsiteY2" fmla="*/ 18861 h 152691"/>
                <a:gd name="connsiteX3" fmla="*/ 19140 w 37594"/>
                <a:gd name="connsiteY3" fmla="*/ 37637 h 152691"/>
                <a:gd name="connsiteX4" fmla="*/ 37938 w 37594"/>
                <a:gd name="connsiteY4" fmla="*/ 18861 h 152691"/>
                <a:gd name="connsiteX5" fmla="*/ 37938 w 37594"/>
                <a:gd name="connsiteY5" fmla="*/ 133999 h 152691"/>
                <a:gd name="connsiteX6" fmla="*/ 19140 w 37594"/>
                <a:gd name="connsiteY6" fmla="*/ 115223 h 152691"/>
                <a:gd name="connsiteX7" fmla="*/ 343 w 37594"/>
                <a:gd name="connsiteY7" fmla="*/ 133999 h 152691"/>
                <a:gd name="connsiteX8" fmla="*/ 19140 w 37594"/>
                <a:gd name="connsiteY8" fmla="*/ 152776 h 152691"/>
                <a:gd name="connsiteX9" fmla="*/ 37938 w 37594"/>
                <a:gd name="connsiteY9" fmla="*/ 133999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594" h="152691">
                  <a:moveTo>
                    <a:pt x="37938" y="18861"/>
                  </a:moveTo>
                  <a:cubicBezTo>
                    <a:pt x="37938" y="8587"/>
                    <a:pt x="29426" y="85"/>
                    <a:pt x="19140" y="85"/>
                  </a:cubicBezTo>
                  <a:cubicBezTo>
                    <a:pt x="8855" y="85"/>
                    <a:pt x="343" y="8587"/>
                    <a:pt x="343" y="18861"/>
                  </a:cubicBezTo>
                  <a:cubicBezTo>
                    <a:pt x="343" y="29135"/>
                    <a:pt x="8855" y="37637"/>
                    <a:pt x="19140" y="37637"/>
                  </a:cubicBezTo>
                  <a:cubicBezTo>
                    <a:pt x="29426" y="37637"/>
                    <a:pt x="37938" y="29135"/>
                    <a:pt x="37938" y="18861"/>
                  </a:cubicBezTo>
                  <a:close/>
                  <a:moveTo>
                    <a:pt x="37938" y="133999"/>
                  </a:moveTo>
                  <a:cubicBezTo>
                    <a:pt x="37938" y="123725"/>
                    <a:pt x="29426" y="115223"/>
                    <a:pt x="19140" y="115223"/>
                  </a:cubicBezTo>
                  <a:cubicBezTo>
                    <a:pt x="8855" y="115223"/>
                    <a:pt x="343" y="123725"/>
                    <a:pt x="343" y="133999"/>
                  </a:cubicBezTo>
                  <a:cubicBezTo>
                    <a:pt x="343" y="144273"/>
                    <a:pt x="8855" y="152776"/>
                    <a:pt x="19140" y="152776"/>
                  </a:cubicBezTo>
                  <a:cubicBezTo>
                    <a:pt x="29426" y="152776"/>
                    <a:pt x="37938" y="144273"/>
                    <a:pt x="37938" y="133999"/>
                  </a:cubicBezTo>
                  <a:close/>
                </a:path>
              </a:pathLst>
            </a:custGeom>
            <a:solidFill>
              <a:srgbClr val="FFFFFF"/>
            </a:solidFill>
            <a:ln w="355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4BF6FE7B-1833-2F7D-034F-A50856937A94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218936" y="4250495"/>
            <a:ext cx="2839741" cy="521091"/>
            <a:chOff x="12121108" y="6667400"/>
            <a:chExt cx="2839741" cy="521091"/>
          </a:xfrm>
        </p:grpSpPr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78D9E5D7-54B5-EB0C-5399-749012D953B3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2599510" y="6786065"/>
              <a:ext cx="107754" cy="229700"/>
            </a:xfrm>
            <a:custGeom>
              <a:avLst/>
              <a:gdLst>
                <a:gd name="connsiteX0" fmla="*/ 64438 w 107754"/>
                <a:gd name="connsiteY0" fmla="*/ 81580 h 229700"/>
                <a:gd name="connsiteX1" fmla="*/ 97431 w 107754"/>
                <a:gd name="connsiteY1" fmla="*/ 81580 h 229700"/>
                <a:gd name="connsiteX2" fmla="*/ 107961 w 107754"/>
                <a:gd name="connsiteY2" fmla="*/ 74368 h 229700"/>
                <a:gd name="connsiteX3" fmla="*/ 98133 w 107754"/>
                <a:gd name="connsiteY3" fmla="*/ 70401 h 229700"/>
                <a:gd name="connsiteX4" fmla="*/ 67246 w 107754"/>
                <a:gd name="connsiteY4" fmla="*/ 70401 h 229700"/>
                <a:gd name="connsiteX5" fmla="*/ 81637 w 107754"/>
                <a:gd name="connsiteY5" fmla="*/ 9821 h 229700"/>
                <a:gd name="connsiteX6" fmla="*/ 71458 w 107754"/>
                <a:gd name="connsiteY6" fmla="*/ 85 h 229700"/>
                <a:gd name="connsiteX7" fmla="*/ 57418 w 107754"/>
                <a:gd name="connsiteY7" fmla="*/ 13066 h 229700"/>
                <a:gd name="connsiteX8" fmla="*/ 43730 w 107754"/>
                <a:gd name="connsiteY8" fmla="*/ 70401 h 229700"/>
                <a:gd name="connsiteX9" fmla="*/ 10736 w 107754"/>
                <a:gd name="connsiteY9" fmla="*/ 70401 h 229700"/>
                <a:gd name="connsiteX10" fmla="*/ 207 w 107754"/>
                <a:gd name="connsiteY10" fmla="*/ 77253 h 229700"/>
                <a:gd name="connsiteX11" fmla="*/ 10034 w 107754"/>
                <a:gd name="connsiteY11" fmla="*/ 81580 h 229700"/>
                <a:gd name="connsiteX12" fmla="*/ 40922 w 107754"/>
                <a:gd name="connsiteY12" fmla="*/ 81580 h 229700"/>
                <a:gd name="connsiteX13" fmla="*/ 14246 w 107754"/>
                <a:gd name="connsiteY13" fmla="*/ 196610 h 229700"/>
                <a:gd name="connsiteX14" fmla="*/ 46537 w 107754"/>
                <a:gd name="connsiteY14" fmla="*/ 229785 h 229700"/>
                <a:gd name="connsiteX15" fmla="*/ 102345 w 107754"/>
                <a:gd name="connsiteY15" fmla="*/ 174253 h 229700"/>
                <a:gd name="connsiteX16" fmla="*/ 98133 w 107754"/>
                <a:gd name="connsiteY16" fmla="*/ 170647 h 229700"/>
                <a:gd name="connsiteX17" fmla="*/ 92868 w 107754"/>
                <a:gd name="connsiteY17" fmla="*/ 175696 h 229700"/>
                <a:gd name="connsiteX18" fmla="*/ 47239 w 107754"/>
                <a:gd name="connsiteY18" fmla="*/ 221852 h 229700"/>
                <a:gd name="connsiteX19" fmla="*/ 36359 w 107754"/>
                <a:gd name="connsiteY19" fmla="*/ 205265 h 229700"/>
                <a:gd name="connsiteX20" fmla="*/ 38465 w 107754"/>
                <a:gd name="connsiteY20" fmla="*/ 187956 h 229700"/>
                <a:gd name="connsiteX21" fmla="*/ 64438 w 107754"/>
                <a:gd name="connsiteY21" fmla="*/ 81580 h 2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7754" h="229700">
                  <a:moveTo>
                    <a:pt x="64438" y="81580"/>
                  </a:moveTo>
                  <a:lnTo>
                    <a:pt x="97431" y="81580"/>
                  </a:lnTo>
                  <a:cubicBezTo>
                    <a:pt x="104451" y="81580"/>
                    <a:pt x="107961" y="81580"/>
                    <a:pt x="107961" y="74368"/>
                  </a:cubicBezTo>
                  <a:cubicBezTo>
                    <a:pt x="107961" y="70401"/>
                    <a:pt x="104451" y="70401"/>
                    <a:pt x="98133" y="70401"/>
                  </a:cubicBezTo>
                  <a:lnTo>
                    <a:pt x="67246" y="70401"/>
                  </a:lnTo>
                  <a:cubicBezTo>
                    <a:pt x="79882" y="19196"/>
                    <a:pt x="81637" y="11984"/>
                    <a:pt x="81637" y="9821"/>
                  </a:cubicBezTo>
                  <a:cubicBezTo>
                    <a:pt x="81637" y="3691"/>
                    <a:pt x="77425" y="85"/>
                    <a:pt x="71458" y="85"/>
                  </a:cubicBezTo>
                  <a:cubicBezTo>
                    <a:pt x="70405" y="85"/>
                    <a:pt x="60577" y="445"/>
                    <a:pt x="57418" y="13066"/>
                  </a:cubicBezTo>
                  <a:lnTo>
                    <a:pt x="43730" y="70401"/>
                  </a:lnTo>
                  <a:lnTo>
                    <a:pt x="10736" y="70401"/>
                  </a:lnTo>
                  <a:cubicBezTo>
                    <a:pt x="3717" y="70401"/>
                    <a:pt x="207" y="70401"/>
                    <a:pt x="207" y="77253"/>
                  </a:cubicBezTo>
                  <a:cubicBezTo>
                    <a:pt x="207" y="81580"/>
                    <a:pt x="3015" y="81580"/>
                    <a:pt x="10034" y="81580"/>
                  </a:cubicBezTo>
                  <a:lnTo>
                    <a:pt x="40922" y="81580"/>
                  </a:lnTo>
                  <a:cubicBezTo>
                    <a:pt x="15650" y="183990"/>
                    <a:pt x="14246" y="190120"/>
                    <a:pt x="14246" y="196610"/>
                  </a:cubicBezTo>
                  <a:cubicBezTo>
                    <a:pt x="14246" y="216083"/>
                    <a:pt x="27584" y="229785"/>
                    <a:pt x="46537" y="229785"/>
                  </a:cubicBezTo>
                  <a:cubicBezTo>
                    <a:pt x="82339" y="229785"/>
                    <a:pt x="102345" y="177138"/>
                    <a:pt x="102345" y="174253"/>
                  </a:cubicBezTo>
                  <a:cubicBezTo>
                    <a:pt x="102345" y="170647"/>
                    <a:pt x="99537" y="170647"/>
                    <a:pt x="98133" y="170647"/>
                  </a:cubicBezTo>
                  <a:cubicBezTo>
                    <a:pt x="94974" y="170647"/>
                    <a:pt x="94623" y="171729"/>
                    <a:pt x="92868" y="175696"/>
                  </a:cubicBezTo>
                  <a:cubicBezTo>
                    <a:pt x="77776" y="213198"/>
                    <a:pt x="59173" y="221852"/>
                    <a:pt x="47239" y="221852"/>
                  </a:cubicBezTo>
                  <a:cubicBezTo>
                    <a:pt x="39869" y="221852"/>
                    <a:pt x="36359" y="217165"/>
                    <a:pt x="36359" y="205265"/>
                  </a:cubicBezTo>
                  <a:cubicBezTo>
                    <a:pt x="36359" y="196610"/>
                    <a:pt x="37061" y="194086"/>
                    <a:pt x="38465" y="187956"/>
                  </a:cubicBezTo>
                  <a:lnTo>
                    <a:pt x="64438" y="81580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F7EFF161-BECA-8094-DF24-CBC9D1DFDE6D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2835335" y="6879460"/>
              <a:ext cx="233409" cy="84379"/>
            </a:xfrm>
            <a:custGeom>
              <a:avLst/>
              <a:gdLst>
                <a:gd name="connsiteX0" fmla="*/ 221688 w 233409"/>
                <a:gd name="connsiteY0" fmla="*/ 14509 h 84379"/>
                <a:gd name="connsiteX1" fmla="*/ 233622 w 233409"/>
                <a:gd name="connsiteY1" fmla="*/ 7297 h 84379"/>
                <a:gd name="connsiteX2" fmla="*/ 222039 w 233409"/>
                <a:gd name="connsiteY2" fmla="*/ 85 h 84379"/>
                <a:gd name="connsiteX3" fmla="*/ 11796 w 233409"/>
                <a:gd name="connsiteY3" fmla="*/ 85 h 84379"/>
                <a:gd name="connsiteX4" fmla="*/ 213 w 233409"/>
                <a:gd name="connsiteY4" fmla="*/ 7297 h 84379"/>
                <a:gd name="connsiteX5" fmla="*/ 12147 w 233409"/>
                <a:gd name="connsiteY5" fmla="*/ 14509 h 84379"/>
                <a:gd name="connsiteX6" fmla="*/ 221688 w 233409"/>
                <a:gd name="connsiteY6" fmla="*/ 14509 h 84379"/>
                <a:gd name="connsiteX7" fmla="*/ 222039 w 233409"/>
                <a:gd name="connsiteY7" fmla="*/ 84465 h 84379"/>
                <a:gd name="connsiteX8" fmla="*/ 233622 w 233409"/>
                <a:gd name="connsiteY8" fmla="*/ 77253 h 84379"/>
                <a:gd name="connsiteX9" fmla="*/ 221688 w 233409"/>
                <a:gd name="connsiteY9" fmla="*/ 70041 h 84379"/>
                <a:gd name="connsiteX10" fmla="*/ 12147 w 233409"/>
                <a:gd name="connsiteY10" fmla="*/ 70041 h 84379"/>
                <a:gd name="connsiteX11" fmla="*/ 213 w 233409"/>
                <a:gd name="connsiteY11" fmla="*/ 77253 h 84379"/>
                <a:gd name="connsiteX12" fmla="*/ 11796 w 233409"/>
                <a:gd name="connsiteY12" fmla="*/ 84465 h 84379"/>
                <a:gd name="connsiteX13" fmla="*/ 222039 w 233409"/>
                <a:gd name="connsiteY13" fmla="*/ 84465 h 8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3409" h="84379">
                  <a:moveTo>
                    <a:pt x="221688" y="14509"/>
                  </a:moveTo>
                  <a:cubicBezTo>
                    <a:pt x="226953" y="14509"/>
                    <a:pt x="233622" y="14509"/>
                    <a:pt x="233622" y="7297"/>
                  </a:cubicBezTo>
                  <a:cubicBezTo>
                    <a:pt x="233622" y="85"/>
                    <a:pt x="226953" y="85"/>
                    <a:pt x="222039" y="85"/>
                  </a:cubicBezTo>
                  <a:lnTo>
                    <a:pt x="11796" y="85"/>
                  </a:lnTo>
                  <a:cubicBezTo>
                    <a:pt x="6882" y="85"/>
                    <a:pt x="213" y="85"/>
                    <a:pt x="213" y="7297"/>
                  </a:cubicBezTo>
                  <a:cubicBezTo>
                    <a:pt x="213" y="14509"/>
                    <a:pt x="6882" y="14509"/>
                    <a:pt x="12147" y="14509"/>
                  </a:cubicBezTo>
                  <a:lnTo>
                    <a:pt x="221688" y="14509"/>
                  </a:lnTo>
                  <a:close/>
                  <a:moveTo>
                    <a:pt x="222039" y="84465"/>
                  </a:moveTo>
                  <a:cubicBezTo>
                    <a:pt x="226953" y="84465"/>
                    <a:pt x="233622" y="84465"/>
                    <a:pt x="233622" y="77253"/>
                  </a:cubicBezTo>
                  <a:cubicBezTo>
                    <a:pt x="233622" y="70041"/>
                    <a:pt x="226953" y="70041"/>
                    <a:pt x="221688" y="70041"/>
                  </a:cubicBezTo>
                  <a:lnTo>
                    <a:pt x="12147" y="70041"/>
                  </a:lnTo>
                  <a:cubicBezTo>
                    <a:pt x="6882" y="70041"/>
                    <a:pt x="213" y="70041"/>
                    <a:pt x="213" y="77253"/>
                  </a:cubicBezTo>
                  <a:cubicBezTo>
                    <a:pt x="213" y="84465"/>
                    <a:pt x="6882" y="84465"/>
                    <a:pt x="11796" y="84465"/>
                  </a:cubicBezTo>
                  <a:lnTo>
                    <a:pt x="222039" y="84465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D7C5A17-4A95-921A-CBFB-D8AABB4FE404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3200559" y="6852415"/>
              <a:ext cx="136535" cy="163350"/>
            </a:xfrm>
            <a:custGeom>
              <a:avLst/>
              <a:gdLst>
                <a:gd name="connsiteX0" fmla="*/ 124825 w 136535"/>
                <a:gd name="connsiteY0" fmla="*/ 22442 h 163350"/>
                <a:gd name="connsiteX1" fmla="*/ 109382 w 136535"/>
                <a:gd name="connsiteY1" fmla="*/ 27490 h 163350"/>
                <a:gd name="connsiteX2" fmla="*/ 103064 w 136535"/>
                <a:gd name="connsiteY2" fmla="*/ 41553 h 163350"/>
                <a:gd name="connsiteX3" fmla="*/ 116051 w 136535"/>
                <a:gd name="connsiteY3" fmla="*/ 54174 h 163350"/>
                <a:gd name="connsiteX4" fmla="*/ 135706 w 136535"/>
                <a:gd name="connsiteY4" fmla="*/ 31096 h 163350"/>
                <a:gd name="connsiteX5" fmla="*/ 94289 w 136535"/>
                <a:gd name="connsiteY5" fmla="*/ 85 h 163350"/>
                <a:gd name="connsiteX6" fmla="*/ 224 w 136535"/>
                <a:gd name="connsiteY6" fmla="*/ 102494 h 163350"/>
                <a:gd name="connsiteX7" fmla="*/ 57084 w 136535"/>
                <a:gd name="connsiteY7" fmla="*/ 163435 h 163350"/>
                <a:gd name="connsiteX8" fmla="*/ 136759 w 136535"/>
                <a:gd name="connsiteY8" fmla="*/ 120885 h 163350"/>
                <a:gd name="connsiteX9" fmla="*/ 132547 w 136535"/>
                <a:gd name="connsiteY9" fmla="*/ 116197 h 163350"/>
                <a:gd name="connsiteX10" fmla="*/ 127984 w 136535"/>
                <a:gd name="connsiteY10" fmla="*/ 119803 h 163350"/>
                <a:gd name="connsiteX11" fmla="*/ 57786 w 136535"/>
                <a:gd name="connsiteY11" fmla="*/ 155502 h 163350"/>
                <a:gd name="connsiteX12" fmla="*/ 26197 w 136535"/>
                <a:gd name="connsiteY12" fmla="*/ 116197 h 163350"/>
                <a:gd name="connsiteX13" fmla="*/ 45150 w 136535"/>
                <a:gd name="connsiteY13" fmla="*/ 44078 h 163350"/>
                <a:gd name="connsiteX14" fmla="*/ 94640 w 136535"/>
                <a:gd name="connsiteY14" fmla="*/ 8018 h 163350"/>
                <a:gd name="connsiteX15" fmla="*/ 124825 w 136535"/>
                <a:gd name="connsiteY15" fmla="*/ 22442 h 16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535" h="163350">
                  <a:moveTo>
                    <a:pt x="124825" y="22442"/>
                  </a:moveTo>
                  <a:cubicBezTo>
                    <a:pt x="119210" y="22442"/>
                    <a:pt x="114296" y="22442"/>
                    <a:pt x="109382" y="27490"/>
                  </a:cubicBezTo>
                  <a:cubicBezTo>
                    <a:pt x="103766" y="32899"/>
                    <a:pt x="103064" y="39029"/>
                    <a:pt x="103064" y="41553"/>
                  </a:cubicBezTo>
                  <a:cubicBezTo>
                    <a:pt x="103064" y="50208"/>
                    <a:pt x="109382" y="54174"/>
                    <a:pt x="116051" y="54174"/>
                  </a:cubicBezTo>
                  <a:cubicBezTo>
                    <a:pt x="126229" y="54174"/>
                    <a:pt x="135706" y="45520"/>
                    <a:pt x="135706" y="31096"/>
                  </a:cubicBezTo>
                  <a:cubicBezTo>
                    <a:pt x="135706" y="13427"/>
                    <a:pt x="119210" y="85"/>
                    <a:pt x="94289" y="85"/>
                  </a:cubicBezTo>
                  <a:cubicBezTo>
                    <a:pt x="46905" y="85"/>
                    <a:pt x="224" y="51650"/>
                    <a:pt x="224" y="102494"/>
                  </a:cubicBezTo>
                  <a:cubicBezTo>
                    <a:pt x="224" y="134948"/>
                    <a:pt x="20581" y="163435"/>
                    <a:pt x="57084" y="163435"/>
                  </a:cubicBezTo>
                  <a:cubicBezTo>
                    <a:pt x="107276" y="163435"/>
                    <a:pt x="136759" y="125212"/>
                    <a:pt x="136759" y="120885"/>
                  </a:cubicBezTo>
                  <a:cubicBezTo>
                    <a:pt x="136759" y="118721"/>
                    <a:pt x="134653" y="116197"/>
                    <a:pt x="132547" y="116197"/>
                  </a:cubicBezTo>
                  <a:cubicBezTo>
                    <a:pt x="130792" y="116197"/>
                    <a:pt x="130090" y="116918"/>
                    <a:pt x="127984" y="119803"/>
                  </a:cubicBezTo>
                  <a:cubicBezTo>
                    <a:pt x="100256" y="155502"/>
                    <a:pt x="61998" y="155502"/>
                    <a:pt x="57786" y="155502"/>
                  </a:cubicBezTo>
                  <a:cubicBezTo>
                    <a:pt x="35674" y="155502"/>
                    <a:pt x="26197" y="137833"/>
                    <a:pt x="26197" y="116197"/>
                  </a:cubicBezTo>
                  <a:cubicBezTo>
                    <a:pt x="26197" y="101413"/>
                    <a:pt x="33217" y="66435"/>
                    <a:pt x="45150" y="44078"/>
                  </a:cubicBezTo>
                  <a:cubicBezTo>
                    <a:pt x="56031" y="23524"/>
                    <a:pt x="75336" y="8018"/>
                    <a:pt x="94640" y="8018"/>
                  </a:cubicBezTo>
                  <a:cubicBezTo>
                    <a:pt x="106574" y="8018"/>
                    <a:pt x="119912" y="12706"/>
                    <a:pt x="124825" y="22442"/>
                  </a:cubicBez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9EBDC280-FDC8-4519-8535-E449AAB8FF5B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3350838" y="6898283"/>
              <a:ext cx="114001" cy="172654"/>
            </a:xfrm>
            <a:custGeom>
              <a:avLst/>
              <a:gdLst>
                <a:gd name="connsiteX0" fmla="*/ 114230 w 114001"/>
                <a:gd name="connsiteY0" fmla="*/ 87171 h 172654"/>
                <a:gd name="connsiteX1" fmla="*/ 99734 w 114001"/>
                <a:gd name="connsiteY1" fmla="*/ 21794 h 172654"/>
                <a:gd name="connsiteX2" fmla="*/ 57229 w 114001"/>
                <a:gd name="connsiteY2" fmla="*/ 86 h 172654"/>
                <a:gd name="connsiteX3" fmla="*/ 228 w 114001"/>
                <a:gd name="connsiteY3" fmla="*/ 87171 h 172654"/>
                <a:gd name="connsiteX4" fmla="*/ 57229 w 114001"/>
                <a:gd name="connsiteY4" fmla="*/ 172740 h 172654"/>
                <a:gd name="connsiteX5" fmla="*/ 114230 w 114001"/>
                <a:gd name="connsiteY5" fmla="*/ 87171 h 172654"/>
                <a:gd name="connsiteX6" fmla="*/ 57229 w 114001"/>
                <a:gd name="connsiteY6" fmla="*/ 165673 h 172654"/>
                <a:gd name="connsiteX7" fmla="*/ 26026 w 114001"/>
                <a:gd name="connsiteY7" fmla="*/ 138159 h 172654"/>
                <a:gd name="connsiteX8" fmla="*/ 22586 w 114001"/>
                <a:gd name="connsiteY8" fmla="*/ 83889 h 172654"/>
                <a:gd name="connsiteX9" fmla="*/ 26271 w 114001"/>
                <a:gd name="connsiteY9" fmla="*/ 32396 h 172654"/>
                <a:gd name="connsiteX10" fmla="*/ 57229 w 114001"/>
                <a:gd name="connsiteY10" fmla="*/ 7154 h 172654"/>
                <a:gd name="connsiteX11" fmla="*/ 87695 w 114001"/>
                <a:gd name="connsiteY11" fmla="*/ 30124 h 172654"/>
                <a:gd name="connsiteX12" fmla="*/ 91872 w 114001"/>
                <a:gd name="connsiteY12" fmla="*/ 83889 h 172654"/>
                <a:gd name="connsiteX13" fmla="*/ 88678 w 114001"/>
                <a:gd name="connsiteY13" fmla="*/ 137149 h 172654"/>
                <a:gd name="connsiteX14" fmla="*/ 57229 w 114001"/>
                <a:gd name="connsiteY14" fmla="*/ 165673 h 172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001" h="172654">
                  <a:moveTo>
                    <a:pt x="114230" y="87171"/>
                  </a:moveTo>
                  <a:cubicBezTo>
                    <a:pt x="114230" y="59404"/>
                    <a:pt x="111036" y="39463"/>
                    <a:pt x="99734" y="21794"/>
                  </a:cubicBezTo>
                  <a:cubicBezTo>
                    <a:pt x="92117" y="10183"/>
                    <a:pt x="76884" y="86"/>
                    <a:pt x="57229" y="86"/>
                  </a:cubicBezTo>
                  <a:cubicBezTo>
                    <a:pt x="228" y="86"/>
                    <a:pt x="228" y="68996"/>
                    <a:pt x="228" y="87171"/>
                  </a:cubicBezTo>
                  <a:cubicBezTo>
                    <a:pt x="228" y="105345"/>
                    <a:pt x="228" y="172740"/>
                    <a:pt x="57229" y="172740"/>
                  </a:cubicBezTo>
                  <a:cubicBezTo>
                    <a:pt x="114230" y="172740"/>
                    <a:pt x="114230" y="105345"/>
                    <a:pt x="114230" y="87171"/>
                  </a:cubicBezTo>
                  <a:close/>
                  <a:moveTo>
                    <a:pt x="57229" y="165673"/>
                  </a:moveTo>
                  <a:cubicBezTo>
                    <a:pt x="45927" y="165673"/>
                    <a:pt x="30940" y="158857"/>
                    <a:pt x="26026" y="138159"/>
                  </a:cubicBezTo>
                  <a:cubicBezTo>
                    <a:pt x="22586" y="123266"/>
                    <a:pt x="22586" y="102568"/>
                    <a:pt x="22586" y="83889"/>
                  </a:cubicBezTo>
                  <a:cubicBezTo>
                    <a:pt x="22586" y="65463"/>
                    <a:pt x="22586" y="46279"/>
                    <a:pt x="26271" y="32396"/>
                  </a:cubicBezTo>
                  <a:cubicBezTo>
                    <a:pt x="31431" y="12455"/>
                    <a:pt x="47155" y="7154"/>
                    <a:pt x="57229" y="7154"/>
                  </a:cubicBezTo>
                  <a:cubicBezTo>
                    <a:pt x="70496" y="7154"/>
                    <a:pt x="83272" y="15484"/>
                    <a:pt x="87695" y="30124"/>
                  </a:cubicBezTo>
                  <a:cubicBezTo>
                    <a:pt x="91626" y="43755"/>
                    <a:pt x="91872" y="61929"/>
                    <a:pt x="91872" y="83889"/>
                  </a:cubicBezTo>
                  <a:cubicBezTo>
                    <a:pt x="91872" y="102568"/>
                    <a:pt x="91872" y="121247"/>
                    <a:pt x="88678" y="137149"/>
                  </a:cubicBezTo>
                  <a:cubicBezTo>
                    <a:pt x="83764" y="160119"/>
                    <a:pt x="67057" y="165673"/>
                    <a:pt x="57229" y="165673"/>
                  </a:cubicBez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83DB9554-B41E-FFCD-D6D0-CFDCFA191976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3593173" y="6801571"/>
              <a:ext cx="233409" cy="240158"/>
            </a:xfrm>
            <a:custGeom>
              <a:avLst/>
              <a:gdLst>
                <a:gd name="connsiteX0" fmla="*/ 124134 w 233409"/>
                <a:gd name="connsiteY0" fmla="*/ 127376 h 240158"/>
                <a:gd name="connsiteX1" fmla="*/ 222061 w 233409"/>
                <a:gd name="connsiteY1" fmla="*/ 127376 h 240158"/>
                <a:gd name="connsiteX2" fmla="*/ 233644 w 233409"/>
                <a:gd name="connsiteY2" fmla="*/ 120164 h 240158"/>
                <a:gd name="connsiteX3" fmla="*/ 222061 w 233409"/>
                <a:gd name="connsiteY3" fmla="*/ 112952 h 240158"/>
                <a:gd name="connsiteX4" fmla="*/ 124134 w 233409"/>
                <a:gd name="connsiteY4" fmla="*/ 112952 h 240158"/>
                <a:gd name="connsiteX5" fmla="*/ 124134 w 233409"/>
                <a:gd name="connsiteY5" fmla="*/ 11984 h 240158"/>
                <a:gd name="connsiteX6" fmla="*/ 117115 w 233409"/>
                <a:gd name="connsiteY6" fmla="*/ 85 h 240158"/>
                <a:gd name="connsiteX7" fmla="*/ 110095 w 233409"/>
                <a:gd name="connsiteY7" fmla="*/ 11984 h 240158"/>
                <a:gd name="connsiteX8" fmla="*/ 110095 w 233409"/>
                <a:gd name="connsiteY8" fmla="*/ 112952 h 240158"/>
                <a:gd name="connsiteX9" fmla="*/ 11817 w 233409"/>
                <a:gd name="connsiteY9" fmla="*/ 112952 h 240158"/>
                <a:gd name="connsiteX10" fmla="*/ 235 w 233409"/>
                <a:gd name="connsiteY10" fmla="*/ 120164 h 240158"/>
                <a:gd name="connsiteX11" fmla="*/ 11817 w 233409"/>
                <a:gd name="connsiteY11" fmla="*/ 127376 h 240158"/>
                <a:gd name="connsiteX12" fmla="*/ 110095 w 233409"/>
                <a:gd name="connsiteY12" fmla="*/ 127376 h 240158"/>
                <a:gd name="connsiteX13" fmla="*/ 110095 w 233409"/>
                <a:gd name="connsiteY13" fmla="*/ 228343 h 240158"/>
                <a:gd name="connsiteX14" fmla="*/ 117115 w 233409"/>
                <a:gd name="connsiteY14" fmla="*/ 240243 h 240158"/>
                <a:gd name="connsiteX15" fmla="*/ 124134 w 233409"/>
                <a:gd name="connsiteY15" fmla="*/ 228343 h 240158"/>
                <a:gd name="connsiteX16" fmla="*/ 124134 w 233409"/>
                <a:gd name="connsiteY16" fmla="*/ 127376 h 240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3409" h="240158">
                  <a:moveTo>
                    <a:pt x="124134" y="127376"/>
                  </a:moveTo>
                  <a:lnTo>
                    <a:pt x="222061" y="127376"/>
                  </a:lnTo>
                  <a:cubicBezTo>
                    <a:pt x="226975" y="127376"/>
                    <a:pt x="233644" y="127376"/>
                    <a:pt x="233644" y="120164"/>
                  </a:cubicBezTo>
                  <a:cubicBezTo>
                    <a:pt x="233644" y="112952"/>
                    <a:pt x="226975" y="112952"/>
                    <a:pt x="222061" y="112952"/>
                  </a:cubicBezTo>
                  <a:lnTo>
                    <a:pt x="124134" y="112952"/>
                  </a:lnTo>
                  <a:lnTo>
                    <a:pt x="124134" y="11984"/>
                  </a:lnTo>
                  <a:cubicBezTo>
                    <a:pt x="124134" y="6936"/>
                    <a:pt x="124134" y="85"/>
                    <a:pt x="117115" y="85"/>
                  </a:cubicBezTo>
                  <a:cubicBezTo>
                    <a:pt x="110095" y="85"/>
                    <a:pt x="110095" y="6936"/>
                    <a:pt x="110095" y="11984"/>
                  </a:cubicBezTo>
                  <a:lnTo>
                    <a:pt x="110095" y="112952"/>
                  </a:lnTo>
                  <a:lnTo>
                    <a:pt x="11817" y="112952"/>
                  </a:lnTo>
                  <a:cubicBezTo>
                    <a:pt x="6903" y="112952"/>
                    <a:pt x="235" y="112952"/>
                    <a:pt x="235" y="120164"/>
                  </a:cubicBezTo>
                  <a:cubicBezTo>
                    <a:pt x="235" y="127376"/>
                    <a:pt x="6903" y="127376"/>
                    <a:pt x="11817" y="127376"/>
                  </a:cubicBezTo>
                  <a:lnTo>
                    <a:pt x="110095" y="127376"/>
                  </a:lnTo>
                  <a:lnTo>
                    <a:pt x="110095" y="228343"/>
                  </a:lnTo>
                  <a:cubicBezTo>
                    <a:pt x="110095" y="233391"/>
                    <a:pt x="110095" y="240243"/>
                    <a:pt x="117115" y="240243"/>
                  </a:cubicBezTo>
                  <a:cubicBezTo>
                    <a:pt x="124134" y="240243"/>
                    <a:pt x="124134" y="233391"/>
                    <a:pt x="124134" y="228343"/>
                  </a:cubicBezTo>
                  <a:lnTo>
                    <a:pt x="124134" y="127376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9D3228A3-7AEE-0B4C-6C6E-2BD632457BAA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3938548" y="6852415"/>
              <a:ext cx="160753" cy="163350"/>
            </a:xfrm>
            <a:custGeom>
              <a:avLst/>
              <a:gdLst>
                <a:gd name="connsiteX0" fmla="*/ 117125 w 160753"/>
                <a:gd name="connsiteY0" fmla="*/ 23163 h 163350"/>
                <a:gd name="connsiteX1" fmla="*/ 84833 w 160753"/>
                <a:gd name="connsiteY1" fmla="*/ 85 h 163350"/>
                <a:gd name="connsiteX2" fmla="*/ 245 w 160753"/>
                <a:gd name="connsiteY2" fmla="*/ 105740 h 163350"/>
                <a:gd name="connsiteX3" fmla="*/ 46926 w 160753"/>
                <a:gd name="connsiteY3" fmla="*/ 163435 h 163350"/>
                <a:gd name="connsiteX4" fmla="*/ 92555 w 160753"/>
                <a:gd name="connsiteY4" fmla="*/ 136391 h 163350"/>
                <a:gd name="connsiteX5" fmla="*/ 124495 w 160753"/>
                <a:gd name="connsiteY5" fmla="*/ 163435 h 163350"/>
                <a:gd name="connsiteX6" fmla="*/ 150469 w 160753"/>
                <a:gd name="connsiteY6" fmla="*/ 143603 h 163350"/>
                <a:gd name="connsiteX7" fmla="*/ 160998 w 160753"/>
                <a:gd name="connsiteY7" fmla="*/ 107903 h 163350"/>
                <a:gd name="connsiteX8" fmla="*/ 156787 w 160753"/>
                <a:gd name="connsiteY8" fmla="*/ 104297 h 163350"/>
                <a:gd name="connsiteX9" fmla="*/ 151873 w 160753"/>
                <a:gd name="connsiteY9" fmla="*/ 110788 h 163350"/>
                <a:gd name="connsiteX10" fmla="*/ 125197 w 160753"/>
                <a:gd name="connsiteY10" fmla="*/ 155502 h 163350"/>
                <a:gd name="connsiteX11" fmla="*/ 114668 w 160753"/>
                <a:gd name="connsiteY11" fmla="*/ 138915 h 163350"/>
                <a:gd name="connsiteX12" fmla="*/ 119231 w 160753"/>
                <a:gd name="connsiteY12" fmla="*/ 112231 h 163350"/>
                <a:gd name="connsiteX13" fmla="*/ 126952 w 160753"/>
                <a:gd name="connsiteY13" fmla="*/ 79777 h 163350"/>
                <a:gd name="connsiteX14" fmla="*/ 139588 w 160753"/>
                <a:gd name="connsiteY14" fmla="*/ 29293 h 163350"/>
                <a:gd name="connsiteX15" fmla="*/ 142045 w 160753"/>
                <a:gd name="connsiteY15" fmla="*/ 17033 h 163350"/>
                <a:gd name="connsiteX16" fmla="*/ 131866 w 160753"/>
                <a:gd name="connsiteY16" fmla="*/ 7297 h 163350"/>
                <a:gd name="connsiteX17" fmla="*/ 117125 w 160753"/>
                <a:gd name="connsiteY17" fmla="*/ 23163 h 163350"/>
                <a:gd name="connsiteX18" fmla="*/ 94310 w 160753"/>
                <a:gd name="connsiteY18" fmla="*/ 116558 h 163350"/>
                <a:gd name="connsiteX19" fmla="*/ 87290 w 160753"/>
                <a:gd name="connsiteY19" fmla="*/ 129900 h 163350"/>
                <a:gd name="connsiteX20" fmla="*/ 47628 w 160753"/>
                <a:gd name="connsiteY20" fmla="*/ 155502 h 163350"/>
                <a:gd name="connsiteX21" fmla="*/ 25165 w 160753"/>
                <a:gd name="connsiteY21" fmla="*/ 121606 h 163350"/>
                <a:gd name="connsiteX22" fmla="*/ 44469 w 160753"/>
                <a:gd name="connsiteY22" fmla="*/ 42635 h 163350"/>
                <a:gd name="connsiteX23" fmla="*/ 85184 w 160753"/>
                <a:gd name="connsiteY23" fmla="*/ 8018 h 163350"/>
                <a:gd name="connsiteX24" fmla="*/ 112913 w 160753"/>
                <a:gd name="connsiteY24" fmla="*/ 39750 h 163350"/>
                <a:gd name="connsiteX25" fmla="*/ 111860 w 160753"/>
                <a:gd name="connsiteY25" fmla="*/ 45881 h 163350"/>
                <a:gd name="connsiteX26" fmla="*/ 94310 w 160753"/>
                <a:gd name="connsiteY26" fmla="*/ 116558 h 16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0753" h="163350">
                  <a:moveTo>
                    <a:pt x="117125" y="23163"/>
                  </a:moveTo>
                  <a:cubicBezTo>
                    <a:pt x="110807" y="9821"/>
                    <a:pt x="100628" y="85"/>
                    <a:pt x="84833" y="85"/>
                  </a:cubicBezTo>
                  <a:cubicBezTo>
                    <a:pt x="43767" y="85"/>
                    <a:pt x="245" y="53093"/>
                    <a:pt x="245" y="105740"/>
                  </a:cubicBezTo>
                  <a:cubicBezTo>
                    <a:pt x="245" y="139636"/>
                    <a:pt x="19549" y="163435"/>
                    <a:pt x="46926" y="163435"/>
                  </a:cubicBezTo>
                  <a:cubicBezTo>
                    <a:pt x="53946" y="163435"/>
                    <a:pt x="71496" y="161993"/>
                    <a:pt x="92555" y="136391"/>
                  </a:cubicBezTo>
                  <a:cubicBezTo>
                    <a:pt x="95363" y="151536"/>
                    <a:pt x="107648" y="163435"/>
                    <a:pt x="124495" y="163435"/>
                  </a:cubicBezTo>
                  <a:cubicBezTo>
                    <a:pt x="136780" y="163435"/>
                    <a:pt x="144853" y="155142"/>
                    <a:pt x="150469" y="143603"/>
                  </a:cubicBezTo>
                  <a:cubicBezTo>
                    <a:pt x="156436" y="130621"/>
                    <a:pt x="160998" y="108625"/>
                    <a:pt x="160998" y="107903"/>
                  </a:cubicBezTo>
                  <a:cubicBezTo>
                    <a:pt x="160998" y="104297"/>
                    <a:pt x="157840" y="104297"/>
                    <a:pt x="156787" y="104297"/>
                  </a:cubicBezTo>
                  <a:cubicBezTo>
                    <a:pt x="153277" y="104297"/>
                    <a:pt x="152926" y="105740"/>
                    <a:pt x="151873" y="110788"/>
                  </a:cubicBezTo>
                  <a:cubicBezTo>
                    <a:pt x="145906" y="134227"/>
                    <a:pt x="139588" y="155502"/>
                    <a:pt x="125197" y="155502"/>
                  </a:cubicBezTo>
                  <a:cubicBezTo>
                    <a:pt x="115721" y="155502"/>
                    <a:pt x="114668" y="146127"/>
                    <a:pt x="114668" y="138915"/>
                  </a:cubicBezTo>
                  <a:cubicBezTo>
                    <a:pt x="114668" y="130982"/>
                    <a:pt x="115370" y="128097"/>
                    <a:pt x="119231" y="112231"/>
                  </a:cubicBezTo>
                  <a:cubicBezTo>
                    <a:pt x="123091" y="97085"/>
                    <a:pt x="123793" y="93480"/>
                    <a:pt x="126952" y="79777"/>
                  </a:cubicBezTo>
                  <a:lnTo>
                    <a:pt x="139588" y="29293"/>
                  </a:lnTo>
                  <a:cubicBezTo>
                    <a:pt x="142045" y="19196"/>
                    <a:pt x="142045" y="18475"/>
                    <a:pt x="142045" y="17033"/>
                  </a:cubicBezTo>
                  <a:cubicBezTo>
                    <a:pt x="142045" y="10903"/>
                    <a:pt x="137833" y="7297"/>
                    <a:pt x="131866" y="7297"/>
                  </a:cubicBezTo>
                  <a:cubicBezTo>
                    <a:pt x="123442" y="7297"/>
                    <a:pt x="118178" y="15230"/>
                    <a:pt x="117125" y="23163"/>
                  </a:cubicBezTo>
                  <a:close/>
                  <a:moveTo>
                    <a:pt x="94310" y="116558"/>
                  </a:moveTo>
                  <a:cubicBezTo>
                    <a:pt x="92555" y="123049"/>
                    <a:pt x="92555" y="123770"/>
                    <a:pt x="87290" y="129900"/>
                  </a:cubicBezTo>
                  <a:cubicBezTo>
                    <a:pt x="71847" y="149733"/>
                    <a:pt x="57456" y="155502"/>
                    <a:pt x="47628" y="155502"/>
                  </a:cubicBezTo>
                  <a:cubicBezTo>
                    <a:pt x="30079" y="155502"/>
                    <a:pt x="25165" y="135669"/>
                    <a:pt x="25165" y="121606"/>
                  </a:cubicBezTo>
                  <a:cubicBezTo>
                    <a:pt x="25165" y="103576"/>
                    <a:pt x="36397" y="59223"/>
                    <a:pt x="44469" y="42635"/>
                  </a:cubicBezTo>
                  <a:cubicBezTo>
                    <a:pt x="55350" y="21360"/>
                    <a:pt x="71145" y="8018"/>
                    <a:pt x="85184" y="8018"/>
                  </a:cubicBezTo>
                  <a:cubicBezTo>
                    <a:pt x="107999" y="8018"/>
                    <a:pt x="112913" y="37587"/>
                    <a:pt x="112913" y="39750"/>
                  </a:cubicBezTo>
                  <a:cubicBezTo>
                    <a:pt x="112913" y="41914"/>
                    <a:pt x="112211" y="44078"/>
                    <a:pt x="111860" y="45881"/>
                  </a:cubicBezTo>
                  <a:lnTo>
                    <a:pt x="94310" y="116558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686C54A-1C14-7774-869F-8E087BE5D0F3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4136819" y="6898283"/>
              <a:ext cx="89432" cy="167605"/>
            </a:xfrm>
            <a:custGeom>
              <a:avLst/>
              <a:gdLst>
                <a:gd name="connsiteX0" fmla="*/ 55777 w 89432"/>
                <a:gd name="connsiteY0" fmla="*/ 7154 h 167605"/>
                <a:gd name="connsiteX1" fmla="*/ 48406 w 89432"/>
                <a:gd name="connsiteY1" fmla="*/ 86 h 167605"/>
                <a:gd name="connsiteX2" fmla="*/ 250 w 89432"/>
                <a:gd name="connsiteY2" fmla="*/ 16241 h 167605"/>
                <a:gd name="connsiteX3" fmla="*/ 250 w 89432"/>
                <a:gd name="connsiteY3" fmla="*/ 25328 h 167605"/>
                <a:gd name="connsiteX4" fmla="*/ 35875 w 89432"/>
                <a:gd name="connsiteY4" fmla="*/ 18260 h 167605"/>
                <a:gd name="connsiteX5" fmla="*/ 35875 w 89432"/>
                <a:gd name="connsiteY5" fmla="*/ 146994 h 167605"/>
                <a:gd name="connsiteX6" fmla="*/ 11306 w 89432"/>
                <a:gd name="connsiteY6" fmla="*/ 158605 h 167605"/>
                <a:gd name="connsiteX7" fmla="*/ 1970 w 89432"/>
                <a:gd name="connsiteY7" fmla="*/ 158605 h 167605"/>
                <a:gd name="connsiteX8" fmla="*/ 1970 w 89432"/>
                <a:gd name="connsiteY8" fmla="*/ 167692 h 167605"/>
                <a:gd name="connsiteX9" fmla="*/ 45703 w 89432"/>
                <a:gd name="connsiteY9" fmla="*/ 166682 h 167605"/>
                <a:gd name="connsiteX10" fmla="*/ 89682 w 89432"/>
                <a:gd name="connsiteY10" fmla="*/ 167692 h 167605"/>
                <a:gd name="connsiteX11" fmla="*/ 89682 w 89432"/>
                <a:gd name="connsiteY11" fmla="*/ 158605 h 167605"/>
                <a:gd name="connsiteX12" fmla="*/ 80346 w 89432"/>
                <a:gd name="connsiteY12" fmla="*/ 158605 h 167605"/>
                <a:gd name="connsiteX13" fmla="*/ 55777 w 89432"/>
                <a:gd name="connsiteY13" fmla="*/ 146994 h 167605"/>
                <a:gd name="connsiteX14" fmla="*/ 55777 w 89432"/>
                <a:gd name="connsiteY14" fmla="*/ 7154 h 167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9432" h="167605">
                  <a:moveTo>
                    <a:pt x="55777" y="7154"/>
                  </a:moveTo>
                  <a:cubicBezTo>
                    <a:pt x="55777" y="339"/>
                    <a:pt x="55285" y="86"/>
                    <a:pt x="48406" y="86"/>
                  </a:cubicBezTo>
                  <a:cubicBezTo>
                    <a:pt x="32681" y="15989"/>
                    <a:pt x="10323" y="16241"/>
                    <a:pt x="250" y="16241"/>
                  </a:cubicBezTo>
                  <a:lnTo>
                    <a:pt x="250" y="25328"/>
                  </a:lnTo>
                  <a:cubicBezTo>
                    <a:pt x="6146" y="25328"/>
                    <a:pt x="22362" y="25328"/>
                    <a:pt x="35875" y="18260"/>
                  </a:cubicBezTo>
                  <a:lnTo>
                    <a:pt x="35875" y="146994"/>
                  </a:lnTo>
                  <a:cubicBezTo>
                    <a:pt x="35875" y="155323"/>
                    <a:pt x="35875" y="158605"/>
                    <a:pt x="11306" y="158605"/>
                  </a:cubicBezTo>
                  <a:lnTo>
                    <a:pt x="1970" y="158605"/>
                  </a:lnTo>
                  <a:lnTo>
                    <a:pt x="1970" y="167692"/>
                  </a:lnTo>
                  <a:cubicBezTo>
                    <a:pt x="6392" y="167440"/>
                    <a:pt x="36612" y="166682"/>
                    <a:pt x="45703" y="166682"/>
                  </a:cubicBezTo>
                  <a:cubicBezTo>
                    <a:pt x="53320" y="166682"/>
                    <a:pt x="84277" y="167440"/>
                    <a:pt x="89682" y="167692"/>
                  </a:cubicBezTo>
                  <a:lnTo>
                    <a:pt x="89682" y="158605"/>
                  </a:lnTo>
                  <a:lnTo>
                    <a:pt x="80346" y="158605"/>
                  </a:lnTo>
                  <a:cubicBezTo>
                    <a:pt x="55777" y="158605"/>
                    <a:pt x="55777" y="155323"/>
                    <a:pt x="55777" y="146994"/>
                  </a:cubicBezTo>
                  <a:lnTo>
                    <a:pt x="55777" y="7154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6E8E253-CEA5-370D-91F5-BFA24B6AA2B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4344246" y="6852415"/>
              <a:ext cx="129164" cy="163350"/>
            </a:xfrm>
            <a:custGeom>
              <a:avLst/>
              <a:gdLst>
                <a:gd name="connsiteX0" fmla="*/ 119242 w 129164"/>
                <a:gd name="connsiteY0" fmla="*/ 24605 h 163350"/>
                <a:gd name="connsiteX1" fmla="*/ 102394 w 129164"/>
                <a:gd name="connsiteY1" fmla="*/ 40832 h 163350"/>
                <a:gd name="connsiteX2" fmla="*/ 113275 w 129164"/>
                <a:gd name="connsiteY2" fmla="*/ 51290 h 163350"/>
                <a:gd name="connsiteX3" fmla="*/ 129421 w 129164"/>
                <a:gd name="connsiteY3" fmla="*/ 31096 h 163350"/>
                <a:gd name="connsiteX4" fmla="*/ 87653 w 129164"/>
                <a:gd name="connsiteY4" fmla="*/ 85 h 163350"/>
                <a:gd name="connsiteX5" fmla="*/ 28335 w 129164"/>
                <a:gd name="connsiteY5" fmla="*/ 52732 h 163350"/>
                <a:gd name="connsiteX6" fmla="*/ 64487 w 129164"/>
                <a:gd name="connsiteY6" fmla="*/ 88431 h 163350"/>
                <a:gd name="connsiteX7" fmla="*/ 100990 w 129164"/>
                <a:gd name="connsiteY7" fmla="*/ 115837 h 163350"/>
                <a:gd name="connsiteX8" fmla="*/ 50799 w 129164"/>
                <a:gd name="connsiteY8" fmla="*/ 155502 h 163350"/>
                <a:gd name="connsiteX9" fmla="*/ 10786 w 129164"/>
                <a:gd name="connsiteY9" fmla="*/ 136391 h 163350"/>
                <a:gd name="connsiteX10" fmla="*/ 32898 w 129164"/>
                <a:gd name="connsiteY10" fmla="*/ 117279 h 163350"/>
                <a:gd name="connsiteX11" fmla="*/ 19911 w 129164"/>
                <a:gd name="connsiteY11" fmla="*/ 104658 h 163350"/>
                <a:gd name="connsiteX12" fmla="*/ 256 w 129164"/>
                <a:gd name="connsiteY12" fmla="*/ 128457 h 163350"/>
                <a:gd name="connsiteX13" fmla="*/ 50448 w 129164"/>
                <a:gd name="connsiteY13" fmla="*/ 163435 h 163350"/>
                <a:gd name="connsiteX14" fmla="*/ 120997 w 129164"/>
                <a:gd name="connsiteY14" fmla="*/ 103576 h 163350"/>
                <a:gd name="connsiteX15" fmla="*/ 110116 w 129164"/>
                <a:gd name="connsiteY15" fmla="*/ 77253 h 163350"/>
                <a:gd name="connsiteX16" fmla="*/ 75017 w 129164"/>
                <a:gd name="connsiteY16" fmla="*/ 62108 h 163350"/>
                <a:gd name="connsiteX17" fmla="*/ 48342 w 129164"/>
                <a:gd name="connsiteY17" fmla="*/ 40472 h 163350"/>
                <a:gd name="connsiteX18" fmla="*/ 87653 w 129164"/>
                <a:gd name="connsiteY18" fmla="*/ 8018 h 163350"/>
                <a:gd name="connsiteX19" fmla="*/ 119242 w 129164"/>
                <a:gd name="connsiteY19" fmla="*/ 24605 h 16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9164" h="163350">
                  <a:moveTo>
                    <a:pt x="119242" y="24605"/>
                  </a:moveTo>
                  <a:cubicBezTo>
                    <a:pt x="109414" y="24966"/>
                    <a:pt x="102394" y="32899"/>
                    <a:pt x="102394" y="40832"/>
                  </a:cubicBezTo>
                  <a:cubicBezTo>
                    <a:pt x="102394" y="45881"/>
                    <a:pt x="105553" y="51290"/>
                    <a:pt x="113275" y="51290"/>
                  </a:cubicBezTo>
                  <a:cubicBezTo>
                    <a:pt x="120997" y="51290"/>
                    <a:pt x="129421" y="45159"/>
                    <a:pt x="129421" y="31096"/>
                  </a:cubicBezTo>
                  <a:cubicBezTo>
                    <a:pt x="129421" y="14869"/>
                    <a:pt x="114328" y="85"/>
                    <a:pt x="87653" y="85"/>
                  </a:cubicBezTo>
                  <a:cubicBezTo>
                    <a:pt x="41322" y="85"/>
                    <a:pt x="28335" y="36866"/>
                    <a:pt x="28335" y="52732"/>
                  </a:cubicBezTo>
                  <a:cubicBezTo>
                    <a:pt x="28335" y="80859"/>
                    <a:pt x="54309" y="86268"/>
                    <a:pt x="64487" y="88431"/>
                  </a:cubicBezTo>
                  <a:cubicBezTo>
                    <a:pt x="82739" y="92037"/>
                    <a:pt x="100990" y="96004"/>
                    <a:pt x="100990" y="115837"/>
                  </a:cubicBezTo>
                  <a:cubicBezTo>
                    <a:pt x="100990" y="125212"/>
                    <a:pt x="92918" y="155502"/>
                    <a:pt x="50799" y="155502"/>
                  </a:cubicBezTo>
                  <a:cubicBezTo>
                    <a:pt x="45885" y="155502"/>
                    <a:pt x="18858" y="155502"/>
                    <a:pt x="10786" y="136391"/>
                  </a:cubicBezTo>
                  <a:cubicBezTo>
                    <a:pt x="24123" y="138194"/>
                    <a:pt x="32898" y="127376"/>
                    <a:pt x="32898" y="117279"/>
                  </a:cubicBezTo>
                  <a:cubicBezTo>
                    <a:pt x="32898" y="108985"/>
                    <a:pt x="27282" y="104658"/>
                    <a:pt x="19911" y="104658"/>
                  </a:cubicBezTo>
                  <a:cubicBezTo>
                    <a:pt x="10786" y="104658"/>
                    <a:pt x="256" y="112231"/>
                    <a:pt x="256" y="128457"/>
                  </a:cubicBezTo>
                  <a:cubicBezTo>
                    <a:pt x="256" y="149012"/>
                    <a:pt x="20262" y="163435"/>
                    <a:pt x="50448" y="163435"/>
                  </a:cubicBezTo>
                  <a:cubicBezTo>
                    <a:pt x="107308" y="163435"/>
                    <a:pt x="120997" y="119803"/>
                    <a:pt x="120997" y="103576"/>
                  </a:cubicBezTo>
                  <a:cubicBezTo>
                    <a:pt x="120997" y="90595"/>
                    <a:pt x="114328" y="81580"/>
                    <a:pt x="110116" y="77253"/>
                  </a:cubicBezTo>
                  <a:cubicBezTo>
                    <a:pt x="100639" y="67156"/>
                    <a:pt x="90461" y="65353"/>
                    <a:pt x="75017" y="62108"/>
                  </a:cubicBezTo>
                  <a:cubicBezTo>
                    <a:pt x="62381" y="59223"/>
                    <a:pt x="48342" y="56699"/>
                    <a:pt x="48342" y="40472"/>
                  </a:cubicBezTo>
                  <a:cubicBezTo>
                    <a:pt x="48342" y="30014"/>
                    <a:pt x="56765" y="8018"/>
                    <a:pt x="87653" y="8018"/>
                  </a:cubicBezTo>
                  <a:cubicBezTo>
                    <a:pt x="96428" y="8018"/>
                    <a:pt x="113977" y="10542"/>
                    <a:pt x="119242" y="24605"/>
                  </a:cubicBez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01B019BA-842C-3856-38B7-5E5343C06BE4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2121108" y="6667400"/>
              <a:ext cx="2839740" cy="14423"/>
            </a:xfrm>
            <a:custGeom>
              <a:avLst/>
              <a:gdLst>
                <a:gd name="connsiteX0" fmla="*/ 0 w 2839740"/>
                <a:gd name="connsiteY0" fmla="*/ 0 h 14423"/>
                <a:gd name="connsiteX1" fmla="*/ 2839741 w 2839740"/>
                <a:gd name="connsiteY1" fmla="*/ 0 h 14423"/>
                <a:gd name="connsiteX2" fmla="*/ 2839741 w 2839740"/>
                <a:gd name="connsiteY2" fmla="*/ 14424 h 14423"/>
                <a:gd name="connsiteX3" fmla="*/ 0 w 2839740"/>
                <a:gd name="connsiteY3" fmla="*/ 14424 h 1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9740" h="14423">
                  <a:moveTo>
                    <a:pt x="0" y="0"/>
                  </a:moveTo>
                  <a:lnTo>
                    <a:pt x="2839741" y="0"/>
                  </a:lnTo>
                  <a:lnTo>
                    <a:pt x="2839741" y="14424"/>
                  </a:lnTo>
                  <a:lnTo>
                    <a:pt x="0" y="14424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3DCBAABF-1B4B-15FD-A8F3-4603B79EE069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2121108" y="6674612"/>
              <a:ext cx="14039" cy="506667"/>
            </a:xfrm>
            <a:custGeom>
              <a:avLst/>
              <a:gdLst>
                <a:gd name="connsiteX0" fmla="*/ 0 w 14039"/>
                <a:gd name="connsiteY0" fmla="*/ 0 h 506667"/>
                <a:gd name="connsiteX1" fmla="*/ 14039 w 14039"/>
                <a:gd name="connsiteY1" fmla="*/ 0 h 506667"/>
                <a:gd name="connsiteX2" fmla="*/ 14039 w 14039"/>
                <a:gd name="connsiteY2" fmla="*/ 506668 h 506667"/>
                <a:gd name="connsiteX3" fmla="*/ 0 w 14039"/>
                <a:gd name="connsiteY3" fmla="*/ 506668 h 506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9" h="506667">
                  <a:moveTo>
                    <a:pt x="0" y="0"/>
                  </a:moveTo>
                  <a:lnTo>
                    <a:pt x="14039" y="0"/>
                  </a:lnTo>
                  <a:lnTo>
                    <a:pt x="14039" y="506668"/>
                  </a:lnTo>
                  <a:lnTo>
                    <a:pt x="0" y="506668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82A87855-0A56-6DB7-56BD-523AF637183D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4946810" y="6674612"/>
              <a:ext cx="14039" cy="506667"/>
            </a:xfrm>
            <a:custGeom>
              <a:avLst/>
              <a:gdLst>
                <a:gd name="connsiteX0" fmla="*/ 0 w 14039"/>
                <a:gd name="connsiteY0" fmla="*/ 0 h 506667"/>
                <a:gd name="connsiteX1" fmla="*/ 14039 w 14039"/>
                <a:gd name="connsiteY1" fmla="*/ 0 h 506667"/>
                <a:gd name="connsiteX2" fmla="*/ 14039 w 14039"/>
                <a:gd name="connsiteY2" fmla="*/ 506668 h 506667"/>
                <a:gd name="connsiteX3" fmla="*/ 0 w 14039"/>
                <a:gd name="connsiteY3" fmla="*/ 506668 h 506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9" h="506667">
                  <a:moveTo>
                    <a:pt x="0" y="0"/>
                  </a:moveTo>
                  <a:lnTo>
                    <a:pt x="14039" y="0"/>
                  </a:lnTo>
                  <a:lnTo>
                    <a:pt x="14039" y="506668"/>
                  </a:lnTo>
                  <a:lnTo>
                    <a:pt x="0" y="506668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4F035850-7E16-E087-CE7D-097EAC0C184A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2121108" y="7174068"/>
              <a:ext cx="2839740" cy="14423"/>
            </a:xfrm>
            <a:custGeom>
              <a:avLst/>
              <a:gdLst>
                <a:gd name="connsiteX0" fmla="*/ 0 w 2839740"/>
                <a:gd name="connsiteY0" fmla="*/ 0 h 14423"/>
                <a:gd name="connsiteX1" fmla="*/ 2839741 w 2839740"/>
                <a:gd name="connsiteY1" fmla="*/ 0 h 14423"/>
                <a:gd name="connsiteX2" fmla="*/ 2839741 w 2839740"/>
                <a:gd name="connsiteY2" fmla="*/ 14424 h 14423"/>
                <a:gd name="connsiteX3" fmla="*/ 0 w 2839740"/>
                <a:gd name="connsiteY3" fmla="*/ 14424 h 1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9740" h="14423">
                  <a:moveTo>
                    <a:pt x="0" y="0"/>
                  </a:moveTo>
                  <a:lnTo>
                    <a:pt x="2839741" y="0"/>
                  </a:lnTo>
                  <a:lnTo>
                    <a:pt x="2839741" y="14424"/>
                  </a:lnTo>
                  <a:lnTo>
                    <a:pt x="0" y="14424"/>
                  </a:lnTo>
                  <a:close/>
                </a:path>
              </a:pathLst>
            </a:custGeom>
            <a:solidFill>
              <a:srgbClr val="FFFFFF"/>
            </a:solidFill>
            <a:ln w="352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551A1AD4-B557-99C0-0A48-EAFF5E8E7E8F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2269254" y="5357638"/>
            <a:ext cx="8631925" cy="854147"/>
            <a:chOff x="6225301" y="7821412"/>
            <a:chExt cx="8631925" cy="854147"/>
          </a:xfrm>
        </p:grpSpPr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054AC70-EA56-F67B-4AEC-EF4196EB2B9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227070" y="7829206"/>
              <a:ext cx="241719" cy="241967"/>
            </a:xfrm>
            <a:custGeom>
              <a:avLst/>
              <a:gdLst>
                <a:gd name="connsiteX0" fmla="*/ 70540 w 241719"/>
                <a:gd name="connsiteY0" fmla="*/ 4690 h 241967"/>
                <a:gd name="connsiteX1" fmla="*/ 60276 w 241719"/>
                <a:gd name="connsiteY1" fmla="*/ 85 h 241967"/>
                <a:gd name="connsiteX2" fmla="*/ 112 w 241719"/>
                <a:gd name="connsiteY2" fmla="*/ 85 h 241967"/>
                <a:gd name="connsiteX3" fmla="*/ 112 w 241719"/>
                <a:gd name="connsiteY3" fmla="*/ 11067 h 241967"/>
                <a:gd name="connsiteX4" fmla="*/ 10375 w 241719"/>
                <a:gd name="connsiteY4" fmla="*/ 11067 h 241967"/>
                <a:gd name="connsiteX5" fmla="*/ 28071 w 241719"/>
                <a:gd name="connsiteY5" fmla="*/ 11776 h 241967"/>
                <a:gd name="connsiteX6" fmla="*/ 36564 w 241719"/>
                <a:gd name="connsiteY6" fmla="*/ 19924 h 241967"/>
                <a:gd name="connsiteX7" fmla="*/ 36564 w 241719"/>
                <a:gd name="connsiteY7" fmla="*/ 204854 h 241967"/>
                <a:gd name="connsiteX8" fmla="*/ 112 w 241719"/>
                <a:gd name="connsiteY8" fmla="*/ 231070 h 241967"/>
                <a:gd name="connsiteX9" fmla="*/ 112 w 241719"/>
                <a:gd name="connsiteY9" fmla="*/ 242052 h 241967"/>
                <a:gd name="connsiteX10" fmla="*/ 41519 w 241719"/>
                <a:gd name="connsiteY10" fmla="*/ 240989 h 241967"/>
                <a:gd name="connsiteX11" fmla="*/ 82926 w 241719"/>
                <a:gd name="connsiteY11" fmla="*/ 242052 h 241967"/>
                <a:gd name="connsiteX12" fmla="*/ 82926 w 241719"/>
                <a:gd name="connsiteY12" fmla="*/ 231070 h 241967"/>
                <a:gd name="connsiteX13" fmla="*/ 46474 w 241719"/>
                <a:gd name="connsiteY13" fmla="*/ 204854 h 241967"/>
                <a:gd name="connsiteX14" fmla="*/ 46474 w 241719"/>
                <a:gd name="connsiteY14" fmla="*/ 20632 h 241967"/>
                <a:gd name="connsiteX15" fmla="*/ 50013 w 241719"/>
                <a:gd name="connsiteY15" fmla="*/ 24884 h 241967"/>
                <a:gd name="connsiteX16" fmla="*/ 194408 w 241719"/>
                <a:gd name="connsiteY16" fmla="*/ 237447 h 241967"/>
                <a:gd name="connsiteX17" fmla="*/ 200424 w 241719"/>
                <a:gd name="connsiteY17" fmla="*/ 242052 h 241967"/>
                <a:gd name="connsiteX18" fmla="*/ 205379 w 241719"/>
                <a:gd name="connsiteY18" fmla="*/ 232841 h 241967"/>
                <a:gd name="connsiteX19" fmla="*/ 205379 w 241719"/>
                <a:gd name="connsiteY19" fmla="*/ 37283 h 241967"/>
                <a:gd name="connsiteX20" fmla="*/ 241831 w 241719"/>
                <a:gd name="connsiteY20" fmla="*/ 11067 h 241967"/>
                <a:gd name="connsiteX21" fmla="*/ 241831 w 241719"/>
                <a:gd name="connsiteY21" fmla="*/ 85 h 241967"/>
                <a:gd name="connsiteX22" fmla="*/ 200424 w 241719"/>
                <a:gd name="connsiteY22" fmla="*/ 1148 h 241967"/>
                <a:gd name="connsiteX23" fmla="*/ 159017 w 241719"/>
                <a:gd name="connsiteY23" fmla="*/ 85 h 241967"/>
                <a:gd name="connsiteX24" fmla="*/ 159017 w 241719"/>
                <a:gd name="connsiteY24" fmla="*/ 11067 h 241967"/>
                <a:gd name="connsiteX25" fmla="*/ 195469 w 241719"/>
                <a:gd name="connsiteY25" fmla="*/ 37283 h 241967"/>
                <a:gd name="connsiteX26" fmla="*/ 195469 w 241719"/>
                <a:gd name="connsiteY26" fmla="*/ 188557 h 241967"/>
                <a:gd name="connsiteX27" fmla="*/ 70540 w 241719"/>
                <a:gd name="connsiteY27" fmla="*/ 4690 h 2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1719" h="241967">
                  <a:moveTo>
                    <a:pt x="70540" y="4690"/>
                  </a:moveTo>
                  <a:cubicBezTo>
                    <a:pt x="67354" y="439"/>
                    <a:pt x="67001" y="85"/>
                    <a:pt x="60276" y="85"/>
                  </a:cubicBezTo>
                  <a:lnTo>
                    <a:pt x="112" y="85"/>
                  </a:lnTo>
                  <a:lnTo>
                    <a:pt x="112" y="11067"/>
                  </a:lnTo>
                  <a:lnTo>
                    <a:pt x="10375" y="11067"/>
                  </a:lnTo>
                  <a:cubicBezTo>
                    <a:pt x="15684" y="11067"/>
                    <a:pt x="22762" y="11421"/>
                    <a:pt x="28071" y="11776"/>
                  </a:cubicBezTo>
                  <a:cubicBezTo>
                    <a:pt x="36210" y="12838"/>
                    <a:pt x="36564" y="13193"/>
                    <a:pt x="36564" y="19924"/>
                  </a:cubicBezTo>
                  <a:lnTo>
                    <a:pt x="36564" y="204854"/>
                  </a:lnTo>
                  <a:cubicBezTo>
                    <a:pt x="36564" y="214419"/>
                    <a:pt x="36564" y="231070"/>
                    <a:pt x="112" y="231070"/>
                  </a:cubicBezTo>
                  <a:lnTo>
                    <a:pt x="112" y="242052"/>
                  </a:lnTo>
                  <a:cubicBezTo>
                    <a:pt x="12499" y="241698"/>
                    <a:pt x="29840" y="240989"/>
                    <a:pt x="41519" y="240989"/>
                  </a:cubicBezTo>
                  <a:cubicBezTo>
                    <a:pt x="53198" y="240989"/>
                    <a:pt x="70540" y="241698"/>
                    <a:pt x="82926" y="242052"/>
                  </a:cubicBezTo>
                  <a:lnTo>
                    <a:pt x="82926" y="231070"/>
                  </a:lnTo>
                  <a:cubicBezTo>
                    <a:pt x="46474" y="231070"/>
                    <a:pt x="46474" y="214419"/>
                    <a:pt x="46474" y="204854"/>
                  </a:cubicBezTo>
                  <a:lnTo>
                    <a:pt x="46474" y="20632"/>
                  </a:lnTo>
                  <a:cubicBezTo>
                    <a:pt x="48243" y="22404"/>
                    <a:pt x="48597" y="22758"/>
                    <a:pt x="50013" y="24884"/>
                  </a:cubicBezTo>
                  <a:lnTo>
                    <a:pt x="194408" y="237447"/>
                  </a:lnTo>
                  <a:cubicBezTo>
                    <a:pt x="197593" y="241698"/>
                    <a:pt x="197947" y="242052"/>
                    <a:pt x="200424" y="242052"/>
                  </a:cubicBezTo>
                  <a:cubicBezTo>
                    <a:pt x="205379" y="242052"/>
                    <a:pt x="205379" y="239572"/>
                    <a:pt x="205379" y="232841"/>
                  </a:cubicBezTo>
                  <a:lnTo>
                    <a:pt x="205379" y="37283"/>
                  </a:lnTo>
                  <a:cubicBezTo>
                    <a:pt x="205379" y="27718"/>
                    <a:pt x="205379" y="11067"/>
                    <a:pt x="241831" y="11067"/>
                  </a:cubicBezTo>
                  <a:lnTo>
                    <a:pt x="241831" y="85"/>
                  </a:lnTo>
                  <a:cubicBezTo>
                    <a:pt x="229445" y="439"/>
                    <a:pt x="212103" y="1148"/>
                    <a:pt x="200424" y="1148"/>
                  </a:cubicBezTo>
                  <a:cubicBezTo>
                    <a:pt x="188745" y="1148"/>
                    <a:pt x="171404" y="439"/>
                    <a:pt x="159017" y="85"/>
                  </a:cubicBezTo>
                  <a:lnTo>
                    <a:pt x="159017" y="11067"/>
                  </a:lnTo>
                  <a:cubicBezTo>
                    <a:pt x="195469" y="11067"/>
                    <a:pt x="195469" y="27718"/>
                    <a:pt x="195469" y="37283"/>
                  </a:cubicBezTo>
                  <a:lnTo>
                    <a:pt x="195469" y="188557"/>
                  </a:lnTo>
                  <a:lnTo>
                    <a:pt x="70540" y="4690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52851AED-462F-40D5-8465-E0584367030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490733" y="7912459"/>
              <a:ext cx="156781" cy="162610"/>
            </a:xfrm>
            <a:custGeom>
              <a:avLst/>
              <a:gdLst>
                <a:gd name="connsiteX0" fmla="*/ 156901 w 156781"/>
                <a:gd name="connsiteY0" fmla="*/ 82984 h 162610"/>
                <a:gd name="connsiteX1" fmla="*/ 78687 w 156781"/>
                <a:gd name="connsiteY1" fmla="*/ 85 h 162610"/>
                <a:gd name="connsiteX2" fmla="*/ 119 w 156781"/>
                <a:gd name="connsiteY2" fmla="*/ 82984 h 162610"/>
                <a:gd name="connsiteX3" fmla="*/ 78333 w 156781"/>
                <a:gd name="connsiteY3" fmla="*/ 162695 h 162610"/>
                <a:gd name="connsiteX4" fmla="*/ 156901 w 156781"/>
                <a:gd name="connsiteY4" fmla="*/ 82984 h 162610"/>
                <a:gd name="connsiteX5" fmla="*/ 78687 w 156781"/>
                <a:gd name="connsiteY5" fmla="*/ 153839 h 162610"/>
                <a:gd name="connsiteX6" fmla="*/ 38341 w 156781"/>
                <a:gd name="connsiteY6" fmla="*/ 130102 h 162610"/>
                <a:gd name="connsiteX7" fmla="*/ 29494 w 156781"/>
                <a:gd name="connsiteY7" fmla="*/ 80150 h 162610"/>
                <a:gd name="connsiteX8" fmla="*/ 37988 w 156781"/>
                <a:gd name="connsiteY8" fmla="*/ 31615 h 162610"/>
                <a:gd name="connsiteX9" fmla="*/ 78333 w 156781"/>
                <a:gd name="connsiteY9" fmla="*/ 7879 h 162610"/>
                <a:gd name="connsiteX10" fmla="*/ 118325 w 156781"/>
                <a:gd name="connsiteY10" fmla="*/ 30906 h 162610"/>
                <a:gd name="connsiteX11" fmla="*/ 127526 w 156781"/>
                <a:gd name="connsiteY11" fmla="*/ 80150 h 162610"/>
                <a:gd name="connsiteX12" fmla="*/ 119740 w 156781"/>
                <a:gd name="connsiteY12" fmla="*/ 127622 h 162610"/>
                <a:gd name="connsiteX13" fmla="*/ 78687 w 156781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81" h="162610">
                  <a:moveTo>
                    <a:pt x="156901" y="82984"/>
                  </a:moveTo>
                  <a:cubicBezTo>
                    <a:pt x="156901" y="37637"/>
                    <a:pt x="121510" y="85"/>
                    <a:pt x="78687" y="85"/>
                  </a:cubicBezTo>
                  <a:cubicBezTo>
                    <a:pt x="34448" y="85"/>
                    <a:pt x="119" y="38700"/>
                    <a:pt x="119" y="82984"/>
                  </a:cubicBezTo>
                  <a:cubicBezTo>
                    <a:pt x="119" y="128685"/>
                    <a:pt x="36926" y="162695"/>
                    <a:pt x="78333" y="162695"/>
                  </a:cubicBezTo>
                  <a:cubicBezTo>
                    <a:pt x="121156" y="162695"/>
                    <a:pt x="156901" y="127977"/>
                    <a:pt x="156901" y="82984"/>
                  </a:cubicBezTo>
                  <a:close/>
                  <a:moveTo>
                    <a:pt x="78687" y="153839"/>
                  </a:moveTo>
                  <a:cubicBezTo>
                    <a:pt x="63469" y="153839"/>
                    <a:pt x="47897" y="146399"/>
                    <a:pt x="38341" y="130102"/>
                  </a:cubicBezTo>
                  <a:cubicBezTo>
                    <a:pt x="29494" y="114514"/>
                    <a:pt x="29494" y="92904"/>
                    <a:pt x="29494" y="80150"/>
                  </a:cubicBezTo>
                  <a:cubicBezTo>
                    <a:pt x="29494" y="66333"/>
                    <a:pt x="29494" y="47203"/>
                    <a:pt x="37988" y="31615"/>
                  </a:cubicBezTo>
                  <a:cubicBezTo>
                    <a:pt x="47543" y="15318"/>
                    <a:pt x="64177" y="7879"/>
                    <a:pt x="78333" y="7879"/>
                  </a:cubicBezTo>
                  <a:cubicBezTo>
                    <a:pt x="93905" y="7879"/>
                    <a:pt x="109123" y="15673"/>
                    <a:pt x="118325" y="30906"/>
                  </a:cubicBezTo>
                  <a:cubicBezTo>
                    <a:pt x="127526" y="46140"/>
                    <a:pt x="127526" y="66688"/>
                    <a:pt x="127526" y="80150"/>
                  </a:cubicBezTo>
                  <a:cubicBezTo>
                    <a:pt x="127526" y="92904"/>
                    <a:pt x="127526" y="112035"/>
                    <a:pt x="119740" y="127622"/>
                  </a:cubicBezTo>
                  <a:cubicBezTo>
                    <a:pt x="111954" y="143565"/>
                    <a:pt x="96382" y="153839"/>
                    <a:pt x="78687" y="153839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EC1F4F88-BA61-A40A-225E-C82EBAD4C5D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664503" y="7853296"/>
              <a:ext cx="110773" cy="221773"/>
            </a:xfrm>
            <a:custGeom>
              <a:avLst/>
              <a:gdLst>
                <a:gd name="connsiteX0" fmla="*/ 54626 w 110773"/>
                <a:gd name="connsiteY0" fmla="*/ 76253 h 221773"/>
                <a:gd name="connsiteX1" fmla="*/ 105235 w 110773"/>
                <a:gd name="connsiteY1" fmla="*/ 76253 h 221773"/>
                <a:gd name="connsiteX2" fmla="*/ 105235 w 110773"/>
                <a:gd name="connsiteY2" fmla="*/ 65271 h 221773"/>
                <a:gd name="connsiteX3" fmla="*/ 54626 w 110773"/>
                <a:gd name="connsiteY3" fmla="*/ 65271 h 221773"/>
                <a:gd name="connsiteX4" fmla="*/ 54626 w 110773"/>
                <a:gd name="connsiteY4" fmla="*/ 85 h 221773"/>
                <a:gd name="connsiteX5" fmla="*/ 45778 w 110773"/>
                <a:gd name="connsiteY5" fmla="*/ 85 h 221773"/>
                <a:gd name="connsiteX6" fmla="*/ 124 w 110773"/>
                <a:gd name="connsiteY6" fmla="*/ 68459 h 221773"/>
                <a:gd name="connsiteX7" fmla="*/ 124 w 110773"/>
                <a:gd name="connsiteY7" fmla="*/ 76253 h 221773"/>
                <a:gd name="connsiteX8" fmla="*/ 30207 w 110773"/>
                <a:gd name="connsiteY8" fmla="*/ 76253 h 221773"/>
                <a:gd name="connsiteX9" fmla="*/ 30207 w 110773"/>
                <a:gd name="connsiteY9" fmla="*/ 174032 h 221773"/>
                <a:gd name="connsiteX10" fmla="*/ 75861 w 110773"/>
                <a:gd name="connsiteY10" fmla="*/ 221859 h 221773"/>
                <a:gd name="connsiteX11" fmla="*/ 110898 w 110773"/>
                <a:gd name="connsiteY11" fmla="*/ 174032 h 221773"/>
                <a:gd name="connsiteX12" fmla="*/ 110898 w 110773"/>
                <a:gd name="connsiteY12" fmla="*/ 153839 h 221773"/>
                <a:gd name="connsiteX13" fmla="*/ 102050 w 110773"/>
                <a:gd name="connsiteY13" fmla="*/ 153839 h 221773"/>
                <a:gd name="connsiteX14" fmla="*/ 102050 w 110773"/>
                <a:gd name="connsiteY14" fmla="*/ 173323 h 221773"/>
                <a:gd name="connsiteX15" fmla="*/ 78338 w 110773"/>
                <a:gd name="connsiteY15" fmla="*/ 213002 h 221773"/>
                <a:gd name="connsiteX16" fmla="*/ 54626 w 110773"/>
                <a:gd name="connsiteY16" fmla="*/ 174741 h 221773"/>
                <a:gd name="connsiteX17" fmla="*/ 54626 w 11077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626" y="76253"/>
                  </a:moveTo>
                  <a:lnTo>
                    <a:pt x="105235" y="76253"/>
                  </a:lnTo>
                  <a:lnTo>
                    <a:pt x="105235" y="65271"/>
                  </a:lnTo>
                  <a:lnTo>
                    <a:pt x="54626" y="65271"/>
                  </a:lnTo>
                  <a:lnTo>
                    <a:pt x="54626" y="85"/>
                  </a:lnTo>
                  <a:lnTo>
                    <a:pt x="45778" y="85"/>
                  </a:lnTo>
                  <a:cubicBezTo>
                    <a:pt x="45425" y="29135"/>
                    <a:pt x="34807" y="67042"/>
                    <a:pt x="124" y="68459"/>
                  </a:cubicBezTo>
                  <a:lnTo>
                    <a:pt x="124" y="76253"/>
                  </a:lnTo>
                  <a:lnTo>
                    <a:pt x="30207" y="76253"/>
                  </a:lnTo>
                  <a:lnTo>
                    <a:pt x="30207" y="174032"/>
                  </a:lnTo>
                  <a:cubicBezTo>
                    <a:pt x="30207" y="217607"/>
                    <a:pt x="63120" y="221859"/>
                    <a:pt x="75861" y="221859"/>
                  </a:cubicBezTo>
                  <a:cubicBezTo>
                    <a:pt x="100988" y="221859"/>
                    <a:pt x="110898" y="196705"/>
                    <a:pt x="110898" y="174032"/>
                  </a:cubicBezTo>
                  <a:lnTo>
                    <a:pt x="110898" y="153839"/>
                  </a:lnTo>
                  <a:lnTo>
                    <a:pt x="102050" y="153839"/>
                  </a:lnTo>
                  <a:lnTo>
                    <a:pt x="102050" y="173323"/>
                  </a:lnTo>
                  <a:cubicBezTo>
                    <a:pt x="102050" y="199540"/>
                    <a:pt x="91433" y="213002"/>
                    <a:pt x="78338" y="213002"/>
                  </a:cubicBezTo>
                  <a:cubicBezTo>
                    <a:pt x="54626" y="213002"/>
                    <a:pt x="54626" y="180763"/>
                    <a:pt x="54626" y="174741"/>
                  </a:cubicBezTo>
                  <a:lnTo>
                    <a:pt x="54626" y="7625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17F25EF-BA40-4B1C-F830-25659BFEE67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805319" y="7912459"/>
              <a:ext cx="136962" cy="162610"/>
            </a:xfrm>
            <a:custGeom>
              <a:avLst/>
              <a:gdLst>
                <a:gd name="connsiteX0" fmla="*/ 29856 w 136962"/>
                <a:gd name="connsiteY0" fmla="*/ 69522 h 162610"/>
                <a:gd name="connsiteX1" fmla="*/ 73741 w 136962"/>
                <a:gd name="connsiteY1" fmla="*/ 7879 h 162610"/>
                <a:gd name="connsiteX2" fmla="*/ 113733 w 136962"/>
                <a:gd name="connsiteY2" fmla="*/ 69522 h 162610"/>
                <a:gd name="connsiteX3" fmla="*/ 29856 w 136962"/>
                <a:gd name="connsiteY3" fmla="*/ 69522 h 162610"/>
                <a:gd name="connsiteX4" fmla="*/ 29503 w 136962"/>
                <a:gd name="connsiteY4" fmla="*/ 76962 h 162610"/>
                <a:gd name="connsiteX5" fmla="*/ 128243 w 136962"/>
                <a:gd name="connsiteY5" fmla="*/ 76962 h 162610"/>
                <a:gd name="connsiteX6" fmla="*/ 137091 w 136962"/>
                <a:gd name="connsiteY6" fmla="*/ 69522 h 162610"/>
                <a:gd name="connsiteX7" fmla="*/ 73741 w 136962"/>
                <a:gd name="connsiteY7" fmla="*/ 85 h 162610"/>
                <a:gd name="connsiteX8" fmla="*/ 128 w 136962"/>
                <a:gd name="connsiteY8" fmla="*/ 80859 h 162610"/>
                <a:gd name="connsiteX9" fmla="*/ 77988 w 136962"/>
                <a:gd name="connsiteY9" fmla="*/ 162695 h 162610"/>
                <a:gd name="connsiteX10" fmla="*/ 137091 w 136962"/>
                <a:gd name="connsiteY10" fmla="*/ 116640 h 162610"/>
                <a:gd name="connsiteX11" fmla="*/ 132490 w 136962"/>
                <a:gd name="connsiteY11" fmla="*/ 112389 h 162610"/>
                <a:gd name="connsiteX12" fmla="*/ 127889 w 136962"/>
                <a:gd name="connsiteY12" fmla="*/ 117349 h 162610"/>
                <a:gd name="connsiteX13" fmla="*/ 80111 w 136962"/>
                <a:gd name="connsiteY13" fmla="*/ 153839 h 162610"/>
                <a:gd name="connsiteX14" fmla="*/ 40120 w 136962"/>
                <a:gd name="connsiteY14" fmla="*/ 130102 h 162610"/>
                <a:gd name="connsiteX15" fmla="*/ 29503 w 136962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29856" y="69522"/>
                  </a:moveTo>
                  <a:cubicBezTo>
                    <a:pt x="31980" y="16735"/>
                    <a:pt x="61708" y="7879"/>
                    <a:pt x="73741" y="7879"/>
                  </a:cubicBezTo>
                  <a:cubicBezTo>
                    <a:pt x="110194" y="7879"/>
                    <a:pt x="113733" y="55705"/>
                    <a:pt x="113733" y="69522"/>
                  </a:cubicBezTo>
                  <a:lnTo>
                    <a:pt x="29856" y="69522"/>
                  </a:lnTo>
                  <a:close/>
                  <a:moveTo>
                    <a:pt x="29503" y="76962"/>
                  </a:moveTo>
                  <a:lnTo>
                    <a:pt x="128243" y="76962"/>
                  </a:lnTo>
                  <a:cubicBezTo>
                    <a:pt x="136029" y="76962"/>
                    <a:pt x="137091" y="76962"/>
                    <a:pt x="137091" y="69522"/>
                  </a:cubicBezTo>
                  <a:cubicBezTo>
                    <a:pt x="137091" y="34449"/>
                    <a:pt x="117980" y="85"/>
                    <a:pt x="73741" y="85"/>
                  </a:cubicBezTo>
                  <a:cubicBezTo>
                    <a:pt x="32688" y="85"/>
                    <a:pt x="128" y="36575"/>
                    <a:pt x="128" y="80859"/>
                  </a:cubicBezTo>
                  <a:cubicBezTo>
                    <a:pt x="128" y="128331"/>
                    <a:pt x="37289" y="162695"/>
                    <a:pt x="77988" y="162695"/>
                  </a:cubicBezTo>
                  <a:cubicBezTo>
                    <a:pt x="121165" y="162695"/>
                    <a:pt x="137091" y="123371"/>
                    <a:pt x="137091" y="116640"/>
                  </a:cubicBezTo>
                  <a:cubicBezTo>
                    <a:pt x="137091" y="113097"/>
                    <a:pt x="134259" y="112389"/>
                    <a:pt x="132490" y="112389"/>
                  </a:cubicBezTo>
                  <a:cubicBezTo>
                    <a:pt x="129305" y="112389"/>
                    <a:pt x="128597" y="114514"/>
                    <a:pt x="127889" y="117349"/>
                  </a:cubicBezTo>
                  <a:cubicBezTo>
                    <a:pt x="115502" y="153839"/>
                    <a:pt x="83651" y="153839"/>
                    <a:pt x="80111" y="153839"/>
                  </a:cubicBezTo>
                  <a:cubicBezTo>
                    <a:pt x="62416" y="153839"/>
                    <a:pt x="48260" y="143210"/>
                    <a:pt x="40120" y="130102"/>
                  </a:cubicBezTo>
                  <a:cubicBezTo>
                    <a:pt x="29503" y="113097"/>
                    <a:pt x="29503" y="89715"/>
                    <a:pt x="29503" y="76962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090E2A9-7833-0235-4FC7-ACACF153E00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077396" y="7853296"/>
              <a:ext cx="110773" cy="221773"/>
            </a:xfrm>
            <a:custGeom>
              <a:avLst/>
              <a:gdLst>
                <a:gd name="connsiteX0" fmla="*/ 54638 w 110773"/>
                <a:gd name="connsiteY0" fmla="*/ 76253 h 221773"/>
                <a:gd name="connsiteX1" fmla="*/ 105247 w 110773"/>
                <a:gd name="connsiteY1" fmla="*/ 76253 h 221773"/>
                <a:gd name="connsiteX2" fmla="*/ 105247 w 110773"/>
                <a:gd name="connsiteY2" fmla="*/ 65271 h 221773"/>
                <a:gd name="connsiteX3" fmla="*/ 54638 w 110773"/>
                <a:gd name="connsiteY3" fmla="*/ 65271 h 221773"/>
                <a:gd name="connsiteX4" fmla="*/ 54638 w 110773"/>
                <a:gd name="connsiteY4" fmla="*/ 85 h 221773"/>
                <a:gd name="connsiteX5" fmla="*/ 45790 w 110773"/>
                <a:gd name="connsiteY5" fmla="*/ 85 h 221773"/>
                <a:gd name="connsiteX6" fmla="*/ 136 w 110773"/>
                <a:gd name="connsiteY6" fmla="*/ 68459 h 221773"/>
                <a:gd name="connsiteX7" fmla="*/ 136 w 110773"/>
                <a:gd name="connsiteY7" fmla="*/ 76253 h 221773"/>
                <a:gd name="connsiteX8" fmla="*/ 30218 w 110773"/>
                <a:gd name="connsiteY8" fmla="*/ 76253 h 221773"/>
                <a:gd name="connsiteX9" fmla="*/ 30218 w 110773"/>
                <a:gd name="connsiteY9" fmla="*/ 174032 h 221773"/>
                <a:gd name="connsiteX10" fmla="*/ 75872 w 110773"/>
                <a:gd name="connsiteY10" fmla="*/ 221859 h 221773"/>
                <a:gd name="connsiteX11" fmla="*/ 110909 w 110773"/>
                <a:gd name="connsiteY11" fmla="*/ 174032 h 221773"/>
                <a:gd name="connsiteX12" fmla="*/ 110909 w 110773"/>
                <a:gd name="connsiteY12" fmla="*/ 153839 h 221773"/>
                <a:gd name="connsiteX13" fmla="*/ 102062 w 110773"/>
                <a:gd name="connsiteY13" fmla="*/ 153839 h 221773"/>
                <a:gd name="connsiteX14" fmla="*/ 102062 w 110773"/>
                <a:gd name="connsiteY14" fmla="*/ 173323 h 221773"/>
                <a:gd name="connsiteX15" fmla="*/ 78350 w 110773"/>
                <a:gd name="connsiteY15" fmla="*/ 213002 h 221773"/>
                <a:gd name="connsiteX16" fmla="*/ 54638 w 110773"/>
                <a:gd name="connsiteY16" fmla="*/ 174741 h 221773"/>
                <a:gd name="connsiteX17" fmla="*/ 54638 w 11077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638" y="76253"/>
                  </a:moveTo>
                  <a:lnTo>
                    <a:pt x="105247" y="76253"/>
                  </a:lnTo>
                  <a:lnTo>
                    <a:pt x="105247" y="65271"/>
                  </a:lnTo>
                  <a:lnTo>
                    <a:pt x="54638" y="65271"/>
                  </a:lnTo>
                  <a:lnTo>
                    <a:pt x="54638" y="85"/>
                  </a:lnTo>
                  <a:lnTo>
                    <a:pt x="45790" y="85"/>
                  </a:lnTo>
                  <a:cubicBezTo>
                    <a:pt x="45436" y="29135"/>
                    <a:pt x="34819" y="67042"/>
                    <a:pt x="136" y="68459"/>
                  </a:cubicBezTo>
                  <a:lnTo>
                    <a:pt x="136" y="76253"/>
                  </a:lnTo>
                  <a:lnTo>
                    <a:pt x="30218" y="76253"/>
                  </a:lnTo>
                  <a:lnTo>
                    <a:pt x="30218" y="174032"/>
                  </a:lnTo>
                  <a:cubicBezTo>
                    <a:pt x="30218" y="217607"/>
                    <a:pt x="63132" y="221859"/>
                    <a:pt x="75872" y="221859"/>
                  </a:cubicBezTo>
                  <a:cubicBezTo>
                    <a:pt x="101000" y="221859"/>
                    <a:pt x="110909" y="196705"/>
                    <a:pt x="110909" y="174032"/>
                  </a:cubicBezTo>
                  <a:lnTo>
                    <a:pt x="110909" y="153839"/>
                  </a:lnTo>
                  <a:lnTo>
                    <a:pt x="102062" y="153839"/>
                  </a:lnTo>
                  <a:lnTo>
                    <a:pt x="102062" y="173323"/>
                  </a:lnTo>
                  <a:cubicBezTo>
                    <a:pt x="102062" y="199540"/>
                    <a:pt x="91444" y="213002"/>
                    <a:pt x="78350" y="213002"/>
                  </a:cubicBezTo>
                  <a:cubicBezTo>
                    <a:pt x="54638" y="213002"/>
                    <a:pt x="54638" y="180763"/>
                    <a:pt x="54638" y="174741"/>
                  </a:cubicBezTo>
                  <a:lnTo>
                    <a:pt x="54638" y="7625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E4D28B8C-C1A5-93EA-2EBD-469D6DFCC7D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219629" y="7825309"/>
              <a:ext cx="178015" cy="245864"/>
            </a:xfrm>
            <a:custGeom>
              <a:avLst/>
              <a:gdLst>
                <a:gd name="connsiteX0" fmla="*/ 27745 w 178015"/>
                <a:gd name="connsiteY0" fmla="*/ 219024 h 245864"/>
                <a:gd name="connsiteX1" fmla="*/ 140 w 178015"/>
                <a:gd name="connsiteY1" fmla="*/ 234967 h 245864"/>
                <a:gd name="connsiteX2" fmla="*/ 140 w 178015"/>
                <a:gd name="connsiteY2" fmla="*/ 245949 h 245864"/>
                <a:gd name="connsiteX3" fmla="*/ 40131 w 178015"/>
                <a:gd name="connsiteY3" fmla="*/ 244886 h 245864"/>
                <a:gd name="connsiteX4" fmla="*/ 79769 w 178015"/>
                <a:gd name="connsiteY4" fmla="*/ 245949 h 245864"/>
                <a:gd name="connsiteX5" fmla="*/ 79769 w 178015"/>
                <a:gd name="connsiteY5" fmla="*/ 234967 h 245864"/>
                <a:gd name="connsiteX6" fmla="*/ 52164 w 178015"/>
                <a:gd name="connsiteY6" fmla="*/ 219024 h 245864"/>
                <a:gd name="connsiteX7" fmla="*/ 52164 w 178015"/>
                <a:gd name="connsiteY7" fmla="*/ 153839 h 245864"/>
                <a:gd name="connsiteX8" fmla="*/ 99942 w 178015"/>
                <a:gd name="connsiteY8" fmla="*/ 97155 h 245864"/>
                <a:gd name="connsiteX9" fmla="*/ 126131 w 178015"/>
                <a:gd name="connsiteY9" fmla="*/ 136479 h 245864"/>
                <a:gd name="connsiteX10" fmla="*/ 126131 w 178015"/>
                <a:gd name="connsiteY10" fmla="*/ 219024 h 245864"/>
                <a:gd name="connsiteX11" fmla="*/ 98526 w 178015"/>
                <a:gd name="connsiteY11" fmla="*/ 234967 h 245864"/>
                <a:gd name="connsiteX12" fmla="*/ 98526 w 178015"/>
                <a:gd name="connsiteY12" fmla="*/ 245949 h 245864"/>
                <a:gd name="connsiteX13" fmla="*/ 138518 w 178015"/>
                <a:gd name="connsiteY13" fmla="*/ 244886 h 245864"/>
                <a:gd name="connsiteX14" fmla="*/ 178156 w 178015"/>
                <a:gd name="connsiteY14" fmla="*/ 245949 h 245864"/>
                <a:gd name="connsiteX15" fmla="*/ 178156 w 178015"/>
                <a:gd name="connsiteY15" fmla="*/ 234967 h 245864"/>
                <a:gd name="connsiteX16" fmla="*/ 150551 w 178015"/>
                <a:gd name="connsiteY16" fmla="*/ 224339 h 245864"/>
                <a:gd name="connsiteX17" fmla="*/ 150551 w 178015"/>
                <a:gd name="connsiteY17" fmla="*/ 156673 h 245864"/>
                <a:gd name="connsiteX18" fmla="*/ 139580 w 178015"/>
                <a:gd name="connsiteY18" fmla="*/ 102469 h 245864"/>
                <a:gd name="connsiteX19" fmla="*/ 102419 w 178015"/>
                <a:gd name="connsiteY19" fmla="*/ 89361 h 245864"/>
                <a:gd name="connsiteX20" fmla="*/ 51103 w 178015"/>
                <a:gd name="connsiteY20" fmla="*/ 124080 h 245864"/>
                <a:gd name="connsiteX21" fmla="*/ 51103 w 178015"/>
                <a:gd name="connsiteY21" fmla="*/ 85 h 245864"/>
                <a:gd name="connsiteX22" fmla="*/ 140 w 178015"/>
                <a:gd name="connsiteY22" fmla="*/ 3982 h 245864"/>
                <a:gd name="connsiteX23" fmla="*/ 140 w 178015"/>
                <a:gd name="connsiteY23" fmla="*/ 14964 h 245864"/>
                <a:gd name="connsiteX24" fmla="*/ 27745 w 178015"/>
                <a:gd name="connsiteY24" fmla="*/ 34803 h 245864"/>
                <a:gd name="connsiteX25" fmla="*/ 27745 w 178015"/>
                <a:gd name="connsiteY25" fmla="*/ 219024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015" h="245864">
                  <a:moveTo>
                    <a:pt x="27745" y="219024"/>
                  </a:moveTo>
                  <a:cubicBezTo>
                    <a:pt x="27745" y="234967"/>
                    <a:pt x="23852" y="234967"/>
                    <a:pt x="140" y="234967"/>
                  </a:cubicBezTo>
                  <a:lnTo>
                    <a:pt x="140" y="245949"/>
                  </a:lnTo>
                  <a:cubicBezTo>
                    <a:pt x="12527" y="245595"/>
                    <a:pt x="30576" y="244886"/>
                    <a:pt x="40131" y="244886"/>
                  </a:cubicBezTo>
                  <a:cubicBezTo>
                    <a:pt x="49333" y="244886"/>
                    <a:pt x="67736" y="245595"/>
                    <a:pt x="79769" y="245949"/>
                  </a:cubicBezTo>
                  <a:lnTo>
                    <a:pt x="79769" y="234967"/>
                  </a:lnTo>
                  <a:cubicBezTo>
                    <a:pt x="56057" y="234967"/>
                    <a:pt x="52164" y="234967"/>
                    <a:pt x="52164" y="219024"/>
                  </a:cubicBezTo>
                  <a:lnTo>
                    <a:pt x="52164" y="153839"/>
                  </a:lnTo>
                  <a:cubicBezTo>
                    <a:pt x="52164" y="116994"/>
                    <a:pt x="77292" y="97155"/>
                    <a:pt x="99942" y="97155"/>
                  </a:cubicBezTo>
                  <a:cubicBezTo>
                    <a:pt x="122238" y="97155"/>
                    <a:pt x="126131" y="116286"/>
                    <a:pt x="126131" y="136479"/>
                  </a:cubicBezTo>
                  <a:lnTo>
                    <a:pt x="126131" y="219024"/>
                  </a:lnTo>
                  <a:cubicBezTo>
                    <a:pt x="126131" y="234967"/>
                    <a:pt x="122238" y="234967"/>
                    <a:pt x="98526" y="234967"/>
                  </a:cubicBezTo>
                  <a:lnTo>
                    <a:pt x="98526" y="245949"/>
                  </a:lnTo>
                  <a:cubicBezTo>
                    <a:pt x="110913" y="245595"/>
                    <a:pt x="128962" y="244886"/>
                    <a:pt x="138518" y="244886"/>
                  </a:cubicBezTo>
                  <a:cubicBezTo>
                    <a:pt x="147720" y="244886"/>
                    <a:pt x="166123" y="245595"/>
                    <a:pt x="178156" y="245949"/>
                  </a:cubicBezTo>
                  <a:lnTo>
                    <a:pt x="178156" y="234967"/>
                  </a:lnTo>
                  <a:cubicBezTo>
                    <a:pt x="159753" y="234967"/>
                    <a:pt x="150905" y="234967"/>
                    <a:pt x="150551" y="224339"/>
                  </a:cubicBezTo>
                  <a:lnTo>
                    <a:pt x="150551" y="156673"/>
                  </a:lnTo>
                  <a:cubicBezTo>
                    <a:pt x="150551" y="126205"/>
                    <a:pt x="150551" y="115223"/>
                    <a:pt x="139580" y="102469"/>
                  </a:cubicBezTo>
                  <a:cubicBezTo>
                    <a:pt x="134625" y="96447"/>
                    <a:pt x="122946" y="89361"/>
                    <a:pt x="102419" y="89361"/>
                  </a:cubicBezTo>
                  <a:cubicBezTo>
                    <a:pt x="72691" y="89361"/>
                    <a:pt x="57119" y="110617"/>
                    <a:pt x="51103" y="124080"/>
                  </a:cubicBezTo>
                  <a:lnTo>
                    <a:pt x="51103" y="85"/>
                  </a:lnTo>
                  <a:lnTo>
                    <a:pt x="140" y="3982"/>
                  </a:lnTo>
                  <a:lnTo>
                    <a:pt x="140" y="14964"/>
                  </a:lnTo>
                  <a:cubicBezTo>
                    <a:pt x="24913" y="14964"/>
                    <a:pt x="27745" y="17444"/>
                    <a:pt x="27745" y="34803"/>
                  </a:cubicBezTo>
                  <a:lnTo>
                    <a:pt x="27745" y="219024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501CA5FD-2F44-5D98-189D-FD1DBB129E4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419784" y="7912459"/>
              <a:ext cx="159612" cy="162610"/>
            </a:xfrm>
            <a:custGeom>
              <a:avLst/>
              <a:gdLst>
                <a:gd name="connsiteX0" fmla="*/ 103133 w 159612"/>
                <a:gd name="connsiteY0" fmla="*/ 131874 h 162610"/>
                <a:gd name="connsiteX1" fmla="*/ 130738 w 159612"/>
                <a:gd name="connsiteY1" fmla="*/ 160924 h 162610"/>
                <a:gd name="connsiteX2" fmla="*/ 159758 w 159612"/>
                <a:gd name="connsiteY2" fmla="*/ 127268 h 162610"/>
                <a:gd name="connsiteX3" fmla="*/ 159758 w 159612"/>
                <a:gd name="connsiteY3" fmla="*/ 107429 h 162610"/>
                <a:gd name="connsiteX4" fmla="*/ 150910 w 159612"/>
                <a:gd name="connsiteY4" fmla="*/ 107429 h 162610"/>
                <a:gd name="connsiteX5" fmla="*/ 150910 w 159612"/>
                <a:gd name="connsiteY5" fmla="*/ 127268 h 162610"/>
                <a:gd name="connsiteX6" fmla="*/ 138170 w 159612"/>
                <a:gd name="connsiteY6" fmla="*/ 149942 h 162610"/>
                <a:gd name="connsiteX7" fmla="*/ 125075 w 159612"/>
                <a:gd name="connsiteY7" fmla="*/ 132228 h 162610"/>
                <a:gd name="connsiteX8" fmla="*/ 125075 w 159612"/>
                <a:gd name="connsiteY8" fmla="*/ 61374 h 162610"/>
                <a:gd name="connsiteX9" fmla="*/ 112334 w 159612"/>
                <a:gd name="connsiteY9" fmla="*/ 19570 h 162610"/>
                <a:gd name="connsiteX10" fmla="*/ 63849 w 159612"/>
                <a:gd name="connsiteY10" fmla="*/ 85 h 162610"/>
                <a:gd name="connsiteX11" fmla="*/ 10409 w 159612"/>
                <a:gd name="connsiteY11" fmla="*/ 40117 h 162610"/>
                <a:gd name="connsiteX12" fmla="*/ 26688 w 159612"/>
                <a:gd name="connsiteY12" fmla="*/ 56768 h 162610"/>
                <a:gd name="connsiteX13" fmla="*/ 42968 w 159612"/>
                <a:gd name="connsiteY13" fmla="*/ 40472 h 162610"/>
                <a:gd name="connsiteX14" fmla="*/ 24919 w 159612"/>
                <a:gd name="connsiteY14" fmla="*/ 24175 h 162610"/>
                <a:gd name="connsiteX15" fmla="*/ 63141 w 159612"/>
                <a:gd name="connsiteY15" fmla="*/ 7879 h 162610"/>
                <a:gd name="connsiteX16" fmla="*/ 100655 w 159612"/>
                <a:gd name="connsiteY16" fmla="*/ 53225 h 162610"/>
                <a:gd name="connsiteX17" fmla="*/ 100655 w 159612"/>
                <a:gd name="connsiteY17" fmla="*/ 66333 h 162610"/>
                <a:gd name="connsiteX18" fmla="*/ 35536 w 159612"/>
                <a:gd name="connsiteY18" fmla="*/ 79087 h 162610"/>
                <a:gd name="connsiteX19" fmla="*/ 145 w 159612"/>
                <a:gd name="connsiteY19" fmla="*/ 125143 h 162610"/>
                <a:gd name="connsiteX20" fmla="*/ 56771 w 159612"/>
                <a:gd name="connsiteY20" fmla="*/ 162695 h 162610"/>
                <a:gd name="connsiteX21" fmla="*/ 103133 w 159612"/>
                <a:gd name="connsiteY21" fmla="*/ 131874 h 162610"/>
                <a:gd name="connsiteX22" fmla="*/ 100655 w 159612"/>
                <a:gd name="connsiteY22" fmla="*/ 73773 h 162610"/>
                <a:gd name="connsiteX23" fmla="*/ 100655 w 159612"/>
                <a:gd name="connsiteY23" fmla="*/ 109200 h 162610"/>
                <a:gd name="connsiteX24" fmla="*/ 59248 w 159612"/>
                <a:gd name="connsiteY24" fmla="*/ 154901 h 162610"/>
                <a:gd name="connsiteX25" fmla="*/ 27396 w 159612"/>
                <a:gd name="connsiteY25" fmla="*/ 124788 h 162610"/>
                <a:gd name="connsiteX26" fmla="*/ 100655 w 159612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612" h="162610">
                  <a:moveTo>
                    <a:pt x="103133" y="131874"/>
                  </a:moveTo>
                  <a:cubicBezTo>
                    <a:pt x="104548" y="146045"/>
                    <a:pt x="114104" y="160924"/>
                    <a:pt x="130738" y="160924"/>
                  </a:cubicBezTo>
                  <a:cubicBezTo>
                    <a:pt x="138170" y="160924"/>
                    <a:pt x="159758" y="155964"/>
                    <a:pt x="159758" y="127268"/>
                  </a:cubicBezTo>
                  <a:lnTo>
                    <a:pt x="159758" y="107429"/>
                  </a:lnTo>
                  <a:lnTo>
                    <a:pt x="150910" y="107429"/>
                  </a:lnTo>
                  <a:lnTo>
                    <a:pt x="150910" y="127268"/>
                  </a:lnTo>
                  <a:cubicBezTo>
                    <a:pt x="150910" y="147816"/>
                    <a:pt x="142063" y="149942"/>
                    <a:pt x="138170" y="149942"/>
                  </a:cubicBezTo>
                  <a:cubicBezTo>
                    <a:pt x="126491" y="149942"/>
                    <a:pt x="125075" y="133999"/>
                    <a:pt x="125075" y="132228"/>
                  </a:cubicBezTo>
                  <a:lnTo>
                    <a:pt x="125075" y="61374"/>
                  </a:lnTo>
                  <a:cubicBezTo>
                    <a:pt x="125075" y="46494"/>
                    <a:pt x="125075" y="32678"/>
                    <a:pt x="112334" y="19570"/>
                  </a:cubicBezTo>
                  <a:cubicBezTo>
                    <a:pt x="98532" y="5753"/>
                    <a:pt x="80836" y="85"/>
                    <a:pt x="63849" y="85"/>
                  </a:cubicBezTo>
                  <a:cubicBezTo>
                    <a:pt x="34828" y="85"/>
                    <a:pt x="10409" y="16735"/>
                    <a:pt x="10409" y="40117"/>
                  </a:cubicBezTo>
                  <a:cubicBezTo>
                    <a:pt x="10409" y="50746"/>
                    <a:pt x="17487" y="56768"/>
                    <a:pt x="26688" y="56768"/>
                  </a:cubicBezTo>
                  <a:cubicBezTo>
                    <a:pt x="36598" y="56768"/>
                    <a:pt x="42968" y="49683"/>
                    <a:pt x="42968" y="40472"/>
                  </a:cubicBezTo>
                  <a:cubicBezTo>
                    <a:pt x="42968" y="36220"/>
                    <a:pt x="41199" y="24529"/>
                    <a:pt x="24919" y="24175"/>
                  </a:cubicBezTo>
                  <a:cubicBezTo>
                    <a:pt x="34474" y="11776"/>
                    <a:pt x="51816" y="7879"/>
                    <a:pt x="63141" y="7879"/>
                  </a:cubicBezTo>
                  <a:cubicBezTo>
                    <a:pt x="80483" y="7879"/>
                    <a:pt x="100655" y="21695"/>
                    <a:pt x="100655" y="53225"/>
                  </a:cubicBezTo>
                  <a:lnTo>
                    <a:pt x="100655" y="66333"/>
                  </a:lnTo>
                  <a:cubicBezTo>
                    <a:pt x="82606" y="67396"/>
                    <a:pt x="57832" y="68459"/>
                    <a:pt x="35536" y="79087"/>
                  </a:cubicBezTo>
                  <a:cubicBezTo>
                    <a:pt x="8993" y="91132"/>
                    <a:pt x="145" y="109555"/>
                    <a:pt x="145" y="125143"/>
                  </a:cubicBezTo>
                  <a:cubicBezTo>
                    <a:pt x="145" y="153839"/>
                    <a:pt x="34474" y="162695"/>
                    <a:pt x="56771" y="162695"/>
                  </a:cubicBezTo>
                  <a:cubicBezTo>
                    <a:pt x="80129" y="162695"/>
                    <a:pt x="96408" y="148524"/>
                    <a:pt x="103133" y="131874"/>
                  </a:cubicBezTo>
                  <a:close/>
                  <a:moveTo>
                    <a:pt x="100655" y="73773"/>
                  </a:moveTo>
                  <a:lnTo>
                    <a:pt x="100655" y="109200"/>
                  </a:lnTo>
                  <a:cubicBezTo>
                    <a:pt x="100655" y="142856"/>
                    <a:pt x="75174" y="154901"/>
                    <a:pt x="59248" y="154901"/>
                  </a:cubicBezTo>
                  <a:cubicBezTo>
                    <a:pt x="41907" y="154901"/>
                    <a:pt x="27396" y="142502"/>
                    <a:pt x="27396" y="124788"/>
                  </a:cubicBezTo>
                  <a:cubicBezTo>
                    <a:pt x="27396" y="105303"/>
                    <a:pt x="42260" y="75899"/>
                    <a:pt x="100655" y="7377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65FB27-1243-C2FD-FC14-281F420BCD5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588599" y="7853296"/>
              <a:ext cx="110773" cy="221773"/>
            </a:xfrm>
            <a:custGeom>
              <a:avLst/>
              <a:gdLst>
                <a:gd name="connsiteX0" fmla="*/ 54652 w 110773"/>
                <a:gd name="connsiteY0" fmla="*/ 76253 h 221773"/>
                <a:gd name="connsiteX1" fmla="*/ 105261 w 110773"/>
                <a:gd name="connsiteY1" fmla="*/ 76253 h 221773"/>
                <a:gd name="connsiteX2" fmla="*/ 105261 w 110773"/>
                <a:gd name="connsiteY2" fmla="*/ 65271 h 221773"/>
                <a:gd name="connsiteX3" fmla="*/ 54652 w 110773"/>
                <a:gd name="connsiteY3" fmla="*/ 65271 h 221773"/>
                <a:gd name="connsiteX4" fmla="*/ 54652 w 110773"/>
                <a:gd name="connsiteY4" fmla="*/ 85 h 221773"/>
                <a:gd name="connsiteX5" fmla="*/ 45805 w 110773"/>
                <a:gd name="connsiteY5" fmla="*/ 85 h 221773"/>
                <a:gd name="connsiteX6" fmla="*/ 150 w 110773"/>
                <a:gd name="connsiteY6" fmla="*/ 68459 h 221773"/>
                <a:gd name="connsiteX7" fmla="*/ 150 w 110773"/>
                <a:gd name="connsiteY7" fmla="*/ 76253 h 221773"/>
                <a:gd name="connsiteX8" fmla="*/ 30233 w 110773"/>
                <a:gd name="connsiteY8" fmla="*/ 76253 h 221773"/>
                <a:gd name="connsiteX9" fmla="*/ 30233 w 110773"/>
                <a:gd name="connsiteY9" fmla="*/ 174032 h 221773"/>
                <a:gd name="connsiteX10" fmla="*/ 75887 w 110773"/>
                <a:gd name="connsiteY10" fmla="*/ 221859 h 221773"/>
                <a:gd name="connsiteX11" fmla="*/ 110924 w 110773"/>
                <a:gd name="connsiteY11" fmla="*/ 174032 h 221773"/>
                <a:gd name="connsiteX12" fmla="*/ 110924 w 110773"/>
                <a:gd name="connsiteY12" fmla="*/ 153839 h 221773"/>
                <a:gd name="connsiteX13" fmla="*/ 102076 w 110773"/>
                <a:gd name="connsiteY13" fmla="*/ 153839 h 221773"/>
                <a:gd name="connsiteX14" fmla="*/ 102076 w 110773"/>
                <a:gd name="connsiteY14" fmla="*/ 173323 h 221773"/>
                <a:gd name="connsiteX15" fmla="*/ 78364 w 110773"/>
                <a:gd name="connsiteY15" fmla="*/ 213002 h 221773"/>
                <a:gd name="connsiteX16" fmla="*/ 54652 w 110773"/>
                <a:gd name="connsiteY16" fmla="*/ 174741 h 221773"/>
                <a:gd name="connsiteX17" fmla="*/ 54652 w 11077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652" y="76253"/>
                  </a:moveTo>
                  <a:lnTo>
                    <a:pt x="105261" y="76253"/>
                  </a:lnTo>
                  <a:lnTo>
                    <a:pt x="105261" y="65271"/>
                  </a:lnTo>
                  <a:lnTo>
                    <a:pt x="54652" y="65271"/>
                  </a:lnTo>
                  <a:lnTo>
                    <a:pt x="54652" y="85"/>
                  </a:lnTo>
                  <a:lnTo>
                    <a:pt x="45805" y="85"/>
                  </a:lnTo>
                  <a:cubicBezTo>
                    <a:pt x="45451" y="29135"/>
                    <a:pt x="34833" y="67042"/>
                    <a:pt x="150" y="68459"/>
                  </a:cubicBezTo>
                  <a:lnTo>
                    <a:pt x="150" y="76253"/>
                  </a:lnTo>
                  <a:lnTo>
                    <a:pt x="30233" y="76253"/>
                  </a:lnTo>
                  <a:lnTo>
                    <a:pt x="30233" y="174032"/>
                  </a:lnTo>
                  <a:cubicBezTo>
                    <a:pt x="30233" y="217607"/>
                    <a:pt x="63146" y="221859"/>
                    <a:pt x="75887" y="221859"/>
                  </a:cubicBezTo>
                  <a:cubicBezTo>
                    <a:pt x="101014" y="221859"/>
                    <a:pt x="110924" y="196705"/>
                    <a:pt x="110924" y="174032"/>
                  </a:cubicBezTo>
                  <a:lnTo>
                    <a:pt x="110924" y="153839"/>
                  </a:lnTo>
                  <a:lnTo>
                    <a:pt x="102076" y="153839"/>
                  </a:lnTo>
                  <a:lnTo>
                    <a:pt x="102076" y="173323"/>
                  </a:lnTo>
                  <a:cubicBezTo>
                    <a:pt x="102076" y="199540"/>
                    <a:pt x="91459" y="213002"/>
                    <a:pt x="78364" y="213002"/>
                  </a:cubicBezTo>
                  <a:cubicBezTo>
                    <a:pt x="54652" y="213002"/>
                    <a:pt x="54652" y="180763"/>
                    <a:pt x="54652" y="174741"/>
                  </a:cubicBezTo>
                  <a:lnTo>
                    <a:pt x="54652" y="7625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2677E7C3-25E2-E01C-2ED6-36C100A83F3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749943" y="8033620"/>
              <a:ext cx="41407" cy="105927"/>
            </a:xfrm>
            <a:custGeom>
              <a:avLst/>
              <a:gdLst>
                <a:gd name="connsiteX0" fmla="*/ 41561 w 41407"/>
                <a:gd name="connsiteY0" fmla="*/ 37283 h 105927"/>
                <a:gd name="connsiteX1" fmla="*/ 18911 w 41407"/>
                <a:gd name="connsiteY1" fmla="*/ 85 h 105927"/>
                <a:gd name="connsiteX2" fmla="*/ 154 w 41407"/>
                <a:gd name="connsiteY2" fmla="*/ 18861 h 105927"/>
                <a:gd name="connsiteX3" fmla="*/ 18911 w 41407"/>
                <a:gd name="connsiteY3" fmla="*/ 37637 h 105927"/>
                <a:gd name="connsiteX4" fmla="*/ 32360 w 41407"/>
                <a:gd name="connsiteY4" fmla="*/ 32678 h 105927"/>
                <a:gd name="connsiteX5" fmla="*/ 33068 w 41407"/>
                <a:gd name="connsiteY5" fmla="*/ 31969 h 105927"/>
                <a:gd name="connsiteX6" fmla="*/ 33775 w 41407"/>
                <a:gd name="connsiteY6" fmla="*/ 37283 h 105927"/>
                <a:gd name="connsiteX7" fmla="*/ 8294 w 41407"/>
                <a:gd name="connsiteY7" fmla="*/ 98218 h 105927"/>
                <a:gd name="connsiteX8" fmla="*/ 5817 w 41407"/>
                <a:gd name="connsiteY8" fmla="*/ 102115 h 105927"/>
                <a:gd name="connsiteX9" fmla="*/ 9356 w 41407"/>
                <a:gd name="connsiteY9" fmla="*/ 106012 h 105927"/>
                <a:gd name="connsiteX10" fmla="*/ 41561 w 41407"/>
                <a:gd name="connsiteY10" fmla="*/ 3728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407" h="105927">
                  <a:moveTo>
                    <a:pt x="41561" y="37283"/>
                  </a:moveTo>
                  <a:cubicBezTo>
                    <a:pt x="41561" y="14610"/>
                    <a:pt x="33068" y="85"/>
                    <a:pt x="18911" y="85"/>
                  </a:cubicBezTo>
                  <a:cubicBezTo>
                    <a:pt x="6525" y="85"/>
                    <a:pt x="154" y="9650"/>
                    <a:pt x="154" y="18861"/>
                  </a:cubicBezTo>
                  <a:cubicBezTo>
                    <a:pt x="154" y="28072"/>
                    <a:pt x="6171" y="37637"/>
                    <a:pt x="18911" y="37637"/>
                  </a:cubicBezTo>
                  <a:cubicBezTo>
                    <a:pt x="24574" y="37637"/>
                    <a:pt x="28821" y="35512"/>
                    <a:pt x="32360" y="32678"/>
                  </a:cubicBezTo>
                  <a:lnTo>
                    <a:pt x="33068" y="31969"/>
                  </a:lnTo>
                  <a:cubicBezTo>
                    <a:pt x="33422" y="31969"/>
                    <a:pt x="33775" y="32323"/>
                    <a:pt x="33775" y="37283"/>
                  </a:cubicBezTo>
                  <a:cubicBezTo>
                    <a:pt x="33775" y="59957"/>
                    <a:pt x="23866" y="81567"/>
                    <a:pt x="8294" y="98218"/>
                  </a:cubicBezTo>
                  <a:cubicBezTo>
                    <a:pt x="6171" y="100344"/>
                    <a:pt x="5817" y="100698"/>
                    <a:pt x="5817" y="102115"/>
                  </a:cubicBezTo>
                  <a:cubicBezTo>
                    <a:pt x="5817" y="104595"/>
                    <a:pt x="7586" y="106012"/>
                    <a:pt x="9356" y="106012"/>
                  </a:cubicBezTo>
                  <a:cubicBezTo>
                    <a:pt x="13603" y="106012"/>
                    <a:pt x="41561" y="78024"/>
                    <a:pt x="41561" y="3728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C669CF1A-7E09-FD58-A5F6-E60C85D8326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950648" y="7912459"/>
              <a:ext cx="159612" cy="162610"/>
            </a:xfrm>
            <a:custGeom>
              <a:avLst/>
              <a:gdLst>
                <a:gd name="connsiteX0" fmla="*/ 103148 w 159612"/>
                <a:gd name="connsiteY0" fmla="*/ 131874 h 162610"/>
                <a:gd name="connsiteX1" fmla="*/ 130752 w 159612"/>
                <a:gd name="connsiteY1" fmla="*/ 160924 h 162610"/>
                <a:gd name="connsiteX2" fmla="*/ 159773 w 159612"/>
                <a:gd name="connsiteY2" fmla="*/ 127268 h 162610"/>
                <a:gd name="connsiteX3" fmla="*/ 159773 w 159612"/>
                <a:gd name="connsiteY3" fmla="*/ 107429 h 162610"/>
                <a:gd name="connsiteX4" fmla="*/ 150925 w 159612"/>
                <a:gd name="connsiteY4" fmla="*/ 107429 h 162610"/>
                <a:gd name="connsiteX5" fmla="*/ 150925 w 159612"/>
                <a:gd name="connsiteY5" fmla="*/ 127268 h 162610"/>
                <a:gd name="connsiteX6" fmla="*/ 138185 w 159612"/>
                <a:gd name="connsiteY6" fmla="*/ 149942 h 162610"/>
                <a:gd name="connsiteX7" fmla="*/ 125090 w 159612"/>
                <a:gd name="connsiteY7" fmla="*/ 132228 h 162610"/>
                <a:gd name="connsiteX8" fmla="*/ 125090 w 159612"/>
                <a:gd name="connsiteY8" fmla="*/ 61374 h 162610"/>
                <a:gd name="connsiteX9" fmla="*/ 112349 w 159612"/>
                <a:gd name="connsiteY9" fmla="*/ 19570 h 162610"/>
                <a:gd name="connsiteX10" fmla="*/ 63864 w 159612"/>
                <a:gd name="connsiteY10" fmla="*/ 85 h 162610"/>
                <a:gd name="connsiteX11" fmla="*/ 10424 w 159612"/>
                <a:gd name="connsiteY11" fmla="*/ 40117 h 162610"/>
                <a:gd name="connsiteX12" fmla="*/ 26703 w 159612"/>
                <a:gd name="connsiteY12" fmla="*/ 56768 h 162610"/>
                <a:gd name="connsiteX13" fmla="*/ 42983 w 159612"/>
                <a:gd name="connsiteY13" fmla="*/ 40472 h 162610"/>
                <a:gd name="connsiteX14" fmla="*/ 24934 w 159612"/>
                <a:gd name="connsiteY14" fmla="*/ 24175 h 162610"/>
                <a:gd name="connsiteX15" fmla="*/ 63156 w 159612"/>
                <a:gd name="connsiteY15" fmla="*/ 7879 h 162610"/>
                <a:gd name="connsiteX16" fmla="*/ 100670 w 159612"/>
                <a:gd name="connsiteY16" fmla="*/ 53225 h 162610"/>
                <a:gd name="connsiteX17" fmla="*/ 100670 w 159612"/>
                <a:gd name="connsiteY17" fmla="*/ 66333 h 162610"/>
                <a:gd name="connsiteX18" fmla="*/ 35551 w 159612"/>
                <a:gd name="connsiteY18" fmla="*/ 79087 h 162610"/>
                <a:gd name="connsiteX19" fmla="*/ 160 w 159612"/>
                <a:gd name="connsiteY19" fmla="*/ 125143 h 162610"/>
                <a:gd name="connsiteX20" fmla="*/ 56786 w 159612"/>
                <a:gd name="connsiteY20" fmla="*/ 162695 h 162610"/>
                <a:gd name="connsiteX21" fmla="*/ 103148 w 159612"/>
                <a:gd name="connsiteY21" fmla="*/ 131874 h 162610"/>
                <a:gd name="connsiteX22" fmla="*/ 100670 w 159612"/>
                <a:gd name="connsiteY22" fmla="*/ 73773 h 162610"/>
                <a:gd name="connsiteX23" fmla="*/ 100670 w 159612"/>
                <a:gd name="connsiteY23" fmla="*/ 109200 h 162610"/>
                <a:gd name="connsiteX24" fmla="*/ 59263 w 159612"/>
                <a:gd name="connsiteY24" fmla="*/ 154901 h 162610"/>
                <a:gd name="connsiteX25" fmla="*/ 27411 w 159612"/>
                <a:gd name="connsiteY25" fmla="*/ 124788 h 162610"/>
                <a:gd name="connsiteX26" fmla="*/ 100670 w 159612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612" h="162610">
                  <a:moveTo>
                    <a:pt x="103148" y="131874"/>
                  </a:moveTo>
                  <a:cubicBezTo>
                    <a:pt x="104563" y="146045"/>
                    <a:pt x="114119" y="160924"/>
                    <a:pt x="130752" y="160924"/>
                  </a:cubicBezTo>
                  <a:cubicBezTo>
                    <a:pt x="138185" y="160924"/>
                    <a:pt x="159773" y="155964"/>
                    <a:pt x="159773" y="127268"/>
                  </a:cubicBezTo>
                  <a:lnTo>
                    <a:pt x="159773" y="107429"/>
                  </a:lnTo>
                  <a:lnTo>
                    <a:pt x="150925" y="107429"/>
                  </a:lnTo>
                  <a:lnTo>
                    <a:pt x="150925" y="127268"/>
                  </a:lnTo>
                  <a:cubicBezTo>
                    <a:pt x="150925" y="147816"/>
                    <a:pt x="142078" y="149942"/>
                    <a:pt x="138185" y="149942"/>
                  </a:cubicBezTo>
                  <a:cubicBezTo>
                    <a:pt x="126506" y="149942"/>
                    <a:pt x="125090" y="133999"/>
                    <a:pt x="125090" y="132228"/>
                  </a:cubicBezTo>
                  <a:lnTo>
                    <a:pt x="125090" y="61374"/>
                  </a:lnTo>
                  <a:cubicBezTo>
                    <a:pt x="125090" y="46494"/>
                    <a:pt x="125090" y="32678"/>
                    <a:pt x="112349" y="19570"/>
                  </a:cubicBezTo>
                  <a:cubicBezTo>
                    <a:pt x="98547" y="5753"/>
                    <a:pt x="80851" y="85"/>
                    <a:pt x="63864" y="85"/>
                  </a:cubicBezTo>
                  <a:cubicBezTo>
                    <a:pt x="34843" y="85"/>
                    <a:pt x="10424" y="16735"/>
                    <a:pt x="10424" y="40117"/>
                  </a:cubicBezTo>
                  <a:cubicBezTo>
                    <a:pt x="10424" y="50746"/>
                    <a:pt x="17502" y="56768"/>
                    <a:pt x="26703" y="56768"/>
                  </a:cubicBezTo>
                  <a:cubicBezTo>
                    <a:pt x="36613" y="56768"/>
                    <a:pt x="42983" y="49683"/>
                    <a:pt x="42983" y="40472"/>
                  </a:cubicBezTo>
                  <a:cubicBezTo>
                    <a:pt x="42983" y="36220"/>
                    <a:pt x="41214" y="24529"/>
                    <a:pt x="24934" y="24175"/>
                  </a:cubicBezTo>
                  <a:cubicBezTo>
                    <a:pt x="34489" y="11776"/>
                    <a:pt x="51831" y="7879"/>
                    <a:pt x="63156" y="7879"/>
                  </a:cubicBezTo>
                  <a:cubicBezTo>
                    <a:pt x="80497" y="7879"/>
                    <a:pt x="100670" y="21695"/>
                    <a:pt x="100670" y="53225"/>
                  </a:cubicBezTo>
                  <a:lnTo>
                    <a:pt x="100670" y="66333"/>
                  </a:lnTo>
                  <a:cubicBezTo>
                    <a:pt x="82621" y="67396"/>
                    <a:pt x="57847" y="68459"/>
                    <a:pt x="35551" y="79087"/>
                  </a:cubicBezTo>
                  <a:cubicBezTo>
                    <a:pt x="9008" y="91132"/>
                    <a:pt x="160" y="109555"/>
                    <a:pt x="160" y="125143"/>
                  </a:cubicBezTo>
                  <a:cubicBezTo>
                    <a:pt x="160" y="153839"/>
                    <a:pt x="34489" y="162695"/>
                    <a:pt x="56786" y="162695"/>
                  </a:cubicBezTo>
                  <a:cubicBezTo>
                    <a:pt x="80144" y="162695"/>
                    <a:pt x="96423" y="148524"/>
                    <a:pt x="103148" y="131874"/>
                  </a:cubicBezTo>
                  <a:close/>
                  <a:moveTo>
                    <a:pt x="100670" y="73773"/>
                  </a:moveTo>
                  <a:lnTo>
                    <a:pt x="100670" y="109200"/>
                  </a:lnTo>
                  <a:cubicBezTo>
                    <a:pt x="100670" y="142856"/>
                    <a:pt x="75189" y="154901"/>
                    <a:pt x="59263" y="154901"/>
                  </a:cubicBezTo>
                  <a:cubicBezTo>
                    <a:pt x="41921" y="154901"/>
                    <a:pt x="27411" y="142502"/>
                    <a:pt x="27411" y="124788"/>
                  </a:cubicBezTo>
                  <a:cubicBezTo>
                    <a:pt x="27411" y="105303"/>
                    <a:pt x="42275" y="75899"/>
                    <a:pt x="100670" y="7377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59932A04-D8F9-D3B7-8802-2DF28C24510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119463" y="7853296"/>
              <a:ext cx="110773" cy="221773"/>
            </a:xfrm>
            <a:custGeom>
              <a:avLst/>
              <a:gdLst>
                <a:gd name="connsiteX0" fmla="*/ 54667 w 110773"/>
                <a:gd name="connsiteY0" fmla="*/ 76253 h 221773"/>
                <a:gd name="connsiteX1" fmla="*/ 105276 w 110773"/>
                <a:gd name="connsiteY1" fmla="*/ 76253 h 221773"/>
                <a:gd name="connsiteX2" fmla="*/ 105276 w 110773"/>
                <a:gd name="connsiteY2" fmla="*/ 65271 h 221773"/>
                <a:gd name="connsiteX3" fmla="*/ 54667 w 110773"/>
                <a:gd name="connsiteY3" fmla="*/ 65271 h 221773"/>
                <a:gd name="connsiteX4" fmla="*/ 54667 w 110773"/>
                <a:gd name="connsiteY4" fmla="*/ 85 h 221773"/>
                <a:gd name="connsiteX5" fmla="*/ 45819 w 110773"/>
                <a:gd name="connsiteY5" fmla="*/ 85 h 221773"/>
                <a:gd name="connsiteX6" fmla="*/ 165 w 110773"/>
                <a:gd name="connsiteY6" fmla="*/ 68459 h 221773"/>
                <a:gd name="connsiteX7" fmla="*/ 165 w 110773"/>
                <a:gd name="connsiteY7" fmla="*/ 76253 h 221773"/>
                <a:gd name="connsiteX8" fmla="*/ 30247 w 110773"/>
                <a:gd name="connsiteY8" fmla="*/ 76253 h 221773"/>
                <a:gd name="connsiteX9" fmla="*/ 30247 w 110773"/>
                <a:gd name="connsiteY9" fmla="*/ 174032 h 221773"/>
                <a:gd name="connsiteX10" fmla="*/ 75902 w 110773"/>
                <a:gd name="connsiteY10" fmla="*/ 221859 h 221773"/>
                <a:gd name="connsiteX11" fmla="*/ 110939 w 110773"/>
                <a:gd name="connsiteY11" fmla="*/ 174032 h 221773"/>
                <a:gd name="connsiteX12" fmla="*/ 110939 w 110773"/>
                <a:gd name="connsiteY12" fmla="*/ 153839 h 221773"/>
                <a:gd name="connsiteX13" fmla="*/ 102091 w 110773"/>
                <a:gd name="connsiteY13" fmla="*/ 153839 h 221773"/>
                <a:gd name="connsiteX14" fmla="*/ 102091 w 110773"/>
                <a:gd name="connsiteY14" fmla="*/ 173323 h 221773"/>
                <a:gd name="connsiteX15" fmla="*/ 78379 w 110773"/>
                <a:gd name="connsiteY15" fmla="*/ 213002 h 221773"/>
                <a:gd name="connsiteX16" fmla="*/ 54667 w 110773"/>
                <a:gd name="connsiteY16" fmla="*/ 174741 h 221773"/>
                <a:gd name="connsiteX17" fmla="*/ 54667 w 11077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667" y="76253"/>
                  </a:moveTo>
                  <a:lnTo>
                    <a:pt x="105276" y="76253"/>
                  </a:lnTo>
                  <a:lnTo>
                    <a:pt x="105276" y="65271"/>
                  </a:lnTo>
                  <a:lnTo>
                    <a:pt x="54667" y="65271"/>
                  </a:lnTo>
                  <a:lnTo>
                    <a:pt x="54667" y="85"/>
                  </a:lnTo>
                  <a:lnTo>
                    <a:pt x="45819" y="85"/>
                  </a:lnTo>
                  <a:cubicBezTo>
                    <a:pt x="45466" y="29135"/>
                    <a:pt x="34848" y="67042"/>
                    <a:pt x="165" y="68459"/>
                  </a:cubicBezTo>
                  <a:lnTo>
                    <a:pt x="165" y="76253"/>
                  </a:lnTo>
                  <a:lnTo>
                    <a:pt x="30247" y="76253"/>
                  </a:lnTo>
                  <a:lnTo>
                    <a:pt x="30247" y="174032"/>
                  </a:lnTo>
                  <a:cubicBezTo>
                    <a:pt x="30247" y="217607"/>
                    <a:pt x="63161" y="221859"/>
                    <a:pt x="75902" y="221859"/>
                  </a:cubicBezTo>
                  <a:cubicBezTo>
                    <a:pt x="101029" y="221859"/>
                    <a:pt x="110939" y="196705"/>
                    <a:pt x="110939" y="174032"/>
                  </a:cubicBezTo>
                  <a:lnTo>
                    <a:pt x="110939" y="153839"/>
                  </a:lnTo>
                  <a:lnTo>
                    <a:pt x="102091" y="153839"/>
                  </a:lnTo>
                  <a:lnTo>
                    <a:pt x="102091" y="173323"/>
                  </a:lnTo>
                  <a:cubicBezTo>
                    <a:pt x="102091" y="199540"/>
                    <a:pt x="91474" y="213002"/>
                    <a:pt x="78379" y="213002"/>
                  </a:cubicBezTo>
                  <a:cubicBezTo>
                    <a:pt x="54667" y="213002"/>
                    <a:pt x="54667" y="180763"/>
                    <a:pt x="54667" y="174741"/>
                  </a:cubicBezTo>
                  <a:lnTo>
                    <a:pt x="54667" y="7625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1E7DC333-A6D4-1989-424C-2C197AC5BB1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375064" y="7853296"/>
              <a:ext cx="110773" cy="221773"/>
            </a:xfrm>
            <a:custGeom>
              <a:avLst/>
              <a:gdLst>
                <a:gd name="connsiteX0" fmla="*/ 54674 w 110773"/>
                <a:gd name="connsiteY0" fmla="*/ 76253 h 221773"/>
                <a:gd name="connsiteX1" fmla="*/ 105283 w 110773"/>
                <a:gd name="connsiteY1" fmla="*/ 76253 h 221773"/>
                <a:gd name="connsiteX2" fmla="*/ 105283 w 110773"/>
                <a:gd name="connsiteY2" fmla="*/ 65271 h 221773"/>
                <a:gd name="connsiteX3" fmla="*/ 54674 w 110773"/>
                <a:gd name="connsiteY3" fmla="*/ 65271 h 221773"/>
                <a:gd name="connsiteX4" fmla="*/ 54674 w 110773"/>
                <a:gd name="connsiteY4" fmla="*/ 85 h 221773"/>
                <a:gd name="connsiteX5" fmla="*/ 45827 w 110773"/>
                <a:gd name="connsiteY5" fmla="*/ 85 h 221773"/>
                <a:gd name="connsiteX6" fmla="*/ 172 w 110773"/>
                <a:gd name="connsiteY6" fmla="*/ 68459 h 221773"/>
                <a:gd name="connsiteX7" fmla="*/ 172 w 110773"/>
                <a:gd name="connsiteY7" fmla="*/ 76253 h 221773"/>
                <a:gd name="connsiteX8" fmla="*/ 30255 w 110773"/>
                <a:gd name="connsiteY8" fmla="*/ 76253 h 221773"/>
                <a:gd name="connsiteX9" fmla="*/ 30255 w 110773"/>
                <a:gd name="connsiteY9" fmla="*/ 174032 h 221773"/>
                <a:gd name="connsiteX10" fmla="*/ 75909 w 110773"/>
                <a:gd name="connsiteY10" fmla="*/ 221859 h 221773"/>
                <a:gd name="connsiteX11" fmla="*/ 110946 w 110773"/>
                <a:gd name="connsiteY11" fmla="*/ 174032 h 221773"/>
                <a:gd name="connsiteX12" fmla="*/ 110946 w 110773"/>
                <a:gd name="connsiteY12" fmla="*/ 153839 h 221773"/>
                <a:gd name="connsiteX13" fmla="*/ 102098 w 110773"/>
                <a:gd name="connsiteY13" fmla="*/ 153839 h 221773"/>
                <a:gd name="connsiteX14" fmla="*/ 102098 w 110773"/>
                <a:gd name="connsiteY14" fmla="*/ 173323 h 221773"/>
                <a:gd name="connsiteX15" fmla="*/ 78386 w 110773"/>
                <a:gd name="connsiteY15" fmla="*/ 213002 h 221773"/>
                <a:gd name="connsiteX16" fmla="*/ 54674 w 110773"/>
                <a:gd name="connsiteY16" fmla="*/ 174741 h 221773"/>
                <a:gd name="connsiteX17" fmla="*/ 54674 w 11077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674" y="76253"/>
                  </a:moveTo>
                  <a:lnTo>
                    <a:pt x="105283" y="76253"/>
                  </a:lnTo>
                  <a:lnTo>
                    <a:pt x="105283" y="65271"/>
                  </a:lnTo>
                  <a:lnTo>
                    <a:pt x="54674" y="65271"/>
                  </a:lnTo>
                  <a:lnTo>
                    <a:pt x="54674" y="85"/>
                  </a:lnTo>
                  <a:lnTo>
                    <a:pt x="45827" y="85"/>
                  </a:lnTo>
                  <a:cubicBezTo>
                    <a:pt x="45473" y="29135"/>
                    <a:pt x="34855" y="67042"/>
                    <a:pt x="172" y="68459"/>
                  </a:cubicBezTo>
                  <a:lnTo>
                    <a:pt x="172" y="76253"/>
                  </a:lnTo>
                  <a:lnTo>
                    <a:pt x="30255" y="76253"/>
                  </a:lnTo>
                  <a:lnTo>
                    <a:pt x="30255" y="174032"/>
                  </a:lnTo>
                  <a:cubicBezTo>
                    <a:pt x="30255" y="217607"/>
                    <a:pt x="63168" y="221859"/>
                    <a:pt x="75909" y="221859"/>
                  </a:cubicBezTo>
                  <a:cubicBezTo>
                    <a:pt x="101036" y="221859"/>
                    <a:pt x="110946" y="196705"/>
                    <a:pt x="110946" y="174032"/>
                  </a:cubicBezTo>
                  <a:lnTo>
                    <a:pt x="110946" y="153839"/>
                  </a:lnTo>
                  <a:lnTo>
                    <a:pt x="102098" y="153839"/>
                  </a:lnTo>
                  <a:lnTo>
                    <a:pt x="102098" y="173323"/>
                  </a:lnTo>
                  <a:cubicBezTo>
                    <a:pt x="102098" y="199540"/>
                    <a:pt x="91481" y="213002"/>
                    <a:pt x="78386" y="213002"/>
                  </a:cubicBezTo>
                  <a:cubicBezTo>
                    <a:pt x="54674" y="213002"/>
                    <a:pt x="54674" y="180763"/>
                    <a:pt x="54674" y="174741"/>
                  </a:cubicBezTo>
                  <a:lnTo>
                    <a:pt x="54674" y="7625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5544D8E0-E553-D765-446E-5FB6C0EAD76B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517296" y="7825309"/>
              <a:ext cx="178015" cy="245864"/>
            </a:xfrm>
            <a:custGeom>
              <a:avLst/>
              <a:gdLst>
                <a:gd name="connsiteX0" fmla="*/ 27781 w 178015"/>
                <a:gd name="connsiteY0" fmla="*/ 219024 h 245864"/>
                <a:gd name="connsiteX1" fmla="*/ 176 w 178015"/>
                <a:gd name="connsiteY1" fmla="*/ 234967 h 245864"/>
                <a:gd name="connsiteX2" fmla="*/ 176 w 178015"/>
                <a:gd name="connsiteY2" fmla="*/ 245949 h 245864"/>
                <a:gd name="connsiteX3" fmla="*/ 40168 w 178015"/>
                <a:gd name="connsiteY3" fmla="*/ 244886 h 245864"/>
                <a:gd name="connsiteX4" fmla="*/ 79806 w 178015"/>
                <a:gd name="connsiteY4" fmla="*/ 245949 h 245864"/>
                <a:gd name="connsiteX5" fmla="*/ 79806 w 178015"/>
                <a:gd name="connsiteY5" fmla="*/ 234967 h 245864"/>
                <a:gd name="connsiteX6" fmla="*/ 52201 w 178015"/>
                <a:gd name="connsiteY6" fmla="*/ 219024 h 245864"/>
                <a:gd name="connsiteX7" fmla="*/ 52201 w 178015"/>
                <a:gd name="connsiteY7" fmla="*/ 153839 h 245864"/>
                <a:gd name="connsiteX8" fmla="*/ 99979 w 178015"/>
                <a:gd name="connsiteY8" fmla="*/ 97155 h 245864"/>
                <a:gd name="connsiteX9" fmla="*/ 126168 w 178015"/>
                <a:gd name="connsiteY9" fmla="*/ 136479 h 245864"/>
                <a:gd name="connsiteX10" fmla="*/ 126168 w 178015"/>
                <a:gd name="connsiteY10" fmla="*/ 219024 h 245864"/>
                <a:gd name="connsiteX11" fmla="*/ 98563 w 178015"/>
                <a:gd name="connsiteY11" fmla="*/ 234967 h 245864"/>
                <a:gd name="connsiteX12" fmla="*/ 98563 w 178015"/>
                <a:gd name="connsiteY12" fmla="*/ 245949 h 245864"/>
                <a:gd name="connsiteX13" fmla="*/ 138555 w 178015"/>
                <a:gd name="connsiteY13" fmla="*/ 244886 h 245864"/>
                <a:gd name="connsiteX14" fmla="*/ 178192 w 178015"/>
                <a:gd name="connsiteY14" fmla="*/ 245949 h 245864"/>
                <a:gd name="connsiteX15" fmla="*/ 178192 w 178015"/>
                <a:gd name="connsiteY15" fmla="*/ 234967 h 245864"/>
                <a:gd name="connsiteX16" fmla="*/ 150587 w 178015"/>
                <a:gd name="connsiteY16" fmla="*/ 224339 h 245864"/>
                <a:gd name="connsiteX17" fmla="*/ 150587 w 178015"/>
                <a:gd name="connsiteY17" fmla="*/ 156673 h 245864"/>
                <a:gd name="connsiteX18" fmla="*/ 139616 w 178015"/>
                <a:gd name="connsiteY18" fmla="*/ 102469 h 245864"/>
                <a:gd name="connsiteX19" fmla="*/ 102456 w 178015"/>
                <a:gd name="connsiteY19" fmla="*/ 89361 h 245864"/>
                <a:gd name="connsiteX20" fmla="*/ 51139 w 178015"/>
                <a:gd name="connsiteY20" fmla="*/ 124080 h 245864"/>
                <a:gd name="connsiteX21" fmla="*/ 51139 w 178015"/>
                <a:gd name="connsiteY21" fmla="*/ 85 h 245864"/>
                <a:gd name="connsiteX22" fmla="*/ 176 w 178015"/>
                <a:gd name="connsiteY22" fmla="*/ 3982 h 245864"/>
                <a:gd name="connsiteX23" fmla="*/ 176 w 178015"/>
                <a:gd name="connsiteY23" fmla="*/ 14964 h 245864"/>
                <a:gd name="connsiteX24" fmla="*/ 27781 w 178015"/>
                <a:gd name="connsiteY24" fmla="*/ 34803 h 245864"/>
                <a:gd name="connsiteX25" fmla="*/ 27781 w 178015"/>
                <a:gd name="connsiteY25" fmla="*/ 219024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015" h="245864">
                  <a:moveTo>
                    <a:pt x="27781" y="219024"/>
                  </a:moveTo>
                  <a:cubicBezTo>
                    <a:pt x="27781" y="234967"/>
                    <a:pt x="23888" y="234967"/>
                    <a:pt x="176" y="234967"/>
                  </a:cubicBezTo>
                  <a:lnTo>
                    <a:pt x="176" y="245949"/>
                  </a:lnTo>
                  <a:cubicBezTo>
                    <a:pt x="12563" y="245595"/>
                    <a:pt x="30612" y="244886"/>
                    <a:pt x="40168" y="244886"/>
                  </a:cubicBezTo>
                  <a:cubicBezTo>
                    <a:pt x="49370" y="244886"/>
                    <a:pt x="67773" y="245595"/>
                    <a:pt x="79806" y="245949"/>
                  </a:cubicBezTo>
                  <a:lnTo>
                    <a:pt x="79806" y="234967"/>
                  </a:lnTo>
                  <a:cubicBezTo>
                    <a:pt x="56094" y="234967"/>
                    <a:pt x="52201" y="234967"/>
                    <a:pt x="52201" y="219024"/>
                  </a:cubicBezTo>
                  <a:lnTo>
                    <a:pt x="52201" y="153839"/>
                  </a:lnTo>
                  <a:cubicBezTo>
                    <a:pt x="52201" y="116994"/>
                    <a:pt x="77328" y="97155"/>
                    <a:pt x="99979" y="97155"/>
                  </a:cubicBezTo>
                  <a:cubicBezTo>
                    <a:pt x="122275" y="97155"/>
                    <a:pt x="126168" y="116286"/>
                    <a:pt x="126168" y="136479"/>
                  </a:cubicBezTo>
                  <a:lnTo>
                    <a:pt x="126168" y="219024"/>
                  </a:lnTo>
                  <a:cubicBezTo>
                    <a:pt x="126168" y="234967"/>
                    <a:pt x="122275" y="234967"/>
                    <a:pt x="98563" y="234967"/>
                  </a:cubicBezTo>
                  <a:lnTo>
                    <a:pt x="98563" y="245949"/>
                  </a:lnTo>
                  <a:cubicBezTo>
                    <a:pt x="110950" y="245595"/>
                    <a:pt x="128999" y="244886"/>
                    <a:pt x="138555" y="244886"/>
                  </a:cubicBezTo>
                  <a:cubicBezTo>
                    <a:pt x="147756" y="244886"/>
                    <a:pt x="166159" y="245595"/>
                    <a:pt x="178192" y="245949"/>
                  </a:cubicBezTo>
                  <a:lnTo>
                    <a:pt x="178192" y="234967"/>
                  </a:lnTo>
                  <a:cubicBezTo>
                    <a:pt x="159789" y="234967"/>
                    <a:pt x="150941" y="234967"/>
                    <a:pt x="150587" y="224339"/>
                  </a:cubicBezTo>
                  <a:lnTo>
                    <a:pt x="150587" y="156673"/>
                  </a:lnTo>
                  <a:cubicBezTo>
                    <a:pt x="150587" y="126205"/>
                    <a:pt x="150587" y="115223"/>
                    <a:pt x="139616" y="102469"/>
                  </a:cubicBezTo>
                  <a:cubicBezTo>
                    <a:pt x="134662" y="96447"/>
                    <a:pt x="122983" y="89361"/>
                    <a:pt x="102456" y="89361"/>
                  </a:cubicBezTo>
                  <a:cubicBezTo>
                    <a:pt x="72728" y="89361"/>
                    <a:pt x="57156" y="110617"/>
                    <a:pt x="51139" y="124080"/>
                  </a:cubicBezTo>
                  <a:lnTo>
                    <a:pt x="51139" y="85"/>
                  </a:lnTo>
                  <a:lnTo>
                    <a:pt x="176" y="3982"/>
                  </a:lnTo>
                  <a:lnTo>
                    <a:pt x="176" y="14964"/>
                  </a:lnTo>
                  <a:cubicBezTo>
                    <a:pt x="24950" y="14964"/>
                    <a:pt x="27781" y="17444"/>
                    <a:pt x="27781" y="34803"/>
                  </a:cubicBezTo>
                  <a:lnTo>
                    <a:pt x="27781" y="219024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9912D9F4-4ACA-160F-528C-A0C5316F243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712497" y="7912459"/>
              <a:ext cx="136962" cy="162610"/>
            </a:xfrm>
            <a:custGeom>
              <a:avLst/>
              <a:gdLst>
                <a:gd name="connsiteX0" fmla="*/ 29910 w 136962"/>
                <a:gd name="connsiteY0" fmla="*/ 69522 h 162610"/>
                <a:gd name="connsiteX1" fmla="*/ 73795 w 136962"/>
                <a:gd name="connsiteY1" fmla="*/ 7879 h 162610"/>
                <a:gd name="connsiteX2" fmla="*/ 113786 w 136962"/>
                <a:gd name="connsiteY2" fmla="*/ 69522 h 162610"/>
                <a:gd name="connsiteX3" fmla="*/ 29910 w 136962"/>
                <a:gd name="connsiteY3" fmla="*/ 69522 h 162610"/>
                <a:gd name="connsiteX4" fmla="*/ 29556 w 136962"/>
                <a:gd name="connsiteY4" fmla="*/ 76962 h 162610"/>
                <a:gd name="connsiteX5" fmla="*/ 128297 w 136962"/>
                <a:gd name="connsiteY5" fmla="*/ 76962 h 162610"/>
                <a:gd name="connsiteX6" fmla="*/ 137144 w 136962"/>
                <a:gd name="connsiteY6" fmla="*/ 69522 h 162610"/>
                <a:gd name="connsiteX7" fmla="*/ 73795 w 136962"/>
                <a:gd name="connsiteY7" fmla="*/ 85 h 162610"/>
                <a:gd name="connsiteX8" fmla="*/ 182 w 136962"/>
                <a:gd name="connsiteY8" fmla="*/ 80859 h 162610"/>
                <a:gd name="connsiteX9" fmla="*/ 78042 w 136962"/>
                <a:gd name="connsiteY9" fmla="*/ 162695 h 162610"/>
                <a:gd name="connsiteX10" fmla="*/ 137144 w 136962"/>
                <a:gd name="connsiteY10" fmla="*/ 116640 h 162610"/>
                <a:gd name="connsiteX11" fmla="*/ 132544 w 136962"/>
                <a:gd name="connsiteY11" fmla="*/ 112389 h 162610"/>
                <a:gd name="connsiteX12" fmla="*/ 127943 w 136962"/>
                <a:gd name="connsiteY12" fmla="*/ 117349 h 162610"/>
                <a:gd name="connsiteX13" fmla="*/ 80165 w 136962"/>
                <a:gd name="connsiteY13" fmla="*/ 153839 h 162610"/>
                <a:gd name="connsiteX14" fmla="*/ 40174 w 136962"/>
                <a:gd name="connsiteY14" fmla="*/ 130102 h 162610"/>
                <a:gd name="connsiteX15" fmla="*/ 29556 w 136962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29910" y="69522"/>
                  </a:moveTo>
                  <a:cubicBezTo>
                    <a:pt x="32034" y="16735"/>
                    <a:pt x="61762" y="7879"/>
                    <a:pt x="73795" y="7879"/>
                  </a:cubicBezTo>
                  <a:cubicBezTo>
                    <a:pt x="110247" y="7879"/>
                    <a:pt x="113786" y="55705"/>
                    <a:pt x="113786" y="69522"/>
                  </a:cubicBezTo>
                  <a:lnTo>
                    <a:pt x="29910" y="69522"/>
                  </a:lnTo>
                  <a:close/>
                  <a:moveTo>
                    <a:pt x="29556" y="76962"/>
                  </a:moveTo>
                  <a:lnTo>
                    <a:pt x="128297" y="76962"/>
                  </a:lnTo>
                  <a:cubicBezTo>
                    <a:pt x="136083" y="76962"/>
                    <a:pt x="137144" y="76962"/>
                    <a:pt x="137144" y="69522"/>
                  </a:cubicBezTo>
                  <a:cubicBezTo>
                    <a:pt x="137144" y="34449"/>
                    <a:pt x="118033" y="85"/>
                    <a:pt x="73795" y="85"/>
                  </a:cubicBezTo>
                  <a:cubicBezTo>
                    <a:pt x="32741" y="85"/>
                    <a:pt x="182" y="36575"/>
                    <a:pt x="182" y="80859"/>
                  </a:cubicBezTo>
                  <a:cubicBezTo>
                    <a:pt x="182" y="128331"/>
                    <a:pt x="37342" y="162695"/>
                    <a:pt x="78042" y="162695"/>
                  </a:cubicBezTo>
                  <a:cubicBezTo>
                    <a:pt x="121219" y="162695"/>
                    <a:pt x="137144" y="123371"/>
                    <a:pt x="137144" y="116640"/>
                  </a:cubicBezTo>
                  <a:cubicBezTo>
                    <a:pt x="137144" y="113097"/>
                    <a:pt x="134313" y="112389"/>
                    <a:pt x="132544" y="112389"/>
                  </a:cubicBezTo>
                  <a:cubicBezTo>
                    <a:pt x="129358" y="112389"/>
                    <a:pt x="128651" y="114514"/>
                    <a:pt x="127943" y="117349"/>
                  </a:cubicBezTo>
                  <a:cubicBezTo>
                    <a:pt x="115556" y="153839"/>
                    <a:pt x="83704" y="153839"/>
                    <a:pt x="80165" y="153839"/>
                  </a:cubicBezTo>
                  <a:cubicBezTo>
                    <a:pt x="62470" y="153839"/>
                    <a:pt x="48313" y="143210"/>
                    <a:pt x="40174" y="130102"/>
                  </a:cubicBezTo>
                  <a:cubicBezTo>
                    <a:pt x="29556" y="113097"/>
                    <a:pt x="29556" y="89715"/>
                    <a:pt x="29556" y="76962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732C91A2-C582-BA59-86D5-30CFD2695AB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987759" y="7912459"/>
              <a:ext cx="136962" cy="162610"/>
            </a:xfrm>
            <a:custGeom>
              <a:avLst/>
              <a:gdLst>
                <a:gd name="connsiteX0" fmla="*/ 29918 w 136962"/>
                <a:gd name="connsiteY0" fmla="*/ 69522 h 162610"/>
                <a:gd name="connsiteX1" fmla="*/ 73803 w 136962"/>
                <a:gd name="connsiteY1" fmla="*/ 7879 h 162610"/>
                <a:gd name="connsiteX2" fmla="*/ 113794 w 136962"/>
                <a:gd name="connsiteY2" fmla="*/ 69522 h 162610"/>
                <a:gd name="connsiteX3" fmla="*/ 29918 w 136962"/>
                <a:gd name="connsiteY3" fmla="*/ 69522 h 162610"/>
                <a:gd name="connsiteX4" fmla="*/ 29564 w 136962"/>
                <a:gd name="connsiteY4" fmla="*/ 76962 h 162610"/>
                <a:gd name="connsiteX5" fmla="*/ 128304 w 136962"/>
                <a:gd name="connsiteY5" fmla="*/ 76962 h 162610"/>
                <a:gd name="connsiteX6" fmla="*/ 137152 w 136962"/>
                <a:gd name="connsiteY6" fmla="*/ 69522 h 162610"/>
                <a:gd name="connsiteX7" fmla="*/ 73803 w 136962"/>
                <a:gd name="connsiteY7" fmla="*/ 85 h 162610"/>
                <a:gd name="connsiteX8" fmla="*/ 190 w 136962"/>
                <a:gd name="connsiteY8" fmla="*/ 80859 h 162610"/>
                <a:gd name="connsiteX9" fmla="*/ 78049 w 136962"/>
                <a:gd name="connsiteY9" fmla="*/ 162695 h 162610"/>
                <a:gd name="connsiteX10" fmla="*/ 137152 w 136962"/>
                <a:gd name="connsiteY10" fmla="*/ 116640 h 162610"/>
                <a:gd name="connsiteX11" fmla="*/ 132551 w 136962"/>
                <a:gd name="connsiteY11" fmla="*/ 112389 h 162610"/>
                <a:gd name="connsiteX12" fmla="*/ 127951 w 136962"/>
                <a:gd name="connsiteY12" fmla="*/ 117349 h 162610"/>
                <a:gd name="connsiteX13" fmla="*/ 80173 w 136962"/>
                <a:gd name="connsiteY13" fmla="*/ 153839 h 162610"/>
                <a:gd name="connsiteX14" fmla="*/ 40181 w 136962"/>
                <a:gd name="connsiteY14" fmla="*/ 130102 h 162610"/>
                <a:gd name="connsiteX15" fmla="*/ 29564 w 136962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29918" y="69522"/>
                  </a:moveTo>
                  <a:cubicBezTo>
                    <a:pt x="32041" y="16735"/>
                    <a:pt x="61770" y="7879"/>
                    <a:pt x="73803" y="7879"/>
                  </a:cubicBezTo>
                  <a:cubicBezTo>
                    <a:pt x="110255" y="7879"/>
                    <a:pt x="113794" y="55705"/>
                    <a:pt x="113794" y="69522"/>
                  </a:cubicBezTo>
                  <a:lnTo>
                    <a:pt x="29918" y="69522"/>
                  </a:lnTo>
                  <a:close/>
                  <a:moveTo>
                    <a:pt x="29564" y="76962"/>
                  </a:moveTo>
                  <a:lnTo>
                    <a:pt x="128304" y="76962"/>
                  </a:lnTo>
                  <a:cubicBezTo>
                    <a:pt x="136090" y="76962"/>
                    <a:pt x="137152" y="76962"/>
                    <a:pt x="137152" y="69522"/>
                  </a:cubicBezTo>
                  <a:cubicBezTo>
                    <a:pt x="137152" y="34449"/>
                    <a:pt x="118041" y="85"/>
                    <a:pt x="73803" y="85"/>
                  </a:cubicBezTo>
                  <a:cubicBezTo>
                    <a:pt x="32749" y="85"/>
                    <a:pt x="190" y="36575"/>
                    <a:pt x="190" y="80859"/>
                  </a:cubicBezTo>
                  <a:cubicBezTo>
                    <a:pt x="190" y="128331"/>
                    <a:pt x="37350" y="162695"/>
                    <a:pt x="78049" y="162695"/>
                  </a:cubicBezTo>
                  <a:cubicBezTo>
                    <a:pt x="121226" y="162695"/>
                    <a:pt x="137152" y="123371"/>
                    <a:pt x="137152" y="116640"/>
                  </a:cubicBezTo>
                  <a:cubicBezTo>
                    <a:pt x="137152" y="113097"/>
                    <a:pt x="134321" y="112389"/>
                    <a:pt x="132551" y="112389"/>
                  </a:cubicBezTo>
                  <a:cubicBezTo>
                    <a:pt x="129366" y="112389"/>
                    <a:pt x="128658" y="114514"/>
                    <a:pt x="127951" y="117349"/>
                  </a:cubicBezTo>
                  <a:cubicBezTo>
                    <a:pt x="115564" y="153839"/>
                    <a:pt x="83712" y="153839"/>
                    <a:pt x="80173" y="153839"/>
                  </a:cubicBezTo>
                  <a:cubicBezTo>
                    <a:pt x="62478" y="153839"/>
                    <a:pt x="48321" y="143210"/>
                    <a:pt x="40181" y="130102"/>
                  </a:cubicBezTo>
                  <a:cubicBezTo>
                    <a:pt x="29564" y="113097"/>
                    <a:pt x="29564" y="89715"/>
                    <a:pt x="29564" y="76962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C78E0938-1336-D09A-4365-C03DD57BF09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146468" y="7914585"/>
              <a:ext cx="178015" cy="156588"/>
            </a:xfrm>
            <a:custGeom>
              <a:avLst/>
              <a:gdLst>
                <a:gd name="connsiteX0" fmla="*/ 27799 w 178015"/>
                <a:gd name="connsiteY0" fmla="*/ 34803 h 156588"/>
                <a:gd name="connsiteX1" fmla="*/ 27799 w 178015"/>
                <a:gd name="connsiteY1" fmla="*/ 129748 h 156588"/>
                <a:gd name="connsiteX2" fmla="*/ 194 w 178015"/>
                <a:gd name="connsiteY2" fmla="*/ 145690 h 156588"/>
                <a:gd name="connsiteX3" fmla="*/ 194 w 178015"/>
                <a:gd name="connsiteY3" fmla="*/ 156673 h 156588"/>
                <a:gd name="connsiteX4" fmla="*/ 40186 w 178015"/>
                <a:gd name="connsiteY4" fmla="*/ 155610 h 156588"/>
                <a:gd name="connsiteX5" fmla="*/ 79823 w 178015"/>
                <a:gd name="connsiteY5" fmla="*/ 156673 h 156588"/>
                <a:gd name="connsiteX6" fmla="*/ 79823 w 178015"/>
                <a:gd name="connsiteY6" fmla="*/ 145690 h 156588"/>
                <a:gd name="connsiteX7" fmla="*/ 52219 w 178015"/>
                <a:gd name="connsiteY7" fmla="*/ 129748 h 156588"/>
                <a:gd name="connsiteX8" fmla="*/ 52219 w 178015"/>
                <a:gd name="connsiteY8" fmla="*/ 64562 h 156588"/>
                <a:gd name="connsiteX9" fmla="*/ 99996 w 178015"/>
                <a:gd name="connsiteY9" fmla="*/ 7879 h 156588"/>
                <a:gd name="connsiteX10" fmla="*/ 126185 w 178015"/>
                <a:gd name="connsiteY10" fmla="*/ 47203 h 156588"/>
                <a:gd name="connsiteX11" fmla="*/ 126185 w 178015"/>
                <a:gd name="connsiteY11" fmla="*/ 129748 h 156588"/>
                <a:gd name="connsiteX12" fmla="*/ 98581 w 178015"/>
                <a:gd name="connsiteY12" fmla="*/ 145690 h 156588"/>
                <a:gd name="connsiteX13" fmla="*/ 98581 w 178015"/>
                <a:gd name="connsiteY13" fmla="*/ 156673 h 156588"/>
                <a:gd name="connsiteX14" fmla="*/ 138572 w 178015"/>
                <a:gd name="connsiteY14" fmla="*/ 155610 h 156588"/>
                <a:gd name="connsiteX15" fmla="*/ 178210 w 178015"/>
                <a:gd name="connsiteY15" fmla="*/ 156673 h 156588"/>
                <a:gd name="connsiteX16" fmla="*/ 178210 w 178015"/>
                <a:gd name="connsiteY16" fmla="*/ 145690 h 156588"/>
                <a:gd name="connsiteX17" fmla="*/ 150605 w 178015"/>
                <a:gd name="connsiteY17" fmla="*/ 135062 h 156588"/>
                <a:gd name="connsiteX18" fmla="*/ 150605 w 178015"/>
                <a:gd name="connsiteY18" fmla="*/ 67396 h 156588"/>
                <a:gd name="connsiteX19" fmla="*/ 139634 w 178015"/>
                <a:gd name="connsiteY19" fmla="*/ 13193 h 156588"/>
                <a:gd name="connsiteX20" fmla="*/ 102474 w 178015"/>
                <a:gd name="connsiteY20" fmla="*/ 85 h 156588"/>
                <a:gd name="connsiteX21" fmla="*/ 50095 w 178015"/>
                <a:gd name="connsiteY21" fmla="*/ 37283 h 156588"/>
                <a:gd name="connsiteX22" fmla="*/ 50095 w 178015"/>
                <a:gd name="connsiteY22" fmla="*/ 85 h 156588"/>
                <a:gd name="connsiteX23" fmla="*/ 194 w 178015"/>
                <a:gd name="connsiteY23" fmla="*/ 3982 h 156588"/>
                <a:gd name="connsiteX24" fmla="*/ 194 w 178015"/>
                <a:gd name="connsiteY24" fmla="*/ 14964 h 156588"/>
                <a:gd name="connsiteX25" fmla="*/ 27799 w 178015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015" h="156588">
                  <a:moveTo>
                    <a:pt x="27799" y="34803"/>
                  </a:moveTo>
                  <a:lnTo>
                    <a:pt x="27799" y="129748"/>
                  </a:lnTo>
                  <a:cubicBezTo>
                    <a:pt x="27799" y="145690"/>
                    <a:pt x="23906" y="145690"/>
                    <a:pt x="194" y="145690"/>
                  </a:cubicBezTo>
                  <a:lnTo>
                    <a:pt x="194" y="156673"/>
                  </a:lnTo>
                  <a:cubicBezTo>
                    <a:pt x="12581" y="156318"/>
                    <a:pt x="30630" y="155610"/>
                    <a:pt x="40186" y="155610"/>
                  </a:cubicBezTo>
                  <a:cubicBezTo>
                    <a:pt x="49387" y="155610"/>
                    <a:pt x="67791" y="156318"/>
                    <a:pt x="79823" y="156673"/>
                  </a:cubicBezTo>
                  <a:lnTo>
                    <a:pt x="79823" y="145690"/>
                  </a:lnTo>
                  <a:cubicBezTo>
                    <a:pt x="56112" y="145690"/>
                    <a:pt x="52219" y="145690"/>
                    <a:pt x="52219" y="129748"/>
                  </a:cubicBezTo>
                  <a:lnTo>
                    <a:pt x="52219" y="64562"/>
                  </a:lnTo>
                  <a:cubicBezTo>
                    <a:pt x="52219" y="27718"/>
                    <a:pt x="77346" y="7879"/>
                    <a:pt x="99996" y="7879"/>
                  </a:cubicBezTo>
                  <a:cubicBezTo>
                    <a:pt x="122292" y="7879"/>
                    <a:pt x="126185" y="27009"/>
                    <a:pt x="126185" y="47203"/>
                  </a:cubicBezTo>
                  <a:lnTo>
                    <a:pt x="126185" y="129748"/>
                  </a:lnTo>
                  <a:cubicBezTo>
                    <a:pt x="126185" y="145690"/>
                    <a:pt x="122292" y="145690"/>
                    <a:pt x="98581" y="145690"/>
                  </a:cubicBezTo>
                  <a:lnTo>
                    <a:pt x="98581" y="156673"/>
                  </a:lnTo>
                  <a:cubicBezTo>
                    <a:pt x="110967" y="156318"/>
                    <a:pt x="129017" y="155610"/>
                    <a:pt x="138572" y="155610"/>
                  </a:cubicBezTo>
                  <a:cubicBezTo>
                    <a:pt x="147774" y="155610"/>
                    <a:pt x="166177" y="156318"/>
                    <a:pt x="178210" y="156673"/>
                  </a:cubicBezTo>
                  <a:lnTo>
                    <a:pt x="178210" y="145690"/>
                  </a:lnTo>
                  <a:cubicBezTo>
                    <a:pt x="159807" y="145690"/>
                    <a:pt x="150959" y="145690"/>
                    <a:pt x="150605" y="135062"/>
                  </a:cubicBezTo>
                  <a:lnTo>
                    <a:pt x="150605" y="67396"/>
                  </a:lnTo>
                  <a:cubicBezTo>
                    <a:pt x="150605" y="36929"/>
                    <a:pt x="150605" y="25947"/>
                    <a:pt x="139634" y="13193"/>
                  </a:cubicBezTo>
                  <a:cubicBezTo>
                    <a:pt x="134679" y="7170"/>
                    <a:pt x="123000" y="85"/>
                    <a:pt x="102474" y="85"/>
                  </a:cubicBezTo>
                  <a:cubicBezTo>
                    <a:pt x="76638" y="85"/>
                    <a:pt x="60005" y="15318"/>
                    <a:pt x="50095" y="37283"/>
                  </a:cubicBezTo>
                  <a:lnTo>
                    <a:pt x="50095" y="85"/>
                  </a:lnTo>
                  <a:lnTo>
                    <a:pt x="194" y="3982"/>
                  </a:lnTo>
                  <a:lnTo>
                    <a:pt x="194" y="14964"/>
                  </a:lnTo>
                  <a:cubicBezTo>
                    <a:pt x="24968" y="14964"/>
                    <a:pt x="27799" y="17444"/>
                    <a:pt x="27799" y="3480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4B548D54-2031-704F-F76A-3026BC64231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343792" y="7825309"/>
              <a:ext cx="174476" cy="249761"/>
            </a:xfrm>
            <a:custGeom>
              <a:avLst/>
              <a:gdLst>
                <a:gd name="connsiteX0" fmla="*/ 122652 w 174476"/>
                <a:gd name="connsiteY0" fmla="*/ 226464 h 249761"/>
                <a:gd name="connsiteX1" fmla="*/ 122652 w 174476"/>
                <a:gd name="connsiteY1" fmla="*/ 249846 h 249761"/>
                <a:gd name="connsiteX2" fmla="*/ 174676 w 174476"/>
                <a:gd name="connsiteY2" fmla="*/ 245949 h 249761"/>
                <a:gd name="connsiteX3" fmla="*/ 174676 w 174476"/>
                <a:gd name="connsiteY3" fmla="*/ 234967 h 249761"/>
                <a:gd name="connsiteX4" fmla="*/ 147072 w 174476"/>
                <a:gd name="connsiteY4" fmla="*/ 215127 h 249761"/>
                <a:gd name="connsiteX5" fmla="*/ 147072 w 174476"/>
                <a:gd name="connsiteY5" fmla="*/ 85 h 249761"/>
                <a:gd name="connsiteX6" fmla="*/ 96109 w 174476"/>
                <a:gd name="connsiteY6" fmla="*/ 3982 h 249761"/>
                <a:gd name="connsiteX7" fmla="*/ 96109 w 174476"/>
                <a:gd name="connsiteY7" fmla="*/ 14964 h 249761"/>
                <a:gd name="connsiteX8" fmla="*/ 123714 w 174476"/>
                <a:gd name="connsiteY8" fmla="*/ 34803 h 249761"/>
                <a:gd name="connsiteX9" fmla="*/ 123714 w 174476"/>
                <a:gd name="connsiteY9" fmla="*/ 111326 h 249761"/>
                <a:gd name="connsiteX10" fmla="*/ 79121 w 174476"/>
                <a:gd name="connsiteY10" fmla="*/ 89361 h 249761"/>
                <a:gd name="connsiteX11" fmla="*/ 200 w 174476"/>
                <a:gd name="connsiteY11" fmla="*/ 169781 h 249761"/>
                <a:gd name="connsiteX12" fmla="*/ 75228 w 174476"/>
                <a:gd name="connsiteY12" fmla="*/ 249846 h 249761"/>
                <a:gd name="connsiteX13" fmla="*/ 122652 w 174476"/>
                <a:gd name="connsiteY13" fmla="*/ 226464 h 249761"/>
                <a:gd name="connsiteX14" fmla="*/ 122652 w 174476"/>
                <a:gd name="connsiteY14" fmla="*/ 131519 h 249761"/>
                <a:gd name="connsiteX15" fmla="*/ 122652 w 174476"/>
                <a:gd name="connsiteY15" fmla="*/ 204145 h 249761"/>
                <a:gd name="connsiteX16" fmla="*/ 118759 w 174476"/>
                <a:gd name="connsiteY16" fmla="*/ 217253 h 249761"/>
                <a:gd name="connsiteX17" fmla="*/ 76998 w 174476"/>
                <a:gd name="connsiteY17" fmla="*/ 242052 h 249761"/>
                <a:gd name="connsiteX18" fmla="*/ 39837 w 174476"/>
                <a:gd name="connsiteY18" fmla="*/ 219379 h 249761"/>
                <a:gd name="connsiteX19" fmla="*/ 29574 w 174476"/>
                <a:gd name="connsiteY19" fmla="*/ 170135 h 249761"/>
                <a:gd name="connsiteX20" fmla="*/ 40545 w 174476"/>
                <a:gd name="connsiteY20" fmla="*/ 119828 h 249761"/>
                <a:gd name="connsiteX21" fmla="*/ 80537 w 174476"/>
                <a:gd name="connsiteY21" fmla="*/ 97155 h 249761"/>
                <a:gd name="connsiteX22" fmla="*/ 118759 w 174476"/>
                <a:gd name="connsiteY22" fmla="*/ 118411 h 249761"/>
                <a:gd name="connsiteX23" fmla="*/ 122652 w 174476"/>
                <a:gd name="connsiteY23" fmla="*/ 131519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4476" h="249761">
                  <a:moveTo>
                    <a:pt x="122652" y="226464"/>
                  </a:moveTo>
                  <a:lnTo>
                    <a:pt x="122652" y="249846"/>
                  </a:lnTo>
                  <a:lnTo>
                    <a:pt x="174676" y="245949"/>
                  </a:lnTo>
                  <a:lnTo>
                    <a:pt x="174676" y="234967"/>
                  </a:lnTo>
                  <a:cubicBezTo>
                    <a:pt x="149903" y="234967"/>
                    <a:pt x="147072" y="232487"/>
                    <a:pt x="147072" y="215127"/>
                  </a:cubicBezTo>
                  <a:lnTo>
                    <a:pt x="147072" y="85"/>
                  </a:lnTo>
                  <a:lnTo>
                    <a:pt x="96109" y="3982"/>
                  </a:lnTo>
                  <a:lnTo>
                    <a:pt x="96109" y="14964"/>
                  </a:lnTo>
                  <a:cubicBezTo>
                    <a:pt x="120882" y="14964"/>
                    <a:pt x="123714" y="17444"/>
                    <a:pt x="123714" y="34803"/>
                  </a:cubicBezTo>
                  <a:lnTo>
                    <a:pt x="123714" y="111326"/>
                  </a:lnTo>
                  <a:cubicBezTo>
                    <a:pt x="113450" y="98572"/>
                    <a:pt x="98232" y="89361"/>
                    <a:pt x="79121" y="89361"/>
                  </a:cubicBezTo>
                  <a:cubicBezTo>
                    <a:pt x="37360" y="89361"/>
                    <a:pt x="200" y="124080"/>
                    <a:pt x="200" y="169781"/>
                  </a:cubicBezTo>
                  <a:cubicBezTo>
                    <a:pt x="200" y="214773"/>
                    <a:pt x="34883" y="249846"/>
                    <a:pt x="75228" y="249846"/>
                  </a:cubicBezTo>
                  <a:cubicBezTo>
                    <a:pt x="97878" y="249846"/>
                    <a:pt x="113804" y="237801"/>
                    <a:pt x="122652" y="226464"/>
                  </a:cubicBezTo>
                  <a:close/>
                  <a:moveTo>
                    <a:pt x="122652" y="131519"/>
                  </a:moveTo>
                  <a:lnTo>
                    <a:pt x="122652" y="204145"/>
                  </a:lnTo>
                  <a:cubicBezTo>
                    <a:pt x="122652" y="210522"/>
                    <a:pt x="122652" y="211230"/>
                    <a:pt x="118759" y="217253"/>
                  </a:cubicBezTo>
                  <a:cubicBezTo>
                    <a:pt x="108142" y="234258"/>
                    <a:pt x="92216" y="242052"/>
                    <a:pt x="76998" y="242052"/>
                  </a:cubicBezTo>
                  <a:cubicBezTo>
                    <a:pt x="61072" y="242052"/>
                    <a:pt x="48331" y="232841"/>
                    <a:pt x="39837" y="219379"/>
                  </a:cubicBezTo>
                  <a:cubicBezTo>
                    <a:pt x="30636" y="204854"/>
                    <a:pt x="29574" y="184660"/>
                    <a:pt x="29574" y="170135"/>
                  </a:cubicBezTo>
                  <a:cubicBezTo>
                    <a:pt x="29574" y="157027"/>
                    <a:pt x="30282" y="135771"/>
                    <a:pt x="40545" y="119828"/>
                  </a:cubicBezTo>
                  <a:cubicBezTo>
                    <a:pt x="47977" y="108846"/>
                    <a:pt x="61426" y="97155"/>
                    <a:pt x="80537" y="97155"/>
                  </a:cubicBezTo>
                  <a:cubicBezTo>
                    <a:pt x="92924" y="97155"/>
                    <a:pt x="107788" y="102469"/>
                    <a:pt x="118759" y="118411"/>
                  </a:cubicBezTo>
                  <a:cubicBezTo>
                    <a:pt x="122652" y="124434"/>
                    <a:pt x="122652" y="125143"/>
                    <a:pt x="122652" y="131519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AFF4B919-0B59-0BEC-94E2-0AA4109E543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558812" y="8033620"/>
              <a:ext cx="41407" cy="105927"/>
            </a:xfrm>
            <a:custGeom>
              <a:avLst/>
              <a:gdLst>
                <a:gd name="connsiteX0" fmla="*/ 41612 w 41407"/>
                <a:gd name="connsiteY0" fmla="*/ 37283 h 105927"/>
                <a:gd name="connsiteX1" fmla="*/ 18962 w 41407"/>
                <a:gd name="connsiteY1" fmla="*/ 85 h 105927"/>
                <a:gd name="connsiteX2" fmla="*/ 205 w 41407"/>
                <a:gd name="connsiteY2" fmla="*/ 18861 h 105927"/>
                <a:gd name="connsiteX3" fmla="*/ 18962 w 41407"/>
                <a:gd name="connsiteY3" fmla="*/ 37637 h 105927"/>
                <a:gd name="connsiteX4" fmla="*/ 32411 w 41407"/>
                <a:gd name="connsiteY4" fmla="*/ 32678 h 105927"/>
                <a:gd name="connsiteX5" fmla="*/ 33119 w 41407"/>
                <a:gd name="connsiteY5" fmla="*/ 31969 h 105927"/>
                <a:gd name="connsiteX6" fmla="*/ 33826 w 41407"/>
                <a:gd name="connsiteY6" fmla="*/ 37283 h 105927"/>
                <a:gd name="connsiteX7" fmla="*/ 8345 w 41407"/>
                <a:gd name="connsiteY7" fmla="*/ 98218 h 105927"/>
                <a:gd name="connsiteX8" fmla="*/ 5868 w 41407"/>
                <a:gd name="connsiteY8" fmla="*/ 102115 h 105927"/>
                <a:gd name="connsiteX9" fmla="*/ 9407 w 41407"/>
                <a:gd name="connsiteY9" fmla="*/ 106012 h 105927"/>
                <a:gd name="connsiteX10" fmla="*/ 41612 w 41407"/>
                <a:gd name="connsiteY10" fmla="*/ 3728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407" h="105927">
                  <a:moveTo>
                    <a:pt x="41612" y="37283"/>
                  </a:moveTo>
                  <a:cubicBezTo>
                    <a:pt x="41612" y="14610"/>
                    <a:pt x="33119" y="85"/>
                    <a:pt x="18962" y="85"/>
                  </a:cubicBezTo>
                  <a:cubicBezTo>
                    <a:pt x="6575" y="85"/>
                    <a:pt x="205" y="9650"/>
                    <a:pt x="205" y="18861"/>
                  </a:cubicBezTo>
                  <a:cubicBezTo>
                    <a:pt x="205" y="28072"/>
                    <a:pt x="6222" y="37637"/>
                    <a:pt x="18962" y="37637"/>
                  </a:cubicBezTo>
                  <a:cubicBezTo>
                    <a:pt x="24625" y="37637"/>
                    <a:pt x="28872" y="35512"/>
                    <a:pt x="32411" y="32678"/>
                  </a:cubicBezTo>
                  <a:lnTo>
                    <a:pt x="33119" y="31969"/>
                  </a:lnTo>
                  <a:cubicBezTo>
                    <a:pt x="33472" y="31969"/>
                    <a:pt x="33826" y="32323"/>
                    <a:pt x="33826" y="37283"/>
                  </a:cubicBezTo>
                  <a:cubicBezTo>
                    <a:pt x="33826" y="59957"/>
                    <a:pt x="23917" y="81567"/>
                    <a:pt x="8345" y="98218"/>
                  </a:cubicBezTo>
                  <a:cubicBezTo>
                    <a:pt x="6222" y="100344"/>
                    <a:pt x="5868" y="100698"/>
                    <a:pt x="5868" y="102115"/>
                  </a:cubicBezTo>
                  <a:cubicBezTo>
                    <a:pt x="5868" y="104595"/>
                    <a:pt x="7637" y="106012"/>
                    <a:pt x="9407" y="106012"/>
                  </a:cubicBezTo>
                  <a:cubicBezTo>
                    <a:pt x="13654" y="106012"/>
                    <a:pt x="41612" y="78024"/>
                    <a:pt x="41612" y="3728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E4063F15-425D-CB0E-4766-CA72D17FFC72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751024" y="7918482"/>
              <a:ext cx="242427" cy="156588"/>
            </a:xfrm>
            <a:custGeom>
              <a:avLst/>
              <a:gdLst>
                <a:gd name="connsiteX0" fmla="*/ 212910 w 242427"/>
                <a:gd name="connsiteY0" fmla="*/ 33740 h 156588"/>
                <a:gd name="connsiteX1" fmla="*/ 242638 w 242427"/>
                <a:gd name="connsiteY1" fmla="*/ 11067 h 156588"/>
                <a:gd name="connsiteX2" fmla="*/ 242638 w 242427"/>
                <a:gd name="connsiteY2" fmla="*/ 85 h 156588"/>
                <a:gd name="connsiteX3" fmla="*/ 216803 w 242427"/>
                <a:gd name="connsiteY3" fmla="*/ 1148 h 156588"/>
                <a:gd name="connsiteX4" fmla="*/ 183890 w 242427"/>
                <a:gd name="connsiteY4" fmla="*/ 85 h 156588"/>
                <a:gd name="connsiteX5" fmla="*/ 183890 w 242427"/>
                <a:gd name="connsiteY5" fmla="*/ 11067 h 156588"/>
                <a:gd name="connsiteX6" fmla="*/ 204416 w 242427"/>
                <a:gd name="connsiteY6" fmla="*/ 28072 h 156588"/>
                <a:gd name="connsiteX7" fmla="*/ 202647 w 242427"/>
                <a:gd name="connsiteY7" fmla="*/ 35512 h 156588"/>
                <a:gd name="connsiteX8" fmla="*/ 170441 w 242427"/>
                <a:gd name="connsiteY8" fmla="*/ 126205 h 156588"/>
                <a:gd name="connsiteX9" fmla="*/ 135404 w 242427"/>
                <a:gd name="connsiteY9" fmla="*/ 27364 h 156588"/>
                <a:gd name="connsiteX10" fmla="*/ 133635 w 242427"/>
                <a:gd name="connsiteY10" fmla="*/ 20632 h 156588"/>
                <a:gd name="connsiteX11" fmla="*/ 154515 w 242427"/>
                <a:gd name="connsiteY11" fmla="*/ 11067 h 156588"/>
                <a:gd name="connsiteX12" fmla="*/ 154515 w 242427"/>
                <a:gd name="connsiteY12" fmla="*/ 85 h 156588"/>
                <a:gd name="connsiteX13" fmla="*/ 117709 w 242427"/>
                <a:gd name="connsiteY13" fmla="*/ 1148 h 156588"/>
                <a:gd name="connsiteX14" fmla="*/ 86211 w 242427"/>
                <a:gd name="connsiteY14" fmla="*/ 85 h 156588"/>
                <a:gd name="connsiteX15" fmla="*/ 86211 w 242427"/>
                <a:gd name="connsiteY15" fmla="*/ 11067 h 156588"/>
                <a:gd name="connsiteX16" fmla="*/ 108507 w 242427"/>
                <a:gd name="connsiteY16" fmla="*/ 16381 h 156588"/>
                <a:gd name="connsiteX17" fmla="*/ 116647 w 242427"/>
                <a:gd name="connsiteY17" fmla="*/ 35866 h 156588"/>
                <a:gd name="connsiteX18" fmla="*/ 86211 w 242427"/>
                <a:gd name="connsiteY18" fmla="*/ 121600 h 156588"/>
                <a:gd name="connsiteX19" fmla="*/ 52590 w 242427"/>
                <a:gd name="connsiteY19" fmla="*/ 27009 h 156588"/>
                <a:gd name="connsiteX20" fmla="*/ 50820 w 242427"/>
                <a:gd name="connsiteY20" fmla="*/ 20632 h 156588"/>
                <a:gd name="connsiteX21" fmla="*/ 71701 w 242427"/>
                <a:gd name="connsiteY21" fmla="*/ 11067 h 156588"/>
                <a:gd name="connsiteX22" fmla="*/ 71701 w 242427"/>
                <a:gd name="connsiteY22" fmla="*/ 85 h 156588"/>
                <a:gd name="connsiteX23" fmla="*/ 33125 w 242427"/>
                <a:gd name="connsiteY23" fmla="*/ 1148 h 156588"/>
                <a:gd name="connsiteX24" fmla="*/ 211 w 242427"/>
                <a:gd name="connsiteY24" fmla="*/ 85 h 156588"/>
                <a:gd name="connsiteX25" fmla="*/ 211 w 242427"/>
                <a:gd name="connsiteY25" fmla="*/ 11067 h 156588"/>
                <a:gd name="connsiteX26" fmla="*/ 26400 w 242427"/>
                <a:gd name="connsiteY26" fmla="*/ 23467 h 156588"/>
                <a:gd name="connsiteX27" fmla="*/ 70993 w 242427"/>
                <a:gd name="connsiteY27" fmla="*/ 148879 h 156588"/>
                <a:gd name="connsiteX28" fmla="*/ 78425 w 242427"/>
                <a:gd name="connsiteY28" fmla="*/ 156673 h 156588"/>
                <a:gd name="connsiteX29" fmla="*/ 85503 w 242427"/>
                <a:gd name="connsiteY29" fmla="*/ 149587 h 156588"/>
                <a:gd name="connsiteX30" fmla="*/ 121248 w 242427"/>
                <a:gd name="connsiteY30" fmla="*/ 49328 h 156588"/>
                <a:gd name="connsiteX31" fmla="*/ 157347 w 242427"/>
                <a:gd name="connsiteY31" fmla="*/ 149942 h 156588"/>
                <a:gd name="connsiteX32" fmla="*/ 164425 w 242427"/>
                <a:gd name="connsiteY32" fmla="*/ 156673 h 156588"/>
                <a:gd name="connsiteX33" fmla="*/ 171503 w 242427"/>
                <a:gd name="connsiteY33" fmla="*/ 149942 h 156588"/>
                <a:gd name="connsiteX34" fmla="*/ 212910 w 242427"/>
                <a:gd name="connsiteY34" fmla="*/ 33740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2427" h="156588">
                  <a:moveTo>
                    <a:pt x="212910" y="33740"/>
                  </a:moveTo>
                  <a:cubicBezTo>
                    <a:pt x="219281" y="16027"/>
                    <a:pt x="230252" y="11421"/>
                    <a:pt x="242638" y="11067"/>
                  </a:cubicBezTo>
                  <a:lnTo>
                    <a:pt x="242638" y="85"/>
                  </a:lnTo>
                  <a:cubicBezTo>
                    <a:pt x="234852" y="793"/>
                    <a:pt x="224589" y="1148"/>
                    <a:pt x="216803" y="1148"/>
                  </a:cubicBezTo>
                  <a:cubicBezTo>
                    <a:pt x="206540" y="1148"/>
                    <a:pt x="190614" y="439"/>
                    <a:pt x="183890" y="85"/>
                  </a:cubicBezTo>
                  <a:lnTo>
                    <a:pt x="183890" y="11067"/>
                  </a:lnTo>
                  <a:cubicBezTo>
                    <a:pt x="196630" y="11421"/>
                    <a:pt x="204416" y="17798"/>
                    <a:pt x="204416" y="28072"/>
                  </a:cubicBezTo>
                  <a:cubicBezTo>
                    <a:pt x="204416" y="30198"/>
                    <a:pt x="204416" y="30906"/>
                    <a:pt x="202647" y="35512"/>
                  </a:cubicBezTo>
                  <a:lnTo>
                    <a:pt x="170441" y="126205"/>
                  </a:lnTo>
                  <a:lnTo>
                    <a:pt x="135404" y="27364"/>
                  </a:lnTo>
                  <a:cubicBezTo>
                    <a:pt x="133989" y="23112"/>
                    <a:pt x="133635" y="22404"/>
                    <a:pt x="133635" y="20632"/>
                  </a:cubicBezTo>
                  <a:cubicBezTo>
                    <a:pt x="133635" y="11067"/>
                    <a:pt x="147437" y="11067"/>
                    <a:pt x="154515" y="11067"/>
                  </a:cubicBezTo>
                  <a:lnTo>
                    <a:pt x="154515" y="85"/>
                  </a:lnTo>
                  <a:cubicBezTo>
                    <a:pt x="144252" y="439"/>
                    <a:pt x="126203" y="1148"/>
                    <a:pt x="117709" y="1148"/>
                  </a:cubicBezTo>
                  <a:cubicBezTo>
                    <a:pt x="107092" y="1148"/>
                    <a:pt x="96828" y="793"/>
                    <a:pt x="86211" y="85"/>
                  </a:cubicBezTo>
                  <a:lnTo>
                    <a:pt x="86211" y="11067"/>
                  </a:lnTo>
                  <a:cubicBezTo>
                    <a:pt x="99306" y="11067"/>
                    <a:pt x="104968" y="11776"/>
                    <a:pt x="108507" y="16381"/>
                  </a:cubicBezTo>
                  <a:cubicBezTo>
                    <a:pt x="110277" y="18507"/>
                    <a:pt x="114170" y="29135"/>
                    <a:pt x="116647" y="35866"/>
                  </a:cubicBezTo>
                  <a:lnTo>
                    <a:pt x="86211" y="121600"/>
                  </a:lnTo>
                  <a:lnTo>
                    <a:pt x="52590" y="27009"/>
                  </a:lnTo>
                  <a:cubicBezTo>
                    <a:pt x="50820" y="22758"/>
                    <a:pt x="50820" y="22050"/>
                    <a:pt x="50820" y="20632"/>
                  </a:cubicBezTo>
                  <a:cubicBezTo>
                    <a:pt x="50820" y="11067"/>
                    <a:pt x="64623" y="11067"/>
                    <a:pt x="71701" y="11067"/>
                  </a:cubicBezTo>
                  <a:lnTo>
                    <a:pt x="71701" y="85"/>
                  </a:lnTo>
                  <a:cubicBezTo>
                    <a:pt x="61083" y="439"/>
                    <a:pt x="41265" y="1148"/>
                    <a:pt x="33125" y="1148"/>
                  </a:cubicBezTo>
                  <a:cubicBezTo>
                    <a:pt x="31709" y="1148"/>
                    <a:pt x="12952" y="793"/>
                    <a:pt x="211" y="85"/>
                  </a:cubicBezTo>
                  <a:lnTo>
                    <a:pt x="211" y="11067"/>
                  </a:lnTo>
                  <a:cubicBezTo>
                    <a:pt x="17907" y="11067"/>
                    <a:pt x="22153" y="12130"/>
                    <a:pt x="26400" y="23467"/>
                  </a:cubicBezTo>
                  <a:lnTo>
                    <a:pt x="70993" y="148879"/>
                  </a:lnTo>
                  <a:cubicBezTo>
                    <a:pt x="72762" y="153839"/>
                    <a:pt x="73824" y="156673"/>
                    <a:pt x="78425" y="156673"/>
                  </a:cubicBezTo>
                  <a:cubicBezTo>
                    <a:pt x="83026" y="156673"/>
                    <a:pt x="83734" y="154547"/>
                    <a:pt x="85503" y="149587"/>
                  </a:cubicBezTo>
                  <a:lnTo>
                    <a:pt x="121248" y="49328"/>
                  </a:lnTo>
                  <a:lnTo>
                    <a:pt x="157347" y="149942"/>
                  </a:lnTo>
                  <a:cubicBezTo>
                    <a:pt x="158762" y="153839"/>
                    <a:pt x="159824" y="156673"/>
                    <a:pt x="164425" y="156673"/>
                  </a:cubicBezTo>
                  <a:cubicBezTo>
                    <a:pt x="169026" y="156673"/>
                    <a:pt x="170087" y="153484"/>
                    <a:pt x="171503" y="149942"/>
                  </a:cubicBezTo>
                  <a:lnTo>
                    <a:pt x="212910" y="33740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D71F60D-B17A-548A-DE33-27FEEA7FDB86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0000333" y="7912459"/>
              <a:ext cx="136962" cy="162610"/>
            </a:xfrm>
            <a:custGeom>
              <a:avLst/>
              <a:gdLst>
                <a:gd name="connsiteX0" fmla="*/ 29946 w 136962"/>
                <a:gd name="connsiteY0" fmla="*/ 69522 h 162610"/>
                <a:gd name="connsiteX1" fmla="*/ 73831 w 136962"/>
                <a:gd name="connsiteY1" fmla="*/ 7879 h 162610"/>
                <a:gd name="connsiteX2" fmla="*/ 113823 w 136962"/>
                <a:gd name="connsiteY2" fmla="*/ 69522 h 162610"/>
                <a:gd name="connsiteX3" fmla="*/ 29946 w 136962"/>
                <a:gd name="connsiteY3" fmla="*/ 69522 h 162610"/>
                <a:gd name="connsiteX4" fmla="*/ 29593 w 136962"/>
                <a:gd name="connsiteY4" fmla="*/ 76962 h 162610"/>
                <a:gd name="connsiteX5" fmla="*/ 128333 w 136962"/>
                <a:gd name="connsiteY5" fmla="*/ 76962 h 162610"/>
                <a:gd name="connsiteX6" fmla="*/ 137181 w 136962"/>
                <a:gd name="connsiteY6" fmla="*/ 69522 h 162610"/>
                <a:gd name="connsiteX7" fmla="*/ 73831 w 136962"/>
                <a:gd name="connsiteY7" fmla="*/ 85 h 162610"/>
                <a:gd name="connsiteX8" fmla="*/ 218 w 136962"/>
                <a:gd name="connsiteY8" fmla="*/ 80859 h 162610"/>
                <a:gd name="connsiteX9" fmla="*/ 78078 w 136962"/>
                <a:gd name="connsiteY9" fmla="*/ 162695 h 162610"/>
                <a:gd name="connsiteX10" fmla="*/ 137181 w 136962"/>
                <a:gd name="connsiteY10" fmla="*/ 116640 h 162610"/>
                <a:gd name="connsiteX11" fmla="*/ 132580 w 136962"/>
                <a:gd name="connsiteY11" fmla="*/ 112389 h 162610"/>
                <a:gd name="connsiteX12" fmla="*/ 127979 w 136962"/>
                <a:gd name="connsiteY12" fmla="*/ 117349 h 162610"/>
                <a:gd name="connsiteX13" fmla="*/ 80201 w 136962"/>
                <a:gd name="connsiteY13" fmla="*/ 153839 h 162610"/>
                <a:gd name="connsiteX14" fmla="*/ 40210 w 136962"/>
                <a:gd name="connsiteY14" fmla="*/ 130102 h 162610"/>
                <a:gd name="connsiteX15" fmla="*/ 29593 w 136962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29946" y="69522"/>
                  </a:moveTo>
                  <a:cubicBezTo>
                    <a:pt x="32070" y="16735"/>
                    <a:pt x="61798" y="7879"/>
                    <a:pt x="73831" y="7879"/>
                  </a:cubicBezTo>
                  <a:cubicBezTo>
                    <a:pt x="110284" y="7879"/>
                    <a:pt x="113823" y="55705"/>
                    <a:pt x="113823" y="69522"/>
                  </a:cubicBezTo>
                  <a:lnTo>
                    <a:pt x="29946" y="69522"/>
                  </a:lnTo>
                  <a:close/>
                  <a:moveTo>
                    <a:pt x="29593" y="76962"/>
                  </a:moveTo>
                  <a:lnTo>
                    <a:pt x="128333" y="76962"/>
                  </a:lnTo>
                  <a:cubicBezTo>
                    <a:pt x="136119" y="76962"/>
                    <a:pt x="137181" y="76962"/>
                    <a:pt x="137181" y="69522"/>
                  </a:cubicBezTo>
                  <a:cubicBezTo>
                    <a:pt x="137181" y="34449"/>
                    <a:pt x="118070" y="85"/>
                    <a:pt x="73831" y="85"/>
                  </a:cubicBezTo>
                  <a:cubicBezTo>
                    <a:pt x="32778" y="85"/>
                    <a:pt x="218" y="36575"/>
                    <a:pt x="218" y="80859"/>
                  </a:cubicBezTo>
                  <a:cubicBezTo>
                    <a:pt x="218" y="128331"/>
                    <a:pt x="37378" y="162695"/>
                    <a:pt x="78078" y="162695"/>
                  </a:cubicBezTo>
                  <a:cubicBezTo>
                    <a:pt x="121255" y="162695"/>
                    <a:pt x="137181" y="123371"/>
                    <a:pt x="137181" y="116640"/>
                  </a:cubicBezTo>
                  <a:cubicBezTo>
                    <a:pt x="137181" y="113097"/>
                    <a:pt x="134349" y="112389"/>
                    <a:pt x="132580" y="112389"/>
                  </a:cubicBezTo>
                  <a:cubicBezTo>
                    <a:pt x="129395" y="112389"/>
                    <a:pt x="128687" y="114514"/>
                    <a:pt x="127979" y="117349"/>
                  </a:cubicBezTo>
                  <a:cubicBezTo>
                    <a:pt x="115592" y="153839"/>
                    <a:pt x="83740" y="153839"/>
                    <a:pt x="80201" y="153839"/>
                  </a:cubicBezTo>
                  <a:cubicBezTo>
                    <a:pt x="62506" y="153839"/>
                    <a:pt x="48350" y="143210"/>
                    <a:pt x="40210" y="130102"/>
                  </a:cubicBezTo>
                  <a:cubicBezTo>
                    <a:pt x="29593" y="113097"/>
                    <a:pt x="29593" y="89715"/>
                    <a:pt x="29593" y="76962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106F60CB-84DC-94C0-DF11-6B6C0F3488F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277011" y="7914585"/>
              <a:ext cx="276402" cy="156588"/>
            </a:xfrm>
            <a:custGeom>
              <a:avLst/>
              <a:gdLst>
                <a:gd name="connsiteX0" fmla="*/ 27831 w 276402"/>
                <a:gd name="connsiteY0" fmla="*/ 34803 h 156588"/>
                <a:gd name="connsiteX1" fmla="*/ 27831 w 276402"/>
                <a:gd name="connsiteY1" fmla="*/ 129748 h 156588"/>
                <a:gd name="connsiteX2" fmla="*/ 226 w 276402"/>
                <a:gd name="connsiteY2" fmla="*/ 145690 h 156588"/>
                <a:gd name="connsiteX3" fmla="*/ 226 w 276402"/>
                <a:gd name="connsiteY3" fmla="*/ 156673 h 156588"/>
                <a:gd name="connsiteX4" fmla="*/ 40218 w 276402"/>
                <a:gd name="connsiteY4" fmla="*/ 155610 h 156588"/>
                <a:gd name="connsiteX5" fmla="*/ 79855 w 276402"/>
                <a:gd name="connsiteY5" fmla="*/ 156673 h 156588"/>
                <a:gd name="connsiteX6" fmla="*/ 79855 w 276402"/>
                <a:gd name="connsiteY6" fmla="*/ 145690 h 156588"/>
                <a:gd name="connsiteX7" fmla="*/ 52250 w 276402"/>
                <a:gd name="connsiteY7" fmla="*/ 129748 h 156588"/>
                <a:gd name="connsiteX8" fmla="*/ 52250 w 276402"/>
                <a:gd name="connsiteY8" fmla="*/ 64562 h 156588"/>
                <a:gd name="connsiteX9" fmla="*/ 100028 w 276402"/>
                <a:gd name="connsiteY9" fmla="*/ 7879 h 156588"/>
                <a:gd name="connsiteX10" fmla="*/ 126217 w 276402"/>
                <a:gd name="connsiteY10" fmla="*/ 47203 h 156588"/>
                <a:gd name="connsiteX11" fmla="*/ 126217 w 276402"/>
                <a:gd name="connsiteY11" fmla="*/ 129748 h 156588"/>
                <a:gd name="connsiteX12" fmla="*/ 98612 w 276402"/>
                <a:gd name="connsiteY12" fmla="*/ 145690 h 156588"/>
                <a:gd name="connsiteX13" fmla="*/ 98612 w 276402"/>
                <a:gd name="connsiteY13" fmla="*/ 156673 h 156588"/>
                <a:gd name="connsiteX14" fmla="*/ 138604 w 276402"/>
                <a:gd name="connsiteY14" fmla="*/ 155610 h 156588"/>
                <a:gd name="connsiteX15" fmla="*/ 178242 w 276402"/>
                <a:gd name="connsiteY15" fmla="*/ 156673 h 156588"/>
                <a:gd name="connsiteX16" fmla="*/ 178242 w 276402"/>
                <a:gd name="connsiteY16" fmla="*/ 145690 h 156588"/>
                <a:gd name="connsiteX17" fmla="*/ 150637 w 276402"/>
                <a:gd name="connsiteY17" fmla="*/ 129748 h 156588"/>
                <a:gd name="connsiteX18" fmla="*/ 150637 w 276402"/>
                <a:gd name="connsiteY18" fmla="*/ 64562 h 156588"/>
                <a:gd name="connsiteX19" fmla="*/ 198415 w 276402"/>
                <a:gd name="connsiteY19" fmla="*/ 7879 h 156588"/>
                <a:gd name="connsiteX20" fmla="*/ 224604 w 276402"/>
                <a:gd name="connsiteY20" fmla="*/ 47203 h 156588"/>
                <a:gd name="connsiteX21" fmla="*/ 224604 w 276402"/>
                <a:gd name="connsiteY21" fmla="*/ 129748 h 156588"/>
                <a:gd name="connsiteX22" fmla="*/ 196999 w 276402"/>
                <a:gd name="connsiteY22" fmla="*/ 145690 h 156588"/>
                <a:gd name="connsiteX23" fmla="*/ 196999 w 276402"/>
                <a:gd name="connsiteY23" fmla="*/ 156673 h 156588"/>
                <a:gd name="connsiteX24" fmla="*/ 236991 w 276402"/>
                <a:gd name="connsiteY24" fmla="*/ 155610 h 156588"/>
                <a:gd name="connsiteX25" fmla="*/ 276628 w 276402"/>
                <a:gd name="connsiteY25" fmla="*/ 156673 h 156588"/>
                <a:gd name="connsiteX26" fmla="*/ 276628 w 276402"/>
                <a:gd name="connsiteY26" fmla="*/ 145690 h 156588"/>
                <a:gd name="connsiteX27" fmla="*/ 249023 w 276402"/>
                <a:gd name="connsiteY27" fmla="*/ 135062 h 156588"/>
                <a:gd name="connsiteX28" fmla="*/ 249023 w 276402"/>
                <a:gd name="connsiteY28" fmla="*/ 67396 h 156588"/>
                <a:gd name="connsiteX29" fmla="*/ 238052 w 276402"/>
                <a:gd name="connsiteY29" fmla="*/ 13193 h 156588"/>
                <a:gd name="connsiteX30" fmla="*/ 200892 w 276402"/>
                <a:gd name="connsiteY30" fmla="*/ 85 h 156588"/>
                <a:gd name="connsiteX31" fmla="*/ 149575 w 276402"/>
                <a:gd name="connsiteY31" fmla="*/ 34803 h 156588"/>
                <a:gd name="connsiteX32" fmla="*/ 102505 w 276402"/>
                <a:gd name="connsiteY32" fmla="*/ 85 h 156588"/>
                <a:gd name="connsiteX33" fmla="*/ 50127 w 276402"/>
                <a:gd name="connsiteY33" fmla="*/ 37283 h 156588"/>
                <a:gd name="connsiteX34" fmla="*/ 50127 w 276402"/>
                <a:gd name="connsiteY34" fmla="*/ 85 h 156588"/>
                <a:gd name="connsiteX35" fmla="*/ 226 w 276402"/>
                <a:gd name="connsiteY35" fmla="*/ 3982 h 156588"/>
                <a:gd name="connsiteX36" fmla="*/ 226 w 276402"/>
                <a:gd name="connsiteY36" fmla="*/ 14964 h 156588"/>
                <a:gd name="connsiteX37" fmla="*/ 27831 w 276402"/>
                <a:gd name="connsiteY37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6402" h="156588">
                  <a:moveTo>
                    <a:pt x="27831" y="34803"/>
                  </a:moveTo>
                  <a:lnTo>
                    <a:pt x="27831" y="129748"/>
                  </a:lnTo>
                  <a:cubicBezTo>
                    <a:pt x="27831" y="145690"/>
                    <a:pt x="23938" y="145690"/>
                    <a:pt x="226" y="145690"/>
                  </a:cubicBezTo>
                  <a:lnTo>
                    <a:pt x="226" y="156673"/>
                  </a:lnTo>
                  <a:cubicBezTo>
                    <a:pt x="12613" y="156318"/>
                    <a:pt x="30662" y="155610"/>
                    <a:pt x="40218" y="155610"/>
                  </a:cubicBezTo>
                  <a:cubicBezTo>
                    <a:pt x="49419" y="155610"/>
                    <a:pt x="67822" y="156318"/>
                    <a:pt x="79855" y="156673"/>
                  </a:cubicBezTo>
                  <a:lnTo>
                    <a:pt x="79855" y="145690"/>
                  </a:lnTo>
                  <a:cubicBezTo>
                    <a:pt x="56143" y="145690"/>
                    <a:pt x="52250" y="145690"/>
                    <a:pt x="52250" y="129748"/>
                  </a:cubicBezTo>
                  <a:lnTo>
                    <a:pt x="52250" y="64562"/>
                  </a:lnTo>
                  <a:cubicBezTo>
                    <a:pt x="52250" y="27718"/>
                    <a:pt x="77378" y="7879"/>
                    <a:pt x="100028" y="7879"/>
                  </a:cubicBezTo>
                  <a:cubicBezTo>
                    <a:pt x="122324" y="7879"/>
                    <a:pt x="126217" y="27009"/>
                    <a:pt x="126217" y="47203"/>
                  </a:cubicBezTo>
                  <a:lnTo>
                    <a:pt x="126217" y="129748"/>
                  </a:lnTo>
                  <a:cubicBezTo>
                    <a:pt x="126217" y="145690"/>
                    <a:pt x="122324" y="145690"/>
                    <a:pt x="98612" y="145690"/>
                  </a:cubicBezTo>
                  <a:lnTo>
                    <a:pt x="98612" y="156673"/>
                  </a:lnTo>
                  <a:cubicBezTo>
                    <a:pt x="110999" y="156318"/>
                    <a:pt x="129049" y="155610"/>
                    <a:pt x="138604" y="155610"/>
                  </a:cubicBezTo>
                  <a:cubicBezTo>
                    <a:pt x="147806" y="155610"/>
                    <a:pt x="166209" y="156318"/>
                    <a:pt x="178242" y="156673"/>
                  </a:cubicBezTo>
                  <a:lnTo>
                    <a:pt x="178242" y="145690"/>
                  </a:lnTo>
                  <a:cubicBezTo>
                    <a:pt x="154530" y="145690"/>
                    <a:pt x="150637" y="145690"/>
                    <a:pt x="150637" y="129748"/>
                  </a:cubicBezTo>
                  <a:lnTo>
                    <a:pt x="150637" y="64562"/>
                  </a:lnTo>
                  <a:cubicBezTo>
                    <a:pt x="150637" y="27718"/>
                    <a:pt x="175764" y="7879"/>
                    <a:pt x="198415" y="7879"/>
                  </a:cubicBezTo>
                  <a:cubicBezTo>
                    <a:pt x="220711" y="7879"/>
                    <a:pt x="224604" y="27009"/>
                    <a:pt x="224604" y="47203"/>
                  </a:cubicBezTo>
                  <a:lnTo>
                    <a:pt x="224604" y="129748"/>
                  </a:lnTo>
                  <a:cubicBezTo>
                    <a:pt x="224604" y="145690"/>
                    <a:pt x="220711" y="145690"/>
                    <a:pt x="196999" y="145690"/>
                  </a:cubicBezTo>
                  <a:lnTo>
                    <a:pt x="196999" y="156673"/>
                  </a:lnTo>
                  <a:cubicBezTo>
                    <a:pt x="209386" y="156318"/>
                    <a:pt x="227435" y="155610"/>
                    <a:pt x="236991" y="155610"/>
                  </a:cubicBezTo>
                  <a:cubicBezTo>
                    <a:pt x="246192" y="155610"/>
                    <a:pt x="264596" y="156318"/>
                    <a:pt x="276628" y="156673"/>
                  </a:cubicBezTo>
                  <a:lnTo>
                    <a:pt x="276628" y="145690"/>
                  </a:lnTo>
                  <a:cubicBezTo>
                    <a:pt x="258225" y="145690"/>
                    <a:pt x="249377" y="145690"/>
                    <a:pt x="249023" y="135062"/>
                  </a:cubicBezTo>
                  <a:lnTo>
                    <a:pt x="249023" y="67396"/>
                  </a:lnTo>
                  <a:cubicBezTo>
                    <a:pt x="249023" y="36929"/>
                    <a:pt x="249023" y="25947"/>
                    <a:pt x="238052" y="13193"/>
                  </a:cubicBezTo>
                  <a:cubicBezTo>
                    <a:pt x="233098" y="7170"/>
                    <a:pt x="221419" y="85"/>
                    <a:pt x="200892" y="85"/>
                  </a:cubicBezTo>
                  <a:cubicBezTo>
                    <a:pt x="171164" y="85"/>
                    <a:pt x="155592" y="21341"/>
                    <a:pt x="149575" y="34803"/>
                  </a:cubicBezTo>
                  <a:cubicBezTo>
                    <a:pt x="144621" y="3982"/>
                    <a:pt x="118431" y="85"/>
                    <a:pt x="102505" y="85"/>
                  </a:cubicBezTo>
                  <a:cubicBezTo>
                    <a:pt x="76670" y="85"/>
                    <a:pt x="60036" y="15318"/>
                    <a:pt x="50127" y="37283"/>
                  </a:cubicBezTo>
                  <a:lnTo>
                    <a:pt x="50127" y="85"/>
                  </a:lnTo>
                  <a:lnTo>
                    <a:pt x="226" y="3982"/>
                  </a:lnTo>
                  <a:lnTo>
                    <a:pt x="226" y="14964"/>
                  </a:lnTo>
                  <a:cubicBezTo>
                    <a:pt x="24999" y="14964"/>
                    <a:pt x="27831" y="17444"/>
                    <a:pt x="27831" y="3480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C312AF02-9514-4264-C6CD-E1EC93590684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562104" y="7914585"/>
              <a:ext cx="178015" cy="160484"/>
            </a:xfrm>
            <a:custGeom>
              <a:avLst/>
              <a:gdLst>
                <a:gd name="connsiteX0" fmla="*/ 127287 w 178015"/>
                <a:gd name="connsiteY0" fmla="*/ 128685 h 160484"/>
                <a:gd name="connsiteX1" fmla="*/ 127287 w 178015"/>
                <a:gd name="connsiteY1" fmla="*/ 160570 h 160484"/>
                <a:gd name="connsiteX2" fmla="*/ 178250 w 178015"/>
                <a:gd name="connsiteY2" fmla="*/ 156673 h 160484"/>
                <a:gd name="connsiteX3" fmla="*/ 178250 w 178015"/>
                <a:gd name="connsiteY3" fmla="*/ 145690 h 160484"/>
                <a:gd name="connsiteX4" fmla="*/ 150645 w 178015"/>
                <a:gd name="connsiteY4" fmla="*/ 125851 h 160484"/>
                <a:gd name="connsiteX5" fmla="*/ 150645 w 178015"/>
                <a:gd name="connsiteY5" fmla="*/ 85 h 160484"/>
                <a:gd name="connsiteX6" fmla="*/ 98620 w 178015"/>
                <a:gd name="connsiteY6" fmla="*/ 3982 h 160484"/>
                <a:gd name="connsiteX7" fmla="*/ 98620 w 178015"/>
                <a:gd name="connsiteY7" fmla="*/ 14964 h 160484"/>
                <a:gd name="connsiteX8" fmla="*/ 126225 w 178015"/>
                <a:gd name="connsiteY8" fmla="*/ 34803 h 160484"/>
                <a:gd name="connsiteX9" fmla="*/ 126225 w 178015"/>
                <a:gd name="connsiteY9" fmla="*/ 97864 h 160484"/>
                <a:gd name="connsiteX10" fmla="*/ 83402 w 178015"/>
                <a:gd name="connsiteY10" fmla="*/ 152776 h 160484"/>
                <a:gd name="connsiteX11" fmla="*/ 52258 w 178015"/>
                <a:gd name="connsiteY11" fmla="*/ 117703 h 160484"/>
                <a:gd name="connsiteX12" fmla="*/ 52258 w 178015"/>
                <a:gd name="connsiteY12" fmla="*/ 85 h 160484"/>
                <a:gd name="connsiteX13" fmla="*/ 234 w 178015"/>
                <a:gd name="connsiteY13" fmla="*/ 3982 h 160484"/>
                <a:gd name="connsiteX14" fmla="*/ 234 w 178015"/>
                <a:gd name="connsiteY14" fmla="*/ 14964 h 160484"/>
                <a:gd name="connsiteX15" fmla="*/ 27839 w 178015"/>
                <a:gd name="connsiteY15" fmla="*/ 47557 h 160484"/>
                <a:gd name="connsiteX16" fmla="*/ 27839 w 178015"/>
                <a:gd name="connsiteY16" fmla="*/ 100698 h 160484"/>
                <a:gd name="connsiteX17" fmla="*/ 81633 w 178015"/>
                <a:gd name="connsiteY17" fmla="*/ 160570 h 160484"/>
                <a:gd name="connsiteX18" fmla="*/ 127287 w 178015"/>
                <a:gd name="connsiteY18" fmla="*/ 12868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015" h="160484">
                  <a:moveTo>
                    <a:pt x="127287" y="128685"/>
                  </a:moveTo>
                  <a:lnTo>
                    <a:pt x="127287" y="160570"/>
                  </a:lnTo>
                  <a:lnTo>
                    <a:pt x="178250" y="156673"/>
                  </a:lnTo>
                  <a:lnTo>
                    <a:pt x="178250" y="145690"/>
                  </a:lnTo>
                  <a:cubicBezTo>
                    <a:pt x="153476" y="145690"/>
                    <a:pt x="150645" y="143210"/>
                    <a:pt x="150645" y="125851"/>
                  </a:cubicBezTo>
                  <a:lnTo>
                    <a:pt x="150645" y="85"/>
                  </a:lnTo>
                  <a:lnTo>
                    <a:pt x="98620" y="3982"/>
                  </a:lnTo>
                  <a:lnTo>
                    <a:pt x="98620" y="14964"/>
                  </a:lnTo>
                  <a:cubicBezTo>
                    <a:pt x="123394" y="14964"/>
                    <a:pt x="126225" y="17444"/>
                    <a:pt x="126225" y="34803"/>
                  </a:cubicBezTo>
                  <a:lnTo>
                    <a:pt x="126225" y="97864"/>
                  </a:lnTo>
                  <a:cubicBezTo>
                    <a:pt x="126225" y="128685"/>
                    <a:pt x="109238" y="152776"/>
                    <a:pt x="83402" y="152776"/>
                  </a:cubicBezTo>
                  <a:cubicBezTo>
                    <a:pt x="53674" y="152776"/>
                    <a:pt x="52258" y="136125"/>
                    <a:pt x="52258" y="117703"/>
                  </a:cubicBezTo>
                  <a:lnTo>
                    <a:pt x="52258" y="85"/>
                  </a:lnTo>
                  <a:lnTo>
                    <a:pt x="234" y="3982"/>
                  </a:lnTo>
                  <a:lnTo>
                    <a:pt x="234" y="14964"/>
                  </a:lnTo>
                  <a:cubicBezTo>
                    <a:pt x="27839" y="14964"/>
                    <a:pt x="27839" y="16027"/>
                    <a:pt x="27839" y="47557"/>
                  </a:cubicBezTo>
                  <a:lnTo>
                    <a:pt x="27839" y="100698"/>
                  </a:lnTo>
                  <a:cubicBezTo>
                    <a:pt x="27839" y="128331"/>
                    <a:pt x="27839" y="160570"/>
                    <a:pt x="81633" y="160570"/>
                  </a:cubicBezTo>
                  <a:cubicBezTo>
                    <a:pt x="101452" y="160570"/>
                    <a:pt x="117024" y="150650"/>
                    <a:pt x="127287" y="128685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78179ADC-28CE-1214-DD4A-1EDB34E758A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759075" y="7912459"/>
              <a:ext cx="115728" cy="162610"/>
            </a:xfrm>
            <a:custGeom>
              <a:avLst/>
              <a:gdLst>
                <a:gd name="connsiteX0" fmla="*/ 62173 w 115728"/>
                <a:gd name="connsiteY0" fmla="*/ 90070 h 162610"/>
                <a:gd name="connsiteX1" fmla="*/ 98980 w 115728"/>
                <a:gd name="connsiteY1" fmla="*/ 122663 h 162610"/>
                <a:gd name="connsiteX2" fmla="*/ 58988 w 115728"/>
                <a:gd name="connsiteY2" fmla="*/ 154901 h 162610"/>
                <a:gd name="connsiteX3" fmla="*/ 9795 w 115728"/>
                <a:gd name="connsiteY3" fmla="*/ 104595 h 162610"/>
                <a:gd name="connsiteX4" fmla="*/ 4840 w 115728"/>
                <a:gd name="connsiteY4" fmla="*/ 98572 h 162610"/>
                <a:gd name="connsiteX5" fmla="*/ 239 w 115728"/>
                <a:gd name="connsiteY5" fmla="*/ 107429 h 162610"/>
                <a:gd name="connsiteX6" fmla="*/ 239 w 115728"/>
                <a:gd name="connsiteY6" fmla="*/ 154193 h 162610"/>
                <a:gd name="connsiteX7" fmla="*/ 4132 w 115728"/>
                <a:gd name="connsiteY7" fmla="*/ 162695 h 162610"/>
                <a:gd name="connsiteX8" fmla="*/ 12980 w 115728"/>
                <a:gd name="connsiteY8" fmla="*/ 155610 h 162610"/>
                <a:gd name="connsiteX9" fmla="*/ 20058 w 115728"/>
                <a:gd name="connsiteY9" fmla="*/ 147462 h 162610"/>
                <a:gd name="connsiteX10" fmla="*/ 58988 w 115728"/>
                <a:gd name="connsiteY10" fmla="*/ 162695 h 162610"/>
                <a:gd name="connsiteX11" fmla="*/ 115967 w 115728"/>
                <a:gd name="connsiteY11" fmla="*/ 113452 h 162610"/>
                <a:gd name="connsiteX12" fmla="*/ 101103 w 115728"/>
                <a:gd name="connsiteY12" fmla="*/ 79796 h 162610"/>
                <a:gd name="connsiteX13" fmla="*/ 60758 w 115728"/>
                <a:gd name="connsiteY13" fmla="*/ 62791 h 162610"/>
                <a:gd name="connsiteX14" fmla="*/ 17227 w 115728"/>
                <a:gd name="connsiteY14" fmla="*/ 33740 h 162610"/>
                <a:gd name="connsiteX15" fmla="*/ 56865 w 115728"/>
                <a:gd name="connsiteY15" fmla="*/ 6816 h 162610"/>
                <a:gd name="connsiteX16" fmla="*/ 98272 w 115728"/>
                <a:gd name="connsiteY16" fmla="*/ 49683 h 162610"/>
                <a:gd name="connsiteX17" fmla="*/ 102519 w 115728"/>
                <a:gd name="connsiteY17" fmla="*/ 52871 h 162610"/>
                <a:gd name="connsiteX18" fmla="*/ 107120 w 115728"/>
                <a:gd name="connsiteY18" fmla="*/ 44369 h 162610"/>
                <a:gd name="connsiteX19" fmla="*/ 107120 w 115728"/>
                <a:gd name="connsiteY19" fmla="*/ 8587 h 162610"/>
                <a:gd name="connsiteX20" fmla="*/ 103227 w 115728"/>
                <a:gd name="connsiteY20" fmla="*/ 85 h 162610"/>
                <a:gd name="connsiteX21" fmla="*/ 96149 w 115728"/>
                <a:gd name="connsiteY21" fmla="*/ 4336 h 162610"/>
                <a:gd name="connsiteX22" fmla="*/ 90132 w 115728"/>
                <a:gd name="connsiteY22" fmla="*/ 10004 h 162610"/>
                <a:gd name="connsiteX23" fmla="*/ 56865 w 115728"/>
                <a:gd name="connsiteY23" fmla="*/ 85 h 162610"/>
                <a:gd name="connsiteX24" fmla="*/ 239 w 115728"/>
                <a:gd name="connsiteY24" fmla="*/ 43660 h 162610"/>
                <a:gd name="connsiteX25" fmla="*/ 15458 w 115728"/>
                <a:gd name="connsiteY25" fmla="*/ 73773 h 162610"/>
                <a:gd name="connsiteX26" fmla="*/ 62173 w 115728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728" h="162610">
                  <a:moveTo>
                    <a:pt x="62173" y="90070"/>
                  </a:moveTo>
                  <a:cubicBezTo>
                    <a:pt x="69959" y="91487"/>
                    <a:pt x="98980" y="97155"/>
                    <a:pt x="98980" y="122663"/>
                  </a:cubicBezTo>
                  <a:cubicBezTo>
                    <a:pt x="98980" y="140730"/>
                    <a:pt x="86593" y="154901"/>
                    <a:pt x="58988" y="154901"/>
                  </a:cubicBezTo>
                  <a:cubicBezTo>
                    <a:pt x="29260" y="154901"/>
                    <a:pt x="16519" y="134708"/>
                    <a:pt x="9795" y="104595"/>
                  </a:cubicBezTo>
                  <a:cubicBezTo>
                    <a:pt x="8733" y="99989"/>
                    <a:pt x="8379" y="98572"/>
                    <a:pt x="4840" y="98572"/>
                  </a:cubicBezTo>
                  <a:cubicBezTo>
                    <a:pt x="239" y="98572"/>
                    <a:pt x="239" y="101052"/>
                    <a:pt x="239" y="107429"/>
                  </a:cubicBezTo>
                  <a:lnTo>
                    <a:pt x="239" y="154193"/>
                  </a:lnTo>
                  <a:cubicBezTo>
                    <a:pt x="239" y="160215"/>
                    <a:pt x="239" y="162695"/>
                    <a:pt x="4132" y="162695"/>
                  </a:cubicBezTo>
                  <a:cubicBezTo>
                    <a:pt x="5902" y="162695"/>
                    <a:pt x="6256" y="162341"/>
                    <a:pt x="12980" y="155610"/>
                  </a:cubicBezTo>
                  <a:cubicBezTo>
                    <a:pt x="13688" y="154901"/>
                    <a:pt x="13688" y="154193"/>
                    <a:pt x="20058" y="147462"/>
                  </a:cubicBezTo>
                  <a:cubicBezTo>
                    <a:pt x="35630" y="162341"/>
                    <a:pt x="51556" y="162695"/>
                    <a:pt x="58988" y="162695"/>
                  </a:cubicBezTo>
                  <a:cubicBezTo>
                    <a:pt x="99688" y="162695"/>
                    <a:pt x="115967" y="138959"/>
                    <a:pt x="115967" y="113452"/>
                  </a:cubicBezTo>
                  <a:cubicBezTo>
                    <a:pt x="115967" y="94675"/>
                    <a:pt x="105350" y="84047"/>
                    <a:pt x="101103" y="79796"/>
                  </a:cubicBezTo>
                  <a:cubicBezTo>
                    <a:pt x="89424" y="68459"/>
                    <a:pt x="75622" y="65625"/>
                    <a:pt x="60758" y="62791"/>
                  </a:cubicBezTo>
                  <a:cubicBezTo>
                    <a:pt x="40939" y="58894"/>
                    <a:pt x="17227" y="54288"/>
                    <a:pt x="17227" y="33740"/>
                  </a:cubicBezTo>
                  <a:cubicBezTo>
                    <a:pt x="17227" y="21341"/>
                    <a:pt x="26429" y="6816"/>
                    <a:pt x="56865" y="6816"/>
                  </a:cubicBezTo>
                  <a:cubicBezTo>
                    <a:pt x="95795" y="6816"/>
                    <a:pt x="97564" y="38700"/>
                    <a:pt x="98272" y="49683"/>
                  </a:cubicBezTo>
                  <a:cubicBezTo>
                    <a:pt x="98626" y="52871"/>
                    <a:pt x="101811" y="52871"/>
                    <a:pt x="102519" y="52871"/>
                  </a:cubicBezTo>
                  <a:cubicBezTo>
                    <a:pt x="107120" y="52871"/>
                    <a:pt x="107120" y="51100"/>
                    <a:pt x="107120" y="44369"/>
                  </a:cubicBezTo>
                  <a:lnTo>
                    <a:pt x="107120" y="8587"/>
                  </a:lnTo>
                  <a:cubicBezTo>
                    <a:pt x="107120" y="2565"/>
                    <a:pt x="107120" y="85"/>
                    <a:pt x="103227" y="85"/>
                  </a:cubicBezTo>
                  <a:cubicBezTo>
                    <a:pt x="101457" y="85"/>
                    <a:pt x="100749" y="85"/>
                    <a:pt x="96149" y="4336"/>
                  </a:cubicBezTo>
                  <a:cubicBezTo>
                    <a:pt x="95087" y="5753"/>
                    <a:pt x="91548" y="8941"/>
                    <a:pt x="90132" y="10004"/>
                  </a:cubicBezTo>
                  <a:cubicBezTo>
                    <a:pt x="76684" y="85"/>
                    <a:pt x="62173" y="85"/>
                    <a:pt x="56865" y="85"/>
                  </a:cubicBezTo>
                  <a:cubicBezTo>
                    <a:pt x="13688" y="85"/>
                    <a:pt x="239" y="23821"/>
                    <a:pt x="239" y="43660"/>
                  </a:cubicBezTo>
                  <a:cubicBezTo>
                    <a:pt x="239" y="56060"/>
                    <a:pt x="5902" y="65979"/>
                    <a:pt x="15458" y="73773"/>
                  </a:cubicBezTo>
                  <a:cubicBezTo>
                    <a:pt x="26783" y="82984"/>
                    <a:pt x="36692" y="85110"/>
                    <a:pt x="62173" y="90070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1AD40B1C-E404-1D8B-D7DF-2A45771A26FD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893717" y="7853296"/>
              <a:ext cx="110773" cy="221773"/>
            </a:xfrm>
            <a:custGeom>
              <a:avLst/>
              <a:gdLst>
                <a:gd name="connsiteX0" fmla="*/ 54745 w 110773"/>
                <a:gd name="connsiteY0" fmla="*/ 76253 h 221773"/>
                <a:gd name="connsiteX1" fmla="*/ 105354 w 110773"/>
                <a:gd name="connsiteY1" fmla="*/ 76253 h 221773"/>
                <a:gd name="connsiteX2" fmla="*/ 105354 w 110773"/>
                <a:gd name="connsiteY2" fmla="*/ 65271 h 221773"/>
                <a:gd name="connsiteX3" fmla="*/ 54745 w 110773"/>
                <a:gd name="connsiteY3" fmla="*/ 65271 h 221773"/>
                <a:gd name="connsiteX4" fmla="*/ 54745 w 110773"/>
                <a:gd name="connsiteY4" fmla="*/ 85 h 221773"/>
                <a:gd name="connsiteX5" fmla="*/ 45898 w 110773"/>
                <a:gd name="connsiteY5" fmla="*/ 85 h 221773"/>
                <a:gd name="connsiteX6" fmla="*/ 243 w 110773"/>
                <a:gd name="connsiteY6" fmla="*/ 68459 h 221773"/>
                <a:gd name="connsiteX7" fmla="*/ 243 w 110773"/>
                <a:gd name="connsiteY7" fmla="*/ 76253 h 221773"/>
                <a:gd name="connsiteX8" fmla="*/ 30326 w 110773"/>
                <a:gd name="connsiteY8" fmla="*/ 76253 h 221773"/>
                <a:gd name="connsiteX9" fmla="*/ 30326 w 110773"/>
                <a:gd name="connsiteY9" fmla="*/ 174032 h 221773"/>
                <a:gd name="connsiteX10" fmla="*/ 75980 w 110773"/>
                <a:gd name="connsiteY10" fmla="*/ 221859 h 221773"/>
                <a:gd name="connsiteX11" fmla="*/ 111017 w 110773"/>
                <a:gd name="connsiteY11" fmla="*/ 174032 h 221773"/>
                <a:gd name="connsiteX12" fmla="*/ 111017 w 110773"/>
                <a:gd name="connsiteY12" fmla="*/ 153839 h 221773"/>
                <a:gd name="connsiteX13" fmla="*/ 102169 w 110773"/>
                <a:gd name="connsiteY13" fmla="*/ 153839 h 221773"/>
                <a:gd name="connsiteX14" fmla="*/ 102169 w 110773"/>
                <a:gd name="connsiteY14" fmla="*/ 173323 h 221773"/>
                <a:gd name="connsiteX15" fmla="*/ 78457 w 110773"/>
                <a:gd name="connsiteY15" fmla="*/ 213002 h 221773"/>
                <a:gd name="connsiteX16" fmla="*/ 54745 w 110773"/>
                <a:gd name="connsiteY16" fmla="*/ 174741 h 221773"/>
                <a:gd name="connsiteX17" fmla="*/ 54745 w 11077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745" y="76253"/>
                  </a:moveTo>
                  <a:lnTo>
                    <a:pt x="105354" y="76253"/>
                  </a:lnTo>
                  <a:lnTo>
                    <a:pt x="105354" y="65271"/>
                  </a:lnTo>
                  <a:lnTo>
                    <a:pt x="54745" y="65271"/>
                  </a:lnTo>
                  <a:lnTo>
                    <a:pt x="54745" y="85"/>
                  </a:lnTo>
                  <a:lnTo>
                    <a:pt x="45898" y="85"/>
                  </a:lnTo>
                  <a:cubicBezTo>
                    <a:pt x="45544" y="29135"/>
                    <a:pt x="34926" y="67042"/>
                    <a:pt x="243" y="68459"/>
                  </a:cubicBezTo>
                  <a:lnTo>
                    <a:pt x="243" y="76253"/>
                  </a:lnTo>
                  <a:lnTo>
                    <a:pt x="30326" y="76253"/>
                  </a:lnTo>
                  <a:lnTo>
                    <a:pt x="30326" y="174032"/>
                  </a:lnTo>
                  <a:cubicBezTo>
                    <a:pt x="30326" y="217607"/>
                    <a:pt x="63239" y="221859"/>
                    <a:pt x="75980" y="221859"/>
                  </a:cubicBezTo>
                  <a:cubicBezTo>
                    <a:pt x="101107" y="221859"/>
                    <a:pt x="111017" y="196705"/>
                    <a:pt x="111017" y="174032"/>
                  </a:cubicBezTo>
                  <a:lnTo>
                    <a:pt x="111017" y="153839"/>
                  </a:lnTo>
                  <a:lnTo>
                    <a:pt x="102169" y="153839"/>
                  </a:lnTo>
                  <a:lnTo>
                    <a:pt x="102169" y="173323"/>
                  </a:lnTo>
                  <a:cubicBezTo>
                    <a:pt x="102169" y="199540"/>
                    <a:pt x="91552" y="213002"/>
                    <a:pt x="78457" y="213002"/>
                  </a:cubicBezTo>
                  <a:cubicBezTo>
                    <a:pt x="54745" y="213002"/>
                    <a:pt x="54745" y="180763"/>
                    <a:pt x="54745" y="174741"/>
                  </a:cubicBezTo>
                  <a:lnTo>
                    <a:pt x="54745" y="7625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BA9B8D25-E517-04AC-98E9-FE7AF9655AAC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1153919" y="7914585"/>
              <a:ext cx="178015" cy="160484"/>
            </a:xfrm>
            <a:custGeom>
              <a:avLst/>
              <a:gdLst>
                <a:gd name="connsiteX0" fmla="*/ 127304 w 178015"/>
                <a:gd name="connsiteY0" fmla="*/ 128685 h 160484"/>
                <a:gd name="connsiteX1" fmla="*/ 127304 w 178015"/>
                <a:gd name="connsiteY1" fmla="*/ 160570 h 160484"/>
                <a:gd name="connsiteX2" fmla="*/ 178266 w 178015"/>
                <a:gd name="connsiteY2" fmla="*/ 156673 h 160484"/>
                <a:gd name="connsiteX3" fmla="*/ 178266 w 178015"/>
                <a:gd name="connsiteY3" fmla="*/ 145690 h 160484"/>
                <a:gd name="connsiteX4" fmla="*/ 150662 w 178015"/>
                <a:gd name="connsiteY4" fmla="*/ 125851 h 160484"/>
                <a:gd name="connsiteX5" fmla="*/ 150662 w 178015"/>
                <a:gd name="connsiteY5" fmla="*/ 85 h 160484"/>
                <a:gd name="connsiteX6" fmla="*/ 98637 w 178015"/>
                <a:gd name="connsiteY6" fmla="*/ 3982 h 160484"/>
                <a:gd name="connsiteX7" fmla="*/ 98637 w 178015"/>
                <a:gd name="connsiteY7" fmla="*/ 14964 h 160484"/>
                <a:gd name="connsiteX8" fmla="*/ 126242 w 178015"/>
                <a:gd name="connsiteY8" fmla="*/ 34803 h 160484"/>
                <a:gd name="connsiteX9" fmla="*/ 126242 w 178015"/>
                <a:gd name="connsiteY9" fmla="*/ 97864 h 160484"/>
                <a:gd name="connsiteX10" fmla="*/ 83419 w 178015"/>
                <a:gd name="connsiteY10" fmla="*/ 152776 h 160484"/>
                <a:gd name="connsiteX11" fmla="*/ 52275 w 178015"/>
                <a:gd name="connsiteY11" fmla="*/ 117703 h 160484"/>
                <a:gd name="connsiteX12" fmla="*/ 52275 w 178015"/>
                <a:gd name="connsiteY12" fmla="*/ 85 h 160484"/>
                <a:gd name="connsiteX13" fmla="*/ 251 w 178015"/>
                <a:gd name="connsiteY13" fmla="*/ 3982 h 160484"/>
                <a:gd name="connsiteX14" fmla="*/ 251 w 178015"/>
                <a:gd name="connsiteY14" fmla="*/ 14964 h 160484"/>
                <a:gd name="connsiteX15" fmla="*/ 27855 w 178015"/>
                <a:gd name="connsiteY15" fmla="*/ 47557 h 160484"/>
                <a:gd name="connsiteX16" fmla="*/ 27855 w 178015"/>
                <a:gd name="connsiteY16" fmla="*/ 100698 h 160484"/>
                <a:gd name="connsiteX17" fmla="*/ 81650 w 178015"/>
                <a:gd name="connsiteY17" fmla="*/ 160570 h 160484"/>
                <a:gd name="connsiteX18" fmla="*/ 127304 w 178015"/>
                <a:gd name="connsiteY18" fmla="*/ 12868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015" h="160484">
                  <a:moveTo>
                    <a:pt x="127304" y="128685"/>
                  </a:moveTo>
                  <a:lnTo>
                    <a:pt x="127304" y="160570"/>
                  </a:lnTo>
                  <a:lnTo>
                    <a:pt x="178266" y="156673"/>
                  </a:lnTo>
                  <a:lnTo>
                    <a:pt x="178266" y="145690"/>
                  </a:lnTo>
                  <a:cubicBezTo>
                    <a:pt x="153493" y="145690"/>
                    <a:pt x="150662" y="143210"/>
                    <a:pt x="150662" y="125851"/>
                  </a:cubicBezTo>
                  <a:lnTo>
                    <a:pt x="150662" y="85"/>
                  </a:lnTo>
                  <a:lnTo>
                    <a:pt x="98637" y="3982"/>
                  </a:lnTo>
                  <a:lnTo>
                    <a:pt x="98637" y="14964"/>
                  </a:lnTo>
                  <a:cubicBezTo>
                    <a:pt x="123411" y="14964"/>
                    <a:pt x="126242" y="17444"/>
                    <a:pt x="126242" y="34803"/>
                  </a:cubicBezTo>
                  <a:lnTo>
                    <a:pt x="126242" y="97864"/>
                  </a:lnTo>
                  <a:cubicBezTo>
                    <a:pt x="126242" y="128685"/>
                    <a:pt x="109254" y="152776"/>
                    <a:pt x="83419" y="152776"/>
                  </a:cubicBezTo>
                  <a:cubicBezTo>
                    <a:pt x="53691" y="152776"/>
                    <a:pt x="52275" y="136125"/>
                    <a:pt x="52275" y="117703"/>
                  </a:cubicBezTo>
                  <a:lnTo>
                    <a:pt x="52275" y="85"/>
                  </a:lnTo>
                  <a:lnTo>
                    <a:pt x="251" y="3982"/>
                  </a:lnTo>
                  <a:lnTo>
                    <a:pt x="251" y="14964"/>
                  </a:lnTo>
                  <a:cubicBezTo>
                    <a:pt x="27855" y="14964"/>
                    <a:pt x="27855" y="16027"/>
                    <a:pt x="27855" y="47557"/>
                  </a:cubicBezTo>
                  <a:lnTo>
                    <a:pt x="27855" y="100698"/>
                  </a:lnTo>
                  <a:cubicBezTo>
                    <a:pt x="27855" y="128331"/>
                    <a:pt x="27855" y="160570"/>
                    <a:pt x="81650" y="160570"/>
                  </a:cubicBezTo>
                  <a:cubicBezTo>
                    <a:pt x="101468" y="160570"/>
                    <a:pt x="117040" y="150650"/>
                    <a:pt x="127304" y="128685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83C8EA61-7CA1-FFFD-B2E6-BA0267A4ADB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350889" y="7912459"/>
              <a:ext cx="115728" cy="162610"/>
            </a:xfrm>
            <a:custGeom>
              <a:avLst/>
              <a:gdLst>
                <a:gd name="connsiteX0" fmla="*/ 62190 w 115728"/>
                <a:gd name="connsiteY0" fmla="*/ 90070 h 162610"/>
                <a:gd name="connsiteX1" fmla="*/ 98997 w 115728"/>
                <a:gd name="connsiteY1" fmla="*/ 122663 h 162610"/>
                <a:gd name="connsiteX2" fmla="*/ 59005 w 115728"/>
                <a:gd name="connsiteY2" fmla="*/ 154901 h 162610"/>
                <a:gd name="connsiteX3" fmla="*/ 9812 w 115728"/>
                <a:gd name="connsiteY3" fmla="*/ 104595 h 162610"/>
                <a:gd name="connsiteX4" fmla="*/ 4857 w 115728"/>
                <a:gd name="connsiteY4" fmla="*/ 98572 h 162610"/>
                <a:gd name="connsiteX5" fmla="*/ 256 w 115728"/>
                <a:gd name="connsiteY5" fmla="*/ 107429 h 162610"/>
                <a:gd name="connsiteX6" fmla="*/ 256 w 115728"/>
                <a:gd name="connsiteY6" fmla="*/ 154193 h 162610"/>
                <a:gd name="connsiteX7" fmla="*/ 4149 w 115728"/>
                <a:gd name="connsiteY7" fmla="*/ 162695 h 162610"/>
                <a:gd name="connsiteX8" fmla="*/ 12997 w 115728"/>
                <a:gd name="connsiteY8" fmla="*/ 155610 h 162610"/>
                <a:gd name="connsiteX9" fmla="*/ 20075 w 115728"/>
                <a:gd name="connsiteY9" fmla="*/ 147462 h 162610"/>
                <a:gd name="connsiteX10" fmla="*/ 59005 w 115728"/>
                <a:gd name="connsiteY10" fmla="*/ 162695 h 162610"/>
                <a:gd name="connsiteX11" fmla="*/ 115984 w 115728"/>
                <a:gd name="connsiteY11" fmla="*/ 113452 h 162610"/>
                <a:gd name="connsiteX12" fmla="*/ 101120 w 115728"/>
                <a:gd name="connsiteY12" fmla="*/ 79796 h 162610"/>
                <a:gd name="connsiteX13" fmla="*/ 60774 w 115728"/>
                <a:gd name="connsiteY13" fmla="*/ 62791 h 162610"/>
                <a:gd name="connsiteX14" fmla="*/ 17244 w 115728"/>
                <a:gd name="connsiteY14" fmla="*/ 33740 h 162610"/>
                <a:gd name="connsiteX15" fmla="*/ 56881 w 115728"/>
                <a:gd name="connsiteY15" fmla="*/ 6816 h 162610"/>
                <a:gd name="connsiteX16" fmla="*/ 98289 w 115728"/>
                <a:gd name="connsiteY16" fmla="*/ 49683 h 162610"/>
                <a:gd name="connsiteX17" fmla="*/ 102536 w 115728"/>
                <a:gd name="connsiteY17" fmla="*/ 52871 h 162610"/>
                <a:gd name="connsiteX18" fmla="*/ 107136 w 115728"/>
                <a:gd name="connsiteY18" fmla="*/ 44369 h 162610"/>
                <a:gd name="connsiteX19" fmla="*/ 107136 w 115728"/>
                <a:gd name="connsiteY19" fmla="*/ 8587 h 162610"/>
                <a:gd name="connsiteX20" fmla="*/ 103243 w 115728"/>
                <a:gd name="connsiteY20" fmla="*/ 85 h 162610"/>
                <a:gd name="connsiteX21" fmla="*/ 96165 w 115728"/>
                <a:gd name="connsiteY21" fmla="*/ 4336 h 162610"/>
                <a:gd name="connsiteX22" fmla="*/ 90149 w 115728"/>
                <a:gd name="connsiteY22" fmla="*/ 10004 h 162610"/>
                <a:gd name="connsiteX23" fmla="*/ 56881 w 115728"/>
                <a:gd name="connsiteY23" fmla="*/ 85 h 162610"/>
                <a:gd name="connsiteX24" fmla="*/ 256 w 115728"/>
                <a:gd name="connsiteY24" fmla="*/ 43660 h 162610"/>
                <a:gd name="connsiteX25" fmla="*/ 15474 w 115728"/>
                <a:gd name="connsiteY25" fmla="*/ 73773 h 162610"/>
                <a:gd name="connsiteX26" fmla="*/ 62190 w 115728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728" h="162610">
                  <a:moveTo>
                    <a:pt x="62190" y="90070"/>
                  </a:moveTo>
                  <a:cubicBezTo>
                    <a:pt x="69976" y="91487"/>
                    <a:pt x="98997" y="97155"/>
                    <a:pt x="98997" y="122663"/>
                  </a:cubicBezTo>
                  <a:cubicBezTo>
                    <a:pt x="98997" y="140730"/>
                    <a:pt x="86610" y="154901"/>
                    <a:pt x="59005" y="154901"/>
                  </a:cubicBezTo>
                  <a:cubicBezTo>
                    <a:pt x="29277" y="154901"/>
                    <a:pt x="16536" y="134708"/>
                    <a:pt x="9812" y="104595"/>
                  </a:cubicBezTo>
                  <a:cubicBezTo>
                    <a:pt x="8750" y="99989"/>
                    <a:pt x="8396" y="98572"/>
                    <a:pt x="4857" y="98572"/>
                  </a:cubicBezTo>
                  <a:cubicBezTo>
                    <a:pt x="256" y="98572"/>
                    <a:pt x="256" y="101052"/>
                    <a:pt x="256" y="107429"/>
                  </a:cubicBezTo>
                  <a:lnTo>
                    <a:pt x="256" y="154193"/>
                  </a:lnTo>
                  <a:cubicBezTo>
                    <a:pt x="256" y="160215"/>
                    <a:pt x="256" y="162695"/>
                    <a:pt x="4149" y="162695"/>
                  </a:cubicBezTo>
                  <a:cubicBezTo>
                    <a:pt x="5919" y="162695"/>
                    <a:pt x="6273" y="162341"/>
                    <a:pt x="12997" y="155610"/>
                  </a:cubicBezTo>
                  <a:cubicBezTo>
                    <a:pt x="13705" y="154901"/>
                    <a:pt x="13705" y="154193"/>
                    <a:pt x="20075" y="147462"/>
                  </a:cubicBezTo>
                  <a:cubicBezTo>
                    <a:pt x="35647" y="162341"/>
                    <a:pt x="51573" y="162695"/>
                    <a:pt x="59005" y="162695"/>
                  </a:cubicBezTo>
                  <a:cubicBezTo>
                    <a:pt x="99704" y="162695"/>
                    <a:pt x="115984" y="138959"/>
                    <a:pt x="115984" y="113452"/>
                  </a:cubicBezTo>
                  <a:cubicBezTo>
                    <a:pt x="115984" y="94675"/>
                    <a:pt x="105367" y="84047"/>
                    <a:pt x="101120" y="79796"/>
                  </a:cubicBezTo>
                  <a:cubicBezTo>
                    <a:pt x="89441" y="68459"/>
                    <a:pt x="75639" y="65625"/>
                    <a:pt x="60774" y="62791"/>
                  </a:cubicBezTo>
                  <a:cubicBezTo>
                    <a:pt x="40956" y="58894"/>
                    <a:pt x="17244" y="54288"/>
                    <a:pt x="17244" y="33740"/>
                  </a:cubicBezTo>
                  <a:cubicBezTo>
                    <a:pt x="17244" y="21341"/>
                    <a:pt x="26445" y="6816"/>
                    <a:pt x="56881" y="6816"/>
                  </a:cubicBezTo>
                  <a:cubicBezTo>
                    <a:pt x="95811" y="6816"/>
                    <a:pt x="97581" y="38700"/>
                    <a:pt x="98289" y="49683"/>
                  </a:cubicBezTo>
                  <a:cubicBezTo>
                    <a:pt x="98643" y="52871"/>
                    <a:pt x="101828" y="52871"/>
                    <a:pt x="102536" y="52871"/>
                  </a:cubicBezTo>
                  <a:cubicBezTo>
                    <a:pt x="107136" y="52871"/>
                    <a:pt x="107136" y="51100"/>
                    <a:pt x="107136" y="44369"/>
                  </a:cubicBezTo>
                  <a:lnTo>
                    <a:pt x="107136" y="8587"/>
                  </a:lnTo>
                  <a:cubicBezTo>
                    <a:pt x="107136" y="2565"/>
                    <a:pt x="107136" y="85"/>
                    <a:pt x="103243" y="85"/>
                  </a:cubicBezTo>
                  <a:cubicBezTo>
                    <a:pt x="101474" y="85"/>
                    <a:pt x="100766" y="85"/>
                    <a:pt x="96165" y="4336"/>
                  </a:cubicBezTo>
                  <a:cubicBezTo>
                    <a:pt x="95104" y="5753"/>
                    <a:pt x="91564" y="8941"/>
                    <a:pt x="90149" y="10004"/>
                  </a:cubicBezTo>
                  <a:cubicBezTo>
                    <a:pt x="76700" y="85"/>
                    <a:pt x="62190" y="85"/>
                    <a:pt x="56881" y="85"/>
                  </a:cubicBezTo>
                  <a:cubicBezTo>
                    <a:pt x="13705" y="85"/>
                    <a:pt x="256" y="23821"/>
                    <a:pt x="256" y="43660"/>
                  </a:cubicBezTo>
                  <a:cubicBezTo>
                    <a:pt x="256" y="56060"/>
                    <a:pt x="5919" y="65979"/>
                    <a:pt x="15474" y="73773"/>
                  </a:cubicBezTo>
                  <a:cubicBezTo>
                    <a:pt x="26799" y="82984"/>
                    <a:pt x="36709" y="85110"/>
                    <a:pt x="62190" y="90070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941307EC-BA76-F815-27C9-A75E7530427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488717" y="7912459"/>
              <a:ext cx="136962" cy="162610"/>
            </a:xfrm>
            <a:custGeom>
              <a:avLst/>
              <a:gdLst>
                <a:gd name="connsiteX0" fmla="*/ 29988 w 136962"/>
                <a:gd name="connsiteY0" fmla="*/ 69522 h 162610"/>
                <a:gd name="connsiteX1" fmla="*/ 73873 w 136962"/>
                <a:gd name="connsiteY1" fmla="*/ 7879 h 162610"/>
                <a:gd name="connsiteX2" fmla="*/ 113865 w 136962"/>
                <a:gd name="connsiteY2" fmla="*/ 69522 h 162610"/>
                <a:gd name="connsiteX3" fmla="*/ 29988 w 136962"/>
                <a:gd name="connsiteY3" fmla="*/ 69522 h 162610"/>
                <a:gd name="connsiteX4" fmla="*/ 29634 w 136962"/>
                <a:gd name="connsiteY4" fmla="*/ 76962 h 162610"/>
                <a:gd name="connsiteX5" fmla="*/ 128375 w 136962"/>
                <a:gd name="connsiteY5" fmla="*/ 76962 h 162610"/>
                <a:gd name="connsiteX6" fmla="*/ 137223 w 136962"/>
                <a:gd name="connsiteY6" fmla="*/ 69522 h 162610"/>
                <a:gd name="connsiteX7" fmla="*/ 73873 w 136962"/>
                <a:gd name="connsiteY7" fmla="*/ 85 h 162610"/>
                <a:gd name="connsiteX8" fmla="*/ 260 w 136962"/>
                <a:gd name="connsiteY8" fmla="*/ 80859 h 162610"/>
                <a:gd name="connsiteX9" fmla="*/ 78120 w 136962"/>
                <a:gd name="connsiteY9" fmla="*/ 162695 h 162610"/>
                <a:gd name="connsiteX10" fmla="*/ 137223 w 136962"/>
                <a:gd name="connsiteY10" fmla="*/ 116640 h 162610"/>
                <a:gd name="connsiteX11" fmla="*/ 132622 w 136962"/>
                <a:gd name="connsiteY11" fmla="*/ 112389 h 162610"/>
                <a:gd name="connsiteX12" fmla="*/ 128021 w 136962"/>
                <a:gd name="connsiteY12" fmla="*/ 117349 h 162610"/>
                <a:gd name="connsiteX13" fmla="*/ 80243 w 136962"/>
                <a:gd name="connsiteY13" fmla="*/ 153839 h 162610"/>
                <a:gd name="connsiteX14" fmla="*/ 40252 w 136962"/>
                <a:gd name="connsiteY14" fmla="*/ 130102 h 162610"/>
                <a:gd name="connsiteX15" fmla="*/ 29634 w 136962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29988" y="69522"/>
                  </a:moveTo>
                  <a:cubicBezTo>
                    <a:pt x="32112" y="16735"/>
                    <a:pt x="61840" y="7879"/>
                    <a:pt x="73873" y="7879"/>
                  </a:cubicBezTo>
                  <a:cubicBezTo>
                    <a:pt x="110326" y="7879"/>
                    <a:pt x="113865" y="55705"/>
                    <a:pt x="113865" y="69522"/>
                  </a:cubicBezTo>
                  <a:lnTo>
                    <a:pt x="29988" y="69522"/>
                  </a:lnTo>
                  <a:close/>
                  <a:moveTo>
                    <a:pt x="29634" y="76962"/>
                  </a:moveTo>
                  <a:lnTo>
                    <a:pt x="128375" y="76962"/>
                  </a:lnTo>
                  <a:cubicBezTo>
                    <a:pt x="136161" y="76962"/>
                    <a:pt x="137223" y="76962"/>
                    <a:pt x="137223" y="69522"/>
                  </a:cubicBezTo>
                  <a:cubicBezTo>
                    <a:pt x="137223" y="34449"/>
                    <a:pt x="118112" y="85"/>
                    <a:pt x="73873" y="85"/>
                  </a:cubicBezTo>
                  <a:cubicBezTo>
                    <a:pt x="32820" y="85"/>
                    <a:pt x="260" y="36575"/>
                    <a:pt x="260" y="80859"/>
                  </a:cubicBezTo>
                  <a:cubicBezTo>
                    <a:pt x="260" y="128331"/>
                    <a:pt x="37420" y="162695"/>
                    <a:pt x="78120" y="162695"/>
                  </a:cubicBezTo>
                  <a:cubicBezTo>
                    <a:pt x="121297" y="162695"/>
                    <a:pt x="137223" y="123371"/>
                    <a:pt x="137223" y="116640"/>
                  </a:cubicBezTo>
                  <a:cubicBezTo>
                    <a:pt x="137223" y="113097"/>
                    <a:pt x="134391" y="112389"/>
                    <a:pt x="132622" y="112389"/>
                  </a:cubicBezTo>
                  <a:cubicBezTo>
                    <a:pt x="129437" y="112389"/>
                    <a:pt x="128729" y="114514"/>
                    <a:pt x="128021" y="117349"/>
                  </a:cubicBezTo>
                  <a:cubicBezTo>
                    <a:pt x="115634" y="153839"/>
                    <a:pt x="83782" y="153839"/>
                    <a:pt x="80243" y="153839"/>
                  </a:cubicBezTo>
                  <a:cubicBezTo>
                    <a:pt x="62548" y="153839"/>
                    <a:pt x="48392" y="143210"/>
                    <a:pt x="40252" y="130102"/>
                  </a:cubicBezTo>
                  <a:cubicBezTo>
                    <a:pt x="29634" y="113097"/>
                    <a:pt x="29634" y="89715"/>
                    <a:pt x="29634" y="76962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13AD6A3D-2C21-7F96-D204-03A48D6162E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765749" y="7834165"/>
              <a:ext cx="75736" cy="237007"/>
            </a:xfrm>
            <a:custGeom>
              <a:avLst/>
              <a:gdLst>
                <a:gd name="connsiteX0" fmla="*/ 51231 w 75736"/>
                <a:gd name="connsiteY0" fmla="*/ 80504 h 237007"/>
                <a:gd name="connsiteX1" fmla="*/ 1683 w 75736"/>
                <a:gd name="connsiteY1" fmla="*/ 84401 h 237007"/>
                <a:gd name="connsiteX2" fmla="*/ 1683 w 75736"/>
                <a:gd name="connsiteY2" fmla="*/ 95384 h 237007"/>
                <a:gd name="connsiteX3" fmla="*/ 27873 w 75736"/>
                <a:gd name="connsiteY3" fmla="*/ 114869 h 237007"/>
                <a:gd name="connsiteX4" fmla="*/ 27873 w 75736"/>
                <a:gd name="connsiteY4" fmla="*/ 210168 h 237007"/>
                <a:gd name="connsiteX5" fmla="*/ 268 w 75736"/>
                <a:gd name="connsiteY5" fmla="*/ 226110 h 237007"/>
                <a:gd name="connsiteX6" fmla="*/ 268 w 75736"/>
                <a:gd name="connsiteY6" fmla="*/ 237092 h 237007"/>
                <a:gd name="connsiteX7" fmla="*/ 39198 w 75736"/>
                <a:gd name="connsiteY7" fmla="*/ 236029 h 237007"/>
                <a:gd name="connsiteX8" fmla="*/ 76004 w 75736"/>
                <a:gd name="connsiteY8" fmla="*/ 237092 h 237007"/>
                <a:gd name="connsiteX9" fmla="*/ 76004 w 75736"/>
                <a:gd name="connsiteY9" fmla="*/ 226110 h 237007"/>
                <a:gd name="connsiteX10" fmla="*/ 51231 w 75736"/>
                <a:gd name="connsiteY10" fmla="*/ 210522 h 237007"/>
                <a:gd name="connsiteX11" fmla="*/ 51231 w 75736"/>
                <a:gd name="connsiteY11" fmla="*/ 80504 h 237007"/>
                <a:gd name="connsiteX12" fmla="*/ 52646 w 75736"/>
                <a:gd name="connsiteY12" fmla="*/ 18861 h 237007"/>
                <a:gd name="connsiteX13" fmla="*/ 33889 w 75736"/>
                <a:gd name="connsiteY13" fmla="*/ 85 h 237007"/>
                <a:gd name="connsiteX14" fmla="*/ 15132 w 75736"/>
                <a:gd name="connsiteY14" fmla="*/ 18861 h 237007"/>
                <a:gd name="connsiteX15" fmla="*/ 33889 w 75736"/>
                <a:gd name="connsiteY15" fmla="*/ 37637 h 237007"/>
                <a:gd name="connsiteX16" fmla="*/ 52646 w 75736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736" h="237007">
                  <a:moveTo>
                    <a:pt x="51231" y="80504"/>
                  </a:moveTo>
                  <a:lnTo>
                    <a:pt x="1683" y="84401"/>
                  </a:lnTo>
                  <a:lnTo>
                    <a:pt x="1683" y="95384"/>
                  </a:lnTo>
                  <a:cubicBezTo>
                    <a:pt x="24687" y="95384"/>
                    <a:pt x="27873" y="97509"/>
                    <a:pt x="27873" y="114869"/>
                  </a:cubicBezTo>
                  <a:lnTo>
                    <a:pt x="27873" y="210168"/>
                  </a:lnTo>
                  <a:cubicBezTo>
                    <a:pt x="27873" y="226110"/>
                    <a:pt x="23980" y="226110"/>
                    <a:pt x="268" y="226110"/>
                  </a:cubicBezTo>
                  <a:lnTo>
                    <a:pt x="268" y="237092"/>
                  </a:lnTo>
                  <a:cubicBezTo>
                    <a:pt x="11593" y="236738"/>
                    <a:pt x="30704" y="236029"/>
                    <a:pt x="39198" y="236029"/>
                  </a:cubicBezTo>
                  <a:cubicBezTo>
                    <a:pt x="51584" y="236029"/>
                    <a:pt x="63971" y="236738"/>
                    <a:pt x="76004" y="237092"/>
                  </a:cubicBezTo>
                  <a:lnTo>
                    <a:pt x="76004" y="226110"/>
                  </a:lnTo>
                  <a:cubicBezTo>
                    <a:pt x="52646" y="226110"/>
                    <a:pt x="51231" y="224339"/>
                    <a:pt x="51231" y="210522"/>
                  </a:cubicBezTo>
                  <a:lnTo>
                    <a:pt x="51231" y="80504"/>
                  </a:lnTo>
                  <a:close/>
                  <a:moveTo>
                    <a:pt x="52646" y="18861"/>
                  </a:moveTo>
                  <a:cubicBezTo>
                    <a:pt x="52646" y="7524"/>
                    <a:pt x="43799" y="85"/>
                    <a:pt x="33889" y="85"/>
                  </a:cubicBezTo>
                  <a:cubicBezTo>
                    <a:pt x="22918" y="85"/>
                    <a:pt x="15132" y="9650"/>
                    <a:pt x="15132" y="18861"/>
                  </a:cubicBezTo>
                  <a:cubicBezTo>
                    <a:pt x="15132" y="28426"/>
                    <a:pt x="22918" y="37637"/>
                    <a:pt x="33889" y="37637"/>
                  </a:cubicBezTo>
                  <a:cubicBezTo>
                    <a:pt x="43799" y="37637"/>
                    <a:pt x="52646" y="30198"/>
                    <a:pt x="52646" y="18861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4CC2E629-5A8B-B741-2AFF-AAC9A1EA767D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863704" y="7914585"/>
              <a:ext cx="178015" cy="156588"/>
            </a:xfrm>
            <a:custGeom>
              <a:avLst/>
              <a:gdLst>
                <a:gd name="connsiteX0" fmla="*/ 27875 w 178015"/>
                <a:gd name="connsiteY0" fmla="*/ 34803 h 156588"/>
                <a:gd name="connsiteX1" fmla="*/ 27875 w 178015"/>
                <a:gd name="connsiteY1" fmla="*/ 129748 h 156588"/>
                <a:gd name="connsiteX2" fmla="*/ 271 w 178015"/>
                <a:gd name="connsiteY2" fmla="*/ 145690 h 156588"/>
                <a:gd name="connsiteX3" fmla="*/ 271 w 178015"/>
                <a:gd name="connsiteY3" fmla="*/ 156673 h 156588"/>
                <a:gd name="connsiteX4" fmla="*/ 40262 w 178015"/>
                <a:gd name="connsiteY4" fmla="*/ 155610 h 156588"/>
                <a:gd name="connsiteX5" fmla="*/ 79900 w 178015"/>
                <a:gd name="connsiteY5" fmla="*/ 156673 h 156588"/>
                <a:gd name="connsiteX6" fmla="*/ 79900 w 178015"/>
                <a:gd name="connsiteY6" fmla="*/ 145690 h 156588"/>
                <a:gd name="connsiteX7" fmla="*/ 52295 w 178015"/>
                <a:gd name="connsiteY7" fmla="*/ 129748 h 156588"/>
                <a:gd name="connsiteX8" fmla="*/ 52295 w 178015"/>
                <a:gd name="connsiteY8" fmla="*/ 64562 h 156588"/>
                <a:gd name="connsiteX9" fmla="*/ 100073 w 178015"/>
                <a:gd name="connsiteY9" fmla="*/ 7879 h 156588"/>
                <a:gd name="connsiteX10" fmla="*/ 126262 w 178015"/>
                <a:gd name="connsiteY10" fmla="*/ 47203 h 156588"/>
                <a:gd name="connsiteX11" fmla="*/ 126262 w 178015"/>
                <a:gd name="connsiteY11" fmla="*/ 129748 h 156588"/>
                <a:gd name="connsiteX12" fmla="*/ 98657 w 178015"/>
                <a:gd name="connsiteY12" fmla="*/ 145690 h 156588"/>
                <a:gd name="connsiteX13" fmla="*/ 98657 w 178015"/>
                <a:gd name="connsiteY13" fmla="*/ 156673 h 156588"/>
                <a:gd name="connsiteX14" fmla="*/ 138649 w 178015"/>
                <a:gd name="connsiteY14" fmla="*/ 155610 h 156588"/>
                <a:gd name="connsiteX15" fmla="*/ 178286 w 178015"/>
                <a:gd name="connsiteY15" fmla="*/ 156673 h 156588"/>
                <a:gd name="connsiteX16" fmla="*/ 178286 w 178015"/>
                <a:gd name="connsiteY16" fmla="*/ 145690 h 156588"/>
                <a:gd name="connsiteX17" fmla="*/ 150682 w 178015"/>
                <a:gd name="connsiteY17" fmla="*/ 135062 h 156588"/>
                <a:gd name="connsiteX18" fmla="*/ 150682 w 178015"/>
                <a:gd name="connsiteY18" fmla="*/ 67396 h 156588"/>
                <a:gd name="connsiteX19" fmla="*/ 139710 w 178015"/>
                <a:gd name="connsiteY19" fmla="*/ 13193 h 156588"/>
                <a:gd name="connsiteX20" fmla="*/ 102550 w 178015"/>
                <a:gd name="connsiteY20" fmla="*/ 85 h 156588"/>
                <a:gd name="connsiteX21" fmla="*/ 50172 w 178015"/>
                <a:gd name="connsiteY21" fmla="*/ 37283 h 156588"/>
                <a:gd name="connsiteX22" fmla="*/ 50172 w 178015"/>
                <a:gd name="connsiteY22" fmla="*/ 85 h 156588"/>
                <a:gd name="connsiteX23" fmla="*/ 271 w 178015"/>
                <a:gd name="connsiteY23" fmla="*/ 3982 h 156588"/>
                <a:gd name="connsiteX24" fmla="*/ 271 w 178015"/>
                <a:gd name="connsiteY24" fmla="*/ 14964 h 156588"/>
                <a:gd name="connsiteX25" fmla="*/ 27875 w 178015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015" h="156588">
                  <a:moveTo>
                    <a:pt x="27875" y="34803"/>
                  </a:moveTo>
                  <a:lnTo>
                    <a:pt x="27875" y="129748"/>
                  </a:lnTo>
                  <a:cubicBezTo>
                    <a:pt x="27875" y="145690"/>
                    <a:pt x="23982" y="145690"/>
                    <a:pt x="271" y="145690"/>
                  </a:cubicBezTo>
                  <a:lnTo>
                    <a:pt x="271" y="156673"/>
                  </a:lnTo>
                  <a:cubicBezTo>
                    <a:pt x="12657" y="156318"/>
                    <a:pt x="30707" y="155610"/>
                    <a:pt x="40262" y="155610"/>
                  </a:cubicBezTo>
                  <a:cubicBezTo>
                    <a:pt x="49464" y="155610"/>
                    <a:pt x="67867" y="156318"/>
                    <a:pt x="79900" y="156673"/>
                  </a:cubicBezTo>
                  <a:lnTo>
                    <a:pt x="79900" y="145690"/>
                  </a:lnTo>
                  <a:cubicBezTo>
                    <a:pt x="56188" y="145690"/>
                    <a:pt x="52295" y="145690"/>
                    <a:pt x="52295" y="129748"/>
                  </a:cubicBezTo>
                  <a:lnTo>
                    <a:pt x="52295" y="64562"/>
                  </a:lnTo>
                  <a:cubicBezTo>
                    <a:pt x="52295" y="27718"/>
                    <a:pt x="77423" y="7879"/>
                    <a:pt x="100073" y="7879"/>
                  </a:cubicBezTo>
                  <a:cubicBezTo>
                    <a:pt x="122369" y="7879"/>
                    <a:pt x="126262" y="27009"/>
                    <a:pt x="126262" y="47203"/>
                  </a:cubicBezTo>
                  <a:lnTo>
                    <a:pt x="126262" y="129748"/>
                  </a:lnTo>
                  <a:cubicBezTo>
                    <a:pt x="126262" y="145690"/>
                    <a:pt x="122369" y="145690"/>
                    <a:pt x="98657" y="145690"/>
                  </a:cubicBezTo>
                  <a:lnTo>
                    <a:pt x="98657" y="156673"/>
                  </a:lnTo>
                  <a:cubicBezTo>
                    <a:pt x="111044" y="156318"/>
                    <a:pt x="129093" y="155610"/>
                    <a:pt x="138649" y="155610"/>
                  </a:cubicBezTo>
                  <a:cubicBezTo>
                    <a:pt x="147850" y="155610"/>
                    <a:pt x="166254" y="156318"/>
                    <a:pt x="178286" y="156673"/>
                  </a:cubicBezTo>
                  <a:lnTo>
                    <a:pt x="178286" y="145690"/>
                  </a:lnTo>
                  <a:cubicBezTo>
                    <a:pt x="159883" y="145690"/>
                    <a:pt x="151036" y="145690"/>
                    <a:pt x="150682" y="135062"/>
                  </a:cubicBezTo>
                  <a:lnTo>
                    <a:pt x="150682" y="67396"/>
                  </a:lnTo>
                  <a:cubicBezTo>
                    <a:pt x="150682" y="36929"/>
                    <a:pt x="150682" y="25947"/>
                    <a:pt x="139710" y="13193"/>
                  </a:cubicBezTo>
                  <a:cubicBezTo>
                    <a:pt x="134756" y="7170"/>
                    <a:pt x="123077" y="85"/>
                    <a:pt x="102550" y="85"/>
                  </a:cubicBezTo>
                  <a:cubicBezTo>
                    <a:pt x="76715" y="85"/>
                    <a:pt x="60081" y="15318"/>
                    <a:pt x="50172" y="37283"/>
                  </a:cubicBezTo>
                  <a:lnTo>
                    <a:pt x="50172" y="85"/>
                  </a:lnTo>
                  <a:lnTo>
                    <a:pt x="271" y="3982"/>
                  </a:lnTo>
                  <a:lnTo>
                    <a:pt x="271" y="14964"/>
                  </a:lnTo>
                  <a:cubicBezTo>
                    <a:pt x="25044" y="14964"/>
                    <a:pt x="27875" y="17444"/>
                    <a:pt x="27875" y="3480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3FA45F37-E0DB-D70C-0591-78EAE62F115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2045888" y="7918482"/>
              <a:ext cx="173061" cy="156588"/>
            </a:xfrm>
            <a:custGeom>
              <a:avLst/>
              <a:gdLst>
                <a:gd name="connsiteX0" fmla="*/ 140777 w 173061"/>
                <a:gd name="connsiteY0" fmla="*/ 34803 h 156588"/>
                <a:gd name="connsiteX1" fmla="*/ 173337 w 173061"/>
                <a:gd name="connsiteY1" fmla="*/ 11067 h 156588"/>
                <a:gd name="connsiteX2" fmla="*/ 173337 w 173061"/>
                <a:gd name="connsiteY2" fmla="*/ 85 h 156588"/>
                <a:gd name="connsiteX3" fmla="*/ 146794 w 173061"/>
                <a:gd name="connsiteY3" fmla="*/ 1148 h 156588"/>
                <a:gd name="connsiteX4" fmla="*/ 116004 w 173061"/>
                <a:gd name="connsiteY4" fmla="*/ 85 h 156588"/>
                <a:gd name="connsiteX5" fmla="*/ 116004 w 173061"/>
                <a:gd name="connsiteY5" fmla="*/ 11067 h 156588"/>
                <a:gd name="connsiteX6" fmla="*/ 132991 w 173061"/>
                <a:gd name="connsiteY6" fmla="*/ 26301 h 156588"/>
                <a:gd name="connsiteX7" fmla="*/ 130868 w 173061"/>
                <a:gd name="connsiteY7" fmla="*/ 34803 h 156588"/>
                <a:gd name="connsiteX8" fmla="*/ 94769 w 173061"/>
                <a:gd name="connsiteY8" fmla="*/ 125143 h 156588"/>
                <a:gd name="connsiteX9" fmla="*/ 55132 w 173061"/>
                <a:gd name="connsiteY9" fmla="*/ 26301 h 156588"/>
                <a:gd name="connsiteX10" fmla="*/ 53008 w 173061"/>
                <a:gd name="connsiteY10" fmla="*/ 20278 h 156588"/>
                <a:gd name="connsiteX11" fmla="*/ 73181 w 173061"/>
                <a:gd name="connsiteY11" fmla="*/ 11067 h 156588"/>
                <a:gd name="connsiteX12" fmla="*/ 73181 w 173061"/>
                <a:gd name="connsiteY12" fmla="*/ 85 h 156588"/>
                <a:gd name="connsiteX13" fmla="*/ 34605 w 173061"/>
                <a:gd name="connsiteY13" fmla="*/ 1148 h 156588"/>
                <a:gd name="connsiteX14" fmla="*/ 276 w 173061"/>
                <a:gd name="connsiteY14" fmla="*/ 85 h 156588"/>
                <a:gd name="connsiteX15" fmla="*/ 276 w 173061"/>
                <a:gd name="connsiteY15" fmla="*/ 11067 h 156588"/>
                <a:gd name="connsiteX16" fmla="*/ 28588 w 173061"/>
                <a:gd name="connsiteY16" fmla="*/ 24175 h 156588"/>
                <a:gd name="connsiteX17" fmla="*/ 79551 w 173061"/>
                <a:gd name="connsiteY17" fmla="*/ 149942 h 156588"/>
                <a:gd name="connsiteX18" fmla="*/ 86983 w 173061"/>
                <a:gd name="connsiteY18" fmla="*/ 156673 h 156588"/>
                <a:gd name="connsiteX19" fmla="*/ 94415 w 173061"/>
                <a:gd name="connsiteY19" fmla="*/ 149942 h 156588"/>
                <a:gd name="connsiteX20" fmla="*/ 140777 w 173061"/>
                <a:gd name="connsiteY20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061" h="156588">
                  <a:moveTo>
                    <a:pt x="140777" y="34803"/>
                  </a:moveTo>
                  <a:cubicBezTo>
                    <a:pt x="143963" y="26655"/>
                    <a:pt x="149979" y="11421"/>
                    <a:pt x="173337" y="11067"/>
                  </a:cubicBezTo>
                  <a:lnTo>
                    <a:pt x="173337" y="85"/>
                  </a:lnTo>
                  <a:cubicBezTo>
                    <a:pt x="165197" y="793"/>
                    <a:pt x="154934" y="1148"/>
                    <a:pt x="146794" y="1148"/>
                  </a:cubicBezTo>
                  <a:cubicBezTo>
                    <a:pt x="138300" y="1148"/>
                    <a:pt x="122020" y="439"/>
                    <a:pt x="116004" y="85"/>
                  </a:cubicBezTo>
                  <a:lnTo>
                    <a:pt x="116004" y="11067"/>
                  </a:lnTo>
                  <a:cubicBezTo>
                    <a:pt x="129098" y="11421"/>
                    <a:pt x="132991" y="19570"/>
                    <a:pt x="132991" y="26301"/>
                  </a:cubicBezTo>
                  <a:cubicBezTo>
                    <a:pt x="132991" y="29489"/>
                    <a:pt x="132284" y="30906"/>
                    <a:pt x="130868" y="34803"/>
                  </a:cubicBezTo>
                  <a:lnTo>
                    <a:pt x="94769" y="125143"/>
                  </a:lnTo>
                  <a:lnTo>
                    <a:pt x="55132" y="26301"/>
                  </a:lnTo>
                  <a:cubicBezTo>
                    <a:pt x="53008" y="21695"/>
                    <a:pt x="53008" y="20987"/>
                    <a:pt x="53008" y="20278"/>
                  </a:cubicBezTo>
                  <a:cubicBezTo>
                    <a:pt x="53008" y="11067"/>
                    <a:pt x="66811" y="11067"/>
                    <a:pt x="73181" y="11067"/>
                  </a:cubicBezTo>
                  <a:lnTo>
                    <a:pt x="73181" y="85"/>
                  </a:lnTo>
                  <a:cubicBezTo>
                    <a:pt x="62564" y="439"/>
                    <a:pt x="42745" y="1148"/>
                    <a:pt x="34605" y="1148"/>
                  </a:cubicBezTo>
                  <a:cubicBezTo>
                    <a:pt x="25049" y="1148"/>
                    <a:pt x="10893" y="793"/>
                    <a:pt x="276" y="85"/>
                  </a:cubicBezTo>
                  <a:lnTo>
                    <a:pt x="276" y="11067"/>
                  </a:lnTo>
                  <a:cubicBezTo>
                    <a:pt x="22572" y="11067"/>
                    <a:pt x="23988" y="13193"/>
                    <a:pt x="28588" y="24175"/>
                  </a:cubicBezTo>
                  <a:lnTo>
                    <a:pt x="79551" y="149942"/>
                  </a:lnTo>
                  <a:cubicBezTo>
                    <a:pt x="81675" y="154901"/>
                    <a:pt x="82383" y="156673"/>
                    <a:pt x="86983" y="156673"/>
                  </a:cubicBezTo>
                  <a:cubicBezTo>
                    <a:pt x="91584" y="156673"/>
                    <a:pt x="93000" y="153484"/>
                    <a:pt x="94415" y="149942"/>
                  </a:cubicBezTo>
                  <a:lnTo>
                    <a:pt x="140777" y="3480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B0AB9029-4D0C-F1AB-A4AF-7FD4E661FBD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2226028" y="7912459"/>
              <a:ext cx="136962" cy="162610"/>
            </a:xfrm>
            <a:custGeom>
              <a:avLst/>
              <a:gdLst>
                <a:gd name="connsiteX0" fmla="*/ 30009 w 136962"/>
                <a:gd name="connsiteY0" fmla="*/ 69522 h 162610"/>
                <a:gd name="connsiteX1" fmla="*/ 73894 w 136962"/>
                <a:gd name="connsiteY1" fmla="*/ 7879 h 162610"/>
                <a:gd name="connsiteX2" fmla="*/ 113885 w 136962"/>
                <a:gd name="connsiteY2" fmla="*/ 69522 h 162610"/>
                <a:gd name="connsiteX3" fmla="*/ 30009 w 136962"/>
                <a:gd name="connsiteY3" fmla="*/ 69522 h 162610"/>
                <a:gd name="connsiteX4" fmla="*/ 29655 w 136962"/>
                <a:gd name="connsiteY4" fmla="*/ 76962 h 162610"/>
                <a:gd name="connsiteX5" fmla="*/ 128396 w 136962"/>
                <a:gd name="connsiteY5" fmla="*/ 76962 h 162610"/>
                <a:gd name="connsiteX6" fmla="*/ 137243 w 136962"/>
                <a:gd name="connsiteY6" fmla="*/ 69522 h 162610"/>
                <a:gd name="connsiteX7" fmla="*/ 73894 w 136962"/>
                <a:gd name="connsiteY7" fmla="*/ 85 h 162610"/>
                <a:gd name="connsiteX8" fmla="*/ 281 w 136962"/>
                <a:gd name="connsiteY8" fmla="*/ 80859 h 162610"/>
                <a:gd name="connsiteX9" fmla="*/ 78141 w 136962"/>
                <a:gd name="connsiteY9" fmla="*/ 162695 h 162610"/>
                <a:gd name="connsiteX10" fmla="*/ 137243 w 136962"/>
                <a:gd name="connsiteY10" fmla="*/ 116640 h 162610"/>
                <a:gd name="connsiteX11" fmla="*/ 132643 w 136962"/>
                <a:gd name="connsiteY11" fmla="*/ 112389 h 162610"/>
                <a:gd name="connsiteX12" fmla="*/ 128042 w 136962"/>
                <a:gd name="connsiteY12" fmla="*/ 117349 h 162610"/>
                <a:gd name="connsiteX13" fmla="*/ 80264 w 136962"/>
                <a:gd name="connsiteY13" fmla="*/ 153839 h 162610"/>
                <a:gd name="connsiteX14" fmla="*/ 40272 w 136962"/>
                <a:gd name="connsiteY14" fmla="*/ 130102 h 162610"/>
                <a:gd name="connsiteX15" fmla="*/ 29655 w 136962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30009" y="69522"/>
                  </a:moveTo>
                  <a:cubicBezTo>
                    <a:pt x="32133" y="16735"/>
                    <a:pt x="61861" y="7879"/>
                    <a:pt x="73894" y="7879"/>
                  </a:cubicBezTo>
                  <a:cubicBezTo>
                    <a:pt x="110346" y="7879"/>
                    <a:pt x="113885" y="55705"/>
                    <a:pt x="113885" y="69522"/>
                  </a:cubicBezTo>
                  <a:lnTo>
                    <a:pt x="30009" y="69522"/>
                  </a:lnTo>
                  <a:close/>
                  <a:moveTo>
                    <a:pt x="29655" y="76962"/>
                  </a:moveTo>
                  <a:lnTo>
                    <a:pt x="128396" y="76962"/>
                  </a:lnTo>
                  <a:cubicBezTo>
                    <a:pt x="136182" y="76962"/>
                    <a:pt x="137243" y="76962"/>
                    <a:pt x="137243" y="69522"/>
                  </a:cubicBezTo>
                  <a:cubicBezTo>
                    <a:pt x="137243" y="34449"/>
                    <a:pt x="118132" y="85"/>
                    <a:pt x="73894" y="85"/>
                  </a:cubicBezTo>
                  <a:cubicBezTo>
                    <a:pt x="32840" y="85"/>
                    <a:pt x="281" y="36575"/>
                    <a:pt x="281" y="80859"/>
                  </a:cubicBezTo>
                  <a:cubicBezTo>
                    <a:pt x="281" y="128331"/>
                    <a:pt x="37441" y="162695"/>
                    <a:pt x="78141" y="162695"/>
                  </a:cubicBezTo>
                  <a:cubicBezTo>
                    <a:pt x="121317" y="162695"/>
                    <a:pt x="137243" y="123371"/>
                    <a:pt x="137243" y="116640"/>
                  </a:cubicBezTo>
                  <a:cubicBezTo>
                    <a:pt x="137243" y="113097"/>
                    <a:pt x="134412" y="112389"/>
                    <a:pt x="132643" y="112389"/>
                  </a:cubicBezTo>
                  <a:cubicBezTo>
                    <a:pt x="129457" y="112389"/>
                    <a:pt x="128750" y="114514"/>
                    <a:pt x="128042" y="117349"/>
                  </a:cubicBezTo>
                  <a:cubicBezTo>
                    <a:pt x="115655" y="153839"/>
                    <a:pt x="83803" y="153839"/>
                    <a:pt x="80264" y="153839"/>
                  </a:cubicBezTo>
                  <a:cubicBezTo>
                    <a:pt x="62569" y="153839"/>
                    <a:pt x="48412" y="143210"/>
                    <a:pt x="40272" y="130102"/>
                  </a:cubicBezTo>
                  <a:cubicBezTo>
                    <a:pt x="29655" y="113097"/>
                    <a:pt x="29655" y="89715"/>
                    <a:pt x="29655" y="76962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7B3BEB74-BEDB-F80A-74F6-7227064AE85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2383321" y="7914585"/>
              <a:ext cx="118913" cy="156588"/>
            </a:xfrm>
            <a:custGeom>
              <a:avLst/>
              <a:gdLst>
                <a:gd name="connsiteX0" fmla="*/ 49478 w 118913"/>
                <a:gd name="connsiteY0" fmla="*/ 39055 h 156588"/>
                <a:gd name="connsiteX1" fmla="*/ 49478 w 118913"/>
                <a:gd name="connsiteY1" fmla="*/ 85 h 156588"/>
                <a:gd name="connsiteX2" fmla="*/ 285 w 118913"/>
                <a:gd name="connsiteY2" fmla="*/ 3982 h 156588"/>
                <a:gd name="connsiteX3" fmla="*/ 285 w 118913"/>
                <a:gd name="connsiteY3" fmla="*/ 14964 h 156588"/>
                <a:gd name="connsiteX4" fmla="*/ 27890 w 118913"/>
                <a:gd name="connsiteY4" fmla="*/ 34803 h 156588"/>
                <a:gd name="connsiteX5" fmla="*/ 27890 w 118913"/>
                <a:gd name="connsiteY5" fmla="*/ 129748 h 156588"/>
                <a:gd name="connsiteX6" fmla="*/ 285 w 118913"/>
                <a:gd name="connsiteY6" fmla="*/ 145690 h 156588"/>
                <a:gd name="connsiteX7" fmla="*/ 285 w 118913"/>
                <a:gd name="connsiteY7" fmla="*/ 156673 h 156588"/>
                <a:gd name="connsiteX8" fmla="*/ 40631 w 118913"/>
                <a:gd name="connsiteY8" fmla="*/ 155610 h 156588"/>
                <a:gd name="connsiteX9" fmla="*/ 85577 w 118913"/>
                <a:gd name="connsiteY9" fmla="*/ 156673 h 156588"/>
                <a:gd name="connsiteX10" fmla="*/ 85577 w 118913"/>
                <a:gd name="connsiteY10" fmla="*/ 145690 h 156588"/>
                <a:gd name="connsiteX11" fmla="*/ 78145 w 118913"/>
                <a:gd name="connsiteY11" fmla="*/ 145690 h 156588"/>
                <a:gd name="connsiteX12" fmla="*/ 51248 w 118913"/>
                <a:gd name="connsiteY12" fmla="*/ 129040 h 156588"/>
                <a:gd name="connsiteX13" fmla="*/ 51248 w 118913"/>
                <a:gd name="connsiteY13" fmla="*/ 74482 h 156588"/>
                <a:gd name="connsiteX14" fmla="*/ 93009 w 118913"/>
                <a:gd name="connsiteY14" fmla="*/ 7879 h 156588"/>
                <a:gd name="connsiteX15" fmla="*/ 96902 w 118913"/>
                <a:gd name="connsiteY15" fmla="*/ 8233 h 156588"/>
                <a:gd name="connsiteX16" fmla="*/ 88762 w 118913"/>
                <a:gd name="connsiteY16" fmla="*/ 22050 h 156588"/>
                <a:gd name="connsiteX17" fmla="*/ 103980 w 118913"/>
                <a:gd name="connsiteY17" fmla="*/ 37283 h 156588"/>
                <a:gd name="connsiteX18" fmla="*/ 119198 w 118913"/>
                <a:gd name="connsiteY18" fmla="*/ 21695 h 156588"/>
                <a:gd name="connsiteX19" fmla="*/ 93009 w 118913"/>
                <a:gd name="connsiteY19" fmla="*/ 85 h 156588"/>
                <a:gd name="connsiteX20" fmla="*/ 49478 w 118913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913" h="156588">
                  <a:moveTo>
                    <a:pt x="49478" y="39055"/>
                  </a:moveTo>
                  <a:lnTo>
                    <a:pt x="49478" y="85"/>
                  </a:lnTo>
                  <a:lnTo>
                    <a:pt x="285" y="3982"/>
                  </a:lnTo>
                  <a:lnTo>
                    <a:pt x="285" y="14964"/>
                  </a:lnTo>
                  <a:cubicBezTo>
                    <a:pt x="25059" y="14964"/>
                    <a:pt x="27890" y="17444"/>
                    <a:pt x="27890" y="34803"/>
                  </a:cubicBezTo>
                  <a:lnTo>
                    <a:pt x="27890" y="129748"/>
                  </a:lnTo>
                  <a:cubicBezTo>
                    <a:pt x="27890" y="145690"/>
                    <a:pt x="23997" y="145690"/>
                    <a:pt x="285" y="145690"/>
                  </a:cubicBezTo>
                  <a:lnTo>
                    <a:pt x="285" y="156673"/>
                  </a:lnTo>
                  <a:cubicBezTo>
                    <a:pt x="14088" y="156318"/>
                    <a:pt x="30721" y="155610"/>
                    <a:pt x="40631" y="155610"/>
                  </a:cubicBezTo>
                  <a:cubicBezTo>
                    <a:pt x="54787" y="155610"/>
                    <a:pt x="71421" y="155610"/>
                    <a:pt x="85577" y="156673"/>
                  </a:cubicBezTo>
                  <a:lnTo>
                    <a:pt x="85577" y="145690"/>
                  </a:lnTo>
                  <a:lnTo>
                    <a:pt x="78145" y="145690"/>
                  </a:lnTo>
                  <a:cubicBezTo>
                    <a:pt x="51956" y="145690"/>
                    <a:pt x="51248" y="141793"/>
                    <a:pt x="51248" y="129040"/>
                  </a:cubicBezTo>
                  <a:lnTo>
                    <a:pt x="51248" y="74482"/>
                  </a:lnTo>
                  <a:cubicBezTo>
                    <a:pt x="51248" y="39409"/>
                    <a:pt x="66112" y="7879"/>
                    <a:pt x="93009" y="7879"/>
                  </a:cubicBezTo>
                  <a:cubicBezTo>
                    <a:pt x="95487" y="7879"/>
                    <a:pt x="96194" y="7879"/>
                    <a:pt x="96902" y="8233"/>
                  </a:cubicBezTo>
                  <a:cubicBezTo>
                    <a:pt x="95840" y="8587"/>
                    <a:pt x="88762" y="12838"/>
                    <a:pt x="88762" y="22050"/>
                  </a:cubicBezTo>
                  <a:cubicBezTo>
                    <a:pt x="88762" y="31969"/>
                    <a:pt x="96194" y="37283"/>
                    <a:pt x="103980" y="37283"/>
                  </a:cubicBezTo>
                  <a:cubicBezTo>
                    <a:pt x="110351" y="37283"/>
                    <a:pt x="119198" y="33032"/>
                    <a:pt x="119198" y="21695"/>
                  </a:cubicBezTo>
                  <a:cubicBezTo>
                    <a:pt x="119198" y="10359"/>
                    <a:pt x="108227" y="85"/>
                    <a:pt x="93009" y="85"/>
                  </a:cubicBezTo>
                  <a:cubicBezTo>
                    <a:pt x="67174" y="85"/>
                    <a:pt x="54433" y="23821"/>
                    <a:pt x="49478" y="39055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F4617D8A-5FDF-5DA9-663A-30091E93607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2523705" y="7912459"/>
              <a:ext cx="115728" cy="162610"/>
            </a:xfrm>
            <a:custGeom>
              <a:avLst/>
              <a:gdLst>
                <a:gd name="connsiteX0" fmla="*/ 62223 w 115728"/>
                <a:gd name="connsiteY0" fmla="*/ 90070 h 162610"/>
                <a:gd name="connsiteX1" fmla="*/ 99030 w 115728"/>
                <a:gd name="connsiteY1" fmla="*/ 122663 h 162610"/>
                <a:gd name="connsiteX2" fmla="*/ 59038 w 115728"/>
                <a:gd name="connsiteY2" fmla="*/ 154901 h 162610"/>
                <a:gd name="connsiteX3" fmla="*/ 9845 w 115728"/>
                <a:gd name="connsiteY3" fmla="*/ 104595 h 162610"/>
                <a:gd name="connsiteX4" fmla="*/ 4890 w 115728"/>
                <a:gd name="connsiteY4" fmla="*/ 98572 h 162610"/>
                <a:gd name="connsiteX5" fmla="*/ 289 w 115728"/>
                <a:gd name="connsiteY5" fmla="*/ 107429 h 162610"/>
                <a:gd name="connsiteX6" fmla="*/ 289 w 115728"/>
                <a:gd name="connsiteY6" fmla="*/ 154193 h 162610"/>
                <a:gd name="connsiteX7" fmla="*/ 4182 w 115728"/>
                <a:gd name="connsiteY7" fmla="*/ 162695 h 162610"/>
                <a:gd name="connsiteX8" fmla="*/ 13030 w 115728"/>
                <a:gd name="connsiteY8" fmla="*/ 155610 h 162610"/>
                <a:gd name="connsiteX9" fmla="*/ 20108 w 115728"/>
                <a:gd name="connsiteY9" fmla="*/ 147462 h 162610"/>
                <a:gd name="connsiteX10" fmla="*/ 59038 w 115728"/>
                <a:gd name="connsiteY10" fmla="*/ 162695 h 162610"/>
                <a:gd name="connsiteX11" fmla="*/ 116017 w 115728"/>
                <a:gd name="connsiteY11" fmla="*/ 113452 h 162610"/>
                <a:gd name="connsiteX12" fmla="*/ 101153 w 115728"/>
                <a:gd name="connsiteY12" fmla="*/ 79796 h 162610"/>
                <a:gd name="connsiteX13" fmla="*/ 60807 w 115728"/>
                <a:gd name="connsiteY13" fmla="*/ 62791 h 162610"/>
                <a:gd name="connsiteX14" fmla="*/ 17277 w 115728"/>
                <a:gd name="connsiteY14" fmla="*/ 33740 h 162610"/>
                <a:gd name="connsiteX15" fmla="*/ 56914 w 115728"/>
                <a:gd name="connsiteY15" fmla="*/ 6816 h 162610"/>
                <a:gd name="connsiteX16" fmla="*/ 98322 w 115728"/>
                <a:gd name="connsiteY16" fmla="*/ 49683 h 162610"/>
                <a:gd name="connsiteX17" fmla="*/ 102569 w 115728"/>
                <a:gd name="connsiteY17" fmla="*/ 52871 h 162610"/>
                <a:gd name="connsiteX18" fmla="*/ 107169 w 115728"/>
                <a:gd name="connsiteY18" fmla="*/ 44369 h 162610"/>
                <a:gd name="connsiteX19" fmla="*/ 107169 w 115728"/>
                <a:gd name="connsiteY19" fmla="*/ 8587 h 162610"/>
                <a:gd name="connsiteX20" fmla="*/ 103276 w 115728"/>
                <a:gd name="connsiteY20" fmla="*/ 85 h 162610"/>
                <a:gd name="connsiteX21" fmla="*/ 96198 w 115728"/>
                <a:gd name="connsiteY21" fmla="*/ 4336 h 162610"/>
                <a:gd name="connsiteX22" fmla="*/ 90182 w 115728"/>
                <a:gd name="connsiteY22" fmla="*/ 10004 h 162610"/>
                <a:gd name="connsiteX23" fmla="*/ 56914 w 115728"/>
                <a:gd name="connsiteY23" fmla="*/ 85 h 162610"/>
                <a:gd name="connsiteX24" fmla="*/ 289 w 115728"/>
                <a:gd name="connsiteY24" fmla="*/ 43660 h 162610"/>
                <a:gd name="connsiteX25" fmla="*/ 15507 w 115728"/>
                <a:gd name="connsiteY25" fmla="*/ 73773 h 162610"/>
                <a:gd name="connsiteX26" fmla="*/ 62223 w 115728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728" h="162610">
                  <a:moveTo>
                    <a:pt x="62223" y="90070"/>
                  </a:moveTo>
                  <a:cubicBezTo>
                    <a:pt x="70009" y="91487"/>
                    <a:pt x="99030" y="97155"/>
                    <a:pt x="99030" y="122663"/>
                  </a:cubicBezTo>
                  <a:cubicBezTo>
                    <a:pt x="99030" y="140730"/>
                    <a:pt x="86643" y="154901"/>
                    <a:pt x="59038" y="154901"/>
                  </a:cubicBezTo>
                  <a:cubicBezTo>
                    <a:pt x="29310" y="154901"/>
                    <a:pt x="16569" y="134708"/>
                    <a:pt x="9845" y="104595"/>
                  </a:cubicBezTo>
                  <a:cubicBezTo>
                    <a:pt x="8783" y="99989"/>
                    <a:pt x="8429" y="98572"/>
                    <a:pt x="4890" y="98572"/>
                  </a:cubicBezTo>
                  <a:cubicBezTo>
                    <a:pt x="289" y="98572"/>
                    <a:pt x="289" y="101052"/>
                    <a:pt x="289" y="107429"/>
                  </a:cubicBezTo>
                  <a:lnTo>
                    <a:pt x="289" y="154193"/>
                  </a:lnTo>
                  <a:cubicBezTo>
                    <a:pt x="289" y="160215"/>
                    <a:pt x="289" y="162695"/>
                    <a:pt x="4182" y="162695"/>
                  </a:cubicBezTo>
                  <a:cubicBezTo>
                    <a:pt x="5952" y="162695"/>
                    <a:pt x="6306" y="162341"/>
                    <a:pt x="13030" y="155610"/>
                  </a:cubicBezTo>
                  <a:cubicBezTo>
                    <a:pt x="13738" y="154901"/>
                    <a:pt x="13738" y="154193"/>
                    <a:pt x="20108" y="147462"/>
                  </a:cubicBezTo>
                  <a:cubicBezTo>
                    <a:pt x="35680" y="162341"/>
                    <a:pt x="51606" y="162695"/>
                    <a:pt x="59038" y="162695"/>
                  </a:cubicBezTo>
                  <a:cubicBezTo>
                    <a:pt x="99737" y="162695"/>
                    <a:pt x="116017" y="138959"/>
                    <a:pt x="116017" y="113452"/>
                  </a:cubicBezTo>
                  <a:cubicBezTo>
                    <a:pt x="116017" y="94675"/>
                    <a:pt x="105400" y="84047"/>
                    <a:pt x="101153" y="79796"/>
                  </a:cubicBezTo>
                  <a:cubicBezTo>
                    <a:pt x="89474" y="68459"/>
                    <a:pt x="75672" y="65625"/>
                    <a:pt x="60807" y="62791"/>
                  </a:cubicBezTo>
                  <a:cubicBezTo>
                    <a:pt x="40989" y="58894"/>
                    <a:pt x="17277" y="54288"/>
                    <a:pt x="17277" y="33740"/>
                  </a:cubicBezTo>
                  <a:cubicBezTo>
                    <a:pt x="17277" y="21341"/>
                    <a:pt x="26478" y="6816"/>
                    <a:pt x="56914" y="6816"/>
                  </a:cubicBezTo>
                  <a:cubicBezTo>
                    <a:pt x="95844" y="6816"/>
                    <a:pt x="97614" y="38700"/>
                    <a:pt x="98322" y="49683"/>
                  </a:cubicBezTo>
                  <a:cubicBezTo>
                    <a:pt x="98676" y="52871"/>
                    <a:pt x="101861" y="52871"/>
                    <a:pt x="102569" y="52871"/>
                  </a:cubicBezTo>
                  <a:cubicBezTo>
                    <a:pt x="107169" y="52871"/>
                    <a:pt x="107169" y="51100"/>
                    <a:pt x="107169" y="44369"/>
                  </a:cubicBezTo>
                  <a:lnTo>
                    <a:pt x="107169" y="8587"/>
                  </a:lnTo>
                  <a:cubicBezTo>
                    <a:pt x="107169" y="2565"/>
                    <a:pt x="107169" y="85"/>
                    <a:pt x="103276" y="85"/>
                  </a:cubicBezTo>
                  <a:cubicBezTo>
                    <a:pt x="101507" y="85"/>
                    <a:pt x="100799" y="85"/>
                    <a:pt x="96198" y="4336"/>
                  </a:cubicBezTo>
                  <a:cubicBezTo>
                    <a:pt x="95137" y="5753"/>
                    <a:pt x="91597" y="8941"/>
                    <a:pt x="90182" y="10004"/>
                  </a:cubicBezTo>
                  <a:cubicBezTo>
                    <a:pt x="76733" y="85"/>
                    <a:pt x="62223" y="85"/>
                    <a:pt x="56914" y="85"/>
                  </a:cubicBezTo>
                  <a:cubicBezTo>
                    <a:pt x="13738" y="85"/>
                    <a:pt x="289" y="23821"/>
                    <a:pt x="289" y="43660"/>
                  </a:cubicBezTo>
                  <a:cubicBezTo>
                    <a:pt x="289" y="56060"/>
                    <a:pt x="5952" y="65979"/>
                    <a:pt x="15507" y="73773"/>
                  </a:cubicBezTo>
                  <a:cubicBezTo>
                    <a:pt x="26832" y="82984"/>
                    <a:pt x="36742" y="85110"/>
                    <a:pt x="62223" y="90070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90362A85-1D27-3B38-3A8F-D2ED15F2438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2661533" y="7912459"/>
              <a:ext cx="136962" cy="162610"/>
            </a:xfrm>
            <a:custGeom>
              <a:avLst/>
              <a:gdLst>
                <a:gd name="connsiteX0" fmla="*/ 30021 w 136962"/>
                <a:gd name="connsiteY0" fmla="*/ 69522 h 162610"/>
                <a:gd name="connsiteX1" fmla="*/ 73906 w 136962"/>
                <a:gd name="connsiteY1" fmla="*/ 7879 h 162610"/>
                <a:gd name="connsiteX2" fmla="*/ 113898 w 136962"/>
                <a:gd name="connsiteY2" fmla="*/ 69522 h 162610"/>
                <a:gd name="connsiteX3" fmla="*/ 30021 w 136962"/>
                <a:gd name="connsiteY3" fmla="*/ 69522 h 162610"/>
                <a:gd name="connsiteX4" fmla="*/ 29667 w 136962"/>
                <a:gd name="connsiteY4" fmla="*/ 76962 h 162610"/>
                <a:gd name="connsiteX5" fmla="*/ 128408 w 136962"/>
                <a:gd name="connsiteY5" fmla="*/ 76962 h 162610"/>
                <a:gd name="connsiteX6" fmla="*/ 137256 w 136962"/>
                <a:gd name="connsiteY6" fmla="*/ 69522 h 162610"/>
                <a:gd name="connsiteX7" fmla="*/ 73906 w 136962"/>
                <a:gd name="connsiteY7" fmla="*/ 85 h 162610"/>
                <a:gd name="connsiteX8" fmla="*/ 293 w 136962"/>
                <a:gd name="connsiteY8" fmla="*/ 80859 h 162610"/>
                <a:gd name="connsiteX9" fmla="*/ 78153 w 136962"/>
                <a:gd name="connsiteY9" fmla="*/ 162695 h 162610"/>
                <a:gd name="connsiteX10" fmla="*/ 137256 w 136962"/>
                <a:gd name="connsiteY10" fmla="*/ 116640 h 162610"/>
                <a:gd name="connsiteX11" fmla="*/ 132655 w 136962"/>
                <a:gd name="connsiteY11" fmla="*/ 112389 h 162610"/>
                <a:gd name="connsiteX12" fmla="*/ 128054 w 136962"/>
                <a:gd name="connsiteY12" fmla="*/ 117349 h 162610"/>
                <a:gd name="connsiteX13" fmla="*/ 80276 w 136962"/>
                <a:gd name="connsiteY13" fmla="*/ 153839 h 162610"/>
                <a:gd name="connsiteX14" fmla="*/ 40285 w 136962"/>
                <a:gd name="connsiteY14" fmla="*/ 130102 h 162610"/>
                <a:gd name="connsiteX15" fmla="*/ 29667 w 136962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30021" y="69522"/>
                  </a:moveTo>
                  <a:cubicBezTo>
                    <a:pt x="32145" y="16735"/>
                    <a:pt x="61873" y="7879"/>
                    <a:pt x="73906" y="7879"/>
                  </a:cubicBezTo>
                  <a:cubicBezTo>
                    <a:pt x="110359" y="7879"/>
                    <a:pt x="113898" y="55705"/>
                    <a:pt x="113898" y="69522"/>
                  </a:cubicBezTo>
                  <a:lnTo>
                    <a:pt x="30021" y="69522"/>
                  </a:lnTo>
                  <a:close/>
                  <a:moveTo>
                    <a:pt x="29667" y="76962"/>
                  </a:moveTo>
                  <a:lnTo>
                    <a:pt x="128408" y="76962"/>
                  </a:lnTo>
                  <a:cubicBezTo>
                    <a:pt x="136194" y="76962"/>
                    <a:pt x="137256" y="76962"/>
                    <a:pt x="137256" y="69522"/>
                  </a:cubicBezTo>
                  <a:cubicBezTo>
                    <a:pt x="137256" y="34449"/>
                    <a:pt x="118145" y="85"/>
                    <a:pt x="73906" y="85"/>
                  </a:cubicBezTo>
                  <a:cubicBezTo>
                    <a:pt x="32853" y="85"/>
                    <a:pt x="293" y="36575"/>
                    <a:pt x="293" y="80859"/>
                  </a:cubicBezTo>
                  <a:cubicBezTo>
                    <a:pt x="293" y="128331"/>
                    <a:pt x="37453" y="162695"/>
                    <a:pt x="78153" y="162695"/>
                  </a:cubicBezTo>
                  <a:cubicBezTo>
                    <a:pt x="121330" y="162695"/>
                    <a:pt x="137256" y="123371"/>
                    <a:pt x="137256" y="116640"/>
                  </a:cubicBezTo>
                  <a:cubicBezTo>
                    <a:pt x="137256" y="113097"/>
                    <a:pt x="134424" y="112389"/>
                    <a:pt x="132655" y="112389"/>
                  </a:cubicBezTo>
                  <a:cubicBezTo>
                    <a:pt x="129470" y="112389"/>
                    <a:pt x="128762" y="114514"/>
                    <a:pt x="128054" y="117349"/>
                  </a:cubicBezTo>
                  <a:cubicBezTo>
                    <a:pt x="115667" y="153839"/>
                    <a:pt x="83815" y="153839"/>
                    <a:pt x="80276" y="153839"/>
                  </a:cubicBezTo>
                  <a:cubicBezTo>
                    <a:pt x="62581" y="153839"/>
                    <a:pt x="48425" y="143210"/>
                    <a:pt x="40285" y="130102"/>
                  </a:cubicBezTo>
                  <a:cubicBezTo>
                    <a:pt x="29667" y="113097"/>
                    <a:pt x="29667" y="89715"/>
                    <a:pt x="29667" y="76962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C6ADDA60-F0DA-304B-8B5A-F26021B7A45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2933611" y="7853296"/>
              <a:ext cx="110773" cy="221773"/>
            </a:xfrm>
            <a:custGeom>
              <a:avLst/>
              <a:gdLst>
                <a:gd name="connsiteX0" fmla="*/ 54803 w 110773"/>
                <a:gd name="connsiteY0" fmla="*/ 76253 h 221773"/>
                <a:gd name="connsiteX1" fmla="*/ 105412 w 110773"/>
                <a:gd name="connsiteY1" fmla="*/ 76253 h 221773"/>
                <a:gd name="connsiteX2" fmla="*/ 105412 w 110773"/>
                <a:gd name="connsiteY2" fmla="*/ 65271 h 221773"/>
                <a:gd name="connsiteX3" fmla="*/ 54803 w 110773"/>
                <a:gd name="connsiteY3" fmla="*/ 65271 h 221773"/>
                <a:gd name="connsiteX4" fmla="*/ 54803 w 110773"/>
                <a:gd name="connsiteY4" fmla="*/ 85 h 221773"/>
                <a:gd name="connsiteX5" fmla="*/ 45955 w 110773"/>
                <a:gd name="connsiteY5" fmla="*/ 85 h 221773"/>
                <a:gd name="connsiteX6" fmla="*/ 301 w 110773"/>
                <a:gd name="connsiteY6" fmla="*/ 68459 h 221773"/>
                <a:gd name="connsiteX7" fmla="*/ 301 w 110773"/>
                <a:gd name="connsiteY7" fmla="*/ 76253 h 221773"/>
                <a:gd name="connsiteX8" fmla="*/ 30383 w 110773"/>
                <a:gd name="connsiteY8" fmla="*/ 76253 h 221773"/>
                <a:gd name="connsiteX9" fmla="*/ 30383 w 110773"/>
                <a:gd name="connsiteY9" fmla="*/ 174032 h 221773"/>
                <a:gd name="connsiteX10" fmla="*/ 76037 w 110773"/>
                <a:gd name="connsiteY10" fmla="*/ 221859 h 221773"/>
                <a:gd name="connsiteX11" fmla="*/ 111074 w 110773"/>
                <a:gd name="connsiteY11" fmla="*/ 174032 h 221773"/>
                <a:gd name="connsiteX12" fmla="*/ 111074 w 110773"/>
                <a:gd name="connsiteY12" fmla="*/ 153839 h 221773"/>
                <a:gd name="connsiteX13" fmla="*/ 102226 w 110773"/>
                <a:gd name="connsiteY13" fmla="*/ 153839 h 221773"/>
                <a:gd name="connsiteX14" fmla="*/ 102226 w 110773"/>
                <a:gd name="connsiteY14" fmla="*/ 173323 h 221773"/>
                <a:gd name="connsiteX15" fmla="*/ 78515 w 110773"/>
                <a:gd name="connsiteY15" fmla="*/ 213002 h 221773"/>
                <a:gd name="connsiteX16" fmla="*/ 54803 w 110773"/>
                <a:gd name="connsiteY16" fmla="*/ 174741 h 221773"/>
                <a:gd name="connsiteX17" fmla="*/ 54803 w 11077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803" y="76253"/>
                  </a:moveTo>
                  <a:lnTo>
                    <a:pt x="105412" y="76253"/>
                  </a:lnTo>
                  <a:lnTo>
                    <a:pt x="105412" y="65271"/>
                  </a:lnTo>
                  <a:lnTo>
                    <a:pt x="54803" y="65271"/>
                  </a:lnTo>
                  <a:lnTo>
                    <a:pt x="54803" y="85"/>
                  </a:lnTo>
                  <a:lnTo>
                    <a:pt x="45955" y="85"/>
                  </a:lnTo>
                  <a:cubicBezTo>
                    <a:pt x="45601" y="29135"/>
                    <a:pt x="34984" y="67042"/>
                    <a:pt x="301" y="68459"/>
                  </a:cubicBezTo>
                  <a:lnTo>
                    <a:pt x="301" y="76253"/>
                  </a:lnTo>
                  <a:lnTo>
                    <a:pt x="30383" y="76253"/>
                  </a:lnTo>
                  <a:lnTo>
                    <a:pt x="30383" y="174032"/>
                  </a:lnTo>
                  <a:cubicBezTo>
                    <a:pt x="30383" y="217607"/>
                    <a:pt x="63296" y="221859"/>
                    <a:pt x="76037" y="221859"/>
                  </a:cubicBezTo>
                  <a:cubicBezTo>
                    <a:pt x="101165" y="221859"/>
                    <a:pt x="111074" y="196705"/>
                    <a:pt x="111074" y="174032"/>
                  </a:cubicBezTo>
                  <a:lnTo>
                    <a:pt x="111074" y="153839"/>
                  </a:lnTo>
                  <a:lnTo>
                    <a:pt x="102226" y="153839"/>
                  </a:lnTo>
                  <a:lnTo>
                    <a:pt x="102226" y="173323"/>
                  </a:lnTo>
                  <a:cubicBezTo>
                    <a:pt x="102226" y="199540"/>
                    <a:pt x="91609" y="213002"/>
                    <a:pt x="78515" y="213002"/>
                  </a:cubicBezTo>
                  <a:cubicBezTo>
                    <a:pt x="54803" y="213002"/>
                    <a:pt x="54803" y="180763"/>
                    <a:pt x="54803" y="174741"/>
                  </a:cubicBezTo>
                  <a:lnTo>
                    <a:pt x="54803" y="7625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9E90F111-39D6-119D-5615-A082291C2788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3074427" y="7914585"/>
              <a:ext cx="118913" cy="156588"/>
            </a:xfrm>
            <a:custGeom>
              <a:avLst/>
              <a:gdLst>
                <a:gd name="connsiteX0" fmla="*/ 49498 w 118913"/>
                <a:gd name="connsiteY0" fmla="*/ 39055 h 156588"/>
                <a:gd name="connsiteX1" fmla="*/ 49498 w 118913"/>
                <a:gd name="connsiteY1" fmla="*/ 85 h 156588"/>
                <a:gd name="connsiteX2" fmla="*/ 305 w 118913"/>
                <a:gd name="connsiteY2" fmla="*/ 3982 h 156588"/>
                <a:gd name="connsiteX3" fmla="*/ 305 w 118913"/>
                <a:gd name="connsiteY3" fmla="*/ 14964 h 156588"/>
                <a:gd name="connsiteX4" fmla="*/ 27910 w 118913"/>
                <a:gd name="connsiteY4" fmla="*/ 34803 h 156588"/>
                <a:gd name="connsiteX5" fmla="*/ 27910 w 118913"/>
                <a:gd name="connsiteY5" fmla="*/ 129748 h 156588"/>
                <a:gd name="connsiteX6" fmla="*/ 305 w 118913"/>
                <a:gd name="connsiteY6" fmla="*/ 145690 h 156588"/>
                <a:gd name="connsiteX7" fmla="*/ 305 w 118913"/>
                <a:gd name="connsiteY7" fmla="*/ 156673 h 156588"/>
                <a:gd name="connsiteX8" fmla="*/ 40650 w 118913"/>
                <a:gd name="connsiteY8" fmla="*/ 155610 h 156588"/>
                <a:gd name="connsiteX9" fmla="*/ 85597 w 118913"/>
                <a:gd name="connsiteY9" fmla="*/ 156673 h 156588"/>
                <a:gd name="connsiteX10" fmla="*/ 85597 w 118913"/>
                <a:gd name="connsiteY10" fmla="*/ 145690 h 156588"/>
                <a:gd name="connsiteX11" fmla="*/ 78165 w 118913"/>
                <a:gd name="connsiteY11" fmla="*/ 145690 h 156588"/>
                <a:gd name="connsiteX12" fmla="*/ 51267 w 118913"/>
                <a:gd name="connsiteY12" fmla="*/ 129040 h 156588"/>
                <a:gd name="connsiteX13" fmla="*/ 51267 w 118913"/>
                <a:gd name="connsiteY13" fmla="*/ 74482 h 156588"/>
                <a:gd name="connsiteX14" fmla="*/ 93029 w 118913"/>
                <a:gd name="connsiteY14" fmla="*/ 7879 h 156588"/>
                <a:gd name="connsiteX15" fmla="*/ 96922 w 118913"/>
                <a:gd name="connsiteY15" fmla="*/ 8233 h 156588"/>
                <a:gd name="connsiteX16" fmla="*/ 88782 w 118913"/>
                <a:gd name="connsiteY16" fmla="*/ 22050 h 156588"/>
                <a:gd name="connsiteX17" fmla="*/ 104000 w 118913"/>
                <a:gd name="connsiteY17" fmla="*/ 37283 h 156588"/>
                <a:gd name="connsiteX18" fmla="*/ 119218 w 118913"/>
                <a:gd name="connsiteY18" fmla="*/ 21695 h 156588"/>
                <a:gd name="connsiteX19" fmla="*/ 93029 w 118913"/>
                <a:gd name="connsiteY19" fmla="*/ 85 h 156588"/>
                <a:gd name="connsiteX20" fmla="*/ 49498 w 118913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913" h="156588">
                  <a:moveTo>
                    <a:pt x="49498" y="39055"/>
                  </a:moveTo>
                  <a:lnTo>
                    <a:pt x="49498" y="85"/>
                  </a:lnTo>
                  <a:lnTo>
                    <a:pt x="305" y="3982"/>
                  </a:lnTo>
                  <a:lnTo>
                    <a:pt x="305" y="14964"/>
                  </a:lnTo>
                  <a:cubicBezTo>
                    <a:pt x="25078" y="14964"/>
                    <a:pt x="27910" y="17444"/>
                    <a:pt x="27910" y="34803"/>
                  </a:cubicBezTo>
                  <a:lnTo>
                    <a:pt x="27910" y="129748"/>
                  </a:lnTo>
                  <a:cubicBezTo>
                    <a:pt x="27910" y="145690"/>
                    <a:pt x="24017" y="145690"/>
                    <a:pt x="305" y="145690"/>
                  </a:cubicBezTo>
                  <a:lnTo>
                    <a:pt x="305" y="156673"/>
                  </a:lnTo>
                  <a:cubicBezTo>
                    <a:pt x="14107" y="156318"/>
                    <a:pt x="30741" y="155610"/>
                    <a:pt x="40650" y="155610"/>
                  </a:cubicBezTo>
                  <a:cubicBezTo>
                    <a:pt x="54807" y="155610"/>
                    <a:pt x="71440" y="155610"/>
                    <a:pt x="85597" y="156673"/>
                  </a:cubicBezTo>
                  <a:lnTo>
                    <a:pt x="85597" y="145690"/>
                  </a:lnTo>
                  <a:lnTo>
                    <a:pt x="78165" y="145690"/>
                  </a:lnTo>
                  <a:cubicBezTo>
                    <a:pt x="51975" y="145690"/>
                    <a:pt x="51267" y="141793"/>
                    <a:pt x="51267" y="129040"/>
                  </a:cubicBezTo>
                  <a:lnTo>
                    <a:pt x="51267" y="74482"/>
                  </a:lnTo>
                  <a:cubicBezTo>
                    <a:pt x="51267" y="39409"/>
                    <a:pt x="66132" y="7879"/>
                    <a:pt x="93029" y="7879"/>
                  </a:cubicBezTo>
                  <a:cubicBezTo>
                    <a:pt x="95506" y="7879"/>
                    <a:pt x="96214" y="7879"/>
                    <a:pt x="96922" y="8233"/>
                  </a:cubicBezTo>
                  <a:cubicBezTo>
                    <a:pt x="95860" y="8587"/>
                    <a:pt x="88782" y="12838"/>
                    <a:pt x="88782" y="22050"/>
                  </a:cubicBezTo>
                  <a:cubicBezTo>
                    <a:pt x="88782" y="31969"/>
                    <a:pt x="96214" y="37283"/>
                    <a:pt x="104000" y="37283"/>
                  </a:cubicBezTo>
                  <a:cubicBezTo>
                    <a:pt x="110370" y="37283"/>
                    <a:pt x="119218" y="33032"/>
                    <a:pt x="119218" y="21695"/>
                  </a:cubicBezTo>
                  <a:cubicBezTo>
                    <a:pt x="119218" y="10359"/>
                    <a:pt x="108247" y="85"/>
                    <a:pt x="93029" y="85"/>
                  </a:cubicBezTo>
                  <a:cubicBezTo>
                    <a:pt x="67193" y="85"/>
                    <a:pt x="54453" y="23821"/>
                    <a:pt x="49498" y="39055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2804B3C3-5EB7-5995-09C5-EEA02328EE57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3217997" y="7912459"/>
              <a:ext cx="159612" cy="162610"/>
            </a:xfrm>
            <a:custGeom>
              <a:avLst/>
              <a:gdLst>
                <a:gd name="connsiteX0" fmla="*/ 103296 w 159612"/>
                <a:gd name="connsiteY0" fmla="*/ 131874 h 162610"/>
                <a:gd name="connsiteX1" fmla="*/ 130901 w 159612"/>
                <a:gd name="connsiteY1" fmla="*/ 160924 h 162610"/>
                <a:gd name="connsiteX2" fmla="*/ 159921 w 159612"/>
                <a:gd name="connsiteY2" fmla="*/ 127268 h 162610"/>
                <a:gd name="connsiteX3" fmla="*/ 159921 w 159612"/>
                <a:gd name="connsiteY3" fmla="*/ 107429 h 162610"/>
                <a:gd name="connsiteX4" fmla="*/ 151074 w 159612"/>
                <a:gd name="connsiteY4" fmla="*/ 107429 h 162610"/>
                <a:gd name="connsiteX5" fmla="*/ 151074 w 159612"/>
                <a:gd name="connsiteY5" fmla="*/ 127268 h 162610"/>
                <a:gd name="connsiteX6" fmla="*/ 138333 w 159612"/>
                <a:gd name="connsiteY6" fmla="*/ 149942 h 162610"/>
                <a:gd name="connsiteX7" fmla="*/ 125238 w 159612"/>
                <a:gd name="connsiteY7" fmla="*/ 132228 h 162610"/>
                <a:gd name="connsiteX8" fmla="*/ 125238 w 159612"/>
                <a:gd name="connsiteY8" fmla="*/ 61374 h 162610"/>
                <a:gd name="connsiteX9" fmla="*/ 112498 w 159612"/>
                <a:gd name="connsiteY9" fmla="*/ 19570 h 162610"/>
                <a:gd name="connsiteX10" fmla="*/ 64012 w 159612"/>
                <a:gd name="connsiteY10" fmla="*/ 85 h 162610"/>
                <a:gd name="connsiteX11" fmla="*/ 10572 w 159612"/>
                <a:gd name="connsiteY11" fmla="*/ 40117 h 162610"/>
                <a:gd name="connsiteX12" fmla="*/ 26852 w 159612"/>
                <a:gd name="connsiteY12" fmla="*/ 56768 h 162610"/>
                <a:gd name="connsiteX13" fmla="*/ 43131 w 159612"/>
                <a:gd name="connsiteY13" fmla="*/ 40472 h 162610"/>
                <a:gd name="connsiteX14" fmla="*/ 25082 w 159612"/>
                <a:gd name="connsiteY14" fmla="*/ 24175 h 162610"/>
                <a:gd name="connsiteX15" fmla="*/ 63304 w 159612"/>
                <a:gd name="connsiteY15" fmla="*/ 7879 h 162610"/>
                <a:gd name="connsiteX16" fmla="*/ 100819 w 159612"/>
                <a:gd name="connsiteY16" fmla="*/ 53225 h 162610"/>
                <a:gd name="connsiteX17" fmla="*/ 100819 w 159612"/>
                <a:gd name="connsiteY17" fmla="*/ 66333 h 162610"/>
                <a:gd name="connsiteX18" fmla="*/ 35699 w 159612"/>
                <a:gd name="connsiteY18" fmla="*/ 79087 h 162610"/>
                <a:gd name="connsiteX19" fmla="*/ 309 w 159612"/>
                <a:gd name="connsiteY19" fmla="*/ 125143 h 162610"/>
                <a:gd name="connsiteX20" fmla="*/ 56934 w 159612"/>
                <a:gd name="connsiteY20" fmla="*/ 162695 h 162610"/>
                <a:gd name="connsiteX21" fmla="*/ 103296 w 159612"/>
                <a:gd name="connsiteY21" fmla="*/ 131874 h 162610"/>
                <a:gd name="connsiteX22" fmla="*/ 100819 w 159612"/>
                <a:gd name="connsiteY22" fmla="*/ 73773 h 162610"/>
                <a:gd name="connsiteX23" fmla="*/ 100819 w 159612"/>
                <a:gd name="connsiteY23" fmla="*/ 109200 h 162610"/>
                <a:gd name="connsiteX24" fmla="*/ 59411 w 159612"/>
                <a:gd name="connsiteY24" fmla="*/ 154901 h 162610"/>
                <a:gd name="connsiteX25" fmla="*/ 27559 w 159612"/>
                <a:gd name="connsiteY25" fmla="*/ 124788 h 162610"/>
                <a:gd name="connsiteX26" fmla="*/ 100819 w 159612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612" h="162610">
                  <a:moveTo>
                    <a:pt x="103296" y="131874"/>
                  </a:moveTo>
                  <a:cubicBezTo>
                    <a:pt x="104712" y="146045"/>
                    <a:pt x="114267" y="160924"/>
                    <a:pt x="130901" y="160924"/>
                  </a:cubicBezTo>
                  <a:cubicBezTo>
                    <a:pt x="138333" y="160924"/>
                    <a:pt x="159921" y="155964"/>
                    <a:pt x="159921" y="127268"/>
                  </a:cubicBezTo>
                  <a:lnTo>
                    <a:pt x="159921" y="107429"/>
                  </a:lnTo>
                  <a:lnTo>
                    <a:pt x="151074" y="107429"/>
                  </a:lnTo>
                  <a:lnTo>
                    <a:pt x="151074" y="127268"/>
                  </a:lnTo>
                  <a:cubicBezTo>
                    <a:pt x="151074" y="147816"/>
                    <a:pt x="142226" y="149942"/>
                    <a:pt x="138333" y="149942"/>
                  </a:cubicBezTo>
                  <a:cubicBezTo>
                    <a:pt x="126654" y="149942"/>
                    <a:pt x="125238" y="133999"/>
                    <a:pt x="125238" y="132228"/>
                  </a:cubicBezTo>
                  <a:lnTo>
                    <a:pt x="125238" y="61374"/>
                  </a:lnTo>
                  <a:cubicBezTo>
                    <a:pt x="125238" y="46494"/>
                    <a:pt x="125238" y="32678"/>
                    <a:pt x="112498" y="19570"/>
                  </a:cubicBezTo>
                  <a:cubicBezTo>
                    <a:pt x="98695" y="5753"/>
                    <a:pt x="81000" y="85"/>
                    <a:pt x="64012" y="85"/>
                  </a:cubicBezTo>
                  <a:cubicBezTo>
                    <a:pt x="34992" y="85"/>
                    <a:pt x="10572" y="16735"/>
                    <a:pt x="10572" y="40117"/>
                  </a:cubicBezTo>
                  <a:cubicBezTo>
                    <a:pt x="10572" y="50746"/>
                    <a:pt x="17650" y="56768"/>
                    <a:pt x="26852" y="56768"/>
                  </a:cubicBezTo>
                  <a:cubicBezTo>
                    <a:pt x="36761" y="56768"/>
                    <a:pt x="43131" y="49683"/>
                    <a:pt x="43131" y="40472"/>
                  </a:cubicBezTo>
                  <a:cubicBezTo>
                    <a:pt x="43131" y="36220"/>
                    <a:pt x="41362" y="24529"/>
                    <a:pt x="25082" y="24175"/>
                  </a:cubicBezTo>
                  <a:cubicBezTo>
                    <a:pt x="34638" y="11776"/>
                    <a:pt x="51979" y="7879"/>
                    <a:pt x="63304" y="7879"/>
                  </a:cubicBezTo>
                  <a:cubicBezTo>
                    <a:pt x="80646" y="7879"/>
                    <a:pt x="100819" y="21695"/>
                    <a:pt x="100819" y="53225"/>
                  </a:cubicBezTo>
                  <a:lnTo>
                    <a:pt x="100819" y="66333"/>
                  </a:lnTo>
                  <a:cubicBezTo>
                    <a:pt x="82769" y="67396"/>
                    <a:pt x="57996" y="68459"/>
                    <a:pt x="35699" y="79087"/>
                  </a:cubicBezTo>
                  <a:cubicBezTo>
                    <a:pt x="9156" y="91132"/>
                    <a:pt x="309" y="109555"/>
                    <a:pt x="309" y="125143"/>
                  </a:cubicBezTo>
                  <a:cubicBezTo>
                    <a:pt x="309" y="153839"/>
                    <a:pt x="34638" y="162695"/>
                    <a:pt x="56934" y="162695"/>
                  </a:cubicBezTo>
                  <a:cubicBezTo>
                    <a:pt x="80292" y="162695"/>
                    <a:pt x="96572" y="148524"/>
                    <a:pt x="103296" y="131874"/>
                  </a:cubicBezTo>
                  <a:close/>
                  <a:moveTo>
                    <a:pt x="100819" y="73773"/>
                  </a:moveTo>
                  <a:lnTo>
                    <a:pt x="100819" y="109200"/>
                  </a:lnTo>
                  <a:cubicBezTo>
                    <a:pt x="100819" y="142856"/>
                    <a:pt x="75337" y="154901"/>
                    <a:pt x="59411" y="154901"/>
                  </a:cubicBezTo>
                  <a:cubicBezTo>
                    <a:pt x="42070" y="154901"/>
                    <a:pt x="27559" y="142502"/>
                    <a:pt x="27559" y="124788"/>
                  </a:cubicBezTo>
                  <a:cubicBezTo>
                    <a:pt x="27559" y="105303"/>
                    <a:pt x="42424" y="75899"/>
                    <a:pt x="100819" y="7377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2A242093-27F0-80B5-9B2D-B209CB53DFA5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3391413" y="7914585"/>
              <a:ext cx="178015" cy="156588"/>
            </a:xfrm>
            <a:custGeom>
              <a:avLst/>
              <a:gdLst>
                <a:gd name="connsiteX0" fmla="*/ 27918 w 178015"/>
                <a:gd name="connsiteY0" fmla="*/ 34803 h 156588"/>
                <a:gd name="connsiteX1" fmla="*/ 27918 w 178015"/>
                <a:gd name="connsiteY1" fmla="*/ 129748 h 156588"/>
                <a:gd name="connsiteX2" fmla="*/ 314 w 178015"/>
                <a:gd name="connsiteY2" fmla="*/ 145690 h 156588"/>
                <a:gd name="connsiteX3" fmla="*/ 314 w 178015"/>
                <a:gd name="connsiteY3" fmla="*/ 156673 h 156588"/>
                <a:gd name="connsiteX4" fmla="*/ 40305 w 178015"/>
                <a:gd name="connsiteY4" fmla="*/ 155610 h 156588"/>
                <a:gd name="connsiteX5" fmla="*/ 79943 w 178015"/>
                <a:gd name="connsiteY5" fmla="*/ 156673 h 156588"/>
                <a:gd name="connsiteX6" fmla="*/ 79943 w 178015"/>
                <a:gd name="connsiteY6" fmla="*/ 145690 h 156588"/>
                <a:gd name="connsiteX7" fmla="*/ 52338 w 178015"/>
                <a:gd name="connsiteY7" fmla="*/ 129748 h 156588"/>
                <a:gd name="connsiteX8" fmla="*/ 52338 w 178015"/>
                <a:gd name="connsiteY8" fmla="*/ 64562 h 156588"/>
                <a:gd name="connsiteX9" fmla="*/ 100116 w 178015"/>
                <a:gd name="connsiteY9" fmla="*/ 7879 h 156588"/>
                <a:gd name="connsiteX10" fmla="*/ 126305 w 178015"/>
                <a:gd name="connsiteY10" fmla="*/ 47203 h 156588"/>
                <a:gd name="connsiteX11" fmla="*/ 126305 w 178015"/>
                <a:gd name="connsiteY11" fmla="*/ 129748 h 156588"/>
                <a:gd name="connsiteX12" fmla="*/ 98700 w 178015"/>
                <a:gd name="connsiteY12" fmla="*/ 145690 h 156588"/>
                <a:gd name="connsiteX13" fmla="*/ 98700 w 178015"/>
                <a:gd name="connsiteY13" fmla="*/ 156673 h 156588"/>
                <a:gd name="connsiteX14" fmla="*/ 138692 w 178015"/>
                <a:gd name="connsiteY14" fmla="*/ 155610 h 156588"/>
                <a:gd name="connsiteX15" fmla="*/ 178329 w 178015"/>
                <a:gd name="connsiteY15" fmla="*/ 156673 h 156588"/>
                <a:gd name="connsiteX16" fmla="*/ 178329 w 178015"/>
                <a:gd name="connsiteY16" fmla="*/ 145690 h 156588"/>
                <a:gd name="connsiteX17" fmla="*/ 150725 w 178015"/>
                <a:gd name="connsiteY17" fmla="*/ 135062 h 156588"/>
                <a:gd name="connsiteX18" fmla="*/ 150725 w 178015"/>
                <a:gd name="connsiteY18" fmla="*/ 67396 h 156588"/>
                <a:gd name="connsiteX19" fmla="*/ 139753 w 178015"/>
                <a:gd name="connsiteY19" fmla="*/ 13193 h 156588"/>
                <a:gd name="connsiteX20" fmla="*/ 102593 w 178015"/>
                <a:gd name="connsiteY20" fmla="*/ 85 h 156588"/>
                <a:gd name="connsiteX21" fmla="*/ 50215 w 178015"/>
                <a:gd name="connsiteY21" fmla="*/ 37283 h 156588"/>
                <a:gd name="connsiteX22" fmla="*/ 50215 w 178015"/>
                <a:gd name="connsiteY22" fmla="*/ 85 h 156588"/>
                <a:gd name="connsiteX23" fmla="*/ 314 w 178015"/>
                <a:gd name="connsiteY23" fmla="*/ 3982 h 156588"/>
                <a:gd name="connsiteX24" fmla="*/ 314 w 178015"/>
                <a:gd name="connsiteY24" fmla="*/ 14964 h 156588"/>
                <a:gd name="connsiteX25" fmla="*/ 27918 w 178015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015" h="156588">
                  <a:moveTo>
                    <a:pt x="27918" y="34803"/>
                  </a:moveTo>
                  <a:lnTo>
                    <a:pt x="27918" y="129748"/>
                  </a:lnTo>
                  <a:cubicBezTo>
                    <a:pt x="27918" y="145690"/>
                    <a:pt x="24025" y="145690"/>
                    <a:pt x="314" y="145690"/>
                  </a:cubicBezTo>
                  <a:lnTo>
                    <a:pt x="314" y="156673"/>
                  </a:lnTo>
                  <a:cubicBezTo>
                    <a:pt x="12700" y="156318"/>
                    <a:pt x="30750" y="155610"/>
                    <a:pt x="40305" y="155610"/>
                  </a:cubicBezTo>
                  <a:cubicBezTo>
                    <a:pt x="49507" y="155610"/>
                    <a:pt x="67910" y="156318"/>
                    <a:pt x="79943" y="156673"/>
                  </a:cubicBezTo>
                  <a:lnTo>
                    <a:pt x="79943" y="145690"/>
                  </a:lnTo>
                  <a:cubicBezTo>
                    <a:pt x="56231" y="145690"/>
                    <a:pt x="52338" y="145690"/>
                    <a:pt x="52338" y="129748"/>
                  </a:cubicBezTo>
                  <a:lnTo>
                    <a:pt x="52338" y="64562"/>
                  </a:lnTo>
                  <a:cubicBezTo>
                    <a:pt x="52338" y="27718"/>
                    <a:pt x="77466" y="7879"/>
                    <a:pt x="100116" y="7879"/>
                  </a:cubicBezTo>
                  <a:cubicBezTo>
                    <a:pt x="122412" y="7879"/>
                    <a:pt x="126305" y="27009"/>
                    <a:pt x="126305" y="47203"/>
                  </a:cubicBezTo>
                  <a:lnTo>
                    <a:pt x="126305" y="129748"/>
                  </a:lnTo>
                  <a:cubicBezTo>
                    <a:pt x="126305" y="145690"/>
                    <a:pt x="122412" y="145690"/>
                    <a:pt x="98700" y="145690"/>
                  </a:cubicBezTo>
                  <a:lnTo>
                    <a:pt x="98700" y="156673"/>
                  </a:lnTo>
                  <a:cubicBezTo>
                    <a:pt x="111087" y="156318"/>
                    <a:pt x="129136" y="155610"/>
                    <a:pt x="138692" y="155610"/>
                  </a:cubicBezTo>
                  <a:cubicBezTo>
                    <a:pt x="147893" y="155610"/>
                    <a:pt x="166297" y="156318"/>
                    <a:pt x="178329" y="156673"/>
                  </a:cubicBezTo>
                  <a:lnTo>
                    <a:pt x="178329" y="145690"/>
                  </a:lnTo>
                  <a:cubicBezTo>
                    <a:pt x="159926" y="145690"/>
                    <a:pt x="151079" y="145690"/>
                    <a:pt x="150725" y="135062"/>
                  </a:cubicBezTo>
                  <a:lnTo>
                    <a:pt x="150725" y="67396"/>
                  </a:lnTo>
                  <a:cubicBezTo>
                    <a:pt x="150725" y="36929"/>
                    <a:pt x="150725" y="25947"/>
                    <a:pt x="139753" y="13193"/>
                  </a:cubicBezTo>
                  <a:cubicBezTo>
                    <a:pt x="134799" y="7170"/>
                    <a:pt x="123120" y="85"/>
                    <a:pt x="102593" y="85"/>
                  </a:cubicBezTo>
                  <a:cubicBezTo>
                    <a:pt x="76758" y="85"/>
                    <a:pt x="60124" y="15318"/>
                    <a:pt x="50215" y="37283"/>
                  </a:cubicBezTo>
                  <a:lnTo>
                    <a:pt x="50215" y="85"/>
                  </a:lnTo>
                  <a:lnTo>
                    <a:pt x="314" y="3982"/>
                  </a:lnTo>
                  <a:lnTo>
                    <a:pt x="314" y="14964"/>
                  </a:lnTo>
                  <a:cubicBezTo>
                    <a:pt x="25087" y="14964"/>
                    <a:pt x="27918" y="17444"/>
                    <a:pt x="27918" y="3480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72684D15-2EA1-713F-CF2A-64DAE0A06EE2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3588383" y="7912459"/>
              <a:ext cx="115728" cy="162610"/>
            </a:xfrm>
            <a:custGeom>
              <a:avLst/>
              <a:gdLst>
                <a:gd name="connsiteX0" fmla="*/ 62253 w 115728"/>
                <a:gd name="connsiteY0" fmla="*/ 90070 h 162610"/>
                <a:gd name="connsiteX1" fmla="*/ 99060 w 115728"/>
                <a:gd name="connsiteY1" fmla="*/ 122663 h 162610"/>
                <a:gd name="connsiteX2" fmla="*/ 59068 w 115728"/>
                <a:gd name="connsiteY2" fmla="*/ 154901 h 162610"/>
                <a:gd name="connsiteX3" fmla="*/ 9875 w 115728"/>
                <a:gd name="connsiteY3" fmla="*/ 104595 h 162610"/>
                <a:gd name="connsiteX4" fmla="*/ 4920 w 115728"/>
                <a:gd name="connsiteY4" fmla="*/ 98572 h 162610"/>
                <a:gd name="connsiteX5" fmla="*/ 319 w 115728"/>
                <a:gd name="connsiteY5" fmla="*/ 107429 h 162610"/>
                <a:gd name="connsiteX6" fmla="*/ 319 w 115728"/>
                <a:gd name="connsiteY6" fmla="*/ 154193 h 162610"/>
                <a:gd name="connsiteX7" fmla="*/ 4212 w 115728"/>
                <a:gd name="connsiteY7" fmla="*/ 162695 h 162610"/>
                <a:gd name="connsiteX8" fmla="*/ 13060 w 115728"/>
                <a:gd name="connsiteY8" fmla="*/ 155610 h 162610"/>
                <a:gd name="connsiteX9" fmla="*/ 20138 w 115728"/>
                <a:gd name="connsiteY9" fmla="*/ 147462 h 162610"/>
                <a:gd name="connsiteX10" fmla="*/ 59068 w 115728"/>
                <a:gd name="connsiteY10" fmla="*/ 162695 h 162610"/>
                <a:gd name="connsiteX11" fmla="*/ 116047 w 115728"/>
                <a:gd name="connsiteY11" fmla="*/ 113452 h 162610"/>
                <a:gd name="connsiteX12" fmla="*/ 101183 w 115728"/>
                <a:gd name="connsiteY12" fmla="*/ 79796 h 162610"/>
                <a:gd name="connsiteX13" fmla="*/ 60837 w 115728"/>
                <a:gd name="connsiteY13" fmla="*/ 62791 h 162610"/>
                <a:gd name="connsiteX14" fmla="*/ 17307 w 115728"/>
                <a:gd name="connsiteY14" fmla="*/ 33740 h 162610"/>
                <a:gd name="connsiteX15" fmla="*/ 56944 w 115728"/>
                <a:gd name="connsiteY15" fmla="*/ 6816 h 162610"/>
                <a:gd name="connsiteX16" fmla="*/ 98352 w 115728"/>
                <a:gd name="connsiteY16" fmla="*/ 49683 h 162610"/>
                <a:gd name="connsiteX17" fmla="*/ 102599 w 115728"/>
                <a:gd name="connsiteY17" fmla="*/ 52871 h 162610"/>
                <a:gd name="connsiteX18" fmla="*/ 107199 w 115728"/>
                <a:gd name="connsiteY18" fmla="*/ 44369 h 162610"/>
                <a:gd name="connsiteX19" fmla="*/ 107199 w 115728"/>
                <a:gd name="connsiteY19" fmla="*/ 8587 h 162610"/>
                <a:gd name="connsiteX20" fmla="*/ 103306 w 115728"/>
                <a:gd name="connsiteY20" fmla="*/ 85 h 162610"/>
                <a:gd name="connsiteX21" fmla="*/ 96228 w 115728"/>
                <a:gd name="connsiteY21" fmla="*/ 4336 h 162610"/>
                <a:gd name="connsiteX22" fmla="*/ 90212 w 115728"/>
                <a:gd name="connsiteY22" fmla="*/ 10004 h 162610"/>
                <a:gd name="connsiteX23" fmla="*/ 56944 w 115728"/>
                <a:gd name="connsiteY23" fmla="*/ 85 h 162610"/>
                <a:gd name="connsiteX24" fmla="*/ 319 w 115728"/>
                <a:gd name="connsiteY24" fmla="*/ 43660 h 162610"/>
                <a:gd name="connsiteX25" fmla="*/ 15537 w 115728"/>
                <a:gd name="connsiteY25" fmla="*/ 73773 h 162610"/>
                <a:gd name="connsiteX26" fmla="*/ 62253 w 115728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728" h="162610">
                  <a:moveTo>
                    <a:pt x="62253" y="90070"/>
                  </a:moveTo>
                  <a:cubicBezTo>
                    <a:pt x="70039" y="91487"/>
                    <a:pt x="99060" y="97155"/>
                    <a:pt x="99060" y="122663"/>
                  </a:cubicBezTo>
                  <a:cubicBezTo>
                    <a:pt x="99060" y="140730"/>
                    <a:pt x="86673" y="154901"/>
                    <a:pt x="59068" y="154901"/>
                  </a:cubicBezTo>
                  <a:cubicBezTo>
                    <a:pt x="29340" y="154901"/>
                    <a:pt x="16599" y="134708"/>
                    <a:pt x="9875" y="104595"/>
                  </a:cubicBezTo>
                  <a:cubicBezTo>
                    <a:pt x="8813" y="99989"/>
                    <a:pt x="8459" y="98572"/>
                    <a:pt x="4920" y="98572"/>
                  </a:cubicBezTo>
                  <a:cubicBezTo>
                    <a:pt x="319" y="98572"/>
                    <a:pt x="319" y="101052"/>
                    <a:pt x="319" y="107429"/>
                  </a:cubicBezTo>
                  <a:lnTo>
                    <a:pt x="319" y="154193"/>
                  </a:lnTo>
                  <a:cubicBezTo>
                    <a:pt x="319" y="160215"/>
                    <a:pt x="319" y="162695"/>
                    <a:pt x="4212" y="162695"/>
                  </a:cubicBezTo>
                  <a:cubicBezTo>
                    <a:pt x="5982" y="162695"/>
                    <a:pt x="6336" y="162341"/>
                    <a:pt x="13060" y="155610"/>
                  </a:cubicBezTo>
                  <a:cubicBezTo>
                    <a:pt x="13768" y="154901"/>
                    <a:pt x="13768" y="154193"/>
                    <a:pt x="20138" y="147462"/>
                  </a:cubicBezTo>
                  <a:cubicBezTo>
                    <a:pt x="35710" y="162341"/>
                    <a:pt x="51636" y="162695"/>
                    <a:pt x="59068" y="162695"/>
                  </a:cubicBezTo>
                  <a:cubicBezTo>
                    <a:pt x="99767" y="162695"/>
                    <a:pt x="116047" y="138959"/>
                    <a:pt x="116047" y="113452"/>
                  </a:cubicBezTo>
                  <a:cubicBezTo>
                    <a:pt x="116047" y="94675"/>
                    <a:pt x="105430" y="84047"/>
                    <a:pt x="101183" y="79796"/>
                  </a:cubicBezTo>
                  <a:cubicBezTo>
                    <a:pt x="89504" y="68459"/>
                    <a:pt x="75702" y="65625"/>
                    <a:pt x="60837" y="62791"/>
                  </a:cubicBezTo>
                  <a:cubicBezTo>
                    <a:pt x="41019" y="58894"/>
                    <a:pt x="17307" y="54288"/>
                    <a:pt x="17307" y="33740"/>
                  </a:cubicBezTo>
                  <a:cubicBezTo>
                    <a:pt x="17307" y="21341"/>
                    <a:pt x="26508" y="6816"/>
                    <a:pt x="56944" y="6816"/>
                  </a:cubicBezTo>
                  <a:cubicBezTo>
                    <a:pt x="95874" y="6816"/>
                    <a:pt x="97644" y="38700"/>
                    <a:pt x="98352" y="49683"/>
                  </a:cubicBezTo>
                  <a:cubicBezTo>
                    <a:pt x="98706" y="52871"/>
                    <a:pt x="101891" y="52871"/>
                    <a:pt x="102599" y="52871"/>
                  </a:cubicBezTo>
                  <a:cubicBezTo>
                    <a:pt x="107199" y="52871"/>
                    <a:pt x="107199" y="51100"/>
                    <a:pt x="107199" y="44369"/>
                  </a:cubicBezTo>
                  <a:lnTo>
                    <a:pt x="107199" y="8587"/>
                  </a:lnTo>
                  <a:cubicBezTo>
                    <a:pt x="107199" y="2565"/>
                    <a:pt x="107199" y="85"/>
                    <a:pt x="103306" y="85"/>
                  </a:cubicBezTo>
                  <a:cubicBezTo>
                    <a:pt x="101537" y="85"/>
                    <a:pt x="100829" y="85"/>
                    <a:pt x="96228" y="4336"/>
                  </a:cubicBezTo>
                  <a:cubicBezTo>
                    <a:pt x="95167" y="5753"/>
                    <a:pt x="91627" y="8941"/>
                    <a:pt x="90212" y="10004"/>
                  </a:cubicBezTo>
                  <a:cubicBezTo>
                    <a:pt x="76763" y="85"/>
                    <a:pt x="62253" y="85"/>
                    <a:pt x="56944" y="85"/>
                  </a:cubicBezTo>
                  <a:cubicBezTo>
                    <a:pt x="13768" y="85"/>
                    <a:pt x="319" y="23821"/>
                    <a:pt x="319" y="43660"/>
                  </a:cubicBezTo>
                  <a:cubicBezTo>
                    <a:pt x="319" y="56060"/>
                    <a:pt x="5982" y="65979"/>
                    <a:pt x="15537" y="73773"/>
                  </a:cubicBezTo>
                  <a:cubicBezTo>
                    <a:pt x="26862" y="82984"/>
                    <a:pt x="36772" y="85110"/>
                    <a:pt x="62253" y="90070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647CBA80-9495-E906-DE49-AF8D4497C33A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3727980" y="7821412"/>
              <a:ext cx="114666" cy="249761"/>
            </a:xfrm>
            <a:custGeom>
              <a:avLst/>
              <a:gdLst>
                <a:gd name="connsiteX0" fmla="*/ 50578 w 114666"/>
                <a:gd name="connsiteY0" fmla="*/ 97155 h 249761"/>
                <a:gd name="connsiteX1" fmla="*/ 50578 w 114666"/>
                <a:gd name="connsiteY1" fmla="*/ 56060 h 249761"/>
                <a:gd name="connsiteX2" fmla="*/ 83138 w 114666"/>
                <a:gd name="connsiteY2" fmla="*/ 7879 h 249761"/>
                <a:gd name="connsiteX3" fmla="*/ 94817 w 114666"/>
                <a:gd name="connsiteY3" fmla="*/ 10359 h 249761"/>
                <a:gd name="connsiteX4" fmla="*/ 84199 w 114666"/>
                <a:gd name="connsiteY4" fmla="*/ 25238 h 249761"/>
                <a:gd name="connsiteX5" fmla="*/ 99417 w 114666"/>
                <a:gd name="connsiteY5" fmla="*/ 40472 h 249761"/>
                <a:gd name="connsiteX6" fmla="*/ 114989 w 114666"/>
                <a:gd name="connsiteY6" fmla="*/ 24884 h 249761"/>
                <a:gd name="connsiteX7" fmla="*/ 83138 w 114666"/>
                <a:gd name="connsiteY7" fmla="*/ 85 h 249761"/>
                <a:gd name="connsiteX8" fmla="*/ 28282 w 114666"/>
                <a:gd name="connsiteY8" fmla="*/ 56414 h 249761"/>
                <a:gd name="connsiteX9" fmla="*/ 28282 w 114666"/>
                <a:gd name="connsiteY9" fmla="*/ 97155 h 249761"/>
                <a:gd name="connsiteX10" fmla="*/ 323 w 114666"/>
                <a:gd name="connsiteY10" fmla="*/ 97155 h 249761"/>
                <a:gd name="connsiteX11" fmla="*/ 323 w 114666"/>
                <a:gd name="connsiteY11" fmla="*/ 108137 h 249761"/>
                <a:gd name="connsiteX12" fmla="*/ 28282 w 114666"/>
                <a:gd name="connsiteY12" fmla="*/ 108137 h 249761"/>
                <a:gd name="connsiteX13" fmla="*/ 28282 w 114666"/>
                <a:gd name="connsiteY13" fmla="*/ 222921 h 249761"/>
                <a:gd name="connsiteX14" fmla="*/ 677 w 114666"/>
                <a:gd name="connsiteY14" fmla="*/ 238864 h 249761"/>
                <a:gd name="connsiteX15" fmla="*/ 677 w 114666"/>
                <a:gd name="connsiteY15" fmla="*/ 249846 h 249761"/>
                <a:gd name="connsiteX16" fmla="*/ 41022 w 114666"/>
                <a:gd name="connsiteY16" fmla="*/ 248783 h 249761"/>
                <a:gd name="connsiteX17" fmla="*/ 85969 w 114666"/>
                <a:gd name="connsiteY17" fmla="*/ 249846 h 249761"/>
                <a:gd name="connsiteX18" fmla="*/ 85969 w 114666"/>
                <a:gd name="connsiteY18" fmla="*/ 238864 h 249761"/>
                <a:gd name="connsiteX19" fmla="*/ 78537 w 114666"/>
                <a:gd name="connsiteY19" fmla="*/ 238864 h 249761"/>
                <a:gd name="connsiteX20" fmla="*/ 51640 w 114666"/>
                <a:gd name="connsiteY20" fmla="*/ 222213 h 249761"/>
                <a:gd name="connsiteX21" fmla="*/ 51640 w 114666"/>
                <a:gd name="connsiteY21" fmla="*/ 108137 h 249761"/>
                <a:gd name="connsiteX22" fmla="*/ 91985 w 114666"/>
                <a:gd name="connsiteY22" fmla="*/ 108137 h 249761"/>
                <a:gd name="connsiteX23" fmla="*/ 91985 w 114666"/>
                <a:gd name="connsiteY23" fmla="*/ 97155 h 249761"/>
                <a:gd name="connsiteX24" fmla="*/ 50578 w 114666"/>
                <a:gd name="connsiteY24" fmla="*/ 97155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666" h="249761">
                  <a:moveTo>
                    <a:pt x="50578" y="97155"/>
                  </a:moveTo>
                  <a:lnTo>
                    <a:pt x="50578" y="56060"/>
                  </a:lnTo>
                  <a:cubicBezTo>
                    <a:pt x="50578" y="24884"/>
                    <a:pt x="67566" y="7879"/>
                    <a:pt x="83138" y="7879"/>
                  </a:cubicBezTo>
                  <a:cubicBezTo>
                    <a:pt x="84199" y="7879"/>
                    <a:pt x="89508" y="7879"/>
                    <a:pt x="94817" y="10359"/>
                  </a:cubicBezTo>
                  <a:cubicBezTo>
                    <a:pt x="90570" y="11776"/>
                    <a:pt x="84199" y="16381"/>
                    <a:pt x="84199" y="25238"/>
                  </a:cubicBezTo>
                  <a:cubicBezTo>
                    <a:pt x="84199" y="33386"/>
                    <a:pt x="89862" y="40472"/>
                    <a:pt x="99417" y="40472"/>
                  </a:cubicBezTo>
                  <a:cubicBezTo>
                    <a:pt x="109681" y="40472"/>
                    <a:pt x="114989" y="33386"/>
                    <a:pt x="114989" y="24884"/>
                  </a:cubicBezTo>
                  <a:cubicBezTo>
                    <a:pt x="114989" y="11776"/>
                    <a:pt x="101895" y="85"/>
                    <a:pt x="83138" y="85"/>
                  </a:cubicBezTo>
                  <a:cubicBezTo>
                    <a:pt x="58364" y="85"/>
                    <a:pt x="28282" y="18861"/>
                    <a:pt x="28282" y="56414"/>
                  </a:cubicBezTo>
                  <a:lnTo>
                    <a:pt x="28282" y="97155"/>
                  </a:lnTo>
                  <a:lnTo>
                    <a:pt x="323" y="97155"/>
                  </a:lnTo>
                  <a:lnTo>
                    <a:pt x="323" y="108137"/>
                  </a:lnTo>
                  <a:lnTo>
                    <a:pt x="28282" y="108137"/>
                  </a:lnTo>
                  <a:lnTo>
                    <a:pt x="28282" y="222921"/>
                  </a:lnTo>
                  <a:cubicBezTo>
                    <a:pt x="28282" y="238864"/>
                    <a:pt x="24389" y="238864"/>
                    <a:pt x="677" y="238864"/>
                  </a:cubicBezTo>
                  <a:lnTo>
                    <a:pt x="677" y="249846"/>
                  </a:lnTo>
                  <a:cubicBezTo>
                    <a:pt x="14479" y="249492"/>
                    <a:pt x="31113" y="248783"/>
                    <a:pt x="41022" y="248783"/>
                  </a:cubicBezTo>
                  <a:cubicBezTo>
                    <a:pt x="55179" y="248783"/>
                    <a:pt x="71812" y="248783"/>
                    <a:pt x="85969" y="249846"/>
                  </a:cubicBezTo>
                  <a:lnTo>
                    <a:pt x="85969" y="238864"/>
                  </a:lnTo>
                  <a:lnTo>
                    <a:pt x="78537" y="238864"/>
                  </a:lnTo>
                  <a:cubicBezTo>
                    <a:pt x="52348" y="238864"/>
                    <a:pt x="51640" y="234967"/>
                    <a:pt x="51640" y="222213"/>
                  </a:cubicBezTo>
                  <a:lnTo>
                    <a:pt x="51640" y="108137"/>
                  </a:lnTo>
                  <a:lnTo>
                    <a:pt x="91985" y="108137"/>
                  </a:lnTo>
                  <a:lnTo>
                    <a:pt x="91985" y="97155"/>
                  </a:lnTo>
                  <a:lnTo>
                    <a:pt x="50578" y="97155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0C66CDA-DD62-DB44-B79F-6C8040328292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3834350" y="7912459"/>
              <a:ext cx="156781" cy="162610"/>
            </a:xfrm>
            <a:custGeom>
              <a:avLst/>
              <a:gdLst>
                <a:gd name="connsiteX0" fmla="*/ 157107 w 156781"/>
                <a:gd name="connsiteY0" fmla="*/ 82984 h 162610"/>
                <a:gd name="connsiteX1" fmla="*/ 78894 w 156781"/>
                <a:gd name="connsiteY1" fmla="*/ 85 h 162610"/>
                <a:gd name="connsiteX2" fmla="*/ 326 w 156781"/>
                <a:gd name="connsiteY2" fmla="*/ 82984 h 162610"/>
                <a:gd name="connsiteX3" fmla="*/ 78540 w 156781"/>
                <a:gd name="connsiteY3" fmla="*/ 162695 h 162610"/>
                <a:gd name="connsiteX4" fmla="*/ 157107 w 156781"/>
                <a:gd name="connsiteY4" fmla="*/ 82984 h 162610"/>
                <a:gd name="connsiteX5" fmla="*/ 78894 w 156781"/>
                <a:gd name="connsiteY5" fmla="*/ 153839 h 162610"/>
                <a:gd name="connsiteX6" fmla="*/ 38548 w 156781"/>
                <a:gd name="connsiteY6" fmla="*/ 130102 h 162610"/>
                <a:gd name="connsiteX7" fmla="*/ 29700 w 156781"/>
                <a:gd name="connsiteY7" fmla="*/ 80150 h 162610"/>
                <a:gd name="connsiteX8" fmla="*/ 38194 w 156781"/>
                <a:gd name="connsiteY8" fmla="*/ 31615 h 162610"/>
                <a:gd name="connsiteX9" fmla="*/ 78540 w 156781"/>
                <a:gd name="connsiteY9" fmla="*/ 7879 h 162610"/>
                <a:gd name="connsiteX10" fmla="*/ 118531 w 156781"/>
                <a:gd name="connsiteY10" fmla="*/ 30906 h 162610"/>
                <a:gd name="connsiteX11" fmla="*/ 127733 w 156781"/>
                <a:gd name="connsiteY11" fmla="*/ 80150 h 162610"/>
                <a:gd name="connsiteX12" fmla="*/ 119947 w 156781"/>
                <a:gd name="connsiteY12" fmla="*/ 127622 h 162610"/>
                <a:gd name="connsiteX13" fmla="*/ 78894 w 156781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81" h="162610">
                  <a:moveTo>
                    <a:pt x="157107" y="82984"/>
                  </a:moveTo>
                  <a:cubicBezTo>
                    <a:pt x="157107" y="37637"/>
                    <a:pt x="121717" y="85"/>
                    <a:pt x="78894" y="85"/>
                  </a:cubicBezTo>
                  <a:cubicBezTo>
                    <a:pt x="34655" y="85"/>
                    <a:pt x="326" y="38700"/>
                    <a:pt x="326" y="82984"/>
                  </a:cubicBezTo>
                  <a:cubicBezTo>
                    <a:pt x="326" y="128685"/>
                    <a:pt x="37132" y="162695"/>
                    <a:pt x="78540" y="162695"/>
                  </a:cubicBezTo>
                  <a:cubicBezTo>
                    <a:pt x="121363" y="162695"/>
                    <a:pt x="157107" y="127977"/>
                    <a:pt x="157107" y="82984"/>
                  </a:cubicBezTo>
                  <a:close/>
                  <a:moveTo>
                    <a:pt x="78894" y="153839"/>
                  </a:moveTo>
                  <a:cubicBezTo>
                    <a:pt x="63676" y="153839"/>
                    <a:pt x="48104" y="146399"/>
                    <a:pt x="38548" y="130102"/>
                  </a:cubicBezTo>
                  <a:cubicBezTo>
                    <a:pt x="29700" y="114514"/>
                    <a:pt x="29700" y="92904"/>
                    <a:pt x="29700" y="80150"/>
                  </a:cubicBezTo>
                  <a:cubicBezTo>
                    <a:pt x="29700" y="66333"/>
                    <a:pt x="29700" y="47203"/>
                    <a:pt x="38194" y="31615"/>
                  </a:cubicBezTo>
                  <a:cubicBezTo>
                    <a:pt x="47750" y="15318"/>
                    <a:pt x="64383" y="7879"/>
                    <a:pt x="78540" y="7879"/>
                  </a:cubicBezTo>
                  <a:cubicBezTo>
                    <a:pt x="94112" y="7879"/>
                    <a:pt x="109330" y="15673"/>
                    <a:pt x="118531" y="30906"/>
                  </a:cubicBezTo>
                  <a:cubicBezTo>
                    <a:pt x="127733" y="46140"/>
                    <a:pt x="127733" y="66688"/>
                    <a:pt x="127733" y="80150"/>
                  </a:cubicBezTo>
                  <a:cubicBezTo>
                    <a:pt x="127733" y="92904"/>
                    <a:pt x="127733" y="112035"/>
                    <a:pt x="119947" y="127622"/>
                  </a:cubicBezTo>
                  <a:cubicBezTo>
                    <a:pt x="112161" y="143565"/>
                    <a:pt x="96589" y="153839"/>
                    <a:pt x="78894" y="153839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CEFED69B-D2E7-D5CE-7CF6-F5ABC091316E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4011305" y="7914585"/>
              <a:ext cx="118913" cy="156588"/>
            </a:xfrm>
            <a:custGeom>
              <a:avLst/>
              <a:gdLst>
                <a:gd name="connsiteX0" fmla="*/ 49524 w 118913"/>
                <a:gd name="connsiteY0" fmla="*/ 39055 h 156588"/>
                <a:gd name="connsiteX1" fmla="*/ 49524 w 118913"/>
                <a:gd name="connsiteY1" fmla="*/ 85 h 156588"/>
                <a:gd name="connsiteX2" fmla="*/ 331 w 118913"/>
                <a:gd name="connsiteY2" fmla="*/ 3982 h 156588"/>
                <a:gd name="connsiteX3" fmla="*/ 331 w 118913"/>
                <a:gd name="connsiteY3" fmla="*/ 14964 h 156588"/>
                <a:gd name="connsiteX4" fmla="*/ 27936 w 118913"/>
                <a:gd name="connsiteY4" fmla="*/ 34803 h 156588"/>
                <a:gd name="connsiteX5" fmla="*/ 27936 w 118913"/>
                <a:gd name="connsiteY5" fmla="*/ 129748 h 156588"/>
                <a:gd name="connsiteX6" fmla="*/ 331 w 118913"/>
                <a:gd name="connsiteY6" fmla="*/ 145690 h 156588"/>
                <a:gd name="connsiteX7" fmla="*/ 331 w 118913"/>
                <a:gd name="connsiteY7" fmla="*/ 156673 h 156588"/>
                <a:gd name="connsiteX8" fmla="*/ 40677 w 118913"/>
                <a:gd name="connsiteY8" fmla="*/ 155610 h 156588"/>
                <a:gd name="connsiteX9" fmla="*/ 85623 w 118913"/>
                <a:gd name="connsiteY9" fmla="*/ 156673 h 156588"/>
                <a:gd name="connsiteX10" fmla="*/ 85623 w 118913"/>
                <a:gd name="connsiteY10" fmla="*/ 145690 h 156588"/>
                <a:gd name="connsiteX11" fmla="*/ 78191 w 118913"/>
                <a:gd name="connsiteY11" fmla="*/ 145690 h 156588"/>
                <a:gd name="connsiteX12" fmla="*/ 51294 w 118913"/>
                <a:gd name="connsiteY12" fmla="*/ 129040 h 156588"/>
                <a:gd name="connsiteX13" fmla="*/ 51294 w 118913"/>
                <a:gd name="connsiteY13" fmla="*/ 74482 h 156588"/>
                <a:gd name="connsiteX14" fmla="*/ 93055 w 118913"/>
                <a:gd name="connsiteY14" fmla="*/ 7879 h 156588"/>
                <a:gd name="connsiteX15" fmla="*/ 96948 w 118913"/>
                <a:gd name="connsiteY15" fmla="*/ 8233 h 156588"/>
                <a:gd name="connsiteX16" fmla="*/ 88808 w 118913"/>
                <a:gd name="connsiteY16" fmla="*/ 22050 h 156588"/>
                <a:gd name="connsiteX17" fmla="*/ 104026 w 118913"/>
                <a:gd name="connsiteY17" fmla="*/ 37283 h 156588"/>
                <a:gd name="connsiteX18" fmla="*/ 119244 w 118913"/>
                <a:gd name="connsiteY18" fmla="*/ 21695 h 156588"/>
                <a:gd name="connsiteX19" fmla="*/ 93055 w 118913"/>
                <a:gd name="connsiteY19" fmla="*/ 85 h 156588"/>
                <a:gd name="connsiteX20" fmla="*/ 49524 w 118913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913" h="156588">
                  <a:moveTo>
                    <a:pt x="49524" y="39055"/>
                  </a:moveTo>
                  <a:lnTo>
                    <a:pt x="49524" y="85"/>
                  </a:lnTo>
                  <a:lnTo>
                    <a:pt x="331" y="3982"/>
                  </a:lnTo>
                  <a:lnTo>
                    <a:pt x="331" y="14964"/>
                  </a:lnTo>
                  <a:cubicBezTo>
                    <a:pt x="25105" y="14964"/>
                    <a:pt x="27936" y="17444"/>
                    <a:pt x="27936" y="34803"/>
                  </a:cubicBezTo>
                  <a:lnTo>
                    <a:pt x="27936" y="129748"/>
                  </a:lnTo>
                  <a:cubicBezTo>
                    <a:pt x="27936" y="145690"/>
                    <a:pt x="24043" y="145690"/>
                    <a:pt x="331" y="145690"/>
                  </a:cubicBezTo>
                  <a:lnTo>
                    <a:pt x="331" y="156673"/>
                  </a:lnTo>
                  <a:cubicBezTo>
                    <a:pt x="14133" y="156318"/>
                    <a:pt x="30767" y="155610"/>
                    <a:pt x="40677" y="155610"/>
                  </a:cubicBezTo>
                  <a:cubicBezTo>
                    <a:pt x="54833" y="155610"/>
                    <a:pt x="71467" y="155610"/>
                    <a:pt x="85623" y="156673"/>
                  </a:cubicBezTo>
                  <a:lnTo>
                    <a:pt x="85623" y="145690"/>
                  </a:lnTo>
                  <a:lnTo>
                    <a:pt x="78191" y="145690"/>
                  </a:lnTo>
                  <a:cubicBezTo>
                    <a:pt x="52002" y="145690"/>
                    <a:pt x="51294" y="141793"/>
                    <a:pt x="51294" y="129040"/>
                  </a:cubicBezTo>
                  <a:lnTo>
                    <a:pt x="51294" y="74482"/>
                  </a:lnTo>
                  <a:cubicBezTo>
                    <a:pt x="51294" y="39409"/>
                    <a:pt x="66158" y="7879"/>
                    <a:pt x="93055" y="7879"/>
                  </a:cubicBezTo>
                  <a:cubicBezTo>
                    <a:pt x="95532" y="7879"/>
                    <a:pt x="96240" y="7879"/>
                    <a:pt x="96948" y="8233"/>
                  </a:cubicBezTo>
                  <a:cubicBezTo>
                    <a:pt x="95886" y="8587"/>
                    <a:pt x="88808" y="12838"/>
                    <a:pt x="88808" y="22050"/>
                  </a:cubicBezTo>
                  <a:cubicBezTo>
                    <a:pt x="88808" y="31969"/>
                    <a:pt x="96240" y="37283"/>
                    <a:pt x="104026" y="37283"/>
                  </a:cubicBezTo>
                  <a:cubicBezTo>
                    <a:pt x="110397" y="37283"/>
                    <a:pt x="119244" y="33032"/>
                    <a:pt x="119244" y="21695"/>
                  </a:cubicBezTo>
                  <a:cubicBezTo>
                    <a:pt x="119244" y="10359"/>
                    <a:pt x="108273" y="85"/>
                    <a:pt x="93055" y="85"/>
                  </a:cubicBezTo>
                  <a:cubicBezTo>
                    <a:pt x="67220" y="85"/>
                    <a:pt x="54479" y="23821"/>
                    <a:pt x="49524" y="39055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5E9004BE-70BF-C977-1E8B-8BB83F4EE157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4151335" y="7914585"/>
              <a:ext cx="276402" cy="156588"/>
            </a:xfrm>
            <a:custGeom>
              <a:avLst/>
              <a:gdLst>
                <a:gd name="connsiteX0" fmla="*/ 27940 w 276402"/>
                <a:gd name="connsiteY0" fmla="*/ 34803 h 156588"/>
                <a:gd name="connsiteX1" fmla="*/ 27940 w 276402"/>
                <a:gd name="connsiteY1" fmla="*/ 129748 h 156588"/>
                <a:gd name="connsiteX2" fmla="*/ 335 w 276402"/>
                <a:gd name="connsiteY2" fmla="*/ 145690 h 156588"/>
                <a:gd name="connsiteX3" fmla="*/ 335 w 276402"/>
                <a:gd name="connsiteY3" fmla="*/ 156673 h 156588"/>
                <a:gd name="connsiteX4" fmla="*/ 40327 w 276402"/>
                <a:gd name="connsiteY4" fmla="*/ 155610 h 156588"/>
                <a:gd name="connsiteX5" fmla="*/ 79964 w 276402"/>
                <a:gd name="connsiteY5" fmla="*/ 156673 h 156588"/>
                <a:gd name="connsiteX6" fmla="*/ 79964 w 276402"/>
                <a:gd name="connsiteY6" fmla="*/ 145690 h 156588"/>
                <a:gd name="connsiteX7" fmla="*/ 52359 w 276402"/>
                <a:gd name="connsiteY7" fmla="*/ 129748 h 156588"/>
                <a:gd name="connsiteX8" fmla="*/ 52359 w 276402"/>
                <a:gd name="connsiteY8" fmla="*/ 64562 h 156588"/>
                <a:gd name="connsiteX9" fmla="*/ 100137 w 276402"/>
                <a:gd name="connsiteY9" fmla="*/ 7879 h 156588"/>
                <a:gd name="connsiteX10" fmla="*/ 126326 w 276402"/>
                <a:gd name="connsiteY10" fmla="*/ 47203 h 156588"/>
                <a:gd name="connsiteX11" fmla="*/ 126326 w 276402"/>
                <a:gd name="connsiteY11" fmla="*/ 129748 h 156588"/>
                <a:gd name="connsiteX12" fmla="*/ 98721 w 276402"/>
                <a:gd name="connsiteY12" fmla="*/ 145690 h 156588"/>
                <a:gd name="connsiteX13" fmla="*/ 98721 w 276402"/>
                <a:gd name="connsiteY13" fmla="*/ 156673 h 156588"/>
                <a:gd name="connsiteX14" fmla="*/ 138713 w 276402"/>
                <a:gd name="connsiteY14" fmla="*/ 155610 h 156588"/>
                <a:gd name="connsiteX15" fmla="*/ 178351 w 276402"/>
                <a:gd name="connsiteY15" fmla="*/ 156673 h 156588"/>
                <a:gd name="connsiteX16" fmla="*/ 178351 w 276402"/>
                <a:gd name="connsiteY16" fmla="*/ 145690 h 156588"/>
                <a:gd name="connsiteX17" fmla="*/ 150746 w 276402"/>
                <a:gd name="connsiteY17" fmla="*/ 129748 h 156588"/>
                <a:gd name="connsiteX18" fmla="*/ 150746 w 276402"/>
                <a:gd name="connsiteY18" fmla="*/ 64562 h 156588"/>
                <a:gd name="connsiteX19" fmla="*/ 198524 w 276402"/>
                <a:gd name="connsiteY19" fmla="*/ 7879 h 156588"/>
                <a:gd name="connsiteX20" fmla="*/ 224713 w 276402"/>
                <a:gd name="connsiteY20" fmla="*/ 47203 h 156588"/>
                <a:gd name="connsiteX21" fmla="*/ 224713 w 276402"/>
                <a:gd name="connsiteY21" fmla="*/ 129748 h 156588"/>
                <a:gd name="connsiteX22" fmla="*/ 197108 w 276402"/>
                <a:gd name="connsiteY22" fmla="*/ 145690 h 156588"/>
                <a:gd name="connsiteX23" fmla="*/ 197108 w 276402"/>
                <a:gd name="connsiteY23" fmla="*/ 156673 h 156588"/>
                <a:gd name="connsiteX24" fmla="*/ 237100 w 276402"/>
                <a:gd name="connsiteY24" fmla="*/ 155610 h 156588"/>
                <a:gd name="connsiteX25" fmla="*/ 276737 w 276402"/>
                <a:gd name="connsiteY25" fmla="*/ 156673 h 156588"/>
                <a:gd name="connsiteX26" fmla="*/ 276737 w 276402"/>
                <a:gd name="connsiteY26" fmla="*/ 145690 h 156588"/>
                <a:gd name="connsiteX27" fmla="*/ 249133 w 276402"/>
                <a:gd name="connsiteY27" fmla="*/ 135062 h 156588"/>
                <a:gd name="connsiteX28" fmla="*/ 249133 w 276402"/>
                <a:gd name="connsiteY28" fmla="*/ 67396 h 156588"/>
                <a:gd name="connsiteX29" fmla="*/ 238161 w 276402"/>
                <a:gd name="connsiteY29" fmla="*/ 13193 h 156588"/>
                <a:gd name="connsiteX30" fmla="*/ 201001 w 276402"/>
                <a:gd name="connsiteY30" fmla="*/ 85 h 156588"/>
                <a:gd name="connsiteX31" fmla="*/ 149684 w 276402"/>
                <a:gd name="connsiteY31" fmla="*/ 34803 h 156588"/>
                <a:gd name="connsiteX32" fmla="*/ 102614 w 276402"/>
                <a:gd name="connsiteY32" fmla="*/ 85 h 156588"/>
                <a:gd name="connsiteX33" fmla="*/ 50236 w 276402"/>
                <a:gd name="connsiteY33" fmla="*/ 37283 h 156588"/>
                <a:gd name="connsiteX34" fmla="*/ 50236 w 276402"/>
                <a:gd name="connsiteY34" fmla="*/ 85 h 156588"/>
                <a:gd name="connsiteX35" fmla="*/ 335 w 276402"/>
                <a:gd name="connsiteY35" fmla="*/ 3982 h 156588"/>
                <a:gd name="connsiteX36" fmla="*/ 335 w 276402"/>
                <a:gd name="connsiteY36" fmla="*/ 14964 h 156588"/>
                <a:gd name="connsiteX37" fmla="*/ 27940 w 276402"/>
                <a:gd name="connsiteY37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6402" h="156588">
                  <a:moveTo>
                    <a:pt x="27940" y="34803"/>
                  </a:moveTo>
                  <a:lnTo>
                    <a:pt x="27940" y="129748"/>
                  </a:lnTo>
                  <a:cubicBezTo>
                    <a:pt x="27940" y="145690"/>
                    <a:pt x="24047" y="145690"/>
                    <a:pt x="335" y="145690"/>
                  </a:cubicBezTo>
                  <a:lnTo>
                    <a:pt x="335" y="156673"/>
                  </a:lnTo>
                  <a:cubicBezTo>
                    <a:pt x="12722" y="156318"/>
                    <a:pt x="30771" y="155610"/>
                    <a:pt x="40327" y="155610"/>
                  </a:cubicBezTo>
                  <a:cubicBezTo>
                    <a:pt x="49528" y="155610"/>
                    <a:pt x="67931" y="156318"/>
                    <a:pt x="79964" y="156673"/>
                  </a:cubicBezTo>
                  <a:lnTo>
                    <a:pt x="79964" y="145690"/>
                  </a:lnTo>
                  <a:cubicBezTo>
                    <a:pt x="56252" y="145690"/>
                    <a:pt x="52359" y="145690"/>
                    <a:pt x="52359" y="129748"/>
                  </a:cubicBezTo>
                  <a:lnTo>
                    <a:pt x="52359" y="64562"/>
                  </a:lnTo>
                  <a:cubicBezTo>
                    <a:pt x="52359" y="27718"/>
                    <a:pt x="77487" y="7879"/>
                    <a:pt x="100137" y="7879"/>
                  </a:cubicBezTo>
                  <a:cubicBezTo>
                    <a:pt x="122433" y="7879"/>
                    <a:pt x="126326" y="27009"/>
                    <a:pt x="126326" y="47203"/>
                  </a:cubicBezTo>
                  <a:lnTo>
                    <a:pt x="126326" y="129748"/>
                  </a:lnTo>
                  <a:cubicBezTo>
                    <a:pt x="126326" y="145690"/>
                    <a:pt x="122433" y="145690"/>
                    <a:pt x="98721" y="145690"/>
                  </a:cubicBezTo>
                  <a:lnTo>
                    <a:pt x="98721" y="156673"/>
                  </a:lnTo>
                  <a:cubicBezTo>
                    <a:pt x="111108" y="156318"/>
                    <a:pt x="129158" y="155610"/>
                    <a:pt x="138713" y="155610"/>
                  </a:cubicBezTo>
                  <a:cubicBezTo>
                    <a:pt x="147915" y="155610"/>
                    <a:pt x="166318" y="156318"/>
                    <a:pt x="178351" y="156673"/>
                  </a:cubicBezTo>
                  <a:lnTo>
                    <a:pt x="178351" y="145690"/>
                  </a:lnTo>
                  <a:cubicBezTo>
                    <a:pt x="154639" y="145690"/>
                    <a:pt x="150746" y="145690"/>
                    <a:pt x="150746" y="129748"/>
                  </a:cubicBezTo>
                  <a:lnTo>
                    <a:pt x="150746" y="64562"/>
                  </a:lnTo>
                  <a:cubicBezTo>
                    <a:pt x="150746" y="27718"/>
                    <a:pt x="175874" y="7879"/>
                    <a:pt x="198524" y="7879"/>
                  </a:cubicBezTo>
                  <a:cubicBezTo>
                    <a:pt x="220820" y="7879"/>
                    <a:pt x="224713" y="27009"/>
                    <a:pt x="224713" y="47203"/>
                  </a:cubicBezTo>
                  <a:lnTo>
                    <a:pt x="224713" y="129748"/>
                  </a:lnTo>
                  <a:cubicBezTo>
                    <a:pt x="224713" y="145690"/>
                    <a:pt x="220820" y="145690"/>
                    <a:pt x="197108" y="145690"/>
                  </a:cubicBezTo>
                  <a:lnTo>
                    <a:pt x="197108" y="156673"/>
                  </a:lnTo>
                  <a:cubicBezTo>
                    <a:pt x="209495" y="156318"/>
                    <a:pt x="227544" y="155610"/>
                    <a:pt x="237100" y="155610"/>
                  </a:cubicBezTo>
                  <a:cubicBezTo>
                    <a:pt x="246301" y="155610"/>
                    <a:pt x="264705" y="156318"/>
                    <a:pt x="276737" y="156673"/>
                  </a:cubicBezTo>
                  <a:lnTo>
                    <a:pt x="276737" y="145690"/>
                  </a:lnTo>
                  <a:cubicBezTo>
                    <a:pt x="258334" y="145690"/>
                    <a:pt x="249486" y="145690"/>
                    <a:pt x="249133" y="135062"/>
                  </a:cubicBezTo>
                  <a:lnTo>
                    <a:pt x="249133" y="67396"/>
                  </a:lnTo>
                  <a:cubicBezTo>
                    <a:pt x="249133" y="36929"/>
                    <a:pt x="249133" y="25947"/>
                    <a:pt x="238161" y="13193"/>
                  </a:cubicBezTo>
                  <a:cubicBezTo>
                    <a:pt x="233207" y="7170"/>
                    <a:pt x="221528" y="85"/>
                    <a:pt x="201001" y="85"/>
                  </a:cubicBezTo>
                  <a:cubicBezTo>
                    <a:pt x="171273" y="85"/>
                    <a:pt x="155701" y="21341"/>
                    <a:pt x="149684" y="34803"/>
                  </a:cubicBezTo>
                  <a:cubicBezTo>
                    <a:pt x="144730" y="3982"/>
                    <a:pt x="118540" y="85"/>
                    <a:pt x="102614" y="85"/>
                  </a:cubicBezTo>
                  <a:cubicBezTo>
                    <a:pt x="76779" y="85"/>
                    <a:pt x="60145" y="15318"/>
                    <a:pt x="50236" y="37283"/>
                  </a:cubicBezTo>
                  <a:lnTo>
                    <a:pt x="50236" y="85"/>
                  </a:lnTo>
                  <a:lnTo>
                    <a:pt x="335" y="3982"/>
                  </a:lnTo>
                  <a:lnTo>
                    <a:pt x="335" y="14964"/>
                  </a:lnTo>
                  <a:cubicBezTo>
                    <a:pt x="25109" y="14964"/>
                    <a:pt x="27940" y="17444"/>
                    <a:pt x="27940" y="3480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F0DF0F9-6A2B-38E6-038A-F1A163B61BD0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4559628" y="7853296"/>
              <a:ext cx="110773" cy="221773"/>
            </a:xfrm>
            <a:custGeom>
              <a:avLst/>
              <a:gdLst>
                <a:gd name="connsiteX0" fmla="*/ 54848 w 110773"/>
                <a:gd name="connsiteY0" fmla="*/ 76253 h 221773"/>
                <a:gd name="connsiteX1" fmla="*/ 105457 w 110773"/>
                <a:gd name="connsiteY1" fmla="*/ 76253 h 221773"/>
                <a:gd name="connsiteX2" fmla="*/ 105457 w 110773"/>
                <a:gd name="connsiteY2" fmla="*/ 65271 h 221773"/>
                <a:gd name="connsiteX3" fmla="*/ 54848 w 110773"/>
                <a:gd name="connsiteY3" fmla="*/ 65271 h 221773"/>
                <a:gd name="connsiteX4" fmla="*/ 54848 w 110773"/>
                <a:gd name="connsiteY4" fmla="*/ 85 h 221773"/>
                <a:gd name="connsiteX5" fmla="*/ 46001 w 110773"/>
                <a:gd name="connsiteY5" fmla="*/ 85 h 221773"/>
                <a:gd name="connsiteX6" fmla="*/ 347 w 110773"/>
                <a:gd name="connsiteY6" fmla="*/ 68459 h 221773"/>
                <a:gd name="connsiteX7" fmla="*/ 347 w 110773"/>
                <a:gd name="connsiteY7" fmla="*/ 76253 h 221773"/>
                <a:gd name="connsiteX8" fmla="*/ 30429 w 110773"/>
                <a:gd name="connsiteY8" fmla="*/ 76253 h 221773"/>
                <a:gd name="connsiteX9" fmla="*/ 30429 w 110773"/>
                <a:gd name="connsiteY9" fmla="*/ 174032 h 221773"/>
                <a:gd name="connsiteX10" fmla="*/ 76083 w 110773"/>
                <a:gd name="connsiteY10" fmla="*/ 221859 h 221773"/>
                <a:gd name="connsiteX11" fmla="*/ 111120 w 110773"/>
                <a:gd name="connsiteY11" fmla="*/ 174032 h 221773"/>
                <a:gd name="connsiteX12" fmla="*/ 111120 w 110773"/>
                <a:gd name="connsiteY12" fmla="*/ 153839 h 221773"/>
                <a:gd name="connsiteX13" fmla="*/ 102272 w 110773"/>
                <a:gd name="connsiteY13" fmla="*/ 153839 h 221773"/>
                <a:gd name="connsiteX14" fmla="*/ 102272 w 110773"/>
                <a:gd name="connsiteY14" fmla="*/ 173323 h 221773"/>
                <a:gd name="connsiteX15" fmla="*/ 78560 w 110773"/>
                <a:gd name="connsiteY15" fmla="*/ 213002 h 221773"/>
                <a:gd name="connsiteX16" fmla="*/ 54848 w 110773"/>
                <a:gd name="connsiteY16" fmla="*/ 174741 h 221773"/>
                <a:gd name="connsiteX17" fmla="*/ 54848 w 11077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848" y="76253"/>
                  </a:moveTo>
                  <a:lnTo>
                    <a:pt x="105457" y="76253"/>
                  </a:lnTo>
                  <a:lnTo>
                    <a:pt x="105457" y="65271"/>
                  </a:lnTo>
                  <a:lnTo>
                    <a:pt x="54848" y="65271"/>
                  </a:lnTo>
                  <a:lnTo>
                    <a:pt x="54848" y="85"/>
                  </a:lnTo>
                  <a:lnTo>
                    <a:pt x="46001" y="85"/>
                  </a:lnTo>
                  <a:cubicBezTo>
                    <a:pt x="45647" y="29135"/>
                    <a:pt x="35030" y="67042"/>
                    <a:pt x="347" y="68459"/>
                  </a:cubicBezTo>
                  <a:lnTo>
                    <a:pt x="347" y="76253"/>
                  </a:lnTo>
                  <a:lnTo>
                    <a:pt x="30429" y="76253"/>
                  </a:lnTo>
                  <a:lnTo>
                    <a:pt x="30429" y="174032"/>
                  </a:lnTo>
                  <a:cubicBezTo>
                    <a:pt x="30429" y="217607"/>
                    <a:pt x="63342" y="221859"/>
                    <a:pt x="76083" y="221859"/>
                  </a:cubicBezTo>
                  <a:cubicBezTo>
                    <a:pt x="101210" y="221859"/>
                    <a:pt x="111120" y="196705"/>
                    <a:pt x="111120" y="174032"/>
                  </a:cubicBezTo>
                  <a:lnTo>
                    <a:pt x="111120" y="153839"/>
                  </a:lnTo>
                  <a:lnTo>
                    <a:pt x="102272" y="153839"/>
                  </a:lnTo>
                  <a:lnTo>
                    <a:pt x="102272" y="173323"/>
                  </a:lnTo>
                  <a:cubicBezTo>
                    <a:pt x="102272" y="199540"/>
                    <a:pt x="91655" y="213002"/>
                    <a:pt x="78560" y="213002"/>
                  </a:cubicBezTo>
                  <a:cubicBezTo>
                    <a:pt x="54848" y="213002"/>
                    <a:pt x="54848" y="180763"/>
                    <a:pt x="54848" y="174741"/>
                  </a:cubicBezTo>
                  <a:lnTo>
                    <a:pt x="54848" y="76253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0CD159B3-8F1E-96B5-E379-51681C5B8FF7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4700445" y="7912459"/>
              <a:ext cx="156781" cy="162610"/>
            </a:xfrm>
            <a:custGeom>
              <a:avLst/>
              <a:gdLst>
                <a:gd name="connsiteX0" fmla="*/ 157132 w 156781"/>
                <a:gd name="connsiteY0" fmla="*/ 82984 h 162610"/>
                <a:gd name="connsiteX1" fmla="*/ 78918 w 156781"/>
                <a:gd name="connsiteY1" fmla="*/ 85 h 162610"/>
                <a:gd name="connsiteX2" fmla="*/ 350 w 156781"/>
                <a:gd name="connsiteY2" fmla="*/ 82984 h 162610"/>
                <a:gd name="connsiteX3" fmla="*/ 78564 w 156781"/>
                <a:gd name="connsiteY3" fmla="*/ 162695 h 162610"/>
                <a:gd name="connsiteX4" fmla="*/ 157132 w 156781"/>
                <a:gd name="connsiteY4" fmla="*/ 82984 h 162610"/>
                <a:gd name="connsiteX5" fmla="*/ 78918 w 156781"/>
                <a:gd name="connsiteY5" fmla="*/ 153839 h 162610"/>
                <a:gd name="connsiteX6" fmla="*/ 38573 w 156781"/>
                <a:gd name="connsiteY6" fmla="*/ 130102 h 162610"/>
                <a:gd name="connsiteX7" fmla="*/ 29725 w 156781"/>
                <a:gd name="connsiteY7" fmla="*/ 80150 h 162610"/>
                <a:gd name="connsiteX8" fmla="*/ 38219 w 156781"/>
                <a:gd name="connsiteY8" fmla="*/ 31615 h 162610"/>
                <a:gd name="connsiteX9" fmla="*/ 78564 w 156781"/>
                <a:gd name="connsiteY9" fmla="*/ 7879 h 162610"/>
                <a:gd name="connsiteX10" fmla="*/ 118556 w 156781"/>
                <a:gd name="connsiteY10" fmla="*/ 30906 h 162610"/>
                <a:gd name="connsiteX11" fmla="*/ 127757 w 156781"/>
                <a:gd name="connsiteY11" fmla="*/ 80150 h 162610"/>
                <a:gd name="connsiteX12" fmla="*/ 119971 w 156781"/>
                <a:gd name="connsiteY12" fmla="*/ 127622 h 162610"/>
                <a:gd name="connsiteX13" fmla="*/ 78918 w 156781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81" h="162610">
                  <a:moveTo>
                    <a:pt x="157132" y="82984"/>
                  </a:moveTo>
                  <a:cubicBezTo>
                    <a:pt x="157132" y="37637"/>
                    <a:pt x="121741" y="85"/>
                    <a:pt x="78918" y="85"/>
                  </a:cubicBezTo>
                  <a:cubicBezTo>
                    <a:pt x="34680" y="85"/>
                    <a:pt x="350" y="38700"/>
                    <a:pt x="350" y="82984"/>
                  </a:cubicBezTo>
                  <a:cubicBezTo>
                    <a:pt x="350" y="128685"/>
                    <a:pt x="37157" y="162695"/>
                    <a:pt x="78564" y="162695"/>
                  </a:cubicBezTo>
                  <a:cubicBezTo>
                    <a:pt x="121387" y="162695"/>
                    <a:pt x="157132" y="127977"/>
                    <a:pt x="157132" y="82984"/>
                  </a:cubicBezTo>
                  <a:close/>
                  <a:moveTo>
                    <a:pt x="78918" y="153839"/>
                  </a:moveTo>
                  <a:cubicBezTo>
                    <a:pt x="63700" y="153839"/>
                    <a:pt x="48128" y="146399"/>
                    <a:pt x="38573" y="130102"/>
                  </a:cubicBezTo>
                  <a:cubicBezTo>
                    <a:pt x="29725" y="114514"/>
                    <a:pt x="29725" y="92904"/>
                    <a:pt x="29725" y="80150"/>
                  </a:cubicBezTo>
                  <a:cubicBezTo>
                    <a:pt x="29725" y="66333"/>
                    <a:pt x="29725" y="47203"/>
                    <a:pt x="38219" y="31615"/>
                  </a:cubicBezTo>
                  <a:cubicBezTo>
                    <a:pt x="47774" y="15318"/>
                    <a:pt x="64408" y="7879"/>
                    <a:pt x="78564" y="7879"/>
                  </a:cubicBezTo>
                  <a:cubicBezTo>
                    <a:pt x="94136" y="7879"/>
                    <a:pt x="109354" y="15673"/>
                    <a:pt x="118556" y="30906"/>
                  </a:cubicBezTo>
                  <a:cubicBezTo>
                    <a:pt x="127757" y="46140"/>
                    <a:pt x="127757" y="66688"/>
                    <a:pt x="127757" y="80150"/>
                  </a:cubicBezTo>
                  <a:cubicBezTo>
                    <a:pt x="127757" y="92904"/>
                    <a:pt x="127757" y="112035"/>
                    <a:pt x="119971" y="127622"/>
                  </a:cubicBezTo>
                  <a:cubicBezTo>
                    <a:pt x="112185" y="143565"/>
                    <a:pt x="96614" y="153839"/>
                    <a:pt x="78918" y="153839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1F33FEAE-E655-3D73-BE02-F391244935F1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225301" y="8442095"/>
              <a:ext cx="161736" cy="233464"/>
            </a:xfrm>
            <a:custGeom>
              <a:avLst/>
              <a:gdLst>
                <a:gd name="connsiteX0" fmla="*/ 68770 w 161736"/>
                <a:gd name="connsiteY0" fmla="*/ 99650 h 233464"/>
                <a:gd name="connsiteX1" fmla="*/ 37980 w 161736"/>
                <a:gd name="connsiteY1" fmla="*/ 56075 h 233464"/>
                <a:gd name="connsiteX2" fmla="*/ 43643 w 161736"/>
                <a:gd name="connsiteY2" fmla="*/ 26316 h 233464"/>
                <a:gd name="connsiteX3" fmla="*/ 68770 w 161736"/>
                <a:gd name="connsiteY3" fmla="*/ 12145 h 233464"/>
                <a:gd name="connsiteX4" fmla="*/ 99560 w 161736"/>
                <a:gd name="connsiteY4" fmla="*/ 55720 h 233464"/>
                <a:gd name="connsiteX5" fmla="*/ 93898 w 161736"/>
                <a:gd name="connsiteY5" fmla="*/ 85479 h 233464"/>
                <a:gd name="connsiteX6" fmla="*/ 68770 w 161736"/>
                <a:gd name="connsiteY6" fmla="*/ 99650 h 233464"/>
                <a:gd name="connsiteX7" fmla="*/ 27717 w 161736"/>
                <a:gd name="connsiteY7" fmla="*/ 113467 h 233464"/>
                <a:gd name="connsiteX8" fmla="*/ 33733 w 161736"/>
                <a:gd name="connsiteY8" fmla="*/ 96816 h 233464"/>
                <a:gd name="connsiteX9" fmla="*/ 68770 w 161736"/>
                <a:gd name="connsiteY9" fmla="*/ 107798 h 233464"/>
                <a:gd name="connsiteX10" fmla="*/ 126103 w 161736"/>
                <a:gd name="connsiteY10" fmla="*/ 56075 h 233464"/>
                <a:gd name="connsiteX11" fmla="*/ 111593 w 161736"/>
                <a:gd name="connsiteY11" fmla="*/ 21710 h 233464"/>
                <a:gd name="connsiteX12" fmla="*/ 143445 w 161736"/>
                <a:gd name="connsiteY12" fmla="*/ 7894 h 233464"/>
                <a:gd name="connsiteX13" fmla="*/ 146984 w 161736"/>
                <a:gd name="connsiteY13" fmla="*/ 8248 h 233464"/>
                <a:gd name="connsiteX14" fmla="*/ 141321 w 161736"/>
                <a:gd name="connsiteY14" fmla="*/ 17813 h 233464"/>
                <a:gd name="connsiteX15" fmla="*/ 151585 w 161736"/>
                <a:gd name="connsiteY15" fmla="*/ 28087 h 233464"/>
                <a:gd name="connsiteX16" fmla="*/ 161848 w 161736"/>
                <a:gd name="connsiteY16" fmla="*/ 17459 h 233464"/>
                <a:gd name="connsiteX17" fmla="*/ 143799 w 161736"/>
                <a:gd name="connsiteY17" fmla="*/ 100 h 233464"/>
                <a:gd name="connsiteX18" fmla="*/ 106284 w 161736"/>
                <a:gd name="connsiteY18" fmla="*/ 16750 h 233464"/>
                <a:gd name="connsiteX19" fmla="*/ 68770 w 161736"/>
                <a:gd name="connsiteY19" fmla="*/ 3997 h 233464"/>
                <a:gd name="connsiteX20" fmla="*/ 11437 w 161736"/>
                <a:gd name="connsiteY20" fmla="*/ 55720 h 233464"/>
                <a:gd name="connsiteX21" fmla="*/ 28071 w 161736"/>
                <a:gd name="connsiteY21" fmla="*/ 92210 h 233464"/>
                <a:gd name="connsiteX22" fmla="*/ 17099 w 161736"/>
                <a:gd name="connsiteY22" fmla="*/ 121615 h 233464"/>
                <a:gd name="connsiteX23" fmla="*/ 32671 w 161736"/>
                <a:gd name="connsiteY23" fmla="*/ 153145 h 233464"/>
                <a:gd name="connsiteX24" fmla="*/ 112 w 161736"/>
                <a:gd name="connsiteY24" fmla="*/ 188572 h 233464"/>
                <a:gd name="connsiteX25" fmla="*/ 78326 w 161736"/>
                <a:gd name="connsiteY25" fmla="*/ 233565 h 233464"/>
                <a:gd name="connsiteX26" fmla="*/ 156893 w 161736"/>
                <a:gd name="connsiteY26" fmla="*/ 187864 h 233464"/>
                <a:gd name="connsiteX27" fmla="*/ 133889 w 161736"/>
                <a:gd name="connsiteY27" fmla="*/ 147477 h 233464"/>
                <a:gd name="connsiteX28" fmla="*/ 73017 w 161736"/>
                <a:gd name="connsiteY28" fmla="*/ 137557 h 233464"/>
                <a:gd name="connsiteX29" fmla="*/ 46474 w 161736"/>
                <a:gd name="connsiteY29" fmla="*/ 137203 h 233464"/>
                <a:gd name="connsiteX30" fmla="*/ 27717 w 161736"/>
                <a:gd name="connsiteY30" fmla="*/ 113467 h 233464"/>
                <a:gd name="connsiteX31" fmla="*/ 78680 w 161736"/>
                <a:gd name="connsiteY31" fmla="*/ 225416 h 233464"/>
                <a:gd name="connsiteX32" fmla="*/ 18515 w 161736"/>
                <a:gd name="connsiteY32" fmla="*/ 188572 h 233464"/>
                <a:gd name="connsiteX33" fmla="*/ 47536 w 161736"/>
                <a:gd name="connsiteY33" fmla="*/ 158105 h 233464"/>
                <a:gd name="connsiteX34" fmla="*/ 68416 w 161736"/>
                <a:gd name="connsiteY34" fmla="*/ 158105 h 233464"/>
                <a:gd name="connsiteX35" fmla="*/ 138490 w 161736"/>
                <a:gd name="connsiteY35" fmla="*/ 188572 h 233464"/>
                <a:gd name="connsiteX36" fmla="*/ 78680 w 161736"/>
                <a:gd name="connsiteY36" fmla="*/ 225416 h 233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1736" h="233464">
                  <a:moveTo>
                    <a:pt x="68770" y="99650"/>
                  </a:moveTo>
                  <a:cubicBezTo>
                    <a:pt x="37980" y="99650"/>
                    <a:pt x="37980" y="64223"/>
                    <a:pt x="37980" y="56075"/>
                  </a:cubicBezTo>
                  <a:cubicBezTo>
                    <a:pt x="37980" y="46509"/>
                    <a:pt x="38334" y="35172"/>
                    <a:pt x="43643" y="26316"/>
                  </a:cubicBezTo>
                  <a:cubicBezTo>
                    <a:pt x="46474" y="22064"/>
                    <a:pt x="54614" y="12145"/>
                    <a:pt x="68770" y="12145"/>
                  </a:cubicBezTo>
                  <a:cubicBezTo>
                    <a:pt x="99560" y="12145"/>
                    <a:pt x="99560" y="47572"/>
                    <a:pt x="99560" y="55720"/>
                  </a:cubicBezTo>
                  <a:cubicBezTo>
                    <a:pt x="99560" y="65286"/>
                    <a:pt x="99206" y="76622"/>
                    <a:pt x="93898" y="85479"/>
                  </a:cubicBezTo>
                  <a:cubicBezTo>
                    <a:pt x="91066" y="89730"/>
                    <a:pt x="82926" y="99650"/>
                    <a:pt x="68770" y="99650"/>
                  </a:cubicBezTo>
                  <a:close/>
                  <a:moveTo>
                    <a:pt x="27717" y="113467"/>
                  </a:moveTo>
                  <a:cubicBezTo>
                    <a:pt x="27717" y="112049"/>
                    <a:pt x="27717" y="103901"/>
                    <a:pt x="33733" y="96816"/>
                  </a:cubicBezTo>
                  <a:cubicBezTo>
                    <a:pt x="47536" y="106735"/>
                    <a:pt x="62046" y="107798"/>
                    <a:pt x="68770" y="107798"/>
                  </a:cubicBezTo>
                  <a:cubicBezTo>
                    <a:pt x="101684" y="107798"/>
                    <a:pt x="126103" y="83353"/>
                    <a:pt x="126103" y="56075"/>
                  </a:cubicBezTo>
                  <a:cubicBezTo>
                    <a:pt x="126103" y="42966"/>
                    <a:pt x="120441" y="29858"/>
                    <a:pt x="111593" y="21710"/>
                  </a:cubicBezTo>
                  <a:cubicBezTo>
                    <a:pt x="124334" y="9665"/>
                    <a:pt x="137074" y="7894"/>
                    <a:pt x="143445" y="7894"/>
                  </a:cubicBezTo>
                  <a:cubicBezTo>
                    <a:pt x="144153" y="7894"/>
                    <a:pt x="145922" y="7894"/>
                    <a:pt x="146984" y="8248"/>
                  </a:cubicBezTo>
                  <a:cubicBezTo>
                    <a:pt x="143091" y="9665"/>
                    <a:pt x="141321" y="13562"/>
                    <a:pt x="141321" y="17813"/>
                  </a:cubicBezTo>
                  <a:cubicBezTo>
                    <a:pt x="141321" y="23836"/>
                    <a:pt x="145922" y="28087"/>
                    <a:pt x="151585" y="28087"/>
                  </a:cubicBezTo>
                  <a:cubicBezTo>
                    <a:pt x="155124" y="28087"/>
                    <a:pt x="161848" y="25607"/>
                    <a:pt x="161848" y="17459"/>
                  </a:cubicBezTo>
                  <a:cubicBezTo>
                    <a:pt x="161848" y="11436"/>
                    <a:pt x="157601" y="100"/>
                    <a:pt x="143799" y="100"/>
                  </a:cubicBezTo>
                  <a:cubicBezTo>
                    <a:pt x="136721" y="100"/>
                    <a:pt x="121149" y="2225"/>
                    <a:pt x="106284" y="16750"/>
                  </a:cubicBezTo>
                  <a:cubicBezTo>
                    <a:pt x="91420" y="5059"/>
                    <a:pt x="76556" y="3997"/>
                    <a:pt x="68770" y="3997"/>
                  </a:cubicBezTo>
                  <a:cubicBezTo>
                    <a:pt x="35857" y="3997"/>
                    <a:pt x="11437" y="28441"/>
                    <a:pt x="11437" y="55720"/>
                  </a:cubicBezTo>
                  <a:cubicBezTo>
                    <a:pt x="11437" y="71308"/>
                    <a:pt x="19223" y="84771"/>
                    <a:pt x="28071" y="92210"/>
                  </a:cubicBezTo>
                  <a:cubicBezTo>
                    <a:pt x="23470" y="97524"/>
                    <a:pt x="17099" y="109215"/>
                    <a:pt x="17099" y="121615"/>
                  </a:cubicBezTo>
                  <a:cubicBezTo>
                    <a:pt x="17099" y="132597"/>
                    <a:pt x="21700" y="146059"/>
                    <a:pt x="32671" y="153145"/>
                  </a:cubicBezTo>
                  <a:cubicBezTo>
                    <a:pt x="11437" y="159168"/>
                    <a:pt x="112" y="174401"/>
                    <a:pt x="112" y="188572"/>
                  </a:cubicBezTo>
                  <a:cubicBezTo>
                    <a:pt x="112" y="214080"/>
                    <a:pt x="35149" y="233565"/>
                    <a:pt x="78326" y="233565"/>
                  </a:cubicBezTo>
                  <a:cubicBezTo>
                    <a:pt x="120087" y="233565"/>
                    <a:pt x="156893" y="215497"/>
                    <a:pt x="156893" y="187864"/>
                  </a:cubicBezTo>
                  <a:cubicBezTo>
                    <a:pt x="156893" y="175464"/>
                    <a:pt x="151939" y="157396"/>
                    <a:pt x="133889" y="147477"/>
                  </a:cubicBezTo>
                  <a:cubicBezTo>
                    <a:pt x="115132" y="137557"/>
                    <a:pt x="94605" y="137557"/>
                    <a:pt x="73017" y="137557"/>
                  </a:cubicBezTo>
                  <a:cubicBezTo>
                    <a:pt x="64169" y="137557"/>
                    <a:pt x="48951" y="137557"/>
                    <a:pt x="46474" y="137203"/>
                  </a:cubicBezTo>
                  <a:cubicBezTo>
                    <a:pt x="35149" y="135786"/>
                    <a:pt x="27717" y="124803"/>
                    <a:pt x="27717" y="113467"/>
                  </a:cubicBezTo>
                  <a:close/>
                  <a:moveTo>
                    <a:pt x="78680" y="225416"/>
                  </a:moveTo>
                  <a:cubicBezTo>
                    <a:pt x="42935" y="225416"/>
                    <a:pt x="18515" y="207348"/>
                    <a:pt x="18515" y="188572"/>
                  </a:cubicBezTo>
                  <a:cubicBezTo>
                    <a:pt x="18515" y="172276"/>
                    <a:pt x="31964" y="159168"/>
                    <a:pt x="47536" y="158105"/>
                  </a:cubicBezTo>
                  <a:lnTo>
                    <a:pt x="68416" y="158105"/>
                  </a:lnTo>
                  <a:cubicBezTo>
                    <a:pt x="98852" y="158105"/>
                    <a:pt x="138490" y="158105"/>
                    <a:pt x="138490" y="188572"/>
                  </a:cubicBezTo>
                  <a:cubicBezTo>
                    <a:pt x="138490" y="207703"/>
                    <a:pt x="113363" y="225416"/>
                    <a:pt x="78680" y="225416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2740863-D928-06AE-F203-402DDA82D945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402256" y="8443867"/>
              <a:ext cx="136962" cy="162610"/>
            </a:xfrm>
            <a:custGeom>
              <a:avLst/>
              <a:gdLst>
                <a:gd name="connsiteX0" fmla="*/ 29845 w 136962"/>
                <a:gd name="connsiteY0" fmla="*/ 69537 h 162610"/>
                <a:gd name="connsiteX1" fmla="*/ 73730 w 136962"/>
                <a:gd name="connsiteY1" fmla="*/ 7894 h 162610"/>
                <a:gd name="connsiteX2" fmla="*/ 113721 w 136962"/>
                <a:gd name="connsiteY2" fmla="*/ 69537 h 162610"/>
                <a:gd name="connsiteX3" fmla="*/ 29845 w 136962"/>
                <a:gd name="connsiteY3" fmla="*/ 69537 h 162610"/>
                <a:gd name="connsiteX4" fmla="*/ 29491 w 136962"/>
                <a:gd name="connsiteY4" fmla="*/ 76977 h 162610"/>
                <a:gd name="connsiteX5" fmla="*/ 128232 w 136962"/>
                <a:gd name="connsiteY5" fmla="*/ 76977 h 162610"/>
                <a:gd name="connsiteX6" fmla="*/ 137079 w 136962"/>
                <a:gd name="connsiteY6" fmla="*/ 69537 h 162610"/>
                <a:gd name="connsiteX7" fmla="*/ 73730 w 136962"/>
                <a:gd name="connsiteY7" fmla="*/ 100 h 162610"/>
                <a:gd name="connsiteX8" fmla="*/ 117 w 136962"/>
                <a:gd name="connsiteY8" fmla="*/ 80874 h 162610"/>
                <a:gd name="connsiteX9" fmla="*/ 77977 w 136962"/>
                <a:gd name="connsiteY9" fmla="*/ 162710 h 162610"/>
                <a:gd name="connsiteX10" fmla="*/ 137079 w 136962"/>
                <a:gd name="connsiteY10" fmla="*/ 116655 h 162610"/>
                <a:gd name="connsiteX11" fmla="*/ 132479 w 136962"/>
                <a:gd name="connsiteY11" fmla="*/ 112404 h 162610"/>
                <a:gd name="connsiteX12" fmla="*/ 127878 w 136962"/>
                <a:gd name="connsiteY12" fmla="*/ 117363 h 162610"/>
                <a:gd name="connsiteX13" fmla="*/ 80100 w 136962"/>
                <a:gd name="connsiteY13" fmla="*/ 153853 h 162610"/>
                <a:gd name="connsiteX14" fmla="*/ 40108 w 136962"/>
                <a:gd name="connsiteY14" fmla="*/ 130117 h 162610"/>
                <a:gd name="connsiteX15" fmla="*/ 29491 w 136962"/>
                <a:gd name="connsiteY15" fmla="*/ 76977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29845" y="69537"/>
                  </a:moveTo>
                  <a:cubicBezTo>
                    <a:pt x="31969" y="16750"/>
                    <a:pt x="61697" y="7894"/>
                    <a:pt x="73730" y="7894"/>
                  </a:cubicBezTo>
                  <a:cubicBezTo>
                    <a:pt x="110182" y="7894"/>
                    <a:pt x="113721" y="55720"/>
                    <a:pt x="113721" y="69537"/>
                  </a:cubicBezTo>
                  <a:lnTo>
                    <a:pt x="29845" y="69537"/>
                  </a:lnTo>
                  <a:close/>
                  <a:moveTo>
                    <a:pt x="29491" y="76977"/>
                  </a:moveTo>
                  <a:lnTo>
                    <a:pt x="128232" y="76977"/>
                  </a:lnTo>
                  <a:cubicBezTo>
                    <a:pt x="136018" y="76977"/>
                    <a:pt x="137079" y="76977"/>
                    <a:pt x="137079" y="69537"/>
                  </a:cubicBezTo>
                  <a:cubicBezTo>
                    <a:pt x="137079" y="34464"/>
                    <a:pt x="117968" y="100"/>
                    <a:pt x="73730" y="100"/>
                  </a:cubicBezTo>
                  <a:cubicBezTo>
                    <a:pt x="32676" y="100"/>
                    <a:pt x="117" y="36590"/>
                    <a:pt x="117" y="80874"/>
                  </a:cubicBezTo>
                  <a:cubicBezTo>
                    <a:pt x="117" y="128346"/>
                    <a:pt x="37277" y="162710"/>
                    <a:pt x="77977" y="162710"/>
                  </a:cubicBezTo>
                  <a:cubicBezTo>
                    <a:pt x="121154" y="162710"/>
                    <a:pt x="137079" y="123386"/>
                    <a:pt x="137079" y="116655"/>
                  </a:cubicBezTo>
                  <a:cubicBezTo>
                    <a:pt x="137079" y="113112"/>
                    <a:pt x="134248" y="112404"/>
                    <a:pt x="132479" y="112404"/>
                  </a:cubicBezTo>
                  <a:cubicBezTo>
                    <a:pt x="129293" y="112404"/>
                    <a:pt x="128586" y="114529"/>
                    <a:pt x="127878" y="117363"/>
                  </a:cubicBezTo>
                  <a:cubicBezTo>
                    <a:pt x="115491" y="153853"/>
                    <a:pt x="83639" y="153853"/>
                    <a:pt x="80100" y="153853"/>
                  </a:cubicBezTo>
                  <a:cubicBezTo>
                    <a:pt x="62405" y="153853"/>
                    <a:pt x="48248" y="143225"/>
                    <a:pt x="40108" y="130117"/>
                  </a:cubicBezTo>
                  <a:cubicBezTo>
                    <a:pt x="29491" y="113112"/>
                    <a:pt x="29491" y="89730"/>
                    <a:pt x="29491" y="76977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DEC334D8-E3A8-7BBD-939E-204A463CF897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556364" y="8384703"/>
              <a:ext cx="110773" cy="221773"/>
            </a:xfrm>
            <a:custGeom>
              <a:avLst/>
              <a:gdLst>
                <a:gd name="connsiteX0" fmla="*/ 54623 w 110773"/>
                <a:gd name="connsiteY0" fmla="*/ 76268 h 221773"/>
                <a:gd name="connsiteX1" fmla="*/ 105232 w 110773"/>
                <a:gd name="connsiteY1" fmla="*/ 76268 h 221773"/>
                <a:gd name="connsiteX2" fmla="*/ 105232 w 110773"/>
                <a:gd name="connsiteY2" fmla="*/ 65286 h 221773"/>
                <a:gd name="connsiteX3" fmla="*/ 54623 w 110773"/>
                <a:gd name="connsiteY3" fmla="*/ 65286 h 221773"/>
                <a:gd name="connsiteX4" fmla="*/ 54623 w 110773"/>
                <a:gd name="connsiteY4" fmla="*/ 100 h 221773"/>
                <a:gd name="connsiteX5" fmla="*/ 45775 w 110773"/>
                <a:gd name="connsiteY5" fmla="*/ 100 h 221773"/>
                <a:gd name="connsiteX6" fmla="*/ 121 w 110773"/>
                <a:gd name="connsiteY6" fmla="*/ 68474 h 221773"/>
                <a:gd name="connsiteX7" fmla="*/ 121 w 110773"/>
                <a:gd name="connsiteY7" fmla="*/ 76268 h 221773"/>
                <a:gd name="connsiteX8" fmla="*/ 30203 w 110773"/>
                <a:gd name="connsiteY8" fmla="*/ 76268 h 221773"/>
                <a:gd name="connsiteX9" fmla="*/ 30203 w 110773"/>
                <a:gd name="connsiteY9" fmla="*/ 174047 h 221773"/>
                <a:gd name="connsiteX10" fmla="*/ 75858 w 110773"/>
                <a:gd name="connsiteY10" fmla="*/ 221874 h 221773"/>
                <a:gd name="connsiteX11" fmla="*/ 110895 w 110773"/>
                <a:gd name="connsiteY11" fmla="*/ 174047 h 221773"/>
                <a:gd name="connsiteX12" fmla="*/ 110895 w 110773"/>
                <a:gd name="connsiteY12" fmla="*/ 153853 h 221773"/>
                <a:gd name="connsiteX13" fmla="*/ 102047 w 110773"/>
                <a:gd name="connsiteY13" fmla="*/ 153853 h 221773"/>
                <a:gd name="connsiteX14" fmla="*/ 102047 w 110773"/>
                <a:gd name="connsiteY14" fmla="*/ 173338 h 221773"/>
                <a:gd name="connsiteX15" fmla="*/ 78335 w 110773"/>
                <a:gd name="connsiteY15" fmla="*/ 213017 h 221773"/>
                <a:gd name="connsiteX16" fmla="*/ 54623 w 110773"/>
                <a:gd name="connsiteY16" fmla="*/ 174755 h 221773"/>
                <a:gd name="connsiteX17" fmla="*/ 54623 w 110773"/>
                <a:gd name="connsiteY17" fmla="*/ 76268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623" y="76268"/>
                  </a:moveTo>
                  <a:lnTo>
                    <a:pt x="105232" y="76268"/>
                  </a:lnTo>
                  <a:lnTo>
                    <a:pt x="105232" y="65286"/>
                  </a:lnTo>
                  <a:lnTo>
                    <a:pt x="54623" y="65286"/>
                  </a:lnTo>
                  <a:lnTo>
                    <a:pt x="54623" y="100"/>
                  </a:lnTo>
                  <a:lnTo>
                    <a:pt x="45775" y="100"/>
                  </a:lnTo>
                  <a:cubicBezTo>
                    <a:pt x="45422" y="29150"/>
                    <a:pt x="34804" y="67057"/>
                    <a:pt x="121" y="68474"/>
                  </a:cubicBezTo>
                  <a:lnTo>
                    <a:pt x="121" y="76268"/>
                  </a:lnTo>
                  <a:lnTo>
                    <a:pt x="30203" y="76268"/>
                  </a:lnTo>
                  <a:lnTo>
                    <a:pt x="30203" y="174047"/>
                  </a:lnTo>
                  <a:cubicBezTo>
                    <a:pt x="30203" y="217622"/>
                    <a:pt x="63117" y="221874"/>
                    <a:pt x="75858" y="221874"/>
                  </a:cubicBezTo>
                  <a:cubicBezTo>
                    <a:pt x="100985" y="221874"/>
                    <a:pt x="110895" y="196720"/>
                    <a:pt x="110895" y="174047"/>
                  </a:cubicBezTo>
                  <a:lnTo>
                    <a:pt x="110895" y="153853"/>
                  </a:lnTo>
                  <a:lnTo>
                    <a:pt x="102047" y="153853"/>
                  </a:lnTo>
                  <a:lnTo>
                    <a:pt x="102047" y="173338"/>
                  </a:lnTo>
                  <a:cubicBezTo>
                    <a:pt x="102047" y="199555"/>
                    <a:pt x="91430" y="213017"/>
                    <a:pt x="78335" y="213017"/>
                  </a:cubicBezTo>
                  <a:cubicBezTo>
                    <a:pt x="54623" y="213017"/>
                    <a:pt x="54623" y="180778"/>
                    <a:pt x="54623" y="174755"/>
                  </a:cubicBezTo>
                  <a:lnTo>
                    <a:pt x="54623" y="76268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6BE493AD-3869-E21A-C039-9307233407E6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815150" y="8356716"/>
              <a:ext cx="174476" cy="249761"/>
            </a:xfrm>
            <a:custGeom>
              <a:avLst/>
              <a:gdLst>
                <a:gd name="connsiteX0" fmla="*/ 51091 w 174476"/>
                <a:gd name="connsiteY0" fmla="*/ 112404 h 249761"/>
                <a:gd name="connsiteX1" fmla="*/ 51091 w 174476"/>
                <a:gd name="connsiteY1" fmla="*/ 100 h 249761"/>
                <a:gd name="connsiteX2" fmla="*/ 128 w 174476"/>
                <a:gd name="connsiteY2" fmla="*/ 3997 h 249761"/>
                <a:gd name="connsiteX3" fmla="*/ 128 w 174476"/>
                <a:gd name="connsiteY3" fmla="*/ 14979 h 249761"/>
                <a:gd name="connsiteX4" fmla="*/ 27733 w 174476"/>
                <a:gd name="connsiteY4" fmla="*/ 34818 h 249761"/>
                <a:gd name="connsiteX5" fmla="*/ 27733 w 174476"/>
                <a:gd name="connsiteY5" fmla="*/ 245964 h 249761"/>
                <a:gd name="connsiteX6" fmla="*/ 36581 w 174476"/>
                <a:gd name="connsiteY6" fmla="*/ 245964 h 249761"/>
                <a:gd name="connsiteX7" fmla="*/ 49322 w 174476"/>
                <a:gd name="connsiteY7" fmla="*/ 223999 h 249761"/>
                <a:gd name="connsiteX8" fmla="*/ 95684 w 174476"/>
                <a:gd name="connsiteY8" fmla="*/ 249861 h 249761"/>
                <a:gd name="connsiteX9" fmla="*/ 174605 w 174476"/>
                <a:gd name="connsiteY9" fmla="*/ 169441 h 249761"/>
                <a:gd name="connsiteX10" fmla="*/ 99577 w 174476"/>
                <a:gd name="connsiteY10" fmla="*/ 89376 h 249761"/>
                <a:gd name="connsiteX11" fmla="*/ 51091 w 174476"/>
                <a:gd name="connsiteY11" fmla="*/ 112404 h 249761"/>
                <a:gd name="connsiteX12" fmla="*/ 52153 w 174476"/>
                <a:gd name="connsiteY12" fmla="*/ 205577 h 249761"/>
                <a:gd name="connsiteX13" fmla="*/ 52153 w 174476"/>
                <a:gd name="connsiteY13" fmla="*/ 132597 h 249761"/>
                <a:gd name="connsiteX14" fmla="*/ 56046 w 174476"/>
                <a:gd name="connsiteY14" fmla="*/ 119843 h 249761"/>
                <a:gd name="connsiteX15" fmla="*/ 97807 w 174476"/>
                <a:gd name="connsiteY15" fmla="*/ 97170 h 249761"/>
                <a:gd name="connsiteX16" fmla="*/ 134968 w 174476"/>
                <a:gd name="connsiteY16" fmla="*/ 119843 h 249761"/>
                <a:gd name="connsiteX17" fmla="*/ 145231 w 174476"/>
                <a:gd name="connsiteY17" fmla="*/ 169087 h 249761"/>
                <a:gd name="connsiteX18" fmla="*/ 134260 w 174476"/>
                <a:gd name="connsiteY18" fmla="*/ 219394 h 249761"/>
                <a:gd name="connsiteX19" fmla="*/ 94268 w 174476"/>
                <a:gd name="connsiteY19" fmla="*/ 242067 h 249761"/>
                <a:gd name="connsiteX20" fmla="*/ 57108 w 174476"/>
                <a:gd name="connsiteY20" fmla="*/ 220456 h 249761"/>
                <a:gd name="connsiteX21" fmla="*/ 52153 w 174476"/>
                <a:gd name="connsiteY21" fmla="*/ 205577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4476" h="249761">
                  <a:moveTo>
                    <a:pt x="51091" y="112404"/>
                  </a:moveTo>
                  <a:lnTo>
                    <a:pt x="51091" y="100"/>
                  </a:lnTo>
                  <a:lnTo>
                    <a:pt x="128" y="3997"/>
                  </a:lnTo>
                  <a:lnTo>
                    <a:pt x="128" y="14979"/>
                  </a:lnTo>
                  <a:cubicBezTo>
                    <a:pt x="24902" y="14979"/>
                    <a:pt x="27733" y="17459"/>
                    <a:pt x="27733" y="34818"/>
                  </a:cubicBezTo>
                  <a:lnTo>
                    <a:pt x="27733" y="245964"/>
                  </a:lnTo>
                  <a:lnTo>
                    <a:pt x="36581" y="245964"/>
                  </a:lnTo>
                  <a:cubicBezTo>
                    <a:pt x="36935" y="245610"/>
                    <a:pt x="39766" y="240650"/>
                    <a:pt x="49322" y="223999"/>
                  </a:cubicBezTo>
                  <a:cubicBezTo>
                    <a:pt x="54630" y="232147"/>
                    <a:pt x="69494" y="249861"/>
                    <a:pt x="95684" y="249861"/>
                  </a:cubicBezTo>
                  <a:cubicBezTo>
                    <a:pt x="137799" y="249861"/>
                    <a:pt x="174605" y="215142"/>
                    <a:pt x="174605" y="169441"/>
                  </a:cubicBezTo>
                  <a:cubicBezTo>
                    <a:pt x="174605" y="124449"/>
                    <a:pt x="139922" y="89376"/>
                    <a:pt x="99577" y="89376"/>
                  </a:cubicBezTo>
                  <a:cubicBezTo>
                    <a:pt x="71972" y="89376"/>
                    <a:pt x="56754" y="106027"/>
                    <a:pt x="51091" y="112404"/>
                  </a:cubicBezTo>
                  <a:close/>
                  <a:moveTo>
                    <a:pt x="52153" y="205577"/>
                  </a:moveTo>
                  <a:lnTo>
                    <a:pt x="52153" y="132597"/>
                  </a:lnTo>
                  <a:cubicBezTo>
                    <a:pt x="52153" y="125866"/>
                    <a:pt x="52153" y="125512"/>
                    <a:pt x="56046" y="119843"/>
                  </a:cubicBezTo>
                  <a:cubicBezTo>
                    <a:pt x="69848" y="100004"/>
                    <a:pt x="89313" y="97170"/>
                    <a:pt x="97807" y="97170"/>
                  </a:cubicBezTo>
                  <a:cubicBezTo>
                    <a:pt x="113733" y="97170"/>
                    <a:pt x="126474" y="106381"/>
                    <a:pt x="134968" y="119843"/>
                  </a:cubicBezTo>
                  <a:cubicBezTo>
                    <a:pt x="144169" y="134369"/>
                    <a:pt x="145231" y="154562"/>
                    <a:pt x="145231" y="169087"/>
                  </a:cubicBezTo>
                  <a:cubicBezTo>
                    <a:pt x="145231" y="182195"/>
                    <a:pt x="144523" y="203451"/>
                    <a:pt x="134260" y="219394"/>
                  </a:cubicBezTo>
                  <a:cubicBezTo>
                    <a:pt x="126828" y="230376"/>
                    <a:pt x="113379" y="242067"/>
                    <a:pt x="94268" y="242067"/>
                  </a:cubicBezTo>
                  <a:cubicBezTo>
                    <a:pt x="78342" y="242067"/>
                    <a:pt x="65601" y="233565"/>
                    <a:pt x="57108" y="220456"/>
                  </a:cubicBezTo>
                  <a:cubicBezTo>
                    <a:pt x="52153" y="213017"/>
                    <a:pt x="52153" y="211954"/>
                    <a:pt x="52153" y="205577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0B64EA5-1561-E0DE-5E85-E2650AA033C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016721" y="8443867"/>
              <a:ext cx="159612" cy="162610"/>
            </a:xfrm>
            <a:custGeom>
              <a:avLst/>
              <a:gdLst>
                <a:gd name="connsiteX0" fmla="*/ 103121 w 159612"/>
                <a:gd name="connsiteY0" fmla="*/ 131889 h 162610"/>
                <a:gd name="connsiteX1" fmla="*/ 130726 w 159612"/>
                <a:gd name="connsiteY1" fmla="*/ 160939 h 162610"/>
                <a:gd name="connsiteX2" fmla="*/ 159747 w 159612"/>
                <a:gd name="connsiteY2" fmla="*/ 127283 h 162610"/>
                <a:gd name="connsiteX3" fmla="*/ 159747 w 159612"/>
                <a:gd name="connsiteY3" fmla="*/ 107444 h 162610"/>
                <a:gd name="connsiteX4" fmla="*/ 150899 w 159612"/>
                <a:gd name="connsiteY4" fmla="*/ 107444 h 162610"/>
                <a:gd name="connsiteX5" fmla="*/ 150899 w 159612"/>
                <a:gd name="connsiteY5" fmla="*/ 127283 h 162610"/>
                <a:gd name="connsiteX6" fmla="*/ 138158 w 159612"/>
                <a:gd name="connsiteY6" fmla="*/ 149956 h 162610"/>
                <a:gd name="connsiteX7" fmla="*/ 125064 w 159612"/>
                <a:gd name="connsiteY7" fmla="*/ 132243 h 162610"/>
                <a:gd name="connsiteX8" fmla="*/ 125064 w 159612"/>
                <a:gd name="connsiteY8" fmla="*/ 61389 h 162610"/>
                <a:gd name="connsiteX9" fmla="*/ 112323 w 159612"/>
                <a:gd name="connsiteY9" fmla="*/ 19585 h 162610"/>
                <a:gd name="connsiteX10" fmla="*/ 63837 w 159612"/>
                <a:gd name="connsiteY10" fmla="*/ 100 h 162610"/>
                <a:gd name="connsiteX11" fmla="*/ 10397 w 159612"/>
                <a:gd name="connsiteY11" fmla="*/ 40132 h 162610"/>
                <a:gd name="connsiteX12" fmla="*/ 26677 w 159612"/>
                <a:gd name="connsiteY12" fmla="*/ 56783 h 162610"/>
                <a:gd name="connsiteX13" fmla="*/ 42957 w 159612"/>
                <a:gd name="connsiteY13" fmla="*/ 40487 h 162610"/>
                <a:gd name="connsiteX14" fmla="*/ 24908 w 159612"/>
                <a:gd name="connsiteY14" fmla="*/ 24190 h 162610"/>
                <a:gd name="connsiteX15" fmla="*/ 63130 w 159612"/>
                <a:gd name="connsiteY15" fmla="*/ 7894 h 162610"/>
                <a:gd name="connsiteX16" fmla="*/ 100644 w 159612"/>
                <a:gd name="connsiteY16" fmla="*/ 53240 h 162610"/>
                <a:gd name="connsiteX17" fmla="*/ 100644 w 159612"/>
                <a:gd name="connsiteY17" fmla="*/ 66348 h 162610"/>
                <a:gd name="connsiteX18" fmla="*/ 35525 w 159612"/>
                <a:gd name="connsiteY18" fmla="*/ 79102 h 162610"/>
                <a:gd name="connsiteX19" fmla="*/ 134 w 159612"/>
                <a:gd name="connsiteY19" fmla="*/ 125157 h 162610"/>
                <a:gd name="connsiteX20" fmla="*/ 56759 w 159612"/>
                <a:gd name="connsiteY20" fmla="*/ 162710 h 162610"/>
                <a:gd name="connsiteX21" fmla="*/ 103121 w 159612"/>
                <a:gd name="connsiteY21" fmla="*/ 131889 h 162610"/>
                <a:gd name="connsiteX22" fmla="*/ 100644 w 159612"/>
                <a:gd name="connsiteY22" fmla="*/ 73788 h 162610"/>
                <a:gd name="connsiteX23" fmla="*/ 100644 w 159612"/>
                <a:gd name="connsiteY23" fmla="*/ 109215 h 162610"/>
                <a:gd name="connsiteX24" fmla="*/ 59237 w 159612"/>
                <a:gd name="connsiteY24" fmla="*/ 154916 h 162610"/>
                <a:gd name="connsiteX25" fmla="*/ 27385 w 159612"/>
                <a:gd name="connsiteY25" fmla="*/ 124803 h 162610"/>
                <a:gd name="connsiteX26" fmla="*/ 100644 w 159612"/>
                <a:gd name="connsiteY26" fmla="*/ 7378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612" h="162610">
                  <a:moveTo>
                    <a:pt x="103121" y="131889"/>
                  </a:moveTo>
                  <a:cubicBezTo>
                    <a:pt x="104537" y="146059"/>
                    <a:pt x="114092" y="160939"/>
                    <a:pt x="130726" y="160939"/>
                  </a:cubicBezTo>
                  <a:cubicBezTo>
                    <a:pt x="138158" y="160939"/>
                    <a:pt x="159747" y="155979"/>
                    <a:pt x="159747" y="127283"/>
                  </a:cubicBezTo>
                  <a:lnTo>
                    <a:pt x="159747" y="107444"/>
                  </a:lnTo>
                  <a:lnTo>
                    <a:pt x="150899" y="107444"/>
                  </a:lnTo>
                  <a:lnTo>
                    <a:pt x="150899" y="127283"/>
                  </a:lnTo>
                  <a:cubicBezTo>
                    <a:pt x="150899" y="147831"/>
                    <a:pt x="142051" y="149956"/>
                    <a:pt x="138158" y="149956"/>
                  </a:cubicBezTo>
                  <a:cubicBezTo>
                    <a:pt x="126479" y="149956"/>
                    <a:pt x="125064" y="134014"/>
                    <a:pt x="125064" y="132243"/>
                  </a:cubicBezTo>
                  <a:lnTo>
                    <a:pt x="125064" y="61389"/>
                  </a:lnTo>
                  <a:cubicBezTo>
                    <a:pt x="125064" y="46509"/>
                    <a:pt x="125064" y="32693"/>
                    <a:pt x="112323" y="19585"/>
                  </a:cubicBezTo>
                  <a:cubicBezTo>
                    <a:pt x="98521" y="5768"/>
                    <a:pt x="80825" y="100"/>
                    <a:pt x="63837" y="100"/>
                  </a:cubicBezTo>
                  <a:cubicBezTo>
                    <a:pt x="34817" y="100"/>
                    <a:pt x="10397" y="16750"/>
                    <a:pt x="10397" y="40132"/>
                  </a:cubicBezTo>
                  <a:cubicBezTo>
                    <a:pt x="10397" y="50760"/>
                    <a:pt x="17475" y="56783"/>
                    <a:pt x="26677" y="56783"/>
                  </a:cubicBezTo>
                  <a:cubicBezTo>
                    <a:pt x="36587" y="56783"/>
                    <a:pt x="42957" y="49698"/>
                    <a:pt x="42957" y="40487"/>
                  </a:cubicBezTo>
                  <a:cubicBezTo>
                    <a:pt x="42957" y="36235"/>
                    <a:pt x="41187" y="24544"/>
                    <a:pt x="24908" y="24190"/>
                  </a:cubicBezTo>
                  <a:cubicBezTo>
                    <a:pt x="34463" y="11791"/>
                    <a:pt x="51805" y="7894"/>
                    <a:pt x="63130" y="7894"/>
                  </a:cubicBezTo>
                  <a:cubicBezTo>
                    <a:pt x="80471" y="7894"/>
                    <a:pt x="100644" y="21710"/>
                    <a:pt x="100644" y="53240"/>
                  </a:cubicBezTo>
                  <a:lnTo>
                    <a:pt x="100644" y="66348"/>
                  </a:lnTo>
                  <a:cubicBezTo>
                    <a:pt x="82595" y="67411"/>
                    <a:pt x="57821" y="68474"/>
                    <a:pt x="35525" y="79102"/>
                  </a:cubicBezTo>
                  <a:cubicBezTo>
                    <a:pt x="8982" y="91147"/>
                    <a:pt x="134" y="109570"/>
                    <a:pt x="134" y="125157"/>
                  </a:cubicBezTo>
                  <a:cubicBezTo>
                    <a:pt x="134" y="153853"/>
                    <a:pt x="34463" y="162710"/>
                    <a:pt x="56759" y="162710"/>
                  </a:cubicBezTo>
                  <a:cubicBezTo>
                    <a:pt x="80117" y="162710"/>
                    <a:pt x="96397" y="148539"/>
                    <a:pt x="103121" y="131889"/>
                  </a:cubicBezTo>
                  <a:close/>
                  <a:moveTo>
                    <a:pt x="100644" y="73788"/>
                  </a:moveTo>
                  <a:lnTo>
                    <a:pt x="100644" y="109215"/>
                  </a:lnTo>
                  <a:cubicBezTo>
                    <a:pt x="100644" y="142871"/>
                    <a:pt x="75163" y="154916"/>
                    <a:pt x="59237" y="154916"/>
                  </a:cubicBezTo>
                  <a:cubicBezTo>
                    <a:pt x="41895" y="154916"/>
                    <a:pt x="27385" y="142517"/>
                    <a:pt x="27385" y="124803"/>
                  </a:cubicBezTo>
                  <a:cubicBezTo>
                    <a:pt x="27385" y="105318"/>
                    <a:pt x="42249" y="75914"/>
                    <a:pt x="100644" y="73788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7E23170-6E76-DD36-6E7E-97114657073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190844" y="8443867"/>
              <a:ext cx="134839" cy="162610"/>
            </a:xfrm>
            <a:custGeom>
              <a:avLst/>
              <a:gdLst>
                <a:gd name="connsiteX0" fmla="*/ 29513 w 134839"/>
                <a:gd name="connsiteY0" fmla="*/ 81582 h 162610"/>
                <a:gd name="connsiteX1" fmla="*/ 77291 w 134839"/>
                <a:gd name="connsiteY1" fmla="*/ 8956 h 162610"/>
                <a:gd name="connsiteX2" fmla="*/ 115159 w 134839"/>
                <a:gd name="connsiteY2" fmla="*/ 22064 h 162610"/>
                <a:gd name="connsiteX3" fmla="*/ 98526 w 134839"/>
                <a:gd name="connsiteY3" fmla="*/ 38361 h 162610"/>
                <a:gd name="connsiteX4" fmla="*/ 114805 w 134839"/>
                <a:gd name="connsiteY4" fmla="*/ 54657 h 162610"/>
                <a:gd name="connsiteX5" fmla="*/ 131085 w 134839"/>
                <a:gd name="connsiteY5" fmla="*/ 38007 h 162610"/>
                <a:gd name="connsiteX6" fmla="*/ 76937 w 134839"/>
                <a:gd name="connsiteY6" fmla="*/ 100 h 162610"/>
                <a:gd name="connsiteX7" fmla="*/ 139 w 134839"/>
                <a:gd name="connsiteY7" fmla="*/ 82291 h 162610"/>
                <a:gd name="connsiteX8" fmla="*/ 76229 w 134839"/>
                <a:gd name="connsiteY8" fmla="*/ 162710 h 162610"/>
                <a:gd name="connsiteX9" fmla="*/ 134978 w 134839"/>
                <a:gd name="connsiteY9" fmla="*/ 116655 h 162610"/>
                <a:gd name="connsiteX10" fmla="*/ 130377 w 134839"/>
                <a:gd name="connsiteY10" fmla="*/ 113112 h 162610"/>
                <a:gd name="connsiteX11" fmla="*/ 125776 w 134839"/>
                <a:gd name="connsiteY11" fmla="*/ 116655 h 162610"/>
                <a:gd name="connsiteX12" fmla="*/ 79414 w 134839"/>
                <a:gd name="connsiteY12" fmla="*/ 153853 h 162610"/>
                <a:gd name="connsiteX13" fmla="*/ 29513 w 134839"/>
                <a:gd name="connsiteY13" fmla="*/ 8158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839" h="162610">
                  <a:moveTo>
                    <a:pt x="29513" y="81582"/>
                  </a:moveTo>
                  <a:cubicBezTo>
                    <a:pt x="29513" y="23836"/>
                    <a:pt x="58534" y="8956"/>
                    <a:pt x="77291" y="8956"/>
                  </a:cubicBezTo>
                  <a:cubicBezTo>
                    <a:pt x="80476" y="8956"/>
                    <a:pt x="102772" y="9311"/>
                    <a:pt x="115159" y="22064"/>
                  </a:cubicBezTo>
                  <a:cubicBezTo>
                    <a:pt x="100649" y="23127"/>
                    <a:pt x="98526" y="33755"/>
                    <a:pt x="98526" y="38361"/>
                  </a:cubicBezTo>
                  <a:cubicBezTo>
                    <a:pt x="98526" y="47572"/>
                    <a:pt x="104896" y="54657"/>
                    <a:pt x="114805" y="54657"/>
                  </a:cubicBezTo>
                  <a:cubicBezTo>
                    <a:pt x="124007" y="54657"/>
                    <a:pt x="131085" y="48635"/>
                    <a:pt x="131085" y="38007"/>
                  </a:cubicBezTo>
                  <a:cubicBezTo>
                    <a:pt x="131085" y="13916"/>
                    <a:pt x="104188" y="100"/>
                    <a:pt x="76937" y="100"/>
                  </a:cubicBezTo>
                  <a:cubicBezTo>
                    <a:pt x="32699" y="100"/>
                    <a:pt x="139" y="38361"/>
                    <a:pt x="139" y="82291"/>
                  </a:cubicBezTo>
                  <a:cubicBezTo>
                    <a:pt x="139" y="127637"/>
                    <a:pt x="35176" y="162710"/>
                    <a:pt x="76229" y="162710"/>
                  </a:cubicBezTo>
                  <a:cubicBezTo>
                    <a:pt x="123653" y="162710"/>
                    <a:pt x="134978" y="120198"/>
                    <a:pt x="134978" y="116655"/>
                  </a:cubicBezTo>
                  <a:cubicBezTo>
                    <a:pt x="134978" y="113112"/>
                    <a:pt x="131439" y="113112"/>
                    <a:pt x="130377" y="113112"/>
                  </a:cubicBezTo>
                  <a:cubicBezTo>
                    <a:pt x="127192" y="113112"/>
                    <a:pt x="126484" y="114529"/>
                    <a:pt x="125776" y="116655"/>
                  </a:cubicBezTo>
                  <a:cubicBezTo>
                    <a:pt x="115513" y="149602"/>
                    <a:pt x="92509" y="153853"/>
                    <a:pt x="79414" y="153853"/>
                  </a:cubicBezTo>
                  <a:cubicBezTo>
                    <a:pt x="60657" y="153853"/>
                    <a:pt x="29513" y="138620"/>
                    <a:pt x="29513" y="81582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17585F89-F011-7AF9-1527-8AE0D3F7EBEB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336183" y="8356716"/>
              <a:ext cx="170937" cy="245864"/>
            </a:xfrm>
            <a:custGeom>
              <a:avLst/>
              <a:gdLst>
                <a:gd name="connsiteX0" fmla="*/ 27748 w 170937"/>
                <a:gd name="connsiteY0" fmla="*/ 219039 h 245864"/>
                <a:gd name="connsiteX1" fmla="*/ 143 w 170937"/>
                <a:gd name="connsiteY1" fmla="*/ 234982 h 245864"/>
                <a:gd name="connsiteX2" fmla="*/ 143 w 170937"/>
                <a:gd name="connsiteY2" fmla="*/ 245964 h 245864"/>
                <a:gd name="connsiteX3" fmla="*/ 38719 w 170937"/>
                <a:gd name="connsiteY3" fmla="*/ 244901 h 245864"/>
                <a:gd name="connsiteX4" fmla="*/ 77649 w 170937"/>
                <a:gd name="connsiteY4" fmla="*/ 245964 h 245864"/>
                <a:gd name="connsiteX5" fmla="*/ 77649 w 170937"/>
                <a:gd name="connsiteY5" fmla="*/ 234982 h 245864"/>
                <a:gd name="connsiteX6" fmla="*/ 50044 w 170937"/>
                <a:gd name="connsiteY6" fmla="*/ 219039 h 245864"/>
                <a:gd name="connsiteX7" fmla="*/ 50044 w 170937"/>
                <a:gd name="connsiteY7" fmla="*/ 182549 h 245864"/>
                <a:gd name="connsiteX8" fmla="*/ 72694 w 170937"/>
                <a:gd name="connsiteY8" fmla="*/ 163064 h 245864"/>
                <a:gd name="connsiteX9" fmla="*/ 114809 w 170937"/>
                <a:gd name="connsiteY9" fmla="*/ 226833 h 245864"/>
                <a:gd name="connsiteX10" fmla="*/ 102069 w 170937"/>
                <a:gd name="connsiteY10" fmla="*/ 234982 h 245864"/>
                <a:gd name="connsiteX11" fmla="*/ 102069 w 170937"/>
                <a:gd name="connsiteY11" fmla="*/ 245964 h 245864"/>
                <a:gd name="connsiteX12" fmla="*/ 140291 w 170937"/>
                <a:gd name="connsiteY12" fmla="*/ 244901 h 245864"/>
                <a:gd name="connsiteX13" fmla="*/ 171081 w 170937"/>
                <a:gd name="connsiteY13" fmla="*/ 245964 h 245864"/>
                <a:gd name="connsiteX14" fmla="*/ 171081 w 170937"/>
                <a:gd name="connsiteY14" fmla="*/ 234982 h 245864"/>
                <a:gd name="connsiteX15" fmla="*/ 136752 w 170937"/>
                <a:gd name="connsiteY15" fmla="*/ 216205 h 245864"/>
                <a:gd name="connsiteX16" fmla="*/ 91805 w 170937"/>
                <a:gd name="connsiteY16" fmla="*/ 152791 h 245864"/>
                <a:gd name="connsiteX17" fmla="*/ 89682 w 170937"/>
                <a:gd name="connsiteY17" fmla="*/ 148894 h 245864"/>
                <a:gd name="connsiteX18" fmla="*/ 118349 w 170937"/>
                <a:gd name="connsiteY18" fmla="*/ 123386 h 245864"/>
                <a:gd name="connsiteX19" fmla="*/ 162941 w 170937"/>
                <a:gd name="connsiteY19" fmla="*/ 104255 h 245864"/>
                <a:gd name="connsiteX20" fmla="*/ 162941 w 170937"/>
                <a:gd name="connsiteY20" fmla="*/ 93273 h 245864"/>
                <a:gd name="connsiteX21" fmla="*/ 138167 w 170937"/>
                <a:gd name="connsiteY21" fmla="*/ 94336 h 245864"/>
                <a:gd name="connsiteX22" fmla="*/ 98530 w 170937"/>
                <a:gd name="connsiteY22" fmla="*/ 93273 h 245864"/>
                <a:gd name="connsiteX23" fmla="*/ 98530 w 170937"/>
                <a:gd name="connsiteY23" fmla="*/ 104255 h 245864"/>
                <a:gd name="connsiteX24" fmla="*/ 108793 w 170937"/>
                <a:gd name="connsiteY24" fmla="*/ 113112 h 245864"/>
                <a:gd name="connsiteX25" fmla="*/ 101007 w 170937"/>
                <a:gd name="connsiteY25" fmla="*/ 126929 h 245864"/>
                <a:gd name="connsiteX26" fmla="*/ 51106 w 170937"/>
                <a:gd name="connsiteY26" fmla="*/ 170150 h 245864"/>
                <a:gd name="connsiteX27" fmla="*/ 51106 w 170937"/>
                <a:gd name="connsiteY27" fmla="*/ 100 h 245864"/>
                <a:gd name="connsiteX28" fmla="*/ 143 w 170937"/>
                <a:gd name="connsiteY28" fmla="*/ 3997 h 245864"/>
                <a:gd name="connsiteX29" fmla="*/ 143 w 170937"/>
                <a:gd name="connsiteY29" fmla="*/ 14979 h 245864"/>
                <a:gd name="connsiteX30" fmla="*/ 27748 w 170937"/>
                <a:gd name="connsiteY30" fmla="*/ 34818 h 245864"/>
                <a:gd name="connsiteX31" fmla="*/ 27748 w 170937"/>
                <a:gd name="connsiteY31" fmla="*/ 21903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0937" h="245864">
                  <a:moveTo>
                    <a:pt x="27748" y="219039"/>
                  </a:moveTo>
                  <a:cubicBezTo>
                    <a:pt x="27748" y="234982"/>
                    <a:pt x="23855" y="234982"/>
                    <a:pt x="143" y="234982"/>
                  </a:cubicBezTo>
                  <a:lnTo>
                    <a:pt x="143" y="245964"/>
                  </a:lnTo>
                  <a:cubicBezTo>
                    <a:pt x="11822" y="245610"/>
                    <a:pt x="28456" y="244901"/>
                    <a:pt x="38719" y="244901"/>
                  </a:cubicBezTo>
                  <a:cubicBezTo>
                    <a:pt x="49336" y="244901"/>
                    <a:pt x="63493" y="245256"/>
                    <a:pt x="77649" y="245964"/>
                  </a:cubicBezTo>
                  <a:lnTo>
                    <a:pt x="77649" y="234982"/>
                  </a:lnTo>
                  <a:cubicBezTo>
                    <a:pt x="53937" y="234982"/>
                    <a:pt x="50044" y="234982"/>
                    <a:pt x="50044" y="219039"/>
                  </a:cubicBezTo>
                  <a:lnTo>
                    <a:pt x="50044" y="182549"/>
                  </a:lnTo>
                  <a:lnTo>
                    <a:pt x="72694" y="163064"/>
                  </a:lnTo>
                  <a:cubicBezTo>
                    <a:pt x="99945" y="200617"/>
                    <a:pt x="114809" y="220456"/>
                    <a:pt x="114809" y="226833"/>
                  </a:cubicBezTo>
                  <a:cubicBezTo>
                    <a:pt x="114809" y="233565"/>
                    <a:pt x="108793" y="234982"/>
                    <a:pt x="102069" y="234982"/>
                  </a:cubicBezTo>
                  <a:lnTo>
                    <a:pt x="102069" y="245964"/>
                  </a:lnTo>
                  <a:cubicBezTo>
                    <a:pt x="111978" y="245610"/>
                    <a:pt x="132859" y="244901"/>
                    <a:pt x="140291" y="244901"/>
                  </a:cubicBezTo>
                  <a:cubicBezTo>
                    <a:pt x="150554" y="244901"/>
                    <a:pt x="160818" y="245256"/>
                    <a:pt x="171081" y="245964"/>
                  </a:cubicBezTo>
                  <a:lnTo>
                    <a:pt x="171081" y="234982"/>
                  </a:lnTo>
                  <a:cubicBezTo>
                    <a:pt x="157986" y="234982"/>
                    <a:pt x="150200" y="234982"/>
                    <a:pt x="136752" y="216205"/>
                  </a:cubicBezTo>
                  <a:lnTo>
                    <a:pt x="91805" y="152791"/>
                  </a:lnTo>
                  <a:cubicBezTo>
                    <a:pt x="91451" y="152082"/>
                    <a:pt x="89682" y="149956"/>
                    <a:pt x="89682" y="148894"/>
                  </a:cubicBezTo>
                  <a:cubicBezTo>
                    <a:pt x="89682" y="147477"/>
                    <a:pt x="114809" y="126220"/>
                    <a:pt x="118349" y="123386"/>
                  </a:cubicBezTo>
                  <a:cubicBezTo>
                    <a:pt x="140645" y="105318"/>
                    <a:pt x="155509" y="104610"/>
                    <a:pt x="162941" y="104255"/>
                  </a:cubicBezTo>
                  <a:lnTo>
                    <a:pt x="162941" y="93273"/>
                  </a:lnTo>
                  <a:cubicBezTo>
                    <a:pt x="152678" y="94336"/>
                    <a:pt x="148077" y="94336"/>
                    <a:pt x="138167" y="94336"/>
                  </a:cubicBezTo>
                  <a:cubicBezTo>
                    <a:pt x="125427" y="94336"/>
                    <a:pt x="103484" y="93627"/>
                    <a:pt x="98530" y="93273"/>
                  </a:cubicBezTo>
                  <a:lnTo>
                    <a:pt x="98530" y="104255"/>
                  </a:lnTo>
                  <a:cubicBezTo>
                    <a:pt x="105254" y="104610"/>
                    <a:pt x="108793" y="108507"/>
                    <a:pt x="108793" y="113112"/>
                  </a:cubicBezTo>
                  <a:cubicBezTo>
                    <a:pt x="108793" y="120198"/>
                    <a:pt x="103838" y="124449"/>
                    <a:pt x="101007" y="126929"/>
                  </a:cubicBezTo>
                  <a:lnTo>
                    <a:pt x="51106" y="170150"/>
                  </a:lnTo>
                  <a:lnTo>
                    <a:pt x="51106" y="100"/>
                  </a:lnTo>
                  <a:lnTo>
                    <a:pt x="143" y="3997"/>
                  </a:lnTo>
                  <a:lnTo>
                    <a:pt x="143" y="14979"/>
                  </a:lnTo>
                  <a:cubicBezTo>
                    <a:pt x="24917" y="14979"/>
                    <a:pt x="27748" y="17459"/>
                    <a:pt x="27748" y="34818"/>
                  </a:cubicBezTo>
                  <a:lnTo>
                    <a:pt x="27748" y="219039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75751688-E699-995E-0D91-8DB844F3C5A6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637753" y="8384703"/>
              <a:ext cx="110773" cy="221773"/>
            </a:xfrm>
            <a:custGeom>
              <a:avLst/>
              <a:gdLst>
                <a:gd name="connsiteX0" fmla="*/ 54654 w 110773"/>
                <a:gd name="connsiteY0" fmla="*/ 76268 h 221773"/>
                <a:gd name="connsiteX1" fmla="*/ 105262 w 110773"/>
                <a:gd name="connsiteY1" fmla="*/ 76268 h 221773"/>
                <a:gd name="connsiteX2" fmla="*/ 105262 w 110773"/>
                <a:gd name="connsiteY2" fmla="*/ 65286 h 221773"/>
                <a:gd name="connsiteX3" fmla="*/ 54654 w 110773"/>
                <a:gd name="connsiteY3" fmla="*/ 65286 h 221773"/>
                <a:gd name="connsiteX4" fmla="*/ 54654 w 110773"/>
                <a:gd name="connsiteY4" fmla="*/ 100 h 221773"/>
                <a:gd name="connsiteX5" fmla="*/ 45806 w 110773"/>
                <a:gd name="connsiteY5" fmla="*/ 100 h 221773"/>
                <a:gd name="connsiteX6" fmla="*/ 152 w 110773"/>
                <a:gd name="connsiteY6" fmla="*/ 68474 h 221773"/>
                <a:gd name="connsiteX7" fmla="*/ 152 w 110773"/>
                <a:gd name="connsiteY7" fmla="*/ 76268 h 221773"/>
                <a:gd name="connsiteX8" fmla="*/ 30234 w 110773"/>
                <a:gd name="connsiteY8" fmla="*/ 76268 h 221773"/>
                <a:gd name="connsiteX9" fmla="*/ 30234 w 110773"/>
                <a:gd name="connsiteY9" fmla="*/ 174047 h 221773"/>
                <a:gd name="connsiteX10" fmla="*/ 75888 w 110773"/>
                <a:gd name="connsiteY10" fmla="*/ 221874 h 221773"/>
                <a:gd name="connsiteX11" fmla="*/ 110925 w 110773"/>
                <a:gd name="connsiteY11" fmla="*/ 174047 h 221773"/>
                <a:gd name="connsiteX12" fmla="*/ 110925 w 110773"/>
                <a:gd name="connsiteY12" fmla="*/ 153853 h 221773"/>
                <a:gd name="connsiteX13" fmla="*/ 102077 w 110773"/>
                <a:gd name="connsiteY13" fmla="*/ 153853 h 221773"/>
                <a:gd name="connsiteX14" fmla="*/ 102077 w 110773"/>
                <a:gd name="connsiteY14" fmla="*/ 173338 h 221773"/>
                <a:gd name="connsiteX15" fmla="*/ 78365 w 110773"/>
                <a:gd name="connsiteY15" fmla="*/ 213017 h 221773"/>
                <a:gd name="connsiteX16" fmla="*/ 54654 w 110773"/>
                <a:gd name="connsiteY16" fmla="*/ 174755 h 221773"/>
                <a:gd name="connsiteX17" fmla="*/ 54654 w 110773"/>
                <a:gd name="connsiteY17" fmla="*/ 76268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773" h="221773">
                  <a:moveTo>
                    <a:pt x="54654" y="76268"/>
                  </a:moveTo>
                  <a:lnTo>
                    <a:pt x="105262" y="76268"/>
                  </a:lnTo>
                  <a:lnTo>
                    <a:pt x="105262" y="65286"/>
                  </a:lnTo>
                  <a:lnTo>
                    <a:pt x="54654" y="65286"/>
                  </a:lnTo>
                  <a:lnTo>
                    <a:pt x="54654" y="100"/>
                  </a:lnTo>
                  <a:lnTo>
                    <a:pt x="45806" y="100"/>
                  </a:lnTo>
                  <a:cubicBezTo>
                    <a:pt x="45452" y="29150"/>
                    <a:pt x="34835" y="67057"/>
                    <a:pt x="152" y="68474"/>
                  </a:cubicBezTo>
                  <a:lnTo>
                    <a:pt x="152" y="76268"/>
                  </a:lnTo>
                  <a:lnTo>
                    <a:pt x="30234" y="76268"/>
                  </a:lnTo>
                  <a:lnTo>
                    <a:pt x="30234" y="174047"/>
                  </a:lnTo>
                  <a:cubicBezTo>
                    <a:pt x="30234" y="217622"/>
                    <a:pt x="63147" y="221874"/>
                    <a:pt x="75888" y="221874"/>
                  </a:cubicBezTo>
                  <a:cubicBezTo>
                    <a:pt x="101016" y="221874"/>
                    <a:pt x="110925" y="196720"/>
                    <a:pt x="110925" y="174047"/>
                  </a:cubicBezTo>
                  <a:lnTo>
                    <a:pt x="110925" y="153853"/>
                  </a:lnTo>
                  <a:lnTo>
                    <a:pt x="102077" y="153853"/>
                  </a:lnTo>
                  <a:lnTo>
                    <a:pt x="102077" y="173338"/>
                  </a:lnTo>
                  <a:cubicBezTo>
                    <a:pt x="102077" y="199555"/>
                    <a:pt x="91460" y="213017"/>
                    <a:pt x="78365" y="213017"/>
                  </a:cubicBezTo>
                  <a:cubicBezTo>
                    <a:pt x="54654" y="213017"/>
                    <a:pt x="54654" y="180778"/>
                    <a:pt x="54654" y="174755"/>
                  </a:cubicBezTo>
                  <a:lnTo>
                    <a:pt x="54654" y="76268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A0880912-A207-6C7B-0468-DDF78A121AC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778570" y="8443867"/>
              <a:ext cx="156781" cy="162610"/>
            </a:xfrm>
            <a:custGeom>
              <a:avLst/>
              <a:gdLst>
                <a:gd name="connsiteX0" fmla="*/ 156937 w 156781"/>
                <a:gd name="connsiteY0" fmla="*/ 82999 h 162610"/>
                <a:gd name="connsiteX1" fmla="*/ 78723 w 156781"/>
                <a:gd name="connsiteY1" fmla="*/ 100 h 162610"/>
                <a:gd name="connsiteX2" fmla="*/ 156 w 156781"/>
                <a:gd name="connsiteY2" fmla="*/ 82999 h 162610"/>
                <a:gd name="connsiteX3" fmla="*/ 78369 w 156781"/>
                <a:gd name="connsiteY3" fmla="*/ 162710 h 162610"/>
                <a:gd name="connsiteX4" fmla="*/ 156937 w 156781"/>
                <a:gd name="connsiteY4" fmla="*/ 82999 h 162610"/>
                <a:gd name="connsiteX5" fmla="*/ 78723 w 156781"/>
                <a:gd name="connsiteY5" fmla="*/ 153853 h 162610"/>
                <a:gd name="connsiteX6" fmla="*/ 38378 w 156781"/>
                <a:gd name="connsiteY6" fmla="*/ 130117 h 162610"/>
                <a:gd name="connsiteX7" fmla="*/ 29530 w 156781"/>
                <a:gd name="connsiteY7" fmla="*/ 80165 h 162610"/>
                <a:gd name="connsiteX8" fmla="*/ 38024 w 156781"/>
                <a:gd name="connsiteY8" fmla="*/ 31630 h 162610"/>
                <a:gd name="connsiteX9" fmla="*/ 78369 w 156781"/>
                <a:gd name="connsiteY9" fmla="*/ 7894 h 162610"/>
                <a:gd name="connsiteX10" fmla="*/ 118361 w 156781"/>
                <a:gd name="connsiteY10" fmla="*/ 30921 h 162610"/>
                <a:gd name="connsiteX11" fmla="*/ 127563 w 156781"/>
                <a:gd name="connsiteY11" fmla="*/ 80165 h 162610"/>
                <a:gd name="connsiteX12" fmla="*/ 119777 w 156781"/>
                <a:gd name="connsiteY12" fmla="*/ 127637 h 162610"/>
                <a:gd name="connsiteX13" fmla="*/ 78723 w 156781"/>
                <a:gd name="connsiteY13" fmla="*/ 15385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81" h="162610">
                  <a:moveTo>
                    <a:pt x="156937" y="82999"/>
                  </a:moveTo>
                  <a:cubicBezTo>
                    <a:pt x="156937" y="37652"/>
                    <a:pt x="121546" y="100"/>
                    <a:pt x="78723" y="100"/>
                  </a:cubicBezTo>
                  <a:cubicBezTo>
                    <a:pt x="34485" y="100"/>
                    <a:pt x="156" y="38715"/>
                    <a:pt x="156" y="82999"/>
                  </a:cubicBezTo>
                  <a:cubicBezTo>
                    <a:pt x="156" y="128700"/>
                    <a:pt x="36962" y="162710"/>
                    <a:pt x="78369" y="162710"/>
                  </a:cubicBezTo>
                  <a:cubicBezTo>
                    <a:pt x="121192" y="162710"/>
                    <a:pt x="156937" y="127992"/>
                    <a:pt x="156937" y="82999"/>
                  </a:cubicBezTo>
                  <a:close/>
                  <a:moveTo>
                    <a:pt x="78723" y="153853"/>
                  </a:moveTo>
                  <a:cubicBezTo>
                    <a:pt x="63505" y="153853"/>
                    <a:pt x="47933" y="146414"/>
                    <a:pt x="38378" y="130117"/>
                  </a:cubicBezTo>
                  <a:cubicBezTo>
                    <a:pt x="29530" y="114529"/>
                    <a:pt x="29530" y="92919"/>
                    <a:pt x="29530" y="80165"/>
                  </a:cubicBezTo>
                  <a:cubicBezTo>
                    <a:pt x="29530" y="66348"/>
                    <a:pt x="29530" y="47218"/>
                    <a:pt x="38024" y="31630"/>
                  </a:cubicBezTo>
                  <a:cubicBezTo>
                    <a:pt x="47579" y="15333"/>
                    <a:pt x="64213" y="7894"/>
                    <a:pt x="78369" y="7894"/>
                  </a:cubicBezTo>
                  <a:cubicBezTo>
                    <a:pt x="93941" y="7894"/>
                    <a:pt x="109159" y="15688"/>
                    <a:pt x="118361" y="30921"/>
                  </a:cubicBezTo>
                  <a:cubicBezTo>
                    <a:pt x="127563" y="46155"/>
                    <a:pt x="127563" y="66703"/>
                    <a:pt x="127563" y="80165"/>
                  </a:cubicBezTo>
                  <a:cubicBezTo>
                    <a:pt x="127563" y="92919"/>
                    <a:pt x="127563" y="112049"/>
                    <a:pt x="119777" y="127637"/>
                  </a:cubicBezTo>
                  <a:cubicBezTo>
                    <a:pt x="111991" y="143580"/>
                    <a:pt x="96419" y="153853"/>
                    <a:pt x="78723" y="153853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606F2A8A-CBBD-6AFE-4962-F4C7F4AA1EC0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067831" y="8449889"/>
              <a:ext cx="178369" cy="152691"/>
            </a:xfrm>
            <a:custGeom>
              <a:avLst/>
              <a:gdLst>
                <a:gd name="connsiteX0" fmla="*/ 97489 w 178369"/>
                <a:gd name="connsiteY0" fmla="*/ 69537 h 152691"/>
                <a:gd name="connsiteX1" fmla="*/ 130048 w 178369"/>
                <a:gd name="connsiteY1" fmla="*/ 29504 h 152691"/>
                <a:gd name="connsiteX2" fmla="*/ 172163 w 178369"/>
                <a:gd name="connsiteY2" fmla="*/ 11082 h 152691"/>
                <a:gd name="connsiteX3" fmla="*/ 172163 w 178369"/>
                <a:gd name="connsiteY3" fmla="*/ 100 h 152691"/>
                <a:gd name="connsiteX4" fmla="*/ 143143 w 178369"/>
                <a:gd name="connsiteY4" fmla="*/ 1162 h 152691"/>
                <a:gd name="connsiteX5" fmla="*/ 109168 w 178369"/>
                <a:gd name="connsiteY5" fmla="*/ 100 h 152691"/>
                <a:gd name="connsiteX6" fmla="*/ 109168 w 178369"/>
                <a:gd name="connsiteY6" fmla="*/ 11082 h 152691"/>
                <a:gd name="connsiteX7" fmla="*/ 119431 w 178369"/>
                <a:gd name="connsiteY7" fmla="*/ 22064 h 152691"/>
                <a:gd name="connsiteX8" fmla="*/ 114122 w 178369"/>
                <a:gd name="connsiteY8" fmla="*/ 34464 h 152691"/>
                <a:gd name="connsiteX9" fmla="*/ 92180 w 178369"/>
                <a:gd name="connsiteY9" fmla="*/ 62097 h 152691"/>
                <a:gd name="connsiteX10" fmla="*/ 64575 w 178369"/>
                <a:gd name="connsiteY10" fmla="*/ 26316 h 152691"/>
                <a:gd name="connsiteX11" fmla="*/ 61390 w 178369"/>
                <a:gd name="connsiteY11" fmla="*/ 19939 h 152691"/>
                <a:gd name="connsiteX12" fmla="*/ 73777 w 178369"/>
                <a:gd name="connsiteY12" fmla="*/ 11082 h 152691"/>
                <a:gd name="connsiteX13" fmla="*/ 73777 w 178369"/>
                <a:gd name="connsiteY13" fmla="*/ 100 h 152691"/>
                <a:gd name="connsiteX14" fmla="*/ 35555 w 178369"/>
                <a:gd name="connsiteY14" fmla="*/ 1162 h 152691"/>
                <a:gd name="connsiteX15" fmla="*/ 1933 w 178369"/>
                <a:gd name="connsiteY15" fmla="*/ 100 h 152691"/>
                <a:gd name="connsiteX16" fmla="*/ 1933 w 178369"/>
                <a:gd name="connsiteY16" fmla="*/ 11082 h 152691"/>
                <a:gd name="connsiteX17" fmla="*/ 43695 w 178369"/>
                <a:gd name="connsiteY17" fmla="*/ 32693 h 152691"/>
                <a:gd name="connsiteX18" fmla="*/ 78732 w 178369"/>
                <a:gd name="connsiteY18" fmla="*/ 78394 h 152691"/>
                <a:gd name="connsiteX19" fmla="*/ 45464 w 178369"/>
                <a:gd name="connsiteY19" fmla="*/ 120552 h 152691"/>
                <a:gd name="connsiteX20" fmla="*/ 164 w 178369"/>
                <a:gd name="connsiteY20" fmla="*/ 141808 h 152691"/>
                <a:gd name="connsiteX21" fmla="*/ 164 w 178369"/>
                <a:gd name="connsiteY21" fmla="*/ 152791 h 152691"/>
                <a:gd name="connsiteX22" fmla="*/ 29538 w 178369"/>
                <a:gd name="connsiteY22" fmla="*/ 151728 h 152691"/>
                <a:gd name="connsiteX23" fmla="*/ 63160 w 178369"/>
                <a:gd name="connsiteY23" fmla="*/ 152791 h 152691"/>
                <a:gd name="connsiteX24" fmla="*/ 63160 w 178369"/>
                <a:gd name="connsiteY24" fmla="*/ 141808 h 152691"/>
                <a:gd name="connsiteX25" fmla="*/ 52896 w 178369"/>
                <a:gd name="connsiteY25" fmla="*/ 130826 h 152691"/>
                <a:gd name="connsiteX26" fmla="*/ 84748 w 178369"/>
                <a:gd name="connsiteY26" fmla="*/ 85833 h 152691"/>
                <a:gd name="connsiteX27" fmla="*/ 111645 w 178369"/>
                <a:gd name="connsiteY27" fmla="*/ 121260 h 152691"/>
                <a:gd name="connsiteX28" fmla="*/ 119077 w 178369"/>
                <a:gd name="connsiteY28" fmla="*/ 132951 h 152691"/>
                <a:gd name="connsiteX29" fmla="*/ 106336 w 178369"/>
                <a:gd name="connsiteY29" fmla="*/ 141808 h 152691"/>
                <a:gd name="connsiteX30" fmla="*/ 106336 w 178369"/>
                <a:gd name="connsiteY30" fmla="*/ 152791 h 152691"/>
                <a:gd name="connsiteX31" fmla="*/ 144559 w 178369"/>
                <a:gd name="connsiteY31" fmla="*/ 151728 h 152691"/>
                <a:gd name="connsiteX32" fmla="*/ 178534 w 178369"/>
                <a:gd name="connsiteY32" fmla="*/ 152791 h 152691"/>
                <a:gd name="connsiteX33" fmla="*/ 178534 w 178369"/>
                <a:gd name="connsiteY33" fmla="*/ 141808 h 152691"/>
                <a:gd name="connsiteX34" fmla="*/ 144912 w 178369"/>
                <a:gd name="connsiteY34" fmla="*/ 130826 h 152691"/>
                <a:gd name="connsiteX35" fmla="*/ 97489 w 178369"/>
                <a:gd name="connsiteY35" fmla="*/ 69537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8369" h="152691">
                  <a:moveTo>
                    <a:pt x="97489" y="69537"/>
                  </a:moveTo>
                  <a:cubicBezTo>
                    <a:pt x="108106" y="56075"/>
                    <a:pt x="121554" y="38715"/>
                    <a:pt x="130048" y="29504"/>
                  </a:cubicBezTo>
                  <a:cubicBezTo>
                    <a:pt x="141019" y="16750"/>
                    <a:pt x="155530" y="11436"/>
                    <a:pt x="172163" y="11082"/>
                  </a:cubicBezTo>
                  <a:lnTo>
                    <a:pt x="172163" y="100"/>
                  </a:lnTo>
                  <a:cubicBezTo>
                    <a:pt x="162962" y="808"/>
                    <a:pt x="152344" y="1162"/>
                    <a:pt x="143143" y="1162"/>
                  </a:cubicBezTo>
                  <a:cubicBezTo>
                    <a:pt x="132526" y="1162"/>
                    <a:pt x="113768" y="454"/>
                    <a:pt x="109168" y="100"/>
                  </a:cubicBezTo>
                  <a:lnTo>
                    <a:pt x="109168" y="11082"/>
                  </a:lnTo>
                  <a:cubicBezTo>
                    <a:pt x="116600" y="11791"/>
                    <a:pt x="119431" y="16396"/>
                    <a:pt x="119431" y="22064"/>
                  </a:cubicBezTo>
                  <a:cubicBezTo>
                    <a:pt x="119431" y="27733"/>
                    <a:pt x="115892" y="32338"/>
                    <a:pt x="114122" y="34464"/>
                  </a:cubicBezTo>
                  <a:lnTo>
                    <a:pt x="92180" y="62097"/>
                  </a:lnTo>
                  <a:lnTo>
                    <a:pt x="64575" y="26316"/>
                  </a:lnTo>
                  <a:cubicBezTo>
                    <a:pt x="61390" y="22773"/>
                    <a:pt x="61390" y="22064"/>
                    <a:pt x="61390" y="19939"/>
                  </a:cubicBezTo>
                  <a:cubicBezTo>
                    <a:pt x="61390" y="14625"/>
                    <a:pt x="66699" y="11436"/>
                    <a:pt x="73777" y="11082"/>
                  </a:cubicBezTo>
                  <a:lnTo>
                    <a:pt x="73777" y="100"/>
                  </a:lnTo>
                  <a:cubicBezTo>
                    <a:pt x="64575" y="454"/>
                    <a:pt x="41217" y="1162"/>
                    <a:pt x="35555" y="1162"/>
                  </a:cubicBezTo>
                  <a:cubicBezTo>
                    <a:pt x="28123" y="1162"/>
                    <a:pt x="11489" y="808"/>
                    <a:pt x="1933" y="100"/>
                  </a:cubicBezTo>
                  <a:lnTo>
                    <a:pt x="1933" y="11082"/>
                  </a:lnTo>
                  <a:cubicBezTo>
                    <a:pt x="26707" y="11082"/>
                    <a:pt x="27061" y="11436"/>
                    <a:pt x="43695" y="32693"/>
                  </a:cubicBezTo>
                  <a:lnTo>
                    <a:pt x="78732" y="78394"/>
                  </a:lnTo>
                  <a:lnTo>
                    <a:pt x="45464" y="120552"/>
                  </a:lnTo>
                  <a:cubicBezTo>
                    <a:pt x="28477" y="141100"/>
                    <a:pt x="7596" y="141808"/>
                    <a:pt x="164" y="141808"/>
                  </a:cubicBezTo>
                  <a:lnTo>
                    <a:pt x="164" y="152791"/>
                  </a:lnTo>
                  <a:cubicBezTo>
                    <a:pt x="9365" y="152082"/>
                    <a:pt x="20337" y="151728"/>
                    <a:pt x="29538" y="151728"/>
                  </a:cubicBezTo>
                  <a:cubicBezTo>
                    <a:pt x="39802" y="151728"/>
                    <a:pt x="54666" y="152436"/>
                    <a:pt x="63160" y="152791"/>
                  </a:cubicBezTo>
                  <a:lnTo>
                    <a:pt x="63160" y="141808"/>
                  </a:lnTo>
                  <a:cubicBezTo>
                    <a:pt x="55374" y="140745"/>
                    <a:pt x="52896" y="136140"/>
                    <a:pt x="52896" y="130826"/>
                  </a:cubicBezTo>
                  <a:cubicBezTo>
                    <a:pt x="52896" y="123032"/>
                    <a:pt x="63160" y="111341"/>
                    <a:pt x="84748" y="85833"/>
                  </a:cubicBezTo>
                  <a:lnTo>
                    <a:pt x="111645" y="121260"/>
                  </a:lnTo>
                  <a:cubicBezTo>
                    <a:pt x="114476" y="125157"/>
                    <a:pt x="119077" y="130826"/>
                    <a:pt x="119077" y="132951"/>
                  </a:cubicBezTo>
                  <a:cubicBezTo>
                    <a:pt x="119077" y="136140"/>
                    <a:pt x="115892" y="141454"/>
                    <a:pt x="106336" y="141808"/>
                  </a:cubicBezTo>
                  <a:lnTo>
                    <a:pt x="106336" y="152791"/>
                  </a:lnTo>
                  <a:cubicBezTo>
                    <a:pt x="116954" y="152436"/>
                    <a:pt x="136773" y="151728"/>
                    <a:pt x="144559" y="151728"/>
                  </a:cubicBezTo>
                  <a:cubicBezTo>
                    <a:pt x="154114" y="151728"/>
                    <a:pt x="167916" y="152082"/>
                    <a:pt x="178534" y="152791"/>
                  </a:cubicBezTo>
                  <a:lnTo>
                    <a:pt x="178534" y="141808"/>
                  </a:lnTo>
                  <a:cubicBezTo>
                    <a:pt x="159423" y="141808"/>
                    <a:pt x="153052" y="141100"/>
                    <a:pt x="144912" y="130826"/>
                  </a:cubicBezTo>
                  <a:lnTo>
                    <a:pt x="97489" y="69537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0CFE758-7AEF-17FD-2173-CC4F0FD10ADF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280806" y="8565028"/>
              <a:ext cx="41407" cy="105927"/>
            </a:xfrm>
            <a:custGeom>
              <a:avLst/>
              <a:gdLst>
                <a:gd name="connsiteX0" fmla="*/ 41576 w 41407"/>
                <a:gd name="connsiteY0" fmla="*/ 37298 h 105927"/>
                <a:gd name="connsiteX1" fmla="*/ 18926 w 41407"/>
                <a:gd name="connsiteY1" fmla="*/ 100 h 105927"/>
                <a:gd name="connsiteX2" fmla="*/ 169 w 41407"/>
                <a:gd name="connsiteY2" fmla="*/ 18876 h 105927"/>
                <a:gd name="connsiteX3" fmla="*/ 18926 w 41407"/>
                <a:gd name="connsiteY3" fmla="*/ 37652 h 105927"/>
                <a:gd name="connsiteX4" fmla="*/ 32375 w 41407"/>
                <a:gd name="connsiteY4" fmla="*/ 32693 h 105927"/>
                <a:gd name="connsiteX5" fmla="*/ 33083 w 41407"/>
                <a:gd name="connsiteY5" fmla="*/ 31984 h 105927"/>
                <a:gd name="connsiteX6" fmla="*/ 33790 w 41407"/>
                <a:gd name="connsiteY6" fmla="*/ 37298 h 105927"/>
                <a:gd name="connsiteX7" fmla="*/ 8309 w 41407"/>
                <a:gd name="connsiteY7" fmla="*/ 98233 h 105927"/>
                <a:gd name="connsiteX8" fmla="*/ 5832 w 41407"/>
                <a:gd name="connsiteY8" fmla="*/ 102130 h 105927"/>
                <a:gd name="connsiteX9" fmla="*/ 9371 w 41407"/>
                <a:gd name="connsiteY9" fmla="*/ 106027 h 105927"/>
                <a:gd name="connsiteX10" fmla="*/ 41576 w 41407"/>
                <a:gd name="connsiteY10" fmla="*/ 37298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407" h="105927">
                  <a:moveTo>
                    <a:pt x="41576" y="37298"/>
                  </a:moveTo>
                  <a:cubicBezTo>
                    <a:pt x="41576" y="14625"/>
                    <a:pt x="33083" y="100"/>
                    <a:pt x="18926" y="100"/>
                  </a:cubicBezTo>
                  <a:cubicBezTo>
                    <a:pt x="6539" y="100"/>
                    <a:pt x="169" y="9665"/>
                    <a:pt x="169" y="18876"/>
                  </a:cubicBezTo>
                  <a:cubicBezTo>
                    <a:pt x="169" y="28087"/>
                    <a:pt x="6186" y="37652"/>
                    <a:pt x="18926" y="37652"/>
                  </a:cubicBezTo>
                  <a:cubicBezTo>
                    <a:pt x="24589" y="37652"/>
                    <a:pt x="28836" y="35527"/>
                    <a:pt x="32375" y="32693"/>
                  </a:cubicBezTo>
                  <a:lnTo>
                    <a:pt x="33083" y="31984"/>
                  </a:lnTo>
                  <a:cubicBezTo>
                    <a:pt x="33437" y="31984"/>
                    <a:pt x="33790" y="32338"/>
                    <a:pt x="33790" y="37298"/>
                  </a:cubicBezTo>
                  <a:cubicBezTo>
                    <a:pt x="33790" y="59972"/>
                    <a:pt x="23881" y="81582"/>
                    <a:pt x="8309" y="98233"/>
                  </a:cubicBezTo>
                  <a:cubicBezTo>
                    <a:pt x="6186" y="100358"/>
                    <a:pt x="5832" y="100713"/>
                    <a:pt x="5832" y="102130"/>
                  </a:cubicBezTo>
                  <a:cubicBezTo>
                    <a:pt x="5832" y="104610"/>
                    <a:pt x="7601" y="106027"/>
                    <a:pt x="9371" y="106027"/>
                  </a:cubicBezTo>
                  <a:cubicBezTo>
                    <a:pt x="13618" y="106027"/>
                    <a:pt x="41576" y="78039"/>
                    <a:pt x="41576" y="37298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0C22E31A-8AF7-2D15-91C6-0F739C3549B7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473372" y="8449889"/>
              <a:ext cx="173061" cy="225316"/>
            </a:xfrm>
            <a:custGeom>
              <a:avLst/>
              <a:gdLst>
                <a:gd name="connsiteX0" fmla="*/ 140323 w 173061"/>
                <a:gd name="connsiteY0" fmla="*/ 33755 h 225316"/>
                <a:gd name="connsiteX1" fmla="*/ 173236 w 173061"/>
                <a:gd name="connsiteY1" fmla="*/ 11082 h 225316"/>
                <a:gd name="connsiteX2" fmla="*/ 173236 w 173061"/>
                <a:gd name="connsiteY2" fmla="*/ 100 h 225316"/>
                <a:gd name="connsiteX3" fmla="*/ 146693 w 173061"/>
                <a:gd name="connsiteY3" fmla="*/ 1162 h 225316"/>
                <a:gd name="connsiteX4" fmla="*/ 115903 w 173061"/>
                <a:gd name="connsiteY4" fmla="*/ 100 h 225316"/>
                <a:gd name="connsiteX5" fmla="*/ 115903 w 173061"/>
                <a:gd name="connsiteY5" fmla="*/ 11082 h 225316"/>
                <a:gd name="connsiteX6" fmla="*/ 132537 w 173061"/>
                <a:gd name="connsiteY6" fmla="*/ 26316 h 225316"/>
                <a:gd name="connsiteX7" fmla="*/ 130414 w 173061"/>
                <a:gd name="connsiteY7" fmla="*/ 34818 h 225316"/>
                <a:gd name="connsiteX8" fmla="*/ 94669 w 173061"/>
                <a:gd name="connsiteY8" fmla="*/ 121969 h 225316"/>
                <a:gd name="connsiteX9" fmla="*/ 55385 w 173061"/>
                <a:gd name="connsiteY9" fmla="*/ 26670 h 225316"/>
                <a:gd name="connsiteX10" fmla="*/ 53261 w 173061"/>
                <a:gd name="connsiteY10" fmla="*/ 20293 h 225316"/>
                <a:gd name="connsiteX11" fmla="*/ 73080 w 173061"/>
                <a:gd name="connsiteY11" fmla="*/ 11082 h 225316"/>
                <a:gd name="connsiteX12" fmla="*/ 73080 w 173061"/>
                <a:gd name="connsiteY12" fmla="*/ 100 h 225316"/>
                <a:gd name="connsiteX13" fmla="*/ 34504 w 173061"/>
                <a:gd name="connsiteY13" fmla="*/ 1162 h 225316"/>
                <a:gd name="connsiteX14" fmla="*/ 175 w 173061"/>
                <a:gd name="connsiteY14" fmla="*/ 100 h 225316"/>
                <a:gd name="connsiteX15" fmla="*/ 175 w 173061"/>
                <a:gd name="connsiteY15" fmla="*/ 11082 h 225316"/>
                <a:gd name="connsiteX16" fmla="*/ 28842 w 173061"/>
                <a:gd name="connsiteY16" fmla="*/ 23482 h 225316"/>
                <a:gd name="connsiteX17" fmla="*/ 81928 w 173061"/>
                <a:gd name="connsiteY17" fmla="*/ 152791 h 225316"/>
                <a:gd name="connsiteX18" fmla="*/ 73080 w 173061"/>
                <a:gd name="connsiteY18" fmla="*/ 173693 h 225316"/>
                <a:gd name="connsiteX19" fmla="*/ 32735 w 173061"/>
                <a:gd name="connsiteY19" fmla="*/ 217622 h 225316"/>
                <a:gd name="connsiteX20" fmla="*/ 16101 w 173061"/>
                <a:gd name="connsiteY20" fmla="*/ 211245 h 225316"/>
                <a:gd name="connsiteX21" fmla="*/ 29904 w 173061"/>
                <a:gd name="connsiteY21" fmla="*/ 196366 h 225316"/>
                <a:gd name="connsiteX22" fmla="*/ 15039 w 173061"/>
                <a:gd name="connsiteY22" fmla="*/ 181487 h 225316"/>
                <a:gd name="connsiteX23" fmla="*/ 175 w 173061"/>
                <a:gd name="connsiteY23" fmla="*/ 196720 h 225316"/>
                <a:gd name="connsiteX24" fmla="*/ 32735 w 173061"/>
                <a:gd name="connsiteY24" fmla="*/ 225416 h 225316"/>
                <a:gd name="connsiteX25" fmla="*/ 78035 w 173061"/>
                <a:gd name="connsiteY25" fmla="*/ 185029 h 225316"/>
                <a:gd name="connsiteX26" fmla="*/ 140323 w 173061"/>
                <a:gd name="connsiteY26" fmla="*/ 33755 h 2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73061" h="225316">
                  <a:moveTo>
                    <a:pt x="140323" y="33755"/>
                  </a:moveTo>
                  <a:cubicBezTo>
                    <a:pt x="149525" y="11436"/>
                    <a:pt x="167574" y="11082"/>
                    <a:pt x="173236" y="11082"/>
                  </a:cubicBezTo>
                  <a:lnTo>
                    <a:pt x="173236" y="100"/>
                  </a:lnTo>
                  <a:cubicBezTo>
                    <a:pt x="165097" y="808"/>
                    <a:pt x="154833" y="1162"/>
                    <a:pt x="146693" y="1162"/>
                  </a:cubicBezTo>
                  <a:cubicBezTo>
                    <a:pt x="140323" y="1162"/>
                    <a:pt x="123689" y="454"/>
                    <a:pt x="115903" y="100"/>
                  </a:cubicBezTo>
                  <a:lnTo>
                    <a:pt x="115903" y="11082"/>
                  </a:lnTo>
                  <a:cubicBezTo>
                    <a:pt x="126874" y="11436"/>
                    <a:pt x="132537" y="17459"/>
                    <a:pt x="132537" y="26316"/>
                  </a:cubicBezTo>
                  <a:cubicBezTo>
                    <a:pt x="132537" y="29858"/>
                    <a:pt x="132183" y="30567"/>
                    <a:pt x="130414" y="34818"/>
                  </a:cubicBezTo>
                  <a:lnTo>
                    <a:pt x="94669" y="121969"/>
                  </a:lnTo>
                  <a:lnTo>
                    <a:pt x="55385" y="26670"/>
                  </a:lnTo>
                  <a:cubicBezTo>
                    <a:pt x="53969" y="23127"/>
                    <a:pt x="53261" y="21710"/>
                    <a:pt x="53261" y="20293"/>
                  </a:cubicBezTo>
                  <a:cubicBezTo>
                    <a:pt x="53261" y="11082"/>
                    <a:pt x="66356" y="11082"/>
                    <a:pt x="73080" y="11082"/>
                  </a:cubicBezTo>
                  <a:lnTo>
                    <a:pt x="73080" y="100"/>
                  </a:lnTo>
                  <a:cubicBezTo>
                    <a:pt x="63879" y="454"/>
                    <a:pt x="40521" y="1162"/>
                    <a:pt x="34504" y="1162"/>
                  </a:cubicBezTo>
                  <a:cubicBezTo>
                    <a:pt x="24949" y="1162"/>
                    <a:pt x="10792" y="808"/>
                    <a:pt x="175" y="100"/>
                  </a:cubicBezTo>
                  <a:lnTo>
                    <a:pt x="175" y="11082"/>
                  </a:lnTo>
                  <a:cubicBezTo>
                    <a:pt x="17163" y="11082"/>
                    <a:pt x="23887" y="11082"/>
                    <a:pt x="28842" y="23482"/>
                  </a:cubicBezTo>
                  <a:lnTo>
                    <a:pt x="81928" y="152791"/>
                  </a:lnTo>
                  <a:cubicBezTo>
                    <a:pt x="80159" y="157396"/>
                    <a:pt x="75204" y="169087"/>
                    <a:pt x="73080" y="173693"/>
                  </a:cubicBezTo>
                  <a:cubicBezTo>
                    <a:pt x="65294" y="193178"/>
                    <a:pt x="55385" y="217622"/>
                    <a:pt x="32735" y="217622"/>
                  </a:cubicBezTo>
                  <a:cubicBezTo>
                    <a:pt x="30965" y="217622"/>
                    <a:pt x="22825" y="217622"/>
                    <a:pt x="16101" y="211245"/>
                  </a:cubicBezTo>
                  <a:cubicBezTo>
                    <a:pt x="27072" y="209828"/>
                    <a:pt x="29904" y="202034"/>
                    <a:pt x="29904" y="196366"/>
                  </a:cubicBezTo>
                  <a:cubicBezTo>
                    <a:pt x="29904" y="187155"/>
                    <a:pt x="23179" y="181487"/>
                    <a:pt x="15039" y="181487"/>
                  </a:cubicBezTo>
                  <a:cubicBezTo>
                    <a:pt x="7961" y="181487"/>
                    <a:pt x="175" y="186092"/>
                    <a:pt x="175" y="196720"/>
                  </a:cubicBezTo>
                  <a:cubicBezTo>
                    <a:pt x="175" y="212663"/>
                    <a:pt x="15039" y="225416"/>
                    <a:pt x="32735" y="225416"/>
                  </a:cubicBezTo>
                  <a:cubicBezTo>
                    <a:pt x="55031" y="225416"/>
                    <a:pt x="69541" y="205223"/>
                    <a:pt x="78035" y="185029"/>
                  </a:cubicBezTo>
                  <a:lnTo>
                    <a:pt x="140323" y="33755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6D8CF228-DD50-B0EA-95F2-D349EB9BE0EC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778127" y="8449889"/>
              <a:ext cx="173061" cy="156588"/>
            </a:xfrm>
            <a:custGeom>
              <a:avLst/>
              <a:gdLst>
                <a:gd name="connsiteX0" fmla="*/ 140685 w 173061"/>
                <a:gd name="connsiteY0" fmla="*/ 34818 h 156588"/>
                <a:gd name="connsiteX1" fmla="*/ 173245 w 173061"/>
                <a:gd name="connsiteY1" fmla="*/ 11082 h 156588"/>
                <a:gd name="connsiteX2" fmla="*/ 173245 w 173061"/>
                <a:gd name="connsiteY2" fmla="*/ 100 h 156588"/>
                <a:gd name="connsiteX3" fmla="*/ 146702 w 173061"/>
                <a:gd name="connsiteY3" fmla="*/ 1162 h 156588"/>
                <a:gd name="connsiteX4" fmla="*/ 115912 w 173061"/>
                <a:gd name="connsiteY4" fmla="*/ 100 h 156588"/>
                <a:gd name="connsiteX5" fmla="*/ 115912 w 173061"/>
                <a:gd name="connsiteY5" fmla="*/ 11082 h 156588"/>
                <a:gd name="connsiteX6" fmla="*/ 132899 w 173061"/>
                <a:gd name="connsiteY6" fmla="*/ 26316 h 156588"/>
                <a:gd name="connsiteX7" fmla="*/ 130776 w 173061"/>
                <a:gd name="connsiteY7" fmla="*/ 34818 h 156588"/>
                <a:gd name="connsiteX8" fmla="*/ 94677 w 173061"/>
                <a:gd name="connsiteY8" fmla="*/ 125157 h 156588"/>
                <a:gd name="connsiteX9" fmla="*/ 55040 w 173061"/>
                <a:gd name="connsiteY9" fmla="*/ 26316 h 156588"/>
                <a:gd name="connsiteX10" fmla="*/ 52916 w 173061"/>
                <a:gd name="connsiteY10" fmla="*/ 20293 h 156588"/>
                <a:gd name="connsiteX11" fmla="*/ 73089 w 173061"/>
                <a:gd name="connsiteY11" fmla="*/ 11082 h 156588"/>
                <a:gd name="connsiteX12" fmla="*/ 73089 w 173061"/>
                <a:gd name="connsiteY12" fmla="*/ 100 h 156588"/>
                <a:gd name="connsiteX13" fmla="*/ 34513 w 173061"/>
                <a:gd name="connsiteY13" fmla="*/ 1162 h 156588"/>
                <a:gd name="connsiteX14" fmla="*/ 184 w 173061"/>
                <a:gd name="connsiteY14" fmla="*/ 100 h 156588"/>
                <a:gd name="connsiteX15" fmla="*/ 184 w 173061"/>
                <a:gd name="connsiteY15" fmla="*/ 11082 h 156588"/>
                <a:gd name="connsiteX16" fmla="*/ 28496 w 173061"/>
                <a:gd name="connsiteY16" fmla="*/ 24190 h 156588"/>
                <a:gd name="connsiteX17" fmla="*/ 79459 w 173061"/>
                <a:gd name="connsiteY17" fmla="*/ 149956 h 156588"/>
                <a:gd name="connsiteX18" fmla="*/ 86891 w 173061"/>
                <a:gd name="connsiteY18" fmla="*/ 156688 h 156588"/>
                <a:gd name="connsiteX19" fmla="*/ 94323 w 173061"/>
                <a:gd name="connsiteY19" fmla="*/ 149956 h 156588"/>
                <a:gd name="connsiteX20" fmla="*/ 140685 w 173061"/>
                <a:gd name="connsiteY20" fmla="*/ 34818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061" h="156588">
                  <a:moveTo>
                    <a:pt x="140685" y="34818"/>
                  </a:moveTo>
                  <a:cubicBezTo>
                    <a:pt x="143871" y="26670"/>
                    <a:pt x="149887" y="11436"/>
                    <a:pt x="173245" y="11082"/>
                  </a:cubicBezTo>
                  <a:lnTo>
                    <a:pt x="173245" y="100"/>
                  </a:lnTo>
                  <a:cubicBezTo>
                    <a:pt x="165105" y="808"/>
                    <a:pt x="154842" y="1162"/>
                    <a:pt x="146702" y="1162"/>
                  </a:cubicBezTo>
                  <a:cubicBezTo>
                    <a:pt x="138208" y="1162"/>
                    <a:pt x="121928" y="454"/>
                    <a:pt x="115912" y="100"/>
                  </a:cubicBezTo>
                  <a:lnTo>
                    <a:pt x="115912" y="11082"/>
                  </a:lnTo>
                  <a:cubicBezTo>
                    <a:pt x="129006" y="11436"/>
                    <a:pt x="132899" y="19585"/>
                    <a:pt x="132899" y="26316"/>
                  </a:cubicBezTo>
                  <a:cubicBezTo>
                    <a:pt x="132899" y="29504"/>
                    <a:pt x="132192" y="30921"/>
                    <a:pt x="130776" y="34818"/>
                  </a:cubicBezTo>
                  <a:lnTo>
                    <a:pt x="94677" y="125157"/>
                  </a:lnTo>
                  <a:lnTo>
                    <a:pt x="55040" y="26316"/>
                  </a:lnTo>
                  <a:cubicBezTo>
                    <a:pt x="52916" y="21710"/>
                    <a:pt x="52916" y="21002"/>
                    <a:pt x="52916" y="20293"/>
                  </a:cubicBezTo>
                  <a:cubicBezTo>
                    <a:pt x="52916" y="11082"/>
                    <a:pt x="66719" y="11082"/>
                    <a:pt x="73089" y="11082"/>
                  </a:cubicBezTo>
                  <a:lnTo>
                    <a:pt x="73089" y="100"/>
                  </a:lnTo>
                  <a:cubicBezTo>
                    <a:pt x="62472" y="454"/>
                    <a:pt x="42653" y="1162"/>
                    <a:pt x="34513" y="1162"/>
                  </a:cubicBezTo>
                  <a:cubicBezTo>
                    <a:pt x="24957" y="1162"/>
                    <a:pt x="10801" y="808"/>
                    <a:pt x="184" y="100"/>
                  </a:cubicBezTo>
                  <a:lnTo>
                    <a:pt x="184" y="11082"/>
                  </a:lnTo>
                  <a:cubicBezTo>
                    <a:pt x="22480" y="11082"/>
                    <a:pt x="23896" y="13208"/>
                    <a:pt x="28496" y="24190"/>
                  </a:cubicBezTo>
                  <a:lnTo>
                    <a:pt x="79459" y="149956"/>
                  </a:lnTo>
                  <a:cubicBezTo>
                    <a:pt x="81583" y="154916"/>
                    <a:pt x="82291" y="156688"/>
                    <a:pt x="86891" y="156688"/>
                  </a:cubicBezTo>
                  <a:cubicBezTo>
                    <a:pt x="91492" y="156688"/>
                    <a:pt x="92908" y="153499"/>
                    <a:pt x="94323" y="149956"/>
                  </a:cubicBezTo>
                  <a:lnTo>
                    <a:pt x="140685" y="34818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D8F15348-EEB1-F281-FCD2-19E82DBA75E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953392" y="8443867"/>
              <a:ext cx="159612" cy="162610"/>
            </a:xfrm>
            <a:custGeom>
              <a:avLst/>
              <a:gdLst>
                <a:gd name="connsiteX0" fmla="*/ 103176 w 159612"/>
                <a:gd name="connsiteY0" fmla="*/ 131889 h 162610"/>
                <a:gd name="connsiteX1" fmla="*/ 130781 w 159612"/>
                <a:gd name="connsiteY1" fmla="*/ 160939 h 162610"/>
                <a:gd name="connsiteX2" fmla="*/ 159801 w 159612"/>
                <a:gd name="connsiteY2" fmla="*/ 127283 h 162610"/>
                <a:gd name="connsiteX3" fmla="*/ 159801 w 159612"/>
                <a:gd name="connsiteY3" fmla="*/ 107444 h 162610"/>
                <a:gd name="connsiteX4" fmla="*/ 150954 w 159612"/>
                <a:gd name="connsiteY4" fmla="*/ 107444 h 162610"/>
                <a:gd name="connsiteX5" fmla="*/ 150954 w 159612"/>
                <a:gd name="connsiteY5" fmla="*/ 127283 h 162610"/>
                <a:gd name="connsiteX6" fmla="*/ 138213 w 159612"/>
                <a:gd name="connsiteY6" fmla="*/ 149956 h 162610"/>
                <a:gd name="connsiteX7" fmla="*/ 125118 w 159612"/>
                <a:gd name="connsiteY7" fmla="*/ 132243 h 162610"/>
                <a:gd name="connsiteX8" fmla="*/ 125118 w 159612"/>
                <a:gd name="connsiteY8" fmla="*/ 61389 h 162610"/>
                <a:gd name="connsiteX9" fmla="*/ 112377 w 159612"/>
                <a:gd name="connsiteY9" fmla="*/ 19585 h 162610"/>
                <a:gd name="connsiteX10" fmla="*/ 63892 w 159612"/>
                <a:gd name="connsiteY10" fmla="*/ 100 h 162610"/>
                <a:gd name="connsiteX11" fmla="*/ 10452 w 159612"/>
                <a:gd name="connsiteY11" fmla="*/ 40132 h 162610"/>
                <a:gd name="connsiteX12" fmla="*/ 26732 w 159612"/>
                <a:gd name="connsiteY12" fmla="*/ 56783 h 162610"/>
                <a:gd name="connsiteX13" fmla="*/ 43011 w 159612"/>
                <a:gd name="connsiteY13" fmla="*/ 40487 h 162610"/>
                <a:gd name="connsiteX14" fmla="*/ 24962 w 159612"/>
                <a:gd name="connsiteY14" fmla="*/ 24190 h 162610"/>
                <a:gd name="connsiteX15" fmla="*/ 63184 w 159612"/>
                <a:gd name="connsiteY15" fmla="*/ 7894 h 162610"/>
                <a:gd name="connsiteX16" fmla="*/ 100699 w 159612"/>
                <a:gd name="connsiteY16" fmla="*/ 53240 h 162610"/>
                <a:gd name="connsiteX17" fmla="*/ 100699 w 159612"/>
                <a:gd name="connsiteY17" fmla="*/ 66348 h 162610"/>
                <a:gd name="connsiteX18" fmla="*/ 35579 w 159612"/>
                <a:gd name="connsiteY18" fmla="*/ 79102 h 162610"/>
                <a:gd name="connsiteX19" fmla="*/ 189 w 159612"/>
                <a:gd name="connsiteY19" fmla="*/ 125157 h 162610"/>
                <a:gd name="connsiteX20" fmla="*/ 56814 w 159612"/>
                <a:gd name="connsiteY20" fmla="*/ 162710 h 162610"/>
                <a:gd name="connsiteX21" fmla="*/ 103176 w 159612"/>
                <a:gd name="connsiteY21" fmla="*/ 131889 h 162610"/>
                <a:gd name="connsiteX22" fmla="*/ 100699 w 159612"/>
                <a:gd name="connsiteY22" fmla="*/ 73788 h 162610"/>
                <a:gd name="connsiteX23" fmla="*/ 100699 w 159612"/>
                <a:gd name="connsiteY23" fmla="*/ 109215 h 162610"/>
                <a:gd name="connsiteX24" fmla="*/ 59291 w 159612"/>
                <a:gd name="connsiteY24" fmla="*/ 154916 h 162610"/>
                <a:gd name="connsiteX25" fmla="*/ 27439 w 159612"/>
                <a:gd name="connsiteY25" fmla="*/ 124803 h 162610"/>
                <a:gd name="connsiteX26" fmla="*/ 100699 w 159612"/>
                <a:gd name="connsiteY26" fmla="*/ 7378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612" h="162610">
                  <a:moveTo>
                    <a:pt x="103176" y="131889"/>
                  </a:moveTo>
                  <a:cubicBezTo>
                    <a:pt x="104591" y="146059"/>
                    <a:pt x="114147" y="160939"/>
                    <a:pt x="130781" y="160939"/>
                  </a:cubicBezTo>
                  <a:cubicBezTo>
                    <a:pt x="138213" y="160939"/>
                    <a:pt x="159801" y="155979"/>
                    <a:pt x="159801" y="127283"/>
                  </a:cubicBezTo>
                  <a:lnTo>
                    <a:pt x="159801" y="107444"/>
                  </a:lnTo>
                  <a:lnTo>
                    <a:pt x="150954" y="107444"/>
                  </a:lnTo>
                  <a:lnTo>
                    <a:pt x="150954" y="127283"/>
                  </a:lnTo>
                  <a:cubicBezTo>
                    <a:pt x="150954" y="147831"/>
                    <a:pt x="142106" y="149956"/>
                    <a:pt x="138213" y="149956"/>
                  </a:cubicBezTo>
                  <a:cubicBezTo>
                    <a:pt x="126534" y="149956"/>
                    <a:pt x="125118" y="134014"/>
                    <a:pt x="125118" y="132243"/>
                  </a:cubicBezTo>
                  <a:lnTo>
                    <a:pt x="125118" y="61389"/>
                  </a:lnTo>
                  <a:cubicBezTo>
                    <a:pt x="125118" y="46509"/>
                    <a:pt x="125118" y="32693"/>
                    <a:pt x="112377" y="19585"/>
                  </a:cubicBezTo>
                  <a:cubicBezTo>
                    <a:pt x="98575" y="5768"/>
                    <a:pt x="80880" y="100"/>
                    <a:pt x="63892" y="100"/>
                  </a:cubicBezTo>
                  <a:cubicBezTo>
                    <a:pt x="34872" y="100"/>
                    <a:pt x="10452" y="16750"/>
                    <a:pt x="10452" y="40132"/>
                  </a:cubicBezTo>
                  <a:cubicBezTo>
                    <a:pt x="10452" y="50760"/>
                    <a:pt x="17530" y="56783"/>
                    <a:pt x="26732" y="56783"/>
                  </a:cubicBezTo>
                  <a:cubicBezTo>
                    <a:pt x="36641" y="56783"/>
                    <a:pt x="43011" y="49698"/>
                    <a:pt x="43011" y="40487"/>
                  </a:cubicBezTo>
                  <a:cubicBezTo>
                    <a:pt x="43011" y="36235"/>
                    <a:pt x="41242" y="24544"/>
                    <a:pt x="24962" y="24190"/>
                  </a:cubicBezTo>
                  <a:cubicBezTo>
                    <a:pt x="34518" y="11791"/>
                    <a:pt x="51859" y="7894"/>
                    <a:pt x="63184" y="7894"/>
                  </a:cubicBezTo>
                  <a:cubicBezTo>
                    <a:pt x="80526" y="7894"/>
                    <a:pt x="100699" y="21710"/>
                    <a:pt x="100699" y="53240"/>
                  </a:cubicBezTo>
                  <a:lnTo>
                    <a:pt x="100699" y="66348"/>
                  </a:lnTo>
                  <a:cubicBezTo>
                    <a:pt x="82649" y="67411"/>
                    <a:pt x="57876" y="68474"/>
                    <a:pt x="35579" y="79102"/>
                  </a:cubicBezTo>
                  <a:cubicBezTo>
                    <a:pt x="9036" y="91147"/>
                    <a:pt x="189" y="109570"/>
                    <a:pt x="189" y="125157"/>
                  </a:cubicBezTo>
                  <a:cubicBezTo>
                    <a:pt x="189" y="153853"/>
                    <a:pt x="34518" y="162710"/>
                    <a:pt x="56814" y="162710"/>
                  </a:cubicBezTo>
                  <a:cubicBezTo>
                    <a:pt x="80172" y="162710"/>
                    <a:pt x="96452" y="148539"/>
                    <a:pt x="103176" y="131889"/>
                  </a:cubicBezTo>
                  <a:close/>
                  <a:moveTo>
                    <a:pt x="100699" y="73788"/>
                  </a:moveTo>
                  <a:lnTo>
                    <a:pt x="100699" y="109215"/>
                  </a:lnTo>
                  <a:cubicBezTo>
                    <a:pt x="100699" y="142871"/>
                    <a:pt x="75217" y="154916"/>
                    <a:pt x="59291" y="154916"/>
                  </a:cubicBezTo>
                  <a:cubicBezTo>
                    <a:pt x="41950" y="154916"/>
                    <a:pt x="27439" y="142517"/>
                    <a:pt x="27439" y="124803"/>
                  </a:cubicBezTo>
                  <a:cubicBezTo>
                    <a:pt x="27439" y="105318"/>
                    <a:pt x="42304" y="75914"/>
                    <a:pt x="100699" y="73788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0E66DFF9-C2CF-E3DC-ACD9-F18E042D96C3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125392" y="8445992"/>
              <a:ext cx="118913" cy="156588"/>
            </a:xfrm>
            <a:custGeom>
              <a:avLst/>
              <a:gdLst>
                <a:gd name="connsiteX0" fmla="*/ 49387 w 118913"/>
                <a:gd name="connsiteY0" fmla="*/ 39069 h 156588"/>
                <a:gd name="connsiteX1" fmla="*/ 49387 w 118913"/>
                <a:gd name="connsiteY1" fmla="*/ 100 h 156588"/>
                <a:gd name="connsiteX2" fmla="*/ 193 w 118913"/>
                <a:gd name="connsiteY2" fmla="*/ 3997 h 156588"/>
                <a:gd name="connsiteX3" fmla="*/ 193 w 118913"/>
                <a:gd name="connsiteY3" fmla="*/ 14979 h 156588"/>
                <a:gd name="connsiteX4" fmla="*/ 27798 w 118913"/>
                <a:gd name="connsiteY4" fmla="*/ 34818 h 156588"/>
                <a:gd name="connsiteX5" fmla="*/ 27798 w 118913"/>
                <a:gd name="connsiteY5" fmla="*/ 129763 h 156588"/>
                <a:gd name="connsiteX6" fmla="*/ 193 w 118913"/>
                <a:gd name="connsiteY6" fmla="*/ 145705 h 156588"/>
                <a:gd name="connsiteX7" fmla="*/ 193 w 118913"/>
                <a:gd name="connsiteY7" fmla="*/ 156688 h 156588"/>
                <a:gd name="connsiteX8" fmla="*/ 40539 w 118913"/>
                <a:gd name="connsiteY8" fmla="*/ 155625 h 156588"/>
                <a:gd name="connsiteX9" fmla="*/ 85485 w 118913"/>
                <a:gd name="connsiteY9" fmla="*/ 156688 h 156588"/>
                <a:gd name="connsiteX10" fmla="*/ 85485 w 118913"/>
                <a:gd name="connsiteY10" fmla="*/ 145705 h 156588"/>
                <a:gd name="connsiteX11" fmla="*/ 78053 w 118913"/>
                <a:gd name="connsiteY11" fmla="*/ 145705 h 156588"/>
                <a:gd name="connsiteX12" fmla="*/ 51156 w 118913"/>
                <a:gd name="connsiteY12" fmla="*/ 129054 h 156588"/>
                <a:gd name="connsiteX13" fmla="*/ 51156 w 118913"/>
                <a:gd name="connsiteY13" fmla="*/ 74497 h 156588"/>
                <a:gd name="connsiteX14" fmla="*/ 92918 w 118913"/>
                <a:gd name="connsiteY14" fmla="*/ 7894 h 156588"/>
                <a:gd name="connsiteX15" fmla="*/ 96810 w 118913"/>
                <a:gd name="connsiteY15" fmla="*/ 8248 h 156588"/>
                <a:gd name="connsiteX16" fmla="*/ 88671 w 118913"/>
                <a:gd name="connsiteY16" fmla="*/ 22064 h 156588"/>
                <a:gd name="connsiteX17" fmla="*/ 103889 w 118913"/>
                <a:gd name="connsiteY17" fmla="*/ 37298 h 156588"/>
                <a:gd name="connsiteX18" fmla="*/ 119107 w 118913"/>
                <a:gd name="connsiteY18" fmla="*/ 21710 h 156588"/>
                <a:gd name="connsiteX19" fmla="*/ 92918 w 118913"/>
                <a:gd name="connsiteY19" fmla="*/ 100 h 156588"/>
                <a:gd name="connsiteX20" fmla="*/ 49387 w 118913"/>
                <a:gd name="connsiteY20" fmla="*/ 39069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913" h="156588">
                  <a:moveTo>
                    <a:pt x="49387" y="39069"/>
                  </a:moveTo>
                  <a:lnTo>
                    <a:pt x="49387" y="100"/>
                  </a:lnTo>
                  <a:lnTo>
                    <a:pt x="193" y="3997"/>
                  </a:lnTo>
                  <a:lnTo>
                    <a:pt x="193" y="14979"/>
                  </a:lnTo>
                  <a:cubicBezTo>
                    <a:pt x="24967" y="14979"/>
                    <a:pt x="27798" y="17459"/>
                    <a:pt x="27798" y="34818"/>
                  </a:cubicBezTo>
                  <a:lnTo>
                    <a:pt x="27798" y="129763"/>
                  </a:lnTo>
                  <a:cubicBezTo>
                    <a:pt x="27798" y="145705"/>
                    <a:pt x="23905" y="145705"/>
                    <a:pt x="193" y="145705"/>
                  </a:cubicBezTo>
                  <a:lnTo>
                    <a:pt x="193" y="156688"/>
                  </a:lnTo>
                  <a:cubicBezTo>
                    <a:pt x="13996" y="156333"/>
                    <a:pt x="30630" y="155625"/>
                    <a:pt x="40539" y="155625"/>
                  </a:cubicBezTo>
                  <a:cubicBezTo>
                    <a:pt x="54695" y="155625"/>
                    <a:pt x="71329" y="155625"/>
                    <a:pt x="85485" y="156688"/>
                  </a:cubicBezTo>
                  <a:lnTo>
                    <a:pt x="85485" y="145705"/>
                  </a:lnTo>
                  <a:lnTo>
                    <a:pt x="78053" y="145705"/>
                  </a:lnTo>
                  <a:cubicBezTo>
                    <a:pt x="51864" y="145705"/>
                    <a:pt x="51156" y="141808"/>
                    <a:pt x="51156" y="129054"/>
                  </a:cubicBezTo>
                  <a:lnTo>
                    <a:pt x="51156" y="74497"/>
                  </a:lnTo>
                  <a:cubicBezTo>
                    <a:pt x="51156" y="39424"/>
                    <a:pt x="66020" y="7894"/>
                    <a:pt x="92918" y="7894"/>
                  </a:cubicBezTo>
                  <a:cubicBezTo>
                    <a:pt x="95395" y="7894"/>
                    <a:pt x="96103" y="7894"/>
                    <a:pt x="96810" y="8248"/>
                  </a:cubicBezTo>
                  <a:cubicBezTo>
                    <a:pt x="95749" y="8602"/>
                    <a:pt x="88671" y="12853"/>
                    <a:pt x="88671" y="22064"/>
                  </a:cubicBezTo>
                  <a:cubicBezTo>
                    <a:pt x="88671" y="31984"/>
                    <a:pt x="96103" y="37298"/>
                    <a:pt x="103889" y="37298"/>
                  </a:cubicBezTo>
                  <a:cubicBezTo>
                    <a:pt x="110259" y="37298"/>
                    <a:pt x="119107" y="33047"/>
                    <a:pt x="119107" y="21710"/>
                  </a:cubicBezTo>
                  <a:cubicBezTo>
                    <a:pt x="119107" y="10373"/>
                    <a:pt x="108136" y="100"/>
                    <a:pt x="92918" y="100"/>
                  </a:cubicBezTo>
                  <a:cubicBezTo>
                    <a:pt x="67082" y="100"/>
                    <a:pt x="54341" y="23836"/>
                    <a:pt x="49387" y="39069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63953D1-54DE-E81E-0A90-082C473F78F2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265776" y="8365573"/>
              <a:ext cx="75736" cy="237007"/>
            </a:xfrm>
            <a:custGeom>
              <a:avLst/>
              <a:gdLst>
                <a:gd name="connsiteX0" fmla="*/ 51160 w 75736"/>
                <a:gd name="connsiteY0" fmla="*/ 80519 h 237007"/>
                <a:gd name="connsiteX1" fmla="*/ 1613 w 75736"/>
                <a:gd name="connsiteY1" fmla="*/ 84416 h 237007"/>
                <a:gd name="connsiteX2" fmla="*/ 1613 w 75736"/>
                <a:gd name="connsiteY2" fmla="*/ 95399 h 237007"/>
                <a:gd name="connsiteX3" fmla="*/ 27802 w 75736"/>
                <a:gd name="connsiteY3" fmla="*/ 114884 h 237007"/>
                <a:gd name="connsiteX4" fmla="*/ 27802 w 75736"/>
                <a:gd name="connsiteY4" fmla="*/ 210183 h 237007"/>
                <a:gd name="connsiteX5" fmla="*/ 197 w 75736"/>
                <a:gd name="connsiteY5" fmla="*/ 226125 h 237007"/>
                <a:gd name="connsiteX6" fmla="*/ 197 w 75736"/>
                <a:gd name="connsiteY6" fmla="*/ 237107 h 237007"/>
                <a:gd name="connsiteX7" fmla="*/ 39127 w 75736"/>
                <a:gd name="connsiteY7" fmla="*/ 236044 h 237007"/>
                <a:gd name="connsiteX8" fmla="*/ 75934 w 75736"/>
                <a:gd name="connsiteY8" fmla="*/ 237107 h 237007"/>
                <a:gd name="connsiteX9" fmla="*/ 75934 w 75736"/>
                <a:gd name="connsiteY9" fmla="*/ 226125 h 237007"/>
                <a:gd name="connsiteX10" fmla="*/ 51160 w 75736"/>
                <a:gd name="connsiteY10" fmla="*/ 210537 h 237007"/>
                <a:gd name="connsiteX11" fmla="*/ 51160 w 75736"/>
                <a:gd name="connsiteY11" fmla="*/ 80519 h 237007"/>
                <a:gd name="connsiteX12" fmla="*/ 52576 w 75736"/>
                <a:gd name="connsiteY12" fmla="*/ 18876 h 237007"/>
                <a:gd name="connsiteX13" fmla="*/ 33819 w 75736"/>
                <a:gd name="connsiteY13" fmla="*/ 100 h 237007"/>
                <a:gd name="connsiteX14" fmla="*/ 15062 w 75736"/>
                <a:gd name="connsiteY14" fmla="*/ 18876 h 237007"/>
                <a:gd name="connsiteX15" fmla="*/ 33819 w 75736"/>
                <a:gd name="connsiteY15" fmla="*/ 37652 h 237007"/>
                <a:gd name="connsiteX16" fmla="*/ 52576 w 75736"/>
                <a:gd name="connsiteY16" fmla="*/ 18876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736" h="237007">
                  <a:moveTo>
                    <a:pt x="51160" y="80519"/>
                  </a:moveTo>
                  <a:lnTo>
                    <a:pt x="1613" y="84416"/>
                  </a:lnTo>
                  <a:lnTo>
                    <a:pt x="1613" y="95399"/>
                  </a:lnTo>
                  <a:cubicBezTo>
                    <a:pt x="24617" y="95399"/>
                    <a:pt x="27802" y="97524"/>
                    <a:pt x="27802" y="114884"/>
                  </a:cubicBezTo>
                  <a:lnTo>
                    <a:pt x="27802" y="210183"/>
                  </a:lnTo>
                  <a:cubicBezTo>
                    <a:pt x="27802" y="226125"/>
                    <a:pt x="23909" y="226125"/>
                    <a:pt x="197" y="226125"/>
                  </a:cubicBezTo>
                  <a:lnTo>
                    <a:pt x="197" y="237107"/>
                  </a:lnTo>
                  <a:cubicBezTo>
                    <a:pt x="11522" y="236753"/>
                    <a:pt x="30634" y="236044"/>
                    <a:pt x="39127" y="236044"/>
                  </a:cubicBezTo>
                  <a:cubicBezTo>
                    <a:pt x="51514" y="236044"/>
                    <a:pt x="63901" y="236753"/>
                    <a:pt x="75934" y="237107"/>
                  </a:cubicBezTo>
                  <a:lnTo>
                    <a:pt x="75934" y="226125"/>
                  </a:lnTo>
                  <a:cubicBezTo>
                    <a:pt x="52576" y="226125"/>
                    <a:pt x="51160" y="224353"/>
                    <a:pt x="51160" y="210537"/>
                  </a:cubicBezTo>
                  <a:lnTo>
                    <a:pt x="51160" y="80519"/>
                  </a:lnTo>
                  <a:close/>
                  <a:moveTo>
                    <a:pt x="52576" y="18876"/>
                  </a:moveTo>
                  <a:cubicBezTo>
                    <a:pt x="52576" y="7539"/>
                    <a:pt x="43728" y="100"/>
                    <a:pt x="33819" y="100"/>
                  </a:cubicBezTo>
                  <a:cubicBezTo>
                    <a:pt x="22848" y="100"/>
                    <a:pt x="15062" y="9665"/>
                    <a:pt x="15062" y="18876"/>
                  </a:cubicBezTo>
                  <a:cubicBezTo>
                    <a:pt x="15062" y="28441"/>
                    <a:pt x="22848" y="37652"/>
                    <a:pt x="33819" y="37652"/>
                  </a:cubicBezTo>
                  <a:cubicBezTo>
                    <a:pt x="43728" y="37652"/>
                    <a:pt x="52576" y="30213"/>
                    <a:pt x="52576" y="18876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CC2F4FAE-357D-9DC8-36AE-D6132184C9D7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367269" y="8443867"/>
              <a:ext cx="159612" cy="162610"/>
            </a:xfrm>
            <a:custGeom>
              <a:avLst/>
              <a:gdLst>
                <a:gd name="connsiteX0" fmla="*/ 103187 w 159612"/>
                <a:gd name="connsiteY0" fmla="*/ 131889 h 162610"/>
                <a:gd name="connsiteX1" fmla="*/ 130792 w 159612"/>
                <a:gd name="connsiteY1" fmla="*/ 160939 h 162610"/>
                <a:gd name="connsiteX2" fmla="*/ 159813 w 159612"/>
                <a:gd name="connsiteY2" fmla="*/ 127283 h 162610"/>
                <a:gd name="connsiteX3" fmla="*/ 159813 w 159612"/>
                <a:gd name="connsiteY3" fmla="*/ 107444 h 162610"/>
                <a:gd name="connsiteX4" fmla="*/ 150965 w 159612"/>
                <a:gd name="connsiteY4" fmla="*/ 107444 h 162610"/>
                <a:gd name="connsiteX5" fmla="*/ 150965 w 159612"/>
                <a:gd name="connsiteY5" fmla="*/ 127283 h 162610"/>
                <a:gd name="connsiteX6" fmla="*/ 138224 w 159612"/>
                <a:gd name="connsiteY6" fmla="*/ 149956 h 162610"/>
                <a:gd name="connsiteX7" fmla="*/ 125130 w 159612"/>
                <a:gd name="connsiteY7" fmla="*/ 132243 h 162610"/>
                <a:gd name="connsiteX8" fmla="*/ 125130 w 159612"/>
                <a:gd name="connsiteY8" fmla="*/ 61389 h 162610"/>
                <a:gd name="connsiteX9" fmla="*/ 112389 w 159612"/>
                <a:gd name="connsiteY9" fmla="*/ 19585 h 162610"/>
                <a:gd name="connsiteX10" fmla="*/ 63904 w 159612"/>
                <a:gd name="connsiteY10" fmla="*/ 100 h 162610"/>
                <a:gd name="connsiteX11" fmla="*/ 10463 w 159612"/>
                <a:gd name="connsiteY11" fmla="*/ 40132 h 162610"/>
                <a:gd name="connsiteX12" fmla="*/ 26743 w 159612"/>
                <a:gd name="connsiteY12" fmla="*/ 56783 h 162610"/>
                <a:gd name="connsiteX13" fmla="*/ 43023 w 159612"/>
                <a:gd name="connsiteY13" fmla="*/ 40487 h 162610"/>
                <a:gd name="connsiteX14" fmla="*/ 24974 w 159612"/>
                <a:gd name="connsiteY14" fmla="*/ 24190 h 162610"/>
                <a:gd name="connsiteX15" fmla="*/ 63196 w 159612"/>
                <a:gd name="connsiteY15" fmla="*/ 7894 h 162610"/>
                <a:gd name="connsiteX16" fmla="*/ 100710 w 159612"/>
                <a:gd name="connsiteY16" fmla="*/ 53240 h 162610"/>
                <a:gd name="connsiteX17" fmla="*/ 100710 w 159612"/>
                <a:gd name="connsiteY17" fmla="*/ 66348 h 162610"/>
                <a:gd name="connsiteX18" fmla="*/ 35591 w 159612"/>
                <a:gd name="connsiteY18" fmla="*/ 79102 h 162610"/>
                <a:gd name="connsiteX19" fmla="*/ 200 w 159612"/>
                <a:gd name="connsiteY19" fmla="*/ 125157 h 162610"/>
                <a:gd name="connsiteX20" fmla="*/ 56825 w 159612"/>
                <a:gd name="connsiteY20" fmla="*/ 162710 h 162610"/>
                <a:gd name="connsiteX21" fmla="*/ 103187 w 159612"/>
                <a:gd name="connsiteY21" fmla="*/ 131889 h 162610"/>
                <a:gd name="connsiteX22" fmla="*/ 100710 w 159612"/>
                <a:gd name="connsiteY22" fmla="*/ 73788 h 162610"/>
                <a:gd name="connsiteX23" fmla="*/ 100710 w 159612"/>
                <a:gd name="connsiteY23" fmla="*/ 109215 h 162610"/>
                <a:gd name="connsiteX24" fmla="*/ 59303 w 159612"/>
                <a:gd name="connsiteY24" fmla="*/ 154916 h 162610"/>
                <a:gd name="connsiteX25" fmla="*/ 27451 w 159612"/>
                <a:gd name="connsiteY25" fmla="*/ 124803 h 162610"/>
                <a:gd name="connsiteX26" fmla="*/ 100710 w 159612"/>
                <a:gd name="connsiteY26" fmla="*/ 7378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612" h="162610">
                  <a:moveTo>
                    <a:pt x="103187" y="131889"/>
                  </a:moveTo>
                  <a:cubicBezTo>
                    <a:pt x="104603" y="146059"/>
                    <a:pt x="114159" y="160939"/>
                    <a:pt x="130792" y="160939"/>
                  </a:cubicBezTo>
                  <a:cubicBezTo>
                    <a:pt x="138224" y="160939"/>
                    <a:pt x="159813" y="155979"/>
                    <a:pt x="159813" y="127283"/>
                  </a:cubicBezTo>
                  <a:lnTo>
                    <a:pt x="159813" y="107444"/>
                  </a:lnTo>
                  <a:lnTo>
                    <a:pt x="150965" y="107444"/>
                  </a:lnTo>
                  <a:lnTo>
                    <a:pt x="150965" y="127283"/>
                  </a:lnTo>
                  <a:cubicBezTo>
                    <a:pt x="150965" y="147831"/>
                    <a:pt x="142117" y="149956"/>
                    <a:pt x="138224" y="149956"/>
                  </a:cubicBezTo>
                  <a:cubicBezTo>
                    <a:pt x="126545" y="149956"/>
                    <a:pt x="125130" y="134014"/>
                    <a:pt x="125130" y="132243"/>
                  </a:cubicBezTo>
                  <a:lnTo>
                    <a:pt x="125130" y="61389"/>
                  </a:lnTo>
                  <a:cubicBezTo>
                    <a:pt x="125130" y="46509"/>
                    <a:pt x="125130" y="32693"/>
                    <a:pt x="112389" y="19585"/>
                  </a:cubicBezTo>
                  <a:cubicBezTo>
                    <a:pt x="98587" y="5768"/>
                    <a:pt x="80891" y="100"/>
                    <a:pt x="63904" y="100"/>
                  </a:cubicBezTo>
                  <a:cubicBezTo>
                    <a:pt x="34883" y="100"/>
                    <a:pt x="10463" y="16750"/>
                    <a:pt x="10463" y="40132"/>
                  </a:cubicBezTo>
                  <a:cubicBezTo>
                    <a:pt x="10463" y="50760"/>
                    <a:pt x="17542" y="56783"/>
                    <a:pt x="26743" y="56783"/>
                  </a:cubicBezTo>
                  <a:cubicBezTo>
                    <a:pt x="36653" y="56783"/>
                    <a:pt x="43023" y="49698"/>
                    <a:pt x="43023" y="40487"/>
                  </a:cubicBezTo>
                  <a:cubicBezTo>
                    <a:pt x="43023" y="36235"/>
                    <a:pt x="41254" y="24544"/>
                    <a:pt x="24974" y="24190"/>
                  </a:cubicBezTo>
                  <a:cubicBezTo>
                    <a:pt x="34529" y="11791"/>
                    <a:pt x="51871" y="7894"/>
                    <a:pt x="63196" y="7894"/>
                  </a:cubicBezTo>
                  <a:cubicBezTo>
                    <a:pt x="80537" y="7894"/>
                    <a:pt x="100710" y="21710"/>
                    <a:pt x="100710" y="53240"/>
                  </a:cubicBezTo>
                  <a:lnTo>
                    <a:pt x="100710" y="66348"/>
                  </a:lnTo>
                  <a:cubicBezTo>
                    <a:pt x="82661" y="67411"/>
                    <a:pt x="57887" y="68474"/>
                    <a:pt x="35591" y="79102"/>
                  </a:cubicBezTo>
                  <a:cubicBezTo>
                    <a:pt x="9048" y="91147"/>
                    <a:pt x="200" y="109570"/>
                    <a:pt x="200" y="125157"/>
                  </a:cubicBezTo>
                  <a:cubicBezTo>
                    <a:pt x="200" y="153853"/>
                    <a:pt x="34529" y="162710"/>
                    <a:pt x="56825" y="162710"/>
                  </a:cubicBezTo>
                  <a:cubicBezTo>
                    <a:pt x="80183" y="162710"/>
                    <a:pt x="96463" y="148539"/>
                    <a:pt x="103187" y="131889"/>
                  </a:cubicBezTo>
                  <a:close/>
                  <a:moveTo>
                    <a:pt x="100710" y="73788"/>
                  </a:moveTo>
                  <a:lnTo>
                    <a:pt x="100710" y="109215"/>
                  </a:lnTo>
                  <a:cubicBezTo>
                    <a:pt x="100710" y="142871"/>
                    <a:pt x="75229" y="154916"/>
                    <a:pt x="59303" y="154916"/>
                  </a:cubicBezTo>
                  <a:cubicBezTo>
                    <a:pt x="41961" y="154916"/>
                    <a:pt x="27451" y="142517"/>
                    <a:pt x="27451" y="124803"/>
                  </a:cubicBezTo>
                  <a:cubicBezTo>
                    <a:pt x="27451" y="105318"/>
                    <a:pt x="42315" y="75914"/>
                    <a:pt x="100710" y="73788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AF3A0783-47A4-4414-AD4C-6101717AD617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539270" y="8356716"/>
              <a:ext cx="174476" cy="249761"/>
            </a:xfrm>
            <a:custGeom>
              <a:avLst/>
              <a:gdLst>
                <a:gd name="connsiteX0" fmla="*/ 51168 w 174476"/>
                <a:gd name="connsiteY0" fmla="*/ 112404 h 249761"/>
                <a:gd name="connsiteX1" fmla="*/ 51168 w 174476"/>
                <a:gd name="connsiteY1" fmla="*/ 100 h 249761"/>
                <a:gd name="connsiteX2" fmla="*/ 205 w 174476"/>
                <a:gd name="connsiteY2" fmla="*/ 3997 h 249761"/>
                <a:gd name="connsiteX3" fmla="*/ 205 w 174476"/>
                <a:gd name="connsiteY3" fmla="*/ 14979 h 249761"/>
                <a:gd name="connsiteX4" fmla="*/ 27810 w 174476"/>
                <a:gd name="connsiteY4" fmla="*/ 34818 h 249761"/>
                <a:gd name="connsiteX5" fmla="*/ 27810 w 174476"/>
                <a:gd name="connsiteY5" fmla="*/ 245964 h 249761"/>
                <a:gd name="connsiteX6" fmla="*/ 36658 w 174476"/>
                <a:gd name="connsiteY6" fmla="*/ 245964 h 249761"/>
                <a:gd name="connsiteX7" fmla="*/ 49398 w 174476"/>
                <a:gd name="connsiteY7" fmla="*/ 223999 h 249761"/>
                <a:gd name="connsiteX8" fmla="*/ 95760 w 174476"/>
                <a:gd name="connsiteY8" fmla="*/ 249861 h 249761"/>
                <a:gd name="connsiteX9" fmla="*/ 174682 w 174476"/>
                <a:gd name="connsiteY9" fmla="*/ 169441 h 249761"/>
                <a:gd name="connsiteX10" fmla="*/ 99653 w 174476"/>
                <a:gd name="connsiteY10" fmla="*/ 89376 h 249761"/>
                <a:gd name="connsiteX11" fmla="*/ 51168 w 174476"/>
                <a:gd name="connsiteY11" fmla="*/ 112404 h 249761"/>
                <a:gd name="connsiteX12" fmla="*/ 52230 w 174476"/>
                <a:gd name="connsiteY12" fmla="*/ 205577 h 249761"/>
                <a:gd name="connsiteX13" fmla="*/ 52230 w 174476"/>
                <a:gd name="connsiteY13" fmla="*/ 132597 h 249761"/>
                <a:gd name="connsiteX14" fmla="*/ 56123 w 174476"/>
                <a:gd name="connsiteY14" fmla="*/ 119843 h 249761"/>
                <a:gd name="connsiteX15" fmla="*/ 97884 w 174476"/>
                <a:gd name="connsiteY15" fmla="*/ 97170 h 249761"/>
                <a:gd name="connsiteX16" fmla="*/ 135044 w 174476"/>
                <a:gd name="connsiteY16" fmla="*/ 119843 h 249761"/>
                <a:gd name="connsiteX17" fmla="*/ 145308 w 174476"/>
                <a:gd name="connsiteY17" fmla="*/ 169087 h 249761"/>
                <a:gd name="connsiteX18" fmla="*/ 134336 w 174476"/>
                <a:gd name="connsiteY18" fmla="*/ 219394 h 249761"/>
                <a:gd name="connsiteX19" fmla="*/ 94345 w 174476"/>
                <a:gd name="connsiteY19" fmla="*/ 242067 h 249761"/>
                <a:gd name="connsiteX20" fmla="*/ 57184 w 174476"/>
                <a:gd name="connsiteY20" fmla="*/ 220456 h 249761"/>
                <a:gd name="connsiteX21" fmla="*/ 52230 w 174476"/>
                <a:gd name="connsiteY21" fmla="*/ 205577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4476" h="249761">
                  <a:moveTo>
                    <a:pt x="51168" y="112404"/>
                  </a:moveTo>
                  <a:lnTo>
                    <a:pt x="51168" y="100"/>
                  </a:lnTo>
                  <a:lnTo>
                    <a:pt x="205" y="3997"/>
                  </a:lnTo>
                  <a:lnTo>
                    <a:pt x="205" y="14979"/>
                  </a:lnTo>
                  <a:cubicBezTo>
                    <a:pt x="24979" y="14979"/>
                    <a:pt x="27810" y="17459"/>
                    <a:pt x="27810" y="34818"/>
                  </a:cubicBezTo>
                  <a:lnTo>
                    <a:pt x="27810" y="245964"/>
                  </a:lnTo>
                  <a:lnTo>
                    <a:pt x="36658" y="245964"/>
                  </a:lnTo>
                  <a:cubicBezTo>
                    <a:pt x="37012" y="245610"/>
                    <a:pt x="39843" y="240650"/>
                    <a:pt x="49398" y="223999"/>
                  </a:cubicBezTo>
                  <a:cubicBezTo>
                    <a:pt x="54707" y="232147"/>
                    <a:pt x="69571" y="249861"/>
                    <a:pt x="95760" y="249861"/>
                  </a:cubicBezTo>
                  <a:cubicBezTo>
                    <a:pt x="137876" y="249861"/>
                    <a:pt x="174682" y="215142"/>
                    <a:pt x="174682" y="169441"/>
                  </a:cubicBezTo>
                  <a:cubicBezTo>
                    <a:pt x="174682" y="124449"/>
                    <a:pt x="139999" y="89376"/>
                    <a:pt x="99653" y="89376"/>
                  </a:cubicBezTo>
                  <a:cubicBezTo>
                    <a:pt x="72049" y="89376"/>
                    <a:pt x="56830" y="106027"/>
                    <a:pt x="51168" y="112404"/>
                  </a:cubicBezTo>
                  <a:close/>
                  <a:moveTo>
                    <a:pt x="52230" y="205577"/>
                  </a:moveTo>
                  <a:lnTo>
                    <a:pt x="52230" y="132597"/>
                  </a:lnTo>
                  <a:cubicBezTo>
                    <a:pt x="52230" y="125866"/>
                    <a:pt x="52230" y="125512"/>
                    <a:pt x="56123" y="119843"/>
                  </a:cubicBezTo>
                  <a:cubicBezTo>
                    <a:pt x="69925" y="100004"/>
                    <a:pt x="89390" y="97170"/>
                    <a:pt x="97884" y="97170"/>
                  </a:cubicBezTo>
                  <a:cubicBezTo>
                    <a:pt x="113810" y="97170"/>
                    <a:pt x="126550" y="106381"/>
                    <a:pt x="135044" y="119843"/>
                  </a:cubicBezTo>
                  <a:cubicBezTo>
                    <a:pt x="144246" y="134369"/>
                    <a:pt x="145308" y="154562"/>
                    <a:pt x="145308" y="169087"/>
                  </a:cubicBezTo>
                  <a:cubicBezTo>
                    <a:pt x="145308" y="182195"/>
                    <a:pt x="144600" y="203451"/>
                    <a:pt x="134336" y="219394"/>
                  </a:cubicBezTo>
                  <a:cubicBezTo>
                    <a:pt x="126904" y="230376"/>
                    <a:pt x="113456" y="242067"/>
                    <a:pt x="94345" y="242067"/>
                  </a:cubicBezTo>
                  <a:cubicBezTo>
                    <a:pt x="78419" y="242067"/>
                    <a:pt x="65678" y="233565"/>
                    <a:pt x="57184" y="220456"/>
                  </a:cubicBezTo>
                  <a:cubicBezTo>
                    <a:pt x="52230" y="213017"/>
                    <a:pt x="52230" y="211954"/>
                    <a:pt x="52230" y="205577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A4CB2963-90A5-AE1E-D006-DFFC00915E1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737655" y="8356716"/>
              <a:ext cx="78567" cy="245864"/>
            </a:xfrm>
            <a:custGeom>
              <a:avLst/>
              <a:gdLst>
                <a:gd name="connsiteX0" fmla="*/ 51173 w 78567"/>
                <a:gd name="connsiteY0" fmla="*/ 100 h 245864"/>
                <a:gd name="connsiteX1" fmla="*/ 211 w 78567"/>
                <a:gd name="connsiteY1" fmla="*/ 3997 h 245864"/>
                <a:gd name="connsiteX2" fmla="*/ 211 w 78567"/>
                <a:gd name="connsiteY2" fmla="*/ 14979 h 245864"/>
                <a:gd name="connsiteX3" fmla="*/ 27816 w 78567"/>
                <a:gd name="connsiteY3" fmla="*/ 34818 h 245864"/>
                <a:gd name="connsiteX4" fmla="*/ 27816 w 78567"/>
                <a:gd name="connsiteY4" fmla="*/ 219039 h 245864"/>
                <a:gd name="connsiteX5" fmla="*/ 211 w 78567"/>
                <a:gd name="connsiteY5" fmla="*/ 234982 h 245864"/>
                <a:gd name="connsiteX6" fmla="*/ 211 w 78567"/>
                <a:gd name="connsiteY6" fmla="*/ 245964 h 245864"/>
                <a:gd name="connsiteX7" fmla="*/ 39495 w 78567"/>
                <a:gd name="connsiteY7" fmla="*/ 244901 h 245864"/>
                <a:gd name="connsiteX8" fmla="*/ 78778 w 78567"/>
                <a:gd name="connsiteY8" fmla="*/ 245964 h 245864"/>
                <a:gd name="connsiteX9" fmla="*/ 78778 w 78567"/>
                <a:gd name="connsiteY9" fmla="*/ 234982 h 245864"/>
                <a:gd name="connsiteX10" fmla="*/ 51173 w 78567"/>
                <a:gd name="connsiteY10" fmla="*/ 219039 h 245864"/>
                <a:gd name="connsiteX11" fmla="*/ 51173 w 78567"/>
                <a:gd name="connsiteY11" fmla="*/ 100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567" h="245864">
                  <a:moveTo>
                    <a:pt x="51173" y="100"/>
                  </a:moveTo>
                  <a:lnTo>
                    <a:pt x="211" y="3997"/>
                  </a:lnTo>
                  <a:lnTo>
                    <a:pt x="211" y="14979"/>
                  </a:lnTo>
                  <a:cubicBezTo>
                    <a:pt x="24984" y="14979"/>
                    <a:pt x="27816" y="17459"/>
                    <a:pt x="27816" y="34818"/>
                  </a:cubicBezTo>
                  <a:lnTo>
                    <a:pt x="27816" y="219039"/>
                  </a:lnTo>
                  <a:cubicBezTo>
                    <a:pt x="27816" y="234982"/>
                    <a:pt x="23923" y="234982"/>
                    <a:pt x="211" y="234982"/>
                  </a:cubicBezTo>
                  <a:lnTo>
                    <a:pt x="211" y="245964"/>
                  </a:lnTo>
                  <a:cubicBezTo>
                    <a:pt x="11890" y="245610"/>
                    <a:pt x="30647" y="244901"/>
                    <a:pt x="39495" y="244901"/>
                  </a:cubicBezTo>
                  <a:cubicBezTo>
                    <a:pt x="48342" y="244901"/>
                    <a:pt x="65684" y="245610"/>
                    <a:pt x="78778" y="245964"/>
                  </a:cubicBezTo>
                  <a:lnTo>
                    <a:pt x="78778" y="234982"/>
                  </a:lnTo>
                  <a:cubicBezTo>
                    <a:pt x="55066" y="234982"/>
                    <a:pt x="51173" y="234982"/>
                    <a:pt x="51173" y="219039"/>
                  </a:cubicBezTo>
                  <a:lnTo>
                    <a:pt x="51173" y="100"/>
                  </a:ln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72C86731-0CFE-C445-53E5-228C6D6121F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834194" y="8443867"/>
              <a:ext cx="136962" cy="162610"/>
            </a:xfrm>
            <a:custGeom>
              <a:avLst/>
              <a:gdLst>
                <a:gd name="connsiteX0" fmla="*/ 29942 w 136962"/>
                <a:gd name="connsiteY0" fmla="*/ 69537 h 162610"/>
                <a:gd name="connsiteX1" fmla="*/ 73826 w 136962"/>
                <a:gd name="connsiteY1" fmla="*/ 7894 h 162610"/>
                <a:gd name="connsiteX2" fmla="*/ 113818 w 136962"/>
                <a:gd name="connsiteY2" fmla="*/ 69537 h 162610"/>
                <a:gd name="connsiteX3" fmla="*/ 29942 w 136962"/>
                <a:gd name="connsiteY3" fmla="*/ 69537 h 162610"/>
                <a:gd name="connsiteX4" fmla="*/ 29588 w 136962"/>
                <a:gd name="connsiteY4" fmla="*/ 76977 h 162610"/>
                <a:gd name="connsiteX5" fmla="*/ 128328 w 136962"/>
                <a:gd name="connsiteY5" fmla="*/ 76977 h 162610"/>
                <a:gd name="connsiteX6" fmla="*/ 137176 w 136962"/>
                <a:gd name="connsiteY6" fmla="*/ 69537 h 162610"/>
                <a:gd name="connsiteX7" fmla="*/ 73826 w 136962"/>
                <a:gd name="connsiteY7" fmla="*/ 100 h 162610"/>
                <a:gd name="connsiteX8" fmla="*/ 213 w 136962"/>
                <a:gd name="connsiteY8" fmla="*/ 80874 h 162610"/>
                <a:gd name="connsiteX9" fmla="*/ 78073 w 136962"/>
                <a:gd name="connsiteY9" fmla="*/ 162710 h 162610"/>
                <a:gd name="connsiteX10" fmla="*/ 137176 w 136962"/>
                <a:gd name="connsiteY10" fmla="*/ 116655 h 162610"/>
                <a:gd name="connsiteX11" fmla="*/ 132575 w 136962"/>
                <a:gd name="connsiteY11" fmla="*/ 112404 h 162610"/>
                <a:gd name="connsiteX12" fmla="*/ 127974 w 136962"/>
                <a:gd name="connsiteY12" fmla="*/ 117363 h 162610"/>
                <a:gd name="connsiteX13" fmla="*/ 80197 w 136962"/>
                <a:gd name="connsiteY13" fmla="*/ 153853 h 162610"/>
                <a:gd name="connsiteX14" fmla="*/ 40205 w 136962"/>
                <a:gd name="connsiteY14" fmla="*/ 130117 h 162610"/>
                <a:gd name="connsiteX15" fmla="*/ 29588 w 136962"/>
                <a:gd name="connsiteY15" fmla="*/ 76977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962" h="162610">
                  <a:moveTo>
                    <a:pt x="29942" y="69537"/>
                  </a:moveTo>
                  <a:cubicBezTo>
                    <a:pt x="32065" y="16750"/>
                    <a:pt x="61793" y="7894"/>
                    <a:pt x="73826" y="7894"/>
                  </a:cubicBezTo>
                  <a:cubicBezTo>
                    <a:pt x="110279" y="7894"/>
                    <a:pt x="113818" y="55720"/>
                    <a:pt x="113818" y="69537"/>
                  </a:cubicBezTo>
                  <a:lnTo>
                    <a:pt x="29942" y="69537"/>
                  </a:lnTo>
                  <a:close/>
                  <a:moveTo>
                    <a:pt x="29588" y="76977"/>
                  </a:moveTo>
                  <a:lnTo>
                    <a:pt x="128328" y="76977"/>
                  </a:lnTo>
                  <a:cubicBezTo>
                    <a:pt x="136114" y="76977"/>
                    <a:pt x="137176" y="76977"/>
                    <a:pt x="137176" y="69537"/>
                  </a:cubicBezTo>
                  <a:cubicBezTo>
                    <a:pt x="137176" y="34464"/>
                    <a:pt x="118065" y="100"/>
                    <a:pt x="73826" y="100"/>
                  </a:cubicBezTo>
                  <a:cubicBezTo>
                    <a:pt x="32773" y="100"/>
                    <a:pt x="213" y="36590"/>
                    <a:pt x="213" y="80874"/>
                  </a:cubicBezTo>
                  <a:cubicBezTo>
                    <a:pt x="213" y="128346"/>
                    <a:pt x="37374" y="162710"/>
                    <a:pt x="78073" y="162710"/>
                  </a:cubicBezTo>
                  <a:cubicBezTo>
                    <a:pt x="121250" y="162710"/>
                    <a:pt x="137176" y="123386"/>
                    <a:pt x="137176" y="116655"/>
                  </a:cubicBezTo>
                  <a:cubicBezTo>
                    <a:pt x="137176" y="113112"/>
                    <a:pt x="134345" y="112404"/>
                    <a:pt x="132575" y="112404"/>
                  </a:cubicBezTo>
                  <a:cubicBezTo>
                    <a:pt x="129390" y="112404"/>
                    <a:pt x="128682" y="114529"/>
                    <a:pt x="127974" y="117363"/>
                  </a:cubicBezTo>
                  <a:cubicBezTo>
                    <a:pt x="115588" y="153853"/>
                    <a:pt x="83736" y="153853"/>
                    <a:pt x="80197" y="153853"/>
                  </a:cubicBezTo>
                  <a:cubicBezTo>
                    <a:pt x="62501" y="153853"/>
                    <a:pt x="48345" y="143225"/>
                    <a:pt x="40205" y="130117"/>
                  </a:cubicBezTo>
                  <a:cubicBezTo>
                    <a:pt x="29588" y="113112"/>
                    <a:pt x="29588" y="89730"/>
                    <a:pt x="29588" y="76977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4913A22A-FC16-7369-0B02-9261B3A7FAFB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993257" y="8443867"/>
              <a:ext cx="115728" cy="162610"/>
            </a:xfrm>
            <a:custGeom>
              <a:avLst/>
              <a:gdLst>
                <a:gd name="connsiteX0" fmla="*/ 62152 w 115728"/>
                <a:gd name="connsiteY0" fmla="*/ 90085 h 162610"/>
                <a:gd name="connsiteX1" fmla="*/ 98958 w 115728"/>
                <a:gd name="connsiteY1" fmla="*/ 122678 h 162610"/>
                <a:gd name="connsiteX2" fmla="*/ 58967 w 115728"/>
                <a:gd name="connsiteY2" fmla="*/ 154916 h 162610"/>
                <a:gd name="connsiteX3" fmla="*/ 9773 w 115728"/>
                <a:gd name="connsiteY3" fmla="*/ 104610 h 162610"/>
                <a:gd name="connsiteX4" fmla="*/ 4819 w 115728"/>
                <a:gd name="connsiteY4" fmla="*/ 98587 h 162610"/>
                <a:gd name="connsiteX5" fmla="*/ 218 w 115728"/>
                <a:gd name="connsiteY5" fmla="*/ 107444 h 162610"/>
                <a:gd name="connsiteX6" fmla="*/ 218 w 115728"/>
                <a:gd name="connsiteY6" fmla="*/ 154208 h 162610"/>
                <a:gd name="connsiteX7" fmla="*/ 4111 w 115728"/>
                <a:gd name="connsiteY7" fmla="*/ 162710 h 162610"/>
                <a:gd name="connsiteX8" fmla="*/ 12959 w 115728"/>
                <a:gd name="connsiteY8" fmla="*/ 155625 h 162610"/>
                <a:gd name="connsiteX9" fmla="*/ 20037 w 115728"/>
                <a:gd name="connsiteY9" fmla="*/ 147477 h 162610"/>
                <a:gd name="connsiteX10" fmla="*/ 58967 w 115728"/>
                <a:gd name="connsiteY10" fmla="*/ 162710 h 162610"/>
                <a:gd name="connsiteX11" fmla="*/ 115946 w 115728"/>
                <a:gd name="connsiteY11" fmla="*/ 113467 h 162610"/>
                <a:gd name="connsiteX12" fmla="*/ 101082 w 115728"/>
                <a:gd name="connsiteY12" fmla="*/ 79811 h 162610"/>
                <a:gd name="connsiteX13" fmla="*/ 60736 w 115728"/>
                <a:gd name="connsiteY13" fmla="*/ 62806 h 162610"/>
                <a:gd name="connsiteX14" fmla="*/ 17205 w 115728"/>
                <a:gd name="connsiteY14" fmla="*/ 33755 h 162610"/>
                <a:gd name="connsiteX15" fmla="*/ 56843 w 115728"/>
                <a:gd name="connsiteY15" fmla="*/ 6831 h 162610"/>
                <a:gd name="connsiteX16" fmla="*/ 98250 w 115728"/>
                <a:gd name="connsiteY16" fmla="*/ 49698 h 162610"/>
                <a:gd name="connsiteX17" fmla="*/ 102497 w 115728"/>
                <a:gd name="connsiteY17" fmla="*/ 52886 h 162610"/>
                <a:gd name="connsiteX18" fmla="*/ 107098 w 115728"/>
                <a:gd name="connsiteY18" fmla="*/ 44384 h 162610"/>
                <a:gd name="connsiteX19" fmla="*/ 107098 w 115728"/>
                <a:gd name="connsiteY19" fmla="*/ 8602 h 162610"/>
                <a:gd name="connsiteX20" fmla="*/ 103205 w 115728"/>
                <a:gd name="connsiteY20" fmla="*/ 100 h 162610"/>
                <a:gd name="connsiteX21" fmla="*/ 96127 w 115728"/>
                <a:gd name="connsiteY21" fmla="*/ 4351 h 162610"/>
                <a:gd name="connsiteX22" fmla="*/ 90111 w 115728"/>
                <a:gd name="connsiteY22" fmla="*/ 10019 h 162610"/>
                <a:gd name="connsiteX23" fmla="*/ 56843 w 115728"/>
                <a:gd name="connsiteY23" fmla="*/ 100 h 162610"/>
                <a:gd name="connsiteX24" fmla="*/ 218 w 115728"/>
                <a:gd name="connsiteY24" fmla="*/ 43675 h 162610"/>
                <a:gd name="connsiteX25" fmla="*/ 15436 w 115728"/>
                <a:gd name="connsiteY25" fmla="*/ 73788 h 162610"/>
                <a:gd name="connsiteX26" fmla="*/ 62152 w 115728"/>
                <a:gd name="connsiteY26" fmla="*/ 9008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728" h="162610">
                  <a:moveTo>
                    <a:pt x="62152" y="90085"/>
                  </a:moveTo>
                  <a:cubicBezTo>
                    <a:pt x="69938" y="91502"/>
                    <a:pt x="98958" y="97170"/>
                    <a:pt x="98958" y="122678"/>
                  </a:cubicBezTo>
                  <a:cubicBezTo>
                    <a:pt x="98958" y="140745"/>
                    <a:pt x="86572" y="154916"/>
                    <a:pt x="58967" y="154916"/>
                  </a:cubicBezTo>
                  <a:cubicBezTo>
                    <a:pt x="29238" y="154916"/>
                    <a:pt x="16498" y="134723"/>
                    <a:pt x="9773" y="104610"/>
                  </a:cubicBezTo>
                  <a:cubicBezTo>
                    <a:pt x="8712" y="100004"/>
                    <a:pt x="8358" y="98587"/>
                    <a:pt x="4819" y="98587"/>
                  </a:cubicBezTo>
                  <a:cubicBezTo>
                    <a:pt x="218" y="98587"/>
                    <a:pt x="218" y="101067"/>
                    <a:pt x="218" y="107444"/>
                  </a:cubicBezTo>
                  <a:lnTo>
                    <a:pt x="218" y="154208"/>
                  </a:lnTo>
                  <a:cubicBezTo>
                    <a:pt x="218" y="160230"/>
                    <a:pt x="218" y="162710"/>
                    <a:pt x="4111" y="162710"/>
                  </a:cubicBezTo>
                  <a:cubicBezTo>
                    <a:pt x="5880" y="162710"/>
                    <a:pt x="6234" y="162356"/>
                    <a:pt x="12959" y="155625"/>
                  </a:cubicBezTo>
                  <a:cubicBezTo>
                    <a:pt x="13666" y="154916"/>
                    <a:pt x="13666" y="154208"/>
                    <a:pt x="20037" y="147477"/>
                  </a:cubicBezTo>
                  <a:cubicBezTo>
                    <a:pt x="35609" y="162356"/>
                    <a:pt x="51535" y="162710"/>
                    <a:pt x="58967" y="162710"/>
                  </a:cubicBezTo>
                  <a:cubicBezTo>
                    <a:pt x="99666" y="162710"/>
                    <a:pt x="115946" y="138974"/>
                    <a:pt x="115946" y="113467"/>
                  </a:cubicBezTo>
                  <a:cubicBezTo>
                    <a:pt x="115946" y="94690"/>
                    <a:pt x="105329" y="84062"/>
                    <a:pt x="101082" y="79811"/>
                  </a:cubicBezTo>
                  <a:cubicBezTo>
                    <a:pt x="89403" y="68474"/>
                    <a:pt x="75600" y="65640"/>
                    <a:pt x="60736" y="62806"/>
                  </a:cubicBezTo>
                  <a:cubicBezTo>
                    <a:pt x="40917" y="58909"/>
                    <a:pt x="17205" y="54303"/>
                    <a:pt x="17205" y="33755"/>
                  </a:cubicBezTo>
                  <a:cubicBezTo>
                    <a:pt x="17205" y="21356"/>
                    <a:pt x="26407" y="6831"/>
                    <a:pt x="56843" y="6831"/>
                  </a:cubicBezTo>
                  <a:cubicBezTo>
                    <a:pt x="95773" y="6831"/>
                    <a:pt x="97543" y="38715"/>
                    <a:pt x="98250" y="49698"/>
                  </a:cubicBezTo>
                  <a:cubicBezTo>
                    <a:pt x="98604" y="52886"/>
                    <a:pt x="101790" y="52886"/>
                    <a:pt x="102497" y="52886"/>
                  </a:cubicBezTo>
                  <a:cubicBezTo>
                    <a:pt x="107098" y="52886"/>
                    <a:pt x="107098" y="51115"/>
                    <a:pt x="107098" y="44384"/>
                  </a:cubicBezTo>
                  <a:lnTo>
                    <a:pt x="107098" y="8602"/>
                  </a:lnTo>
                  <a:cubicBezTo>
                    <a:pt x="107098" y="2580"/>
                    <a:pt x="107098" y="100"/>
                    <a:pt x="103205" y="100"/>
                  </a:cubicBezTo>
                  <a:cubicBezTo>
                    <a:pt x="101436" y="100"/>
                    <a:pt x="100728" y="100"/>
                    <a:pt x="96127" y="4351"/>
                  </a:cubicBezTo>
                  <a:cubicBezTo>
                    <a:pt x="95065" y="5768"/>
                    <a:pt x="91526" y="8956"/>
                    <a:pt x="90111" y="10019"/>
                  </a:cubicBezTo>
                  <a:cubicBezTo>
                    <a:pt x="76662" y="100"/>
                    <a:pt x="62152" y="100"/>
                    <a:pt x="56843" y="100"/>
                  </a:cubicBezTo>
                  <a:cubicBezTo>
                    <a:pt x="13666" y="100"/>
                    <a:pt x="218" y="23836"/>
                    <a:pt x="218" y="43675"/>
                  </a:cubicBezTo>
                  <a:cubicBezTo>
                    <a:pt x="218" y="56075"/>
                    <a:pt x="5880" y="65994"/>
                    <a:pt x="15436" y="73788"/>
                  </a:cubicBezTo>
                  <a:cubicBezTo>
                    <a:pt x="26761" y="82999"/>
                    <a:pt x="36670" y="85125"/>
                    <a:pt x="62152" y="90085"/>
                  </a:cubicBezTo>
                  <a:close/>
                </a:path>
              </a:pathLst>
            </a:custGeom>
            <a:solidFill>
              <a:srgbClr val="FFFFFF"/>
            </a:solidFill>
            <a:ln w="3553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1837242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603948" y="165611"/>
            <a:ext cx="7944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Solution:</a:t>
            </a:r>
          </a:p>
        </p:txBody>
      </p: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E9AD0DEB-814C-AF89-7238-82CE14FEE1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348289" y="653468"/>
            <a:ext cx="8695922" cy="2643440"/>
            <a:chOff x="4376843" y="2954625"/>
            <a:chExt cx="8695922" cy="2643440"/>
          </a:xfrm>
        </p:grpSpPr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1F5CF34D-CE13-3190-FD32-7B465B6F3AB5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4376843" y="2954625"/>
              <a:ext cx="8695922" cy="12181"/>
            </a:xfrm>
            <a:custGeom>
              <a:avLst/>
              <a:gdLst>
                <a:gd name="connsiteX0" fmla="*/ 0 w 8695922"/>
                <a:gd name="connsiteY0" fmla="*/ 0 h 12181"/>
                <a:gd name="connsiteX1" fmla="*/ 8695922 w 8695922"/>
                <a:gd name="connsiteY1" fmla="*/ 0 h 12181"/>
                <a:gd name="connsiteX2" fmla="*/ 8695922 w 8695922"/>
                <a:gd name="connsiteY2" fmla="*/ 12181 h 12181"/>
                <a:gd name="connsiteX3" fmla="*/ -1 w 8695922"/>
                <a:gd name="connsiteY3" fmla="*/ 12181 h 1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2" h="12181">
                  <a:moveTo>
                    <a:pt x="0" y="0"/>
                  </a:moveTo>
                  <a:lnTo>
                    <a:pt x="8695922" y="0"/>
                  </a:lnTo>
                  <a:lnTo>
                    <a:pt x="8695922" y="12181"/>
                  </a:lnTo>
                  <a:lnTo>
                    <a:pt x="-1" y="12181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A75BBA23-A244-5CF5-5B22-2515733658D9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4376843" y="2966807"/>
              <a:ext cx="12146" cy="730905"/>
            </a:xfrm>
            <a:custGeom>
              <a:avLst/>
              <a:gdLst>
                <a:gd name="connsiteX0" fmla="*/ 0 w 12146"/>
                <a:gd name="connsiteY0" fmla="*/ 0 h 730905"/>
                <a:gd name="connsiteX1" fmla="*/ 12146 w 12146"/>
                <a:gd name="connsiteY1" fmla="*/ 0 h 730905"/>
                <a:gd name="connsiteX2" fmla="*/ 12146 w 12146"/>
                <a:gd name="connsiteY2" fmla="*/ 730906 h 730905"/>
                <a:gd name="connsiteX3" fmla="*/ 0 w 12146"/>
                <a:gd name="connsiteY3" fmla="*/ 730906 h 7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0905">
                  <a:moveTo>
                    <a:pt x="0" y="0"/>
                  </a:moveTo>
                  <a:lnTo>
                    <a:pt x="12146" y="0"/>
                  </a:lnTo>
                  <a:lnTo>
                    <a:pt x="12146" y="730906"/>
                  </a:lnTo>
                  <a:lnTo>
                    <a:pt x="0" y="73090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9BC37B9D-F396-3CC3-93F8-94037D714960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4936064" y="3193995"/>
              <a:ext cx="137558" cy="214703"/>
            </a:xfrm>
            <a:custGeom>
              <a:avLst/>
              <a:gdLst>
                <a:gd name="connsiteX0" fmla="*/ 70558 w 137558"/>
                <a:gd name="connsiteY0" fmla="*/ 3438 h 214703"/>
                <a:gd name="connsiteX1" fmla="*/ 66611 w 137558"/>
                <a:gd name="connsiteY1" fmla="*/ 88 h 214703"/>
                <a:gd name="connsiteX2" fmla="*/ 29564 w 137558"/>
                <a:gd name="connsiteY2" fmla="*/ 3134 h 214703"/>
                <a:gd name="connsiteX3" fmla="*/ 23794 w 137558"/>
                <a:gd name="connsiteY3" fmla="*/ 9225 h 214703"/>
                <a:gd name="connsiteX4" fmla="*/ 31082 w 137558"/>
                <a:gd name="connsiteY4" fmla="*/ 12879 h 214703"/>
                <a:gd name="connsiteX5" fmla="*/ 46265 w 137558"/>
                <a:gd name="connsiteY5" fmla="*/ 18057 h 214703"/>
                <a:gd name="connsiteX6" fmla="*/ 45354 w 137558"/>
                <a:gd name="connsiteY6" fmla="*/ 24147 h 214703"/>
                <a:gd name="connsiteX7" fmla="*/ 1323 w 137558"/>
                <a:gd name="connsiteY7" fmla="*/ 199565 h 214703"/>
                <a:gd name="connsiteX8" fmla="*/ 109 w 137558"/>
                <a:gd name="connsiteY8" fmla="*/ 206265 h 214703"/>
                <a:gd name="connsiteX9" fmla="*/ 8915 w 137558"/>
                <a:gd name="connsiteY9" fmla="*/ 214792 h 214703"/>
                <a:gd name="connsiteX10" fmla="*/ 19239 w 137558"/>
                <a:gd name="connsiteY10" fmla="*/ 208397 h 214703"/>
                <a:gd name="connsiteX11" fmla="*/ 36244 w 137558"/>
                <a:gd name="connsiteY11" fmla="*/ 141701 h 214703"/>
                <a:gd name="connsiteX12" fmla="*/ 71469 w 137558"/>
                <a:gd name="connsiteY12" fmla="*/ 167588 h 214703"/>
                <a:gd name="connsiteX13" fmla="*/ 70558 w 137558"/>
                <a:gd name="connsiteY13" fmla="*/ 173983 h 214703"/>
                <a:gd name="connsiteX14" fmla="*/ 69344 w 137558"/>
                <a:gd name="connsiteY14" fmla="*/ 184642 h 214703"/>
                <a:gd name="connsiteX15" fmla="*/ 97280 w 137558"/>
                <a:gd name="connsiteY15" fmla="*/ 214792 h 214703"/>
                <a:gd name="connsiteX16" fmla="*/ 121270 w 137558"/>
                <a:gd name="connsiteY16" fmla="*/ 198651 h 214703"/>
                <a:gd name="connsiteX17" fmla="*/ 132201 w 137558"/>
                <a:gd name="connsiteY17" fmla="*/ 167892 h 214703"/>
                <a:gd name="connsiteX18" fmla="*/ 128558 w 137558"/>
                <a:gd name="connsiteY18" fmla="*/ 164847 h 214703"/>
                <a:gd name="connsiteX19" fmla="*/ 124306 w 137558"/>
                <a:gd name="connsiteY19" fmla="*/ 170329 h 214703"/>
                <a:gd name="connsiteX20" fmla="*/ 97888 w 137558"/>
                <a:gd name="connsiteY20" fmla="*/ 208092 h 214703"/>
                <a:gd name="connsiteX21" fmla="*/ 88171 w 137558"/>
                <a:gd name="connsiteY21" fmla="*/ 193778 h 214703"/>
                <a:gd name="connsiteX22" fmla="*/ 90600 w 137558"/>
                <a:gd name="connsiteY22" fmla="*/ 176724 h 214703"/>
                <a:gd name="connsiteX23" fmla="*/ 91815 w 137558"/>
                <a:gd name="connsiteY23" fmla="*/ 167283 h 214703"/>
                <a:gd name="connsiteX24" fmla="*/ 46873 w 137558"/>
                <a:gd name="connsiteY24" fmla="*/ 135306 h 214703"/>
                <a:gd name="connsiteX25" fmla="*/ 72987 w 137558"/>
                <a:gd name="connsiteY25" fmla="*/ 112770 h 214703"/>
                <a:gd name="connsiteX26" fmla="*/ 116411 w 137558"/>
                <a:gd name="connsiteY26" fmla="*/ 83534 h 214703"/>
                <a:gd name="connsiteX27" fmla="*/ 119144 w 137558"/>
                <a:gd name="connsiteY27" fmla="*/ 83838 h 214703"/>
                <a:gd name="connsiteX28" fmla="*/ 125521 w 137558"/>
                <a:gd name="connsiteY28" fmla="*/ 86274 h 214703"/>
                <a:gd name="connsiteX29" fmla="*/ 126736 w 137558"/>
                <a:gd name="connsiteY29" fmla="*/ 87493 h 214703"/>
                <a:gd name="connsiteX30" fmla="*/ 109427 w 137558"/>
                <a:gd name="connsiteY30" fmla="*/ 103938 h 214703"/>
                <a:gd name="connsiteX31" fmla="*/ 120966 w 137558"/>
                <a:gd name="connsiteY31" fmla="*/ 114597 h 214703"/>
                <a:gd name="connsiteX32" fmla="*/ 137667 w 137558"/>
                <a:gd name="connsiteY32" fmla="*/ 96020 h 214703"/>
                <a:gd name="connsiteX33" fmla="*/ 117018 w 137558"/>
                <a:gd name="connsiteY33" fmla="*/ 76834 h 214703"/>
                <a:gd name="connsiteX34" fmla="*/ 72684 w 137558"/>
                <a:gd name="connsiteY34" fmla="*/ 103633 h 214703"/>
                <a:gd name="connsiteX35" fmla="*/ 38977 w 137558"/>
                <a:gd name="connsiteY35" fmla="*/ 131956 h 214703"/>
                <a:gd name="connsiteX36" fmla="*/ 70558 w 137558"/>
                <a:gd name="connsiteY36" fmla="*/ 3438 h 214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37558" h="214703">
                  <a:moveTo>
                    <a:pt x="70558" y="3438"/>
                  </a:moveTo>
                  <a:cubicBezTo>
                    <a:pt x="70558" y="3134"/>
                    <a:pt x="70558" y="88"/>
                    <a:pt x="66611" y="88"/>
                  </a:cubicBezTo>
                  <a:cubicBezTo>
                    <a:pt x="59626" y="88"/>
                    <a:pt x="37459" y="2525"/>
                    <a:pt x="29564" y="3134"/>
                  </a:cubicBezTo>
                  <a:cubicBezTo>
                    <a:pt x="27135" y="3438"/>
                    <a:pt x="23794" y="3743"/>
                    <a:pt x="23794" y="9225"/>
                  </a:cubicBezTo>
                  <a:cubicBezTo>
                    <a:pt x="23794" y="12879"/>
                    <a:pt x="26527" y="12879"/>
                    <a:pt x="31082" y="12879"/>
                  </a:cubicBezTo>
                  <a:cubicBezTo>
                    <a:pt x="45658" y="12879"/>
                    <a:pt x="46265" y="15011"/>
                    <a:pt x="46265" y="18057"/>
                  </a:cubicBezTo>
                  <a:lnTo>
                    <a:pt x="45354" y="24147"/>
                  </a:lnTo>
                  <a:lnTo>
                    <a:pt x="1323" y="199565"/>
                  </a:lnTo>
                  <a:cubicBezTo>
                    <a:pt x="109" y="203828"/>
                    <a:pt x="109" y="204437"/>
                    <a:pt x="109" y="206265"/>
                  </a:cubicBezTo>
                  <a:cubicBezTo>
                    <a:pt x="109" y="213269"/>
                    <a:pt x="6182" y="214792"/>
                    <a:pt x="8915" y="214792"/>
                  </a:cubicBezTo>
                  <a:cubicBezTo>
                    <a:pt x="12863" y="214792"/>
                    <a:pt x="17417" y="212051"/>
                    <a:pt x="19239" y="208397"/>
                  </a:cubicBezTo>
                  <a:cubicBezTo>
                    <a:pt x="20758" y="205656"/>
                    <a:pt x="34423" y="149315"/>
                    <a:pt x="36244" y="141701"/>
                  </a:cubicBezTo>
                  <a:cubicBezTo>
                    <a:pt x="46569" y="142615"/>
                    <a:pt x="71469" y="147488"/>
                    <a:pt x="71469" y="167588"/>
                  </a:cubicBezTo>
                  <a:cubicBezTo>
                    <a:pt x="71469" y="169719"/>
                    <a:pt x="71469" y="170938"/>
                    <a:pt x="70558" y="173983"/>
                  </a:cubicBezTo>
                  <a:cubicBezTo>
                    <a:pt x="69951" y="177638"/>
                    <a:pt x="69344" y="181292"/>
                    <a:pt x="69344" y="184642"/>
                  </a:cubicBezTo>
                  <a:cubicBezTo>
                    <a:pt x="69344" y="202610"/>
                    <a:pt x="81490" y="214792"/>
                    <a:pt x="97280" y="214792"/>
                  </a:cubicBezTo>
                  <a:cubicBezTo>
                    <a:pt x="106390" y="214792"/>
                    <a:pt x="114589" y="209919"/>
                    <a:pt x="121270" y="198651"/>
                  </a:cubicBezTo>
                  <a:cubicBezTo>
                    <a:pt x="128861" y="185251"/>
                    <a:pt x="132201" y="168501"/>
                    <a:pt x="132201" y="167892"/>
                  </a:cubicBezTo>
                  <a:cubicBezTo>
                    <a:pt x="132201" y="164847"/>
                    <a:pt x="129468" y="164847"/>
                    <a:pt x="128558" y="164847"/>
                  </a:cubicBezTo>
                  <a:cubicBezTo>
                    <a:pt x="125521" y="164847"/>
                    <a:pt x="125217" y="166065"/>
                    <a:pt x="124306" y="170329"/>
                  </a:cubicBezTo>
                  <a:cubicBezTo>
                    <a:pt x="118233" y="192560"/>
                    <a:pt x="111249" y="208092"/>
                    <a:pt x="97888" y="208092"/>
                  </a:cubicBezTo>
                  <a:cubicBezTo>
                    <a:pt x="92118" y="208092"/>
                    <a:pt x="88171" y="204742"/>
                    <a:pt x="88171" y="193778"/>
                  </a:cubicBezTo>
                  <a:cubicBezTo>
                    <a:pt x="88171" y="188601"/>
                    <a:pt x="89385" y="181597"/>
                    <a:pt x="90600" y="176724"/>
                  </a:cubicBezTo>
                  <a:cubicBezTo>
                    <a:pt x="91815" y="171547"/>
                    <a:pt x="91815" y="170329"/>
                    <a:pt x="91815" y="167283"/>
                  </a:cubicBezTo>
                  <a:cubicBezTo>
                    <a:pt x="91815" y="147488"/>
                    <a:pt x="72684" y="138656"/>
                    <a:pt x="46873" y="135306"/>
                  </a:cubicBezTo>
                  <a:cubicBezTo>
                    <a:pt x="56286" y="129824"/>
                    <a:pt x="66003" y="120079"/>
                    <a:pt x="72987" y="112770"/>
                  </a:cubicBezTo>
                  <a:cubicBezTo>
                    <a:pt x="87563" y="96629"/>
                    <a:pt x="101532" y="83534"/>
                    <a:pt x="116411" y="83534"/>
                  </a:cubicBezTo>
                  <a:cubicBezTo>
                    <a:pt x="118233" y="83534"/>
                    <a:pt x="118537" y="83534"/>
                    <a:pt x="119144" y="83838"/>
                  </a:cubicBezTo>
                  <a:cubicBezTo>
                    <a:pt x="122788" y="84447"/>
                    <a:pt x="123092" y="84447"/>
                    <a:pt x="125521" y="86274"/>
                  </a:cubicBezTo>
                  <a:cubicBezTo>
                    <a:pt x="126128" y="86579"/>
                    <a:pt x="126128" y="86884"/>
                    <a:pt x="126736" y="87493"/>
                  </a:cubicBezTo>
                  <a:cubicBezTo>
                    <a:pt x="112160" y="88406"/>
                    <a:pt x="109427" y="100283"/>
                    <a:pt x="109427" y="103938"/>
                  </a:cubicBezTo>
                  <a:cubicBezTo>
                    <a:pt x="109427" y="108811"/>
                    <a:pt x="112767" y="114597"/>
                    <a:pt x="120966" y="114597"/>
                  </a:cubicBezTo>
                  <a:cubicBezTo>
                    <a:pt x="128861" y="114597"/>
                    <a:pt x="137667" y="107897"/>
                    <a:pt x="137667" y="96020"/>
                  </a:cubicBezTo>
                  <a:cubicBezTo>
                    <a:pt x="137667" y="86884"/>
                    <a:pt x="130683" y="76834"/>
                    <a:pt x="117018" y="76834"/>
                  </a:cubicBezTo>
                  <a:cubicBezTo>
                    <a:pt x="108516" y="76834"/>
                    <a:pt x="94547" y="79270"/>
                    <a:pt x="72684" y="103633"/>
                  </a:cubicBezTo>
                  <a:cubicBezTo>
                    <a:pt x="62359" y="115206"/>
                    <a:pt x="50517" y="127388"/>
                    <a:pt x="38977" y="131956"/>
                  </a:cubicBezTo>
                  <a:lnTo>
                    <a:pt x="70558" y="343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E14A88EA-7D7B-5459-55DA-C0B706A70A4A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5617382" y="2966807"/>
              <a:ext cx="12146" cy="730905"/>
            </a:xfrm>
            <a:custGeom>
              <a:avLst/>
              <a:gdLst>
                <a:gd name="connsiteX0" fmla="*/ 0 w 12146"/>
                <a:gd name="connsiteY0" fmla="*/ 0 h 730905"/>
                <a:gd name="connsiteX1" fmla="*/ 12146 w 12146"/>
                <a:gd name="connsiteY1" fmla="*/ 0 h 730905"/>
                <a:gd name="connsiteX2" fmla="*/ 12146 w 12146"/>
                <a:gd name="connsiteY2" fmla="*/ 730906 h 730905"/>
                <a:gd name="connsiteX3" fmla="*/ 0 w 12146"/>
                <a:gd name="connsiteY3" fmla="*/ 730906 h 7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0905">
                  <a:moveTo>
                    <a:pt x="0" y="0"/>
                  </a:moveTo>
                  <a:lnTo>
                    <a:pt x="12146" y="0"/>
                  </a:lnTo>
                  <a:lnTo>
                    <a:pt x="12146" y="730906"/>
                  </a:lnTo>
                  <a:lnTo>
                    <a:pt x="0" y="73090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5DDE2F0-EBC2-FA30-CC55-198F16B24279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6165756" y="3270741"/>
              <a:ext cx="151223" cy="137958"/>
            </a:xfrm>
            <a:custGeom>
              <a:avLst/>
              <a:gdLst>
                <a:gd name="connsiteX0" fmla="*/ 92766 w 151223"/>
                <a:gd name="connsiteY0" fmla="*/ 42725 h 137958"/>
                <a:gd name="connsiteX1" fmla="*/ 122829 w 151223"/>
                <a:gd name="connsiteY1" fmla="*/ 6788 h 137958"/>
                <a:gd name="connsiteX2" fmla="*/ 138012 w 151223"/>
                <a:gd name="connsiteY2" fmla="*/ 10748 h 137958"/>
                <a:gd name="connsiteX3" fmla="*/ 123436 w 151223"/>
                <a:gd name="connsiteY3" fmla="*/ 27193 h 137958"/>
                <a:gd name="connsiteX4" fmla="*/ 134975 w 151223"/>
                <a:gd name="connsiteY4" fmla="*/ 37852 h 137958"/>
                <a:gd name="connsiteX5" fmla="*/ 151373 w 151223"/>
                <a:gd name="connsiteY5" fmla="*/ 20188 h 137958"/>
                <a:gd name="connsiteX6" fmla="*/ 123132 w 151223"/>
                <a:gd name="connsiteY6" fmla="*/ 88 h 137958"/>
                <a:gd name="connsiteX7" fmla="*/ 91248 w 151223"/>
                <a:gd name="connsiteY7" fmla="*/ 23234 h 137958"/>
                <a:gd name="connsiteX8" fmla="*/ 58452 w 151223"/>
                <a:gd name="connsiteY8" fmla="*/ 88 h 137958"/>
                <a:gd name="connsiteX9" fmla="*/ 9563 w 151223"/>
                <a:gd name="connsiteY9" fmla="*/ 46988 h 137958"/>
                <a:gd name="connsiteX10" fmla="*/ 13207 w 151223"/>
                <a:gd name="connsiteY10" fmla="*/ 50034 h 137958"/>
                <a:gd name="connsiteX11" fmla="*/ 17154 w 151223"/>
                <a:gd name="connsiteY11" fmla="*/ 46684 h 137958"/>
                <a:gd name="connsiteX12" fmla="*/ 57845 w 151223"/>
                <a:gd name="connsiteY12" fmla="*/ 6788 h 137958"/>
                <a:gd name="connsiteX13" fmla="*/ 74243 w 151223"/>
                <a:gd name="connsiteY13" fmla="*/ 27193 h 137958"/>
                <a:gd name="connsiteX14" fmla="*/ 57845 w 151223"/>
                <a:gd name="connsiteY14" fmla="*/ 99674 h 137958"/>
                <a:gd name="connsiteX15" fmla="*/ 28997 w 151223"/>
                <a:gd name="connsiteY15" fmla="*/ 131347 h 137958"/>
                <a:gd name="connsiteX16" fmla="*/ 13814 w 151223"/>
                <a:gd name="connsiteY16" fmla="*/ 127388 h 137958"/>
                <a:gd name="connsiteX17" fmla="*/ 28086 w 151223"/>
                <a:gd name="connsiteY17" fmla="*/ 110942 h 137958"/>
                <a:gd name="connsiteX18" fmla="*/ 16851 w 151223"/>
                <a:gd name="connsiteY18" fmla="*/ 100283 h 137958"/>
                <a:gd name="connsiteX19" fmla="*/ 149 w 151223"/>
                <a:gd name="connsiteY19" fmla="*/ 117947 h 137958"/>
                <a:gd name="connsiteX20" fmla="*/ 28694 w 151223"/>
                <a:gd name="connsiteY20" fmla="*/ 138047 h 137958"/>
                <a:gd name="connsiteX21" fmla="*/ 60578 w 151223"/>
                <a:gd name="connsiteY21" fmla="*/ 114902 h 137958"/>
                <a:gd name="connsiteX22" fmla="*/ 93373 w 151223"/>
                <a:gd name="connsiteY22" fmla="*/ 138047 h 137958"/>
                <a:gd name="connsiteX23" fmla="*/ 141959 w 151223"/>
                <a:gd name="connsiteY23" fmla="*/ 91147 h 137958"/>
                <a:gd name="connsiteX24" fmla="*/ 138315 w 151223"/>
                <a:gd name="connsiteY24" fmla="*/ 88102 h 137958"/>
                <a:gd name="connsiteX25" fmla="*/ 134368 w 151223"/>
                <a:gd name="connsiteY25" fmla="*/ 91452 h 137958"/>
                <a:gd name="connsiteX26" fmla="*/ 93981 w 151223"/>
                <a:gd name="connsiteY26" fmla="*/ 131347 h 137958"/>
                <a:gd name="connsiteX27" fmla="*/ 77279 w 151223"/>
                <a:gd name="connsiteY27" fmla="*/ 111247 h 137958"/>
                <a:gd name="connsiteX28" fmla="*/ 82442 w 151223"/>
                <a:gd name="connsiteY28" fmla="*/ 84447 h 137958"/>
                <a:gd name="connsiteX29" fmla="*/ 92766 w 151223"/>
                <a:gd name="connsiteY29" fmla="*/ 42725 h 13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1223" h="137958">
                  <a:moveTo>
                    <a:pt x="92766" y="42725"/>
                  </a:moveTo>
                  <a:cubicBezTo>
                    <a:pt x="94588" y="34806"/>
                    <a:pt x="101572" y="6788"/>
                    <a:pt x="122829" y="6788"/>
                  </a:cubicBezTo>
                  <a:cubicBezTo>
                    <a:pt x="124347" y="6788"/>
                    <a:pt x="131635" y="6788"/>
                    <a:pt x="138012" y="10748"/>
                  </a:cubicBezTo>
                  <a:cubicBezTo>
                    <a:pt x="129509" y="12270"/>
                    <a:pt x="123436" y="19884"/>
                    <a:pt x="123436" y="27193"/>
                  </a:cubicBezTo>
                  <a:cubicBezTo>
                    <a:pt x="123436" y="32066"/>
                    <a:pt x="126776" y="37852"/>
                    <a:pt x="134975" y="37852"/>
                  </a:cubicBezTo>
                  <a:cubicBezTo>
                    <a:pt x="141656" y="37852"/>
                    <a:pt x="151373" y="32370"/>
                    <a:pt x="151373" y="20188"/>
                  </a:cubicBezTo>
                  <a:cubicBezTo>
                    <a:pt x="151373" y="4352"/>
                    <a:pt x="133457" y="88"/>
                    <a:pt x="123132" y="88"/>
                  </a:cubicBezTo>
                  <a:cubicBezTo>
                    <a:pt x="105520" y="88"/>
                    <a:pt x="94892" y="16229"/>
                    <a:pt x="91248" y="23234"/>
                  </a:cubicBezTo>
                  <a:cubicBezTo>
                    <a:pt x="83656" y="3134"/>
                    <a:pt x="67259" y="88"/>
                    <a:pt x="58452" y="88"/>
                  </a:cubicBezTo>
                  <a:cubicBezTo>
                    <a:pt x="26872" y="88"/>
                    <a:pt x="9563" y="39375"/>
                    <a:pt x="9563" y="46988"/>
                  </a:cubicBezTo>
                  <a:cubicBezTo>
                    <a:pt x="9563" y="50034"/>
                    <a:pt x="12599" y="50034"/>
                    <a:pt x="13207" y="50034"/>
                  </a:cubicBezTo>
                  <a:cubicBezTo>
                    <a:pt x="15636" y="50034"/>
                    <a:pt x="16547" y="49425"/>
                    <a:pt x="17154" y="46684"/>
                  </a:cubicBezTo>
                  <a:cubicBezTo>
                    <a:pt x="27479" y="14402"/>
                    <a:pt x="47521" y="6788"/>
                    <a:pt x="57845" y="6788"/>
                  </a:cubicBezTo>
                  <a:cubicBezTo>
                    <a:pt x="63615" y="6788"/>
                    <a:pt x="74243" y="9529"/>
                    <a:pt x="74243" y="27193"/>
                  </a:cubicBezTo>
                  <a:cubicBezTo>
                    <a:pt x="74243" y="36634"/>
                    <a:pt x="69080" y="57038"/>
                    <a:pt x="57845" y="99674"/>
                  </a:cubicBezTo>
                  <a:cubicBezTo>
                    <a:pt x="52986" y="118556"/>
                    <a:pt x="42358" y="131347"/>
                    <a:pt x="28997" y="131347"/>
                  </a:cubicBezTo>
                  <a:cubicBezTo>
                    <a:pt x="27175" y="131347"/>
                    <a:pt x="20191" y="131347"/>
                    <a:pt x="13814" y="127388"/>
                  </a:cubicBezTo>
                  <a:cubicBezTo>
                    <a:pt x="21406" y="125865"/>
                    <a:pt x="28086" y="119470"/>
                    <a:pt x="28086" y="110942"/>
                  </a:cubicBezTo>
                  <a:cubicBezTo>
                    <a:pt x="28086" y="102720"/>
                    <a:pt x="21406" y="100283"/>
                    <a:pt x="16851" y="100283"/>
                  </a:cubicBezTo>
                  <a:cubicBezTo>
                    <a:pt x="7741" y="100283"/>
                    <a:pt x="149" y="108202"/>
                    <a:pt x="149" y="117947"/>
                  </a:cubicBezTo>
                  <a:cubicBezTo>
                    <a:pt x="149" y="131956"/>
                    <a:pt x="15332" y="138047"/>
                    <a:pt x="28694" y="138047"/>
                  </a:cubicBezTo>
                  <a:cubicBezTo>
                    <a:pt x="48735" y="138047"/>
                    <a:pt x="59667" y="116729"/>
                    <a:pt x="60578" y="114902"/>
                  </a:cubicBezTo>
                  <a:cubicBezTo>
                    <a:pt x="64222" y="126170"/>
                    <a:pt x="75154" y="138047"/>
                    <a:pt x="93373" y="138047"/>
                  </a:cubicBezTo>
                  <a:cubicBezTo>
                    <a:pt x="124650" y="138047"/>
                    <a:pt x="141959" y="98761"/>
                    <a:pt x="141959" y="91147"/>
                  </a:cubicBezTo>
                  <a:cubicBezTo>
                    <a:pt x="141959" y="88102"/>
                    <a:pt x="139226" y="88102"/>
                    <a:pt x="138315" y="88102"/>
                  </a:cubicBezTo>
                  <a:cubicBezTo>
                    <a:pt x="135582" y="88102"/>
                    <a:pt x="134975" y="89320"/>
                    <a:pt x="134368" y="91452"/>
                  </a:cubicBezTo>
                  <a:cubicBezTo>
                    <a:pt x="124347" y="124038"/>
                    <a:pt x="103698" y="131347"/>
                    <a:pt x="93981" y="131347"/>
                  </a:cubicBezTo>
                  <a:cubicBezTo>
                    <a:pt x="82138" y="131347"/>
                    <a:pt x="77279" y="121602"/>
                    <a:pt x="77279" y="111247"/>
                  </a:cubicBezTo>
                  <a:cubicBezTo>
                    <a:pt x="77279" y="104547"/>
                    <a:pt x="79101" y="97847"/>
                    <a:pt x="82442" y="84447"/>
                  </a:cubicBezTo>
                  <a:lnTo>
                    <a:pt x="92766" y="4272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07D1DEBB-6D56-187A-6DA0-DF892A20387A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6857922" y="2966807"/>
              <a:ext cx="12146" cy="730905"/>
            </a:xfrm>
            <a:custGeom>
              <a:avLst/>
              <a:gdLst>
                <a:gd name="connsiteX0" fmla="*/ 0 w 12146"/>
                <a:gd name="connsiteY0" fmla="*/ 0 h 730905"/>
                <a:gd name="connsiteX1" fmla="*/ 12146 w 12146"/>
                <a:gd name="connsiteY1" fmla="*/ 0 h 730905"/>
                <a:gd name="connsiteX2" fmla="*/ 12146 w 12146"/>
                <a:gd name="connsiteY2" fmla="*/ 730906 h 730905"/>
                <a:gd name="connsiteX3" fmla="*/ 0 w 12146"/>
                <a:gd name="connsiteY3" fmla="*/ 730906 h 7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0905">
                  <a:moveTo>
                    <a:pt x="0" y="0"/>
                  </a:moveTo>
                  <a:lnTo>
                    <a:pt x="12146" y="0"/>
                  </a:lnTo>
                  <a:lnTo>
                    <a:pt x="12146" y="730906"/>
                  </a:lnTo>
                  <a:lnTo>
                    <a:pt x="0" y="73090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8B6C0DB6-A345-1A02-9D05-7A72C8430BD8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7413184" y="3270741"/>
              <a:ext cx="139987" cy="197039"/>
            </a:xfrm>
            <a:custGeom>
              <a:avLst/>
              <a:gdLst>
                <a:gd name="connsiteX0" fmla="*/ 138963 w 139987"/>
                <a:gd name="connsiteY0" fmla="*/ 18666 h 197039"/>
                <a:gd name="connsiteX1" fmla="*/ 140178 w 139987"/>
                <a:gd name="connsiteY1" fmla="*/ 11661 h 197039"/>
                <a:gd name="connsiteX2" fmla="*/ 131372 w 139987"/>
                <a:gd name="connsiteY2" fmla="*/ 3438 h 197039"/>
                <a:gd name="connsiteX3" fmla="*/ 120744 w 139987"/>
                <a:gd name="connsiteY3" fmla="*/ 9834 h 197039"/>
                <a:gd name="connsiteX4" fmla="*/ 116493 w 139987"/>
                <a:gd name="connsiteY4" fmla="*/ 26279 h 197039"/>
                <a:gd name="connsiteX5" fmla="*/ 110419 w 139987"/>
                <a:gd name="connsiteY5" fmla="*/ 50643 h 197039"/>
                <a:gd name="connsiteX6" fmla="*/ 96755 w 139987"/>
                <a:gd name="connsiteY6" fmla="*/ 105461 h 197039"/>
                <a:gd name="connsiteX7" fmla="*/ 62441 w 139987"/>
                <a:gd name="connsiteY7" fmla="*/ 131347 h 197039"/>
                <a:gd name="connsiteX8" fmla="*/ 43614 w 139987"/>
                <a:gd name="connsiteY8" fmla="*/ 106679 h 197039"/>
                <a:gd name="connsiteX9" fmla="*/ 59101 w 139987"/>
                <a:gd name="connsiteY9" fmla="*/ 46988 h 197039"/>
                <a:gd name="connsiteX10" fmla="*/ 65174 w 139987"/>
                <a:gd name="connsiteY10" fmla="*/ 25061 h 197039"/>
                <a:gd name="connsiteX11" fmla="*/ 40274 w 139987"/>
                <a:gd name="connsiteY11" fmla="*/ 88 h 197039"/>
                <a:gd name="connsiteX12" fmla="*/ 190 w 139987"/>
                <a:gd name="connsiteY12" fmla="*/ 46988 h 197039"/>
                <a:gd name="connsiteX13" fmla="*/ 3834 w 139987"/>
                <a:gd name="connsiteY13" fmla="*/ 50034 h 197039"/>
                <a:gd name="connsiteX14" fmla="*/ 8693 w 139987"/>
                <a:gd name="connsiteY14" fmla="*/ 44552 h 197039"/>
                <a:gd name="connsiteX15" fmla="*/ 39363 w 139987"/>
                <a:gd name="connsiteY15" fmla="*/ 6788 h 197039"/>
                <a:gd name="connsiteX16" fmla="*/ 46954 w 139987"/>
                <a:gd name="connsiteY16" fmla="*/ 16534 h 197039"/>
                <a:gd name="connsiteX17" fmla="*/ 41792 w 139987"/>
                <a:gd name="connsiteY17" fmla="*/ 37852 h 197039"/>
                <a:gd name="connsiteX18" fmla="*/ 24180 w 139987"/>
                <a:gd name="connsiteY18" fmla="*/ 101806 h 197039"/>
                <a:gd name="connsiteX19" fmla="*/ 61226 w 139987"/>
                <a:gd name="connsiteY19" fmla="*/ 138047 h 197039"/>
                <a:gd name="connsiteX20" fmla="*/ 91896 w 139987"/>
                <a:gd name="connsiteY20" fmla="*/ 124342 h 197039"/>
                <a:gd name="connsiteX21" fmla="*/ 72158 w 139987"/>
                <a:gd name="connsiteY21" fmla="*/ 171242 h 197039"/>
                <a:gd name="connsiteX22" fmla="*/ 38755 w 139987"/>
                <a:gd name="connsiteY22" fmla="*/ 190428 h 197039"/>
                <a:gd name="connsiteX23" fmla="*/ 15677 w 139987"/>
                <a:gd name="connsiteY23" fmla="*/ 177638 h 197039"/>
                <a:gd name="connsiteX24" fmla="*/ 28734 w 139987"/>
                <a:gd name="connsiteY24" fmla="*/ 173983 h 197039"/>
                <a:gd name="connsiteX25" fmla="*/ 34808 w 139987"/>
                <a:gd name="connsiteY25" fmla="*/ 161497 h 197039"/>
                <a:gd name="connsiteX26" fmla="*/ 23572 w 139987"/>
                <a:gd name="connsiteY26" fmla="*/ 150838 h 197039"/>
                <a:gd name="connsiteX27" fmla="*/ 6567 w 139987"/>
                <a:gd name="connsiteY27" fmla="*/ 170633 h 197039"/>
                <a:gd name="connsiteX28" fmla="*/ 38755 w 139987"/>
                <a:gd name="connsiteY28" fmla="*/ 197128 h 197039"/>
                <a:gd name="connsiteX29" fmla="*/ 109812 w 139987"/>
                <a:gd name="connsiteY29" fmla="*/ 135001 h 197039"/>
                <a:gd name="connsiteX30" fmla="*/ 138963 w 139987"/>
                <a:gd name="connsiteY30" fmla="*/ 18666 h 197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9987" h="197039">
                  <a:moveTo>
                    <a:pt x="138963" y="18666"/>
                  </a:moveTo>
                  <a:cubicBezTo>
                    <a:pt x="140178" y="14402"/>
                    <a:pt x="140178" y="13793"/>
                    <a:pt x="140178" y="11661"/>
                  </a:cubicBezTo>
                  <a:cubicBezTo>
                    <a:pt x="140178" y="6179"/>
                    <a:pt x="135927" y="3438"/>
                    <a:pt x="131372" y="3438"/>
                  </a:cubicBezTo>
                  <a:cubicBezTo>
                    <a:pt x="128335" y="3438"/>
                    <a:pt x="123477" y="5266"/>
                    <a:pt x="120744" y="9834"/>
                  </a:cubicBezTo>
                  <a:cubicBezTo>
                    <a:pt x="120136" y="11357"/>
                    <a:pt x="117707" y="20797"/>
                    <a:pt x="116493" y="26279"/>
                  </a:cubicBezTo>
                  <a:cubicBezTo>
                    <a:pt x="114367" y="34197"/>
                    <a:pt x="112241" y="42420"/>
                    <a:pt x="110419" y="50643"/>
                  </a:cubicBezTo>
                  <a:lnTo>
                    <a:pt x="96755" y="105461"/>
                  </a:lnTo>
                  <a:cubicBezTo>
                    <a:pt x="95540" y="110029"/>
                    <a:pt x="82482" y="131347"/>
                    <a:pt x="62441" y="131347"/>
                  </a:cubicBezTo>
                  <a:cubicBezTo>
                    <a:pt x="46954" y="131347"/>
                    <a:pt x="43614" y="117947"/>
                    <a:pt x="43614" y="106679"/>
                  </a:cubicBezTo>
                  <a:cubicBezTo>
                    <a:pt x="43614" y="92670"/>
                    <a:pt x="48776" y="73788"/>
                    <a:pt x="59101" y="46988"/>
                  </a:cubicBezTo>
                  <a:cubicBezTo>
                    <a:pt x="63959" y="34502"/>
                    <a:pt x="65174" y="31152"/>
                    <a:pt x="65174" y="25061"/>
                  </a:cubicBezTo>
                  <a:cubicBezTo>
                    <a:pt x="65174" y="11357"/>
                    <a:pt x="55457" y="88"/>
                    <a:pt x="40274" y="88"/>
                  </a:cubicBezTo>
                  <a:cubicBezTo>
                    <a:pt x="11426" y="88"/>
                    <a:pt x="190" y="44247"/>
                    <a:pt x="190" y="46988"/>
                  </a:cubicBezTo>
                  <a:cubicBezTo>
                    <a:pt x="190" y="50034"/>
                    <a:pt x="3227" y="50034"/>
                    <a:pt x="3834" y="50034"/>
                  </a:cubicBezTo>
                  <a:cubicBezTo>
                    <a:pt x="6871" y="50034"/>
                    <a:pt x="7174" y="49425"/>
                    <a:pt x="8693" y="44552"/>
                  </a:cubicBezTo>
                  <a:cubicBezTo>
                    <a:pt x="16892" y="15925"/>
                    <a:pt x="29038" y="6788"/>
                    <a:pt x="39363" y="6788"/>
                  </a:cubicBezTo>
                  <a:cubicBezTo>
                    <a:pt x="41792" y="6788"/>
                    <a:pt x="46954" y="6788"/>
                    <a:pt x="46954" y="16534"/>
                  </a:cubicBezTo>
                  <a:cubicBezTo>
                    <a:pt x="46954" y="24147"/>
                    <a:pt x="43918" y="32066"/>
                    <a:pt x="41792" y="37852"/>
                  </a:cubicBezTo>
                  <a:cubicBezTo>
                    <a:pt x="29645" y="70134"/>
                    <a:pt x="24180" y="87493"/>
                    <a:pt x="24180" y="101806"/>
                  </a:cubicBezTo>
                  <a:cubicBezTo>
                    <a:pt x="24180" y="128911"/>
                    <a:pt x="43310" y="138047"/>
                    <a:pt x="61226" y="138047"/>
                  </a:cubicBezTo>
                  <a:cubicBezTo>
                    <a:pt x="73069" y="138047"/>
                    <a:pt x="83393" y="132870"/>
                    <a:pt x="91896" y="124342"/>
                  </a:cubicBezTo>
                  <a:cubicBezTo>
                    <a:pt x="87948" y="140179"/>
                    <a:pt x="84304" y="155101"/>
                    <a:pt x="72158" y="171242"/>
                  </a:cubicBezTo>
                  <a:cubicBezTo>
                    <a:pt x="64263" y="181597"/>
                    <a:pt x="52724" y="190428"/>
                    <a:pt x="38755" y="190428"/>
                  </a:cubicBezTo>
                  <a:cubicBezTo>
                    <a:pt x="34504" y="190428"/>
                    <a:pt x="20839" y="189515"/>
                    <a:pt x="15677" y="177638"/>
                  </a:cubicBezTo>
                  <a:cubicBezTo>
                    <a:pt x="20536" y="177638"/>
                    <a:pt x="24483" y="177638"/>
                    <a:pt x="28734" y="173983"/>
                  </a:cubicBezTo>
                  <a:cubicBezTo>
                    <a:pt x="31771" y="171242"/>
                    <a:pt x="34808" y="167283"/>
                    <a:pt x="34808" y="161497"/>
                  </a:cubicBezTo>
                  <a:cubicBezTo>
                    <a:pt x="34808" y="152056"/>
                    <a:pt x="26609" y="150838"/>
                    <a:pt x="23572" y="150838"/>
                  </a:cubicBezTo>
                  <a:cubicBezTo>
                    <a:pt x="16588" y="150838"/>
                    <a:pt x="6567" y="155710"/>
                    <a:pt x="6567" y="170633"/>
                  </a:cubicBezTo>
                  <a:cubicBezTo>
                    <a:pt x="6567" y="185860"/>
                    <a:pt x="19928" y="197128"/>
                    <a:pt x="38755" y="197128"/>
                  </a:cubicBezTo>
                  <a:cubicBezTo>
                    <a:pt x="70032" y="197128"/>
                    <a:pt x="101310" y="169415"/>
                    <a:pt x="109812" y="135001"/>
                  </a:cubicBezTo>
                  <a:lnTo>
                    <a:pt x="138963" y="1866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1C09AD1E-119B-7F97-ADE4-5BDE12E17DE0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8098461" y="2966807"/>
              <a:ext cx="12146" cy="730905"/>
            </a:xfrm>
            <a:custGeom>
              <a:avLst/>
              <a:gdLst>
                <a:gd name="connsiteX0" fmla="*/ 0 w 12146"/>
                <a:gd name="connsiteY0" fmla="*/ 0 h 730905"/>
                <a:gd name="connsiteX1" fmla="*/ 12146 w 12146"/>
                <a:gd name="connsiteY1" fmla="*/ 0 h 730905"/>
                <a:gd name="connsiteX2" fmla="*/ 12146 w 12146"/>
                <a:gd name="connsiteY2" fmla="*/ 730906 h 730905"/>
                <a:gd name="connsiteX3" fmla="*/ 0 w 12146"/>
                <a:gd name="connsiteY3" fmla="*/ 730906 h 7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0905">
                  <a:moveTo>
                    <a:pt x="0" y="0"/>
                  </a:moveTo>
                  <a:lnTo>
                    <a:pt x="12146" y="0"/>
                  </a:lnTo>
                  <a:lnTo>
                    <a:pt x="12146" y="730906"/>
                  </a:lnTo>
                  <a:lnTo>
                    <a:pt x="0" y="73090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7A67D14D-B291-4664-99C6-7D96F3459194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8509159" y="3088014"/>
              <a:ext cx="111747" cy="137958"/>
            </a:xfrm>
            <a:custGeom>
              <a:avLst/>
              <a:gdLst>
                <a:gd name="connsiteX0" fmla="*/ 103167 w 111747"/>
                <a:gd name="connsiteY0" fmla="*/ 20792 h 137958"/>
                <a:gd name="connsiteX1" fmla="*/ 88591 w 111747"/>
                <a:gd name="connsiteY1" fmla="*/ 34496 h 137958"/>
                <a:gd name="connsiteX2" fmla="*/ 98005 w 111747"/>
                <a:gd name="connsiteY2" fmla="*/ 43328 h 137958"/>
                <a:gd name="connsiteX3" fmla="*/ 111973 w 111747"/>
                <a:gd name="connsiteY3" fmla="*/ 26273 h 137958"/>
                <a:gd name="connsiteX4" fmla="*/ 75838 w 111747"/>
                <a:gd name="connsiteY4" fmla="*/ 82 h 137958"/>
                <a:gd name="connsiteX5" fmla="*/ 24519 w 111747"/>
                <a:gd name="connsiteY5" fmla="*/ 44546 h 137958"/>
                <a:gd name="connsiteX6" fmla="*/ 55796 w 111747"/>
                <a:gd name="connsiteY6" fmla="*/ 74696 h 137958"/>
                <a:gd name="connsiteX7" fmla="*/ 87377 w 111747"/>
                <a:gd name="connsiteY7" fmla="*/ 97841 h 137958"/>
                <a:gd name="connsiteX8" fmla="*/ 43953 w 111747"/>
                <a:gd name="connsiteY8" fmla="*/ 131341 h 137958"/>
                <a:gd name="connsiteX9" fmla="*/ 9336 w 111747"/>
                <a:gd name="connsiteY9" fmla="*/ 115200 h 137958"/>
                <a:gd name="connsiteX10" fmla="*/ 28467 w 111747"/>
                <a:gd name="connsiteY10" fmla="*/ 99059 h 137958"/>
                <a:gd name="connsiteX11" fmla="*/ 17231 w 111747"/>
                <a:gd name="connsiteY11" fmla="*/ 88400 h 137958"/>
                <a:gd name="connsiteX12" fmla="*/ 226 w 111747"/>
                <a:gd name="connsiteY12" fmla="*/ 108500 h 137958"/>
                <a:gd name="connsiteX13" fmla="*/ 43650 w 111747"/>
                <a:gd name="connsiteY13" fmla="*/ 138041 h 137958"/>
                <a:gd name="connsiteX14" fmla="*/ 104686 w 111747"/>
                <a:gd name="connsiteY14" fmla="*/ 87487 h 137958"/>
                <a:gd name="connsiteX15" fmla="*/ 95272 w 111747"/>
                <a:gd name="connsiteY15" fmla="*/ 65255 h 137958"/>
                <a:gd name="connsiteX16" fmla="*/ 64906 w 111747"/>
                <a:gd name="connsiteY16" fmla="*/ 52464 h 137958"/>
                <a:gd name="connsiteX17" fmla="*/ 41828 w 111747"/>
                <a:gd name="connsiteY17" fmla="*/ 34191 h 137958"/>
                <a:gd name="connsiteX18" fmla="*/ 75838 w 111747"/>
                <a:gd name="connsiteY18" fmla="*/ 6782 h 137958"/>
                <a:gd name="connsiteX19" fmla="*/ 103167 w 111747"/>
                <a:gd name="connsiteY19" fmla="*/ 20792 h 13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1747" h="137958">
                  <a:moveTo>
                    <a:pt x="103167" y="20792"/>
                  </a:moveTo>
                  <a:cubicBezTo>
                    <a:pt x="94665" y="21096"/>
                    <a:pt x="88591" y="27796"/>
                    <a:pt x="88591" y="34496"/>
                  </a:cubicBezTo>
                  <a:cubicBezTo>
                    <a:pt x="88591" y="38760"/>
                    <a:pt x="91324" y="43328"/>
                    <a:pt x="98005" y="43328"/>
                  </a:cubicBezTo>
                  <a:cubicBezTo>
                    <a:pt x="104686" y="43328"/>
                    <a:pt x="111973" y="38150"/>
                    <a:pt x="111973" y="26273"/>
                  </a:cubicBezTo>
                  <a:cubicBezTo>
                    <a:pt x="111973" y="12569"/>
                    <a:pt x="98916" y="82"/>
                    <a:pt x="75838" y="82"/>
                  </a:cubicBezTo>
                  <a:cubicBezTo>
                    <a:pt x="35754" y="82"/>
                    <a:pt x="24519" y="31146"/>
                    <a:pt x="24519" y="44546"/>
                  </a:cubicBezTo>
                  <a:cubicBezTo>
                    <a:pt x="24519" y="68300"/>
                    <a:pt x="46990" y="72869"/>
                    <a:pt x="55796" y="74696"/>
                  </a:cubicBezTo>
                  <a:cubicBezTo>
                    <a:pt x="71586" y="77741"/>
                    <a:pt x="87377" y="81091"/>
                    <a:pt x="87377" y="97841"/>
                  </a:cubicBezTo>
                  <a:cubicBezTo>
                    <a:pt x="87377" y="105759"/>
                    <a:pt x="80393" y="131341"/>
                    <a:pt x="43953" y="131341"/>
                  </a:cubicBezTo>
                  <a:cubicBezTo>
                    <a:pt x="39702" y="131341"/>
                    <a:pt x="16320" y="131341"/>
                    <a:pt x="9336" y="115200"/>
                  </a:cubicBezTo>
                  <a:cubicBezTo>
                    <a:pt x="20875" y="116723"/>
                    <a:pt x="28467" y="107587"/>
                    <a:pt x="28467" y="99059"/>
                  </a:cubicBezTo>
                  <a:cubicBezTo>
                    <a:pt x="28467" y="92055"/>
                    <a:pt x="23608" y="88400"/>
                    <a:pt x="17231" y="88400"/>
                  </a:cubicBezTo>
                  <a:cubicBezTo>
                    <a:pt x="9336" y="88400"/>
                    <a:pt x="226" y="94796"/>
                    <a:pt x="226" y="108500"/>
                  </a:cubicBezTo>
                  <a:cubicBezTo>
                    <a:pt x="226" y="125859"/>
                    <a:pt x="17535" y="138041"/>
                    <a:pt x="43650" y="138041"/>
                  </a:cubicBezTo>
                  <a:cubicBezTo>
                    <a:pt x="92843" y="138041"/>
                    <a:pt x="104686" y="101191"/>
                    <a:pt x="104686" y="87487"/>
                  </a:cubicBezTo>
                  <a:cubicBezTo>
                    <a:pt x="104686" y="76523"/>
                    <a:pt x="98916" y="68909"/>
                    <a:pt x="95272" y="65255"/>
                  </a:cubicBezTo>
                  <a:cubicBezTo>
                    <a:pt x="87073" y="56728"/>
                    <a:pt x="78267" y="55205"/>
                    <a:pt x="64906" y="52464"/>
                  </a:cubicBezTo>
                  <a:cubicBezTo>
                    <a:pt x="53974" y="50028"/>
                    <a:pt x="41828" y="47896"/>
                    <a:pt x="41828" y="34191"/>
                  </a:cubicBezTo>
                  <a:cubicBezTo>
                    <a:pt x="41828" y="25360"/>
                    <a:pt x="49115" y="6782"/>
                    <a:pt x="75838" y="6782"/>
                  </a:cubicBezTo>
                  <a:cubicBezTo>
                    <a:pt x="83429" y="6782"/>
                    <a:pt x="98612" y="8914"/>
                    <a:pt x="103167" y="2079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059A5BA8-1552-CDBB-E0EE-203A1AB063E9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8737063" y="3110855"/>
              <a:ext cx="201934" cy="71263"/>
            </a:xfrm>
            <a:custGeom>
              <a:avLst/>
              <a:gdLst>
                <a:gd name="connsiteX0" fmla="*/ 191844 w 201934"/>
                <a:gd name="connsiteY0" fmla="*/ 12264 h 71263"/>
                <a:gd name="connsiteX1" fmla="*/ 202168 w 201934"/>
                <a:gd name="connsiteY1" fmla="*/ 6173 h 71263"/>
                <a:gd name="connsiteX2" fmla="*/ 192147 w 201934"/>
                <a:gd name="connsiteY2" fmla="*/ 82 h 71263"/>
                <a:gd name="connsiteX3" fmla="*/ 10254 w 201934"/>
                <a:gd name="connsiteY3" fmla="*/ 82 h 71263"/>
                <a:gd name="connsiteX4" fmla="*/ 233 w 201934"/>
                <a:gd name="connsiteY4" fmla="*/ 6173 h 71263"/>
                <a:gd name="connsiteX5" fmla="*/ 10558 w 201934"/>
                <a:gd name="connsiteY5" fmla="*/ 12264 h 71263"/>
                <a:gd name="connsiteX6" fmla="*/ 191844 w 201934"/>
                <a:gd name="connsiteY6" fmla="*/ 12264 h 71263"/>
                <a:gd name="connsiteX7" fmla="*/ 192147 w 201934"/>
                <a:gd name="connsiteY7" fmla="*/ 71346 h 71263"/>
                <a:gd name="connsiteX8" fmla="*/ 202168 w 201934"/>
                <a:gd name="connsiteY8" fmla="*/ 65255 h 71263"/>
                <a:gd name="connsiteX9" fmla="*/ 191844 w 201934"/>
                <a:gd name="connsiteY9" fmla="*/ 59164 h 71263"/>
                <a:gd name="connsiteX10" fmla="*/ 10558 w 201934"/>
                <a:gd name="connsiteY10" fmla="*/ 59164 h 71263"/>
                <a:gd name="connsiteX11" fmla="*/ 233 w 201934"/>
                <a:gd name="connsiteY11" fmla="*/ 65255 h 71263"/>
                <a:gd name="connsiteX12" fmla="*/ 10254 w 201934"/>
                <a:gd name="connsiteY12" fmla="*/ 71346 h 71263"/>
                <a:gd name="connsiteX13" fmla="*/ 192147 w 201934"/>
                <a:gd name="connsiteY13" fmla="*/ 71346 h 7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934" h="71263">
                  <a:moveTo>
                    <a:pt x="191844" y="12264"/>
                  </a:moveTo>
                  <a:cubicBezTo>
                    <a:pt x="196399" y="12264"/>
                    <a:pt x="202168" y="12264"/>
                    <a:pt x="202168" y="6173"/>
                  </a:cubicBezTo>
                  <a:cubicBezTo>
                    <a:pt x="202168" y="82"/>
                    <a:pt x="196399" y="82"/>
                    <a:pt x="192147" y="82"/>
                  </a:cubicBezTo>
                  <a:lnTo>
                    <a:pt x="10254" y="82"/>
                  </a:lnTo>
                  <a:cubicBezTo>
                    <a:pt x="6003" y="82"/>
                    <a:pt x="233" y="82"/>
                    <a:pt x="233" y="6173"/>
                  </a:cubicBezTo>
                  <a:cubicBezTo>
                    <a:pt x="233" y="12264"/>
                    <a:pt x="6003" y="12264"/>
                    <a:pt x="10558" y="12264"/>
                  </a:cubicBezTo>
                  <a:lnTo>
                    <a:pt x="191844" y="12264"/>
                  </a:lnTo>
                  <a:close/>
                  <a:moveTo>
                    <a:pt x="192147" y="71346"/>
                  </a:moveTo>
                  <a:cubicBezTo>
                    <a:pt x="196399" y="71346"/>
                    <a:pt x="202168" y="71346"/>
                    <a:pt x="202168" y="65255"/>
                  </a:cubicBezTo>
                  <a:cubicBezTo>
                    <a:pt x="202168" y="59164"/>
                    <a:pt x="196399" y="59164"/>
                    <a:pt x="191844" y="59164"/>
                  </a:cubicBezTo>
                  <a:lnTo>
                    <a:pt x="10558" y="59164"/>
                  </a:lnTo>
                  <a:cubicBezTo>
                    <a:pt x="6003" y="59164"/>
                    <a:pt x="233" y="59164"/>
                    <a:pt x="233" y="65255"/>
                  </a:cubicBezTo>
                  <a:cubicBezTo>
                    <a:pt x="233" y="71346"/>
                    <a:pt x="6003" y="71346"/>
                    <a:pt x="10254" y="71346"/>
                  </a:cubicBezTo>
                  <a:lnTo>
                    <a:pt x="192147" y="7134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B822B003-63D9-BDF3-FEE9-4078568D9F57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8403433" y="3376722"/>
              <a:ext cx="67412" cy="211353"/>
            </a:xfrm>
            <a:custGeom>
              <a:avLst/>
              <a:gdLst>
                <a:gd name="connsiteX0" fmla="*/ 43950 w 67412"/>
                <a:gd name="connsiteY0" fmla="*/ 94 h 211353"/>
                <a:gd name="connsiteX1" fmla="*/ 223 w 67412"/>
                <a:gd name="connsiteY1" fmla="*/ 3444 h 211353"/>
                <a:gd name="connsiteX2" fmla="*/ 223 w 67412"/>
                <a:gd name="connsiteY2" fmla="*/ 12885 h 211353"/>
                <a:gd name="connsiteX3" fmla="*/ 23908 w 67412"/>
                <a:gd name="connsiteY3" fmla="*/ 29940 h 211353"/>
                <a:gd name="connsiteX4" fmla="*/ 23908 w 67412"/>
                <a:gd name="connsiteY4" fmla="*/ 188303 h 211353"/>
                <a:gd name="connsiteX5" fmla="*/ 223 w 67412"/>
                <a:gd name="connsiteY5" fmla="*/ 202007 h 211353"/>
                <a:gd name="connsiteX6" fmla="*/ 223 w 67412"/>
                <a:gd name="connsiteY6" fmla="*/ 211448 h 211353"/>
                <a:gd name="connsiteX7" fmla="*/ 33929 w 67412"/>
                <a:gd name="connsiteY7" fmla="*/ 210534 h 211353"/>
                <a:gd name="connsiteX8" fmla="*/ 67636 w 67412"/>
                <a:gd name="connsiteY8" fmla="*/ 211448 h 211353"/>
                <a:gd name="connsiteX9" fmla="*/ 67636 w 67412"/>
                <a:gd name="connsiteY9" fmla="*/ 202007 h 211353"/>
                <a:gd name="connsiteX10" fmla="*/ 43950 w 67412"/>
                <a:gd name="connsiteY10" fmla="*/ 188303 h 211353"/>
                <a:gd name="connsiteX11" fmla="*/ 43950 w 67412"/>
                <a:gd name="connsiteY11" fmla="*/ 94 h 21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412" h="211353">
                  <a:moveTo>
                    <a:pt x="43950" y="94"/>
                  </a:moveTo>
                  <a:lnTo>
                    <a:pt x="223" y="3444"/>
                  </a:lnTo>
                  <a:lnTo>
                    <a:pt x="223" y="12885"/>
                  </a:lnTo>
                  <a:cubicBezTo>
                    <a:pt x="21479" y="12885"/>
                    <a:pt x="23908" y="15017"/>
                    <a:pt x="23908" y="29940"/>
                  </a:cubicBezTo>
                  <a:lnTo>
                    <a:pt x="23908" y="188303"/>
                  </a:lnTo>
                  <a:cubicBezTo>
                    <a:pt x="23908" y="202007"/>
                    <a:pt x="20568" y="202007"/>
                    <a:pt x="223" y="202007"/>
                  </a:cubicBezTo>
                  <a:lnTo>
                    <a:pt x="223" y="211448"/>
                  </a:lnTo>
                  <a:cubicBezTo>
                    <a:pt x="10244" y="211143"/>
                    <a:pt x="26338" y="210534"/>
                    <a:pt x="33929" y="210534"/>
                  </a:cubicBezTo>
                  <a:cubicBezTo>
                    <a:pt x="41521" y="210534"/>
                    <a:pt x="56400" y="211143"/>
                    <a:pt x="67636" y="211448"/>
                  </a:cubicBezTo>
                  <a:lnTo>
                    <a:pt x="67636" y="202007"/>
                  </a:lnTo>
                  <a:cubicBezTo>
                    <a:pt x="47290" y="202007"/>
                    <a:pt x="43950" y="202007"/>
                    <a:pt x="43950" y="188303"/>
                  </a:cubicBezTo>
                  <a:lnTo>
                    <a:pt x="43950" y="94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9CA79BAE-6C2D-B879-B14D-D1CDD38B11FA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8487480" y="3453467"/>
              <a:ext cx="152741" cy="134608"/>
            </a:xfrm>
            <a:custGeom>
              <a:avLst/>
              <a:gdLst>
                <a:gd name="connsiteX0" fmla="*/ 23911 w 152741"/>
                <a:gd name="connsiteY0" fmla="*/ 29940 h 134608"/>
                <a:gd name="connsiteX1" fmla="*/ 23911 w 152741"/>
                <a:gd name="connsiteY1" fmla="*/ 111558 h 134608"/>
                <a:gd name="connsiteX2" fmla="*/ 226 w 152741"/>
                <a:gd name="connsiteY2" fmla="*/ 125262 h 134608"/>
                <a:gd name="connsiteX3" fmla="*/ 226 w 152741"/>
                <a:gd name="connsiteY3" fmla="*/ 134703 h 134608"/>
                <a:gd name="connsiteX4" fmla="*/ 34539 w 152741"/>
                <a:gd name="connsiteY4" fmla="*/ 133789 h 134608"/>
                <a:gd name="connsiteX5" fmla="*/ 68549 w 152741"/>
                <a:gd name="connsiteY5" fmla="*/ 134703 h 134608"/>
                <a:gd name="connsiteX6" fmla="*/ 68549 w 152741"/>
                <a:gd name="connsiteY6" fmla="*/ 125262 h 134608"/>
                <a:gd name="connsiteX7" fmla="*/ 44864 w 152741"/>
                <a:gd name="connsiteY7" fmla="*/ 111558 h 134608"/>
                <a:gd name="connsiteX8" fmla="*/ 44864 w 152741"/>
                <a:gd name="connsiteY8" fmla="*/ 55521 h 134608"/>
                <a:gd name="connsiteX9" fmla="*/ 85858 w 152741"/>
                <a:gd name="connsiteY9" fmla="*/ 6794 h 134608"/>
                <a:gd name="connsiteX10" fmla="*/ 108329 w 152741"/>
                <a:gd name="connsiteY10" fmla="*/ 40599 h 134608"/>
                <a:gd name="connsiteX11" fmla="*/ 108329 w 152741"/>
                <a:gd name="connsiteY11" fmla="*/ 111558 h 134608"/>
                <a:gd name="connsiteX12" fmla="*/ 84643 w 152741"/>
                <a:gd name="connsiteY12" fmla="*/ 125262 h 134608"/>
                <a:gd name="connsiteX13" fmla="*/ 84643 w 152741"/>
                <a:gd name="connsiteY13" fmla="*/ 134703 h 134608"/>
                <a:gd name="connsiteX14" fmla="*/ 118957 w 152741"/>
                <a:gd name="connsiteY14" fmla="*/ 133789 h 134608"/>
                <a:gd name="connsiteX15" fmla="*/ 152967 w 152741"/>
                <a:gd name="connsiteY15" fmla="*/ 134703 h 134608"/>
                <a:gd name="connsiteX16" fmla="*/ 152967 w 152741"/>
                <a:gd name="connsiteY16" fmla="*/ 125262 h 134608"/>
                <a:gd name="connsiteX17" fmla="*/ 129282 w 152741"/>
                <a:gd name="connsiteY17" fmla="*/ 116126 h 134608"/>
                <a:gd name="connsiteX18" fmla="*/ 129282 w 152741"/>
                <a:gd name="connsiteY18" fmla="*/ 57958 h 134608"/>
                <a:gd name="connsiteX19" fmla="*/ 119868 w 152741"/>
                <a:gd name="connsiteY19" fmla="*/ 11363 h 134608"/>
                <a:gd name="connsiteX20" fmla="*/ 87984 w 152741"/>
                <a:gd name="connsiteY20" fmla="*/ 94 h 134608"/>
                <a:gd name="connsiteX21" fmla="*/ 43042 w 152741"/>
                <a:gd name="connsiteY21" fmla="*/ 32072 h 134608"/>
                <a:gd name="connsiteX22" fmla="*/ 43042 w 152741"/>
                <a:gd name="connsiteY22" fmla="*/ 94 h 134608"/>
                <a:gd name="connsiteX23" fmla="*/ 226 w 152741"/>
                <a:gd name="connsiteY23" fmla="*/ 3444 h 134608"/>
                <a:gd name="connsiteX24" fmla="*/ 226 w 152741"/>
                <a:gd name="connsiteY24" fmla="*/ 12885 h 134608"/>
                <a:gd name="connsiteX25" fmla="*/ 23911 w 152741"/>
                <a:gd name="connsiteY25" fmla="*/ 29940 h 134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2741" h="134608">
                  <a:moveTo>
                    <a:pt x="23911" y="29940"/>
                  </a:moveTo>
                  <a:lnTo>
                    <a:pt x="23911" y="111558"/>
                  </a:lnTo>
                  <a:cubicBezTo>
                    <a:pt x="23911" y="125262"/>
                    <a:pt x="20571" y="125262"/>
                    <a:pt x="226" y="125262"/>
                  </a:cubicBezTo>
                  <a:lnTo>
                    <a:pt x="226" y="134703"/>
                  </a:lnTo>
                  <a:cubicBezTo>
                    <a:pt x="10854" y="134398"/>
                    <a:pt x="26340" y="133789"/>
                    <a:pt x="34539" y="133789"/>
                  </a:cubicBezTo>
                  <a:cubicBezTo>
                    <a:pt x="42434" y="133789"/>
                    <a:pt x="58225" y="134398"/>
                    <a:pt x="68549" y="134703"/>
                  </a:cubicBezTo>
                  <a:lnTo>
                    <a:pt x="68549" y="125262"/>
                  </a:lnTo>
                  <a:cubicBezTo>
                    <a:pt x="48204" y="125262"/>
                    <a:pt x="44864" y="125262"/>
                    <a:pt x="44864" y="111558"/>
                  </a:cubicBezTo>
                  <a:lnTo>
                    <a:pt x="44864" y="55521"/>
                  </a:lnTo>
                  <a:cubicBezTo>
                    <a:pt x="44864" y="23849"/>
                    <a:pt x="66424" y="6794"/>
                    <a:pt x="85858" y="6794"/>
                  </a:cubicBezTo>
                  <a:cubicBezTo>
                    <a:pt x="104989" y="6794"/>
                    <a:pt x="108329" y="23240"/>
                    <a:pt x="108329" y="40599"/>
                  </a:cubicBezTo>
                  <a:lnTo>
                    <a:pt x="108329" y="111558"/>
                  </a:lnTo>
                  <a:cubicBezTo>
                    <a:pt x="108329" y="125262"/>
                    <a:pt x="104989" y="125262"/>
                    <a:pt x="84643" y="125262"/>
                  </a:cubicBezTo>
                  <a:lnTo>
                    <a:pt x="84643" y="134703"/>
                  </a:lnTo>
                  <a:cubicBezTo>
                    <a:pt x="95272" y="134398"/>
                    <a:pt x="110758" y="133789"/>
                    <a:pt x="118957" y="133789"/>
                  </a:cubicBezTo>
                  <a:cubicBezTo>
                    <a:pt x="126852" y="133789"/>
                    <a:pt x="142643" y="134398"/>
                    <a:pt x="152967" y="134703"/>
                  </a:cubicBezTo>
                  <a:lnTo>
                    <a:pt x="152967" y="125262"/>
                  </a:lnTo>
                  <a:cubicBezTo>
                    <a:pt x="137177" y="125262"/>
                    <a:pt x="129585" y="125262"/>
                    <a:pt x="129282" y="116126"/>
                  </a:cubicBezTo>
                  <a:lnTo>
                    <a:pt x="129282" y="57958"/>
                  </a:lnTo>
                  <a:cubicBezTo>
                    <a:pt x="129282" y="31767"/>
                    <a:pt x="129282" y="22326"/>
                    <a:pt x="119868" y="11363"/>
                  </a:cubicBezTo>
                  <a:cubicBezTo>
                    <a:pt x="115617" y="6185"/>
                    <a:pt x="105596" y="94"/>
                    <a:pt x="87984" y="94"/>
                  </a:cubicBezTo>
                  <a:cubicBezTo>
                    <a:pt x="65816" y="94"/>
                    <a:pt x="51544" y="13190"/>
                    <a:pt x="43042" y="32072"/>
                  </a:cubicBezTo>
                  <a:lnTo>
                    <a:pt x="43042" y="94"/>
                  </a:lnTo>
                  <a:lnTo>
                    <a:pt x="226" y="3444"/>
                  </a:lnTo>
                  <a:lnTo>
                    <a:pt x="226" y="12885"/>
                  </a:lnTo>
                  <a:cubicBezTo>
                    <a:pt x="21482" y="12885"/>
                    <a:pt x="23911" y="15017"/>
                    <a:pt x="23911" y="2994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E9F0218-2924-88D0-BEDD-540B5BD21023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8676526" y="3359667"/>
              <a:ext cx="70449" cy="304544"/>
            </a:xfrm>
            <a:custGeom>
              <a:avLst/>
              <a:gdLst>
                <a:gd name="connsiteX0" fmla="*/ 70680 w 70449"/>
                <a:gd name="connsiteY0" fmla="*/ 301593 h 304544"/>
                <a:gd name="connsiteX1" fmla="*/ 65518 w 70449"/>
                <a:gd name="connsiteY1" fmla="*/ 294893 h 304544"/>
                <a:gd name="connsiteX2" fmla="*/ 17843 w 70449"/>
                <a:gd name="connsiteY2" fmla="*/ 152366 h 304544"/>
                <a:gd name="connsiteX3" fmla="*/ 66733 w 70449"/>
                <a:gd name="connsiteY3" fmla="*/ 8317 h 304544"/>
                <a:gd name="connsiteX4" fmla="*/ 70680 w 70449"/>
                <a:gd name="connsiteY4" fmla="*/ 3140 h 304544"/>
                <a:gd name="connsiteX5" fmla="*/ 67644 w 70449"/>
                <a:gd name="connsiteY5" fmla="*/ 94 h 304544"/>
                <a:gd name="connsiteX6" fmla="*/ 19362 w 70449"/>
                <a:gd name="connsiteY6" fmla="*/ 59481 h 304544"/>
                <a:gd name="connsiteX7" fmla="*/ 231 w 70449"/>
                <a:gd name="connsiteY7" fmla="*/ 152366 h 304544"/>
                <a:gd name="connsiteX8" fmla="*/ 20273 w 70449"/>
                <a:gd name="connsiteY8" fmla="*/ 247384 h 304544"/>
                <a:gd name="connsiteX9" fmla="*/ 67644 w 70449"/>
                <a:gd name="connsiteY9" fmla="*/ 304638 h 304544"/>
                <a:gd name="connsiteX10" fmla="*/ 70680 w 70449"/>
                <a:gd name="connsiteY10" fmla="*/ 301593 h 30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49" h="304544">
                  <a:moveTo>
                    <a:pt x="70680" y="301593"/>
                  </a:moveTo>
                  <a:cubicBezTo>
                    <a:pt x="70680" y="300679"/>
                    <a:pt x="70680" y="300070"/>
                    <a:pt x="65518" y="294893"/>
                  </a:cubicBezTo>
                  <a:cubicBezTo>
                    <a:pt x="27561" y="256521"/>
                    <a:pt x="17843" y="198962"/>
                    <a:pt x="17843" y="152366"/>
                  </a:cubicBezTo>
                  <a:cubicBezTo>
                    <a:pt x="17843" y="99376"/>
                    <a:pt x="29383" y="46385"/>
                    <a:pt x="66733" y="8317"/>
                  </a:cubicBezTo>
                  <a:cubicBezTo>
                    <a:pt x="70680" y="4663"/>
                    <a:pt x="70680" y="4054"/>
                    <a:pt x="70680" y="3140"/>
                  </a:cubicBezTo>
                  <a:cubicBezTo>
                    <a:pt x="70680" y="1008"/>
                    <a:pt x="69466" y="94"/>
                    <a:pt x="67644" y="94"/>
                  </a:cubicBezTo>
                  <a:cubicBezTo>
                    <a:pt x="64607" y="94"/>
                    <a:pt x="37278" y="20803"/>
                    <a:pt x="19362" y="59481"/>
                  </a:cubicBezTo>
                  <a:cubicBezTo>
                    <a:pt x="3875" y="92980"/>
                    <a:pt x="231" y="126785"/>
                    <a:pt x="231" y="152366"/>
                  </a:cubicBezTo>
                  <a:cubicBezTo>
                    <a:pt x="231" y="176121"/>
                    <a:pt x="3571" y="212971"/>
                    <a:pt x="20273" y="247384"/>
                  </a:cubicBezTo>
                  <a:cubicBezTo>
                    <a:pt x="38492" y="284843"/>
                    <a:pt x="64607" y="304638"/>
                    <a:pt x="67644" y="304638"/>
                  </a:cubicBezTo>
                  <a:cubicBezTo>
                    <a:pt x="69466" y="304638"/>
                    <a:pt x="70680" y="303725"/>
                    <a:pt x="70680" y="30159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7269EE5E-6B9C-844C-7CDC-7470ECE369F3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8773361" y="3453467"/>
              <a:ext cx="151223" cy="137958"/>
            </a:xfrm>
            <a:custGeom>
              <a:avLst/>
              <a:gdLst>
                <a:gd name="connsiteX0" fmla="*/ 92852 w 151223"/>
                <a:gd name="connsiteY0" fmla="*/ 42731 h 137958"/>
                <a:gd name="connsiteX1" fmla="*/ 122914 w 151223"/>
                <a:gd name="connsiteY1" fmla="*/ 6794 h 137958"/>
                <a:gd name="connsiteX2" fmla="*/ 138097 w 151223"/>
                <a:gd name="connsiteY2" fmla="*/ 10753 h 137958"/>
                <a:gd name="connsiteX3" fmla="*/ 123521 w 151223"/>
                <a:gd name="connsiteY3" fmla="*/ 27199 h 137958"/>
                <a:gd name="connsiteX4" fmla="*/ 135061 w 151223"/>
                <a:gd name="connsiteY4" fmla="*/ 37858 h 137958"/>
                <a:gd name="connsiteX5" fmla="*/ 151458 w 151223"/>
                <a:gd name="connsiteY5" fmla="*/ 20194 h 137958"/>
                <a:gd name="connsiteX6" fmla="*/ 123218 w 151223"/>
                <a:gd name="connsiteY6" fmla="*/ 94 h 137958"/>
                <a:gd name="connsiteX7" fmla="*/ 91333 w 151223"/>
                <a:gd name="connsiteY7" fmla="*/ 23240 h 137958"/>
                <a:gd name="connsiteX8" fmla="*/ 58538 w 151223"/>
                <a:gd name="connsiteY8" fmla="*/ 94 h 137958"/>
                <a:gd name="connsiteX9" fmla="*/ 9648 w 151223"/>
                <a:gd name="connsiteY9" fmla="*/ 46994 h 137958"/>
                <a:gd name="connsiteX10" fmla="*/ 13292 w 151223"/>
                <a:gd name="connsiteY10" fmla="*/ 50040 h 137958"/>
                <a:gd name="connsiteX11" fmla="*/ 17240 w 151223"/>
                <a:gd name="connsiteY11" fmla="*/ 46690 h 137958"/>
                <a:gd name="connsiteX12" fmla="*/ 57931 w 151223"/>
                <a:gd name="connsiteY12" fmla="*/ 6794 h 137958"/>
                <a:gd name="connsiteX13" fmla="*/ 74328 w 151223"/>
                <a:gd name="connsiteY13" fmla="*/ 27199 h 137958"/>
                <a:gd name="connsiteX14" fmla="*/ 57931 w 151223"/>
                <a:gd name="connsiteY14" fmla="*/ 99680 h 137958"/>
                <a:gd name="connsiteX15" fmla="*/ 29083 w 151223"/>
                <a:gd name="connsiteY15" fmla="*/ 131353 h 137958"/>
                <a:gd name="connsiteX16" fmla="*/ 13900 w 151223"/>
                <a:gd name="connsiteY16" fmla="*/ 127394 h 137958"/>
                <a:gd name="connsiteX17" fmla="*/ 28172 w 151223"/>
                <a:gd name="connsiteY17" fmla="*/ 110948 h 137958"/>
                <a:gd name="connsiteX18" fmla="*/ 16936 w 151223"/>
                <a:gd name="connsiteY18" fmla="*/ 100289 h 137958"/>
                <a:gd name="connsiteX19" fmla="*/ 235 w 151223"/>
                <a:gd name="connsiteY19" fmla="*/ 117953 h 137958"/>
                <a:gd name="connsiteX20" fmla="*/ 28779 w 151223"/>
                <a:gd name="connsiteY20" fmla="*/ 138053 h 137958"/>
                <a:gd name="connsiteX21" fmla="*/ 60664 w 151223"/>
                <a:gd name="connsiteY21" fmla="*/ 114908 h 137958"/>
                <a:gd name="connsiteX22" fmla="*/ 93459 w 151223"/>
                <a:gd name="connsiteY22" fmla="*/ 138053 h 137958"/>
                <a:gd name="connsiteX23" fmla="*/ 142045 w 151223"/>
                <a:gd name="connsiteY23" fmla="*/ 91153 h 137958"/>
                <a:gd name="connsiteX24" fmla="*/ 138401 w 151223"/>
                <a:gd name="connsiteY24" fmla="*/ 88108 h 137958"/>
                <a:gd name="connsiteX25" fmla="*/ 134453 w 151223"/>
                <a:gd name="connsiteY25" fmla="*/ 91458 h 137958"/>
                <a:gd name="connsiteX26" fmla="*/ 94066 w 151223"/>
                <a:gd name="connsiteY26" fmla="*/ 131353 h 137958"/>
                <a:gd name="connsiteX27" fmla="*/ 77365 w 151223"/>
                <a:gd name="connsiteY27" fmla="*/ 111253 h 137958"/>
                <a:gd name="connsiteX28" fmla="*/ 82527 w 151223"/>
                <a:gd name="connsiteY28" fmla="*/ 84453 h 137958"/>
                <a:gd name="connsiteX29" fmla="*/ 92852 w 151223"/>
                <a:gd name="connsiteY29" fmla="*/ 42731 h 13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1223" h="137958">
                  <a:moveTo>
                    <a:pt x="92852" y="42731"/>
                  </a:moveTo>
                  <a:cubicBezTo>
                    <a:pt x="94674" y="34812"/>
                    <a:pt x="101658" y="6794"/>
                    <a:pt x="122914" y="6794"/>
                  </a:cubicBezTo>
                  <a:cubicBezTo>
                    <a:pt x="124432" y="6794"/>
                    <a:pt x="131720" y="6794"/>
                    <a:pt x="138097" y="10753"/>
                  </a:cubicBezTo>
                  <a:cubicBezTo>
                    <a:pt x="129595" y="12276"/>
                    <a:pt x="123521" y="19890"/>
                    <a:pt x="123521" y="27199"/>
                  </a:cubicBezTo>
                  <a:cubicBezTo>
                    <a:pt x="123521" y="32072"/>
                    <a:pt x="126862" y="37858"/>
                    <a:pt x="135061" y="37858"/>
                  </a:cubicBezTo>
                  <a:cubicBezTo>
                    <a:pt x="141741" y="37858"/>
                    <a:pt x="151458" y="32376"/>
                    <a:pt x="151458" y="20194"/>
                  </a:cubicBezTo>
                  <a:cubicBezTo>
                    <a:pt x="151458" y="4358"/>
                    <a:pt x="133542" y="94"/>
                    <a:pt x="123218" y="94"/>
                  </a:cubicBezTo>
                  <a:cubicBezTo>
                    <a:pt x="105605" y="94"/>
                    <a:pt x="94977" y="16235"/>
                    <a:pt x="91333" y="23240"/>
                  </a:cubicBezTo>
                  <a:cubicBezTo>
                    <a:pt x="83742" y="3140"/>
                    <a:pt x="67344" y="94"/>
                    <a:pt x="58538" y="94"/>
                  </a:cubicBezTo>
                  <a:cubicBezTo>
                    <a:pt x="26957" y="94"/>
                    <a:pt x="9648" y="39381"/>
                    <a:pt x="9648" y="46994"/>
                  </a:cubicBezTo>
                  <a:cubicBezTo>
                    <a:pt x="9648" y="50040"/>
                    <a:pt x="12685" y="50040"/>
                    <a:pt x="13292" y="50040"/>
                  </a:cubicBezTo>
                  <a:cubicBezTo>
                    <a:pt x="15722" y="50040"/>
                    <a:pt x="16633" y="49431"/>
                    <a:pt x="17240" y="46690"/>
                  </a:cubicBezTo>
                  <a:cubicBezTo>
                    <a:pt x="27564" y="14408"/>
                    <a:pt x="47606" y="6794"/>
                    <a:pt x="57931" y="6794"/>
                  </a:cubicBezTo>
                  <a:cubicBezTo>
                    <a:pt x="63700" y="6794"/>
                    <a:pt x="74328" y="9535"/>
                    <a:pt x="74328" y="27199"/>
                  </a:cubicBezTo>
                  <a:cubicBezTo>
                    <a:pt x="74328" y="36640"/>
                    <a:pt x="69166" y="57044"/>
                    <a:pt x="57931" y="99680"/>
                  </a:cubicBezTo>
                  <a:cubicBezTo>
                    <a:pt x="53072" y="118562"/>
                    <a:pt x="42444" y="131353"/>
                    <a:pt x="29083" y="131353"/>
                  </a:cubicBezTo>
                  <a:cubicBezTo>
                    <a:pt x="27261" y="131353"/>
                    <a:pt x="20277" y="131353"/>
                    <a:pt x="13900" y="127394"/>
                  </a:cubicBezTo>
                  <a:cubicBezTo>
                    <a:pt x="21491" y="125871"/>
                    <a:pt x="28172" y="119476"/>
                    <a:pt x="28172" y="110948"/>
                  </a:cubicBezTo>
                  <a:cubicBezTo>
                    <a:pt x="28172" y="102726"/>
                    <a:pt x="21491" y="100289"/>
                    <a:pt x="16936" y="100289"/>
                  </a:cubicBezTo>
                  <a:cubicBezTo>
                    <a:pt x="7826" y="100289"/>
                    <a:pt x="235" y="108208"/>
                    <a:pt x="235" y="117953"/>
                  </a:cubicBezTo>
                  <a:cubicBezTo>
                    <a:pt x="235" y="131962"/>
                    <a:pt x="15418" y="138053"/>
                    <a:pt x="28779" y="138053"/>
                  </a:cubicBezTo>
                  <a:cubicBezTo>
                    <a:pt x="48821" y="138053"/>
                    <a:pt x="59753" y="116735"/>
                    <a:pt x="60664" y="114908"/>
                  </a:cubicBezTo>
                  <a:cubicBezTo>
                    <a:pt x="64307" y="126176"/>
                    <a:pt x="75239" y="138053"/>
                    <a:pt x="93459" y="138053"/>
                  </a:cubicBezTo>
                  <a:cubicBezTo>
                    <a:pt x="124736" y="138053"/>
                    <a:pt x="142045" y="98767"/>
                    <a:pt x="142045" y="91153"/>
                  </a:cubicBezTo>
                  <a:cubicBezTo>
                    <a:pt x="142045" y="88108"/>
                    <a:pt x="139312" y="88108"/>
                    <a:pt x="138401" y="88108"/>
                  </a:cubicBezTo>
                  <a:cubicBezTo>
                    <a:pt x="135668" y="88108"/>
                    <a:pt x="135061" y="89326"/>
                    <a:pt x="134453" y="91458"/>
                  </a:cubicBezTo>
                  <a:cubicBezTo>
                    <a:pt x="124432" y="124044"/>
                    <a:pt x="103783" y="131353"/>
                    <a:pt x="94066" y="131353"/>
                  </a:cubicBezTo>
                  <a:cubicBezTo>
                    <a:pt x="82223" y="131353"/>
                    <a:pt x="77365" y="121608"/>
                    <a:pt x="77365" y="111253"/>
                  </a:cubicBezTo>
                  <a:cubicBezTo>
                    <a:pt x="77365" y="104553"/>
                    <a:pt x="79187" y="97853"/>
                    <a:pt x="82527" y="84453"/>
                  </a:cubicBezTo>
                  <a:lnTo>
                    <a:pt x="92852" y="42731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0037FED-4D31-57A9-2497-24BEF804E3B3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8955414" y="3359667"/>
              <a:ext cx="70449" cy="304544"/>
            </a:xfrm>
            <a:custGeom>
              <a:avLst/>
              <a:gdLst>
                <a:gd name="connsiteX0" fmla="*/ 70690 w 70449"/>
                <a:gd name="connsiteY0" fmla="*/ 152366 h 304544"/>
                <a:gd name="connsiteX1" fmla="*/ 50648 w 70449"/>
                <a:gd name="connsiteY1" fmla="*/ 57349 h 304544"/>
                <a:gd name="connsiteX2" fmla="*/ 3277 w 70449"/>
                <a:gd name="connsiteY2" fmla="*/ 94 h 304544"/>
                <a:gd name="connsiteX3" fmla="*/ 241 w 70449"/>
                <a:gd name="connsiteY3" fmla="*/ 3140 h 304544"/>
                <a:gd name="connsiteX4" fmla="*/ 6010 w 70449"/>
                <a:gd name="connsiteY4" fmla="*/ 10144 h 304544"/>
                <a:gd name="connsiteX5" fmla="*/ 53078 w 70449"/>
                <a:gd name="connsiteY5" fmla="*/ 152366 h 304544"/>
                <a:gd name="connsiteX6" fmla="*/ 4188 w 70449"/>
                <a:gd name="connsiteY6" fmla="*/ 296416 h 304544"/>
                <a:gd name="connsiteX7" fmla="*/ 241 w 70449"/>
                <a:gd name="connsiteY7" fmla="*/ 301593 h 304544"/>
                <a:gd name="connsiteX8" fmla="*/ 3277 w 70449"/>
                <a:gd name="connsiteY8" fmla="*/ 304638 h 304544"/>
                <a:gd name="connsiteX9" fmla="*/ 51559 w 70449"/>
                <a:gd name="connsiteY9" fmla="*/ 245252 h 304544"/>
                <a:gd name="connsiteX10" fmla="*/ 70690 w 70449"/>
                <a:gd name="connsiteY10" fmla="*/ 152366 h 30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49" h="304544">
                  <a:moveTo>
                    <a:pt x="70690" y="152366"/>
                  </a:moveTo>
                  <a:cubicBezTo>
                    <a:pt x="70690" y="128612"/>
                    <a:pt x="67350" y="91762"/>
                    <a:pt x="50648" y="57349"/>
                  </a:cubicBezTo>
                  <a:cubicBezTo>
                    <a:pt x="32429" y="19890"/>
                    <a:pt x="6314" y="94"/>
                    <a:pt x="3277" y="94"/>
                  </a:cubicBezTo>
                  <a:cubicBezTo>
                    <a:pt x="1455" y="94"/>
                    <a:pt x="241" y="1313"/>
                    <a:pt x="241" y="3140"/>
                  </a:cubicBezTo>
                  <a:cubicBezTo>
                    <a:pt x="241" y="4054"/>
                    <a:pt x="241" y="4663"/>
                    <a:pt x="6010" y="10144"/>
                  </a:cubicBezTo>
                  <a:cubicBezTo>
                    <a:pt x="35769" y="40294"/>
                    <a:pt x="53078" y="88717"/>
                    <a:pt x="53078" y="152366"/>
                  </a:cubicBezTo>
                  <a:cubicBezTo>
                    <a:pt x="53078" y="204443"/>
                    <a:pt x="41842" y="258043"/>
                    <a:pt x="4188" y="296416"/>
                  </a:cubicBezTo>
                  <a:cubicBezTo>
                    <a:pt x="241" y="300070"/>
                    <a:pt x="241" y="300679"/>
                    <a:pt x="241" y="301593"/>
                  </a:cubicBezTo>
                  <a:cubicBezTo>
                    <a:pt x="241" y="303420"/>
                    <a:pt x="1455" y="304638"/>
                    <a:pt x="3277" y="304638"/>
                  </a:cubicBezTo>
                  <a:cubicBezTo>
                    <a:pt x="6314" y="304638"/>
                    <a:pt x="33643" y="283929"/>
                    <a:pt x="51559" y="245252"/>
                  </a:cubicBezTo>
                  <a:cubicBezTo>
                    <a:pt x="67046" y="211753"/>
                    <a:pt x="70690" y="177948"/>
                    <a:pt x="70690" y="152366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90B48610-D654-8A96-E2B7-03EA1FA22099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9339001" y="2966807"/>
              <a:ext cx="12146" cy="730905"/>
            </a:xfrm>
            <a:custGeom>
              <a:avLst/>
              <a:gdLst>
                <a:gd name="connsiteX0" fmla="*/ 0 w 12146"/>
                <a:gd name="connsiteY0" fmla="*/ 0 h 730905"/>
                <a:gd name="connsiteX1" fmla="*/ 12146 w 12146"/>
                <a:gd name="connsiteY1" fmla="*/ 0 h 730905"/>
                <a:gd name="connsiteX2" fmla="*/ 12146 w 12146"/>
                <a:gd name="connsiteY2" fmla="*/ 730906 h 730905"/>
                <a:gd name="connsiteX3" fmla="*/ 0 w 12146"/>
                <a:gd name="connsiteY3" fmla="*/ 730906 h 7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0905">
                  <a:moveTo>
                    <a:pt x="0" y="0"/>
                  </a:moveTo>
                  <a:lnTo>
                    <a:pt x="12146" y="0"/>
                  </a:lnTo>
                  <a:lnTo>
                    <a:pt x="12146" y="730906"/>
                  </a:lnTo>
                  <a:lnTo>
                    <a:pt x="0" y="73090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0CD2E96-AF98-0531-0F5F-9E5A2174629C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9757235" y="3031978"/>
              <a:ext cx="93223" cy="193994"/>
            </a:xfrm>
            <a:custGeom>
              <a:avLst/>
              <a:gdLst>
                <a:gd name="connsiteX0" fmla="*/ 55837 w 93223"/>
                <a:gd name="connsiteY0" fmla="*/ 68909 h 193994"/>
                <a:gd name="connsiteX1" fmla="*/ 84381 w 93223"/>
                <a:gd name="connsiteY1" fmla="*/ 68909 h 193994"/>
                <a:gd name="connsiteX2" fmla="*/ 93491 w 93223"/>
                <a:gd name="connsiteY2" fmla="*/ 62819 h 193994"/>
                <a:gd name="connsiteX3" fmla="*/ 84989 w 93223"/>
                <a:gd name="connsiteY3" fmla="*/ 59469 h 193994"/>
                <a:gd name="connsiteX4" fmla="*/ 58267 w 93223"/>
                <a:gd name="connsiteY4" fmla="*/ 59469 h 193994"/>
                <a:gd name="connsiteX5" fmla="*/ 70717 w 93223"/>
                <a:gd name="connsiteY5" fmla="*/ 8305 h 193994"/>
                <a:gd name="connsiteX6" fmla="*/ 61911 w 93223"/>
                <a:gd name="connsiteY6" fmla="*/ 82 h 193994"/>
                <a:gd name="connsiteX7" fmla="*/ 49764 w 93223"/>
                <a:gd name="connsiteY7" fmla="*/ 11046 h 193994"/>
                <a:gd name="connsiteX8" fmla="*/ 37921 w 93223"/>
                <a:gd name="connsiteY8" fmla="*/ 59469 h 193994"/>
                <a:gd name="connsiteX9" fmla="*/ 9377 w 93223"/>
                <a:gd name="connsiteY9" fmla="*/ 59469 h 193994"/>
                <a:gd name="connsiteX10" fmla="*/ 267 w 93223"/>
                <a:gd name="connsiteY10" fmla="*/ 65255 h 193994"/>
                <a:gd name="connsiteX11" fmla="*/ 8770 w 93223"/>
                <a:gd name="connsiteY11" fmla="*/ 68909 h 193994"/>
                <a:gd name="connsiteX12" fmla="*/ 35492 w 93223"/>
                <a:gd name="connsiteY12" fmla="*/ 68909 h 193994"/>
                <a:gd name="connsiteX13" fmla="*/ 12414 w 93223"/>
                <a:gd name="connsiteY13" fmla="*/ 166059 h 193994"/>
                <a:gd name="connsiteX14" fmla="*/ 40351 w 93223"/>
                <a:gd name="connsiteY14" fmla="*/ 194077 h 193994"/>
                <a:gd name="connsiteX15" fmla="*/ 88633 w 93223"/>
                <a:gd name="connsiteY15" fmla="*/ 147177 h 193994"/>
                <a:gd name="connsiteX16" fmla="*/ 84989 w 93223"/>
                <a:gd name="connsiteY16" fmla="*/ 144132 h 193994"/>
                <a:gd name="connsiteX17" fmla="*/ 80434 w 93223"/>
                <a:gd name="connsiteY17" fmla="*/ 148395 h 193994"/>
                <a:gd name="connsiteX18" fmla="*/ 40958 w 93223"/>
                <a:gd name="connsiteY18" fmla="*/ 187377 h 193994"/>
                <a:gd name="connsiteX19" fmla="*/ 31544 w 93223"/>
                <a:gd name="connsiteY19" fmla="*/ 173368 h 193994"/>
                <a:gd name="connsiteX20" fmla="*/ 33366 w 93223"/>
                <a:gd name="connsiteY20" fmla="*/ 158750 h 193994"/>
                <a:gd name="connsiteX21" fmla="*/ 55837 w 93223"/>
                <a:gd name="connsiteY21" fmla="*/ 68909 h 19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223" h="193994">
                  <a:moveTo>
                    <a:pt x="55837" y="68909"/>
                  </a:moveTo>
                  <a:lnTo>
                    <a:pt x="84381" y="68909"/>
                  </a:lnTo>
                  <a:cubicBezTo>
                    <a:pt x="90455" y="68909"/>
                    <a:pt x="93491" y="68909"/>
                    <a:pt x="93491" y="62819"/>
                  </a:cubicBezTo>
                  <a:cubicBezTo>
                    <a:pt x="93491" y="59469"/>
                    <a:pt x="90455" y="59469"/>
                    <a:pt x="84989" y="59469"/>
                  </a:cubicBezTo>
                  <a:lnTo>
                    <a:pt x="58267" y="59469"/>
                  </a:lnTo>
                  <a:cubicBezTo>
                    <a:pt x="69198" y="16223"/>
                    <a:pt x="70717" y="10132"/>
                    <a:pt x="70717" y="8305"/>
                  </a:cubicBezTo>
                  <a:cubicBezTo>
                    <a:pt x="70717" y="3128"/>
                    <a:pt x="67073" y="82"/>
                    <a:pt x="61911" y="82"/>
                  </a:cubicBezTo>
                  <a:cubicBezTo>
                    <a:pt x="61000" y="82"/>
                    <a:pt x="52497" y="387"/>
                    <a:pt x="49764" y="11046"/>
                  </a:cubicBezTo>
                  <a:lnTo>
                    <a:pt x="37921" y="59469"/>
                  </a:lnTo>
                  <a:lnTo>
                    <a:pt x="9377" y="59469"/>
                  </a:lnTo>
                  <a:cubicBezTo>
                    <a:pt x="3304" y="59469"/>
                    <a:pt x="267" y="59469"/>
                    <a:pt x="267" y="65255"/>
                  </a:cubicBezTo>
                  <a:cubicBezTo>
                    <a:pt x="267" y="68909"/>
                    <a:pt x="2697" y="68909"/>
                    <a:pt x="8770" y="68909"/>
                  </a:cubicBezTo>
                  <a:lnTo>
                    <a:pt x="35492" y="68909"/>
                  </a:lnTo>
                  <a:cubicBezTo>
                    <a:pt x="13628" y="155400"/>
                    <a:pt x="12414" y="160577"/>
                    <a:pt x="12414" y="166059"/>
                  </a:cubicBezTo>
                  <a:cubicBezTo>
                    <a:pt x="12414" y="182504"/>
                    <a:pt x="23953" y="194077"/>
                    <a:pt x="40351" y="194077"/>
                  </a:cubicBezTo>
                  <a:cubicBezTo>
                    <a:pt x="71324" y="194077"/>
                    <a:pt x="88633" y="149614"/>
                    <a:pt x="88633" y="147177"/>
                  </a:cubicBezTo>
                  <a:cubicBezTo>
                    <a:pt x="88633" y="144132"/>
                    <a:pt x="86203" y="144132"/>
                    <a:pt x="84989" y="144132"/>
                  </a:cubicBezTo>
                  <a:cubicBezTo>
                    <a:pt x="82256" y="144132"/>
                    <a:pt x="81952" y="145045"/>
                    <a:pt x="80434" y="148395"/>
                  </a:cubicBezTo>
                  <a:cubicBezTo>
                    <a:pt x="67376" y="180068"/>
                    <a:pt x="51282" y="187377"/>
                    <a:pt x="40958" y="187377"/>
                  </a:cubicBezTo>
                  <a:cubicBezTo>
                    <a:pt x="34581" y="187377"/>
                    <a:pt x="31544" y="183418"/>
                    <a:pt x="31544" y="173368"/>
                  </a:cubicBezTo>
                  <a:cubicBezTo>
                    <a:pt x="31544" y="166059"/>
                    <a:pt x="32152" y="163927"/>
                    <a:pt x="33366" y="158750"/>
                  </a:cubicBezTo>
                  <a:lnTo>
                    <a:pt x="55837" y="68909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0C22E0BA-DE9C-4BFC-99D2-1E9BEA0A3EDE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9961260" y="3110855"/>
              <a:ext cx="201934" cy="71263"/>
            </a:xfrm>
            <a:custGeom>
              <a:avLst/>
              <a:gdLst>
                <a:gd name="connsiteX0" fmla="*/ 191884 w 201934"/>
                <a:gd name="connsiteY0" fmla="*/ 12264 h 71263"/>
                <a:gd name="connsiteX1" fmla="*/ 202208 w 201934"/>
                <a:gd name="connsiteY1" fmla="*/ 6173 h 71263"/>
                <a:gd name="connsiteX2" fmla="*/ 192188 w 201934"/>
                <a:gd name="connsiteY2" fmla="*/ 82 h 71263"/>
                <a:gd name="connsiteX3" fmla="*/ 10294 w 201934"/>
                <a:gd name="connsiteY3" fmla="*/ 82 h 71263"/>
                <a:gd name="connsiteX4" fmla="*/ 274 w 201934"/>
                <a:gd name="connsiteY4" fmla="*/ 6173 h 71263"/>
                <a:gd name="connsiteX5" fmla="*/ 10598 w 201934"/>
                <a:gd name="connsiteY5" fmla="*/ 12264 h 71263"/>
                <a:gd name="connsiteX6" fmla="*/ 191884 w 201934"/>
                <a:gd name="connsiteY6" fmla="*/ 12264 h 71263"/>
                <a:gd name="connsiteX7" fmla="*/ 192188 w 201934"/>
                <a:gd name="connsiteY7" fmla="*/ 71346 h 71263"/>
                <a:gd name="connsiteX8" fmla="*/ 202208 w 201934"/>
                <a:gd name="connsiteY8" fmla="*/ 65255 h 71263"/>
                <a:gd name="connsiteX9" fmla="*/ 191884 w 201934"/>
                <a:gd name="connsiteY9" fmla="*/ 59164 h 71263"/>
                <a:gd name="connsiteX10" fmla="*/ 10598 w 201934"/>
                <a:gd name="connsiteY10" fmla="*/ 59164 h 71263"/>
                <a:gd name="connsiteX11" fmla="*/ 274 w 201934"/>
                <a:gd name="connsiteY11" fmla="*/ 65255 h 71263"/>
                <a:gd name="connsiteX12" fmla="*/ 10294 w 201934"/>
                <a:gd name="connsiteY12" fmla="*/ 71346 h 71263"/>
                <a:gd name="connsiteX13" fmla="*/ 192188 w 201934"/>
                <a:gd name="connsiteY13" fmla="*/ 71346 h 7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934" h="71263">
                  <a:moveTo>
                    <a:pt x="191884" y="12264"/>
                  </a:moveTo>
                  <a:cubicBezTo>
                    <a:pt x="196439" y="12264"/>
                    <a:pt x="202208" y="12264"/>
                    <a:pt x="202208" y="6173"/>
                  </a:cubicBezTo>
                  <a:cubicBezTo>
                    <a:pt x="202208" y="82"/>
                    <a:pt x="196439" y="82"/>
                    <a:pt x="192188" y="82"/>
                  </a:cubicBezTo>
                  <a:lnTo>
                    <a:pt x="10294" y="82"/>
                  </a:lnTo>
                  <a:cubicBezTo>
                    <a:pt x="6043" y="82"/>
                    <a:pt x="274" y="82"/>
                    <a:pt x="274" y="6173"/>
                  </a:cubicBezTo>
                  <a:cubicBezTo>
                    <a:pt x="274" y="12264"/>
                    <a:pt x="6043" y="12264"/>
                    <a:pt x="10598" y="12264"/>
                  </a:cubicBezTo>
                  <a:lnTo>
                    <a:pt x="191884" y="12264"/>
                  </a:lnTo>
                  <a:close/>
                  <a:moveTo>
                    <a:pt x="192188" y="71346"/>
                  </a:moveTo>
                  <a:cubicBezTo>
                    <a:pt x="196439" y="71346"/>
                    <a:pt x="202208" y="71346"/>
                    <a:pt x="202208" y="65255"/>
                  </a:cubicBezTo>
                  <a:cubicBezTo>
                    <a:pt x="202208" y="59164"/>
                    <a:pt x="196439" y="59164"/>
                    <a:pt x="191884" y="59164"/>
                  </a:cubicBezTo>
                  <a:lnTo>
                    <a:pt x="10598" y="59164"/>
                  </a:lnTo>
                  <a:cubicBezTo>
                    <a:pt x="6043" y="59164"/>
                    <a:pt x="274" y="59164"/>
                    <a:pt x="274" y="65255"/>
                  </a:cubicBezTo>
                  <a:cubicBezTo>
                    <a:pt x="274" y="71346"/>
                    <a:pt x="6043" y="71346"/>
                    <a:pt x="10294" y="71346"/>
                  </a:cubicBezTo>
                  <a:lnTo>
                    <a:pt x="192188" y="7134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1E80FCC7-AEF0-BBB5-512D-77E129426C26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9650860" y="3376722"/>
              <a:ext cx="67412" cy="211353"/>
            </a:xfrm>
            <a:custGeom>
              <a:avLst/>
              <a:gdLst>
                <a:gd name="connsiteX0" fmla="*/ 43991 w 67412"/>
                <a:gd name="connsiteY0" fmla="*/ 94 h 211353"/>
                <a:gd name="connsiteX1" fmla="*/ 264 w 67412"/>
                <a:gd name="connsiteY1" fmla="*/ 3444 h 211353"/>
                <a:gd name="connsiteX2" fmla="*/ 264 w 67412"/>
                <a:gd name="connsiteY2" fmla="*/ 12885 h 211353"/>
                <a:gd name="connsiteX3" fmla="*/ 23949 w 67412"/>
                <a:gd name="connsiteY3" fmla="*/ 29940 h 211353"/>
                <a:gd name="connsiteX4" fmla="*/ 23949 w 67412"/>
                <a:gd name="connsiteY4" fmla="*/ 188303 h 211353"/>
                <a:gd name="connsiteX5" fmla="*/ 264 w 67412"/>
                <a:gd name="connsiteY5" fmla="*/ 202007 h 211353"/>
                <a:gd name="connsiteX6" fmla="*/ 264 w 67412"/>
                <a:gd name="connsiteY6" fmla="*/ 211448 h 211353"/>
                <a:gd name="connsiteX7" fmla="*/ 33970 w 67412"/>
                <a:gd name="connsiteY7" fmla="*/ 210534 h 211353"/>
                <a:gd name="connsiteX8" fmla="*/ 67676 w 67412"/>
                <a:gd name="connsiteY8" fmla="*/ 211448 h 211353"/>
                <a:gd name="connsiteX9" fmla="*/ 67676 w 67412"/>
                <a:gd name="connsiteY9" fmla="*/ 202007 h 211353"/>
                <a:gd name="connsiteX10" fmla="*/ 43991 w 67412"/>
                <a:gd name="connsiteY10" fmla="*/ 188303 h 211353"/>
                <a:gd name="connsiteX11" fmla="*/ 43991 w 67412"/>
                <a:gd name="connsiteY11" fmla="*/ 94 h 21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412" h="211353">
                  <a:moveTo>
                    <a:pt x="43991" y="94"/>
                  </a:moveTo>
                  <a:lnTo>
                    <a:pt x="264" y="3444"/>
                  </a:lnTo>
                  <a:lnTo>
                    <a:pt x="264" y="12885"/>
                  </a:lnTo>
                  <a:cubicBezTo>
                    <a:pt x="21520" y="12885"/>
                    <a:pt x="23949" y="15017"/>
                    <a:pt x="23949" y="29940"/>
                  </a:cubicBezTo>
                  <a:lnTo>
                    <a:pt x="23949" y="188303"/>
                  </a:lnTo>
                  <a:cubicBezTo>
                    <a:pt x="23949" y="202007"/>
                    <a:pt x="20609" y="202007"/>
                    <a:pt x="264" y="202007"/>
                  </a:cubicBezTo>
                  <a:lnTo>
                    <a:pt x="264" y="211448"/>
                  </a:lnTo>
                  <a:cubicBezTo>
                    <a:pt x="10284" y="211143"/>
                    <a:pt x="26379" y="210534"/>
                    <a:pt x="33970" y="210534"/>
                  </a:cubicBezTo>
                  <a:cubicBezTo>
                    <a:pt x="41562" y="210534"/>
                    <a:pt x="56441" y="211143"/>
                    <a:pt x="67676" y="211448"/>
                  </a:cubicBezTo>
                  <a:lnTo>
                    <a:pt x="67676" y="202007"/>
                  </a:lnTo>
                  <a:cubicBezTo>
                    <a:pt x="47331" y="202007"/>
                    <a:pt x="43991" y="202007"/>
                    <a:pt x="43991" y="188303"/>
                  </a:cubicBezTo>
                  <a:lnTo>
                    <a:pt x="43991" y="94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A46C6CF1-8961-AED0-1795-9C0274618B35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9734907" y="3453467"/>
              <a:ext cx="152741" cy="134608"/>
            </a:xfrm>
            <a:custGeom>
              <a:avLst/>
              <a:gdLst>
                <a:gd name="connsiteX0" fmla="*/ 23952 w 152741"/>
                <a:gd name="connsiteY0" fmla="*/ 29940 h 134608"/>
                <a:gd name="connsiteX1" fmla="*/ 23952 w 152741"/>
                <a:gd name="connsiteY1" fmla="*/ 111558 h 134608"/>
                <a:gd name="connsiteX2" fmla="*/ 266 w 152741"/>
                <a:gd name="connsiteY2" fmla="*/ 125262 h 134608"/>
                <a:gd name="connsiteX3" fmla="*/ 266 w 152741"/>
                <a:gd name="connsiteY3" fmla="*/ 134703 h 134608"/>
                <a:gd name="connsiteX4" fmla="*/ 34580 w 152741"/>
                <a:gd name="connsiteY4" fmla="*/ 133789 h 134608"/>
                <a:gd name="connsiteX5" fmla="*/ 68590 w 152741"/>
                <a:gd name="connsiteY5" fmla="*/ 134703 h 134608"/>
                <a:gd name="connsiteX6" fmla="*/ 68590 w 152741"/>
                <a:gd name="connsiteY6" fmla="*/ 125262 h 134608"/>
                <a:gd name="connsiteX7" fmla="*/ 44905 w 152741"/>
                <a:gd name="connsiteY7" fmla="*/ 111558 h 134608"/>
                <a:gd name="connsiteX8" fmla="*/ 44905 w 152741"/>
                <a:gd name="connsiteY8" fmla="*/ 55521 h 134608"/>
                <a:gd name="connsiteX9" fmla="*/ 85899 w 152741"/>
                <a:gd name="connsiteY9" fmla="*/ 6794 h 134608"/>
                <a:gd name="connsiteX10" fmla="*/ 108370 w 152741"/>
                <a:gd name="connsiteY10" fmla="*/ 40599 h 134608"/>
                <a:gd name="connsiteX11" fmla="*/ 108370 w 152741"/>
                <a:gd name="connsiteY11" fmla="*/ 111558 h 134608"/>
                <a:gd name="connsiteX12" fmla="*/ 84684 w 152741"/>
                <a:gd name="connsiteY12" fmla="*/ 125262 h 134608"/>
                <a:gd name="connsiteX13" fmla="*/ 84684 w 152741"/>
                <a:gd name="connsiteY13" fmla="*/ 134703 h 134608"/>
                <a:gd name="connsiteX14" fmla="*/ 118998 w 152741"/>
                <a:gd name="connsiteY14" fmla="*/ 133789 h 134608"/>
                <a:gd name="connsiteX15" fmla="*/ 153008 w 152741"/>
                <a:gd name="connsiteY15" fmla="*/ 134703 h 134608"/>
                <a:gd name="connsiteX16" fmla="*/ 153008 w 152741"/>
                <a:gd name="connsiteY16" fmla="*/ 125262 h 134608"/>
                <a:gd name="connsiteX17" fmla="*/ 129323 w 152741"/>
                <a:gd name="connsiteY17" fmla="*/ 116126 h 134608"/>
                <a:gd name="connsiteX18" fmla="*/ 129323 w 152741"/>
                <a:gd name="connsiteY18" fmla="*/ 57958 h 134608"/>
                <a:gd name="connsiteX19" fmla="*/ 119909 w 152741"/>
                <a:gd name="connsiteY19" fmla="*/ 11363 h 134608"/>
                <a:gd name="connsiteX20" fmla="*/ 88025 w 152741"/>
                <a:gd name="connsiteY20" fmla="*/ 94 h 134608"/>
                <a:gd name="connsiteX21" fmla="*/ 43083 w 152741"/>
                <a:gd name="connsiteY21" fmla="*/ 32072 h 134608"/>
                <a:gd name="connsiteX22" fmla="*/ 43083 w 152741"/>
                <a:gd name="connsiteY22" fmla="*/ 94 h 134608"/>
                <a:gd name="connsiteX23" fmla="*/ 266 w 152741"/>
                <a:gd name="connsiteY23" fmla="*/ 3444 h 134608"/>
                <a:gd name="connsiteX24" fmla="*/ 266 w 152741"/>
                <a:gd name="connsiteY24" fmla="*/ 12885 h 134608"/>
                <a:gd name="connsiteX25" fmla="*/ 23952 w 152741"/>
                <a:gd name="connsiteY25" fmla="*/ 29940 h 134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2741" h="134608">
                  <a:moveTo>
                    <a:pt x="23952" y="29940"/>
                  </a:moveTo>
                  <a:lnTo>
                    <a:pt x="23952" y="111558"/>
                  </a:lnTo>
                  <a:cubicBezTo>
                    <a:pt x="23952" y="125262"/>
                    <a:pt x="20612" y="125262"/>
                    <a:pt x="266" y="125262"/>
                  </a:cubicBezTo>
                  <a:lnTo>
                    <a:pt x="266" y="134703"/>
                  </a:lnTo>
                  <a:cubicBezTo>
                    <a:pt x="10895" y="134398"/>
                    <a:pt x="26381" y="133789"/>
                    <a:pt x="34580" y="133789"/>
                  </a:cubicBezTo>
                  <a:cubicBezTo>
                    <a:pt x="42475" y="133789"/>
                    <a:pt x="58266" y="134398"/>
                    <a:pt x="68590" y="134703"/>
                  </a:cubicBezTo>
                  <a:lnTo>
                    <a:pt x="68590" y="125262"/>
                  </a:lnTo>
                  <a:cubicBezTo>
                    <a:pt x="48245" y="125262"/>
                    <a:pt x="44905" y="125262"/>
                    <a:pt x="44905" y="111558"/>
                  </a:cubicBezTo>
                  <a:lnTo>
                    <a:pt x="44905" y="55521"/>
                  </a:lnTo>
                  <a:cubicBezTo>
                    <a:pt x="44905" y="23849"/>
                    <a:pt x="66465" y="6794"/>
                    <a:pt x="85899" y="6794"/>
                  </a:cubicBezTo>
                  <a:cubicBezTo>
                    <a:pt x="105030" y="6794"/>
                    <a:pt x="108370" y="23240"/>
                    <a:pt x="108370" y="40599"/>
                  </a:cubicBezTo>
                  <a:lnTo>
                    <a:pt x="108370" y="111558"/>
                  </a:lnTo>
                  <a:cubicBezTo>
                    <a:pt x="108370" y="125262"/>
                    <a:pt x="105030" y="125262"/>
                    <a:pt x="84684" y="125262"/>
                  </a:cubicBezTo>
                  <a:lnTo>
                    <a:pt x="84684" y="134703"/>
                  </a:lnTo>
                  <a:cubicBezTo>
                    <a:pt x="95312" y="134398"/>
                    <a:pt x="110799" y="133789"/>
                    <a:pt x="118998" y="133789"/>
                  </a:cubicBezTo>
                  <a:cubicBezTo>
                    <a:pt x="126893" y="133789"/>
                    <a:pt x="142684" y="134398"/>
                    <a:pt x="153008" y="134703"/>
                  </a:cubicBezTo>
                  <a:lnTo>
                    <a:pt x="153008" y="125262"/>
                  </a:lnTo>
                  <a:cubicBezTo>
                    <a:pt x="137218" y="125262"/>
                    <a:pt x="129626" y="125262"/>
                    <a:pt x="129323" y="116126"/>
                  </a:cubicBezTo>
                  <a:lnTo>
                    <a:pt x="129323" y="57958"/>
                  </a:lnTo>
                  <a:cubicBezTo>
                    <a:pt x="129323" y="31767"/>
                    <a:pt x="129323" y="22326"/>
                    <a:pt x="119909" y="11363"/>
                  </a:cubicBezTo>
                  <a:cubicBezTo>
                    <a:pt x="115658" y="6185"/>
                    <a:pt x="105637" y="94"/>
                    <a:pt x="88025" y="94"/>
                  </a:cubicBezTo>
                  <a:cubicBezTo>
                    <a:pt x="65857" y="94"/>
                    <a:pt x="51585" y="13190"/>
                    <a:pt x="43083" y="32072"/>
                  </a:cubicBezTo>
                  <a:lnTo>
                    <a:pt x="43083" y="94"/>
                  </a:lnTo>
                  <a:lnTo>
                    <a:pt x="266" y="3444"/>
                  </a:lnTo>
                  <a:lnTo>
                    <a:pt x="266" y="12885"/>
                  </a:lnTo>
                  <a:cubicBezTo>
                    <a:pt x="21523" y="12885"/>
                    <a:pt x="23952" y="15017"/>
                    <a:pt x="23952" y="2994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CC4FF2CD-DF08-68EB-1333-DD6352E2FF23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9923954" y="3359667"/>
              <a:ext cx="70449" cy="304544"/>
            </a:xfrm>
            <a:custGeom>
              <a:avLst/>
              <a:gdLst>
                <a:gd name="connsiteX0" fmla="*/ 70721 w 70449"/>
                <a:gd name="connsiteY0" fmla="*/ 301593 h 304544"/>
                <a:gd name="connsiteX1" fmla="*/ 65559 w 70449"/>
                <a:gd name="connsiteY1" fmla="*/ 294893 h 304544"/>
                <a:gd name="connsiteX2" fmla="*/ 17884 w 70449"/>
                <a:gd name="connsiteY2" fmla="*/ 152366 h 304544"/>
                <a:gd name="connsiteX3" fmla="*/ 66774 w 70449"/>
                <a:gd name="connsiteY3" fmla="*/ 8317 h 304544"/>
                <a:gd name="connsiteX4" fmla="*/ 70721 w 70449"/>
                <a:gd name="connsiteY4" fmla="*/ 3140 h 304544"/>
                <a:gd name="connsiteX5" fmla="*/ 67685 w 70449"/>
                <a:gd name="connsiteY5" fmla="*/ 94 h 304544"/>
                <a:gd name="connsiteX6" fmla="*/ 19403 w 70449"/>
                <a:gd name="connsiteY6" fmla="*/ 59481 h 304544"/>
                <a:gd name="connsiteX7" fmla="*/ 272 w 70449"/>
                <a:gd name="connsiteY7" fmla="*/ 152366 h 304544"/>
                <a:gd name="connsiteX8" fmla="*/ 20314 w 70449"/>
                <a:gd name="connsiteY8" fmla="*/ 247384 h 304544"/>
                <a:gd name="connsiteX9" fmla="*/ 67685 w 70449"/>
                <a:gd name="connsiteY9" fmla="*/ 304638 h 304544"/>
                <a:gd name="connsiteX10" fmla="*/ 70721 w 70449"/>
                <a:gd name="connsiteY10" fmla="*/ 301593 h 30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49" h="304544">
                  <a:moveTo>
                    <a:pt x="70721" y="301593"/>
                  </a:moveTo>
                  <a:cubicBezTo>
                    <a:pt x="70721" y="300679"/>
                    <a:pt x="70721" y="300070"/>
                    <a:pt x="65559" y="294893"/>
                  </a:cubicBezTo>
                  <a:cubicBezTo>
                    <a:pt x="27602" y="256521"/>
                    <a:pt x="17884" y="198962"/>
                    <a:pt x="17884" y="152366"/>
                  </a:cubicBezTo>
                  <a:cubicBezTo>
                    <a:pt x="17884" y="99376"/>
                    <a:pt x="29423" y="46385"/>
                    <a:pt x="66774" y="8317"/>
                  </a:cubicBezTo>
                  <a:cubicBezTo>
                    <a:pt x="70721" y="4663"/>
                    <a:pt x="70721" y="4054"/>
                    <a:pt x="70721" y="3140"/>
                  </a:cubicBezTo>
                  <a:cubicBezTo>
                    <a:pt x="70721" y="1008"/>
                    <a:pt x="69507" y="94"/>
                    <a:pt x="67685" y="94"/>
                  </a:cubicBezTo>
                  <a:cubicBezTo>
                    <a:pt x="64648" y="94"/>
                    <a:pt x="37319" y="20803"/>
                    <a:pt x="19403" y="59481"/>
                  </a:cubicBezTo>
                  <a:cubicBezTo>
                    <a:pt x="3916" y="92980"/>
                    <a:pt x="272" y="126785"/>
                    <a:pt x="272" y="152366"/>
                  </a:cubicBezTo>
                  <a:cubicBezTo>
                    <a:pt x="272" y="176121"/>
                    <a:pt x="3612" y="212971"/>
                    <a:pt x="20314" y="247384"/>
                  </a:cubicBezTo>
                  <a:cubicBezTo>
                    <a:pt x="38533" y="284843"/>
                    <a:pt x="64648" y="304638"/>
                    <a:pt x="67685" y="304638"/>
                  </a:cubicBezTo>
                  <a:cubicBezTo>
                    <a:pt x="69507" y="304638"/>
                    <a:pt x="70721" y="303725"/>
                    <a:pt x="70721" y="30159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892401A1-0805-E6B5-CF02-FF1871C16AD2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10020788" y="3453467"/>
              <a:ext cx="139987" cy="197039"/>
            </a:xfrm>
            <a:custGeom>
              <a:avLst/>
              <a:gdLst>
                <a:gd name="connsiteX0" fmla="*/ 139049 w 139987"/>
                <a:gd name="connsiteY0" fmla="*/ 18672 h 197039"/>
                <a:gd name="connsiteX1" fmla="*/ 140264 w 139987"/>
                <a:gd name="connsiteY1" fmla="*/ 11667 h 197039"/>
                <a:gd name="connsiteX2" fmla="*/ 131458 w 139987"/>
                <a:gd name="connsiteY2" fmla="*/ 3444 h 197039"/>
                <a:gd name="connsiteX3" fmla="*/ 120829 w 139987"/>
                <a:gd name="connsiteY3" fmla="*/ 9840 h 197039"/>
                <a:gd name="connsiteX4" fmla="*/ 116578 w 139987"/>
                <a:gd name="connsiteY4" fmla="*/ 26285 h 197039"/>
                <a:gd name="connsiteX5" fmla="*/ 110505 w 139987"/>
                <a:gd name="connsiteY5" fmla="*/ 50649 h 197039"/>
                <a:gd name="connsiteX6" fmla="*/ 96840 w 139987"/>
                <a:gd name="connsiteY6" fmla="*/ 105467 h 197039"/>
                <a:gd name="connsiteX7" fmla="*/ 62526 w 139987"/>
                <a:gd name="connsiteY7" fmla="*/ 131353 h 197039"/>
                <a:gd name="connsiteX8" fmla="*/ 43699 w 139987"/>
                <a:gd name="connsiteY8" fmla="*/ 106685 h 197039"/>
                <a:gd name="connsiteX9" fmla="*/ 59186 w 139987"/>
                <a:gd name="connsiteY9" fmla="*/ 46994 h 197039"/>
                <a:gd name="connsiteX10" fmla="*/ 65259 w 139987"/>
                <a:gd name="connsiteY10" fmla="*/ 25067 h 197039"/>
                <a:gd name="connsiteX11" fmla="*/ 40359 w 139987"/>
                <a:gd name="connsiteY11" fmla="*/ 94 h 197039"/>
                <a:gd name="connsiteX12" fmla="*/ 276 w 139987"/>
                <a:gd name="connsiteY12" fmla="*/ 46994 h 197039"/>
                <a:gd name="connsiteX13" fmla="*/ 3920 w 139987"/>
                <a:gd name="connsiteY13" fmla="*/ 50040 h 197039"/>
                <a:gd name="connsiteX14" fmla="*/ 8778 w 139987"/>
                <a:gd name="connsiteY14" fmla="*/ 44558 h 197039"/>
                <a:gd name="connsiteX15" fmla="*/ 39448 w 139987"/>
                <a:gd name="connsiteY15" fmla="*/ 6794 h 197039"/>
                <a:gd name="connsiteX16" fmla="*/ 47040 w 139987"/>
                <a:gd name="connsiteY16" fmla="*/ 16540 h 197039"/>
                <a:gd name="connsiteX17" fmla="*/ 41877 w 139987"/>
                <a:gd name="connsiteY17" fmla="*/ 37858 h 197039"/>
                <a:gd name="connsiteX18" fmla="*/ 24265 w 139987"/>
                <a:gd name="connsiteY18" fmla="*/ 101812 h 197039"/>
                <a:gd name="connsiteX19" fmla="*/ 61312 w 139987"/>
                <a:gd name="connsiteY19" fmla="*/ 138053 h 197039"/>
                <a:gd name="connsiteX20" fmla="*/ 91982 w 139987"/>
                <a:gd name="connsiteY20" fmla="*/ 124348 h 197039"/>
                <a:gd name="connsiteX21" fmla="*/ 72244 w 139987"/>
                <a:gd name="connsiteY21" fmla="*/ 171248 h 197039"/>
                <a:gd name="connsiteX22" fmla="*/ 38841 w 139987"/>
                <a:gd name="connsiteY22" fmla="*/ 190434 h 197039"/>
                <a:gd name="connsiteX23" fmla="*/ 15763 w 139987"/>
                <a:gd name="connsiteY23" fmla="*/ 177644 h 197039"/>
                <a:gd name="connsiteX24" fmla="*/ 28820 w 139987"/>
                <a:gd name="connsiteY24" fmla="*/ 173989 h 197039"/>
                <a:gd name="connsiteX25" fmla="*/ 34893 w 139987"/>
                <a:gd name="connsiteY25" fmla="*/ 161503 h 197039"/>
                <a:gd name="connsiteX26" fmla="*/ 23658 w 139987"/>
                <a:gd name="connsiteY26" fmla="*/ 150844 h 197039"/>
                <a:gd name="connsiteX27" fmla="*/ 6653 w 139987"/>
                <a:gd name="connsiteY27" fmla="*/ 170639 h 197039"/>
                <a:gd name="connsiteX28" fmla="*/ 38841 w 139987"/>
                <a:gd name="connsiteY28" fmla="*/ 197134 h 197039"/>
                <a:gd name="connsiteX29" fmla="*/ 109898 w 139987"/>
                <a:gd name="connsiteY29" fmla="*/ 135007 h 197039"/>
                <a:gd name="connsiteX30" fmla="*/ 139049 w 139987"/>
                <a:gd name="connsiteY30" fmla="*/ 18672 h 197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9987" h="197039">
                  <a:moveTo>
                    <a:pt x="139049" y="18672"/>
                  </a:moveTo>
                  <a:cubicBezTo>
                    <a:pt x="140264" y="14408"/>
                    <a:pt x="140264" y="13799"/>
                    <a:pt x="140264" y="11667"/>
                  </a:cubicBezTo>
                  <a:cubicBezTo>
                    <a:pt x="140264" y="6185"/>
                    <a:pt x="136012" y="3444"/>
                    <a:pt x="131458" y="3444"/>
                  </a:cubicBezTo>
                  <a:cubicBezTo>
                    <a:pt x="128421" y="3444"/>
                    <a:pt x="123562" y="5272"/>
                    <a:pt x="120829" y="9840"/>
                  </a:cubicBezTo>
                  <a:cubicBezTo>
                    <a:pt x="120222" y="11363"/>
                    <a:pt x="117793" y="20803"/>
                    <a:pt x="116578" y="26285"/>
                  </a:cubicBezTo>
                  <a:cubicBezTo>
                    <a:pt x="114452" y="34203"/>
                    <a:pt x="112327" y="42426"/>
                    <a:pt x="110505" y="50649"/>
                  </a:cubicBezTo>
                  <a:lnTo>
                    <a:pt x="96840" y="105467"/>
                  </a:lnTo>
                  <a:cubicBezTo>
                    <a:pt x="95625" y="110035"/>
                    <a:pt x="82568" y="131353"/>
                    <a:pt x="62526" y="131353"/>
                  </a:cubicBezTo>
                  <a:cubicBezTo>
                    <a:pt x="47040" y="131353"/>
                    <a:pt x="43699" y="117953"/>
                    <a:pt x="43699" y="106685"/>
                  </a:cubicBezTo>
                  <a:cubicBezTo>
                    <a:pt x="43699" y="92676"/>
                    <a:pt x="48862" y="73794"/>
                    <a:pt x="59186" y="46994"/>
                  </a:cubicBezTo>
                  <a:cubicBezTo>
                    <a:pt x="64045" y="34508"/>
                    <a:pt x="65259" y="31158"/>
                    <a:pt x="65259" y="25067"/>
                  </a:cubicBezTo>
                  <a:cubicBezTo>
                    <a:pt x="65259" y="11363"/>
                    <a:pt x="55542" y="94"/>
                    <a:pt x="40359" y="94"/>
                  </a:cubicBezTo>
                  <a:cubicBezTo>
                    <a:pt x="11511" y="94"/>
                    <a:pt x="276" y="44253"/>
                    <a:pt x="276" y="46994"/>
                  </a:cubicBezTo>
                  <a:cubicBezTo>
                    <a:pt x="276" y="50040"/>
                    <a:pt x="3312" y="50040"/>
                    <a:pt x="3920" y="50040"/>
                  </a:cubicBezTo>
                  <a:cubicBezTo>
                    <a:pt x="6956" y="50040"/>
                    <a:pt x="7260" y="49431"/>
                    <a:pt x="8778" y="44558"/>
                  </a:cubicBezTo>
                  <a:cubicBezTo>
                    <a:pt x="16977" y="15931"/>
                    <a:pt x="29124" y="6794"/>
                    <a:pt x="39448" y="6794"/>
                  </a:cubicBezTo>
                  <a:cubicBezTo>
                    <a:pt x="41877" y="6794"/>
                    <a:pt x="47040" y="6794"/>
                    <a:pt x="47040" y="16540"/>
                  </a:cubicBezTo>
                  <a:cubicBezTo>
                    <a:pt x="47040" y="24153"/>
                    <a:pt x="44003" y="32072"/>
                    <a:pt x="41877" y="37858"/>
                  </a:cubicBezTo>
                  <a:cubicBezTo>
                    <a:pt x="29731" y="70140"/>
                    <a:pt x="24265" y="87499"/>
                    <a:pt x="24265" y="101812"/>
                  </a:cubicBezTo>
                  <a:cubicBezTo>
                    <a:pt x="24265" y="128917"/>
                    <a:pt x="43396" y="138053"/>
                    <a:pt x="61312" y="138053"/>
                  </a:cubicBezTo>
                  <a:cubicBezTo>
                    <a:pt x="73155" y="138053"/>
                    <a:pt x="83479" y="132876"/>
                    <a:pt x="91982" y="124348"/>
                  </a:cubicBezTo>
                  <a:cubicBezTo>
                    <a:pt x="88034" y="140185"/>
                    <a:pt x="84390" y="155107"/>
                    <a:pt x="72244" y="171248"/>
                  </a:cubicBezTo>
                  <a:cubicBezTo>
                    <a:pt x="64348" y="181603"/>
                    <a:pt x="52809" y="190434"/>
                    <a:pt x="38841" y="190434"/>
                  </a:cubicBezTo>
                  <a:cubicBezTo>
                    <a:pt x="34590" y="190434"/>
                    <a:pt x="20925" y="189521"/>
                    <a:pt x="15763" y="177644"/>
                  </a:cubicBezTo>
                  <a:cubicBezTo>
                    <a:pt x="20621" y="177644"/>
                    <a:pt x="24569" y="177644"/>
                    <a:pt x="28820" y="173989"/>
                  </a:cubicBezTo>
                  <a:cubicBezTo>
                    <a:pt x="31857" y="171248"/>
                    <a:pt x="34893" y="167289"/>
                    <a:pt x="34893" y="161503"/>
                  </a:cubicBezTo>
                  <a:cubicBezTo>
                    <a:pt x="34893" y="152062"/>
                    <a:pt x="26694" y="150844"/>
                    <a:pt x="23658" y="150844"/>
                  </a:cubicBezTo>
                  <a:cubicBezTo>
                    <a:pt x="16674" y="150844"/>
                    <a:pt x="6653" y="155716"/>
                    <a:pt x="6653" y="170639"/>
                  </a:cubicBezTo>
                  <a:cubicBezTo>
                    <a:pt x="6653" y="185866"/>
                    <a:pt x="20014" y="197134"/>
                    <a:pt x="38841" y="197134"/>
                  </a:cubicBezTo>
                  <a:cubicBezTo>
                    <a:pt x="70118" y="197134"/>
                    <a:pt x="101395" y="169421"/>
                    <a:pt x="109898" y="135007"/>
                  </a:cubicBezTo>
                  <a:lnTo>
                    <a:pt x="139049" y="1867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084A312-B6E3-E54D-AA88-54037E786856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10189065" y="3359667"/>
              <a:ext cx="70449" cy="304544"/>
            </a:xfrm>
            <a:custGeom>
              <a:avLst/>
              <a:gdLst>
                <a:gd name="connsiteX0" fmla="*/ 70731 w 70449"/>
                <a:gd name="connsiteY0" fmla="*/ 152366 h 304544"/>
                <a:gd name="connsiteX1" fmla="*/ 50689 w 70449"/>
                <a:gd name="connsiteY1" fmla="*/ 57349 h 304544"/>
                <a:gd name="connsiteX2" fmla="*/ 3318 w 70449"/>
                <a:gd name="connsiteY2" fmla="*/ 94 h 304544"/>
                <a:gd name="connsiteX3" fmla="*/ 281 w 70449"/>
                <a:gd name="connsiteY3" fmla="*/ 3140 h 304544"/>
                <a:gd name="connsiteX4" fmla="*/ 6051 w 70449"/>
                <a:gd name="connsiteY4" fmla="*/ 10144 h 304544"/>
                <a:gd name="connsiteX5" fmla="*/ 53118 w 70449"/>
                <a:gd name="connsiteY5" fmla="*/ 152366 h 304544"/>
                <a:gd name="connsiteX6" fmla="*/ 4229 w 70449"/>
                <a:gd name="connsiteY6" fmla="*/ 296416 h 304544"/>
                <a:gd name="connsiteX7" fmla="*/ 281 w 70449"/>
                <a:gd name="connsiteY7" fmla="*/ 301593 h 304544"/>
                <a:gd name="connsiteX8" fmla="*/ 3318 w 70449"/>
                <a:gd name="connsiteY8" fmla="*/ 304638 h 304544"/>
                <a:gd name="connsiteX9" fmla="*/ 51600 w 70449"/>
                <a:gd name="connsiteY9" fmla="*/ 245252 h 304544"/>
                <a:gd name="connsiteX10" fmla="*/ 70731 w 70449"/>
                <a:gd name="connsiteY10" fmla="*/ 152366 h 30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49" h="304544">
                  <a:moveTo>
                    <a:pt x="70731" y="152366"/>
                  </a:moveTo>
                  <a:cubicBezTo>
                    <a:pt x="70731" y="128612"/>
                    <a:pt x="67390" y="91762"/>
                    <a:pt x="50689" y="57349"/>
                  </a:cubicBezTo>
                  <a:cubicBezTo>
                    <a:pt x="32469" y="19890"/>
                    <a:pt x="6354" y="94"/>
                    <a:pt x="3318" y="94"/>
                  </a:cubicBezTo>
                  <a:cubicBezTo>
                    <a:pt x="1496" y="94"/>
                    <a:pt x="281" y="1313"/>
                    <a:pt x="281" y="3140"/>
                  </a:cubicBezTo>
                  <a:cubicBezTo>
                    <a:pt x="281" y="4054"/>
                    <a:pt x="281" y="4663"/>
                    <a:pt x="6051" y="10144"/>
                  </a:cubicBezTo>
                  <a:cubicBezTo>
                    <a:pt x="35809" y="40294"/>
                    <a:pt x="53118" y="88717"/>
                    <a:pt x="53118" y="152366"/>
                  </a:cubicBezTo>
                  <a:cubicBezTo>
                    <a:pt x="53118" y="204443"/>
                    <a:pt x="41883" y="258043"/>
                    <a:pt x="4229" y="296416"/>
                  </a:cubicBezTo>
                  <a:cubicBezTo>
                    <a:pt x="281" y="300070"/>
                    <a:pt x="281" y="300679"/>
                    <a:pt x="281" y="301593"/>
                  </a:cubicBezTo>
                  <a:cubicBezTo>
                    <a:pt x="281" y="303420"/>
                    <a:pt x="1496" y="304638"/>
                    <a:pt x="3318" y="304638"/>
                  </a:cubicBezTo>
                  <a:cubicBezTo>
                    <a:pt x="6354" y="304638"/>
                    <a:pt x="33684" y="283929"/>
                    <a:pt x="51600" y="245252"/>
                  </a:cubicBezTo>
                  <a:cubicBezTo>
                    <a:pt x="67087" y="211753"/>
                    <a:pt x="70731" y="177948"/>
                    <a:pt x="70731" y="152366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6AC88A97-09B0-9DBD-07D8-736532618CE5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10579540" y="2966807"/>
              <a:ext cx="12146" cy="730905"/>
            </a:xfrm>
            <a:custGeom>
              <a:avLst/>
              <a:gdLst>
                <a:gd name="connsiteX0" fmla="*/ 0 w 12146"/>
                <a:gd name="connsiteY0" fmla="*/ 0 h 730905"/>
                <a:gd name="connsiteX1" fmla="*/ 12146 w 12146"/>
                <a:gd name="connsiteY1" fmla="*/ 0 h 730905"/>
                <a:gd name="connsiteX2" fmla="*/ 12146 w 12146"/>
                <a:gd name="connsiteY2" fmla="*/ 730906 h 730905"/>
                <a:gd name="connsiteX3" fmla="*/ 0 w 12146"/>
                <a:gd name="connsiteY3" fmla="*/ 730906 h 7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0905">
                  <a:moveTo>
                    <a:pt x="0" y="0"/>
                  </a:moveTo>
                  <a:lnTo>
                    <a:pt x="12146" y="0"/>
                  </a:lnTo>
                  <a:lnTo>
                    <a:pt x="12146" y="730906"/>
                  </a:lnTo>
                  <a:lnTo>
                    <a:pt x="0" y="73090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FF1F9519-4B50-F497-9CBF-72F6BEC18AED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11082389" y="3270741"/>
              <a:ext cx="111747" cy="137958"/>
            </a:xfrm>
            <a:custGeom>
              <a:avLst/>
              <a:gdLst>
                <a:gd name="connsiteX0" fmla="*/ 103252 w 111747"/>
                <a:gd name="connsiteY0" fmla="*/ 20797 h 137958"/>
                <a:gd name="connsiteX1" fmla="*/ 88676 w 111747"/>
                <a:gd name="connsiteY1" fmla="*/ 34502 h 137958"/>
                <a:gd name="connsiteX2" fmla="*/ 98089 w 111747"/>
                <a:gd name="connsiteY2" fmla="*/ 43334 h 137958"/>
                <a:gd name="connsiteX3" fmla="*/ 112058 w 111747"/>
                <a:gd name="connsiteY3" fmla="*/ 26279 h 137958"/>
                <a:gd name="connsiteX4" fmla="*/ 75922 w 111747"/>
                <a:gd name="connsiteY4" fmla="*/ 88 h 137958"/>
                <a:gd name="connsiteX5" fmla="*/ 24603 w 111747"/>
                <a:gd name="connsiteY5" fmla="*/ 44552 h 137958"/>
                <a:gd name="connsiteX6" fmla="*/ 55880 w 111747"/>
                <a:gd name="connsiteY6" fmla="*/ 74702 h 137958"/>
                <a:gd name="connsiteX7" fmla="*/ 87461 w 111747"/>
                <a:gd name="connsiteY7" fmla="*/ 97847 h 137958"/>
                <a:gd name="connsiteX8" fmla="*/ 44038 w 111747"/>
                <a:gd name="connsiteY8" fmla="*/ 131347 h 137958"/>
                <a:gd name="connsiteX9" fmla="*/ 9420 w 111747"/>
                <a:gd name="connsiteY9" fmla="*/ 115206 h 137958"/>
                <a:gd name="connsiteX10" fmla="*/ 28551 w 111747"/>
                <a:gd name="connsiteY10" fmla="*/ 99065 h 137958"/>
                <a:gd name="connsiteX11" fmla="*/ 17315 w 111747"/>
                <a:gd name="connsiteY11" fmla="*/ 88406 h 137958"/>
                <a:gd name="connsiteX12" fmla="*/ 310 w 111747"/>
                <a:gd name="connsiteY12" fmla="*/ 108506 h 137958"/>
                <a:gd name="connsiteX13" fmla="*/ 43734 w 111747"/>
                <a:gd name="connsiteY13" fmla="*/ 138047 h 137958"/>
                <a:gd name="connsiteX14" fmla="*/ 104770 w 111747"/>
                <a:gd name="connsiteY14" fmla="*/ 87493 h 137958"/>
                <a:gd name="connsiteX15" fmla="*/ 95356 w 111747"/>
                <a:gd name="connsiteY15" fmla="*/ 65261 h 137958"/>
                <a:gd name="connsiteX16" fmla="*/ 64990 w 111747"/>
                <a:gd name="connsiteY16" fmla="*/ 52470 h 137958"/>
                <a:gd name="connsiteX17" fmla="*/ 41912 w 111747"/>
                <a:gd name="connsiteY17" fmla="*/ 34197 h 137958"/>
                <a:gd name="connsiteX18" fmla="*/ 75922 w 111747"/>
                <a:gd name="connsiteY18" fmla="*/ 6788 h 137958"/>
                <a:gd name="connsiteX19" fmla="*/ 103252 w 111747"/>
                <a:gd name="connsiteY19" fmla="*/ 20797 h 13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1747" h="137958">
                  <a:moveTo>
                    <a:pt x="103252" y="20797"/>
                  </a:moveTo>
                  <a:cubicBezTo>
                    <a:pt x="94749" y="21102"/>
                    <a:pt x="88676" y="27802"/>
                    <a:pt x="88676" y="34502"/>
                  </a:cubicBezTo>
                  <a:cubicBezTo>
                    <a:pt x="88676" y="38766"/>
                    <a:pt x="91409" y="43334"/>
                    <a:pt x="98089" y="43334"/>
                  </a:cubicBezTo>
                  <a:cubicBezTo>
                    <a:pt x="104770" y="43334"/>
                    <a:pt x="112058" y="38156"/>
                    <a:pt x="112058" y="26279"/>
                  </a:cubicBezTo>
                  <a:cubicBezTo>
                    <a:pt x="112058" y="12575"/>
                    <a:pt x="99000" y="88"/>
                    <a:pt x="75922" y="88"/>
                  </a:cubicBezTo>
                  <a:cubicBezTo>
                    <a:pt x="35839" y="88"/>
                    <a:pt x="24603" y="31152"/>
                    <a:pt x="24603" y="44552"/>
                  </a:cubicBezTo>
                  <a:cubicBezTo>
                    <a:pt x="24603" y="68306"/>
                    <a:pt x="47074" y="72874"/>
                    <a:pt x="55880" y="74702"/>
                  </a:cubicBezTo>
                  <a:cubicBezTo>
                    <a:pt x="71671" y="77747"/>
                    <a:pt x="87461" y="81097"/>
                    <a:pt x="87461" y="97847"/>
                  </a:cubicBezTo>
                  <a:cubicBezTo>
                    <a:pt x="87461" y="105765"/>
                    <a:pt x="80477" y="131347"/>
                    <a:pt x="44038" y="131347"/>
                  </a:cubicBezTo>
                  <a:cubicBezTo>
                    <a:pt x="39786" y="131347"/>
                    <a:pt x="16405" y="131347"/>
                    <a:pt x="9420" y="115206"/>
                  </a:cubicBezTo>
                  <a:cubicBezTo>
                    <a:pt x="20959" y="116729"/>
                    <a:pt x="28551" y="107593"/>
                    <a:pt x="28551" y="99065"/>
                  </a:cubicBezTo>
                  <a:cubicBezTo>
                    <a:pt x="28551" y="92061"/>
                    <a:pt x="23692" y="88406"/>
                    <a:pt x="17315" y="88406"/>
                  </a:cubicBezTo>
                  <a:cubicBezTo>
                    <a:pt x="9420" y="88406"/>
                    <a:pt x="310" y="94802"/>
                    <a:pt x="310" y="108506"/>
                  </a:cubicBezTo>
                  <a:cubicBezTo>
                    <a:pt x="310" y="125865"/>
                    <a:pt x="17619" y="138047"/>
                    <a:pt x="43734" y="138047"/>
                  </a:cubicBezTo>
                  <a:cubicBezTo>
                    <a:pt x="92927" y="138047"/>
                    <a:pt x="104770" y="101197"/>
                    <a:pt x="104770" y="87493"/>
                  </a:cubicBezTo>
                  <a:cubicBezTo>
                    <a:pt x="104770" y="76529"/>
                    <a:pt x="99000" y="68915"/>
                    <a:pt x="95356" y="65261"/>
                  </a:cubicBezTo>
                  <a:cubicBezTo>
                    <a:pt x="87158" y="56734"/>
                    <a:pt x="78351" y="55211"/>
                    <a:pt x="64990" y="52470"/>
                  </a:cubicBezTo>
                  <a:cubicBezTo>
                    <a:pt x="54059" y="50034"/>
                    <a:pt x="41912" y="47902"/>
                    <a:pt x="41912" y="34197"/>
                  </a:cubicBezTo>
                  <a:cubicBezTo>
                    <a:pt x="41912" y="25366"/>
                    <a:pt x="49200" y="6788"/>
                    <a:pt x="75922" y="6788"/>
                  </a:cubicBezTo>
                  <a:cubicBezTo>
                    <a:pt x="83514" y="6788"/>
                    <a:pt x="98697" y="8920"/>
                    <a:pt x="103252" y="2079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8F6E1A83-EDF0-35F9-A2AA-8933300469BD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11222332" y="3153280"/>
              <a:ext cx="93952" cy="141552"/>
            </a:xfrm>
            <a:custGeom>
              <a:avLst/>
              <a:gdLst>
                <a:gd name="connsiteX0" fmla="*/ 94268 w 93952"/>
                <a:gd name="connsiteY0" fmla="*/ 102838 h 141552"/>
                <a:gd name="connsiteX1" fmla="*/ 87041 w 93952"/>
                <a:gd name="connsiteY1" fmla="*/ 102838 h 141552"/>
                <a:gd name="connsiteX2" fmla="*/ 81514 w 93952"/>
                <a:gd name="connsiteY2" fmla="*/ 122237 h 141552"/>
                <a:gd name="connsiteX3" fmla="*/ 60470 w 93952"/>
                <a:gd name="connsiteY3" fmla="*/ 123517 h 141552"/>
                <a:gd name="connsiteX4" fmla="*/ 21359 w 93952"/>
                <a:gd name="connsiteY4" fmla="*/ 123517 h 141552"/>
                <a:gd name="connsiteX5" fmla="*/ 63871 w 93952"/>
                <a:gd name="connsiteY5" fmla="*/ 87702 h 141552"/>
                <a:gd name="connsiteX6" fmla="*/ 94268 w 93952"/>
                <a:gd name="connsiteY6" fmla="*/ 41655 h 141552"/>
                <a:gd name="connsiteX7" fmla="*/ 44528 w 93952"/>
                <a:gd name="connsiteY7" fmla="*/ 85 h 141552"/>
                <a:gd name="connsiteX8" fmla="*/ 315 w 93952"/>
                <a:gd name="connsiteY8" fmla="*/ 38244 h 141552"/>
                <a:gd name="connsiteX9" fmla="*/ 11581 w 93952"/>
                <a:gd name="connsiteY9" fmla="*/ 50182 h 141552"/>
                <a:gd name="connsiteX10" fmla="*/ 22847 w 93952"/>
                <a:gd name="connsiteY10" fmla="*/ 38884 h 141552"/>
                <a:gd name="connsiteX11" fmla="*/ 10306 w 93952"/>
                <a:gd name="connsiteY11" fmla="*/ 27585 h 141552"/>
                <a:gd name="connsiteX12" fmla="*/ 41340 w 93952"/>
                <a:gd name="connsiteY12" fmla="*/ 7759 h 141552"/>
                <a:gd name="connsiteX13" fmla="*/ 73649 w 93952"/>
                <a:gd name="connsiteY13" fmla="*/ 41655 h 141552"/>
                <a:gd name="connsiteX14" fmla="*/ 53668 w 93952"/>
                <a:gd name="connsiteY14" fmla="*/ 82586 h 141552"/>
                <a:gd name="connsiteX15" fmla="*/ 2441 w 93952"/>
                <a:gd name="connsiteY15" fmla="*/ 133323 h 141552"/>
                <a:gd name="connsiteX16" fmla="*/ 315 w 93952"/>
                <a:gd name="connsiteY16" fmla="*/ 141637 h 141552"/>
                <a:gd name="connsiteX17" fmla="*/ 87891 w 93952"/>
                <a:gd name="connsiteY17" fmla="*/ 141637 h 141552"/>
                <a:gd name="connsiteX18" fmla="*/ 94268 w 93952"/>
                <a:gd name="connsiteY18" fmla="*/ 102838 h 14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952" h="141552">
                  <a:moveTo>
                    <a:pt x="94268" y="102838"/>
                  </a:moveTo>
                  <a:lnTo>
                    <a:pt x="87041" y="102838"/>
                  </a:lnTo>
                  <a:cubicBezTo>
                    <a:pt x="86403" y="107528"/>
                    <a:pt x="84277" y="120106"/>
                    <a:pt x="81514" y="122237"/>
                  </a:cubicBezTo>
                  <a:cubicBezTo>
                    <a:pt x="79814" y="123517"/>
                    <a:pt x="63446" y="123517"/>
                    <a:pt x="60470" y="123517"/>
                  </a:cubicBezTo>
                  <a:lnTo>
                    <a:pt x="21359" y="123517"/>
                  </a:lnTo>
                  <a:cubicBezTo>
                    <a:pt x="43678" y="103691"/>
                    <a:pt x="51118" y="97722"/>
                    <a:pt x="63871" y="87702"/>
                  </a:cubicBezTo>
                  <a:cubicBezTo>
                    <a:pt x="79601" y="75124"/>
                    <a:pt x="94268" y="61907"/>
                    <a:pt x="94268" y="41655"/>
                  </a:cubicBezTo>
                  <a:cubicBezTo>
                    <a:pt x="94268" y="15860"/>
                    <a:pt x="71736" y="85"/>
                    <a:pt x="44528" y="85"/>
                  </a:cubicBezTo>
                  <a:cubicBezTo>
                    <a:pt x="18170" y="85"/>
                    <a:pt x="315" y="18632"/>
                    <a:pt x="315" y="38244"/>
                  </a:cubicBezTo>
                  <a:cubicBezTo>
                    <a:pt x="315" y="49116"/>
                    <a:pt x="9455" y="50182"/>
                    <a:pt x="11581" y="50182"/>
                  </a:cubicBezTo>
                  <a:cubicBezTo>
                    <a:pt x="16682" y="50182"/>
                    <a:pt x="22847" y="46558"/>
                    <a:pt x="22847" y="38884"/>
                  </a:cubicBezTo>
                  <a:cubicBezTo>
                    <a:pt x="22847" y="35046"/>
                    <a:pt x="21359" y="27585"/>
                    <a:pt x="10306" y="27585"/>
                  </a:cubicBezTo>
                  <a:cubicBezTo>
                    <a:pt x="16895" y="12449"/>
                    <a:pt x="31349" y="7759"/>
                    <a:pt x="41340" y="7759"/>
                  </a:cubicBezTo>
                  <a:cubicBezTo>
                    <a:pt x="62596" y="7759"/>
                    <a:pt x="73649" y="24387"/>
                    <a:pt x="73649" y="41655"/>
                  </a:cubicBezTo>
                  <a:cubicBezTo>
                    <a:pt x="73649" y="60202"/>
                    <a:pt x="60470" y="74911"/>
                    <a:pt x="53668" y="82586"/>
                  </a:cubicBezTo>
                  <a:lnTo>
                    <a:pt x="2441" y="133323"/>
                  </a:lnTo>
                  <a:cubicBezTo>
                    <a:pt x="315" y="135241"/>
                    <a:pt x="315" y="135668"/>
                    <a:pt x="315" y="141637"/>
                  </a:cubicBezTo>
                  <a:lnTo>
                    <a:pt x="87891" y="141637"/>
                  </a:lnTo>
                  <a:lnTo>
                    <a:pt x="94268" y="10283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261CE080-B00B-E75A-EED1-21DD5A6BBC3A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11820079" y="2966807"/>
              <a:ext cx="12146" cy="730905"/>
            </a:xfrm>
            <a:custGeom>
              <a:avLst/>
              <a:gdLst>
                <a:gd name="connsiteX0" fmla="*/ 0 w 12146"/>
                <a:gd name="connsiteY0" fmla="*/ 0 h 730905"/>
                <a:gd name="connsiteX1" fmla="*/ 12146 w 12146"/>
                <a:gd name="connsiteY1" fmla="*/ 0 h 730905"/>
                <a:gd name="connsiteX2" fmla="*/ 12146 w 12146"/>
                <a:gd name="connsiteY2" fmla="*/ 730906 h 730905"/>
                <a:gd name="connsiteX3" fmla="*/ 0 w 12146"/>
                <a:gd name="connsiteY3" fmla="*/ 730906 h 7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0905">
                  <a:moveTo>
                    <a:pt x="0" y="0"/>
                  </a:moveTo>
                  <a:lnTo>
                    <a:pt x="12146" y="0"/>
                  </a:lnTo>
                  <a:lnTo>
                    <a:pt x="12146" y="730906"/>
                  </a:lnTo>
                  <a:lnTo>
                    <a:pt x="0" y="73090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1A45E10-ABC6-B1A6-59E1-8747D3CE869F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12150645" y="3270741"/>
              <a:ext cx="111747" cy="137958"/>
            </a:xfrm>
            <a:custGeom>
              <a:avLst/>
              <a:gdLst>
                <a:gd name="connsiteX0" fmla="*/ 103287 w 111747"/>
                <a:gd name="connsiteY0" fmla="*/ 20797 h 137958"/>
                <a:gd name="connsiteX1" fmla="*/ 88711 w 111747"/>
                <a:gd name="connsiteY1" fmla="*/ 34502 h 137958"/>
                <a:gd name="connsiteX2" fmla="*/ 98124 w 111747"/>
                <a:gd name="connsiteY2" fmla="*/ 43334 h 137958"/>
                <a:gd name="connsiteX3" fmla="*/ 112093 w 111747"/>
                <a:gd name="connsiteY3" fmla="*/ 26279 h 137958"/>
                <a:gd name="connsiteX4" fmla="*/ 75957 w 111747"/>
                <a:gd name="connsiteY4" fmla="*/ 88 h 137958"/>
                <a:gd name="connsiteX5" fmla="*/ 24638 w 111747"/>
                <a:gd name="connsiteY5" fmla="*/ 44552 h 137958"/>
                <a:gd name="connsiteX6" fmla="*/ 55916 w 111747"/>
                <a:gd name="connsiteY6" fmla="*/ 74702 h 137958"/>
                <a:gd name="connsiteX7" fmla="*/ 87496 w 111747"/>
                <a:gd name="connsiteY7" fmla="*/ 97847 h 137958"/>
                <a:gd name="connsiteX8" fmla="*/ 44073 w 111747"/>
                <a:gd name="connsiteY8" fmla="*/ 131347 h 137958"/>
                <a:gd name="connsiteX9" fmla="*/ 9455 w 111747"/>
                <a:gd name="connsiteY9" fmla="*/ 115206 h 137958"/>
                <a:gd name="connsiteX10" fmla="*/ 28586 w 111747"/>
                <a:gd name="connsiteY10" fmla="*/ 99065 h 137958"/>
                <a:gd name="connsiteX11" fmla="*/ 17351 w 111747"/>
                <a:gd name="connsiteY11" fmla="*/ 88406 h 137958"/>
                <a:gd name="connsiteX12" fmla="*/ 346 w 111747"/>
                <a:gd name="connsiteY12" fmla="*/ 108506 h 137958"/>
                <a:gd name="connsiteX13" fmla="*/ 43769 w 111747"/>
                <a:gd name="connsiteY13" fmla="*/ 138047 h 137958"/>
                <a:gd name="connsiteX14" fmla="*/ 104805 w 111747"/>
                <a:gd name="connsiteY14" fmla="*/ 87493 h 137958"/>
                <a:gd name="connsiteX15" fmla="*/ 95392 w 111747"/>
                <a:gd name="connsiteY15" fmla="*/ 65261 h 137958"/>
                <a:gd name="connsiteX16" fmla="*/ 65025 w 111747"/>
                <a:gd name="connsiteY16" fmla="*/ 52470 h 137958"/>
                <a:gd name="connsiteX17" fmla="*/ 41947 w 111747"/>
                <a:gd name="connsiteY17" fmla="*/ 34197 h 137958"/>
                <a:gd name="connsiteX18" fmla="*/ 75957 w 111747"/>
                <a:gd name="connsiteY18" fmla="*/ 6788 h 137958"/>
                <a:gd name="connsiteX19" fmla="*/ 103287 w 111747"/>
                <a:gd name="connsiteY19" fmla="*/ 20797 h 13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1747" h="137958">
                  <a:moveTo>
                    <a:pt x="103287" y="20797"/>
                  </a:moveTo>
                  <a:cubicBezTo>
                    <a:pt x="94784" y="21102"/>
                    <a:pt x="88711" y="27802"/>
                    <a:pt x="88711" y="34502"/>
                  </a:cubicBezTo>
                  <a:cubicBezTo>
                    <a:pt x="88711" y="38766"/>
                    <a:pt x="91444" y="43334"/>
                    <a:pt x="98124" y="43334"/>
                  </a:cubicBezTo>
                  <a:cubicBezTo>
                    <a:pt x="104805" y="43334"/>
                    <a:pt x="112093" y="38156"/>
                    <a:pt x="112093" y="26279"/>
                  </a:cubicBezTo>
                  <a:cubicBezTo>
                    <a:pt x="112093" y="12575"/>
                    <a:pt x="99035" y="88"/>
                    <a:pt x="75957" y="88"/>
                  </a:cubicBezTo>
                  <a:cubicBezTo>
                    <a:pt x="35874" y="88"/>
                    <a:pt x="24638" y="31152"/>
                    <a:pt x="24638" y="44552"/>
                  </a:cubicBezTo>
                  <a:cubicBezTo>
                    <a:pt x="24638" y="68306"/>
                    <a:pt x="47109" y="72874"/>
                    <a:pt x="55916" y="74702"/>
                  </a:cubicBezTo>
                  <a:cubicBezTo>
                    <a:pt x="71706" y="77747"/>
                    <a:pt x="87496" y="81097"/>
                    <a:pt x="87496" y="97847"/>
                  </a:cubicBezTo>
                  <a:cubicBezTo>
                    <a:pt x="87496" y="105765"/>
                    <a:pt x="80512" y="131347"/>
                    <a:pt x="44073" y="131347"/>
                  </a:cubicBezTo>
                  <a:cubicBezTo>
                    <a:pt x="39821" y="131347"/>
                    <a:pt x="16440" y="131347"/>
                    <a:pt x="9455" y="115206"/>
                  </a:cubicBezTo>
                  <a:cubicBezTo>
                    <a:pt x="20994" y="116729"/>
                    <a:pt x="28586" y="107593"/>
                    <a:pt x="28586" y="99065"/>
                  </a:cubicBezTo>
                  <a:cubicBezTo>
                    <a:pt x="28586" y="92061"/>
                    <a:pt x="23727" y="88406"/>
                    <a:pt x="17351" y="88406"/>
                  </a:cubicBezTo>
                  <a:cubicBezTo>
                    <a:pt x="9455" y="88406"/>
                    <a:pt x="346" y="94802"/>
                    <a:pt x="346" y="108506"/>
                  </a:cubicBezTo>
                  <a:cubicBezTo>
                    <a:pt x="346" y="125865"/>
                    <a:pt x="17654" y="138047"/>
                    <a:pt x="43769" y="138047"/>
                  </a:cubicBezTo>
                  <a:cubicBezTo>
                    <a:pt x="92962" y="138047"/>
                    <a:pt x="104805" y="101197"/>
                    <a:pt x="104805" y="87493"/>
                  </a:cubicBezTo>
                  <a:cubicBezTo>
                    <a:pt x="104805" y="76529"/>
                    <a:pt x="99035" y="68915"/>
                    <a:pt x="95392" y="65261"/>
                  </a:cubicBezTo>
                  <a:cubicBezTo>
                    <a:pt x="87193" y="56734"/>
                    <a:pt x="78386" y="55211"/>
                    <a:pt x="65025" y="52470"/>
                  </a:cubicBezTo>
                  <a:cubicBezTo>
                    <a:pt x="54094" y="50034"/>
                    <a:pt x="41947" y="47902"/>
                    <a:pt x="41947" y="34197"/>
                  </a:cubicBezTo>
                  <a:cubicBezTo>
                    <a:pt x="41947" y="25366"/>
                    <a:pt x="49235" y="6788"/>
                    <a:pt x="75957" y="6788"/>
                  </a:cubicBezTo>
                  <a:cubicBezTo>
                    <a:pt x="83549" y="6788"/>
                    <a:pt x="98732" y="8920"/>
                    <a:pt x="103287" y="2079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770E25-FE53-6294-7865-BFE3D09A103B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12389313" y="3255818"/>
              <a:ext cx="146668" cy="146790"/>
            </a:xfrm>
            <a:custGeom>
              <a:avLst/>
              <a:gdLst>
                <a:gd name="connsiteX0" fmla="*/ 73838 w 146668"/>
                <a:gd name="connsiteY0" fmla="*/ 64956 h 146790"/>
                <a:gd name="connsiteX1" fmla="*/ 13106 w 146668"/>
                <a:gd name="connsiteY1" fmla="*/ 4352 h 146790"/>
                <a:gd name="connsiteX2" fmla="*/ 6426 w 146668"/>
                <a:gd name="connsiteY2" fmla="*/ 88 h 146790"/>
                <a:gd name="connsiteX3" fmla="*/ 352 w 146668"/>
                <a:gd name="connsiteY3" fmla="*/ 6179 h 146790"/>
                <a:gd name="connsiteX4" fmla="*/ 4300 w 146668"/>
                <a:gd name="connsiteY4" fmla="*/ 12270 h 146790"/>
                <a:gd name="connsiteX5" fmla="*/ 65032 w 146668"/>
                <a:gd name="connsiteY5" fmla="*/ 73484 h 146790"/>
                <a:gd name="connsiteX6" fmla="*/ 4300 w 146668"/>
                <a:gd name="connsiteY6" fmla="*/ 134697 h 146790"/>
                <a:gd name="connsiteX7" fmla="*/ 352 w 146668"/>
                <a:gd name="connsiteY7" fmla="*/ 140788 h 146790"/>
                <a:gd name="connsiteX8" fmla="*/ 6426 w 146668"/>
                <a:gd name="connsiteY8" fmla="*/ 146879 h 146790"/>
                <a:gd name="connsiteX9" fmla="*/ 13106 w 146668"/>
                <a:gd name="connsiteY9" fmla="*/ 142615 h 146790"/>
                <a:gd name="connsiteX10" fmla="*/ 73535 w 146668"/>
                <a:gd name="connsiteY10" fmla="*/ 82011 h 146790"/>
                <a:gd name="connsiteX11" fmla="*/ 136393 w 146668"/>
                <a:gd name="connsiteY11" fmla="*/ 145051 h 146790"/>
                <a:gd name="connsiteX12" fmla="*/ 140948 w 146668"/>
                <a:gd name="connsiteY12" fmla="*/ 146879 h 146790"/>
                <a:gd name="connsiteX13" fmla="*/ 147021 w 146668"/>
                <a:gd name="connsiteY13" fmla="*/ 140788 h 146790"/>
                <a:gd name="connsiteX14" fmla="*/ 146110 w 146668"/>
                <a:gd name="connsiteY14" fmla="*/ 137438 h 146790"/>
                <a:gd name="connsiteX15" fmla="*/ 82341 w 146668"/>
                <a:gd name="connsiteY15" fmla="*/ 73484 h 146790"/>
                <a:gd name="connsiteX16" fmla="*/ 137911 w 146668"/>
                <a:gd name="connsiteY16" fmla="*/ 17752 h 146790"/>
                <a:gd name="connsiteX17" fmla="*/ 145502 w 146668"/>
                <a:gd name="connsiteY17" fmla="*/ 10138 h 146790"/>
                <a:gd name="connsiteX18" fmla="*/ 147021 w 146668"/>
                <a:gd name="connsiteY18" fmla="*/ 6179 h 146790"/>
                <a:gd name="connsiteX19" fmla="*/ 140948 w 146668"/>
                <a:gd name="connsiteY19" fmla="*/ 88 h 146790"/>
                <a:gd name="connsiteX20" fmla="*/ 133963 w 146668"/>
                <a:gd name="connsiteY20" fmla="*/ 4657 h 146790"/>
                <a:gd name="connsiteX21" fmla="*/ 73838 w 146668"/>
                <a:gd name="connsiteY21" fmla="*/ 64956 h 146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668" h="146790">
                  <a:moveTo>
                    <a:pt x="73838" y="64956"/>
                  </a:moveTo>
                  <a:lnTo>
                    <a:pt x="13106" y="4352"/>
                  </a:lnTo>
                  <a:cubicBezTo>
                    <a:pt x="9462" y="698"/>
                    <a:pt x="8855" y="88"/>
                    <a:pt x="6426" y="88"/>
                  </a:cubicBezTo>
                  <a:cubicBezTo>
                    <a:pt x="3389" y="88"/>
                    <a:pt x="352" y="2829"/>
                    <a:pt x="352" y="6179"/>
                  </a:cubicBezTo>
                  <a:cubicBezTo>
                    <a:pt x="352" y="8311"/>
                    <a:pt x="960" y="8920"/>
                    <a:pt x="4300" y="12270"/>
                  </a:cubicBezTo>
                  <a:lnTo>
                    <a:pt x="65032" y="73484"/>
                  </a:lnTo>
                  <a:lnTo>
                    <a:pt x="4300" y="134697"/>
                  </a:lnTo>
                  <a:cubicBezTo>
                    <a:pt x="960" y="138047"/>
                    <a:pt x="352" y="138656"/>
                    <a:pt x="352" y="140788"/>
                  </a:cubicBezTo>
                  <a:cubicBezTo>
                    <a:pt x="352" y="144138"/>
                    <a:pt x="3389" y="146879"/>
                    <a:pt x="6426" y="146879"/>
                  </a:cubicBezTo>
                  <a:cubicBezTo>
                    <a:pt x="8855" y="146879"/>
                    <a:pt x="9462" y="146270"/>
                    <a:pt x="13106" y="142615"/>
                  </a:cubicBezTo>
                  <a:lnTo>
                    <a:pt x="73535" y="82011"/>
                  </a:lnTo>
                  <a:lnTo>
                    <a:pt x="136393" y="145051"/>
                  </a:lnTo>
                  <a:cubicBezTo>
                    <a:pt x="137000" y="145356"/>
                    <a:pt x="139126" y="146879"/>
                    <a:pt x="140948" y="146879"/>
                  </a:cubicBezTo>
                  <a:cubicBezTo>
                    <a:pt x="144591" y="146879"/>
                    <a:pt x="147021" y="144138"/>
                    <a:pt x="147021" y="140788"/>
                  </a:cubicBezTo>
                  <a:cubicBezTo>
                    <a:pt x="147021" y="140179"/>
                    <a:pt x="147021" y="138961"/>
                    <a:pt x="146110" y="137438"/>
                  </a:cubicBezTo>
                  <a:cubicBezTo>
                    <a:pt x="145806" y="136829"/>
                    <a:pt x="97524" y="89015"/>
                    <a:pt x="82341" y="73484"/>
                  </a:cubicBezTo>
                  <a:lnTo>
                    <a:pt x="137911" y="17752"/>
                  </a:lnTo>
                  <a:cubicBezTo>
                    <a:pt x="139429" y="15925"/>
                    <a:pt x="143984" y="11966"/>
                    <a:pt x="145502" y="10138"/>
                  </a:cubicBezTo>
                  <a:cubicBezTo>
                    <a:pt x="145806" y="9529"/>
                    <a:pt x="147021" y="8311"/>
                    <a:pt x="147021" y="6179"/>
                  </a:cubicBezTo>
                  <a:cubicBezTo>
                    <a:pt x="147021" y="2829"/>
                    <a:pt x="144591" y="88"/>
                    <a:pt x="140948" y="88"/>
                  </a:cubicBezTo>
                  <a:cubicBezTo>
                    <a:pt x="138518" y="88"/>
                    <a:pt x="137304" y="1307"/>
                    <a:pt x="133963" y="4657"/>
                  </a:cubicBezTo>
                  <a:lnTo>
                    <a:pt x="73838" y="6495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19D1FBF9-6AEE-4C91-4046-99B2E7A90F39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12655319" y="3214704"/>
              <a:ext cx="93223" cy="193994"/>
            </a:xfrm>
            <a:custGeom>
              <a:avLst/>
              <a:gdLst>
                <a:gd name="connsiteX0" fmla="*/ 55932 w 93223"/>
                <a:gd name="connsiteY0" fmla="*/ 68915 h 193994"/>
                <a:gd name="connsiteX1" fmla="*/ 84477 w 93223"/>
                <a:gd name="connsiteY1" fmla="*/ 68915 h 193994"/>
                <a:gd name="connsiteX2" fmla="*/ 93586 w 93223"/>
                <a:gd name="connsiteY2" fmla="*/ 62825 h 193994"/>
                <a:gd name="connsiteX3" fmla="*/ 85084 w 93223"/>
                <a:gd name="connsiteY3" fmla="*/ 59475 h 193994"/>
                <a:gd name="connsiteX4" fmla="*/ 58362 w 93223"/>
                <a:gd name="connsiteY4" fmla="*/ 59475 h 193994"/>
                <a:gd name="connsiteX5" fmla="*/ 70812 w 93223"/>
                <a:gd name="connsiteY5" fmla="*/ 8311 h 193994"/>
                <a:gd name="connsiteX6" fmla="*/ 62006 w 93223"/>
                <a:gd name="connsiteY6" fmla="*/ 88 h 193994"/>
                <a:gd name="connsiteX7" fmla="*/ 49859 w 93223"/>
                <a:gd name="connsiteY7" fmla="*/ 11052 h 193994"/>
                <a:gd name="connsiteX8" fmla="*/ 38016 w 93223"/>
                <a:gd name="connsiteY8" fmla="*/ 59475 h 193994"/>
                <a:gd name="connsiteX9" fmla="*/ 9472 w 93223"/>
                <a:gd name="connsiteY9" fmla="*/ 59475 h 193994"/>
                <a:gd name="connsiteX10" fmla="*/ 362 w 93223"/>
                <a:gd name="connsiteY10" fmla="*/ 65261 h 193994"/>
                <a:gd name="connsiteX11" fmla="*/ 8865 w 93223"/>
                <a:gd name="connsiteY11" fmla="*/ 68915 h 193994"/>
                <a:gd name="connsiteX12" fmla="*/ 35587 w 93223"/>
                <a:gd name="connsiteY12" fmla="*/ 68915 h 193994"/>
                <a:gd name="connsiteX13" fmla="*/ 12509 w 93223"/>
                <a:gd name="connsiteY13" fmla="*/ 166065 h 193994"/>
                <a:gd name="connsiteX14" fmla="*/ 40446 w 93223"/>
                <a:gd name="connsiteY14" fmla="*/ 194083 h 193994"/>
                <a:gd name="connsiteX15" fmla="*/ 88728 w 93223"/>
                <a:gd name="connsiteY15" fmla="*/ 147183 h 193994"/>
                <a:gd name="connsiteX16" fmla="*/ 85084 w 93223"/>
                <a:gd name="connsiteY16" fmla="*/ 144138 h 193994"/>
                <a:gd name="connsiteX17" fmla="*/ 80529 w 93223"/>
                <a:gd name="connsiteY17" fmla="*/ 148401 h 193994"/>
                <a:gd name="connsiteX18" fmla="*/ 41053 w 93223"/>
                <a:gd name="connsiteY18" fmla="*/ 187383 h 193994"/>
                <a:gd name="connsiteX19" fmla="*/ 31639 w 93223"/>
                <a:gd name="connsiteY19" fmla="*/ 173374 h 193994"/>
                <a:gd name="connsiteX20" fmla="*/ 33461 w 93223"/>
                <a:gd name="connsiteY20" fmla="*/ 158756 h 193994"/>
                <a:gd name="connsiteX21" fmla="*/ 55932 w 93223"/>
                <a:gd name="connsiteY21" fmla="*/ 68915 h 19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223" h="193994">
                  <a:moveTo>
                    <a:pt x="55932" y="68915"/>
                  </a:moveTo>
                  <a:lnTo>
                    <a:pt x="84477" y="68915"/>
                  </a:lnTo>
                  <a:cubicBezTo>
                    <a:pt x="90550" y="68915"/>
                    <a:pt x="93586" y="68915"/>
                    <a:pt x="93586" y="62825"/>
                  </a:cubicBezTo>
                  <a:cubicBezTo>
                    <a:pt x="93586" y="59475"/>
                    <a:pt x="90550" y="59475"/>
                    <a:pt x="85084" y="59475"/>
                  </a:cubicBezTo>
                  <a:lnTo>
                    <a:pt x="58362" y="59475"/>
                  </a:lnTo>
                  <a:cubicBezTo>
                    <a:pt x="69293" y="16229"/>
                    <a:pt x="70812" y="10138"/>
                    <a:pt x="70812" y="8311"/>
                  </a:cubicBezTo>
                  <a:cubicBezTo>
                    <a:pt x="70812" y="3134"/>
                    <a:pt x="67168" y="88"/>
                    <a:pt x="62006" y="88"/>
                  </a:cubicBezTo>
                  <a:cubicBezTo>
                    <a:pt x="61095" y="88"/>
                    <a:pt x="52592" y="393"/>
                    <a:pt x="49859" y="11052"/>
                  </a:cubicBezTo>
                  <a:lnTo>
                    <a:pt x="38016" y="59475"/>
                  </a:lnTo>
                  <a:lnTo>
                    <a:pt x="9472" y="59475"/>
                  </a:lnTo>
                  <a:cubicBezTo>
                    <a:pt x="3399" y="59475"/>
                    <a:pt x="362" y="59475"/>
                    <a:pt x="362" y="65261"/>
                  </a:cubicBezTo>
                  <a:cubicBezTo>
                    <a:pt x="362" y="68915"/>
                    <a:pt x="2792" y="68915"/>
                    <a:pt x="8865" y="68915"/>
                  </a:cubicBezTo>
                  <a:lnTo>
                    <a:pt x="35587" y="68915"/>
                  </a:lnTo>
                  <a:cubicBezTo>
                    <a:pt x="13723" y="155406"/>
                    <a:pt x="12509" y="160583"/>
                    <a:pt x="12509" y="166065"/>
                  </a:cubicBezTo>
                  <a:cubicBezTo>
                    <a:pt x="12509" y="182510"/>
                    <a:pt x="24048" y="194083"/>
                    <a:pt x="40446" y="194083"/>
                  </a:cubicBezTo>
                  <a:cubicBezTo>
                    <a:pt x="71419" y="194083"/>
                    <a:pt x="88728" y="149620"/>
                    <a:pt x="88728" y="147183"/>
                  </a:cubicBezTo>
                  <a:cubicBezTo>
                    <a:pt x="88728" y="144138"/>
                    <a:pt x="86298" y="144138"/>
                    <a:pt x="85084" y="144138"/>
                  </a:cubicBezTo>
                  <a:cubicBezTo>
                    <a:pt x="82351" y="144138"/>
                    <a:pt x="82047" y="145051"/>
                    <a:pt x="80529" y="148401"/>
                  </a:cubicBezTo>
                  <a:cubicBezTo>
                    <a:pt x="67471" y="180074"/>
                    <a:pt x="51377" y="187383"/>
                    <a:pt x="41053" y="187383"/>
                  </a:cubicBezTo>
                  <a:cubicBezTo>
                    <a:pt x="34676" y="187383"/>
                    <a:pt x="31639" y="183424"/>
                    <a:pt x="31639" y="173374"/>
                  </a:cubicBezTo>
                  <a:cubicBezTo>
                    <a:pt x="31639" y="166065"/>
                    <a:pt x="32247" y="163933"/>
                    <a:pt x="33461" y="158756"/>
                  </a:cubicBezTo>
                  <a:lnTo>
                    <a:pt x="55932" y="6891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2FD232-54DC-9039-2396-272A18933468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13060619" y="2966807"/>
              <a:ext cx="12146" cy="730905"/>
            </a:xfrm>
            <a:custGeom>
              <a:avLst/>
              <a:gdLst>
                <a:gd name="connsiteX0" fmla="*/ 0 w 12146"/>
                <a:gd name="connsiteY0" fmla="*/ 0 h 730905"/>
                <a:gd name="connsiteX1" fmla="*/ 12146 w 12146"/>
                <a:gd name="connsiteY1" fmla="*/ 0 h 730905"/>
                <a:gd name="connsiteX2" fmla="*/ 12146 w 12146"/>
                <a:gd name="connsiteY2" fmla="*/ 730906 h 730905"/>
                <a:gd name="connsiteX3" fmla="*/ 0 w 12146"/>
                <a:gd name="connsiteY3" fmla="*/ 730906 h 73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0905">
                  <a:moveTo>
                    <a:pt x="0" y="0"/>
                  </a:moveTo>
                  <a:lnTo>
                    <a:pt x="12146" y="0"/>
                  </a:lnTo>
                  <a:lnTo>
                    <a:pt x="12146" y="730906"/>
                  </a:lnTo>
                  <a:lnTo>
                    <a:pt x="0" y="73090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2AC4C7BC-1E7B-FCB2-F50F-3B386F1F75ED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4376843" y="3697712"/>
              <a:ext cx="8695922" cy="12181"/>
            </a:xfrm>
            <a:custGeom>
              <a:avLst/>
              <a:gdLst>
                <a:gd name="connsiteX0" fmla="*/ 0 w 8695922"/>
                <a:gd name="connsiteY0" fmla="*/ 0 h 12181"/>
                <a:gd name="connsiteX1" fmla="*/ 8695922 w 8695922"/>
                <a:gd name="connsiteY1" fmla="*/ 0 h 12181"/>
                <a:gd name="connsiteX2" fmla="*/ 8695922 w 8695922"/>
                <a:gd name="connsiteY2" fmla="*/ 12182 h 12181"/>
                <a:gd name="connsiteX3" fmla="*/ -1 w 8695922"/>
                <a:gd name="connsiteY3" fmla="*/ 12182 h 1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2" h="12181">
                  <a:moveTo>
                    <a:pt x="0" y="0"/>
                  </a:moveTo>
                  <a:lnTo>
                    <a:pt x="8695922" y="0"/>
                  </a:lnTo>
                  <a:lnTo>
                    <a:pt x="8695922" y="12182"/>
                  </a:lnTo>
                  <a:lnTo>
                    <a:pt x="-1" y="1218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C581B7F3-7BEA-22B8-2D79-E51D7D19EA57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4376843" y="3709894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1166400-E56C-17E9-ECA9-964233C83D37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4954296" y="3762883"/>
              <a:ext cx="100208" cy="202826"/>
            </a:xfrm>
            <a:custGeom>
              <a:avLst/>
              <a:gdLst>
                <a:gd name="connsiteX0" fmla="*/ 62360 w 100208"/>
                <a:gd name="connsiteY0" fmla="*/ 8025 h 202826"/>
                <a:gd name="connsiteX1" fmla="*/ 55375 w 100208"/>
                <a:gd name="connsiteY1" fmla="*/ 107 h 202826"/>
                <a:gd name="connsiteX2" fmla="*/ 109 w 100208"/>
                <a:gd name="connsiteY2" fmla="*/ 19598 h 202826"/>
                <a:gd name="connsiteX3" fmla="*/ 109 w 100208"/>
                <a:gd name="connsiteY3" fmla="*/ 29038 h 202826"/>
                <a:gd name="connsiteX4" fmla="*/ 39889 w 100208"/>
                <a:gd name="connsiteY4" fmla="*/ 21120 h 202826"/>
                <a:gd name="connsiteX5" fmla="*/ 39889 w 100208"/>
                <a:gd name="connsiteY5" fmla="*/ 178874 h 202826"/>
                <a:gd name="connsiteX6" fmla="*/ 11648 w 100208"/>
                <a:gd name="connsiteY6" fmla="*/ 193492 h 202826"/>
                <a:gd name="connsiteX7" fmla="*/ 1931 w 100208"/>
                <a:gd name="connsiteY7" fmla="*/ 193492 h 202826"/>
                <a:gd name="connsiteX8" fmla="*/ 1931 w 100208"/>
                <a:gd name="connsiteY8" fmla="*/ 202933 h 202826"/>
                <a:gd name="connsiteX9" fmla="*/ 51124 w 100208"/>
                <a:gd name="connsiteY9" fmla="*/ 202019 h 202826"/>
                <a:gd name="connsiteX10" fmla="*/ 100317 w 100208"/>
                <a:gd name="connsiteY10" fmla="*/ 202933 h 202826"/>
                <a:gd name="connsiteX11" fmla="*/ 100317 w 100208"/>
                <a:gd name="connsiteY11" fmla="*/ 193492 h 202826"/>
                <a:gd name="connsiteX12" fmla="*/ 90600 w 100208"/>
                <a:gd name="connsiteY12" fmla="*/ 193492 h 202826"/>
                <a:gd name="connsiteX13" fmla="*/ 62360 w 100208"/>
                <a:gd name="connsiteY13" fmla="*/ 178874 h 202826"/>
                <a:gd name="connsiteX14" fmla="*/ 62360 w 100208"/>
                <a:gd name="connsiteY14" fmla="*/ 8025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360" y="8025"/>
                  </a:moveTo>
                  <a:cubicBezTo>
                    <a:pt x="62360" y="716"/>
                    <a:pt x="62360" y="107"/>
                    <a:pt x="55375" y="107"/>
                  </a:cubicBezTo>
                  <a:cubicBezTo>
                    <a:pt x="36548" y="19598"/>
                    <a:pt x="9826" y="19598"/>
                    <a:pt x="109" y="19598"/>
                  </a:cubicBezTo>
                  <a:lnTo>
                    <a:pt x="109" y="29038"/>
                  </a:lnTo>
                  <a:cubicBezTo>
                    <a:pt x="6182" y="29038"/>
                    <a:pt x="24098" y="29038"/>
                    <a:pt x="39889" y="21120"/>
                  </a:cubicBezTo>
                  <a:lnTo>
                    <a:pt x="39889" y="178874"/>
                  </a:lnTo>
                  <a:cubicBezTo>
                    <a:pt x="39889" y="189838"/>
                    <a:pt x="38978" y="193492"/>
                    <a:pt x="11648" y="193492"/>
                  </a:cubicBezTo>
                  <a:lnTo>
                    <a:pt x="1931" y="193492"/>
                  </a:lnTo>
                  <a:lnTo>
                    <a:pt x="1931" y="202933"/>
                  </a:lnTo>
                  <a:cubicBezTo>
                    <a:pt x="12559" y="202019"/>
                    <a:pt x="38978" y="202019"/>
                    <a:pt x="51124" y="202019"/>
                  </a:cubicBezTo>
                  <a:cubicBezTo>
                    <a:pt x="63271" y="202019"/>
                    <a:pt x="89689" y="202019"/>
                    <a:pt x="100317" y="202933"/>
                  </a:cubicBezTo>
                  <a:lnTo>
                    <a:pt x="100317" y="193492"/>
                  </a:lnTo>
                  <a:lnTo>
                    <a:pt x="90600" y="193492"/>
                  </a:lnTo>
                  <a:cubicBezTo>
                    <a:pt x="63271" y="193492"/>
                    <a:pt x="62360" y="190142"/>
                    <a:pt x="62360" y="178874"/>
                  </a:cubicBezTo>
                  <a:lnTo>
                    <a:pt x="62360" y="802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42861FC-5649-915B-5D59-1D32A75C3A81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5617382" y="3709894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8A113F59-F6C8-4D99-055D-241A33F8CDAE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6194836" y="3762883"/>
              <a:ext cx="100208" cy="202826"/>
            </a:xfrm>
            <a:custGeom>
              <a:avLst/>
              <a:gdLst>
                <a:gd name="connsiteX0" fmla="*/ 62400 w 100208"/>
                <a:gd name="connsiteY0" fmla="*/ 8025 h 202826"/>
                <a:gd name="connsiteX1" fmla="*/ 55416 w 100208"/>
                <a:gd name="connsiteY1" fmla="*/ 107 h 202826"/>
                <a:gd name="connsiteX2" fmla="*/ 150 w 100208"/>
                <a:gd name="connsiteY2" fmla="*/ 19598 h 202826"/>
                <a:gd name="connsiteX3" fmla="*/ 150 w 100208"/>
                <a:gd name="connsiteY3" fmla="*/ 29038 h 202826"/>
                <a:gd name="connsiteX4" fmla="*/ 39929 w 100208"/>
                <a:gd name="connsiteY4" fmla="*/ 21120 h 202826"/>
                <a:gd name="connsiteX5" fmla="*/ 39929 w 100208"/>
                <a:gd name="connsiteY5" fmla="*/ 178874 h 202826"/>
                <a:gd name="connsiteX6" fmla="*/ 11689 w 100208"/>
                <a:gd name="connsiteY6" fmla="*/ 193492 h 202826"/>
                <a:gd name="connsiteX7" fmla="*/ 1972 w 100208"/>
                <a:gd name="connsiteY7" fmla="*/ 193492 h 202826"/>
                <a:gd name="connsiteX8" fmla="*/ 1972 w 100208"/>
                <a:gd name="connsiteY8" fmla="*/ 202933 h 202826"/>
                <a:gd name="connsiteX9" fmla="*/ 51165 w 100208"/>
                <a:gd name="connsiteY9" fmla="*/ 202019 h 202826"/>
                <a:gd name="connsiteX10" fmla="*/ 100358 w 100208"/>
                <a:gd name="connsiteY10" fmla="*/ 202933 h 202826"/>
                <a:gd name="connsiteX11" fmla="*/ 100358 w 100208"/>
                <a:gd name="connsiteY11" fmla="*/ 193492 h 202826"/>
                <a:gd name="connsiteX12" fmla="*/ 90641 w 100208"/>
                <a:gd name="connsiteY12" fmla="*/ 193492 h 202826"/>
                <a:gd name="connsiteX13" fmla="*/ 62400 w 100208"/>
                <a:gd name="connsiteY13" fmla="*/ 178874 h 202826"/>
                <a:gd name="connsiteX14" fmla="*/ 62400 w 100208"/>
                <a:gd name="connsiteY14" fmla="*/ 8025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400" y="8025"/>
                  </a:moveTo>
                  <a:cubicBezTo>
                    <a:pt x="62400" y="716"/>
                    <a:pt x="62400" y="107"/>
                    <a:pt x="55416" y="107"/>
                  </a:cubicBezTo>
                  <a:cubicBezTo>
                    <a:pt x="36589" y="19598"/>
                    <a:pt x="9867" y="19598"/>
                    <a:pt x="150" y="19598"/>
                  </a:cubicBezTo>
                  <a:lnTo>
                    <a:pt x="150" y="29038"/>
                  </a:lnTo>
                  <a:cubicBezTo>
                    <a:pt x="6223" y="29038"/>
                    <a:pt x="24139" y="29038"/>
                    <a:pt x="39929" y="21120"/>
                  </a:cubicBezTo>
                  <a:lnTo>
                    <a:pt x="39929" y="178874"/>
                  </a:lnTo>
                  <a:cubicBezTo>
                    <a:pt x="39929" y="189838"/>
                    <a:pt x="39018" y="193492"/>
                    <a:pt x="11689" y="193492"/>
                  </a:cubicBezTo>
                  <a:lnTo>
                    <a:pt x="1972" y="193492"/>
                  </a:lnTo>
                  <a:lnTo>
                    <a:pt x="1972" y="202933"/>
                  </a:lnTo>
                  <a:cubicBezTo>
                    <a:pt x="12600" y="202019"/>
                    <a:pt x="39018" y="202019"/>
                    <a:pt x="51165" y="202019"/>
                  </a:cubicBezTo>
                  <a:cubicBezTo>
                    <a:pt x="63311" y="202019"/>
                    <a:pt x="89730" y="202019"/>
                    <a:pt x="100358" y="202933"/>
                  </a:cubicBezTo>
                  <a:lnTo>
                    <a:pt x="100358" y="193492"/>
                  </a:lnTo>
                  <a:lnTo>
                    <a:pt x="90641" y="193492"/>
                  </a:lnTo>
                  <a:cubicBezTo>
                    <a:pt x="63311" y="193492"/>
                    <a:pt x="62400" y="190142"/>
                    <a:pt x="62400" y="178874"/>
                  </a:cubicBezTo>
                  <a:lnTo>
                    <a:pt x="62400" y="802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F1BC3AEF-2A7A-0EFE-B22F-905C791C0C70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6857922" y="3709894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8524E965-97CF-295D-C5D7-875FA3096DC7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7302101" y="3762883"/>
              <a:ext cx="127841" cy="209526"/>
            </a:xfrm>
            <a:custGeom>
              <a:avLst/>
              <a:gdLst>
                <a:gd name="connsiteX0" fmla="*/ 128028 w 127841"/>
                <a:gd name="connsiteY0" fmla="*/ 105479 h 209526"/>
                <a:gd name="connsiteX1" fmla="*/ 115882 w 127841"/>
                <a:gd name="connsiteY1" fmla="*/ 34216 h 209526"/>
                <a:gd name="connsiteX2" fmla="*/ 64259 w 127841"/>
                <a:gd name="connsiteY2" fmla="*/ 107 h 209526"/>
                <a:gd name="connsiteX3" fmla="*/ 11422 w 127841"/>
                <a:gd name="connsiteY3" fmla="*/ 36348 h 209526"/>
                <a:gd name="connsiteX4" fmla="*/ 187 w 127841"/>
                <a:gd name="connsiteY4" fmla="*/ 105479 h 209526"/>
                <a:gd name="connsiteX5" fmla="*/ 13851 w 127841"/>
                <a:gd name="connsiteY5" fmla="*/ 178874 h 209526"/>
                <a:gd name="connsiteX6" fmla="*/ 63955 w 127841"/>
                <a:gd name="connsiteY6" fmla="*/ 209633 h 209526"/>
                <a:gd name="connsiteX7" fmla="*/ 116793 w 127841"/>
                <a:gd name="connsiteY7" fmla="*/ 174306 h 209526"/>
                <a:gd name="connsiteX8" fmla="*/ 128028 w 127841"/>
                <a:gd name="connsiteY8" fmla="*/ 105479 h 209526"/>
                <a:gd name="connsiteX9" fmla="*/ 63955 w 127841"/>
                <a:gd name="connsiteY9" fmla="*/ 202933 h 209526"/>
                <a:gd name="connsiteX10" fmla="*/ 28731 w 127841"/>
                <a:gd name="connsiteY10" fmla="*/ 166083 h 209526"/>
                <a:gd name="connsiteX11" fmla="*/ 25390 w 127841"/>
                <a:gd name="connsiteY11" fmla="*/ 101824 h 209526"/>
                <a:gd name="connsiteX12" fmla="*/ 27820 w 127841"/>
                <a:gd name="connsiteY12" fmla="*/ 45788 h 209526"/>
                <a:gd name="connsiteX13" fmla="*/ 63955 w 127841"/>
                <a:gd name="connsiteY13" fmla="*/ 6807 h 209526"/>
                <a:gd name="connsiteX14" fmla="*/ 99787 w 127841"/>
                <a:gd name="connsiteY14" fmla="*/ 42438 h 209526"/>
                <a:gd name="connsiteX15" fmla="*/ 102824 w 127841"/>
                <a:gd name="connsiteY15" fmla="*/ 101824 h 209526"/>
                <a:gd name="connsiteX16" fmla="*/ 99484 w 127841"/>
                <a:gd name="connsiteY16" fmla="*/ 164865 h 209526"/>
                <a:gd name="connsiteX17" fmla="*/ 63955 w 127841"/>
                <a:gd name="connsiteY17" fmla="*/ 20293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028" y="105479"/>
                  </a:moveTo>
                  <a:cubicBezTo>
                    <a:pt x="128028" y="81116"/>
                    <a:pt x="126510" y="56752"/>
                    <a:pt x="115882" y="34216"/>
                  </a:cubicBezTo>
                  <a:cubicBezTo>
                    <a:pt x="101913" y="4979"/>
                    <a:pt x="77013" y="107"/>
                    <a:pt x="64259" y="107"/>
                  </a:cubicBezTo>
                  <a:cubicBezTo>
                    <a:pt x="46039" y="107"/>
                    <a:pt x="23872" y="8025"/>
                    <a:pt x="11422" y="36348"/>
                  </a:cubicBezTo>
                  <a:cubicBezTo>
                    <a:pt x="1705" y="57361"/>
                    <a:pt x="187" y="81116"/>
                    <a:pt x="187" y="105479"/>
                  </a:cubicBezTo>
                  <a:cubicBezTo>
                    <a:pt x="187" y="128320"/>
                    <a:pt x="1401" y="155729"/>
                    <a:pt x="13851" y="178874"/>
                  </a:cubicBezTo>
                  <a:cubicBezTo>
                    <a:pt x="26909" y="203542"/>
                    <a:pt x="49076" y="209633"/>
                    <a:pt x="63955" y="209633"/>
                  </a:cubicBezTo>
                  <a:cubicBezTo>
                    <a:pt x="80353" y="209633"/>
                    <a:pt x="103431" y="203238"/>
                    <a:pt x="116793" y="174306"/>
                  </a:cubicBezTo>
                  <a:cubicBezTo>
                    <a:pt x="126510" y="153292"/>
                    <a:pt x="128028" y="129538"/>
                    <a:pt x="128028" y="105479"/>
                  </a:cubicBezTo>
                  <a:close/>
                  <a:moveTo>
                    <a:pt x="63955" y="202933"/>
                  </a:moveTo>
                  <a:cubicBezTo>
                    <a:pt x="52113" y="202933"/>
                    <a:pt x="34197" y="195320"/>
                    <a:pt x="28731" y="166083"/>
                  </a:cubicBezTo>
                  <a:cubicBezTo>
                    <a:pt x="25390" y="147811"/>
                    <a:pt x="25390" y="119793"/>
                    <a:pt x="25390" y="101824"/>
                  </a:cubicBezTo>
                  <a:cubicBezTo>
                    <a:pt x="25390" y="82334"/>
                    <a:pt x="25390" y="62234"/>
                    <a:pt x="27820" y="45788"/>
                  </a:cubicBezTo>
                  <a:cubicBezTo>
                    <a:pt x="33589" y="9548"/>
                    <a:pt x="56364" y="6807"/>
                    <a:pt x="63955" y="6807"/>
                  </a:cubicBezTo>
                  <a:cubicBezTo>
                    <a:pt x="73976" y="6807"/>
                    <a:pt x="94018" y="12289"/>
                    <a:pt x="99787" y="42438"/>
                  </a:cubicBezTo>
                  <a:cubicBezTo>
                    <a:pt x="102824" y="59493"/>
                    <a:pt x="102824" y="82638"/>
                    <a:pt x="102824" y="101824"/>
                  </a:cubicBezTo>
                  <a:cubicBezTo>
                    <a:pt x="102824" y="124665"/>
                    <a:pt x="102824" y="145374"/>
                    <a:pt x="99484" y="164865"/>
                  </a:cubicBezTo>
                  <a:cubicBezTo>
                    <a:pt x="94929" y="193797"/>
                    <a:pt x="77620" y="202933"/>
                    <a:pt x="63955" y="20293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6CB36B2-1EFF-7C38-7616-115C56C39CBD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7468204" y="3933428"/>
              <a:ext cx="32188" cy="32281"/>
            </a:xfrm>
            <a:custGeom>
              <a:avLst/>
              <a:gdLst>
                <a:gd name="connsiteX0" fmla="*/ 32380 w 32188"/>
                <a:gd name="connsiteY0" fmla="*/ 16248 h 32281"/>
                <a:gd name="connsiteX1" fmla="*/ 16286 w 32188"/>
                <a:gd name="connsiteY1" fmla="*/ 107 h 32281"/>
                <a:gd name="connsiteX2" fmla="*/ 192 w 32188"/>
                <a:gd name="connsiteY2" fmla="*/ 16248 h 32281"/>
                <a:gd name="connsiteX3" fmla="*/ 16286 w 32188"/>
                <a:gd name="connsiteY3" fmla="*/ 32388 h 32281"/>
                <a:gd name="connsiteX4" fmla="*/ 32380 w 32188"/>
                <a:gd name="connsiteY4" fmla="*/ 16248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380" y="16248"/>
                  </a:moveTo>
                  <a:cubicBezTo>
                    <a:pt x="32380" y="7416"/>
                    <a:pt x="25092" y="107"/>
                    <a:pt x="16286" y="107"/>
                  </a:cubicBezTo>
                  <a:cubicBezTo>
                    <a:pt x="7479" y="107"/>
                    <a:pt x="192" y="7416"/>
                    <a:pt x="192" y="16248"/>
                  </a:cubicBezTo>
                  <a:cubicBezTo>
                    <a:pt x="192" y="25079"/>
                    <a:pt x="7479" y="32388"/>
                    <a:pt x="16286" y="32388"/>
                  </a:cubicBezTo>
                  <a:cubicBezTo>
                    <a:pt x="25092" y="32388"/>
                    <a:pt x="32380" y="25079"/>
                    <a:pt x="32380" y="1624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9C7F0F5-F258-B1CA-C91D-5B521D150699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7541623" y="3762883"/>
              <a:ext cx="121160" cy="209526"/>
            </a:xfrm>
            <a:custGeom>
              <a:avLst/>
              <a:gdLst>
                <a:gd name="connsiteX0" fmla="*/ 121355 w 121160"/>
                <a:gd name="connsiteY0" fmla="*/ 141720 h 209526"/>
                <a:gd name="connsiteX1" fmla="*/ 63660 w 121160"/>
                <a:gd name="connsiteY1" fmla="*/ 75025 h 209526"/>
                <a:gd name="connsiteX2" fmla="*/ 25095 w 121160"/>
                <a:gd name="connsiteY2" fmla="*/ 90556 h 209526"/>
                <a:gd name="connsiteX3" fmla="*/ 25095 w 121160"/>
                <a:gd name="connsiteY3" fmla="*/ 31170 h 209526"/>
                <a:gd name="connsiteX4" fmla="*/ 50906 w 121160"/>
                <a:gd name="connsiteY4" fmla="*/ 35129 h 209526"/>
                <a:gd name="connsiteX5" fmla="*/ 109512 w 121160"/>
                <a:gd name="connsiteY5" fmla="*/ 3457 h 209526"/>
                <a:gd name="connsiteX6" fmla="*/ 106476 w 121160"/>
                <a:gd name="connsiteY6" fmla="*/ 107 h 209526"/>
                <a:gd name="connsiteX7" fmla="*/ 104046 w 121160"/>
                <a:gd name="connsiteY7" fmla="*/ 1020 h 209526"/>
                <a:gd name="connsiteX8" fmla="*/ 62749 w 121160"/>
                <a:gd name="connsiteY8" fmla="*/ 9852 h 209526"/>
                <a:gd name="connsiteX9" fmla="*/ 22362 w 121160"/>
                <a:gd name="connsiteY9" fmla="*/ 1325 h 209526"/>
                <a:gd name="connsiteX10" fmla="*/ 18718 w 121160"/>
                <a:gd name="connsiteY10" fmla="*/ 411 h 209526"/>
                <a:gd name="connsiteX11" fmla="*/ 15681 w 121160"/>
                <a:gd name="connsiteY11" fmla="*/ 7720 h 209526"/>
                <a:gd name="connsiteX12" fmla="*/ 15681 w 121160"/>
                <a:gd name="connsiteY12" fmla="*/ 97865 h 209526"/>
                <a:gd name="connsiteX13" fmla="*/ 19932 w 121160"/>
                <a:gd name="connsiteY13" fmla="*/ 105784 h 209526"/>
                <a:gd name="connsiteX14" fmla="*/ 23880 w 121160"/>
                <a:gd name="connsiteY14" fmla="*/ 103043 h 209526"/>
                <a:gd name="connsiteX15" fmla="*/ 63052 w 121160"/>
                <a:gd name="connsiteY15" fmla="*/ 81725 h 209526"/>
                <a:gd name="connsiteX16" fmla="*/ 88863 w 121160"/>
                <a:gd name="connsiteY16" fmla="*/ 101215 h 209526"/>
                <a:gd name="connsiteX17" fmla="*/ 94329 w 121160"/>
                <a:gd name="connsiteY17" fmla="*/ 139588 h 209526"/>
                <a:gd name="connsiteX18" fmla="*/ 87041 w 121160"/>
                <a:gd name="connsiteY18" fmla="*/ 181310 h 209526"/>
                <a:gd name="connsiteX19" fmla="*/ 54550 w 121160"/>
                <a:gd name="connsiteY19" fmla="*/ 201106 h 209526"/>
                <a:gd name="connsiteX20" fmla="*/ 9911 w 121160"/>
                <a:gd name="connsiteY20" fmla="*/ 166997 h 209526"/>
                <a:gd name="connsiteX21" fmla="*/ 15074 w 121160"/>
                <a:gd name="connsiteY21" fmla="*/ 167606 h 209526"/>
                <a:gd name="connsiteX22" fmla="*/ 30257 w 121160"/>
                <a:gd name="connsiteY22" fmla="*/ 152683 h 209526"/>
                <a:gd name="connsiteX23" fmla="*/ 15074 w 121160"/>
                <a:gd name="connsiteY23" fmla="*/ 137761 h 209526"/>
                <a:gd name="connsiteX24" fmla="*/ 194 w 121160"/>
                <a:gd name="connsiteY24" fmla="*/ 153902 h 209526"/>
                <a:gd name="connsiteX25" fmla="*/ 55157 w 121160"/>
                <a:gd name="connsiteY25" fmla="*/ 209633 h 209526"/>
                <a:gd name="connsiteX26" fmla="*/ 121355 w 121160"/>
                <a:gd name="connsiteY26" fmla="*/ 141720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355" y="141720"/>
                  </a:moveTo>
                  <a:cubicBezTo>
                    <a:pt x="121355" y="105479"/>
                    <a:pt x="96455" y="75025"/>
                    <a:pt x="63660" y="75025"/>
                  </a:cubicBezTo>
                  <a:cubicBezTo>
                    <a:pt x="49084" y="75025"/>
                    <a:pt x="36026" y="79897"/>
                    <a:pt x="25095" y="90556"/>
                  </a:cubicBezTo>
                  <a:lnTo>
                    <a:pt x="25095" y="31170"/>
                  </a:lnTo>
                  <a:cubicBezTo>
                    <a:pt x="31168" y="32998"/>
                    <a:pt x="41189" y="35129"/>
                    <a:pt x="50906" y="35129"/>
                  </a:cubicBezTo>
                  <a:cubicBezTo>
                    <a:pt x="88256" y="35129"/>
                    <a:pt x="109512" y="7416"/>
                    <a:pt x="109512" y="3457"/>
                  </a:cubicBezTo>
                  <a:cubicBezTo>
                    <a:pt x="109512" y="1630"/>
                    <a:pt x="108601" y="107"/>
                    <a:pt x="106476" y="107"/>
                  </a:cubicBezTo>
                  <a:cubicBezTo>
                    <a:pt x="106172" y="107"/>
                    <a:pt x="105565" y="107"/>
                    <a:pt x="104046" y="1020"/>
                  </a:cubicBezTo>
                  <a:cubicBezTo>
                    <a:pt x="97973" y="3761"/>
                    <a:pt x="83094" y="9852"/>
                    <a:pt x="62749" y="9852"/>
                  </a:cubicBezTo>
                  <a:cubicBezTo>
                    <a:pt x="50602" y="9852"/>
                    <a:pt x="36634" y="7720"/>
                    <a:pt x="22362" y="1325"/>
                  </a:cubicBezTo>
                  <a:cubicBezTo>
                    <a:pt x="19932" y="411"/>
                    <a:pt x="19325" y="411"/>
                    <a:pt x="18718" y="411"/>
                  </a:cubicBezTo>
                  <a:cubicBezTo>
                    <a:pt x="15681" y="411"/>
                    <a:pt x="15681" y="2848"/>
                    <a:pt x="15681" y="7720"/>
                  </a:cubicBezTo>
                  <a:lnTo>
                    <a:pt x="15681" y="97865"/>
                  </a:lnTo>
                  <a:cubicBezTo>
                    <a:pt x="15681" y="103347"/>
                    <a:pt x="15681" y="105784"/>
                    <a:pt x="19932" y="105784"/>
                  </a:cubicBezTo>
                  <a:cubicBezTo>
                    <a:pt x="22058" y="105784"/>
                    <a:pt x="22665" y="104870"/>
                    <a:pt x="23880" y="103043"/>
                  </a:cubicBezTo>
                  <a:cubicBezTo>
                    <a:pt x="27220" y="98170"/>
                    <a:pt x="38456" y="81725"/>
                    <a:pt x="63052" y="81725"/>
                  </a:cubicBezTo>
                  <a:cubicBezTo>
                    <a:pt x="78843" y="81725"/>
                    <a:pt x="86434" y="95734"/>
                    <a:pt x="88863" y="101215"/>
                  </a:cubicBezTo>
                  <a:cubicBezTo>
                    <a:pt x="93722" y="112484"/>
                    <a:pt x="94329" y="124361"/>
                    <a:pt x="94329" y="139588"/>
                  </a:cubicBezTo>
                  <a:cubicBezTo>
                    <a:pt x="94329" y="150247"/>
                    <a:pt x="94329" y="168520"/>
                    <a:pt x="87041" y="181310"/>
                  </a:cubicBezTo>
                  <a:cubicBezTo>
                    <a:pt x="79754" y="193188"/>
                    <a:pt x="68518" y="201106"/>
                    <a:pt x="54550" y="201106"/>
                  </a:cubicBezTo>
                  <a:cubicBezTo>
                    <a:pt x="32382" y="201106"/>
                    <a:pt x="15074" y="184965"/>
                    <a:pt x="9911" y="166997"/>
                  </a:cubicBezTo>
                  <a:cubicBezTo>
                    <a:pt x="10822" y="167301"/>
                    <a:pt x="11733" y="167606"/>
                    <a:pt x="15074" y="167606"/>
                  </a:cubicBezTo>
                  <a:cubicBezTo>
                    <a:pt x="25095" y="167606"/>
                    <a:pt x="30257" y="159992"/>
                    <a:pt x="30257" y="152683"/>
                  </a:cubicBezTo>
                  <a:cubicBezTo>
                    <a:pt x="30257" y="145374"/>
                    <a:pt x="25095" y="137761"/>
                    <a:pt x="15074" y="137761"/>
                  </a:cubicBezTo>
                  <a:cubicBezTo>
                    <a:pt x="10822" y="137761"/>
                    <a:pt x="194" y="139892"/>
                    <a:pt x="194" y="153902"/>
                  </a:cubicBezTo>
                  <a:cubicBezTo>
                    <a:pt x="194" y="180092"/>
                    <a:pt x="21147" y="209633"/>
                    <a:pt x="55157" y="209633"/>
                  </a:cubicBezTo>
                  <a:cubicBezTo>
                    <a:pt x="90382" y="209633"/>
                    <a:pt x="121355" y="180397"/>
                    <a:pt x="121355" y="14172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6CD7CF58-7829-D12A-38D8-2AC2EA63DDBA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8098461" y="3709894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DFFBA65-17AD-7467-064C-8E0E305D1F74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8542640" y="3762883"/>
              <a:ext cx="127841" cy="209526"/>
            </a:xfrm>
            <a:custGeom>
              <a:avLst/>
              <a:gdLst>
                <a:gd name="connsiteX0" fmla="*/ 128069 w 127841"/>
                <a:gd name="connsiteY0" fmla="*/ 105479 h 209526"/>
                <a:gd name="connsiteX1" fmla="*/ 115922 w 127841"/>
                <a:gd name="connsiteY1" fmla="*/ 34216 h 209526"/>
                <a:gd name="connsiteX2" fmla="*/ 64300 w 127841"/>
                <a:gd name="connsiteY2" fmla="*/ 107 h 209526"/>
                <a:gd name="connsiteX3" fmla="*/ 11463 w 127841"/>
                <a:gd name="connsiteY3" fmla="*/ 36348 h 209526"/>
                <a:gd name="connsiteX4" fmla="*/ 227 w 127841"/>
                <a:gd name="connsiteY4" fmla="*/ 105479 h 209526"/>
                <a:gd name="connsiteX5" fmla="*/ 13892 w 127841"/>
                <a:gd name="connsiteY5" fmla="*/ 178874 h 209526"/>
                <a:gd name="connsiteX6" fmla="*/ 63996 w 127841"/>
                <a:gd name="connsiteY6" fmla="*/ 209633 h 209526"/>
                <a:gd name="connsiteX7" fmla="*/ 116833 w 127841"/>
                <a:gd name="connsiteY7" fmla="*/ 174306 h 209526"/>
                <a:gd name="connsiteX8" fmla="*/ 128069 w 127841"/>
                <a:gd name="connsiteY8" fmla="*/ 105479 h 209526"/>
                <a:gd name="connsiteX9" fmla="*/ 63996 w 127841"/>
                <a:gd name="connsiteY9" fmla="*/ 202933 h 209526"/>
                <a:gd name="connsiteX10" fmla="*/ 28771 w 127841"/>
                <a:gd name="connsiteY10" fmla="*/ 166083 h 209526"/>
                <a:gd name="connsiteX11" fmla="*/ 25431 w 127841"/>
                <a:gd name="connsiteY11" fmla="*/ 101824 h 209526"/>
                <a:gd name="connsiteX12" fmla="*/ 27860 w 127841"/>
                <a:gd name="connsiteY12" fmla="*/ 45788 h 209526"/>
                <a:gd name="connsiteX13" fmla="*/ 63996 w 127841"/>
                <a:gd name="connsiteY13" fmla="*/ 6807 h 209526"/>
                <a:gd name="connsiteX14" fmla="*/ 99828 w 127841"/>
                <a:gd name="connsiteY14" fmla="*/ 42438 h 209526"/>
                <a:gd name="connsiteX15" fmla="*/ 102865 w 127841"/>
                <a:gd name="connsiteY15" fmla="*/ 101824 h 209526"/>
                <a:gd name="connsiteX16" fmla="*/ 99524 w 127841"/>
                <a:gd name="connsiteY16" fmla="*/ 164865 h 209526"/>
                <a:gd name="connsiteX17" fmla="*/ 63996 w 127841"/>
                <a:gd name="connsiteY17" fmla="*/ 20293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069" y="105479"/>
                  </a:moveTo>
                  <a:cubicBezTo>
                    <a:pt x="128069" y="81116"/>
                    <a:pt x="126550" y="56752"/>
                    <a:pt x="115922" y="34216"/>
                  </a:cubicBezTo>
                  <a:cubicBezTo>
                    <a:pt x="101954" y="4979"/>
                    <a:pt x="77054" y="107"/>
                    <a:pt x="64300" y="107"/>
                  </a:cubicBezTo>
                  <a:cubicBezTo>
                    <a:pt x="46080" y="107"/>
                    <a:pt x="23913" y="8025"/>
                    <a:pt x="11463" y="36348"/>
                  </a:cubicBezTo>
                  <a:cubicBezTo>
                    <a:pt x="1746" y="57361"/>
                    <a:pt x="227" y="81116"/>
                    <a:pt x="227" y="105479"/>
                  </a:cubicBezTo>
                  <a:cubicBezTo>
                    <a:pt x="227" y="128320"/>
                    <a:pt x="1442" y="155729"/>
                    <a:pt x="13892" y="178874"/>
                  </a:cubicBezTo>
                  <a:cubicBezTo>
                    <a:pt x="26949" y="203542"/>
                    <a:pt x="49117" y="209633"/>
                    <a:pt x="63996" y="209633"/>
                  </a:cubicBezTo>
                  <a:cubicBezTo>
                    <a:pt x="80394" y="209633"/>
                    <a:pt x="103472" y="203238"/>
                    <a:pt x="116833" y="174306"/>
                  </a:cubicBezTo>
                  <a:cubicBezTo>
                    <a:pt x="126550" y="153292"/>
                    <a:pt x="128069" y="129538"/>
                    <a:pt x="128069" y="105479"/>
                  </a:cubicBezTo>
                  <a:close/>
                  <a:moveTo>
                    <a:pt x="63996" y="202933"/>
                  </a:moveTo>
                  <a:cubicBezTo>
                    <a:pt x="52153" y="202933"/>
                    <a:pt x="34237" y="195320"/>
                    <a:pt x="28771" y="166083"/>
                  </a:cubicBezTo>
                  <a:cubicBezTo>
                    <a:pt x="25431" y="147811"/>
                    <a:pt x="25431" y="119793"/>
                    <a:pt x="25431" y="101824"/>
                  </a:cubicBezTo>
                  <a:cubicBezTo>
                    <a:pt x="25431" y="82334"/>
                    <a:pt x="25431" y="62234"/>
                    <a:pt x="27860" y="45788"/>
                  </a:cubicBezTo>
                  <a:cubicBezTo>
                    <a:pt x="33630" y="9548"/>
                    <a:pt x="56405" y="6807"/>
                    <a:pt x="63996" y="6807"/>
                  </a:cubicBezTo>
                  <a:cubicBezTo>
                    <a:pt x="74017" y="6807"/>
                    <a:pt x="94059" y="12289"/>
                    <a:pt x="99828" y="42438"/>
                  </a:cubicBezTo>
                  <a:cubicBezTo>
                    <a:pt x="102865" y="59493"/>
                    <a:pt x="102865" y="82638"/>
                    <a:pt x="102865" y="101824"/>
                  </a:cubicBezTo>
                  <a:cubicBezTo>
                    <a:pt x="102865" y="124665"/>
                    <a:pt x="102865" y="145374"/>
                    <a:pt x="99524" y="164865"/>
                  </a:cubicBezTo>
                  <a:cubicBezTo>
                    <a:pt x="94970" y="193797"/>
                    <a:pt x="77661" y="202933"/>
                    <a:pt x="63996" y="20293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D7D15A8F-084D-6D91-755C-BBECCA55ABC6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8708744" y="3933428"/>
              <a:ext cx="32188" cy="32281"/>
            </a:xfrm>
            <a:custGeom>
              <a:avLst/>
              <a:gdLst>
                <a:gd name="connsiteX0" fmla="*/ 32420 w 32188"/>
                <a:gd name="connsiteY0" fmla="*/ 16248 h 32281"/>
                <a:gd name="connsiteX1" fmla="*/ 16326 w 32188"/>
                <a:gd name="connsiteY1" fmla="*/ 107 h 32281"/>
                <a:gd name="connsiteX2" fmla="*/ 232 w 32188"/>
                <a:gd name="connsiteY2" fmla="*/ 16248 h 32281"/>
                <a:gd name="connsiteX3" fmla="*/ 16326 w 32188"/>
                <a:gd name="connsiteY3" fmla="*/ 32388 h 32281"/>
                <a:gd name="connsiteX4" fmla="*/ 32420 w 32188"/>
                <a:gd name="connsiteY4" fmla="*/ 16248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20" y="16248"/>
                  </a:moveTo>
                  <a:cubicBezTo>
                    <a:pt x="32420" y="7416"/>
                    <a:pt x="25132" y="107"/>
                    <a:pt x="16326" y="107"/>
                  </a:cubicBezTo>
                  <a:cubicBezTo>
                    <a:pt x="7520" y="107"/>
                    <a:pt x="232" y="7416"/>
                    <a:pt x="232" y="16248"/>
                  </a:cubicBezTo>
                  <a:cubicBezTo>
                    <a:pt x="232" y="25079"/>
                    <a:pt x="7520" y="32388"/>
                    <a:pt x="16326" y="32388"/>
                  </a:cubicBezTo>
                  <a:cubicBezTo>
                    <a:pt x="25132" y="32388"/>
                    <a:pt x="32420" y="25079"/>
                    <a:pt x="32420" y="1624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71D9191A-7B75-0B12-52A5-C5D6EEFCB25C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8778822" y="3762883"/>
              <a:ext cx="127841" cy="209526"/>
            </a:xfrm>
            <a:custGeom>
              <a:avLst/>
              <a:gdLst>
                <a:gd name="connsiteX0" fmla="*/ 128076 w 127841"/>
                <a:gd name="connsiteY0" fmla="*/ 105479 h 209526"/>
                <a:gd name="connsiteX1" fmla="*/ 115930 w 127841"/>
                <a:gd name="connsiteY1" fmla="*/ 34216 h 209526"/>
                <a:gd name="connsiteX2" fmla="*/ 64308 w 127841"/>
                <a:gd name="connsiteY2" fmla="*/ 107 h 209526"/>
                <a:gd name="connsiteX3" fmla="*/ 11470 w 127841"/>
                <a:gd name="connsiteY3" fmla="*/ 36348 h 209526"/>
                <a:gd name="connsiteX4" fmla="*/ 235 w 127841"/>
                <a:gd name="connsiteY4" fmla="*/ 105479 h 209526"/>
                <a:gd name="connsiteX5" fmla="*/ 13900 w 127841"/>
                <a:gd name="connsiteY5" fmla="*/ 178874 h 209526"/>
                <a:gd name="connsiteX6" fmla="*/ 64004 w 127841"/>
                <a:gd name="connsiteY6" fmla="*/ 209633 h 209526"/>
                <a:gd name="connsiteX7" fmla="*/ 116841 w 127841"/>
                <a:gd name="connsiteY7" fmla="*/ 174306 h 209526"/>
                <a:gd name="connsiteX8" fmla="*/ 128076 w 127841"/>
                <a:gd name="connsiteY8" fmla="*/ 105479 h 209526"/>
                <a:gd name="connsiteX9" fmla="*/ 64004 w 127841"/>
                <a:gd name="connsiteY9" fmla="*/ 202933 h 209526"/>
                <a:gd name="connsiteX10" fmla="*/ 28779 w 127841"/>
                <a:gd name="connsiteY10" fmla="*/ 166083 h 209526"/>
                <a:gd name="connsiteX11" fmla="*/ 25439 w 127841"/>
                <a:gd name="connsiteY11" fmla="*/ 101824 h 209526"/>
                <a:gd name="connsiteX12" fmla="*/ 27868 w 127841"/>
                <a:gd name="connsiteY12" fmla="*/ 45788 h 209526"/>
                <a:gd name="connsiteX13" fmla="*/ 64004 w 127841"/>
                <a:gd name="connsiteY13" fmla="*/ 6807 h 209526"/>
                <a:gd name="connsiteX14" fmla="*/ 99836 w 127841"/>
                <a:gd name="connsiteY14" fmla="*/ 42438 h 209526"/>
                <a:gd name="connsiteX15" fmla="*/ 102873 w 127841"/>
                <a:gd name="connsiteY15" fmla="*/ 101824 h 209526"/>
                <a:gd name="connsiteX16" fmla="*/ 99532 w 127841"/>
                <a:gd name="connsiteY16" fmla="*/ 164865 h 209526"/>
                <a:gd name="connsiteX17" fmla="*/ 64004 w 127841"/>
                <a:gd name="connsiteY17" fmla="*/ 20293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076" y="105479"/>
                  </a:moveTo>
                  <a:cubicBezTo>
                    <a:pt x="128076" y="81116"/>
                    <a:pt x="126558" y="56752"/>
                    <a:pt x="115930" y="34216"/>
                  </a:cubicBezTo>
                  <a:cubicBezTo>
                    <a:pt x="101962" y="4979"/>
                    <a:pt x="77061" y="107"/>
                    <a:pt x="64308" y="107"/>
                  </a:cubicBezTo>
                  <a:cubicBezTo>
                    <a:pt x="46088" y="107"/>
                    <a:pt x="23921" y="8025"/>
                    <a:pt x="11470" y="36348"/>
                  </a:cubicBezTo>
                  <a:cubicBezTo>
                    <a:pt x="1753" y="57361"/>
                    <a:pt x="235" y="81116"/>
                    <a:pt x="235" y="105479"/>
                  </a:cubicBezTo>
                  <a:cubicBezTo>
                    <a:pt x="235" y="128320"/>
                    <a:pt x="1450" y="155729"/>
                    <a:pt x="13900" y="178874"/>
                  </a:cubicBezTo>
                  <a:cubicBezTo>
                    <a:pt x="26957" y="203542"/>
                    <a:pt x="49124" y="209633"/>
                    <a:pt x="64004" y="209633"/>
                  </a:cubicBezTo>
                  <a:cubicBezTo>
                    <a:pt x="80402" y="209633"/>
                    <a:pt x="103480" y="203238"/>
                    <a:pt x="116841" y="174306"/>
                  </a:cubicBezTo>
                  <a:cubicBezTo>
                    <a:pt x="126558" y="153292"/>
                    <a:pt x="128076" y="129538"/>
                    <a:pt x="128076" y="105479"/>
                  </a:cubicBezTo>
                  <a:close/>
                  <a:moveTo>
                    <a:pt x="64004" y="202933"/>
                  </a:moveTo>
                  <a:cubicBezTo>
                    <a:pt x="52161" y="202933"/>
                    <a:pt x="34245" y="195320"/>
                    <a:pt x="28779" y="166083"/>
                  </a:cubicBezTo>
                  <a:cubicBezTo>
                    <a:pt x="25439" y="147811"/>
                    <a:pt x="25439" y="119793"/>
                    <a:pt x="25439" y="101824"/>
                  </a:cubicBezTo>
                  <a:cubicBezTo>
                    <a:pt x="25439" y="82334"/>
                    <a:pt x="25439" y="62234"/>
                    <a:pt x="27868" y="45788"/>
                  </a:cubicBezTo>
                  <a:cubicBezTo>
                    <a:pt x="33638" y="9548"/>
                    <a:pt x="56412" y="6807"/>
                    <a:pt x="64004" y="6807"/>
                  </a:cubicBezTo>
                  <a:cubicBezTo>
                    <a:pt x="74025" y="6807"/>
                    <a:pt x="94066" y="12289"/>
                    <a:pt x="99836" y="42438"/>
                  </a:cubicBezTo>
                  <a:cubicBezTo>
                    <a:pt x="102873" y="59493"/>
                    <a:pt x="102873" y="82638"/>
                    <a:pt x="102873" y="101824"/>
                  </a:cubicBezTo>
                  <a:cubicBezTo>
                    <a:pt x="102873" y="124665"/>
                    <a:pt x="102873" y="145374"/>
                    <a:pt x="99532" y="164865"/>
                  </a:cubicBezTo>
                  <a:cubicBezTo>
                    <a:pt x="94977" y="193797"/>
                    <a:pt x="77669" y="202933"/>
                    <a:pt x="64004" y="20293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51F1DCEF-BCCD-7D1E-5F64-825312CB858E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9339001" y="3709894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D8CF37BA-DA86-B8B5-CA9B-3AB12698A8B2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9572236" y="3891096"/>
              <a:ext cx="80470" cy="17663"/>
            </a:xfrm>
            <a:custGeom>
              <a:avLst/>
              <a:gdLst>
                <a:gd name="connsiteX0" fmla="*/ 80732 w 80470"/>
                <a:gd name="connsiteY0" fmla="*/ 17770 h 17663"/>
                <a:gd name="connsiteX1" fmla="*/ 80732 w 80470"/>
                <a:gd name="connsiteY1" fmla="*/ 107 h 17663"/>
                <a:gd name="connsiteX2" fmla="*/ 261 w 80470"/>
                <a:gd name="connsiteY2" fmla="*/ 107 h 17663"/>
                <a:gd name="connsiteX3" fmla="*/ 261 w 80470"/>
                <a:gd name="connsiteY3" fmla="*/ 17770 h 17663"/>
                <a:gd name="connsiteX4" fmla="*/ 80732 w 80470"/>
                <a:gd name="connsiteY4" fmla="*/ 17770 h 1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70" h="17663">
                  <a:moveTo>
                    <a:pt x="80732" y="17770"/>
                  </a:moveTo>
                  <a:lnTo>
                    <a:pt x="80732" y="107"/>
                  </a:lnTo>
                  <a:lnTo>
                    <a:pt x="261" y="107"/>
                  </a:lnTo>
                  <a:lnTo>
                    <a:pt x="261" y="17770"/>
                  </a:lnTo>
                  <a:lnTo>
                    <a:pt x="80732" y="1777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3D2207B-F1BA-F377-54C4-25F0A50D0566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9681959" y="3762883"/>
              <a:ext cx="127841" cy="209526"/>
            </a:xfrm>
            <a:custGeom>
              <a:avLst/>
              <a:gdLst>
                <a:gd name="connsiteX0" fmla="*/ 128106 w 127841"/>
                <a:gd name="connsiteY0" fmla="*/ 105479 h 209526"/>
                <a:gd name="connsiteX1" fmla="*/ 115960 w 127841"/>
                <a:gd name="connsiteY1" fmla="*/ 34216 h 209526"/>
                <a:gd name="connsiteX2" fmla="*/ 64337 w 127841"/>
                <a:gd name="connsiteY2" fmla="*/ 107 h 209526"/>
                <a:gd name="connsiteX3" fmla="*/ 11500 w 127841"/>
                <a:gd name="connsiteY3" fmla="*/ 36348 h 209526"/>
                <a:gd name="connsiteX4" fmla="*/ 265 w 127841"/>
                <a:gd name="connsiteY4" fmla="*/ 105479 h 209526"/>
                <a:gd name="connsiteX5" fmla="*/ 13929 w 127841"/>
                <a:gd name="connsiteY5" fmla="*/ 178874 h 209526"/>
                <a:gd name="connsiteX6" fmla="*/ 64033 w 127841"/>
                <a:gd name="connsiteY6" fmla="*/ 209633 h 209526"/>
                <a:gd name="connsiteX7" fmla="*/ 116871 w 127841"/>
                <a:gd name="connsiteY7" fmla="*/ 174306 h 209526"/>
                <a:gd name="connsiteX8" fmla="*/ 128106 w 127841"/>
                <a:gd name="connsiteY8" fmla="*/ 105479 h 209526"/>
                <a:gd name="connsiteX9" fmla="*/ 64033 w 127841"/>
                <a:gd name="connsiteY9" fmla="*/ 202933 h 209526"/>
                <a:gd name="connsiteX10" fmla="*/ 28809 w 127841"/>
                <a:gd name="connsiteY10" fmla="*/ 166083 h 209526"/>
                <a:gd name="connsiteX11" fmla="*/ 25469 w 127841"/>
                <a:gd name="connsiteY11" fmla="*/ 101824 h 209526"/>
                <a:gd name="connsiteX12" fmla="*/ 27898 w 127841"/>
                <a:gd name="connsiteY12" fmla="*/ 45788 h 209526"/>
                <a:gd name="connsiteX13" fmla="*/ 64033 w 127841"/>
                <a:gd name="connsiteY13" fmla="*/ 6807 h 209526"/>
                <a:gd name="connsiteX14" fmla="*/ 99866 w 127841"/>
                <a:gd name="connsiteY14" fmla="*/ 42438 h 209526"/>
                <a:gd name="connsiteX15" fmla="*/ 102902 w 127841"/>
                <a:gd name="connsiteY15" fmla="*/ 101824 h 209526"/>
                <a:gd name="connsiteX16" fmla="*/ 99562 w 127841"/>
                <a:gd name="connsiteY16" fmla="*/ 164865 h 209526"/>
                <a:gd name="connsiteX17" fmla="*/ 64033 w 127841"/>
                <a:gd name="connsiteY17" fmla="*/ 20293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106" y="105479"/>
                  </a:moveTo>
                  <a:cubicBezTo>
                    <a:pt x="128106" y="81116"/>
                    <a:pt x="126588" y="56752"/>
                    <a:pt x="115960" y="34216"/>
                  </a:cubicBezTo>
                  <a:cubicBezTo>
                    <a:pt x="101991" y="4979"/>
                    <a:pt x="77091" y="107"/>
                    <a:pt x="64337" y="107"/>
                  </a:cubicBezTo>
                  <a:cubicBezTo>
                    <a:pt x="46118" y="107"/>
                    <a:pt x="23950" y="8025"/>
                    <a:pt x="11500" y="36348"/>
                  </a:cubicBezTo>
                  <a:cubicBezTo>
                    <a:pt x="1783" y="57361"/>
                    <a:pt x="265" y="81116"/>
                    <a:pt x="265" y="105479"/>
                  </a:cubicBezTo>
                  <a:cubicBezTo>
                    <a:pt x="265" y="128320"/>
                    <a:pt x="1479" y="155729"/>
                    <a:pt x="13929" y="178874"/>
                  </a:cubicBezTo>
                  <a:cubicBezTo>
                    <a:pt x="26987" y="203542"/>
                    <a:pt x="49154" y="209633"/>
                    <a:pt x="64033" y="209633"/>
                  </a:cubicBezTo>
                  <a:cubicBezTo>
                    <a:pt x="80431" y="209633"/>
                    <a:pt x="103509" y="203238"/>
                    <a:pt x="116871" y="174306"/>
                  </a:cubicBezTo>
                  <a:cubicBezTo>
                    <a:pt x="126588" y="153292"/>
                    <a:pt x="128106" y="129538"/>
                    <a:pt x="128106" y="105479"/>
                  </a:cubicBezTo>
                  <a:close/>
                  <a:moveTo>
                    <a:pt x="64033" y="202933"/>
                  </a:moveTo>
                  <a:cubicBezTo>
                    <a:pt x="52191" y="202933"/>
                    <a:pt x="34275" y="195320"/>
                    <a:pt x="28809" y="166083"/>
                  </a:cubicBezTo>
                  <a:cubicBezTo>
                    <a:pt x="25469" y="147811"/>
                    <a:pt x="25469" y="119793"/>
                    <a:pt x="25469" y="101824"/>
                  </a:cubicBezTo>
                  <a:cubicBezTo>
                    <a:pt x="25469" y="82334"/>
                    <a:pt x="25469" y="62234"/>
                    <a:pt x="27898" y="45788"/>
                  </a:cubicBezTo>
                  <a:cubicBezTo>
                    <a:pt x="33667" y="9548"/>
                    <a:pt x="56442" y="6807"/>
                    <a:pt x="64033" y="6807"/>
                  </a:cubicBezTo>
                  <a:cubicBezTo>
                    <a:pt x="74054" y="6807"/>
                    <a:pt x="94096" y="12289"/>
                    <a:pt x="99866" y="42438"/>
                  </a:cubicBezTo>
                  <a:cubicBezTo>
                    <a:pt x="102902" y="59493"/>
                    <a:pt x="102902" y="82638"/>
                    <a:pt x="102902" y="101824"/>
                  </a:cubicBezTo>
                  <a:cubicBezTo>
                    <a:pt x="102902" y="124665"/>
                    <a:pt x="102902" y="145374"/>
                    <a:pt x="99562" y="164865"/>
                  </a:cubicBezTo>
                  <a:cubicBezTo>
                    <a:pt x="95007" y="193797"/>
                    <a:pt x="77698" y="202933"/>
                    <a:pt x="64033" y="20293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27AC45A4-4941-2763-FB06-F26755C7A2E1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9848063" y="3933428"/>
              <a:ext cx="32188" cy="32281"/>
            </a:xfrm>
            <a:custGeom>
              <a:avLst/>
              <a:gdLst>
                <a:gd name="connsiteX0" fmla="*/ 32458 w 32188"/>
                <a:gd name="connsiteY0" fmla="*/ 16248 h 32281"/>
                <a:gd name="connsiteX1" fmla="*/ 16364 w 32188"/>
                <a:gd name="connsiteY1" fmla="*/ 107 h 32281"/>
                <a:gd name="connsiteX2" fmla="*/ 270 w 32188"/>
                <a:gd name="connsiteY2" fmla="*/ 16248 h 32281"/>
                <a:gd name="connsiteX3" fmla="*/ 16364 w 32188"/>
                <a:gd name="connsiteY3" fmla="*/ 32388 h 32281"/>
                <a:gd name="connsiteX4" fmla="*/ 32458 w 32188"/>
                <a:gd name="connsiteY4" fmla="*/ 16248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58" y="16248"/>
                  </a:moveTo>
                  <a:cubicBezTo>
                    <a:pt x="32458" y="7416"/>
                    <a:pt x="25170" y="107"/>
                    <a:pt x="16364" y="107"/>
                  </a:cubicBezTo>
                  <a:cubicBezTo>
                    <a:pt x="7557" y="107"/>
                    <a:pt x="270" y="7416"/>
                    <a:pt x="270" y="16248"/>
                  </a:cubicBezTo>
                  <a:cubicBezTo>
                    <a:pt x="270" y="25079"/>
                    <a:pt x="7557" y="32388"/>
                    <a:pt x="16364" y="32388"/>
                  </a:cubicBezTo>
                  <a:cubicBezTo>
                    <a:pt x="25170" y="32388"/>
                    <a:pt x="32458" y="25079"/>
                    <a:pt x="32458" y="1624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01632820-AC78-027C-5E3E-655F82DB06DB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9919052" y="3762883"/>
              <a:ext cx="126019" cy="209526"/>
            </a:xfrm>
            <a:custGeom>
              <a:avLst/>
              <a:gdLst>
                <a:gd name="connsiteX0" fmla="*/ 27602 w 126019"/>
                <a:gd name="connsiteY0" fmla="*/ 103043 h 209526"/>
                <a:gd name="connsiteX1" fmla="*/ 27602 w 126019"/>
                <a:gd name="connsiteY1" fmla="*/ 95734 h 209526"/>
                <a:gd name="connsiteX2" fmla="*/ 80743 w 126019"/>
                <a:gd name="connsiteY2" fmla="*/ 7720 h 209526"/>
                <a:gd name="connsiteX3" fmla="*/ 107465 w 126019"/>
                <a:gd name="connsiteY3" fmla="*/ 19902 h 209526"/>
                <a:gd name="connsiteX4" fmla="*/ 90763 w 126019"/>
                <a:gd name="connsiteY4" fmla="*/ 33607 h 209526"/>
                <a:gd name="connsiteX5" fmla="*/ 104732 w 126019"/>
                <a:gd name="connsiteY5" fmla="*/ 47616 h 209526"/>
                <a:gd name="connsiteX6" fmla="*/ 118700 w 126019"/>
                <a:gd name="connsiteY6" fmla="*/ 32998 h 209526"/>
                <a:gd name="connsiteX7" fmla="*/ 80135 w 126019"/>
                <a:gd name="connsiteY7" fmla="*/ 107 h 209526"/>
                <a:gd name="connsiteX8" fmla="*/ 272 w 126019"/>
                <a:gd name="connsiteY8" fmla="*/ 106697 h 209526"/>
                <a:gd name="connsiteX9" fmla="*/ 63738 w 126019"/>
                <a:gd name="connsiteY9" fmla="*/ 209633 h 209526"/>
                <a:gd name="connsiteX10" fmla="*/ 126292 w 126019"/>
                <a:gd name="connsiteY10" fmla="*/ 140806 h 209526"/>
                <a:gd name="connsiteX11" fmla="*/ 65560 w 126019"/>
                <a:gd name="connsiteY11" fmla="*/ 72893 h 209526"/>
                <a:gd name="connsiteX12" fmla="*/ 27602 w 126019"/>
                <a:gd name="connsiteY12" fmla="*/ 103043 h 209526"/>
                <a:gd name="connsiteX13" fmla="*/ 63738 w 126019"/>
                <a:gd name="connsiteY13" fmla="*/ 201106 h 209526"/>
                <a:gd name="connsiteX14" fmla="*/ 33675 w 126019"/>
                <a:gd name="connsiteY14" fmla="*/ 178265 h 209526"/>
                <a:gd name="connsiteX15" fmla="*/ 28209 w 126019"/>
                <a:gd name="connsiteY15" fmla="*/ 134106 h 209526"/>
                <a:gd name="connsiteX16" fmla="*/ 65256 w 126019"/>
                <a:gd name="connsiteY16" fmla="*/ 79897 h 209526"/>
                <a:gd name="connsiteX17" fmla="*/ 93496 w 126019"/>
                <a:gd name="connsiteY17" fmla="*/ 98779 h 209526"/>
                <a:gd name="connsiteX18" fmla="*/ 98962 w 126019"/>
                <a:gd name="connsiteY18" fmla="*/ 140502 h 209526"/>
                <a:gd name="connsiteX19" fmla="*/ 93800 w 126019"/>
                <a:gd name="connsiteY19" fmla="*/ 181310 h 209526"/>
                <a:gd name="connsiteX20" fmla="*/ 63738 w 126019"/>
                <a:gd name="connsiteY20" fmla="*/ 201106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09526">
                  <a:moveTo>
                    <a:pt x="27602" y="103043"/>
                  </a:moveTo>
                  <a:lnTo>
                    <a:pt x="27602" y="95734"/>
                  </a:lnTo>
                  <a:cubicBezTo>
                    <a:pt x="27602" y="18684"/>
                    <a:pt x="65256" y="7720"/>
                    <a:pt x="80743" y="7720"/>
                  </a:cubicBezTo>
                  <a:cubicBezTo>
                    <a:pt x="88030" y="7720"/>
                    <a:pt x="100784" y="9548"/>
                    <a:pt x="107465" y="19902"/>
                  </a:cubicBezTo>
                  <a:cubicBezTo>
                    <a:pt x="102910" y="19902"/>
                    <a:pt x="90763" y="19902"/>
                    <a:pt x="90763" y="33607"/>
                  </a:cubicBezTo>
                  <a:cubicBezTo>
                    <a:pt x="90763" y="43048"/>
                    <a:pt x="98051" y="47616"/>
                    <a:pt x="104732" y="47616"/>
                  </a:cubicBezTo>
                  <a:cubicBezTo>
                    <a:pt x="109590" y="47616"/>
                    <a:pt x="118700" y="44875"/>
                    <a:pt x="118700" y="32998"/>
                  </a:cubicBezTo>
                  <a:cubicBezTo>
                    <a:pt x="118700" y="14725"/>
                    <a:pt x="105339" y="107"/>
                    <a:pt x="80135" y="107"/>
                  </a:cubicBezTo>
                  <a:cubicBezTo>
                    <a:pt x="41267" y="107"/>
                    <a:pt x="272" y="39393"/>
                    <a:pt x="272" y="106697"/>
                  </a:cubicBezTo>
                  <a:cubicBezTo>
                    <a:pt x="272" y="188010"/>
                    <a:pt x="35497" y="209633"/>
                    <a:pt x="63738" y="209633"/>
                  </a:cubicBezTo>
                  <a:cubicBezTo>
                    <a:pt x="97444" y="209633"/>
                    <a:pt x="126292" y="181006"/>
                    <a:pt x="126292" y="140806"/>
                  </a:cubicBezTo>
                  <a:cubicBezTo>
                    <a:pt x="126292" y="102129"/>
                    <a:pt x="99266" y="72893"/>
                    <a:pt x="65560" y="72893"/>
                  </a:cubicBezTo>
                  <a:cubicBezTo>
                    <a:pt x="44911" y="72893"/>
                    <a:pt x="33675" y="88425"/>
                    <a:pt x="27602" y="103043"/>
                  </a:cubicBezTo>
                  <a:close/>
                  <a:moveTo>
                    <a:pt x="63738" y="201106"/>
                  </a:moveTo>
                  <a:cubicBezTo>
                    <a:pt x="44607" y="201106"/>
                    <a:pt x="35497" y="182833"/>
                    <a:pt x="33675" y="178265"/>
                  </a:cubicBezTo>
                  <a:cubicBezTo>
                    <a:pt x="28209" y="163951"/>
                    <a:pt x="28209" y="139588"/>
                    <a:pt x="28209" y="134106"/>
                  </a:cubicBezTo>
                  <a:cubicBezTo>
                    <a:pt x="28209" y="110352"/>
                    <a:pt x="37926" y="79897"/>
                    <a:pt x="65256" y="79897"/>
                  </a:cubicBezTo>
                  <a:cubicBezTo>
                    <a:pt x="70114" y="79897"/>
                    <a:pt x="84083" y="79897"/>
                    <a:pt x="93496" y="98779"/>
                  </a:cubicBezTo>
                  <a:cubicBezTo>
                    <a:pt x="98962" y="110047"/>
                    <a:pt x="98962" y="125579"/>
                    <a:pt x="98962" y="140502"/>
                  </a:cubicBezTo>
                  <a:cubicBezTo>
                    <a:pt x="98962" y="155120"/>
                    <a:pt x="98962" y="170347"/>
                    <a:pt x="93800" y="181310"/>
                  </a:cubicBezTo>
                  <a:cubicBezTo>
                    <a:pt x="84690" y="199583"/>
                    <a:pt x="70722" y="201106"/>
                    <a:pt x="63738" y="201106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8118F5FB-8BAB-61BF-8A37-EA690ED78C55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10070883" y="3762883"/>
              <a:ext cx="126019" cy="209526"/>
            </a:xfrm>
            <a:custGeom>
              <a:avLst/>
              <a:gdLst>
                <a:gd name="connsiteX0" fmla="*/ 98967 w 126019"/>
                <a:gd name="connsiteY0" fmla="*/ 106088 h 209526"/>
                <a:gd name="connsiteX1" fmla="*/ 98967 w 126019"/>
                <a:gd name="connsiteY1" fmla="*/ 115834 h 209526"/>
                <a:gd name="connsiteX2" fmla="*/ 49774 w 126019"/>
                <a:gd name="connsiteY2" fmla="*/ 201106 h 209526"/>
                <a:gd name="connsiteX3" fmla="*/ 20015 w 126019"/>
                <a:gd name="connsiteY3" fmla="*/ 190142 h 209526"/>
                <a:gd name="connsiteX4" fmla="*/ 35806 w 126019"/>
                <a:gd name="connsiteY4" fmla="*/ 176133 h 209526"/>
                <a:gd name="connsiteX5" fmla="*/ 21837 w 126019"/>
                <a:gd name="connsiteY5" fmla="*/ 162124 h 209526"/>
                <a:gd name="connsiteX6" fmla="*/ 7869 w 126019"/>
                <a:gd name="connsiteY6" fmla="*/ 176742 h 209526"/>
                <a:gd name="connsiteX7" fmla="*/ 50078 w 126019"/>
                <a:gd name="connsiteY7" fmla="*/ 209633 h 209526"/>
                <a:gd name="connsiteX8" fmla="*/ 126297 w 126019"/>
                <a:gd name="connsiteY8" fmla="*/ 102738 h 209526"/>
                <a:gd name="connsiteX9" fmla="*/ 64350 w 126019"/>
                <a:gd name="connsiteY9" fmla="*/ 107 h 209526"/>
                <a:gd name="connsiteX10" fmla="*/ 19712 w 126019"/>
                <a:gd name="connsiteY10" fmla="*/ 19293 h 209526"/>
                <a:gd name="connsiteX11" fmla="*/ 277 w 126019"/>
                <a:gd name="connsiteY11" fmla="*/ 68629 h 209526"/>
                <a:gd name="connsiteX12" fmla="*/ 61010 w 126019"/>
                <a:gd name="connsiteY12" fmla="*/ 136543 h 209526"/>
                <a:gd name="connsiteX13" fmla="*/ 98967 w 126019"/>
                <a:gd name="connsiteY13" fmla="*/ 106088 h 209526"/>
                <a:gd name="connsiteX14" fmla="*/ 61313 w 126019"/>
                <a:gd name="connsiteY14" fmla="*/ 129538 h 209526"/>
                <a:gd name="connsiteX15" fmla="*/ 33073 w 126019"/>
                <a:gd name="connsiteY15" fmla="*/ 110352 h 209526"/>
                <a:gd name="connsiteX16" fmla="*/ 27607 w 126019"/>
                <a:gd name="connsiteY16" fmla="*/ 68934 h 209526"/>
                <a:gd name="connsiteX17" fmla="*/ 33984 w 126019"/>
                <a:gd name="connsiteY17" fmla="*/ 26907 h 209526"/>
                <a:gd name="connsiteX18" fmla="*/ 64350 w 126019"/>
                <a:gd name="connsiteY18" fmla="*/ 7720 h 209526"/>
                <a:gd name="connsiteX19" fmla="*/ 93501 w 126019"/>
                <a:gd name="connsiteY19" fmla="*/ 31779 h 209526"/>
                <a:gd name="connsiteX20" fmla="*/ 98360 w 126019"/>
                <a:gd name="connsiteY20" fmla="*/ 74720 h 209526"/>
                <a:gd name="connsiteX21" fmla="*/ 61313 w 126019"/>
                <a:gd name="connsiteY21" fmla="*/ 129538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09526">
                  <a:moveTo>
                    <a:pt x="98967" y="106088"/>
                  </a:moveTo>
                  <a:lnTo>
                    <a:pt x="98967" y="115834"/>
                  </a:lnTo>
                  <a:cubicBezTo>
                    <a:pt x="98967" y="187097"/>
                    <a:pt x="67386" y="201106"/>
                    <a:pt x="49774" y="201106"/>
                  </a:cubicBezTo>
                  <a:cubicBezTo>
                    <a:pt x="44612" y="201106"/>
                    <a:pt x="28214" y="200497"/>
                    <a:pt x="20015" y="190142"/>
                  </a:cubicBezTo>
                  <a:cubicBezTo>
                    <a:pt x="33376" y="190142"/>
                    <a:pt x="35806" y="181310"/>
                    <a:pt x="35806" y="176133"/>
                  </a:cubicBezTo>
                  <a:cubicBezTo>
                    <a:pt x="35806" y="166692"/>
                    <a:pt x="28518" y="162124"/>
                    <a:pt x="21837" y="162124"/>
                  </a:cubicBezTo>
                  <a:cubicBezTo>
                    <a:pt x="16979" y="162124"/>
                    <a:pt x="7869" y="164865"/>
                    <a:pt x="7869" y="176742"/>
                  </a:cubicBezTo>
                  <a:cubicBezTo>
                    <a:pt x="7869" y="197147"/>
                    <a:pt x="24267" y="209633"/>
                    <a:pt x="50078" y="209633"/>
                  </a:cubicBezTo>
                  <a:cubicBezTo>
                    <a:pt x="89250" y="209633"/>
                    <a:pt x="126297" y="168215"/>
                    <a:pt x="126297" y="102738"/>
                  </a:cubicBezTo>
                  <a:cubicBezTo>
                    <a:pt x="126297" y="20816"/>
                    <a:pt x="91376" y="107"/>
                    <a:pt x="64350" y="107"/>
                  </a:cubicBezTo>
                  <a:cubicBezTo>
                    <a:pt x="47649" y="107"/>
                    <a:pt x="32769" y="5589"/>
                    <a:pt x="19712" y="19293"/>
                  </a:cubicBezTo>
                  <a:cubicBezTo>
                    <a:pt x="7262" y="32998"/>
                    <a:pt x="277" y="45788"/>
                    <a:pt x="277" y="68629"/>
                  </a:cubicBezTo>
                  <a:cubicBezTo>
                    <a:pt x="277" y="106697"/>
                    <a:pt x="27000" y="136543"/>
                    <a:pt x="61010" y="136543"/>
                  </a:cubicBezTo>
                  <a:cubicBezTo>
                    <a:pt x="79533" y="136543"/>
                    <a:pt x="91983" y="123752"/>
                    <a:pt x="98967" y="106088"/>
                  </a:cubicBezTo>
                  <a:close/>
                  <a:moveTo>
                    <a:pt x="61313" y="129538"/>
                  </a:moveTo>
                  <a:cubicBezTo>
                    <a:pt x="56455" y="129538"/>
                    <a:pt x="42486" y="129538"/>
                    <a:pt x="33073" y="110352"/>
                  </a:cubicBezTo>
                  <a:cubicBezTo>
                    <a:pt x="27607" y="99084"/>
                    <a:pt x="27607" y="83856"/>
                    <a:pt x="27607" y="68934"/>
                  </a:cubicBezTo>
                  <a:cubicBezTo>
                    <a:pt x="27607" y="52488"/>
                    <a:pt x="27607" y="38175"/>
                    <a:pt x="33984" y="26907"/>
                  </a:cubicBezTo>
                  <a:cubicBezTo>
                    <a:pt x="42183" y="11679"/>
                    <a:pt x="53722" y="7720"/>
                    <a:pt x="64350" y="7720"/>
                  </a:cubicBezTo>
                  <a:cubicBezTo>
                    <a:pt x="78318" y="7720"/>
                    <a:pt x="88339" y="18075"/>
                    <a:pt x="93501" y="31779"/>
                  </a:cubicBezTo>
                  <a:cubicBezTo>
                    <a:pt x="97145" y="41525"/>
                    <a:pt x="98360" y="60711"/>
                    <a:pt x="98360" y="74720"/>
                  </a:cubicBezTo>
                  <a:cubicBezTo>
                    <a:pt x="98360" y="99997"/>
                    <a:pt x="88035" y="129538"/>
                    <a:pt x="61313" y="12953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05B0014D-A8E1-4464-85AD-2668E9A82A82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10222715" y="3762883"/>
              <a:ext cx="126019" cy="209526"/>
            </a:xfrm>
            <a:custGeom>
              <a:avLst/>
              <a:gdLst>
                <a:gd name="connsiteX0" fmla="*/ 75590 w 126019"/>
                <a:gd name="connsiteY0" fmla="*/ 95734 h 209526"/>
                <a:gd name="connsiteX1" fmla="*/ 118103 w 126019"/>
                <a:gd name="connsiteY1" fmla="*/ 42134 h 209526"/>
                <a:gd name="connsiteX2" fmla="*/ 62229 w 126019"/>
                <a:gd name="connsiteY2" fmla="*/ 107 h 209526"/>
                <a:gd name="connsiteX3" fmla="*/ 8481 w 126019"/>
                <a:gd name="connsiteY3" fmla="*/ 41525 h 209526"/>
                <a:gd name="connsiteX4" fmla="*/ 23968 w 126019"/>
                <a:gd name="connsiteY4" fmla="*/ 57361 h 209526"/>
                <a:gd name="connsiteX5" fmla="*/ 39455 w 126019"/>
                <a:gd name="connsiteY5" fmla="*/ 41829 h 209526"/>
                <a:gd name="connsiteX6" fmla="*/ 20628 w 126019"/>
                <a:gd name="connsiteY6" fmla="*/ 26602 h 209526"/>
                <a:gd name="connsiteX7" fmla="*/ 61015 w 126019"/>
                <a:gd name="connsiteY7" fmla="*/ 7720 h 209526"/>
                <a:gd name="connsiteX8" fmla="*/ 90166 w 126019"/>
                <a:gd name="connsiteY8" fmla="*/ 41829 h 209526"/>
                <a:gd name="connsiteX9" fmla="*/ 81664 w 126019"/>
                <a:gd name="connsiteY9" fmla="*/ 76547 h 209526"/>
                <a:gd name="connsiteX10" fmla="*/ 54638 w 126019"/>
                <a:gd name="connsiteY10" fmla="*/ 92384 h 209526"/>
                <a:gd name="connsiteX11" fmla="*/ 42795 w 126019"/>
                <a:gd name="connsiteY11" fmla="*/ 93297 h 209526"/>
                <a:gd name="connsiteX12" fmla="*/ 38240 w 126019"/>
                <a:gd name="connsiteY12" fmla="*/ 96952 h 209526"/>
                <a:gd name="connsiteX13" fmla="*/ 45528 w 126019"/>
                <a:gd name="connsiteY13" fmla="*/ 100302 h 209526"/>
                <a:gd name="connsiteX14" fmla="*/ 58889 w 126019"/>
                <a:gd name="connsiteY14" fmla="*/ 100302 h 209526"/>
                <a:gd name="connsiteX15" fmla="*/ 95025 w 126019"/>
                <a:gd name="connsiteY15" fmla="*/ 150856 h 209526"/>
                <a:gd name="connsiteX16" fmla="*/ 60711 w 126019"/>
                <a:gd name="connsiteY16" fmla="*/ 201106 h 209526"/>
                <a:gd name="connsiteX17" fmla="*/ 14251 w 126019"/>
                <a:gd name="connsiteY17" fmla="*/ 177961 h 209526"/>
                <a:gd name="connsiteX18" fmla="*/ 34292 w 126019"/>
                <a:gd name="connsiteY18" fmla="*/ 161211 h 209526"/>
                <a:gd name="connsiteX19" fmla="*/ 17287 w 126019"/>
                <a:gd name="connsiteY19" fmla="*/ 144156 h 209526"/>
                <a:gd name="connsiteX20" fmla="*/ 282 w 126019"/>
                <a:gd name="connsiteY20" fmla="*/ 161820 h 209526"/>
                <a:gd name="connsiteX21" fmla="*/ 61622 w 126019"/>
                <a:gd name="connsiteY21" fmla="*/ 209633 h 209526"/>
                <a:gd name="connsiteX22" fmla="*/ 126302 w 126019"/>
                <a:gd name="connsiteY22" fmla="*/ 150856 h 209526"/>
                <a:gd name="connsiteX23" fmla="*/ 75590 w 126019"/>
                <a:gd name="connsiteY23" fmla="*/ 95734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09526">
                  <a:moveTo>
                    <a:pt x="75590" y="95734"/>
                  </a:moveTo>
                  <a:cubicBezTo>
                    <a:pt x="100491" y="87511"/>
                    <a:pt x="118103" y="66193"/>
                    <a:pt x="118103" y="42134"/>
                  </a:cubicBezTo>
                  <a:cubicBezTo>
                    <a:pt x="118103" y="17161"/>
                    <a:pt x="91381" y="107"/>
                    <a:pt x="62229" y="107"/>
                  </a:cubicBezTo>
                  <a:cubicBezTo>
                    <a:pt x="31559" y="107"/>
                    <a:pt x="8481" y="18379"/>
                    <a:pt x="8481" y="41525"/>
                  </a:cubicBezTo>
                  <a:cubicBezTo>
                    <a:pt x="8481" y="51575"/>
                    <a:pt x="15162" y="57361"/>
                    <a:pt x="23968" y="57361"/>
                  </a:cubicBezTo>
                  <a:cubicBezTo>
                    <a:pt x="33381" y="57361"/>
                    <a:pt x="39455" y="50661"/>
                    <a:pt x="39455" y="41829"/>
                  </a:cubicBezTo>
                  <a:cubicBezTo>
                    <a:pt x="39455" y="26602"/>
                    <a:pt x="25183" y="26602"/>
                    <a:pt x="20628" y="26602"/>
                  </a:cubicBezTo>
                  <a:cubicBezTo>
                    <a:pt x="30041" y="11679"/>
                    <a:pt x="50083" y="7720"/>
                    <a:pt x="61015" y="7720"/>
                  </a:cubicBezTo>
                  <a:cubicBezTo>
                    <a:pt x="73465" y="7720"/>
                    <a:pt x="90166" y="14420"/>
                    <a:pt x="90166" y="41829"/>
                  </a:cubicBezTo>
                  <a:cubicBezTo>
                    <a:pt x="90166" y="45484"/>
                    <a:pt x="89559" y="63147"/>
                    <a:pt x="81664" y="76547"/>
                  </a:cubicBezTo>
                  <a:cubicBezTo>
                    <a:pt x="72554" y="91165"/>
                    <a:pt x="62229" y="92079"/>
                    <a:pt x="54638" y="92384"/>
                  </a:cubicBezTo>
                  <a:cubicBezTo>
                    <a:pt x="52208" y="92688"/>
                    <a:pt x="44921" y="93297"/>
                    <a:pt x="42795" y="93297"/>
                  </a:cubicBezTo>
                  <a:cubicBezTo>
                    <a:pt x="40366" y="93602"/>
                    <a:pt x="38240" y="93906"/>
                    <a:pt x="38240" y="96952"/>
                  </a:cubicBezTo>
                  <a:cubicBezTo>
                    <a:pt x="38240" y="100302"/>
                    <a:pt x="40366" y="100302"/>
                    <a:pt x="45528" y="100302"/>
                  </a:cubicBezTo>
                  <a:lnTo>
                    <a:pt x="58889" y="100302"/>
                  </a:lnTo>
                  <a:cubicBezTo>
                    <a:pt x="83789" y="100302"/>
                    <a:pt x="95025" y="121011"/>
                    <a:pt x="95025" y="150856"/>
                  </a:cubicBezTo>
                  <a:cubicBezTo>
                    <a:pt x="95025" y="192274"/>
                    <a:pt x="74072" y="201106"/>
                    <a:pt x="60711" y="201106"/>
                  </a:cubicBezTo>
                  <a:cubicBezTo>
                    <a:pt x="47654" y="201106"/>
                    <a:pt x="24879" y="195929"/>
                    <a:pt x="14251" y="177961"/>
                  </a:cubicBezTo>
                  <a:cubicBezTo>
                    <a:pt x="24879" y="179483"/>
                    <a:pt x="34292" y="172783"/>
                    <a:pt x="34292" y="161211"/>
                  </a:cubicBezTo>
                  <a:cubicBezTo>
                    <a:pt x="34292" y="150247"/>
                    <a:pt x="26094" y="144156"/>
                    <a:pt x="17287" y="144156"/>
                  </a:cubicBezTo>
                  <a:cubicBezTo>
                    <a:pt x="9999" y="144156"/>
                    <a:pt x="282" y="148420"/>
                    <a:pt x="282" y="161820"/>
                  </a:cubicBezTo>
                  <a:cubicBezTo>
                    <a:pt x="282" y="189533"/>
                    <a:pt x="28523" y="209633"/>
                    <a:pt x="61622" y="209633"/>
                  </a:cubicBezTo>
                  <a:cubicBezTo>
                    <a:pt x="98669" y="209633"/>
                    <a:pt x="126302" y="181920"/>
                    <a:pt x="126302" y="150856"/>
                  </a:cubicBezTo>
                  <a:cubicBezTo>
                    <a:pt x="126302" y="125883"/>
                    <a:pt x="107171" y="102129"/>
                    <a:pt x="75590" y="95734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2B0DEBC-F6F3-A7BA-03F3-28832D4E9F58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10579540" y="3709894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63E52E8B-F898-9BC5-1E53-DA08C166EA6E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1141810" y="3762883"/>
              <a:ext cx="127841" cy="209526"/>
            </a:xfrm>
            <a:custGeom>
              <a:avLst/>
              <a:gdLst>
                <a:gd name="connsiteX0" fmla="*/ 128154 w 127841"/>
                <a:gd name="connsiteY0" fmla="*/ 105479 h 209526"/>
                <a:gd name="connsiteX1" fmla="*/ 116007 w 127841"/>
                <a:gd name="connsiteY1" fmla="*/ 34216 h 209526"/>
                <a:gd name="connsiteX2" fmla="*/ 64385 w 127841"/>
                <a:gd name="connsiteY2" fmla="*/ 107 h 209526"/>
                <a:gd name="connsiteX3" fmla="*/ 11548 w 127841"/>
                <a:gd name="connsiteY3" fmla="*/ 36348 h 209526"/>
                <a:gd name="connsiteX4" fmla="*/ 313 w 127841"/>
                <a:gd name="connsiteY4" fmla="*/ 105479 h 209526"/>
                <a:gd name="connsiteX5" fmla="*/ 13977 w 127841"/>
                <a:gd name="connsiteY5" fmla="*/ 178874 h 209526"/>
                <a:gd name="connsiteX6" fmla="*/ 64081 w 127841"/>
                <a:gd name="connsiteY6" fmla="*/ 209633 h 209526"/>
                <a:gd name="connsiteX7" fmla="*/ 116918 w 127841"/>
                <a:gd name="connsiteY7" fmla="*/ 174306 h 209526"/>
                <a:gd name="connsiteX8" fmla="*/ 128154 w 127841"/>
                <a:gd name="connsiteY8" fmla="*/ 105479 h 209526"/>
                <a:gd name="connsiteX9" fmla="*/ 64081 w 127841"/>
                <a:gd name="connsiteY9" fmla="*/ 202933 h 209526"/>
                <a:gd name="connsiteX10" fmla="*/ 28857 w 127841"/>
                <a:gd name="connsiteY10" fmla="*/ 166083 h 209526"/>
                <a:gd name="connsiteX11" fmla="*/ 25516 w 127841"/>
                <a:gd name="connsiteY11" fmla="*/ 101824 h 209526"/>
                <a:gd name="connsiteX12" fmla="*/ 27946 w 127841"/>
                <a:gd name="connsiteY12" fmla="*/ 45788 h 209526"/>
                <a:gd name="connsiteX13" fmla="*/ 64081 w 127841"/>
                <a:gd name="connsiteY13" fmla="*/ 6807 h 209526"/>
                <a:gd name="connsiteX14" fmla="*/ 99913 w 127841"/>
                <a:gd name="connsiteY14" fmla="*/ 42438 h 209526"/>
                <a:gd name="connsiteX15" fmla="*/ 102950 w 127841"/>
                <a:gd name="connsiteY15" fmla="*/ 101824 h 209526"/>
                <a:gd name="connsiteX16" fmla="*/ 99610 w 127841"/>
                <a:gd name="connsiteY16" fmla="*/ 164865 h 209526"/>
                <a:gd name="connsiteX17" fmla="*/ 64081 w 127841"/>
                <a:gd name="connsiteY17" fmla="*/ 20293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154" y="105479"/>
                  </a:moveTo>
                  <a:cubicBezTo>
                    <a:pt x="128154" y="81116"/>
                    <a:pt x="126636" y="56752"/>
                    <a:pt x="116007" y="34216"/>
                  </a:cubicBezTo>
                  <a:cubicBezTo>
                    <a:pt x="102039" y="4979"/>
                    <a:pt x="77139" y="107"/>
                    <a:pt x="64385" y="107"/>
                  </a:cubicBezTo>
                  <a:cubicBezTo>
                    <a:pt x="46165" y="107"/>
                    <a:pt x="23998" y="8025"/>
                    <a:pt x="11548" y="36348"/>
                  </a:cubicBezTo>
                  <a:cubicBezTo>
                    <a:pt x="1831" y="57361"/>
                    <a:pt x="313" y="81116"/>
                    <a:pt x="313" y="105479"/>
                  </a:cubicBezTo>
                  <a:cubicBezTo>
                    <a:pt x="313" y="128320"/>
                    <a:pt x="1527" y="155729"/>
                    <a:pt x="13977" y="178874"/>
                  </a:cubicBezTo>
                  <a:cubicBezTo>
                    <a:pt x="27035" y="203542"/>
                    <a:pt x="49202" y="209633"/>
                    <a:pt x="64081" y="209633"/>
                  </a:cubicBezTo>
                  <a:cubicBezTo>
                    <a:pt x="80479" y="209633"/>
                    <a:pt x="103557" y="203238"/>
                    <a:pt x="116918" y="174306"/>
                  </a:cubicBezTo>
                  <a:cubicBezTo>
                    <a:pt x="126636" y="153292"/>
                    <a:pt x="128154" y="129538"/>
                    <a:pt x="128154" y="105479"/>
                  </a:cubicBezTo>
                  <a:close/>
                  <a:moveTo>
                    <a:pt x="64081" y="202933"/>
                  </a:moveTo>
                  <a:cubicBezTo>
                    <a:pt x="52239" y="202933"/>
                    <a:pt x="34323" y="195320"/>
                    <a:pt x="28857" y="166083"/>
                  </a:cubicBezTo>
                  <a:cubicBezTo>
                    <a:pt x="25516" y="147811"/>
                    <a:pt x="25516" y="119793"/>
                    <a:pt x="25516" y="101824"/>
                  </a:cubicBezTo>
                  <a:cubicBezTo>
                    <a:pt x="25516" y="82334"/>
                    <a:pt x="25516" y="62234"/>
                    <a:pt x="27946" y="45788"/>
                  </a:cubicBezTo>
                  <a:cubicBezTo>
                    <a:pt x="33715" y="9548"/>
                    <a:pt x="56490" y="6807"/>
                    <a:pt x="64081" y="6807"/>
                  </a:cubicBezTo>
                  <a:cubicBezTo>
                    <a:pt x="74102" y="6807"/>
                    <a:pt x="94144" y="12289"/>
                    <a:pt x="99913" y="42438"/>
                  </a:cubicBezTo>
                  <a:cubicBezTo>
                    <a:pt x="102950" y="59493"/>
                    <a:pt x="102950" y="82638"/>
                    <a:pt x="102950" y="101824"/>
                  </a:cubicBezTo>
                  <a:cubicBezTo>
                    <a:pt x="102950" y="124665"/>
                    <a:pt x="102950" y="145374"/>
                    <a:pt x="99610" y="164865"/>
                  </a:cubicBezTo>
                  <a:cubicBezTo>
                    <a:pt x="95055" y="193797"/>
                    <a:pt x="77746" y="202933"/>
                    <a:pt x="64081" y="20293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BA907F0-B8FA-1A9F-B805-17CF81A37F03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11820079" y="3709894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B899A889-99C9-F82D-A628-744F7104115A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2382350" y="3762883"/>
              <a:ext cx="127841" cy="209526"/>
            </a:xfrm>
            <a:custGeom>
              <a:avLst/>
              <a:gdLst>
                <a:gd name="connsiteX0" fmla="*/ 128195 w 127841"/>
                <a:gd name="connsiteY0" fmla="*/ 105479 h 209526"/>
                <a:gd name="connsiteX1" fmla="*/ 116048 w 127841"/>
                <a:gd name="connsiteY1" fmla="*/ 34216 h 209526"/>
                <a:gd name="connsiteX2" fmla="*/ 64426 w 127841"/>
                <a:gd name="connsiteY2" fmla="*/ 107 h 209526"/>
                <a:gd name="connsiteX3" fmla="*/ 11589 w 127841"/>
                <a:gd name="connsiteY3" fmla="*/ 36348 h 209526"/>
                <a:gd name="connsiteX4" fmla="*/ 353 w 127841"/>
                <a:gd name="connsiteY4" fmla="*/ 105479 h 209526"/>
                <a:gd name="connsiteX5" fmla="*/ 14018 w 127841"/>
                <a:gd name="connsiteY5" fmla="*/ 178874 h 209526"/>
                <a:gd name="connsiteX6" fmla="*/ 64122 w 127841"/>
                <a:gd name="connsiteY6" fmla="*/ 209633 h 209526"/>
                <a:gd name="connsiteX7" fmla="*/ 116959 w 127841"/>
                <a:gd name="connsiteY7" fmla="*/ 174306 h 209526"/>
                <a:gd name="connsiteX8" fmla="*/ 128195 w 127841"/>
                <a:gd name="connsiteY8" fmla="*/ 105479 h 209526"/>
                <a:gd name="connsiteX9" fmla="*/ 64122 w 127841"/>
                <a:gd name="connsiteY9" fmla="*/ 202933 h 209526"/>
                <a:gd name="connsiteX10" fmla="*/ 28897 w 127841"/>
                <a:gd name="connsiteY10" fmla="*/ 166083 h 209526"/>
                <a:gd name="connsiteX11" fmla="*/ 25557 w 127841"/>
                <a:gd name="connsiteY11" fmla="*/ 101824 h 209526"/>
                <a:gd name="connsiteX12" fmla="*/ 27986 w 127841"/>
                <a:gd name="connsiteY12" fmla="*/ 45788 h 209526"/>
                <a:gd name="connsiteX13" fmla="*/ 64122 w 127841"/>
                <a:gd name="connsiteY13" fmla="*/ 6807 h 209526"/>
                <a:gd name="connsiteX14" fmla="*/ 99954 w 127841"/>
                <a:gd name="connsiteY14" fmla="*/ 42438 h 209526"/>
                <a:gd name="connsiteX15" fmla="*/ 102991 w 127841"/>
                <a:gd name="connsiteY15" fmla="*/ 101824 h 209526"/>
                <a:gd name="connsiteX16" fmla="*/ 99650 w 127841"/>
                <a:gd name="connsiteY16" fmla="*/ 164865 h 209526"/>
                <a:gd name="connsiteX17" fmla="*/ 64122 w 127841"/>
                <a:gd name="connsiteY17" fmla="*/ 20293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195" y="105479"/>
                  </a:moveTo>
                  <a:cubicBezTo>
                    <a:pt x="128195" y="81116"/>
                    <a:pt x="126676" y="56752"/>
                    <a:pt x="116048" y="34216"/>
                  </a:cubicBezTo>
                  <a:cubicBezTo>
                    <a:pt x="102080" y="4979"/>
                    <a:pt x="77180" y="107"/>
                    <a:pt x="64426" y="107"/>
                  </a:cubicBezTo>
                  <a:cubicBezTo>
                    <a:pt x="46206" y="107"/>
                    <a:pt x="24039" y="8025"/>
                    <a:pt x="11589" y="36348"/>
                  </a:cubicBezTo>
                  <a:cubicBezTo>
                    <a:pt x="1872" y="57361"/>
                    <a:pt x="353" y="81116"/>
                    <a:pt x="353" y="105479"/>
                  </a:cubicBezTo>
                  <a:cubicBezTo>
                    <a:pt x="353" y="128320"/>
                    <a:pt x="1568" y="155729"/>
                    <a:pt x="14018" y="178874"/>
                  </a:cubicBezTo>
                  <a:cubicBezTo>
                    <a:pt x="27075" y="203542"/>
                    <a:pt x="49243" y="209633"/>
                    <a:pt x="64122" y="209633"/>
                  </a:cubicBezTo>
                  <a:cubicBezTo>
                    <a:pt x="80520" y="209633"/>
                    <a:pt x="103598" y="203238"/>
                    <a:pt x="116959" y="174306"/>
                  </a:cubicBezTo>
                  <a:cubicBezTo>
                    <a:pt x="126676" y="153292"/>
                    <a:pt x="128195" y="129538"/>
                    <a:pt x="128195" y="105479"/>
                  </a:cubicBezTo>
                  <a:close/>
                  <a:moveTo>
                    <a:pt x="64122" y="202933"/>
                  </a:moveTo>
                  <a:cubicBezTo>
                    <a:pt x="52279" y="202933"/>
                    <a:pt x="34363" y="195320"/>
                    <a:pt x="28897" y="166083"/>
                  </a:cubicBezTo>
                  <a:cubicBezTo>
                    <a:pt x="25557" y="147811"/>
                    <a:pt x="25557" y="119793"/>
                    <a:pt x="25557" y="101824"/>
                  </a:cubicBezTo>
                  <a:cubicBezTo>
                    <a:pt x="25557" y="82334"/>
                    <a:pt x="25557" y="62234"/>
                    <a:pt x="27986" y="45788"/>
                  </a:cubicBezTo>
                  <a:cubicBezTo>
                    <a:pt x="33756" y="9548"/>
                    <a:pt x="56531" y="6807"/>
                    <a:pt x="64122" y="6807"/>
                  </a:cubicBezTo>
                  <a:cubicBezTo>
                    <a:pt x="74143" y="6807"/>
                    <a:pt x="94185" y="12289"/>
                    <a:pt x="99954" y="42438"/>
                  </a:cubicBezTo>
                  <a:cubicBezTo>
                    <a:pt x="102991" y="59493"/>
                    <a:pt x="102991" y="82638"/>
                    <a:pt x="102991" y="101824"/>
                  </a:cubicBezTo>
                  <a:cubicBezTo>
                    <a:pt x="102991" y="124665"/>
                    <a:pt x="102991" y="145374"/>
                    <a:pt x="99650" y="164865"/>
                  </a:cubicBezTo>
                  <a:cubicBezTo>
                    <a:pt x="95096" y="193797"/>
                    <a:pt x="77787" y="202933"/>
                    <a:pt x="64122" y="20293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238AED4-414B-05AE-7DAC-AAB007CE600C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3060619" y="3709894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413A3BA1-C046-5A5E-10E7-111A533A354B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4376843" y="4075347"/>
              <a:ext cx="8695922" cy="12181"/>
            </a:xfrm>
            <a:custGeom>
              <a:avLst/>
              <a:gdLst>
                <a:gd name="connsiteX0" fmla="*/ 0 w 8695922"/>
                <a:gd name="connsiteY0" fmla="*/ 0 h 12181"/>
                <a:gd name="connsiteX1" fmla="*/ 8695922 w 8695922"/>
                <a:gd name="connsiteY1" fmla="*/ 0 h 12181"/>
                <a:gd name="connsiteX2" fmla="*/ 8695922 w 8695922"/>
                <a:gd name="connsiteY2" fmla="*/ 12182 h 12181"/>
                <a:gd name="connsiteX3" fmla="*/ -1 w 8695922"/>
                <a:gd name="connsiteY3" fmla="*/ 12182 h 1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2" h="12181">
                  <a:moveTo>
                    <a:pt x="0" y="0"/>
                  </a:moveTo>
                  <a:lnTo>
                    <a:pt x="8695922" y="0"/>
                  </a:lnTo>
                  <a:lnTo>
                    <a:pt x="8695922" y="12182"/>
                  </a:lnTo>
                  <a:lnTo>
                    <a:pt x="-1" y="1218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6E42C1FB-6BAC-D20E-2330-ED228D933B18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4376843" y="4087528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8AB1986A-D96A-2D14-36D9-F392692C78BB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4942453" y="4140518"/>
              <a:ext cx="121160" cy="202826"/>
            </a:xfrm>
            <a:custGeom>
              <a:avLst/>
              <a:gdLst>
                <a:gd name="connsiteX0" fmla="*/ 23491 w 121160"/>
                <a:gd name="connsiteY0" fmla="*/ 179496 h 202826"/>
                <a:gd name="connsiteX1" fmla="*/ 55679 w 121160"/>
                <a:gd name="connsiteY1" fmla="*/ 148128 h 202826"/>
                <a:gd name="connsiteX2" fmla="*/ 121270 w 121160"/>
                <a:gd name="connsiteY2" fmla="*/ 59201 h 202826"/>
                <a:gd name="connsiteX3" fmla="*/ 56894 w 121160"/>
                <a:gd name="connsiteY3" fmla="*/ 119 h 202826"/>
                <a:gd name="connsiteX4" fmla="*/ 109 w 121160"/>
                <a:gd name="connsiteY4" fmla="*/ 55242 h 202826"/>
                <a:gd name="connsiteX5" fmla="*/ 16203 w 121160"/>
                <a:gd name="connsiteY5" fmla="*/ 72296 h 202826"/>
                <a:gd name="connsiteX6" fmla="*/ 31993 w 121160"/>
                <a:gd name="connsiteY6" fmla="*/ 56155 h 202826"/>
                <a:gd name="connsiteX7" fmla="*/ 15899 w 121160"/>
                <a:gd name="connsiteY7" fmla="*/ 40319 h 202826"/>
                <a:gd name="connsiteX8" fmla="*/ 11952 w 121160"/>
                <a:gd name="connsiteY8" fmla="*/ 40623 h 202826"/>
                <a:gd name="connsiteX9" fmla="*/ 52946 w 121160"/>
                <a:gd name="connsiteY9" fmla="*/ 9560 h 202826"/>
                <a:gd name="connsiteX10" fmla="*/ 93637 w 121160"/>
                <a:gd name="connsiteY10" fmla="*/ 59201 h 202826"/>
                <a:gd name="connsiteX11" fmla="*/ 61752 w 121160"/>
                <a:gd name="connsiteY11" fmla="*/ 126505 h 202826"/>
                <a:gd name="connsiteX12" fmla="*/ 3449 w 121160"/>
                <a:gd name="connsiteY12" fmla="*/ 191677 h 202826"/>
                <a:gd name="connsiteX13" fmla="*/ 109 w 121160"/>
                <a:gd name="connsiteY13" fmla="*/ 202945 h 202826"/>
                <a:gd name="connsiteX14" fmla="*/ 112767 w 121160"/>
                <a:gd name="connsiteY14" fmla="*/ 202945 h 202826"/>
                <a:gd name="connsiteX15" fmla="*/ 121270 w 121160"/>
                <a:gd name="connsiteY15" fmla="*/ 149955 h 202826"/>
                <a:gd name="connsiteX16" fmla="*/ 113678 w 121160"/>
                <a:gd name="connsiteY16" fmla="*/ 149955 h 202826"/>
                <a:gd name="connsiteX17" fmla="*/ 106998 w 121160"/>
                <a:gd name="connsiteY17" fmla="*/ 177059 h 202826"/>
                <a:gd name="connsiteX18" fmla="*/ 78150 w 121160"/>
                <a:gd name="connsiteY18" fmla="*/ 179496 h 202826"/>
                <a:gd name="connsiteX19" fmla="*/ 23491 w 121160"/>
                <a:gd name="connsiteY19" fmla="*/ 179496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491" y="179496"/>
                  </a:moveTo>
                  <a:lnTo>
                    <a:pt x="55679" y="148128"/>
                  </a:lnTo>
                  <a:cubicBezTo>
                    <a:pt x="103050" y="106100"/>
                    <a:pt x="121270" y="89655"/>
                    <a:pt x="121270" y="59201"/>
                  </a:cubicBezTo>
                  <a:cubicBezTo>
                    <a:pt x="121270" y="24483"/>
                    <a:pt x="93940" y="119"/>
                    <a:pt x="56894" y="119"/>
                  </a:cubicBezTo>
                  <a:cubicBezTo>
                    <a:pt x="22580" y="119"/>
                    <a:pt x="109" y="28137"/>
                    <a:pt x="109" y="55242"/>
                  </a:cubicBezTo>
                  <a:cubicBezTo>
                    <a:pt x="109" y="72296"/>
                    <a:pt x="15292" y="72296"/>
                    <a:pt x="16203" y="72296"/>
                  </a:cubicBezTo>
                  <a:cubicBezTo>
                    <a:pt x="21365" y="72296"/>
                    <a:pt x="31993" y="68642"/>
                    <a:pt x="31993" y="56155"/>
                  </a:cubicBezTo>
                  <a:cubicBezTo>
                    <a:pt x="31993" y="48237"/>
                    <a:pt x="26528" y="40319"/>
                    <a:pt x="15899" y="40319"/>
                  </a:cubicBezTo>
                  <a:cubicBezTo>
                    <a:pt x="13470" y="40319"/>
                    <a:pt x="12863" y="40319"/>
                    <a:pt x="11952" y="40623"/>
                  </a:cubicBezTo>
                  <a:cubicBezTo>
                    <a:pt x="18936" y="20828"/>
                    <a:pt x="35334" y="9560"/>
                    <a:pt x="52946" y="9560"/>
                  </a:cubicBezTo>
                  <a:cubicBezTo>
                    <a:pt x="80579" y="9560"/>
                    <a:pt x="93637" y="34228"/>
                    <a:pt x="93637" y="59201"/>
                  </a:cubicBezTo>
                  <a:cubicBezTo>
                    <a:pt x="93637" y="83564"/>
                    <a:pt x="78454" y="107623"/>
                    <a:pt x="61752" y="126505"/>
                  </a:cubicBezTo>
                  <a:lnTo>
                    <a:pt x="3449" y="191677"/>
                  </a:lnTo>
                  <a:cubicBezTo>
                    <a:pt x="109" y="195027"/>
                    <a:pt x="109" y="195636"/>
                    <a:pt x="109" y="202945"/>
                  </a:cubicBezTo>
                  <a:lnTo>
                    <a:pt x="112767" y="202945"/>
                  </a:lnTo>
                  <a:lnTo>
                    <a:pt x="121270" y="149955"/>
                  </a:lnTo>
                  <a:lnTo>
                    <a:pt x="113678" y="149955"/>
                  </a:lnTo>
                  <a:cubicBezTo>
                    <a:pt x="112160" y="159091"/>
                    <a:pt x="110034" y="172491"/>
                    <a:pt x="106998" y="177059"/>
                  </a:cubicBezTo>
                  <a:cubicBezTo>
                    <a:pt x="104872" y="179496"/>
                    <a:pt x="84831" y="179496"/>
                    <a:pt x="78150" y="179496"/>
                  </a:cubicBezTo>
                  <a:lnTo>
                    <a:pt x="23491" y="17949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E67C4EAE-CBEE-DD0D-39F7-3A1769F4E23F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5617382" y="4087528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2D69E060-3818-A98D-C317-917F0101BA8B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6180563" y="4140518"/>
              <a:ext cx="126019" cy="209526"/>
            </a:xfrm>
            <a:custGeom>
              <a:avLst/>
              <a:gdLst>
                <a:gd name="connsiteX0" fmla="*/ 75458 w 126019"/>
                <a:gd name="connsiteY0" fmla="*/ 95746 h 209526"/>
                <a:gd name="connsiteX1" fmla="*/ 117970 w 126019"/>
                <a:gd name="connsiteY1" fmla="*/ 42146 h 209526"/>
                <a:gd name="connsiteX2" fmla="*/ 62097 w 126019"/>
                <a:gd name="connsiteY2" fmla="*/ 119 h 209526"/>
                <a:gd name="connsiteX3" fmla="*/ 8349 w 126019"/>
                <a:gd name="connsiteY3" fmla="*/ 41537 h 209526"/>
                <a:gd name="connsiteX4" fmla="*/ 23835 w 126019"/>
                <a:gd name="connsiteY4" fmla="*/ 57373 h 209526"/>
                <a:gd name="connsiteX5" fmla="*/ 39322 w 126019"/>
                <a:gd name="connsiteY5" fmla="*/ 41842 h 209526"/>
                <a:gd name="connsiteX6" fmla="*/ 20495 w 126019"/>
                <a:gd name="connsiteY6" fmla="*/ 26614 h 209526"/>
                <a:gd name="connsiteX7" fmla="*/ 60882 w 126019"/>
                <a:gd name="connsiteY7" fmla="*/ 7733 h 209526"/>
                <a:gd name="connsiteX8" fmla="*/ 90033 w 126019"/>
                <a:gd name="connsiteY8" fmla="*/ 41842 h 209526"/>
                <a:gd name="connsiteX9" fmla="*/ 81531 w 126019"/>
                <a:gd name="connsiteY9" fmla="*/ 76560 h 209526"/>
                <a:gd name="connsiteX10" fmla="*/ 54505 w 126019"/>
                <a:gd name="connsiteY10" fmla="*/ 92396 h 209526"/>
                <a:gd name="connsiteX11" fmla="*/ 42662 w 126019"/>
                <a:gd name="connsiteY11" fmla="*/ 93310 h 209526"/>
                <a:gd name="connsiteX12" fmla="*/ 38107 w 126019"/>
                <a:gd name="connsiteY12" fmla="*/ 96964 h 209526"/>
                <a:gd name="connsiteX13" fmla="*/ 45395 w 126019"/>
                <a:gd name="connsiteY13" fmla="*/ 100314 h 209526"/>
                <a:gd name="connsiteX14" fmla="*/ 58756 w 126019"/>
                <a:gd name="connsiteY14" fmla="*/ 100314 h 209526"/>
                <a:gd name="connsiteX15" fmla="*/ 94892 w 126019"/>
                <a:gd name="connsiteY15" fmla="*/ 150868 h 209526"/>
                <a:gd name="connsiteX16" fmla="*/ 60578 w 126019"/>
                <a:gd name="connsiteY16" fmla="*/ 201118 h 209526"/>
                <a:gd name="connsiteX17" fmla="*/ 14118 w 126019"/>
                <a:gd name="connsiteY17" fmla="*/ 177973 h 209526"/>
                <a:gd name="connsiteX18" fmla="*/ 34160 w 126019"/>
                <a:gd name="connsiteY18" fmla="*/ 161223 h 209526"/>
                <a:gd name="connsiteX19" fmla="*/ 17155 w 126019"/>
                <a:gd name="connsiteY19" fmla="*/ 144168 h 209526"/>
                <a:gd name="connsiteX20" fmla="*/ 150 w 126019"/>
                <a:gd name="connsiteY20" fmla="*/ 161832 h 209526"/>
                <a:gd name="connsiteX21" fmla="*/ 61489 w 126019"/>
                <a:gd name="connsiteY21" fmla="*/ 209645 h 209526"/>
                <a:gd name="connsiteX22" fmla="*/ 126169 w 126019"/>
                <a:gd name="connsiteY22" fmla="*/ 150868 h 209526"/>
                <a:gd name="connsiteX23" fmla="*/ 75458 w 126019"/>
                <a:gd name="connsiteY23" fmla="*/ 95746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09526">
                  <a:moveTo>
                    <a:pt x="75458" y="95746"/>
                  </a:moveTo>
                  <a:cubicBezTo>
                    <a:pt x="100358" y="87523"/>
                    <a:pt x="117970" y="66205"/>
                    <a:pt x="117970" y="42146"/>
                  </a:cubicBezTo>
                  <a:cubicBezTo>
                    <a:pt x="117970" y="17174"/>
                    <a:pt x="91248" y="119"/>
                    <a:pt x="62097" y="119"/>
                  </a:cubicBezTo>
                  <a:cubicBezTo>
                    <a:pt x="31427" y="119"/>
                    <a:pt x="8349" y="18392"/>
                    <a:pt x="8349" y="41537"/>
                  </a:cubicBezTo>
                  <a:cubicBezTo>
                    <a:pt x="8349" y="51587"/>
                    <a:pt x="15029" y="57373"/>
                    <a:pt x="23835" y="57373"/>
                  </a:cubicBezTo>
                  <a:cubicBezTo>
                    <a:pt x="33249" y="57373"/>
                    <a:pt x="39322" y="50673"/>
                    <a:pt x="39322" y="41842"/>
                  </a:cubicBezTo>
                  <a:cubicBezTo>
                    <a:pt x="39322" y="26614"/>
                    <a:pt x="25050" y="26614"/>
                    <a:pt x="20495" y="26614"/>
                  </a:cubicBezTo>
                  <a:cubicBezTo>
                    <a:pt x="29909" y="11692"/>
                    <a:pt x="49950" y="7733"/>
                    <a:pt x="60882" y="7733"/>
                  </a:cubicBezTo>
                  <a:cubicBezTo>
                    <a:pt x="73332" y="7733"/>
                    <a:pt x="90033" y="14433"/>
                    <a:pt x="90033" y="41842"/>
                  </a:cubicBezTo>
                  <a:cubicBezTo>
                    <a:pt x="90033" y="45496"/>
                    <a:pt x="89426" y="63160"/>
                    <a:pt x="81531" y="76560"/>
                  </a:cubicBezTo>
                  <a:cubicBezTo>
                    <a:pt x="72421" y="91178"/>
                    <a:pt x="62097" y="92091"/>
                    <a:pt x="54505" y="92396"/>
                  </a:cubicBezTo>
                  <a:cubicBezTo>
                    <a:pt x="52076" y="92701"/>
                    <a:pt x="44788" y="93310"/>
                    <a:pt x="42662" y="93310"/>
                  </a:cubicBezTo>
                  <a:cubicBezTo>
                    <a:pt x="40233" y="93614"/>
                    <a:pt x="38107" y="93919"/>
                    <a:pt x="38107" y="96964"/>
                  </a:cubicBezTo>
                  <a:cubicBezTo>
                    <a:pt x="38107" y="100314"/>
                    <a:pt x="40233" y="100314"/>
                    <a:pt x="45395" y="100314"/>
                  </a:cubicBezTo>
                  <a:lnTo>
                    <a:pt x="58756" y="100314"/>
                  </a:lnTo>
                  <a:cubicBezTo>
                    <a:pt x="83657" y="100314"/>
                    <a:pt x="94892" y="121023"/>
                    <a:pt x="94892" y="150868"/>
                  </a:cubicBezTo>
                  <a:cubicBezTo>
                    <a:pt x="94892" y="192286"/>
                    <a:pt x="73939" y="201118"/>
                    <a:pt x="60578" y="201118"/>
                  </a:cubicBezTo>
                  <a:cubicBezTo>
                    <a:pt x="47521" y="201118"/>
                    <a:pt x="24746" y="195941"/>
                    <a:pt x="14118" y="177973"/>
                  </a:cubicBezTo>
                  <a:cubicBezTo>
                    <a:pt x="24746" y="179496"/>
                    <a:pt x="34160" y="172796"/>
                    <a:pt x="34160" y="161223"/>
                  </a:cubicBezTo>
                  <a:cubicBezTo>
                    <a:pt x="34160" y="150259"/>
                    <a:pt x="25961" y="144168"/>
                    <a:pt x="17155" y="144168"/>
                  </a:cubicBezTo>
                  <a:cubicBezTo>
                    <a:pt x="9867" y="144168"/>
                    <a:pt x="150" y="148432"/>
                    <a:pt x="150" y="161832"/>
                  </a:cubicBezTo>
                  <a:cubicBezTo>
                    <a:pt x="150" y="189546"/>
                    <a:pt x="28390" y="209645"/>
                    <a:pt x="61489" y="209645"/>
                  </a:cubicBezTo>
                  <a:cubicBezTo>
                    <a:pt x="98536" y="209645"/>
                    <a:pt x="126169" y="181932"/>
                    <a:pt x="126169" y="150868"/>
                  </a:cubicBezTo>
                  <a:cubicBezTo>
                    <a:pt x="126169" y="125896"/>
                    <a:pt x="107038" y="102141"/>
                    <a:pt x="75458" y="95746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B760DC5B-713D-DAA8-AEA3-6334F62A365E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6857922" y="4087528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D63E6219-009E-558D-D546-7BCFFEA14B89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7303012" y="4140518"/>
              <a:ext cx="126019" cy="209526"/>
            </a:xfrm>
            <a:custGeom>
              <a:avLst/>
              <a:gdLst>
                <a:gd name="connsiteX0" fmla="*/ 75495 w 126019"/>
                <a:gd name="connsiteY0" fmla="*/ 95746 h 209526"/>
                <a:gd name="connsiteX1" fmla="*/ 118007 w 126019"/>
                <a:gd name="connsiteY1" fmla="*/ 42146 h 209526"/>
                <a:gd name="connsiteX2" fmla="*/ 62133 w 126019"/>
                <a:gd name="connsiteY2" fmla="*/ 119 h 209526"/>
                <a:gd name="connsiteX3" fmla="*/ 8385 w 126019"/>
                <a:gd name="connsiteY3" fmla="*/ 41537 h 209526"/>
                <a:gd name="connsiteX4" fmla="*/ 23872 w 126019"/>
                <a:gd name="connsiteY4" fmla="*/ 57373 h 209526"/>
                <a:gd name="connsiteX5" fmla="*/ 39359 w 126019"/>
                <a:gd name="connsiteY5" fmla="*/ 41842 h 209526"/>
                <a:gd name="connsiteX6" fmla="*/ 20532 w 126019"/>
                <a:gd name="connsiteY6" fmla="*/ 26614 h 209526"/>
                <a:gd name="connsiteX7" fmla="*/ 60919 w 126019"/>
                <a:gd name="connsiteY7" fmla="*/ 7733 h 209526"/>
                <a:gd name="connsiteX8" fmla="*/ 90070 w 126019"/>
                <a:gd name="connsiteY8" fmla="*/ 41842 h 209526"/>
                <a:gd name="connsiteX9" fmla="*/ 81568 w 126019"/>
                <a:gd name="connsiteY9" fmla="*/ 76560 h 209526"/>
                <a:gd name="connsiteX10" fmla="*/ 54542 w 126019"/>
                <a:gd name="connsiteY10" fmla="*/ 92396 h 209526"/>
                <a:gd name="connsiteX11" fmla="*/ 42699 w 126019"/>
                <a:gd name="connsiteY11" fmla="*/ 93310 h 209526"/>
                <a:gd name="connsiteX12" fmla="*/ 38144 w 126019"/>
                <a:gd name="connsiteY12" fmla="*/ 96964 h 209526"/>
                <a:gd name="connsiteX13" fmla="*/ 45432 w 126019"/>
                <a:gd name="connsiteY13" fmla="*/ 100314 h 209526"/>
                <a:gd name="connsiteX14" fmla="*/ 58793 w 126019"/>
                <a:gd name="connsiteY14" fmla="*/ 100314 h 209526"/>
                <a:gd name="connsiteX15" fmla="*/ 94929 w 126019"/>
                <a:gd name="connsiteY15" fmla="*/ 150868 h 209526"/>
                <a:gd name="connsiteX16" fmla="*/ 60615 w 126019"/>
                <a:gd name="connsiteY16" fmla="*/ 201118 h 209526"/>
                <a:gd name="connsiteX17" fmla="*/ 14155 w 126019"/>
                <a:gd name="connsiteY17" fmla="*/ 177973 h 209526"/>
                <a:gd name="connsiteX18" fmla="*/ 34197 w 126019"/>
                <a:gd name="connsiteY18" fmla="*/ 161223 h 209526"/>
                <a:gd name="connsiteX19" fmla="*/ 17192 w 126019"/>
                <a:gd name="connsiteY19" fmla="*/ 144168 h 209526"/>
                <a:gd name="connsiteX20" fmla="*/ 187 w 126019"/>
                <a:gd name="connsiteY20" fmla="*/ 161832 h 209526"/>
                <a:gd name="connsiteX21" fmla="*/ 61526 w 126019"/>
                <a:gd name="connsiteY21" fmla="*/ 209645 h 209526"/>
                <a:gd name="connsiteX22" fmla="*/ 126206 w 126019"/>
                <a:gd name="connsiteY22" fmla="*/ 150868 h 209526"/>
                <a:gd name="connsiteX23" fmla="*/ 75495 w 126019"/>
                <a:gd name="connsiteY23" fmla="*/ 95746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09526">
                  <a:moveTo>
                    <a:pt x="75495" y="95746"/>
                  </a:moveTo>
                  <a:cubicBezTo>
                    <a:pt x="100395" y="87523"/>
                    <a:pt x="118007" y="66205"/>
                    <a:pt x="118007" y="42146"/>
                  </a:cubicBezTo>
                  <a:cubicBezTo>
                    <a:pt x="118007" y="17174"/>
                    <a:pt x="91285" y="119"/>
                    <a:pt x="62133" y="119"/>
                  </a:cubicBezTo>
                  <a:cubicBezTo>
                    <a:pt x="31464" y="119"/>
                    <a:pt x="8385" y="18392"/>
                    <a:pt x="8385" y="41537"/>
                  </a:cubicBezTo>
                  <a:cubicBezTo>
                    <a:pt x="8385" y="51587"/>
                    <a:pt x="15066" y="57373"/>
                    <a:pt x="23872" y="57373"/>
                  </a:cubicBezTo>
                  <a:cubicBezTo>
                    <a:pt x="33286" y="57373"/>
                    <a:pt x="39359" y="50673"/>
                    <a:pt x="39359" y="41842"/>
                  </a:cubicBezTo>
                  <a:cubicBezTo>
                    <a:pt x="39359" y="26614"/>
                    <a:pt x="25087" y="26614"/>
                    <a:pt x="20532" y="26614"/>
                  </a:cubicBezTo>
                  <a:cubicBezTo>
                    <a:pt x="29945" y="11692"/>
                    <a:pt x="49987" y="7733"/>
                    <a:pt x="60919" y="7733"/>
                  </a:cubicBezTo>
                  <a:cubicBezTo>
                    <a:pt x="73369" y="7733"/>
                    <a:pt x="90070" y="14433"/>
                    <a:pt x="90070" y="41842"/>
                  </a:cubicBezTo>
                  <a:cubicBezTo>
                    <a:pt x="90070" y="45496"/>
                    <a:pt x="89463" y="63160"/>
                    <a:pt x="81568" y="76560"/>
                  </a:cubicBezTo>
                  <a:cubicBezTo>
                    <a:pt x="72458" y="91178"/>
                    <a:pt x="62133" y="92091"/>
                    <a:pt x="54542" y="92396"/>
                  </a:cubicBezTo>
                  <a:cubicBezTo>
                    <a:pt x="52113" y="92701"/>
                    <a:pt x="44825" y="93310"/>
                    <a:pt x="42699" y="93310"/>
                  </a:cubicBezTo>
                  <a:cubicBezTo>
                    <a:pt x="40270" y="93614"/>
                    <a:pt x="38144" y="93919"/>
                    <a:pt x="38144" y="96964"/>
                  </a:cubicBezTo>
                  <a:cubicBezTo>
                    <a:pt x="38144" y="100314"/>
                    <a:pt x="40270" y="100314"/>
                    <a:pt x="45432" y="100314"/>
                  </a:cubicBezTo>
                  <a:lnTo>
                    <a:pt x="58793" y="100314"/>
                  </a:lnTo>
                  <a:cubicBezTo>
                    <a:pt x="83693" y="100314"/>
                    <a:pt x="94929" y="121023"/>
                    <a:pt x="94929" y="150868"/>
                  </a:cubicBezTo>
                  <a:cubicBezTo>
                    <a:pt x="94929" y="192286"/>
                    <a:pt x="73976" y="201118"/>
                    <a:pt x="60615" y="201118"/>
                  </a:cubicBezTo>
                  <a:cubicBezTo>
                    <a:pt x="47558" y="201118"/>
                    <a:pt x="24783" y="195941"/>
                    <a:pt x="14155" y="177973"/>
                  </a:cubicBezTo>
                  <a:cubicBezTo>
                    <a:pt x="24783" y="179496"/>
                    <a:pt x="34197" y="172796"/>
                    <a:pt x="34197" y="161223"/>
                  </a:cubicBezTo>
                  <a:cubicBezTo>
                    <a:pt x="34197" y="150259"/>
                    <a:pt x="25998" y="144168"/>
                    <a:pt x="17192" y="144168"/>
                  </a:cubicBezTo>
                  <a:cubicBezTo>
                    <a:pt x="9904" y="144168"/>
                    <a:pt x="187" y="148432"/>
                    <a:pt x="187" y="161832"/>
                  </a:cubicBezTo>
                  <a:cubicBezTo>
                    <a:pt x="187" y="189546"/>
                    <a:pt x="28427" y="209645"/>
                    <a:pt x="61526" y="209645"/>
                  </a:cubicBezTo>
                  <a:cubicBezTo>
                    <a:pt x="98573" y="209645"/>
                    <a:pt x="126206" y="181932"/>
                    <a:pt x="126206" y="150868"/>
                  </a:cubicBezTo>
                  <a:cubicBezTo>
                    <a:pt x="126206" y="125896"/>
                    <a:pt x="107075" y="102141"/>
                    <a:pt x="75495" y="95746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7E2BC55-58A7-E815-5F71-A782A2CA179B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7468204" y="4311062"/>
              <a:ext cx="32188" cy="32281"/>
            </a:xfrm>
            <a:custGeom>
              <a:avLst/>
              <a:gdLst>
                <a:gd name="connsiteX0" fmla="*/ 32380 w 32188"/>
                <a:gd name="connsiteY0" fmla="*/ 16260 h 32281"/>
                <a:gd name="connsiteX1" fmla="*/ 16286 w 32188"/>
                <a:gd name="connsiteY1" fmla="*/ 119 h 32281"/>
                <a:gd name="connsiteX2" fmla="*/ 192 w 32188"/>
                <a:gd name="connsiteY2" fmla="*/ 16260 h 32281"/>
                <a:gd name="connsiteX3" fmla="*/ 16286 w 32188"/>
                <a:gd name="connsiteY3" fmla="*/ 32401 h 32281"/>
                <a:gd name="connsiteX4" fmla="*/ 32380 w 32188"/>
                <a:gd name="connsiteY4" fmla="*/ 16260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380" y="16260"/>
                  </a:moveTo>
                  <a:cubicBezTo>
                    <a:pt x="32380" y="7428"/>
                    <a:pt x="25092" y="119"/>
                    <a:pt x="16286" y="119"/>
                  </a:cubicBezTo>
                  <a:cubicBezTo>
                    <a:pt x="7479" y="119"/>
                    <a:pt x="192" y="7428"/>
                    <a:pt x="192" y="16260"/>
                  </a:cubicBezTo>
                  <a:cubicBezTo>
                    <a:pt x="192" y="25092"/>
                    <a:pt x="7479" y="32401"/>
                    <a:pt x="16286" y="32401"/>
                  </a:cubicBezTo>
                  <a:cubicBezTo>
                    <a:pt x="25092" y="32401"/>
                    <a:pt x="32380" y="25092"/>
                    <a:pt x="32380" y="1626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D430910-188C-9498-FA4E-3FA5EC7F9F59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7534943" y="4137168"/>
              <a:ext cx="134521" cy="206176"/>
            </a:xfrm>
            <a:custGeom>
              <a:avLst/>
              <a:gdLst>
                <a:gd name="connsiteX0" fmla="*/ 80968 w 134521"/>
                <a:gd name="connsiteY0" fmla="*/ 156046 h 206176"/>
                <a:gd name="connsiteX1" fmla="*/ 80968 w 134521"/>
                <a:gd name="connsiteY1" fmla="*/ 182541 h 206176"/>
                <a:gd name="connsiteX2" fmla="*/ 57890 w 134521"/>
                <a:gd name="connsiteY2" fmla="*/ 196855 h 206176"/>
                <a:gd name="connsiteX3" fmla="*/ 51513 w 134521"/>
                <a:gd name="connsiteY3" fmla="*/ 196855 h 206176"/>
                <a:gd name="connsiteX4" fmla="*/ 51513 w 134521"/>
                <a:gd name="connsiteY4" fmla="*/ 206295 h 206176"/>
                <a:gd name="connsiteX5" fmla="*/ 92507 w 134521"/>
                <a:gd name="connsiteY5" fmla="*/ 205382 h 206176"/>
                <a:gd name="connsiteX6" fmla="*/ 133805 w 134521"/>
                <a:gd name="connsiteY6" fmla="*/ 206295 h 206176"/>
                <a:gd name="connsiteX7" fmla="*/ 133805 w 134521"/>
                <a:gd name="connsiteY7" fmla="*/ 196855 h 206176"/>
                <a:gd name="connsiteX8" fmla="*/ 127428 w 134521"/>
                <a:gd name="connsiteY8" fmla="*/ 196855 h 206176"/>
                <a:gd name="connsiteX9" fmla="*/ 104350 w 134521"/>
                <a:gd name="connsiteY9" fmla="*/ 182541 h 206176"/>
                <a:gd name="connsiteX10" fmla="*/ 104350 w 134521"/>
                <a:gd name="connsiteY10" fmla="*/ 156046 h 206176"/>
                <a:gd name="connsiteX11" fmla="*/ 134716 w 134521"/>
                <a:gd name="connsiteY11" fmla="*/ 156046 h 206176"/>
                <a:gd name="connsiteX12" fmla="*/ 134716 w 134521"/>
                <a:gd name="connsiteY12" fmla="*/ 146605 h 206176"/>
                <a:gd name="connsiteX13" fmla="*/ 104350 w 134521"/>
                <a:gd name="connsiteY13" fmla="*/ 146605 h 206176"/>
                <a:gd name="connsiteX14" fmla="*/ 104350 w 134521"/>
                <a:gd name="connsiteY14" fmla="*/ 8037 h 206176"/>
                <a:gd name="connsiteX15" fmla="*/ 99492 w 134521"/>
                <a:gd name="connsiteY15" fmla="*/ 119 h 206176"/>
                <a:gd name="connsiteX16" fmla="*/ 93418 w 134521"/>
                <a:gd name="connsiteY16" fmla="*/ 3774 h 206176"/>
                <a:gd name="connsiteX17" fmla="*/ 194 w 134521"/>
                <a:gd name="connsiteY17" fmla="*/ 146605 h 206176"/>
                <a:gd name="connsiteX18" fmla="*/ 194 w 134521"/>
                <a:gd name="connsiteY18" fmla="*/ 156046 h 206176"/>
                <a:gd name="connsiteX19" fmla="*/ 80968 w 134521"/>
                <a:gd name="connsiteY19" fmla="*/ 156046 h 206176"/>
                <a:gd name="connsiteX20" fmla="*/ 82790 w 134521"/>
                <a:gd name="connsiteY20" fmla="*/ 146605 h 206176"/>
                <a:gd name="connsiteX21" fmla="*/ 8697 w 134521"/>
                <a:gd name="connsiteY21" fmla="*/ 146605 h 206176"/>
                <a:gd name="connsiteX22" fmla="*/ 82790 w 134521"/>
                <a:gd name="connsiteY22" fmla="*/ 33010 h 206176"/>
                <a:gd name="connsiteX23" fmla="*/ 82790 w 134521"/>
                <a:gd name="connsiteY23" fmla="*/ 146605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0968" y="156046"/>
                  </a:moveTo>
                  <a:lnTo>
                    <a:pt x="80968" y="182541"/>
                  </a:lnTo>
                  <a:cubicBezTo>
                    <a:pt x="80968" y="193505"/>
                    <a:pt x="80361" y="196855"/>
                    <a:pt x="57890" y="196855"/>
                  </a:cubicBezTo>
                  <a:lnTo>
                    <a:pt x="51513" y="196855"/>
                  </a:lnTo>
                  <a:lnTo>
                    <a:pt x="51513" y="206295"/>
                  </a:lnTo>
                  <a:cubicBezTo>
                    <a:pt x="63963" y="205382"/>
                    <a:pt x="79754" y="205382"/>
                    <a:pt x="92507" y="205382"/>
                  </a:cubicBezTo>
                  <a:cubicBezTo>
                    <a:pt x="105261" y="205382"/>
                    <a:pt x="121355" y="205382"/>
                    <a:pt x="133805" y="206295"/>
                  </a:cubicBezTo>
                  <a:lnTo>
                    <a:pt x="133805" y="196855"/>
                  </a:lnTo>
                  <a:lnTo>
                    <a:pt x="127428" y="196855"/>
                  </a:lnTo>
                  <a:cubicBezTo>
                    <a:pt x="104957" y="196855"/>
                    <a:pt x="104350" y="193505"/>
                    <a:pt x="104350" y="182541"/>
                  </a:cubicBezTo>
                  <a:lnTo>
                    <a:pt x="104350" y="156046"/>
                  </a:lnTo>
                  <a:lnTo>
                    <a:pt x="134716" y="156046"/>
                  </a:lnTo>
                  <a:lnTo>
                    <a:pt x="134716" y="146605"/>
                  </a:lnTo>
                  <a:lnTo>
                    <a:pt x="104350" y="146605"/>
                  </a:lnTo>
                  <a:lnTo>
                    <a:pt x="104350" y="8037"/>
                  </a:lnTo>
                  <a:cubicBezTo>
                    <a:pt x="104350" y="1946"/>
                    <a:pt x="104350" y="119"/>
                    <a:pt x="99492" y="119"/>
                  </a:cubicBezTo>
                  <a:cubicBezTo>
                    <a:pt x="96759" y="119"/>
                    <a:pt x="95848" y="119"/>
                    <a:pt x="93418" y="3774"/>
                  </a:cubicBezTo>
                  <a:lnTo>
                    <a:pt x="194" y="146605"/>
                  </a:lnTo>
                  <a:lnTo>
                    <a:pt x="194" y="156046"/>
                  </a:lnTo>
                  <a:lnTo>
                    <a:pt x="80968" y="156046"/>
                  </a:lnTo>
                  <a:close/>
                  <a:moveTo>
                    <a:pt x="82790" y="146605"/>
                  </a:moveTo>
                  <a:lnTo>
                    <a:pt x="8697" y="146605"/>
                  </a:lnTo>
                  <a:lnTo>
                    <a:pt x="82790" y="33010"/>
                  </a:lnTo>
                  <a:lnTo>
                    <a:pt x="82790" y="14660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9E1528D-E140-ACB8-7CD4-22299DBE1A51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8098461" y="4087528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34B73A71-6233-432B-B566-966B9FFFC6B3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8405992" y="4140518"/>
              <a:ext cx="100208" cy="202826"/>
            </a:xfrm>
            <a:custGeom>
              <a:avLst/>
              <a:gdLst>
                <a:gd name="connsiteX0" fmla="*/ 62473 w 100208"/>
                <a:gd name="connsiteY0" fmla="*/ 8037 h 202826"/>
                <a:gd name="connsiteX1" fmla="*/ 55489 w 100208"/>
                <a:gd name="connsiteY1" fmla="*/ 119 h 202826"/>
                <a:gd name="connsiteX2" fmla="*/ 222 w 100208"/>
                <a:gd name="connsiteY2" fmla="*/ 19610 h 202826"/>
                <a:gd name="connsiteX3" fmla="*/ 222 w 100208"/>
                <a:gd name="connsiteY3" fmla="*/ 29051 h 202826"/>
                <a:gd name="connsiteX4" fmla="*/ 40002 w 100208"/>
                <a:gd name="connsiteY4" fmla="*/ 21133 h 202826"/>
                <a:gd name="connsiteX5" fmla="*/ 40002 w 100208"/>
                <a:gd name="connsiteY5" fmla="*/ 178886 h 202826"/>
                <a:gd name="connsiteX6" fmla="*/ 11761 w 100208"/>
                <a:gd name="connsiteY6" fmla="*/ 193505 h 202826"/>
                <a:gd name="connsiteX7" fmla="*/ 2044 w 100208"/>
                <a:gd name="connsiteY7" fmla="*/ 193505 h 202826"/>
                <a:gd name="connsiteX8" fmla="*/ 2044 w 100208"/>
                <a:gd name="connsiteY8" fmla="*/ 202945 h 202826"/>
                <a:gd name="connsiteX9" fmla="*/ 51237 w 100208"/>
                <a:gd name="connsiteY9" fmla="*/ 202032 h 202826"/>
                <a:gd name="connsiteX10" fmla="*/ 100430 w 100208"/>
                <a:gd name="connsiteY10" fmla="*/ 202945 h 202826"/>
                <a:gd name="connsiteX11" fmla="*/ 100430 w 100208"/>
                <a:gd name="connsiteY11" fmla="*/ 193505 h 202826"/>
                <a:gd name="connsiteX12" fmla="*/ 90713 w 100208"/>
                <a:gd name="connsiteY12" fmla="*/ 193505 h 202826"/>
                <a:gd name="connsiteX13" fmla="*/ 62473 w 100208"/>
                <a:gd name="connsiteY13" fmla="*/ 178886 h 202826"/>
                <a:gd name="connsiteX14" fmla="*/ 62473 w 100208"/>
                <a:gd name="connsiteY14" fmla="*/ 8037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473" y="8037"/>
                  </a:moveTo>
                  <a:cubicBezTo>
                    <a:pt x="62473" y="728"/>
                    <a:pt x="62473" y="119"/>
                    <a:pt x="55489" y="119"/>
                  </a:cubicBezTo>
                  <a:cubicBezTo>
                    <a:pt x="36662" y="19610"/>
                    <a:pt x="9939" y="19610"/>
                    <a:pt x="222" y="19610"/>
                  </a:cubicBezTo>
                  <a:lnTo>
                    <a:pt x="222" y="29051"/>
                  </a:lnTo>
                  <a:cubicBezTo>
                    <a:pt x="6296" y="29051"/>
                    <a:pt x="24212" y="29051"/>
                    <a:pt x="40002" y="21133"/>
                  </a:cubicBezTo>
                  <a:lnTo>
                    <a:pt x="40002" y="178886"/>
                  </a:lnTo>
                  <a:cubicBezTo>
                    <a:pt x="40002" y="189850"/>
                    <a:pt x="39091" y="193505"/>
                    <a:pt x="11761" y="193505"/>
                  </a:cubicBezTo>
                  <a:lnTo>
                    <a:pt x="2044" y="193505"/>
                  </a:lnTo>
                  <a:lnTo>
                    <a:pt x="2044" y="202945"/>
                  </a:lnTo>
                  <a:cubicBezTo>
                    <a:pt x="12672" y="202032"/>
                    <a:pt x="39091" y="202032"/>
                    <a:pt x="51237" y="202032"/>
                  </a:cubicBezTo>
                  <a:cubicBezTo>
                    <a:pt x="63384" y="202032"/>
                    <a:pt x="89802" y="202032"/>
                    <a:pt x="100430" y="202945"/>
                  </a:cubicBezTo>
                  <a:lnTo>
                    <a:pt x="100430" y="193505"/>
                  </a:lnTo>
                  <a:lnTo>
                    <a:pt x="90713" y="193505"/>
                  </a:lnTo>
                  <a:cubicBezTo>
                    <a:pt x="63384" y="193505"/>
                    <a:pt x="62473" y="190155"/>
                    <a:pt x="62473" y="178886"/>
                  </a:cubicBezTo>
                  <a:lnTo>
                    <a:pt x="62473" y="8037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174A52AC-1595-1A8B-4DC3-27EE0086AFDC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8556913" y="4311062"/>
              <a:ext cx="32188" cy="32281"/>
            </a:xfrm>
            <a:custGeom>
              <a:avLst/>
              <a:gdLst>
                <a:gd name="connsiteX0" fmla="*/ 32415 w 32188"/>
                <a:gd name="connsiteY0" fmla="*/ 16260 h 32281"/>
                <a:gd name="connsiteX1" fmla="*/ 16321 w 32188"/>
                <a:gd name="connsiteY1" fmla="*/ 119 h 32281"/>
                <a:gd name="connsiteX2" fmla="*/ 227 w 32188"/>
                <a:gd name="connsiteY2" fmla="*/ 16260 h 32281"/>
                <a:gd name="connsiteX3" fmla="*/ 16321 w 32188"/>
                <a:gd name="connsiteY3" fmla="*/ 32401 h 32281"/>
                <a:gd name="connsiteX4" fmla="*/ 32415 w 32188"/>
                <a:gd name="connsiteY4" fmla="*/ 16260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15" y="16260"/>
                  </a:moveTo>
                  <a:cubicBezTo>
                    <a:pt x="32415" y="7428"/>
                    <a:pt x="25128" y="119"/>
                    <a:pt x="16321" y="119"/>
                  </a:cubicBezTo>
                  <a:cubicBezTo>
                    <a:pt x="7515" y="119"/>
                    <a:pt x="227" y="7428"/>
                    <a:pt x="227" y="16260"/>
                  </a:cubicBezTo>
                  <a:cubicBezTo>
                    <a:pt x="227" y="25092"/>
                    <a:pt x="7515" y="32401"/>
                    <a:pt x="16321" y="32401"/>
                  </a:cubicBezTo>
                  <a:cubicBezTo>
                    <a:pt x="25128" y="32401"/>
                    <a:pt x="32415" y="25092"/>
                    <a:pt x="32415" y="1626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CEE5791B-86D3-E630-DCDA-B9F40F5CDCD1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8626991" y="4140518"/>
              <a:ext cx="127841" cy="209526"/>
            </a:xfrm>
            <a:custGeom>
              <a:avLst/>
              <a:gdLst>
                <a:gd name="connsiteX0" fmla="*/ 128071 w 127841"/>
                <a:gd name="connsiteY0" fmla="*/ 105491 h 209526"/>
                <a:gd name="connsiteX1" fmla="*/ 115925 w 127841"/>
                <a:gd name="connsiteY1" fmla="*/ 34228 h 209526"/>
                <a:gd name="connsiteX2" fmla="*/ 64303 w 127841"/>
                <a:gd name="connsiteY2" fmla="*/ 119 h 209526"/>
                <a:gd name="connsiteX3" fmla="*/ 11466 w 127841"/>
                <a:gd name="connsiteY3" fmla="*/ 36360 h 209526"/>
                <a:gd name="connsiteX4" fmla="*/ 230 w 127841"/>
                <a:gd name="connsiteY4" fmla="*/ 105491 h 209526"/>
                <a:gd name="connsiteX5" fmla="*/ 13895 w 127841"/>
                <a:gd name="connsiteY5" fmla="*/ 178886 h 209526"/>
                <a:gd name="connsiteX6" fmla="*/ 63999 w 127841"/>
                <a:gd name="connsiteY6" fmla="*/ 209645 h 209526"/>
                <a:gd name="connsiteX7" fmla="*/ 116836 w 127841"/>
                <a:gd name="connsiteY7" fmla="*/ 174318 h 209526"/>
                <a:gd name="connsiteX8" fmla="*/ 128071 w 127841"/>
                <a:gd name="connsiteY8" fmla="*/ 105491 h 209526"/>
                <a:gd name="connsiteX9" fmla="*/ 63999 w 127841"/>
                <a:gd name="connsiteY9" fmla="*/ 202945 h 209526"/>
                <a:gd name="connsiteX10" fmla="*/ 28774 w 127841"/>
                <a:gd name="connsiteY10" fmla="*/ 166096 h 209526"/>
                <a:gd name="connsiteX11" fmla="*/ 25434 w 127841"/>
                <a:gd name="connsiteY11" fmla="*/ 101837 h 209526"/>
                <a:gd name="connsiteX12" fmla="*/ 27863 w 127841"/>
                <a:gd name="connsiteY12" fmla="*/ 45801 h 209526"/>
                <a:gd name="connsiteX13" fmla="*/ 63999 w 127841"/>
                <a:gd name="connsiteY13" fmla="*/ 6819 h 209526"/>
                <a:gd name="connsiteX14" fmla="*/ 99831 w 127841"/>
                <a:gd name="connsiteY14" fmla="*/ 42451 h 209526"/>
                <a:gd name="connsiteX15" fmla="*/ 102868 w 127841"/>
                <a:gd name="connsiteY15" fmla="*/ 101837 h 209526"/>
                <a:gd name="connsiteX16" fmla="*/ 99527 w 127841"/>
                <a:gd name="connsiteY16" fmla="*/ 164877 h 209526"/>
                <a:gd name="connsiteX17" fmla="*/ 63999 w 127841"/>
                <a:gd name="connsiteY17" fmla="*/ 202945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071" y="105491"/>
                  </a:moveTo>
                  <a:cubicBezTo>
                    <a:pt x="128071" y="81128"/>
                    <a:pt x="126553" y="56764"/>
                    <a:pt x="115925" y="34228"/>
                  </a:cubicBezTo>
                  <a:cubicBezTo>
                    <a:pt x="101957" y="4992"/>
                    <a:pt x="77056" y="119"/>
                    <a:pt x="64303" y="119"/>
                  </a:cubicBezTo>
                  <a:cubicBezTo>
                    <a:pt x="46083" y="119"/>
                    <a:pt x="23916" y="8037"/>
                    <a:pt x="11466" y="36360"/>
                  </a:cubicBezTo>
                  <a:cubicBezTo>
                    <a:pt x="1748" y="57373"/>
                    <a:pt x="230" y="81128"/>
                    <a:pt x="230" y="105491"/>
                  </a:cubicBezTo>
                  <a:cubicBezTo>
                    <a:pt x="230" y="128332"/>
                    <a:pt x="1445" y="155741"/>
                    <a:pt x="13895" y="178886"/>
                  </a:cubicBezTo>
                  <a:cubicBezTo>
                    <a:pt x="26952" y="203555"/>
                    <a:pt x="49119" y="209645"/>
                    <a:pt x="63999" y="209645"/>
                  </a:cubicBezTo>
                  <a:cubicBezTo>
                    <a:pt x="80397" y="209645"/>
                    <a:pt x="103475" y="203250"/>
                    <a:pt x="116836" y="174318"/>
                  </a:cubicBezTo>
                  <a:cubicBezTo>
                    <a:pt x="126553" y="153305"/>
                    <a:pt x="128071" y="129550"/>
                    <a:pt x="128071" y="105491"/>
                  </a:cubicBezTo>
                  <a:close/>
                  <a:moveTo>
                    <a:pt x="63999" y="202945"/>
                  </a:moveTo>
                  <a:cubicBezTo>
                    <a:pt x="52156" y="202945"/>
                    <a:pt x="34240" y="195332"/>
                    <a:pt x="28774" y="166096"/>
                  </a:cubicBezTo>
                  <a:cubicBezTo>
                    <a:pt x="25434" y="147823"/>
                    <a:pt x="25434" y="119805"/>
                    <a:pt x="25434" y="101837"/>
                  </a:cubicBezTo>
                  <a:cubicBezTo>
                    <a:pt x="25434" y="82346"/>
                    <a:pt x="25434" y="62246"/>
                    <a:pt x="27863" y="45801"/>
                  </a:cubicBezTo>
                  <a:cubicBezTo>
                    <a:pt x="33633" y="9560"/>
                    <a:pt x="56407" y="6819"/>
                    <a:pt x="63999" y="6819"/>
                  </a:cubicBezTo>
                  <a:cubicBezTo>
                    <a:pt x="74020" y="6819"/>
                    <a:pt x="94061" y="12301"/>
                    <a:pt x="99831" y="42451"/>
                  </a:cubicBezTo>
                  <a:cubicBezTo>
                    <a:pt x="102868" y="59505"/>
                    <a:pt x="102868" y="82651"/>
                    <a:pt x="102868" y="101837"/>
                  </a:cubicBezTo>
                  <a:cubicBezTo>
                    <a:pt x="102868" y="124678"/>
                    <a:pt x="102868" y="145387"/>
                    <a:pt x="99527" y="164877"/>
                  </a:cubicBezTo>
                  <a:cubicBezTo>
                    <a:pt x="94972" y="193809"/>
                    <a:pt x="77664" y="202945"/>
                    <a:pt x="63999" y="20294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61273BA2-D156-C41B-961E-F0F9517459DF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8779733" y="4140518"/>
              <a:ext cx="126019" cy="209526"/>
            </a:xfrm>
            <a:custGeom>
              <a:avLst/>
              <a:gdLst>
                <a:gd name="connsiteX0" fmla="*/ 98925 w 126019"/>
                <a:gd name="connsiteY0" fmla="*/ 106100 h 209526"/>
                <a:gd name="connsiteX1" fmla="*/ 98925 w 126019"/>
                <a:gd name="connsiteY1" fmla="*/ 115846 h 209526"/>
                <a:gd name="connsiteX2" fmla="*/ 49732 w 126019"/>
                <a:gd name="connsiteY2" fmla="*/ 201118 h 209526"/>
                <a:gd name="connsiteX3" fmla="*/ 19973 w 126019"/>
                <a:gd name="connsiteY3" fmla="*/ 190155 h 209526"/>
                <a:gd name="connsiteX4" fmla="*/ 35763 w 126019"/>
                <a:gd name="connsiteY4" fmla="*/ 176146 h 209526"/>
                <a:gd name="connsiteX5" fmla="*/ 21795 w 126019"/>
                <a:gd name="connsiteY5" fmla="*/ 162137 h 209526"/>
                <a:gd name="connsiteX6" fmla="*/ 7827 w 126019"/>
                <a:gd name="connsiteY6" fmla="*/ 176755 h 209526"/>
                <a:gd name="connsiteX7" fmla="*/ 50035 w 126019"/>
                <a:gd name="connsiteY7" fmla="*/ 209645 h 209526"/>
                <a:gd name="connsiteX8" fmla="*/ 126254 w 126019"/>
                <a:gd name="connsiteY8" fmla="*/ 102750 h 209526"/>
                <a:gd name="connsiteX9" fmla="*/ 64308 w 126019"/>
                <a:gd name="connsiteY9" fmla="*/ 119 h 209526"/>
                <a:gd name="connsiteX10" fmla="*/ 19669 w 126019"/>
                <a:gd name="connsiteY10" fmla="*/ 19305 h 209526"/>
                <a:gd name="connsiteX11" fmla="*/ 235 w 126019"/>
                <a:gd name="connsiteY11" fmla="*/ 68642 h 209526"/>
                <a:gd name="connsiteX12" fmla="*/ 60967 w 126019"/>
                <a:gd name="connsiteY12" fmla="*/ 136555 h 209526"/>
                <a:gd name="connsiteX13" fmla="*/ 98925 w 126019"/>
                <a:gd name="connsiteY13" fmla="*/ 106100 h 209526"/>
                <a:gd name="connsiteX14" fmla="*/ 61271 w 126019"/>
                <a:gd name="connsiteY14" fmla="*/ 129550 h 209526"/>
                <a:gd name="connsiteX15" fmla="*/ 33030 w 126019"/>
                <a:gd name="connsiteY15" fmla="*/ 110364 h 209526"/>
                <a:gd name="connsiteX16" fmla="*/ 27565 w 126019"/>
                <a:gd name="connsiteY16" fmla="*/ 68946 h 209526"/>
                <a:gd name="connsiteX17" fmla="*/ 33941 w 126019"/>
                <a:gd name="connsiteY17" fmla="*/ 26919 h 209526"/>
                <a:gd name="connsiteX18" fmla="*/ 64308 w 126019"/>
                <a:gd name="connsiteY18" fmla="*/ 7733 h 209526"/>
                <a:gd name="connsiteX19" fmla="*/ 93459 w 126019"/>
                <a:gd name="connsiteY19" fmla="*/ 31792 h 209526"/>
                <a:gd name="connsiteX20" fmla="*/ 98318 w 126019"/>
                <a:gd name="connsiteY20" fmla="*/ 74732 h 209526"/>
                <a:gd name="connsiteX21" fmla="*/ 61271 w 126019"/>
                <a:gd name="connsiteY21" fmla="*/ 129550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09526">
                  <a:moveTo>
                    <a:pt x="98925" y="106100"/>
                  </a:moveTo>
                  <a:lnTo>
                    <a:pt x="98925" y="115846"/>
                  </a:lnTo>
                  <a:cubicBezTo>
                    <a:pt x="98925" y="187109"/>
                    <a:pt x="67344" y="201118"/>
                    <a:pt x="49732" y="201118"/>
                  </a:cubicBezTo>
                  <a:cubicBezTo>
                    <a:pt x="44570" y="201118"/>
                    <a:pt x="28172" y="200509"/>
                    <a:pt x="19973" y="190155"/>
                  </a:cubicBezTo>
                  <a:cubicBezTo>
                    <a:pt x="33334" y="190155"/>
                    <a:pt x="35763" y="181323"/>
                    <a:pt x="35763" y="176146"/>
                  </a:cubicBezTo>
                  <a:cubicBezTo>
                    <a:pt x="35763" y="166705"/>
                    <a:pt x="28475" y="162137"/>
                    <a:pt x="21795" y="162137"/>
                  </a:cubicBezTo>
                  <a:cubicBezTo>
                    <a:pt x="16936" y="162137"/>
                    <a:pt x="7827" y="164877"/>
                    <a:pt x="7827" y="176755"/>
                  </a:cubicBezTo>
                  <a:cubicBezTo>
                    <a:pt x="7827" y="197159"/>
                    <a:pt x="24224" y="209645"/>
                    <a:pt x="50035" y="209645"/>
                  </a:cubicBezTo>
                  <a:cubicBezTo>
                    <a:pt x="89208" y="209645"/>
                    <a:pt x="126254" y="168227"/>
                    <a:pt x="126254" y="102750"/>
                  </a:cubicBezTo>
                  <a:cubicBezTo>
                    <a:pt x="126254" y="20828"/>
                    <a:pt x="91333" y="119"/>
                    <a:pt x="64308" y="119"/>
                  </a:cubicBezTo>
                  <a:cubicBezTo>
                    <a:pt x="47606" y="119"/>
                    <a:pt x="32727" y="5601"/>
                    <a:pt x="19669" y="19305"/>
                  </a:cubicBezTo>
                  <a:cubicBezTo>
                    <a:pt x="7219" y="33010"/>
                    <a:pt x="235" y="45801"/>
                    <a:pt x="235" y="68642"/>
                  </a:cubicBezTo>
                  <a:cubicBezTo>
                    <a:pt x="235" y="106710"/>
                    <a:pt x="26957" y="136555"/>
                    <a:pt x="60967" y="136555"/>
                  </a:cubicBezTo>
                  <a:cubicBezTo>
                    <a:pt x="79491" y="136555"/>
                    <a:pt x="91941" y="123764"/>
                    <a:pt x="98925" y="106100"/>
                  </a:cubicBezTo>
                  <a:close/>
                  <a:moveTo>
                    <a:pt x="61271" y="129550"/>
                  </a:moveTo>
                  <a:cubicBezTo>
                    <a:pt x="56412" y="129550"/>
                    <a:pt x="42444" y="129550"/>
                    <a:pt x="33030" y="110364"/>
                  </a:cubicBezTo>
                  <a:cubicBezTo>
                    <a:pt x="27565" y="99096"/>
                    <a:pt x="27565" y="83869"/>
                    <a:pt x="27565" y="68946"/>
                  </a:cubicBezTo>
                  <a:cubicBezTo>
                    <a:pt x="27565" y="52501"/>
                    <a:pt x="27565" y="38187"/>
                    <a:pt x="33941" y="26919"/>
                  </a:cubicBezTo>
                  <a:cubicBezTo>
                    <a:pt x="42140" y="11692"/>
                    <a:pt x="53679" y="7733"/>
                    <a:pt x="64308" y="7733"/>
                  </a:cubicBezTo>
                  <a:cubicBezTo>
                    <a:pt x="78276" y="7733"/>
                    <a:pt x="88297" y="18087"/>
                    <a:pt x="93459" y="31792"/>
                  </a:cubicBezTo>
                  <a:cubicBezTo>
                    <a:pt x="97103" y="41537"/>
                    <a:pt x="98318" y="60723"/>
                    <a:pt x="98318" y="74732"/>
                  </a:cubicBezTo>
                  <a:cubicBezTo>
                    <a:pt x="98318" y="100010"/>
                    <a:pt x="87993" y="129550"/>
                    <a:pt x="61271" y="12955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059E16B4-C3D5-1491-5998-8697ABD47DD5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8931565" y="4140518"/>
              <a:ext cx="126019" cy="209526"/>
            </a:xfrm>
            <a:custGeom>
              <a:avLst/>
              <a:gdLst>
                <a:gd name="connsiteX0" fmla="*/ 98930 w 126019"/>
                <a:gd name="connsiteY0" fmla="*/ 106100 h 209526"/>
                <a:gd name="connsiteX1" fmla="*/ 98930 w 126019"/>
                <a:gd name="connsiteY1" fmla="*/ 115846 h 209526"/>
                <a:gd name="connsiteX2" fmla="*/ 49737 w 126019"/>
                <a:gd name="connsiteY2" fmla="*/ 201118 h 209526"/>
                <a:gd name="connsiteX3" fmla="*/ 19978 w 126019"/>
                <a:gd name="connsiteY3" fmla="*/ 190155 h 209526"/>
                <a:gd name="connsiteX4" fmla="*/ 35768 w 126019"/>
                <a:gd name="connsiteY4" fmla="*/ 176146 h 209526"/>
                <a:gd name="connsiteX5" fmla="*/ 21800 w 126019"/>
                <a:gd name="connsiteY5" fmla="*/ 162137 h 209526"/>
                <a:gd name="connsiteX6" fmla="*/ 7832 w 126019"/>
                <a:gd name="connsiteY6" fmla="*/ 176755 h 209526"/>
                <a:gd name="connsiteX7" fmla="*/ 50040 w 126019"/>
                <a:gd name="connsiteY7" fmla="*/ 209645 h 209526"/>
                <a:gd name="connsiteX8" fmla="*/ 126259 w 126019"/>
                <a:gd name="connsiteY8" fmla="*/ 102750 h 209526"/>
                <a:gd name="connsiteX9" fmla="*/ 64313 w 126019"/>
                <a:gd name="connsiteY9" fmla="*/ 119 h 209526"/>
                <a:gd name="connsiteX10" fmla="*/ 19674 w 126019"/>
                <a:gd name="connsiteY10" fmla="*/ 19305 h 209526"/>
                <a:gd name="connsiteX11" fmla="*/ 240 w 126019"/>
                <a:gd name="connsiteY11" fmla="*/ 68642 h 209526"/>
                <a:gd name="connsiteX12" fmla="*/ 60972 w 126019"/>
                <a:gd name="connsiteY12" fmla="*/ 136555 h 209526"/>
                <a:gd name="connsiteX13" fmla="*/ 98930 w 126019"/>
                <a:gd name="connsiteY13" fmla="*/ 106100 h 209526"/>
                <a:gd name="connsiteX14" fmla="*/ 61276 w 126019"/>
                <a:gd name="connsiteY14" fmla="*/ 129550 h 209526"/>
                <a:gd name="connsiteX15" fmla="*/ 33035 w 126019"/>
                <a:gd name="connsiteY15" fmla="*/ 110364 h 209526"/>
                <a:gd name="connsiteX16" fmla="*/ 27569 w 126019"/>
                <a:gd name="connsiteY16" fmla="*/ 68946 h 209526"/>
                <a:gd name="connsiteX17" fmla="*/ 33946 w 126019"/>
                <a:gd name="connsiteY17" fmla="*/ 26919 h 209526"/>
                <a:gd name="connsiteX18" fmla="*/ 64313 w 126019"/>
                <a:gd name="connsiteY18" fmla="*/ 7733 h 209526"/>
                <a:gd name="connsiteX19" fmla="*/ 93464 w 126019"/>
                <a:gd name="connsiteY19" fmla="*/ 31792 h 209526"/>
                <a:gd name="connsiteX20" fmla="*/ 98323 w 126019"/>
                <a:gd name="connsiteY20" fmla="*/ 74732 h 209526"/>
                <a:gd name="connsiteX21" fmla="*/ 61276 w 126019"/>
                <a:gd name="connsiteY21" fmla="*/ 129550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09526">
                  <a:moveTo>
                    <a:pt x="98930" y="106100"/>
                  </a:moveTo>
                  <a:lnTo>
                    <a:pt x="98930" y="115846"/>
                  </a:lnTo>
                  <a:cubicBezTo>
                    <a:pt x="98930" y="187109"/>
                    <a:pt x="67349" y="201118"/>
                    <a:pt x="49737" y="201118"/>
                  </a:cubicBezTo>
                  <a:cubicBezTo>
                    <a:pt x="44575" y="201118"/>
                    <a:pt x="28177" y="200509"/>
                    <a:pt x="19978" y="190155"/>
                  </a:cubicBezTo>
                  <a:cubicBezTo>
                    <a:pt x="33339" y="190155"/>
                    <a:pt x="35768" y="181323"/>
                    <a:pt x="35768" y="176146"/>
                  </a:cubicBezTo>
                  <a:cubicBezTo>
                    <a:pt x="35768" y="166705"/>
                    <a:pt x="28480" y="162137"/>
                    <a:pt x="21800" y="162137"/>
                  </a:cubicBezTo>
                  <a:cubicBezTo>
                    <a:pt x="16941" y="162137"/>
                    <a:pt x="7832" y="164877"/>
                    <a:pt x="7832" y="176755"/>
                  </a:cubicBezTo>
                  <a:cubicBezTo>
                    <a:pt x="7832" y="197159"/>
                    <a:pt x="24229" y="209645"/>
                    <a:pt x="50040" y="209645"/>
                  </a:cubicBezTo>
                  <a:cubicBezTo>
                    <a:pt x="89213" y="209645"/>
                    <a:pt x="126259" y="168227"/>
                    <a:pt x="126259" y="102750"/>
                  </a:cubicBezTo>
                  <a:cubicBezTo>
                    <a:pt x="126259" y="20828"/>
                    <a:pt x="91338" y="119"/>
                    <a:pt x="64313" y="119"/>
                  </a:cubicBezTo>
                  <a:cubicBezTo>
                    <a:pt x="47611" y="119"/>
                    <a:pt x="32732" y="5601"/>
                    <a:pt x="19674" y="19305"/>
                  </a:cubicBezTo>
                  <a:cubicBezTo>
                    <a:pt x="7224" y="33010"/>
                    <a:pt x="240" y="45801"/>
                    <a:pt x="240" y="68642"/>
                  </a:cubicBezTo>
                  <a:cubicBezTo>
                    <a:pt x="240" y="106710"/>
                    <a:pt x="26962" y="136555"/>
                    <a:pt x="60972" y="136555"/>
                  </a:cubicBezTo>
                  <a:cubicBezTo>
                    <a:pt x="79496" y="136555"/>
                    <a:pt x="91946" y="123764"/>
                    <a:pt x="98930" y="106100"/>
                  </a:cubicBezTo>
                  <a:close/>
                  <a:moveTo>
                    <a:pt x="61276" y="129550"/>
                  </a:moveTo>
                  <a:cubicBezTo>
                    <a:pt x="56417" y="129550"/>
                    <a:pt x="42449" y="129550"/>
                    <a:pt x="33035" y="110364"/>
                  </a:cubicBezTo>
                  <a:cubicBezTo>
                    <a:pt x="27569" y="99096"/>
                    <a:pt x="27569" y="83869"/>
                    <a:pt x="27569" y="68946"/>
                  </a:cubicBezTo>
                  <a:cubicBezTo>
                    <a:pt x="27569" y="52501"/>
                    <a:pt x="27569" y="38187"/>
                    <a:pt x="33946" y="26919"/>
                  </a:cubicBezTo>
                  <a:cubicBezTo>
                    <a:pt x="42145" y="11692"/>
                    <a:pt x="53684" y="7733"/>
                    <a:pt x="64313" y="7733"/>
                  </a:cubicBezTo>
                  <a:cubicBezTo>
                    <a:pt x="78281" y="7733"/>
                    <a:pt x="88302" y="18087"/>
                    <a:pt x="93464" y="31792"/>
                  </a:cubicBezTo>
                  <a:cubicBezTo>
                    <a:pt x="97108" y="41537"/>
                    <a:pt x="98323" y="60723"/>
                    <a:pt x="98323" y="74732"/>
                  </a:cubicBezTo>
                  <a:cubicBezTo>
                    <a:pt x="98323" y="100010"/>
                    <a:pt x="87998" y="129550"/>
                    <a:pt x="61276" y="12955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1C92335C-607C-BA54-1C98-F1D3BAB81E38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9339001" y="4087528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4535E491-2DCB-3FC9-1190-246D44A53462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9646532" y="4140518"/>
              <a:ext cx="100208" cy="202826"/>
            </a:xfrm>
            <a:custGeom>
              <a:avLst/>
              <a:gdLst>
                <a:gd name="connsiteX0" fmla="*/ 62514 w 100208"/>
                <a:gd name="connsiteY0" fmla="*/ 8037 h 202826"/>
                <a:gd name="connsiteX1" fmla="*/ 55529 w 100208"/>
                <a:gd name="connsiteY1" fmla="*/ 119 h 202826"/>
                <a:gd name="connsiteX2" fmla="*/ 263 w 100208"/>
                <a:gd name="connsiteY2" fmla="*/ 19610 h 202826"/>
                <a:gd name="connsiteX3" fmla="*/ 263 w 100208"/>
                <a:gd name="connsiteY3" fmla="*/ 29051 h 202826"/>
                <a:gd name="connsiteX4" fmla="*/ 40043 w 100208"/>
                <a:gd name="connsiteY4" fmla="*/ 21133 h 202826"/>
                <a:gd name="connsiteX5" fmla="*/ 40043 w 100208"/>
                <a:gd name="connsiteY5" fmla="*/ 178886 h 202826"/>
                <a:gd name="connsiteX6" fmla="*/ 11802 w 100208"/>
                <a:gd name="connsiteY6" fmla="*/ 193505 h 202826"/>
                <a:gd name="connsiteX7" fmla="*/ 2085 w 100208"/>
                <a:gd name="connsiteY7" fmla="*/ 193505 h 202826"/>
                <a:gd name="connsiteX8" fmla="*/ 2085 w 100208"/>
                <a:gd name="connsiteY8" fmla="*/ 202945 h 202826"/>
                <a:gd name="connsiteX9" fmla="*/ 51278 w 100208"/>
                <a:gd name="connsiteY9" fmla="*/ 202032 h 202826"/>
                <a:gd name="connsiteX10" fmla="*/ 100471 w 100208"/>
                <a:gd name="connsiteY10" fmla="*/ 202945 h 202826"/>
                <a:gd name="connsiteX11" fmla="*/ 100471 w 100208"/>
                <a:gd name="connsiteY11" fmla="*/ 193505 h 202826"/>
                <a:gd name="connsiteX12" fmla="*/ 90754 w 100208"/>
                <a:gd name="connsiteY12" fmla="*/ 193505 h 202826"/>
                <a:gd name="connsiteX13" fmla="*/ 62514 w 100208"/>
                <a:gd name="connsiteY13" fmla="*/ 178886 h 202826"/>
                <a:gd name="connsiteX14" fmla="*/ 62514 w 100208"/>
                <a:gd name="connsiteY14" fmla="*/ 8037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514" y="8037"/>
                  </a:moveTo>
                  <a:cubicBezTo>
                    <a:pt x="62514" y="728"/>
                    <a:pt x="62514" y="119"/>
                    <a:pt x="55529" y="119"/>
                  </a:cubicBezTo>
                  <a:cubicBezTo>
                    <a:pt x="36702" y="19610"/>
                    <a:pt x="9980" y="19610"/>
                    <a:pt x="263" y="19610"/>
                  </a:cubicBezTo>
                  <a:lnTo>
                    <a:pt x="263" y="29051"/>
                  </a:lnTo>
                  <a:cubicBezTo>
                    <a:pt x="6336" y="29051"/>
                    <a:pt x="24252" y="29051"/>
                    <a:pt x="40043" y="21133"/>
                  </a:cubicBezTo>
                  <a:lnTo>
                    <a:pt x="40043" y="178886"/>
                  </a:lnTo>
                  <a:cubicBezTo>
                    <a:pt x="40043" y="189850"/>
                    <a:pt x="39132" y="193505"/>
                    <a:pt x="11802" y="193505"/>
                  </a:cubicBezTo>
                  <a:lnTo>
                    <a:pt x="2085" y="193505"/>
                  </a:lnTo>
                  <a:lnTo>
                    <a:pt x="2085" y="202945"/>
                  </a:lnTo>
                  <a:cubicBezTo>
                    <a:pt x="12713" y="202032"/>
                    <a:pt x="39132" y="202032"/>
                    <a:pt x="51278" y="202032"/>
                  </a:cubicBezTo>
                  <a:cubicBezTo>
                    <a:pt x="63425" y="202032"/>
                    <a:pt x="89843" y="202032"/>
                    <a:pt x="100471" y="202945"/>
                  </a:cubicBezTo>
                  <a:lnTo>
                    <a:pt x="100471" y="193505"/>
                  </a:lnTo>
                  <a:lnTo>
                    <a:pt x="90754" y="193505"/>
                  </a:lnTo>
                  <a:cubicBezTo>
                    <a:pt x="63425" y="193505"/>
                    <a:pt x="62514" y="190155"/>
                    <a:pt x="62514" y="178886"/>
                  </a:cubicBezTo>
                  <a:lnTo>
                    <a:pt x="62514" y="8037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E3556C9-B9E2-8A65-1AC4-5EF5F7D35F94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9797452" y="4311062"/>
              <a:ext cx="32188" cy="32281"/>
            </a:xfrm>
            <a:custGeom>
              <a:avLst/>
              <a:gdLst>
                <a:gd name="connsiteX0" fmla="*/ 32456 w 32188"/>
                <a:gd name="connsiteY0" fmla="*/ 16260 h 32281"/>
                <a:gd name="connsiteX1" fmla="*/ 16362 w 32188"/>
                <a:gd name="connsiteY1" fmla="*/ 119 h 32281"/>
                <a:gd name="connsiteX2" fmla="*/ 268 w 32188"/>
                <a:gd name="connsiteY2" fmla="*/ 16260 h 32281"/>
                <a:gd name="connsiteX3" fmla="*/ 16362 w 32188"/>
                <a:gd name="connsiteY3" fmla="*/ 32401 h 32281"/>
                <a:gd name="connsiteX4" fmla="*/ 32456 w 32188"/>
                <a:gd name="connsiteY4" fmla="*/ 16260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56" y="16260"/>
                  </a:moveTo>
                  <a:cubicBezTo>
                    <a:pt x="32456" y="7428"/>
                    <a:pt x="25168" y="119"/>
                    <a:pt x="16362" y="119"/>
                  </a:cubicBezTo>
                  <a:cubicBezTo>
                    <a:pt x="7556" y="119"/>
                    <a:pt x="268" y="7428"/>
                    <a:pt x="268" y="16260"/>
                  </a:cubicBezTo>
                  <a:cubicBezTo>
                    <a:pt x="268" y="25092"/>
                    <a:pt x="7556" y="32401"/>
                    <a:pt x="16362" y="32401"/>
                  </a:cubicBezTo>
                  <a:cubicBezTo>
                    <a:pt x="25168" y="32401"/>
                    <a:pt x="32456" y="25092"/>
                    <a:pt x="32456" y="1626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64FAC532-E7CE-6643-6A05-EC4064211463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9870871" y="4140518"/>
              <a:ext cx="121160" cy="202826"/>
            </a:xfrm>
            <a:custGeom>
              <a:avLst/>
              <a:gdLst>
                <a:gd name="connsiteX0" fmla="*/ 23653 w 121160"/>
                <a:gd name="connsiteY0" fmla="*/ 179496 h 202826"/>
                <a:gd name="connsiteX1" fmla="*/ 55841 w 121160"/>
                <a:gd name="connsiteY1" fmla="*/ 148128 h 202826"/>
                <a:gd name="connsiteX2" fmla="*/ 121432 w 121160"/>
                <a:gd name="connsiteY2" fmla="*/ 59201 h 202826"/>
                <a:gd name="connsiteX3" fmla="*/ 57055 w 121160"/>
                <a:gd name="connsiteY3" fmla="*/ 119 h 202826"/>
                <a:gd name="connsiteX4" fmla="*/ 271 w 121160"/>
                <a:gd name="connsiteY4" fmla="*/ 55242 h 202826"/>
                <a:gd name="connsiteX5" fmla="*/ 16365 w 121160"/>
                <a:gd name="connsiteY5" fmla="*/ 72296 h 202826"/>
                <a:gd name="connsiteX6" fmla="*/ 32155 w 121160"/>
                <a:gd name="connsiteY6" fmla="*/ 56155 h 202826"/>
                <a:gd name="connsiteX7" fmla="*/ 16061 w 121160"/>
                <a:gd name="connsiteY7" fmla="*/ 40319 h 202826"/>
                <a:gd name="connsiteX8" fmla="*/ 12114 w 121160"/>
                <a:gd name="connsiteY8" fmla="*/ 40623 h 202826"/>
                <a:gd name="connsiteX9" fmla="*/ 53108 w 121160"/>
                <a:gd name="connsiteY9" fmla="*/ 9560 h 202826"/>
                <a:gd name="connsiteX10" fmla="*/ 93798 w 121160"/>
                <a:gd name="connsiteY10" fmla="*/ 59201 h 202826"/>
                <a:gd name="connsiteX11" fmla="*/ 61914 w 121160"/>
                <a:gd name="connsiteY11" fmla="*/ 126505 h 202826"/>
                <a:gd name="connsiteX12" fmla="*/ 3611 w 121160"/>
                <a:gd name="connsiteY12" fmla="*/ 191677 h 202826"/>
                <a:gd name="connsiteX13" fmla="*/ 271 w 121160"/>
                <a:gd name="connsiteY13" fmla="*/ 202945 h 202826"/>
                <a:gd name="connsiteX14" fmla="*/ 112929 w 121160"/>
                <a:gd name="connsiteY14" fmla="*/ 202945 h 202826"/>
                <a:gd name="connsiteX15" fmla="*/ 121432 w 121160"/>
                <a:gd name="connsiteY15" fmla="*/ 149955 h 202826"/>
                <a:gd name="connsiteX16" fmla="*/ 113840 w 121160"/>
                <a:gd name="connsiteY16" fmla="*/ 149955 h 202826"/>
                <a:gd name="connsiteX17" fmla="*/ 107159 w 121160"/>
                <a:gd name="connsiteY17" fmla="*/ 177059 h 202826"/>
                <a:gd name="connsiteX18" fmla="*/ 78312 w 121160"/>
                <a:gd name="connsiteY18" fmla="*/ 179496 h 202826"/>
                <a:gd name="connsiteX19" fmla="*/ 23653 w 121160"/>
                <a:gd name="connsiteY19" fmla="*/ 179496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653" y="179496"/>
                  </a:moveTo>
                  <a:lnTo>
                    <a:pt x="55841" y="148128"/>
                  </a:lnTo>
                  <a:cubicBezTo>
                    <a:pt x="103212" y="106100"/>
                    <a:pt x="121432" y="89655"/>
                    <a:pt x="121432" y="59201"/>
                  </a:cubicBezTo>
                  <a:cubicBezTo>
                    <a:pt x="121432" y="24483"/>
                    <a:pt x="94102" y="119"/>
                    <a:pt x="57055" y="119"/>
                  </a:cubicBezTo>
                  <a:cubicBezTo>
                    <a:pt x="22742" y="119"/>
                    <a:pt x="271" y="28137"/>
                    <a:pt x="271" y="55242"/>
                  </a:cubicBezTo>
                  <a:cubicBezTo>
                    <a:pt x="271" y="72296"/>
                    <a:pt x="15454" y="72296"/>
                    <a:pt x="16365" y="72296"/>
                  </a:cubicBezTo>
                  <a:cubicBezTo>
                    <a:pt x="21527" y="72296"/>
                    <a:pt x="32155" y="68642"/>
                    <a:pt x="32155" y="56155"/>
                  </a:cubicBezTo>
                  <a:cubicBezTo>
                    <a:pt x="32155" y="48237"/>
                    <a:pt x="26689" y="40319"/>
                    <a:pt x="16061" y="40319"/>
                  </a:cubicBezTo>
                  <a:cubicBezTo>
                    <a:pt x="13632" y="40319"/>
                    <a:pt x="13025" y="40319"/>
                    <a:pt x="12114" y="40623"/>
                  </a:cubicBezTo>
                  <a:cubicBezTo>
                    <a:pt x="19098" y="20828"/>
                    <a:pt x="35495" y="9560"/>
                    <a:pt x="53108" y="9560"/>
                  </a:cubicBezTo>
                  <a:cubicBezTo>
                    <a:pt x="80741" y="9560"/>
                    <a:pt x="93798" y="34228"/>
                    <a:pt x="93798" y="59201"/>
                  </a:cubicBezTo>
                  <a:cubicBezTo>
                    <a:pt x="93798" y="83564"/>
                    <a:pt x="78615" y="107623"/>
                    <a:pt x="61914" y="126505"/>
                  </a:cubicBezTo>
                  <a:lnTo>
                    <a:pt x="3611" y="191677"/>
                  </a:lnTo>
                  <a:cubicBezTo>
                    <a:pt x="271" y="195027"/>
                    <a:pt x="271" y="195636"/>
                    <a:pt x="271" y="202945"/>
                  </a:cubicBezTo>
                  <a:lnTo>
                    <a:pt x="112929" y="202945"/>
                  </a:lnTo>
                  <a:lnTo>
                    <a:pt x="121432" y="149955"/>
                  </a:lnTo>
                  <a:lnTo>
                    <a:pt x="113840" y="149955"/>
                  </a:lnTo>
                  <a:cubicBezTo>
                    <a:pt x="112322" y="159091"/>
                    <a:pt x="110196" y="172491"/>
                    <a:pt x="107159" y="177059"/>
                  </a:cubicBezTo>
                  <a:cubicBezTo>
                    <a:pt x="105034" y="179496"/>
                    <a:pt x="84992" y="179496"/>
                    <a:pt x="78312" y="179496"/>
                  </a:cubicBezTo>
                  <a:lnTo>
                    <a:pt x="23653" y="17949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CFD74D04-FDEE-026A-2177-98055E2A3EE8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10022702" y="4140518"/>
              <a:ext cx="121160" cy="202826"/>
            </a:xfrm>
            <a:custGeom>
              <a:avLst/>
              <a:gdLst>
                <a:gd name="connsiteX0" fmla="*/ 23658 w 121160"/>
                <a:gd name="connsiteY0" fmla="*/ 179496 h 202826"/>
                <a:gd name="connsiteX1" fmla="*/ 55846 w 121160"/>
                <a:gd name="connsiteY1" fmla="*/ 148128 h 202826"/>
                <a:gd name="connsiteX2" fmla="*/ 121437 w 121160"/>
                <a:gd name="connsiteY2" fmla="*/ 59201 h 202826"/>
                <a:gd name="connsiteX3" fmla="*/ 57060 w 121160"/>
                <a:gd name="connsiteY3" fmla="*/ 119 h 202826"/>
                <a:gd name="connsiteX4" fmla="*/ 276 w 121160"/>
                <a:gd name="connsiteY4" fmla="*/ 55242 h 202826"/>
                <a:gd name="connsiteX5" fmla="*/ 16370 w 121160"/>
                <a:gd name="connsiteY5" fmla="*/ 72296 h 202826"/>
                <a:gd name="connsiteX6" fmla="*/ 32160 w 121160"/>
                <a:gd name="connsiteY6" fmla="*/ 56155 h 202826"/>
                <a:gd name="connsiteX7" fmla="*/ 16066 w 121160"/>
                <a:gd name="connsiteY7" fmla="*/ 40319 h 202826"/>
                <a:gd name="connsiteX8" fmla="*/ 12118 w 121160"/>
                <a:gd name="connsiteY8" fmla="*/ 40623 h 202826"/>
                <a:gd name="connsiteX9" fmla="*/ 53113 w 121160"/>
                <a:gd name="connsiteY9" fmla="*/ 9560 h 202826"/>
                <a:gd name="connsiteX10" fmla="*/ 93803 w 121160"/>
                <a:gd name="connsiteY10" fmla="*/ 59201 h 202826"/>
                <a:gd name="connsiteX11" fmla="*/ 61919 w 121160"/>
                <a:gd name="connsiteY11" fmla="*/ 126505 h 202826"/>
                <a:gd name="connsiteX12" fmla="*/ 3616 w 121160"/>
                <a:gd name="connsiteY12" fmla="*/ 191677 h 202826"/>
                <a:gd name="connsiteX13" fmla="*/ 276 w 121160"/>
                <a:gd name="connsiteY13" fmla="*/ 202945 h 202826"/>
                <a:gd name="connsiteX14" fmla="*/ 112934 w 121160"/>
                <a:gd name="connsiteY14" fmla="*/ 202945 h 202826"/>
                <a:gd name="connsiteX15" fmla="*/ 121437 w 121160"/>
                <a:gd name="connsiteY15" fmla="*/ 149955 h 202826"/>
                <a:gd name="connsiteX16" fmla="*/ 113845 w 121160"/>
                <a:gd name="connsiteY16" fmla="*/ 149955 h 202826"/>
                <a:gd name="connsiteX17" fmla="*/ 107164 w 121160"/>
                <a:gd name="connsiteY17" fmla="*/ 177059 h 202826"/>
                <a:gd name="connsiteX18" fmla="*/ 78317 w 121160"/>
                <a:gd name="connsiteY18" fmla="*/ 179496 h 202826"/>
                <a:gd name="connsiteX19" fmla="*/ 23658 w 121160"/>
                <a:gd name="connsiteY19" fmla="*/ 179496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658" y="179496"/>
                  </a:moveTo>
                  <a:lnTo>
                    <a:pt x="55846" y="148128"/>
                  </a:lnTo>
                  <a:cubicBezTo>
                    <a:pt x="103217" y="106100"/>
                    <a:pt x="121437" y="89655"/>
                    <a:pt x="121437" y="59201"/>
                  </a:cubicBezTo>
                  <a:cubicBezTo>
                    <a:pt x="121437" y="24483"/>
                    <a:pt x="94107" y="119"/>
                    <a:pt x="57060" y="119"/>
                  </a:cubicBezTo>
                  <a:cubicBezTo>
                    <a:pt x="22747" y="119"/>
                    <a:pt x="276" y="28137"/>
                    <a:pt x="276" y="55242"/>
                  </a:cubicBezTo>
                  <a:cubicBezTo>
                    <a:pt x="276" y="72296"/>
                    <a:pt x="15459" y="72296"/>
                    <a:pt x="16370" y="72296"/>
                  </a:cubicBezTo>
                  <a:cubicBezTo>
                    <a:pt x="21532" y="72296"/>
                    <a:pt x="32160" y="68642"/>
                    <a:pt x="32160" y="56155"/>
                  </a:cubicBezTo>
                  <a:cubicBezTo>
                    <a:pt x="32160" y="48237"/>
                    <a:pt x="26694" y="40319"/>
                    <a:pt x="16066" y="40319"/>
                  </a:cubicBezTo>
                  <a:cubicBezTo>
                    <a:pt x="13637" y="40319"/>
                    <a:pt x="13029" y="40319"/>
                    <a:pt x="12118" y="40623"/>
                  </a:cubicBezTo>
                  <a:cubicBezTo>
                    <a:pt x="19103" y="20828"/>
                    <a:pt x="35500" y="9560"/>
                    <a:pt x="53113" y="9560"/>
                  </a:cubicBezTo>
                  <a:cubicBezTo>
                    <a:pt x="80746" y="9560"/>
                    <a:pt x="93803" y="34228"/>
                    <a:pt x="93803" y="59201"/>
                  </a:cubicBezTo>
                  <a:cubicBezTo>
                    <a:pt x="93803" y="83564"/>
                    <a:pt x="78620" y="107623"/>
                    <a:pt x="61919" y="126505"/>
                  </a:cubicBezTo>
                  <a:lnTo>
                    <a:pt x="3616" y="191677"/>
                  </a:lnTo>
                  <a:cubicBezTo>
                    <a:pt x="276" y="195027"/>
                    <a:pt x="276" y="195636"/>
                    <a:pt x="276" y="202945"/>
                  </a:cubicBezTo>
                  <a:lnTo>
                    <a:pt x="112934" y="202945"/>
                  </a:lnTo>
                  <a:lnTo>
                    <a:pt x="121437" y="149955"/>
                  </a:lnTo>
                  <a:lnTo>
                    <a:pt x="113845" y="149955"/>
                  </a:lnTo>
                  <a:cubicBezTo>
                    <a:pt x="112327" y="159091"/>
                    <a:pt x="110201" y="172491"/>
                    <a:pt x="107164" y="177059"/>
                  </a:cubicBezTo>
                  <a:cubicBezTo>
                    <a:pt x="105039" y="179496"/>
                    <a:pt x="84997" y="179496"/>
                    <a:pt x="78317" y="179496"/>
                  </a:cubicBezTo>
                  <a:lnTo>
                    <a:pt x="23658" y="17949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1A351AB6-16ED-6DD0-B637-D0F8985E1EB8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10167853" y="4137168"/>
              <a:ext cx="134521" cy="206176"/>
            </a:xfrm>
            <a:custGeom>
              <a:avLst/>
              <a:gdLst>
                <a:gd name="connsiteX0" fmla="*/ 81055 w 134521"/>
                <a:gd name="connsiteY0" fmla="*/ 156046 h 206176"/>
                <a:gd name="connsiteX1" fmla="*/ 81055 w 134521"/>
                <a:gd name="connsiteY1" fmla="*/ 182541 h 206176"/>
                <a:gd name="connsiteX2" fmla="*/ 57976 w 134521"/>
                <a:gd name="connsiteY2" fmla="*/ 196855 h 206176"/>
                <a:gd name="connsiteX3" fmla="*/ 51599 w 134521"/>
                <a:gd name="connsiteY3" fmla="*/ 196855 h 206176"/>
                <a:gd name="connsiteX4" fmla="*/ 51599 w 134521"/>
                <a:gd name="connsiteY4" fmla="*/ 206295 h 206176"/>
                <a:gd name="connsiteX5" fmla="*/ 92594 w 134521"/>
                <a:gd name="connsiteY5" fmla="*/ 205382 h 206176"/>
                <a:gd name="connsiteX6" fmla="*/ 133892 w 134521"/>
                <a:gd name="connsiteY6" fmla="*/ 206295 h 206176"/>
                <a:gd name="connsiteX7" fmla="*/ 133892 w 134521"/>
                <a:gd name="connsiteY7" fmla="*/ 196855 h 206176"/>
                <a:gd name="connsiteX8" fmla="*/ 127515 w 134521"/>
                <a:gd name="connsiteY8" fmla="*/ 196855 h 206176"/>
                <a:gd name="connsiteX9" fmla="*/ 104436 w 134521"/>
                <a:gd name="connsiteY9" fmla="*/ 182541 h 206176"/>
                <a:gd name="connsiteX10" fmla="*/ 104436 w 134521"/>
                <a:gd name="connsiteY10" fmla="*/ 156046 h 206176"/>
                <a:gd name="connsiteX11" fmla="*/ 134803 w 134521"/>
                <a:gd name="connsiteY11" fmla="*/ 156046 h 206176"/>
                <a:gd name="connsiteX12" fmla="*/ 134803 w 134521"/>
                <a:gd name="connsiteY12" fmla="*/ 146605 h 206176"/>
                <a:gd name="connsiteX13" fmla="*/ 104436 w 134521"/>
                <a:gd name="connsiteY13" fmla="*/ 146605 h 206176"/>
                <a:gd name="connsiteX14" fmla="*/ 104436 w 134521"/>
                <a:gd name="connsiteY14" fmla="*/ 8037 h 206176"/>
                <a:gd name="connsiteX15" fmla="*/ 99578 w 134521"/>
                <a:gd name="connsiteY15" fmla="*/ 119 h 206176"/>
                <a:gd name="connsiteX16" fmla="*/ 93505 w 134521"/>
                <a:gd name="connsiteY16" fmla="*/ 3774 h 206176"/>
                <a:gd name="connsiteX17" fmla="*/ 281 w 134521"/>
                <a:gd name="connsiteY17" fmla="*/ 146605 h 206176"/>
                <a:gd name="connsiteX18" fmla="*/ 281 w 134521"/>
                <a:gd name="connsiteY18" fmla="*/ 156046 h 206176"/>
                <a:gd name="connsiteX19" fmla="*/ 81055 w 134521"/>
                <a:gd name="connsiteY19" fmla="*/ 156046 h 206176"/>
                <a:gd name="connsiteX20" fmla="*/ 82877 w 134521"/>
                <a:gd name="connsiteY20" fmla="*/ 146605 h 206176"/>
                <a:gd name="connsiteX21" fmla="*/ 8783 w 134521"/>
                <a:gd name="connsiteY21" fmla="*/ 146605 h 206176"/>
                <a:gd name="connsiteX22" fmla="*/ 82877 w 134521"/>
                <a:gd name="connsiteY22" fmla="*/ 33010 h 206176"/>
                <a:gd name="connsiteX23" fmla="*/ 82877 w 134521"/>
                <a:gd name="connsiteY23" fmla="*/ 146605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1055" y="156046"/>
                  </a:moveTo>
                  <a:lnTo>
                    <a:pt x="81055" y="182541"/>
                  </a:lnTo>
                  <a:cubicBezTo>
                    <a:pt x="81055" y="193505"/>
                    <a:pt x="80447" y="196855"/>
                    <a:pt x="57976" y="196855"/>
                  </a:cubicBezTo>
                  <a:lnTo>
                    <a:pt x="51599" y="196855"/>
                  </a:lnTo>
                  <a:lnTo>
                    <a:pt x="51599" y="206295"/>
                  </a:lnTo>
                  <a:cubicBezTo>
                    <a:pt x="64050" y="205382"/>
                    <a:pt x="79840" y="205382"/>
                    <a:pt x="92594" y="205382"/>
                  </a:cubicBezTo>
                  <a:cubicBezTo>
                    <a:pt x="105348" y="205382"/>
                    <a:pt x="121442" y="205382"/>
                    <a:pt x="133892" y="206295"/>
                  </a:cubicBezTo>
                  <a:lnTo>
                    <a:pt x="133892" y="196855"/>
                  </a:lnTo>
                  <a:lnTo>
                    <a:pt x="127515" y="196855"/>
                  </a:lnTo>
                  <a:cubicBezTo>
                    <a:pt x="105044" y="196855"/>
                    <a:pt x="104436" y="193505"/>
                    <a:pt x="104436" y="182541"/>
                  </a:cubicBezTo>
                  <a:lnTo>
                    <a:pt x="104436" y="156046"/>
                  </a:lnTo>
                  <a:lnTo>
                    <a:pt x="134803" y="156046"/>
                  </a:lnTo>
                  <a:lnTo>
                    <a:pt x="134803" y="146605"/>
                  </a:lnTo>
                  <a:lnTo>
                    <a:pt x="104436" y="146605"/>
                  </a:lnTo>
                  <a:lnTo>
                    <a:pt x="104436" y="8037"/>
                  </a:lnTo>
                  <a:cubicBezTo>
                    <a:pt x="104436" y="1946"/>
                    <a:pt x="104436" y="119"/>
                    <a:pt x="99578" y="119"/>
                  </a:cubicBezTo>
                  <a:cubicBezTo>
                    <a:pt x="96845" y="119"/>
                    <a:pt x="95934" y="119"/>
                    <a:pt x="93505" y="3774"/>
                  </a:cubicBezTo>
                  <a:lnTo>
                    <a:pt x="281" y="146605"/>
                  </a:lnTo>
                  <a:lnTo>
                    <a:pt x="281" y="156046"/>
                  </a:lnTo>
                  <a:lnTo>
                    <a:pt x="81055" y="156046"/>
                  </a:lnTo>
                  <a:close/>
                  <a:moveTo>
                    <a:pt x="82877" y="146605"/>
                  </a:moveTo>
                  <a:lnTo>
                    <a:pt x="8783" y="146605"/>
                  </a:lnTo>
                  <a:lnTo>
                    <a:pt x="82877" y="33010"/>
                  </a:lnTo>
                  <a:lnTo>
                    <a:pt x="82877" y="14660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55778242-F3A3-99C6-D8E4-A55E86CC52BF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10579540" y="4087528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EABB5429-0CC8-7618-407E-380249F68F80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10887071" y="4140518"/>
              <a:ext cx="100208" cy="202826"/>
            </a:xfrm>
            <a:custGeom>
              <a:avLst/>
              <a:gdLst>
                <a:gd name="connsiteX0" fmla="*/ 62554 w 100208"/>
                <a:gd name="connsiteY0" fmla="*/ 8037 h 202826"/>
                <a:gd name="connsiteX1" fmla="*/ 55570 w 100208"/>
                <a:gd name="connsiteY1" fmla="*/ 119 h 202826"/>
                <a:gd name="connsiteX2" fmla="*/ 304 w 100208"/>
                <a:gd name="connsiteY2" fmla="*/ 19610 h 202826"/>
                <a:gd name="connsiteX3" fmla="*/ 304 w 100208"/>
                <a:gd name="connsiteY3" fmla="*/ 29051 h 202826"/>
                <a:gd name="connsiteX4" fmla="*/ 40083 w 100208"/>
                <a:gd name="connsiteY4" fmla="*/ 21133 h 202826"/>
                <a:gd name="connsiteX5" fmla="*/ 40083 w 100208"/>
                <a:gd name="connsiteY5" fmla="*/ 178886 h 202826"/>
                <a:gd name="connsiteX6" fmla="*/ 11843 w 100208"/>
                <a:gd name="connsiteY6" fmla="*/ 193505 h 202826"/>
                <a:gd name="connsiteX7" fmla="*/ 2126 w 100208"/>
                <a:gd name="connsiteY7" fmla="*/ 193505 h 202826"/>
                <a:gd name="connsiteX8" fmla="*/ 2126 w 100208"/>
                <a:gd name="connsiteY8" fmla="*/ 202945 h 202826"/>
                <a:gd name="connsiteX9" fmla="*/ 51319 w 100208"/>
                <a:gd name="connsiteY9" fmla="*/ 202032 h 202826"/>
                <a:gd name="connsiteX10" fmla="*/ 100512 w 100208"/>
                <a:gd name="connsiteY10" fmla="*/ 202945 h 202826"/>
                <a:gd name="connsiteX11" fmla="*/ 100512 w 100208"/>
                <a:gd name="connsiteY11" fmla="*/ 193505 h 202826"/>
                <a:gd name="connsiteX12" fmla="*/ 90795 w 100208"/>
                <a:gd name="connsiteY12" fmla="*/ 193505 h 202826"/>
                <a:gd name="connsiteX13" fmla="*/ 62554 w 100208"/>
                <a:gd name="connsiteY13" fmla="*/ 178886 h 202826"/>
                <a:gd name="connsiteX14" fmla="*/ 62554 w 100208"/>
                <a:gd name="connsiteY14" fmla="*/ 8037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554" y="8037"/>
                  </a:moveTo>
                  <a:cubicBezTo>
                    <a:pt x="62554" y="728"/>
                    <a:pt x="62554" y="119"/>
                    <a:pt x="55570" y="119"/>
                  </a:cubicBezTo>
                  <a:cubicBezTo>
                    <a:pt x="36743" y="19610"/>
                    <a:pt x="10021" y="19610"/>
                    <a:pt x="304" y="19610"/>
                  </a:cubicBezTo>
                  <a:lnTo>
                    <a:pt x="304" y="29051"/>
                  </a:lnTo>
                  <a:cubicBezTo>
                    <a:pt x="6377" y="29051"/>
                    <a:pt x="24293" y="29051"/>
                    <a:pt x="40083" y="21133"/>
                  </a:cubicBezTo>
                  <a:lnTo>
                    <a:pt x="40083" y="178886"/>
                  </a:lnTo>
                  <a:cubicBezTo>
                    <a:pt x="40083" y="189850"/>
                    <a:pt x="39172" y="193505"/>
                    <a:pt x="11843" y="193505"/>
                  </a:cubicBezTo>
                  <a:lnTo>
                    <a:pt x="2126" y="193505"/>
                  </a:lnTo>
                  <a:lnTo>
                    <a:pt x="2126" y="202945"/>
                  </a:lnTo>
                  <a:cubicBezTo>
                    <a:pt x="12754" y="202032"/>
                    <a:pt x="39172" y="202032"/>
                    <a:pt x="51319" y="202032"/>
                  </a:cubicBezTo>
                  <a:cubicBezTo>
                    <a:pt x="63465" y="202032"/>
                    <a:pt x="89884" y="202032"/>
                    <a:pt x="100512" y="202945"/>
                  </a:cubicBezTo>
                  <a:lnTo>
                    <a:pt x="100512" y="193505"/>
                  </a:lnTo>
                  <a:lnTo>
                    <a:pt x="90795" y="193505"/>
                  </a:lnTo>
                  <a:cubicBezTo>
                    <a:pt x="63465" y="193505"/>
                    <a:pt x="62554" y="190155"/>
                    <a:pt x="62554" y="178886"/>
                  </a:cubicBezTo>
                  <a:lnTo>
                    <a:pt x="62554" y="8037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9E1DB179-1DF6-E4CF-5561-1522B35B51E6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11037991" y="4311062"/>
              <a:ext cx="32188" cy="32281"/>
            </a:xfrm>
            <a:custGeom>
              <a:avLst/>
              <a:gdLst>
                <a:gd name="connsiteX0" fmla="*/ 32497 w 32188"/>
                <a:gd name="connsiteY0" fmla="*/ 16260 h 32281"/>
                <a:gd name="connsiteX1" fmla="*/ 16403 w 32188"/>
                <a:gd name="connsiteY1" fmla="*/ 119 h 32281"/>
                <a:gd name="connsiteX2" fmla="*/ 309 w 32188"/>
                <a:gd name="connsiteY2" fmla="*/ 16260 h 32281"/>
                <a:gd name="connsiteX3" fmla="*/ 16403 w 32188"/>
                <a:gd name="connsiteY3" fmla="*/ 32401 h 32281"/>
                <a:gd name="connsiteX4" fmla="*/ 32497 w 32188"/>
                <a:gd name="connsiteY4" fmla="*/ 16260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97" y="16260"/>
                  </a:moveTo>
                  <a:cubicBezTo>
                    <a:pt x="32497" y="7428"/>
                    <a:pt x="25209" y="119"/>
                    <a:pt x="16403" y="119"/>
                  </a:cubicBezTo>
                  <a:cubicBezTo>
                    <a:pt x="7597" y="119"/>
                    <a:pt x="309" y="7428"/>
                    <a:pt x="309" y="16260"/>
                  </a:cubicBezTo>
                  <a:cubicBezTo>
                    <a:pt x="309" y="25092"/>
                    <a:pt x="7597" y="32401"/>
                    <a:pt x="16403" y="32401"/>
                  </a:cubicBezTo>
                  <a:cubicBezTo>
                    <a:pt x="25209" y="32401"/>
                    <a:pt x="32497" y="25092"/>
                    <a:pt x="32497" y="1626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1BFA4234-9C11-8E17-337B-028C6D3E050B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11111410" y="4140518"/>
              <a:ext cx="121160" cy="202826"/>
            </a:xfrm>
            <a:custGeom>
              <a:avLst/>
              <a:gdLst>
                <a:gd name="connsiteX0" fmla="*/ 23693 w 121160"/>
                <a:gd name="connsiteY0" fmla="*/ 179496 h 202826"/>
                <a:gd name="connsiteX1" fmla="*/ 55881 w 121160"/>
                <a:gd name="connsiteY1" fmla="*/ 148128 h 202826"/>
                <a:gd name="connsiteX2" fmla="*/ 121472 w 121160"/>
                <a:gd name="connsiteY2" fmla="*/ 59201 h 202826"/>
                <a:gd name="connsiteX3" fmla="*/ 57096 w 121160"/>
                <a:gd name="connsiteY3" fmla="*/ 119 h 202826"/>
                <a:gd name="connsiteX4" fmla="*/ 311 w 121160"/>
                <a:gd name="connsiteY4" fmla="*/ 55242 h 202826"/>
                <a:gd name="connsiteX5" fmla="*/ 16405 w 121160"/>
                <a:gd name="connsiteY5" fmla="*/ 72296 h 202826"/>
                <a:gd name="connsiteX6" fmla="*/ 32196 w 121160"/>
                <a:gd name="connsiteY6" fmla="*/ 56155 h 202826"/>
                <a:gd name="connsiteX7" fmla="*/ 16102 w 121160"/>
                <a:gd name="connsiteY7" fmla="*/ 40319 h 202826"/>
                <a:gd name="connsiteX8" fmla="*/ 12154 w 121160"/>
                <a:gd name="connsiteY8" fmla="*/ 40623 h 202826"/>
                <a:gd name="connsiteX9" fmla="*/ 53148 w 121160"/>
                <a:gd name="connsiteY9" fmla="*/ 9560 h 202826"/>
                <a:gd name="connsiteX10" fmla="*/ 93839 w 121160"/>
                <a:gd name="connsiteY10" fmla="*/ 59201 h 202826"/>
                <a:gd name="connsiteX11" fmla="*/ 61955 w 121160"/>
                <a:gd name="connsiteY11" fmla="*/ 126505 h 202826"/>
                <a:gd name="connsiteX12" fmla="*/ 3652 w 121160"/>
                <a:gd name="connsiteY12" fmla="*/ 191677 h 202826"/>
                <a:gd name="connsiteX13" fmla="*/ 311 w 121160"/>
                <a:gd name="connsiteY13" fmla="*/ 202945 h 202826"/>
                <a:gd name="connsiteX14" fmla="*/ 112970 w 121160"/>
                <a:gd name="connsiteY14" fmla="*/ 202945 h 202826"/>
                <a:gd name="connsiteX15" fmla="*/ 121472 w 121160"/>
                <a:gd name="connsiteY15" fmla="*/ 149955 h 202826"/>
                <a:gd name="connsiteX16" fmla="*/ 113881 w 121160"/>
                <a:gd name="connsiteY16" fmla="*/ 149955 h 202826"/>
                <a:gd name="connsiteX17" fmla="*/ 107200 w 121160"/>
                <a:gd name="connsiteY17" fmla="*/ 177059 h 202826"/>
                <a:gd name="connsiteX18" fmla="*/ 78352 w 121160"/>
                <a:gd name="connsiteY18" fmla="*/ 179496 h 202826"/>
                <a:gd name="connsiteX19" fmla="*/ 23693 w 121160"/>
                <a:gd name="connsiteY19" fmla="*/ 179496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693" y="179496"/>
                  </a:moveTo>
                  <a:lnTo>
                    <a:pt x="55881" y="148128"/>
                  </a:lnTo>
                  <a:cubicBezTo>
                    <a:pt x="103253" y="106100"/>
                    <a:pt x="121472" y="89655"/>
                    <a:pt x="121472" y="59201"/>
                  </a:cubicBezTo>
                  <a:cubicBezTo>
                    <a:pt x="121472" y="24483"/>
                    <a:pt x="94143" y="119"/>
                    <a:pt x="57096" y="119"/>
                  </a:cubicBezTo>
                  <a:cubicBezTo>
                    <a:pt x="22782" y="119"/>
                    <a:pt x="311" y="28137"/>
                    <a:pt x="311" y="55242"/>
                  </a:cubicBezTo>
                  <a:cubicBezTo>
                    <a:pt x="311" y="72296"/>
                    <a:pt x="15494" y="72296"/>
                    <a:pt x="16405" y="72296"/>
                  </a:cubicBezTo>
                  <a:cubicBezTo>
                    <a:pt x="21568" y="72296"/>
                    <a:pt x="32196" y="68642"/>
                    <a:pt x="32196" y="56155"/>
                  </a:cubicBezTo>
                  <a:cubicBezTo>
                    <a:pt x="32196" y="48237"/>
                    <a:pt x="26730" y="40319"/>
                    <a:pt x="16102" y="40319"/>
                  </a:cubicBezTo>
                  <a:cubicBezTo>
                    <a:pt x="13673" y="40319"/>
                    <a:pt x="13065" y="40319"/>
                    <a:pt x="12154" y="40623"/>
                  </a:cubicBezTo>
                  <a:cubicBezTo>
                    <a:pt x="19138" y="20828"/>
                    <a:pt x="35536" y="9560"/>
                    <a:pt x="53148" y="9560"/>
                  </a:cubicBezTo>
                  <a:cubicBezTo>
                    <a:pt x="80782" y="9560"/>
                    <a:pt x="93839" y="34228"/>
                    <a:pt x="93839" y="59201"/>
                  </a:cubicBezTo>
                  <a:cubicBezTo>
                    <a:pt x="93839" y="83564"/>
                    <a:pt x="78656" y="107623"/>
                    <a:pt x="61955" y="126505"/>
                  </a:cubicBezTo>
                  <a:lnTo>
                    <a:pt x="3652" y="191677"/>
                  </a:lnTo>
                  <a:cubicBezTo>
                    <a:pt x="311" y="195027"/>
                    <a:pt x="311" y="195636"/>
                    <a:pt x="311" y="202945"/>
                  </a:cubicBezTo>
                  <a:lnTo>
                    <a:pt x="112970" y="202945"/>
                  </a:lnTo>
                  <a:lnTo>
                    <a:pt x="121472" y="149955"/>
                  </a:lnTo>
                  <a:lnTo>
                    <a:pt x="113881" y="149955"/>
                  </a:lnTo>
                  <a:cubicBezTo>
                    <a:pt x="112362" y="159091"/>
                    <a:pt x="110237" y="172491"/>
                    <a:pt x="107200" y="177059"/>
                  </a:cubicBezTo>
                  <a:cubicBezTo>
                    <a:pt x="105075" y="179496"/>
                    <a:pt x="85033" y="179496"/>
                    <a:pt x="78352" y="179496"/>
                  </a:cubicBezTo>
                  <a:lnTo>
                    <a:pt x="23693" y="179496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CD9DDCA9-3955-F3BE-84FE-C55594B158F5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11259901" y="4140518"/>
              <a:ext cx="127841" cy="209526"/>
            </a:xfrm>
            <a:custGeom>
              <a:avLst/>
              <a:gdLst>
                <a:gd name="connsiteX0" fmla="*/ 128158 w 127841"/>
                <a:gd name="connsiteY0" fmla="*/ 105491 h 209526"/>
                <a:gd name="connsiteX1" fmla="*/ 116011 w 127841"/>
                <a:gd name="connsiteY1" fmla="*/ 34228 h 209526"/>
                <a:gd name="connsiteX2" fmla="*/ 64389 w 127841"/>
                <a:gd name="connsiteY2" fmla="*/ 119 h 209526"/>
                <a:gd name="connsiteX3" fmla="*/ 11552 w 127841"/>
                <a:gd name="connsiteY3" fmla="*/ 36360 h 209526"/>
                <a:gd name="connsiteX4" fmla="*/ 316 w 127841"/>
                <a:gd name="connsiteY4" fmla="*/ 105491 h 209526"/>
                <a:gd name="connsiteX5" fmla="*/ 13981 w 127841"/>
                <a:gd name="connsiteY5" fmla="*/ 178886 h 209526"/>
                <a:gd name="connsiteX6" fmla="*/ 64085 w 127841"/>
                <a:gd name="connsiteY6" fmla="*/ 209645 h 209526"/>
                <a:gd name="connsiteX7" fmla="*/ 116922 w 127841"/>
                <a:gd name="connsiteY7" fmla="*/ 174318 h 209526"/>
                <a:gd name="connsiteX8" fmla="*/ 128158 w 127841"/>
                <a:gd name="connsiteY8" fmla="*/ 105491 h 209526"/>
                <a:gd name="connsiteX9" fmla="*/ 64085 w 127841"/>
                <a:gd name="connsiteY9" fmla="*/ 202945 h 209526"/>
                <a:gd name="connsiteX10" fmla="*/ 28861 w 127841"/>
                <a:gd name="connsiteY10" fmla="*/ 166096 h 209526"/>
                <a:gd name="connsiteX11" fmla="*/ 25520 w 127841"/>
                <a:gd name="connsiteY11" fmla="*/ 101837 h 209526"/>
                <a:gd name="connsiteX12" fmla="*/ 27950 w 127841"/>
                <a:gd name="connsiteY12" fmla="*/ 45801 h 209526"/>
                <a:gd name="connsiteX13" fmla="*/ 64085 w 127841"/>
                <a:gd name="connsiteY13" fmla="*/ 6819 h 209526"/>
                <a:gd name="connsiteX14" fmla="*/ 99917 w 127841"/>
                <a:gd name="connsiteY14" fmla="*/ 42451 h 209526"/>
                <a:gd name="connsiteX15" fmla="*/ 102954 w 127841"/>
                <a:gd name="connsiteY15" fmla="*/ 101837 h 209526"/>
                <a:gd name="connsiteX16" fmla="*/ 99614 w 127841"/>
                <a:gd name="connsiteY16" fmla="*/ 164877 h 209526"/>
                <a:gd name="connsiteX17" fmla="*/ 64085 w 127841"/>
                <a:gd name="connsiteY17" fmla="*/ 202945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158" y="105491"/>
                  </a:moveTo>
                  <a:cubicBezTo>
                    <a:pt x="128158" y="81128"/>
                    <a:pt x="126639" y="56764"/>
                    <a:pt x="116011" y="34228"/>
                  </a:cubicBezTo>
                  <a:cubicBezTo>
                    <a:pt x="102043" y="4992"/>
                    <a:pt x="77143" y="119"/>
                    <a:pt x="64389" y="119"/>
                  </a:cubicBezTo>
                  <a:cubicBezTo>
                    <a:pt x="46169" y="119"/>
                    <a:pt x="24002" y="8037"/>
                    <a:pt x="11552" y="36360"/>
                  </a:cubicBezTo>
                  <a:cubicBezTo>
                    <a:pt x="1835" y="57373"/>
                    <a:pt x="316" y="81128"/>
                    <a:pt x="316" y="105491"/>
                  </a:cubicBezTo>
                  <a:cubicBezTo>
                    <a:pt x="316" y="128332"/>
                    <a:pt x="1531" y="155741"/>
                    <a:pt x="13981" y="178886"/>
                  </a:cubicBezTo>
                  <a:cubicBezTo>
                    <a:pt x="27039" y="203555"/>
                    <a:pt x="49206" y="209645"/>
                    <a:pt x="64085" y="209645"/>
                  </a:cubicBezTo>
                  <a:cubicBezTo>
                    <a:pt x="80483" y="209645"/>
                    <a:pt x="103561" y="203250"/>
                    <a:pt x="116922" y="174318"/>
                  </a:cubicBezTo>
                  <a:cubicBezTo>
                    <a:pt x="126639" y="153305"/>
                    <a:pt x="128158" y="129550"/>
                    <a:pt x="128158" y="105491"/>
                  </a:cubicBezTo>
                  <a:close/>
                  <a:moveTo>
                    <a:pt x="64085" y="202945"/>
                  </a:moveTo>
                  <a:cubicBezTo>
                    <a:pt x="52242" y="202945"/>
                    <a:pt x="34326" y="195332"/>
                    <a:pt x="28861" y="166096"/>
                  </a:cubicBezTo>
                  <a:cubicBezTo>
                    <a:pt x="25520" y="147823"/>
                    <a:pt x="25520" y="119805"/>
                    <a:pt x="25520" y="101837"/>
                  </a:cubicBezTo>
                  <a:cubicBezTo>
                    <a:pt x="25520" y="82346"/>
                    <a:pt x="25520" y="62246"/>
                    <a:pt x="27950" y="45801"/>
                  </a:cubicBezTo>
                  <a:cubicBezTo>
                    <a:pt x="33719" y="9560"/>
                    <a:pt x="56494" y="6819"/>
                    <a:pt x="64085" y="6819"/>
                  </a:cubicBezTo>
                  <a:cubicBezTo>
                    <a:pt x="74106" y="6819"/>
                    <a:pt x="94148" y="12301"/>
                    <a:pt x="99917" y="42451"/>
                  </a:cubicBezTo>
                  <a:cubicBezTo>
                    <a:pt x="102954" y="59505"/>
                    <a:pt x="102954" y="82651"/>
                    <a:pt x="102954" y="101837"/>
                  </a:cubicBezTo>
                  <a:cubicBezTo>
                    <a:pt x="102954" y="124678"/>
                    <a:pt x="102954" y="145387"/>
                    <a:pt x="99614" y="164877"/>
                  </a:cubicBezTo>
                  <a:cubicBezTo>
                    <a:pt x="95059" y="193809"/>
                    <a:pt x="77750" y="202945"/>
                    <a:pt x="64085" y="20294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B9DE6CED-68FF-3040-6908-8A3615EAF07A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11416895" y="4137472"/>
              <a:ext cx="130270" cy="212571"/>
            </a:xfrm>
            <a:custGeom>
              <a:avLst/>
              <a:gdLst>
                <a:gd name="connsiteX0" fmla="*/ 127859 w 130270"/>
                <a:gd name="connsiteY0" fmla="*/ 20524 h 212571"/>
                <a:gd name="connsiteX1" fmla="*/ 130592 w 130270"/>
                <a:gd name="connsiteY1" fmla="*/ 9865 h 212571"/>
                <a:gd name="connsiteX2" fmla="*/ 56802 w 130270"/>
                <a:gd name="connsiteY2" fmla="*/ 9865 h 212571"/>
                <a:gd name="connsiteX3" fmla="*/ 17934 w 130270"/>
                <a:gd name="connsiteY3" fmla="*/ 119 h 212571"/>
                <a:gd name="connsiteX4" fmla="*/ 10342 w 130270"/>
                <a:gd name="connsiteY4" fmla="*/ 119 h 212571"/>
                <a:gd name="connsiteX5" fmla="*/ 321 w 130270"/>
                <a:gd name="connsiteY5" fmla="*/ 62855 h 212571"/>
                <a:gd name="connsiteX6" fmla="*/ 7913 w 130270"/>
                <a:gd name="connsiteY6" fmla="*/ 62855 h 212571"/>
                <a:gd name="connsiteX7" fmla="*/ 15504 w 130270"/>
                <a:gd name="connsiteY7" fmla="*/ 35142 h 212571"/>
                <a:gd name="connsiteX8" fmla="*/ 45263 w 130270"/>
                <a:gd name="connsiteY8" fmla="*/ 33314 h 212571"/>
                <a:gd name="connsiteX9" fmla="*/ 108121 w 130270"/>
                <a:gd name="connsiteY9" fmla="*/ 33314 h 212571"/>
                <a:gd name="connsiteX10" fmla="*/ 74111 w 130270"/>
                <a:gd name="connsiteY10" fmla="*/ 81432 h 212571"/>
                <a:gd name="connsiteX11" fmla="*/ 36761 w 130270"/>
                <a:gd name="connsiteY11" fmla="*/ 195941 h 212571"/>
                <a:gd name="connsiteX12" fmla="*/ 50729 w 130270"/>
                <a:gd name="connsiteY12" fmla="*/ 212691 h 212571"/>
                <a:gd name="connsiteX13" fmla="*/ 64698 w 130270"/>
                <a:gd name="connsiteY13" fmla="*/ 195941 h 212571"/>
                <a:gd name="connsiteX14" fmla="*/ 64698 w 130270"/>
                <a:gd name="connsiteY14" fmla="*/ 180409 h 212571"/>
                <a:gd name="connsiteX15" fmla="*/ 68038 w 130270"/>
                <a:gd name="connsiteY15" fmla="*/ 130464 h 212571"/>
                <a:gd name="connsiteX16" fmla="*/ 86865 w 130270"/>
                <a:gd name="connsiteY16" fmla="*/ 78387 h 212571"/>
                <a:gd name="connsiteX17" fmla="*/ 127859 w 130270"/>
                <a:gd name="connsiteY17" fmla="*/ 20524 h 21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2571">
                  <a:moveTo>
                    <a:pt x="127859" y="20524"/>
                  </a:moveTo>
                  <a:cubicBezTo>
                    <a:pt x="130592" y="16869"/>
                    <a:pt x="130592" y="16260"/>
                    <a:pt x="130592" y="9865"/>
                  </a:cubicBezTo>
                  <a:lnTo>
                    <a:pt x="56802" y="9865"/>
                  </a:lnTo>
                  <a:cubicBezTo>
                    <a:pt x="19756" y="9865"/>
                    <a:pt x="19148" y="5905"/>
                    <a:pt x="17934" y="119"/>
                  </a:cubicBezTo>
                  <a:lnTo>
                    <a:pt x="10342" y="119"/>
                  </a:lnTo>
                  <a:lnTo>
                    <a:pt x="321" y="62855"/>
                  </a:lnTo>
                  <a:lnTo>
                    <a:pt x="7913" y="62855"/>
                  </a:lnTo>
                  <a:cubicBezTo>
                    <a:pt x="8824" y="57983"/>
                    <a:pt x="11557" y="38796"/>
                    <a:pt x="15504" y="35142"/>
                  </a:cubicBezTo>
                  <a:cubicBezTo>
                    <a:pt x="17630" y="33314"/>
                    <a:pt x="41316" y="33314"/>
                    <a:pt x="45263" y="33314"/>
                  </a:cubicBezTo>
                  <a:lnTo>
                    <a:pt x="108121" y="33314"/>
                  </a:lnTo>
                  <a:cubicBezTo>
                    <a:pt x="104781" y="38187"/>
                    <a:pt x="80792" y="71382"/>
                    <a:pt x="74111" y="81432"/>
                  </a:cubicBezTo>
                  <a:cubicBezTo>
                    <a:pt x="46782" y="122546"/>
                    <a:pt x="36761" y="164877"/>
                    <a:pt x="36761" y="195941"/>
                  </a:cubicBezTo>
                  <a:cubicBezTo>
                    <a:pt x="36761" y="198986"/>
                    <a:pt x="36761" y="212691"/>
                    <a:pt x="50729" y="212691"/>
                  </a:cubicBezTo>
                  <a:cubicBezTo>
                    <a:pt x="64698" y="212691"/>
                    <a:pt x="64698" y="198986"/>
                    <a:pt x="64698" y="195941"/>
                  </a:cubicBezTo>
                  <a:lnTo>
                    <a:pt x="64698" y="180409"/>
                  </a:lnTo>
                  <a:cubicBezTo>
                    <a:pt x="64698" y="163659"/>
                    <a:pt x="65609" y="146909"/>
                    <a:pt x="68038" y="130464"/>
                  </a:cubicBezTo>
                  <a:cubicBezTo>
                    <a:pt x="69252" y="123460"/>
                    <a:pt x="73504" y="97269"/>
                    <a:pt x="86865" y="78387"/>
                  </a:cubicBezTo>
                  <a:lnTo>
                    <a:pt x="127859" y="20524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B2E4E23D-CCBA-C321-1CC8-B09FE6D1D6D1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11820079" y="4087528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A100031C-98D1-D84D-A48D-ECBE7E3BFDF4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12127611" y="4140518"/>
              <a:ext cx="100208" cy="202826"/>
            </a:xfrm>
            <a:custGeom>
              <a:avLst/>
              <a:gdLst>
                <a:gd name="connsiteX0" fmla="*/ 62595 w 100208"/>
                <a:gd name="connsiteY0" fmla="*/ 8037 h 202826"/>
                <a:gd name="connsiteX1" fmla="*/ 55611 w 100208"/>
                <a:gd name="connsiteY1" fmla="*/ 119 h 202826"/>
                <a:gd name="connsiteX2" fmla="*/ 344 w 100208"/>
                <a:gd name="connsiteY2" fmla="*/ 19610 h 202826"/>
                <a:gd name="connsiteX3" fmla="*/ 344 w 100208"/>
                <a:gd name="connsiteY3" fmla="*/ 29051 h 202826"/>
                <a:gd name="connsiteX4" fmla="*/ 40124 w 100208"/>
                <a:gd name="connsiteY4" fmla="*/ 21133 h 202826"/>
                <a:gd name="connsiteX5" fmla="*/ 40124 w 100208"/>
                <a:gd name="connsiteY5" fmla="*/ 178886 h 202826"/>
                <a:gd name="connsiteX6" fmla="*/ 11883 w 100208"/>
                <a:gd name="connsiteY6" fmla="*/ 193505 h 202826"/>
                <a:gd name="connsiteX7" fmla="*/ 2166 w 100208"/>
                <a:gd name="connsiteY7" fmla="*/ 193505 h 202826"/>
                <a:gd name="connsiteX8" fmla="*/ 2166 w 100208"/>
                <a:gd name="connsiteY8" fmla="*/ 202945 h 202826"/>
                <a:gd name="connsiteX9" fmla="*/ 51359 w 100208"/>
                <a:gd name="connsiteY9" fmla="*/ 202032 h 202826"/>
                <a:gd name="connsiteX10" fmla="*/ 100553 w 100208"/>
                <a:gd name="connsiteY10" fmla="*/ 202945 h 202826"/>
                <a:gd name="connsiteX11" fmla="*/ 100553 w 100208"/>
                <a:gd name="connsiteY11" fmla="*/ 193505 h 202826"/>
                <a:gd name="connsiteX12" fmla="*/ 90835 w 100208"/>
                <a:gd name="connsiteY12" fmla="*/ 193505 h 202826"/>
                <a:gd name="connsiteX13" fmla="*/ 62595 w 100208"/>
                <a:gd name="connsiteY13" fmla="*/ 178886 h 202826"/>
                <a:gd name="connsiteX14" fmla="*/ 62595 w 100208"/>
                <a:gd name="connsiteY14" fmla="*/ 8037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595" y="8037"/>
                  </a:moveTo>
                  <a:cubicBezTo>
                    <a:pt x="62595" y="728"/>
                    <a:pt x="62595" y="119"/>
                    <a:pt x="55611" y="119"/>
                  </a:cubicBezTo>
                  <a:cubicBezTo>
                    <a:pt x="36784" y="19610"/>
                    <a:pt x="10062" y="19610"/>
                    <a:pt x="344" y="19610"/>
                  </a:cubicBezTo>
                  <a:lnTo>
                    <a:pt x="344" y="29051"/>
                  </a:lnTo>
                  <a:cubicBezTo>
                    <a:pt x="6418" y="29051"/>
                    <a:pt x="24334" y="29051"/>
                    <a:pt x="40124" y="21133"/>
                  </a:cubicBezTo>
                  <a:lnTo>
                    <a:pt x="40124" y="178886"/>
                  </a:lnTo>
                  <a:cubicBezTo>
                    <a:pt x="40124" y="189850"/>
                    <a:pt x="39213" y="193505"/>
                    <a:pt x="11883" y="193505"/>
                  </a:cubicBezTo>
                  <a:lnTo>
                    <a:pt x="2166" y="193505"/>
                  </a:lnTo>
                  <a:lnTo>
                    <a:pt x="2166" y="202945"/>
                  </a:lnTo>
                  <a:cubicBezTo>
                    <a:pt x="12794" y="202032"/>
                    <a:pt x="39213" y="202032"/>
                    <a:pt x="51359" y="202032"/>
                  </a:cubicBezTo>
                  <a:cubicBezTo>
                    <a:pt x="63506" y="202032"/>
                    <a:pt x="89924" y="202032"/>
                    <a:pt x="100553" y="202945"/>
                  </a:cubicBezTo>
                  <a:lnTo>
                    <a:pt x="100553" y="193505"/>
                  </a:lnTo>
                  <a:lnTo>
                    <a:pt x="90835" y="193505"/>
                  </a:lnTo>
                  <a:cubicBezTo>
                    <a:pt x="63506" y="193505"/>
                    <a:pt x="62595" y="190155"/>
                    <a:pt x="62595" y="178886"/>
                  </a:cubicBezTo>
                  <a:lnTo>
                    <a:pt x="62595" y="8037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F6A0AD17-7BF5-540D-08B3-FCDDFCB34DF8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12278531" y="4311062"/>
              <a:ext cx="32188" cy="32281"/>
            </a:xfrm>
            <a:custGeom>
              <a:avLst/>
              <a:gdLst>
                <a:gd name="connsiteX0" fmla="*/ 32537 w 32188"/>
                <a:gd name="connsiteY0" fmla="*/ 16260 h 32281"/>
                <a:gd name="connsiteX1" fmla="*/ 16443 w 32188"/>
                <a:gd name="connsiteY1" fmla="*/ 119 h 32281"/>
                <a:gd name="connsiteX2" fmla="*/ 349 w 32188"/>
                <a:gd name="connsiteY2" fmla="*/ 16260 h 32281"/>
                <a:gd name="connsiteX3" fmla="*/ 16443 w 32188"/>
                <a:gd name="connsiteY3" fmla="*/ 32401 h 32281"/>
                <a:gd name="connsiteX4" fmla="*/ 32537 w 32188"/>
                <a:gd name="connsiteY4" fmla="*/ 16260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537" y="16260"/>
                  </a:moveTo>
                  <a:cubicBezTo>
                    <a:pt x="32537" y="7428"/>
                    <a:pt x="25250" y="119"/>
                    <a:pt x="16443" y="119"/>
                  </a:cubicBezTo>
                  <a:cubicBezTo>
                    <a:pt x="7637" y="119"/>
                    <a:pt x="349" y="7428"/>
                    <a:pt x="349" y="16260"/>
                  </a:cubicBezTo>
                  <a:cubicBezTo>
                    <a:pt x="349" y="25092"/>
                    <a:pt x="7637" y="32401"/>
                    <a:pt x="16443" y="32401"/>
                  </a:cubicBezTo>
                  <a:cubicBezTo>
                    <a:pt x="25250" y="32401"/>
                    <a:pt x="32537" y="25092"/>
                    <a:pt x="32537" y="16260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482CFCE-6B01-2D13-019B-75BB90303965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12349520" y="4140518"/>
              <a:ext cx="126019" cy="209526"/>
            </a:xfrm>
            <a:custGeom>
              <a:avLst/>
              <a:gdLst>
                <a:gd name="connsiteX0" fmla="*/ 75660 w 126019"/>
                <a:gd name="connsiteY0" fmla="*/ 95746 h 209526"/>
                <a:gd name="connsiteX1" fmla="*/ 118173 w 126019"/>
                <a:gd name="connsiteY1" fmla="*/ 42146 h 209526"/>
                <a:gd name="connsiteX2" fmla="*/ 62299 w 126019"/>
                <a:gd name="connsiteY2" fmla="*/ 119 h 209526"/>
                <a:gd name="connsiteX3" fmla="*/ 8551 w 126019"/>
                <a:gd name="connsiteY3" fmla="*/ 41537 h 209526"/>
                <a:gd name="connsiteX4" fmla="*/ 24038 w 126019"/>
                <a:gd name="connsiteY4" fmla="*/ 57373 h 209526"/>
                <a:gd name="connsiteX5" fmla="*/ 39524 w 126019"/>
                <a:gd name="connsiteY5" fmla="*/ 41842 h 209526"/>
                <a:gd name="connsiteX6" fmla="*/ 20697 w 126019"/>
                <a:gd name="connsiteY6" fmla="*/ 26614 h 209526"/>
                <a:gd name="connsiteX7" fmla="*/ 61084 w 126019"/>
                <a:gd name="connsiteY7" fmla="*/ 7733 h 209526"/>
                <a:gd name="connsiteX8" fmla="*/ 90236 w 126019"/>
                <a:gd name="connsiteY8" fmla="*/ 41842 h 209526"/>
                <a:gd name="connsiteX9" fmla="*/ 81733 w 126019"/>
                <a:gd name="connsiteY9" fmla="*/ 76560 h 209526"/>
                <a:gd name="connsiteX10" fmla="*/ 54707 w 126019"/>
                <a:gd name="connsiteY10" fmla="*/ 92396 h 209526"/>
                <a:gd name="connsiteX11" fmla="*/ 42865 w 126019"/>
                <a:gd name="connsiteY11" fmla="*/ 93310 h 209526"/>
                <a:gd name="connsiteX12" fmla="*/ 38310 w 126019"/>
                <a:gd name="connsiteY12" fmla="*/ 96964 h 209526"/>
                <a:gd name="connsiteX13" fmla="*/ 45598 w 126019"/>
                <a:gd name="connsiteY13" fmla="*/ 100314 h 209526"/>
                <a:gd name="connsiteX14" fmla="*/ 58959 w 126019"/>
                <a:gd name="connsiteY14" fmla="*/ 100314 h 209526"/>
                <a:gd name="connsiteX15" fmla="*/ 95094 w 126019"/>
                <a:gd name="connsiteY15" fmla="*/ 150868 h 209526"/>
                <a:gd name="connsiteX16" fmla="*/ 60781 w 126019"/>
                <a:gd name="connsiteY16" fmla="*/ 201118 h 209526"/>
                <a:gd name="connsiteX17" fmla="*/ 14321 w 126019"/>
                <a:gd name="connsiteY17" fmla="*/ 177973 h 209526"/>
                <a:gd name="connsiteX18" fmla="*/ 34362 w 126019"/>
                <a:gd name="connsiteY18" fmla="*/ 161223 h 209526"/>
                <a:gd name="connsiteX19" fmla="*/ 17357 w 126019"/>
                <a:gd name="connsiteY19" fmla="*/ 144168 h 209526"/>
                <a:gd name="connsiteX20" fmla="*/ 352 w 126019"/>
                <a:gd name="connsiteY20" fmla="*/ 161832 h 209526"/>
                <a:gd name="connsiteX21" fmla="*/ 61692 w 126019"/>
                <a:gd name="connsiteY21" fmla="*/ 209645 h 209526"/>
                <a:gd name="connsiteX22" fmla="*/ 126372 w 126019"/>
                <a:gd name="connsiteY22" fmla="*/ 150868 h 209526"/>
                <a:gd name="connsiteX23" fmla="*/ 75660 w 126019"/>
                <a:gd name="connsiteY23" fmla="*/ 95746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09526">
                  <a:moveTo>
                    <a:pt x="75660" y="95746"/>
                  </a:moveTo>
                  <a:cubicBezTo>
                    <a:pt x="100560" y="87523"/>
                    <a:pt x="118173" y="66205"/>
                    <a:pt x="118173" y="42146"/>
                  </a:cubicBezTo>
                  <a:cubicBezTo>
                    <a:pt x="118173" y="17174"/>
                    <a:pt x="91451" y="119"/>
                    <a:pt x="62299" y="119"/>
                  </a:cubicBezTo>
                  <a:cubicBezTo>
                    <a:pt x="31629" y="119"/>
                    <a:pt x="8551" y="18392"/>
                    <a:pt x="8551" y="41537"/>
                  </a:cubicBezTo>
                  <a:cubicBezTo>
                    <a:pt x="8551" y="51587"/>
                    <a:pt x="15232" y="57373"/>
                    <a:pt x="24038" y="57373"/>
                  </a:cubicBezTo>
                  <a:cubicBezTo>
                    <a:pt x="33451" y="57373"/>
                    <a:pt x="39524" y="50673"/>
                    <a:pt x="39524" y="41842"/>
                  </a:cubicBezTo>
                  <a:cubicBezTo>
                    <a:pt x="39524" y="26614"/>
                    <a:pt x="25252" y="26614"/>
                    <a:pt x="20697" y="26614"/>
                  </a:cubicBezTo>
                  <a:cubicBezTo>
                    <a:pt x="30111" y="11692"/>
                    <a:pt x="50153" y="7733"/>
                    <a:pt x="61084" y="7733"/>
                  </a:cubicBezTo>
                  <a:cubicBezTo>
                    <a:pt x="73534" y="7733"/>
                    <a:pt x="90236" y="14433"/>
                    <a:pt x="90236" y="41842"/>
                  </a:cubicBezTo>
                  <a:cubicBezTo>
                    <a:pt x="90236" y="45496"/>
                    <a:pt x="89629" y="63160"/>
                    <a:pt x="81733" y="76560"/>
                  </a:cubicBezTo>
                  <a:cubicBezTo>
                    <a:pt x="72624" y="91178"/>
                    <a:pt x="62299" y="92091"/>
                    <a:pt x="54707" y="92396"/>
                  </a:cubicBezTo>
                  <a:cubicBezTo>
                    <a:pt x="52278" y="92701"/>
                    <a:pt x="44990" y="93310"/>
                    <a:pt x="42865" y="93310"/>
                  </a:cubicBezTo>
                  <a:cubicBezTo>
                    <a:pt x="40435" y="93614"/>
                    <a:pt x="38310" y="93919"/>
                    <a:pt x="38310" y="96964"/>
                  </a:cubicBezTo>
                  <a:cubicBezTo>
                    <a:pt x="38310" y="100314"/>
                    <a:pt x="40435" y="100314"/>
                    <a:pt x="45598" y="100314"/>
                  </a:cubicBezTo>
                  <a:lnTo>
                    <a:pt x="58959" y="100314"/>
                  </a:lnTo>
                  <a:cubicBezTo>
                    <a:pt x="83859" y="100314"/>
                    <a:pt x="95094" y="121023"/>
                    <a:pt x="95094" y="150868"/>
                  </a:cubicBezTo>
                  <a:cubicBezTo>
                    <a:pt x="95094" y="192286"/>
                    <a:pt x="74142" y="201118"/>
                    <a:pt x="60781" y="201118"/>
                  </a:cubicBezTo>
                  <a:cubicBezTo>
                    <a:pt x="47723" y="201118"/>
                    <a:pt x="24949" y="195941"/>
                    <a:pt x="14321" y="177973"/>
                  </a:cubicBezTo>
                  <a:cubicBezTo>
                    <a:pt x="24949" y="179496"/>
                    <a:pt x="34362" y="172796"/>
                    <a:pt x="34362" y="161223"/>
                  </a:cubicBezTo>
                  <a:cubicBezTo>
                    <a:pt x="34362" y="150259"/>
                    <a:pt x="26163" y="144168"/>
                    <a:pt x="17357" y="144168"/>
                  </a:cubicBezTo>
                  <a:cubicBezTo>
                    <a:pt x="10069" y="144168"/>
                    <a:pt x="352" y="148432"/>
                    <a:pt x="352" y="161832"/>
                  </a:cubicBezTo>
                  <a:cubicBezTo>
                    <a:pt x="352" y="189546"/>
                    <a:pt x="28593" y="209645"/>
                    <a:pt x="61692" y="209645"/>
                  </a:cubicBezTo>
                  <a:cubicBezTo>
                    <a:pt x="98738" y="209645"/>
                    <a:pt x="126372" y="181932"/>
                    <a:pt x="126372" y="150868"/>
                  </a:cubicBezTo>
                  <a:cubicBezTo>
                    <a:pt x="126372" y="125896"/>
                    <a:pt x="107241" y="102141"/>
                    <a:pt x="75660" y="95746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7C1BCB24-70F5-EBA8-84DC-E583F70F1E94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12497100" y="4137168"/>
              <a:ext cx="134521" cy="206176"/>
            </a:xfrm>
            <a:custGeom>
              <a:avLst/>
              <a:gdLst>
                <a:gd name="connsiteX0" fmla="*/ 81131 w 134521"/>
                <a:gd name="connsiteY0" fmla="*/ 156046 h 206176"/>
                <a:gd name="connsiteX1" fmla="*/ 81131 w 134521"/>
                <a:gd name="connsiteY1" fmla="*/ 182541 h 206176"/>
                <a:gd name="connsiteX2" fmla="*/ 58053 w 134521"/>
                <a:gd name="connsiteY2" fmla="*/ 196855 h 206176"/>
                <a:gd name="connsiteX3" fmla="*/ 51676 w 134521"/>
                <a:gd name="connsiteY3" fmla="*/ 196855 h 206176"/>
                <a:gd name="connsiteX4" fmla="*/ 51676 w 134521"/>
                <a:gd name="connsiteY4" fmla="*/ 206295 h 206176"/>
                <a:gd name="connsiteX5" fmla="*/ 92670 w 134521"/>
                <a:gd name="connsiteY5" fmla="*/ 205382 h 206176"/>
                <a:gd name="connsiteX6" fmla="*/ 133968 w 134521"/>
                <a:gd name="connsiteY6" fmla="*/ 206295 h 206176"/>
                <a:gd name="connsiteX7" fmla="*/ 133968 w 134521"/>
                <a:gd name="connsiteY7" fmla="*/ 196855 h 206176"/>
                <a:gd name="connsiteX8" fmla="*/ 127591 w 134521"/>
                <a:gd name="connsiteY8" fmla="*/ 196855 h 206176"/>
                <a:gd name="connsiteX9" fmla="*/ 104513 w 134521"/>
                <a:gd name="connsiteY9" fmla="*/ 182541 h 206176"/>
                <a:gd name="connsiteX10" fmla="*/ 104513 w 134521"/>
                <a:gd name="connsiteY10" fmla="*/ 156046 h 206176"/>
                <a:gd name="connsiteX11" fmla="*/ 134879 w 134521"/>
                <a:gd name="connsiteY11" fmla="*/ 156046 h 206176"/>
                <a:gd name="connsiteX12" fmla="*/ 134879 w 134521"/>
                <a:gd name="connsiteY12" fmla="*/ 146605 h 206176"/>
                <a:gd name="connsiteX13" fmla="*/ 104513 w 134521"/>
                <a:gd name="connsiteY13" fmla="*/ 146605 h 206176"/>
                <a:gd name="connsiteX14" fmla="*/ 104513 w 134521"/>
                <a:gd name="connsiteY14" fmla="*/ 8037 h 206176"/>
                <a:gd name="connsiteX15" fmla="*/ 99654 w 134521"/>
                <a:gd name="connsiteY15" fmla="*/ 119 h 206176"/>
                <a:gd name="connsiteX16" fmla="*/ 93581 w 134521"/>
                <a:gd name="connsiteY16" fmla="*/ 3774 h 206176"/>
                <a:gd name="connsiteX17" fmla="*/ 357 w 134521"/>
                <a:gd name="connsiteY17" fmla="*/ 146605 h 206176"/>
                <a:gd name="connsiteX18" fmla="*/ 357 w 134521"/>
                <a:gd name="connsiteY18" fmla="*/ 156046 h 206176"/>
                <a:gd name="connsiteX19" fmla="*/ 81131 w 134521"/>
                <a:gd name="connsiteY19" fmla="*/ 156046 h 206176"/>
                <a:gd name="connsiteX20" fmla="*/ 82953 w 134521"/>
                <a:gd name="connsiteY20" fmla="*/ 146605 h 206176"/>
                <a:gd name="connsiteX21" fmla="*/ 8860 w 134521"/>
                <a:gd name="connsiteY21" fmla="*/ 146605 h 206176"/>
                <a:gd name="connsiteX22" fmla="*/ 82953 w 134521"/>
                <a:gd name="connsiteY22" fmla="*/ 33010 h 206176"/>
                <a:gd name="connsiteX23" fmla="*/ 82953 w 134521"/>
                <a:gd name="connsiteY23" fmla="*/ 146605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1131" y="156046"/>
                  </a:moveTo>
                  <a:lnTo>
                    <a:pt x="81131" y="182541"/>
                  </a:lnTo>
                  <a:cubicBezTo>
                    <a:pt x="81131" y="193505"/>
                    <a:pt x="80524" y="196855"/>
                    <a:pt x="58053" y="196855"/>
                  </a:cubicBezTo>
                  <a:lnTo>
                    <a:pt x="51676" y="196855"/>
                  </a:lnTo>
                  <a:lnTo>
                    <a:pt x="51676" y="206295"/>
                  </a:lnTo>
                  <a:cubicBezTo>
                    <a:pt x="64126" y="205382"/>
                    <a:pt x="79916" y="205382"/>
                    <a:pt x="92670" y="205382"/>
                  </a:cubicBezTo>
                  <a:cubicBezTo>
                    <a:pt x="105424" y="205382"/>
                    <a:pt x="121518" y="205382"/>
                    <a:pt x="133968" y="206295"/>
                  </a:cubicBezTo>
                  <a:lnTo>
                    <a:pt x="133968" y="196855"/>
                  </a:lnTo>
                  <a:lnTo>
                    <a:pt x="127591" y="196855"/>
                  </a:lnTo>
                  <a:cubicBezTo>
                    <a:pt x="105120" y="196855"/>
                    <a:pt x="104513" y="193505"/>
                    <a:pt x="104513" y="182541"/>
                  </a:cubicBezTo>
                  <a:lnTo>
                    <a:pt x="104513" y="156046"/>
                  </a:lnTo>
                  <a:lnTo>
                    <a:pt x="134879" y="156046"/>
                  </a:lnTo>
                  <a:lnTo>
                    <a:pt x="134879" y="146605"/>
                  </a:lnTo>
                  <a:lnTo>
                    <a:pt x="104513" y="146605"/>
                  </a:lnTo>
                  <a:lnTo>
                    <a:pt x="104513" y="8037"/>
                  </a:lnTo>
                  <a:cubicBezTo>
                    <a:pt x="104513" y="1946"/>
                    <a:pt x="104513" y="119"/>
                    <a:pt x="99654" y="119"/>
                  </a:cubicBezTo>
                  <a:cubicBezTo>
                    <a:pt x="96921" y="119"/>
                    <a:pt x="96010" y="119"/>
                    <a:pt x="93581" y="3774"/>
                  </a:cubicBezTo>
                  <a:lnTo>
                    <a:pt x="357" y="146605"/>
                  </a:lnTo>
                  <a:lnTo>
                    <a:pt x="357" y="156046"/>
                  </a:lnTo>
                  <a:lnTo>
                    <a:pt x="81131" y="156046"/>
                  </a:lnTo>
                  <a:close/>
                  <a:moveTo>
                    <a:pt x="82953" y="146605"/>
                  </a:moveTo>
                  <a:lnTo>
                    <a:pt x="8860" y="146605"/>
                  </a:lnTo>
                  <a:lnTo>
                    <a:pt x="82953" y="33010"/>
                  </a:lnTo>
                  <a:lnTo>
                    <a:pt x="82953" y="14660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A293A11A-7FFA-6837-B18B-9E88E6B06C0B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12648932" y="4137168"/>
              <a:ext cx="134521" cy="206176"/>
            </a:xfrm>
            <a:custGeom>
              <a:avLst/>
              <a:gdLst>
                <a:gd name="connsiteX0" fmla="*/ 81136 w 134521"/>
                <a:gd name="connsiteY0" fmla="*/ 156046 h 206176"/>
                <a:gd name="connsiteX1" fmla="*/ 81136 w 134521"/>
                <a:gd name="connsiteY1" fmla="*/ 182541 h 206176"/>
                <a:gd name="connsiteX2" fmla="*/ 58058 w 134521"/>
                <a:gd name="connsiteY2" fmla="*/ 196855 h 206176"/>
                <a:gd name="connsiteX3" fmla="*/ 51681 w 134521"/>
                <a:gd name="connsiteY3" fmla="*/ 196855 h 206176"/>
                <a:gd name="connsiteX4" fmla="*/ 51681 w 134521"/>
                <a:gd name="connsiteY4" fmla="*/ 206295 h 206176"/>
                <a:gd name="connsiteX5" fmla="*/ 92675 w 134521"/>
                <a:gd name="connsiteY5" fmla="*/ 205382 h 206176"/>
                <a:gd name="connsiteX6" fmla="*/ 133973 w 134521"/>
                <a:gd name="connsiteY6" fmla="*/ 206295 h 206176"/>
                <a:gd name="connsiteX7" fmla="*/ 133973 w 134521"/>
                <a:gd name="connsiteY7" fmla="*/ 196855 h 206176"/>
                <a:gd name="connsiteX8" fmla="*/ 127596 w 134521"/>
                <a:gd name="connsiteY8" fmla="*/ 196855 h 206176"/>
                <a:gd name="connsiteX9" fmla="*/ 104518 w 134521"/>
                <a:gd name="connsiteY9" fmla="*/ 182541 h 206176"/>
                <a:gd name="connsiteX10" fmla="*/ 104518 w 134521"/>
                <a:gd name="connsiteY10" fmla="*/ 156046 h 206176"/>
                <a:gd name="connsiteX11" fmla="*/ 134884 w 134521"/>
                <a:gd name="connsiteY11" fmla="*/ 156046 h 206176"/>
                <a:gd name="connsiteX12" fmla="*/ 134884 w 134521"/>
                <a:gd name="connsiteY12" fmla="*/ 146605 h 206176"/>
                <a:gd name="connsiteX13" fmla="*/ 104518 w 134521"/>
                <a:gd name="connsiteY13" fmla="*/ 146605 h 206176"/>
                <a:gd name="connsiteX14" fmla="*/ 104518 w 134521"/>
                <a:gd name="connsiteY14" fmla="*/ 8037 h 206176"/>
                <a:gd name="connsiteX15" fmla="*/ 99659 w 134521"/>
                <a:gd name="connsiteY15" fmla="*/ 119 h 206176"/>
                <a:gd name="connsiteX16" fmla="*/ 93586 w 134521"/>
                <a:gd name="connsiteY16" fmla="*/ 3774 h 206176"/>
                <a:gd name="connsiteX17" fmla="*/ 362 w 134521"/>
                <a:gd name="connsiteY17" fmla="*/ 146605 h 206176"/>
                <a:gd name="connsiteX18" fmla="*/ 362 w 134521"/>
                <a:gd name="connsiteY18" fmla="*/ 156046 h 206176"/>
                <a:gd name="connsiteX19" fmla="*/ 81136 w 134521"/>
                <a:gd name="connsiteY19" fmla="*/ 156046 h 206176"/>
                <a:gd name="connsiteX20" fmla="*/ 82958 w 134521"/>
                <a:gd name="connsiteY20" fmla="*/ 146605 h 206176"/>
                <a:gd name="connsiteX21" fmla="*/ 8865 w 134521"/>
                <a:gd name="connsiteY21" fmla="*/ 146605 h 206176"/>
                <a:gd name="connsiteX22" fmla="*/ 82958 w 134521"/>
                <a:gd name="connsiteY22" fmla="*/ 33010 h 206176"/>
                <a:gd name="connsiteX23" fmla="*/ 82958 w 134521"/>
                <a:gd name="connsiteY23" fmla="*/ 146605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1136" y="156046"/>
                  </a:moveTo>
                  <a:lnTo>
                    <a:pt x="81136" y="182541"/>
                  </a:lnTo>
                  <a:cubicBezTo>
                    <a:pt x="81136" y="193505"/>
                    <a:pt x="80529" y="196855"/>
                    <a:pt x="58058" y="196855"/>
                  </a:cubicBezTo>
                  <a:lnTo>
                    <a:pt x="51681" y="196855"/>
                  </a:lnTo>
                  <a:lnTo>
                    <a:pt x="51681" y="206295"/>
                  </a:lnTo>
                  <a:cubicBezTo>
                    <a:pt x="64131" y="205382"/>
                    <a:pt x="79921" y="205382"/>
                    <a:pt x="92675" y="205382"/>
                  </a:cubicBezTo>
                  <a:cubicBezTo>
                    <a:pt x="105429" y="205382"/>
                    <a:pt x="121523" y="205382"/>
                    <a:pt x="133973" y="206295"/>
                  </a:cubicBezTo>
                  <a:lnTo>
                    <a:pt x="133973" y="196855"/>
                  </a:lnTo>
                  <a:lnTo>
                    <a:pt x="127596" y="196855"/>
                  </a:lnTo>
                  <a:cubicBezTo>
                    <a:pt x="105125" y="196855"/>
                    <a:pt x="104518" y="193505"/>
                    <a:pt x="104518" y="182541"/>
                  </a:cubicBezTo>
                  <a:lnTo>
                    <a:pt x="104518" y="156046"/>
                  </a:lnTo>
                  <a:lnTo>
                    <a:pt x="134884" y="156046"/>
                  </a:lnTo>
                  <a:lnTo>
                    <a:pt x="134884" y="146605"/>
                  </a:lnTo>
                  <a:lnTo>
                    <a:pt x="104518" y="146605"/>
                  </a:lnTo>
                  <a:lnTo>
                    <a:pt x="104518" y="8037"/>
                  </a:lnTo>
                  <a:cubicBezTo>
                    <a:pt x="104518" y="1946"/>
                    <a:pt x="104518" y="119"/>
                    <a:pt x="99659" y="119"/>
                  </a:cubicBezTo>
                  <a:cubicBezTo>
                    <a:pt x="96926" y="119"/>
                    <a:pt x="96015" y="119"/>
                    <a:pt x="93586" y="3774"/>
                  </a:cubicBezTo>
                  <a:lnTo>
                    <a:pt x="362" y="146605"/>
                  </a:lnTo>
                  <a:lnTo>
                    <a:pt x="362" y="156046"/>
                  </a:lnTo>
                  <a:lnTo>
                    <a:pt x="81136" y="156046"/>
                  </a:lnTo>
                  <a:close/>
                  <a:moveTo>
                    <a:pt x="82958" y="146605"/>
                  </a:moveTo>
                  <a:lnTo>
                    <a:pt x="8865" y="146605"/>
                  </a:lnTo>
                  <a:lnTo>
                    <a:pt x="82958" y="33010"/>
                  </a:lnTo>
                  <a:lnTo>
                    <a:pt x="82958" y="146605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96E82107-BB92-2E47-584B-77C4A44E7649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13060619" y="4087528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FC759773-7347-C27A-EB45-EEDF4E225ADE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4376843" y="4452981"/>
              <a:ext cx="8695922" cy="12181"/>
            </a:xfrm>
            <a:custGeom>
              <a:avLst/>
              <a:gdLst>
                <a:gd name="connsiteX0" fmla="*/ 0 w 8695922"/>
                <a:gd name="connsiteY0" fmla="*/ 0 h 12181"/>
                <a:gd name="connsiteX1" fmla="*/ 8695922 w 8695922"/>
                <a:gd name="connsiteY1" fmla="*/ 0 h 12181"/>
                <a:gd name="connsiteX2" fmla="*/ 8695922 w 8695922"/>
                <a:gd name="connsiteY2" fmla="*/ 12182 h 12181"/>
                <a:gd name="connsiteX3" fmla="*/ -1 w 8695922"/>
                <a:gd name="connsiteY3" fmla="*/ 12182 h 1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2" h="12181">
                  <a:moveTo>
                    <a:pt x="0" y="0"/>
                  </a:moveTo>
                  <a:lnTo>
                    <a:pt x="8695922" y="0"/>
                  </a:lnTo>
                  <a:lnTo>
                    <a:pt x="8695922" y="12182"/>
                  </a:lnTo>
                  <a:lnTo>
                    <a:pt x="-1" y="1218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14ED2FAA-EE4D-60CD-9B16-EE5B2A47237A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4376843" y="4465163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22AD6AA2-C583-0454-360A-2B9754013DDD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4940024" y="4518152"/>
              <a:ext cx="126019" cy="209526"/>
            </a:xfrm>
            <a:custGeom>
              <a:avLst/>
              <a:gdLst>
                <a:gd name="connsiteX0" fmla="*/ 75417 w 126019"/>
                <a:gd name="connsiteY0" fmla="*/ 95758 h 209526"/>
                <a:gd name="connsiteX1" fmla="*/ 117930 w 126019"/>
                <a:gd name="connsiteY1" fmla="*/ 42159 h 209526"/>
                <a:gd name="connsiteX2" fmla="*/ 62056 w 126019"/>
                <a:gd name="connsiteY2" fmla="*/ 132 h 209526"/>
                <a:gd name="connsiteX3" fmla="*/ 8308 w 126019"/>
                <a:gd name="connsiteY3" fmla="*/ 41549 h 209526"/>
                <a:gd name="connsiteX4" fmla="*/ 23795 w 126019"/>
                <a:gd name="connsiteY4" fmla="*/ 57386 h 209526"/>
                <a:gd name="connsiteX5" fmla="*/ 39281 w 126019"/>
                <a:gd name="connsiteY5" fmla="*/ 41854 h 209526"/>
                <a:gd name="connsiteX6" fmla="*/ 20454 w 126019"/>
                <a:gd name="connsiteY6" fmla="*/ 26627 h 209526"/>
                <a:gd name="connsiteX7" fmla="*/ 60841 w 126019"/>
                <a:gd name="connsiteY7" fmla="*/ 7745 h 209526"/>
                <a:gd name="connsiteX8" fmla="*/ 89993 w 126019"/>
                <a:gd name="connsiteY8" fmla="*/ 41854 h 209526"/>
                <a:gd name="connsiteX9" fmla="*/ 81490 w 126019"/>
                <a:gd name="connsiteY9" fmla="*/ 76572 h 209526"/>
                <a:gd name="connsiteX10" fmla="*/ 54464 w 126019"/>
                <a:gd name="connsiteY10" fmla="*/ 92408 h 209526"/>
                <a:gd name="connsiteX11" fmla="*/ 42622 w 126019"/>
                <a:gd name="connsiteY11" fmla="*/ 93322 h 209526"/>
                <a:gd name="connsiteX12" fmla="*/ 38067 w 126019"/>
                <a:gd name="connsiteY12" fmla="*/ 96976 h 209526"/>
                <a:gd name="connsiteX13" fmla="*/ 45355 w 126019"/>
                <a:gd name="connsiteY13" fmla="*/ 100326 h 209526"/>
                <a:gd name="connsiteX14" fmla="*/ 58716 w 126019"/>
                <a:gd name="connsiteY14" fmla="*/ 100326 h 209526"/>
                <a:gd name="connsiteX15" fmla="*/ 94851 w 126019"/>
                <a:gd name="connsiteY15" fmla="*/ 150881 h 209526"/>
                <a:gd name="connsiteX16" fmla="*/ 60538 w 126019"/>
                <a:gd name="connsiteY16" fmla="*/ 201131 h 209526"/>
                <a:gd name="connsiteX17" fmla="*/ 14077 w 126019"/>
                <a:gd name="connsiteY17" fmla="*/ 177985 h 209526"/>
                <a:gd name="connsiteX18" fmla="*/ 34119 w 126019"/>
                <a:gd name="connsiteY18" fmla="*/ 161235 h 209526"/>
                <a:gd name="connsiteX19" fmla="*/ 17114 w 126019"/>
                <a:gd name="connsiteY19" fmla="*/ 144181 h 209526"/>
                <a:gd name="connsiteX20" fmla="*/ 109 w 126019"/>
                <a:gd name="connsiteY20" fmla="*/ 161844 h 209526"/>
                <a:gd name="connsiteX21" fmla="*/ 61449 w 126019"/>
                <a:gd name="connsiteY21" fmla="*/ 209658 h 209526"/>
                <a:gd name="connsiteX22" fmla="*/ 126128 w 126019"/>
                <a:gd name="connsiteY22" fmla="*/ 150881 h 209526"/>
                <a:gd name="connsiteX23" fmla="*/ 75417 w 126019"/>
                <a:gd name="connsiteY23" fmla="*/ 95758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09526">
                  <a:moveTo>
                    <a:pt x="75417" y="95758"/>
                  </a:moveTo>
                  <a:cubicBezTo>
                    <a:pt x="100317" y="87536"/>
                    <a:pt x="117930" y="66218"/>
                    <a:pt x="117930" y="42159"/>
                  </a:cubicBezTo>
                  <a:cubicBezTo>
                    <a:pt x="117930" y="17186"/>
                    <a:pt x="91207" y="132"/>
                    <a:pt x="62056" y="132"/>
                  </a:cubicBezTo>
                  <a:cubicBezTo>
                    <a:pt x="31386" y="132"/>
                    <a:pt x="8308" y="18404"/>
                    <a:pt x="8308" y="41549"/>
                  </a:cubicBezTo>
                  <a:cubicBezTo>
                    <a:pt x="8308" y="51599"/>
                    <a:pt x="14988" y="57386"/>
                    <a:pt x="23795" y="57386"/>
                  </a:cubicBezTo>
                  <a:cubicBezTo>
                    <a:pt x="33208" y="57386"/>
                    <a:pt x="39281" y="50686"/>
                    <a:pt x="39281" y="41854"/>
                  </a:cubicBezTo>
                  <a:cubicBezTo>
                    <a:pt x="39281" y="26627"/>
                    <a:pt x="25009" y="26627"/>
                    <a:pt x="20454" y="26627"/>
                  </a:cubicBezTo>
                  <a:cubicBezTo>
                    <a:pt x="29868" y="11704"/>
                    <a:pt x="49909" y="7745"/>
                    <a:pt x="60841" y="7745"/>
                  </a:cubicBezTo>
                  <a:cubicBezTo>
                    <a:pt x="73291" y="7745"/>
                    <a:pt x="89993" y="14445"/>
                    <a:pt x="89993" y="41854"/>
                  </a:cubicBezTo>
                  <a:cubicBezTo>
                    <a:pt x="89993" y="45509"/>
                    <a:pt x="89385" y="63172"/>
                    <a:pt x="81490" y="76572"/>
                  </a:cubicBezTo>
                  <a:cubicBezTo>
                    <a:pt x="72380" y="91190"/>
                    <a:pt x="62056" y="92104"/>
                    <a:pt x="54464" y="92408"/>
                  </a:cubicBezTo>
                  <a:cubicBezTo>
                    <a:pt x="52035" y="92713"/>
                    <a:pt x="44747" y="93322"/>
                    <a:pt x="42622" y="93322"/>
                  </a:cubicBezTo>
                  <a:cubicBezTo>
                    <a:pt x="40192" y="93627"/>
                    <a:pt x="38067" y="93931"/>
                    <a:pt x="38067" y="96976"/>
                  </a:cubicBezTo>
                  <a:cubicBezTo>
                    <a:pt x="38067" y="100326"/>
                    <a:pt x="40192" y="100326"/>
                    <a:pt x="45355" y="100326"/>
                  </a:cubicBezTo>
                  <a:lnTo>
                    <a:pt x="58716" y="100326"/>
                  </a:lnTo>
                  <a:cubicBezTo>
                    <a:pt x="83616" y="100326"/>
                    <a:pt x="94851" y="121035"/>
                    <a:pt x="94851" y="150881"/>
                  </a:cubicBezTo>
                  <a:cubicBezTo>
                    <a:pt x="94851" y="192299"/>
                    <a:pt x="73899" y="201131"/>
                    <a:pt x="60538" y="201131"/>
                  </a:cubicBezTo>
                  <a:cubicBezTo>
                    <a:pt x="47480" y="201131"/>
                    <a:pt x="24706" y="195953"/>
                    <a:pt x="14077" y="177985"/>
                  </a:cubicBezTo>
                  <a:cubicBezTo>
                    <a:pt x="24706" y="179508"/>
                    <a:pt x="34119" y="172808"/>
                    <a:pt x="34119" y="161235"/>
                  </a:cubicBezTo>
                  <a:cubicBezTo>
                    <a:pt x="34119" y="150272"/>
                    <a:pt x="25920" y="144181"/>
                    <a:pt x="17114" y="144181"/>
                  </a:cubicBezTo>
                  <a:cubicBezTo>
                    <a:pt x="9826" y="144181"/>
                    <a:pt x="109" y="148444"/>
                    <a:pt x="109" y="161844"/>
                  </a:cubicBezTo>
                  <a:cubicBezTo>
                    <a:pt x="109" y="189558"/>
                    <a:pt x="28350" y="209658"/>
                    <a:pt x="61449" y="209658"/>
                  </a:cubicBezTo>
                  <a:cubicBezTo>
                    <a:pt x="98495" y="209658"/>
                    <a:pt x="126128" y="181944"/>
                    <a:pt x="126128" y="150881"/>
                  </a:cubicBezTo>
                  <a:cubicBezTo>
                    <a:pt x="126128" y="125908"/>
                    <a:pt x="106998" y="102154"/>
                    <a:pt x="75417" y="9575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6CA69979-ACC4-E540-6DD0-F27269BD37D6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5617382" y="4465163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DAAF18C9-683F-BC17-E360-AB6C062CE0F3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6182993" y="4518152"/>
              <a:ext cx="121160" cy="209526"/>
            </a:xfrm>
            <a:custGeom>
              <a:avLst/>
              <a:gdLst>
                <a:gd name="connsiteX0" fmla="*/ 121311 w 121160"/>
                <a:gd name="connsiteY0" fmla="*/ 141744 h 209526"/>
                <a:gd name="connsiteX1" fmla="*/ 63615 w 121160"/>
                <a:gd name="connsiteY1" fmla="*/ 75049 h 209526"/>
                <a:gd name="connsiteX2" fmla="*/ 25050 w 121160"/>
                <a:gd name="connsiteY2" fmla="*/ 90581 h 209526"/>
                <a:gd name="connsiteX3" fmla="*/ 25050 w 121160"/>
                <a:gd name="connsiteY3" fmla="*/ 31195 h 209526"/>
                <a:gd name="connsiteX4" fmla="*/ 50861 w 121160"/>
                <a:gd name="connsiteY4" fmla="*/ 35154 h 209526"/>
                <a:gd name="connsiteX5" fmla="*/ 109468 w 121160"/>
                <a:gd name="connsiteY5" fmla="*/ 3481 h 209526"/>
                <a:gd name="connsiteX6" fmla="*/ 106431 w 121160"/>
                <a:gd name="connsiteY6" fmla="*/ 132 h 209526"/>
                <a:gd name="connsiteX7" fmla="*/ 104002 w 121160"/>
                <a:gd name="connsiteY7" fmla="*/ 1045 h 209526"/>
                <a:gd name="connsiteX8" fmla="*/ 62704 w 121160"/>
                <a:gd name="connsiteY8" fmla="*/ 9877 h 209526"/>
                <a:gd name="connsiteX9" fmla="*/ 22317 w 121160"/>
                <a:gd name="connsiteY9" fmla="*/ 1350 h 209526"/>
                <a:gd name="connsiteX10" fmla="*/ 18673 w 121160"/>
                <a:gd name="connsiteY10" fmla="*/ 436 h 209526"/>
                <a:gd name="connsiteX11" fmla="*/ 15636 w 121160"/>
                <a:gd name="connsiteY11" fmla="*/ 7745 h 209526"/>
                <a:gd name="connsiteX12" fmla="*/ 15636 w 121160"/>
                <a:gd name="connsiteY12" fmla="*/ 97890 h 209526"/>
                <a:gd name="connsiteX13" fmla="*/ 19888 w 121160"/>
                <a:gd name="connsiteY13" fmla="*/ 105808 h 209526"/>
                <a:gd name="connsiteX14" fmla="*/ 23835 w 121160"/>
                <a:gd name="connsiteY14" fmla="*/ 103067 h 209526"/>
                <a:gd name="connsiteX15" fmla="*/ 63008 w 121160"/>
                <a:gd name="connsiteY15" fmla="*/ 81749 h 209526"/>
                <a:gd name="connsiteX16" fmla="*/ 88819 w 121160"/>
                <a:gd name="connsiteY16" fmla="*/ 101240 h 209526"/>
                <a:gd name="connsiteX17" fmla="*/ 94285 w 121160"/>
                <a:gd name="connsiteY17" fmla="*/ 139613 h 209526"/>
                <a:gd name="connsiteX18" fmla="*/ 86997 w 121160"/>
                <a:gd name="connsiteY18" fmla="*/ 181335 h 209526"/>
                <a:gd name="connsiteX19" fmla="*/ 54505 w 121160"/>
                <a:gd name="connsiteY19" fmla="*/ 201131 h 209526"/>
                <a:gd name="connsiteX20" fmla="*/ 9867 w 121160"/>
                <a:gd name="connsiteY20" fmla="*/ 167022 h 209526"/>
                <a:gd name="connsiteX21" fmla="*/ 15029 w 121160"/>
                <a:gd name="connsiteY21" fmla="*/ 167631 h 209526"/>
                <a:gd name="connsiteX22" fmla="*/ 30212 w 121160"/>
                <a:gd name="connsiteY22" fmla="*/ 152708 h 209526"/>
                <a:gd name="connsiteX23" fmla="*/ 15029 w 121160"/>
                <a:gd name="connsiteY23" fmla="*/ 137785 h 209526"/>
                <a:gd name="connsiteX24" fmla="*/ 150 w 121160"/>
                <a:gd name="connsiteY24" fmla="*/ 153926 h 209526"/>
                <a:gd name="connsiteX25" fmla="*/ 55112 w 121160"/>
                <a:gd name="connsiteY25" fmla="*/ 209658 h 209526"/>
                <a:gd name="connsiteX26" fmla="*/ 121311 w 121160"/>
                <a:gd name="connsiteY26" fmla="*/ 141744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311" y="141744"/>
                  </a:moveTo>
                  <a:cubicBezTo>
                    <a:pt x="121311" y="105504"/>
                    <a:pt x="96410" y="75049"/>
                    <a:pt x="63615" y="75049"/>
                  </a:cubicBezTo>
                  <a:cubicBezTo>
                    <a:pt x="49039" y="75049"/>
                    <a:pt x="35982" y="79922"/>
                    <a:pt x="25050" y="90581"/>
                  </a:cubicBezTo>
                  <a:lnTo>
                    <a:pt x="25050" y="31195"/>
                  </a:lnTo>
                  <a:cubicBezTo>
                    <a:pt x="31123" y="33022"/>
                    <a:pt x="41144" y="35154"/>
                    <a:pt x="50861" y="35154"/>
                  </a:cubicBezTo>
                  <a:cubicBezTo>
                    <a:pt x="88212" y="35154"/>
                    <a:pt x="109468" y="7441"/>
                    <a:pt x="109468" y="3481"/>
                  </a:cubicBezTo>
                  <a:cubicBezTo>
                    <a:pt x="109468" y="1654"/>
                    <a:pt x="108557" y="132"/>
                    <a:pt x="106431" y="132"/>
                  </a:cubicBezTo>
                  <a:cubicBezTo>
                    <a:pt x="106128" y="132"/>
                    <a:pt x="105520" y="132"/>
                    <a:pt x="104002" y="1045"/>
                  </a:cubicBezTo>
                  <a:cubicBezTo>
                    <a:pt x="97929" y="3786"/>
                    <a:pt x="83049" y="9877"/>
                    <a:pt x="62704" y="9877"/>
                  </a:cubicBezTo>
                  <a:cubicBezTo>
                    <a:pt x="50558" y="9877"/>
                    <a:pt x="36589" y="7745"/>
                    <a:pt x="22317" y="1350"/>
                  </a:cubicBezTo>
                  <a:cubicBezTo>
                    <a:pt x="19888" y="436"/>
                    <a:pt x="19280" y="436"/>
                    <a:pt x="18673" y="436"/>
                  </a:cubicBezTo>
                  <a:cubicBezTo>
                    <a:pt x="15636" y="436"/>
                    <a:pt x="15636" y="2872"/>
                    <a:pt x="15636" y="7745"/>
                  </a:cubicBezTo>
                  <a:lnTo>
                    <a:pt x="15636" y="97890"/>
                  </a:lnTo>
                  <a:cubicBezTo>
                    <a:pt x="15636" y="103372"/>
                    <a:pt x="15636" y="105808"/>
                    <a:pt x="19888" y="105808"/>
                  </a:cubicBezTo>
                  <a:cubicBezTo>
                    <a:pt x="22013" y="105808"/>
                    <a:pt x="22621" y="104895"/>
                    <a:pt x="23835" y="103067"/>
                  </a:cubicBezTo>
                  <a:cubicBezTo>
                    <a:pt x="27176" y="98195"/>
                    <a:pt x="38411" y="81749"/>
                    <a:pt x="63008" y="81749"/>
                  </a:cubicBezTo>
                  <a:cubicBezTo>
                    <a:pt x="78798" y="81749"/>
                    <a:pt x="86390" y="95758"/>
                    <a:pt x="88819" y="101240"/>
                  </a:cubicBezTo>
                  <a:cubicBezTo>
                    <a:pt x="93677" y="112508"/>
                    <a:pt x="94285" y="124385"/>
                    <a:pt x="94285" y="139613"/>
                  </a:cubicBezTo>
                  <a:cubicBezTo>
                    <a:pt x="94285" y="150272"/>
                    <a:pt x="94285" y="168544"/>
                    <a:pt x="86997" y="181335"/>
                  </a:cubicBezTo>
                  <a:cubicBezTo>
                    <a:pt x="79709" y="193212"/>
                    <a:pt x="68474" y="201131"/>
                    <a:pt x="54505" y="201131"/>
                  </a:cubicBezTo>
                  <a:cubicBezTo>
                    <a:pt x="32338" y="201131"/>
                    <a:pt x="15029" y="184990"/>
                    <a:pt x="9867" y="167022"/>
                  </a:cubicBezTo>
                  <a:cubicBezTo>
                    <a:pt x="10778" y="167326"/>
                    <a:pt x="11689" y="167631"/>
                    <a:pt x="15029" y="167631"/>
                  </a:cubicBezTo>
                  <a:cubicBezTo>
                    <a:pt x="25050" y="167631"/>
                    <a:pt x="30212" y="160017"/>
                    <a:pt x="30212" y="152708"/>
                  </a:cubicBezTo>
                  <a:cubicBezTo>
                    <a:pt x="30212" y="145399"/>
                    <a:pt x="25050" y="137785"/>
                    <a:pt x="15029" y="137785"/>
                  </a:cubicBezTo>
                  <a:cubicBezTo>
                    <a:pt x="10778" y="137785"/>
                    <a:pt x="150" y="139917"/>
                    <a:pt x="150" y="153926"/>
                  </a:cubicBezTo>
                  <a:cubicBezTo>
                    <a:pt x="150" y="180117"/>
                    <a:pt x="21102" y="209658"/>
                    <a:pt x="55112" y="209658"/>
                  </a:cubicBezTo>
                  <a:cubicBezTo>
                    <a:pt x="90337" y="209658"/>
                    <a:pt x="121311" y="180422"/>
                    <a:pt x="121311" y="141744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52AE21A6-A83F-F732-E638-1F10FC267C73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6857922" y="4465163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1A59D69-82D2-4FD1-A665-41B26A4760C7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7303012" y="4518152"/>
              <a:ext cx="126019" cy="209526"/>
            </a:xfrm>
            <a:custGeom>
              <a:avLst/>
              <a:gdLst>
                <a:gd name="connsiteX0" fmla="*/ 36930 w 126019"/>
                <a:gd name="connsiteY0" fmla="*/ 63781 h 209526"/>
                <a:gd name="connsiteX1" fmla="*/ 21746 w 126019"/>
                <a:gd name="connsiteY1" fmla="*/ 39113 h 209526"/>
                <a:gd name="connsiteX2" fmla="*/ 63044 w 126019"/>
                <a:gd name="connsiteY2" fmla="*/ 7745 h 209526"/>
                <a:gd name="connsiteX3" fmla="*/ 104646 w 126019"/>
                <a:gd name="connsiteY3" fmla="*/ 45509 h 209526"/>
                <a:gd name="connsiteX4" fmla="*/ 74584 w 126019"/>
                <a:gd name="connsiteY4" fmla="*/ 88145 h 209526"/>
                <a:gd name="connsiteX5" fmla="*/ 36930 w 126019"/>
                <a:gd name="connsiteY5" fmla="*/ 63781 h 209526"/>
                <a:gd name="connsiteX6" fmla="*/ 81264 w 126019"/>
                <a:gd name="connsiteY6" fmla="*/ 92713 h 209526"/>
                <a:gd name="connsiteX7" fmla="*/ 118007 w 126019"/>
                <a:gd name="connsiteY7" fmla="*/ 45509 h 209526"/>
                <a:gd name="connsiteX8" fmla="*/ 63348 w 126019"/>
                <a:gd name="connsiteY8" fmla="*/ 132 h 209526"/>
                <a:gd name="connsiteX9" fmla="*/ 8385 w 126019"/>
                <a:gd name="connsiteY9" fmla="*/ 50990 h 209526"/>
                <a:gd name="connsiteX10" fmla="*/ 21746 w 126019"/>
                <a:gd name="connsiteY10" fmla="*/ 84490 h 209526"/>
                <a:gd name="connsiteX11" fmla="*/ 43914 w 126019"/>
                <a:gd name="connsiteY11" fmla="*/ 100936 h 209526"/>
                <a:gd name="connsiteX12" fmla="*/ 187 w 126019"/>
                <a:gd name="connsiteY12" fmla="*/ 156972 h 209526"/>
                <a:gd name="connsiteX13" fmla="*/ 63044 w 126019"/>
                <a:gd name="connsiteY13" fmla="*/ 209658 h 209526"/>
                <a:gd name="connsiteX14" fmla="*/ 126206 w 126019"/>
                <a:gd name="connsiteY14" fmla="*/ 151794 h 209526"/>
                <a:gd name="connsiteX15" fmla="*/ 111327 w 126019"/>
                <a:gd name="connsiteY15" fmla="*/ 114336 h 209526"/>
                <a:gd name="connsiteX16" fmla="*/ 81264 w 126019"/>
                <a:gd name="connsiteY16" fmla="*/ 92713 h 209526"/>
                <a:gd name="connsiteX17" fmla="*/ 50898 w 126019"/>
                <a:gd name="connsiteY17" fmla="*/ 105504 h 209526"/>
                <a:gd name="connsiteX18" fmla="*/ 88248 w 126019"/>
                <a:gd name="connsiteY18" fmla="*/ 129258 h 209526"/>
                <a:gd name="connsiteX19" fmla="*/ 111023 w 126019"/>
                <a:gd name="connsiteY19" fmla="*/ 162758 h 209526"/>
                <a:gd name="connsiteX20" fmla="*/ 63348 w 126019"/>
                <a:gd name="connsiteY20" fmla="*/ 201131 h 209526"/>
                <a:gd name="connsiteX21" fmla="*/ 15370 w 126019"/>
                <a:gd name="connsiteY21" fmla="*/ 156972 h 209526"/>
                <a:gd name="connsiteX22" fmla="*/ 50898 w 126019"/>
                <a:gd name="connsiteY22" fmla="*/ 105504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019" h="209526">
                  <a:moveTo>
                    <a:pt x="36930" y="63781"/>
                  </a:moveTo>
                  <a:cubicBezTo>
                    <a:pt x="22961" y="54645"/>
                    <a:pt x="21746" y="44290"/>
                    <a:pt x="21746" y="39113"/>
                  </a:cubicBezTo>
                  <a:cubicBezTo>
                    <a:pt x="21746" y="20536"/>
                    <a:pt x="41484" y="7745"/>
                    <a:pt x="63044" y="7745"/>
                  </a:cubicBezTo>
                  <a:cubicBezTo>
                    <a:pt x="85212" y="7745"/>
                    <a:pt x="104646" y="23581"/>
                    <a:pt x="104646" y="45509"/>
                  </a:cubicBezTo>
                  <a:cubicBezTo>
                    <a:pt x="104646" y="62868"/>
                    <a:pt x="92803" y="77486"/>
                    <a:pt x="74584" y="88145"/>
                  </a:cubicBezTo>
                  <a:lnTo>
                    <a:pt x="36930" y="63781"/>
                  </a:lnTo>
                  <a:close/>
                  <a:moveTo>
                    <a:pt x="81264" y="92713"/>
                  </a:moveTo>
                  <a:cubicBezTo>
                    <a:pt x="103128" y="81445"/>
                    <a:pt x="118007" y="65608"/>
                    <a:pt x="118007" y="45509"/>
                  </a:cubicBezTo>
                  <a:cubicBezTo>
                    <a:pt x="118007" y="17491"/>
                    <a:pt x="90981" y="132"/>
                    <a:pt x="63348" y="132"/>
                  </a:cubicBezTo>
                  <a:cubicBezTo>
                    <a:pt x="32982" y="132"/>
                    <a:pt x="8385" y="22668"/>
                    <a:pt x="8385" y="50990"/>
                  </a:cubicBezTo>
                  <a:cubicBezTo>
                    <a:pt x="8385" y="56472"/>
                    <a:pt x="8993" y="70177"/>
                    <a:pt x="21746" y="84490"/>
                  </a:cubicBezTo>
                  <a:cubicBezTo>
                    <a:pt x="25087" y="88145"/>
                    <a:pt x="36322" y="95758"/>
                    <a:pt x="43914" y="100936"/>
                  </a:cubicBezTo>
                  <a:cubicBezTo>
                    <a:pt x="26301" y="109767"/>
                    <a:pt x="187" y="126822"/>
                    <a:pt x="187" y="156972"/>
                  </a:cubicBezTo>
                  <a:cubicBezTo>
                    <a:pt x="187" y="189253"/>
                    <a:pt x="31160" y="209658"/>
                    <a:pt x="63044" y="209658"/>
                  </a:cubicBezTo>
                  <a:cubicBezTo>
                    <a:pt x="97358" y="209658"/>
                    <a:pt x="126206" y="184381"/>
                    <a:pt x="126206" y="151794"/>
                  </a:cubicBezTo>
                  <a:cubicBezTo>
                    <a:pt x="126206" y="140831"/>
                    <a:pt x="122866" y="127126"/>
                    <a:pt x="111327" y="114336"/>
                  </a:cubicBezTo>
                  <a:cubicBezTo>
                    <a:pt x="105557" y="107940"/>
                    <a:pt x="100698" y="104895"/>
                    <a:pt x="81264" y="92713"/>
                  </a:cubicBezTo>
                  <a:close/>
                  <a:moveTo>
                    <a:pt x="50898" y="105504"/>
                  </a:moveTo>
                  <a:lnTo>
                    <a:pt x="88248" y="129258"/>
                  </a:lnTo>
                  <a:cubicBezTo>
                    <a:pt x="96751" y="135044"/>
                    <a:pt x="111023" y="144181"/>
                    <a:pt x="111023" y="162758"/>
                  </a:cubicBezTo>
                  <a:cubicBezTo>
                    <a:pt x="111023" y="185294"/>
                    <a:pt x="88248" y="201131"/>
                    <a:pt x="63348" y="201131"/>
                  </a:cubicBezTo>
                  <a:cubicBezTo>
                    <a:pt x="37233" y="201131"/>
                    <a:pt x="15370" y="182249"/>
                    <a:pt x="15370" y="156972"/>
                  </a:cubicBezTo>
                  <a:cubicBezTo>
                    <a:pt x="15370" y="139308"/>
                    <a:pt x="25087" y="119817"/>
                    <a:pt x="50898" y="105504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DCF63C8-8B4E-7C3A-E9EF-10EE17CCEE21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7468204" y="4688697"/>
              <a:ext cx="32188" cy="32281"/>
            </a:xfrm>
            <a:custGeom>
              <a:avLst/>
              <a:gdLst>
                <a:gd name="connsiteX0" fmla="*/ 32380 w 32188"/>
                <a:gd name="connsiteY0" fmla="*/ 16272 h 32281"/>
                <a:gd name="connsiteX1" fmla="*/ 16286 w 32188"/>
                <a:gd name="connsiteY1" fmla="*/ 132 h 32281"/>
                <a:gd name="connsiteX2" fmla="*/ 192 w 32188"/>
                <a:gd name="connsiteY2" fmla="*/ 16272 h 32281"/>
                <a:gd name="connsiteX3" fmla="*/ 16286 w 32188"/>
                <a:gd name="connsiteY3" fmla="*/ 32413 h 32281"/>
                <a:gd name="connsiteX4" fmla="*/ 32380 w 32188"/>
                <a:gd name="connsiteY4" fmla="*/ 16272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380" y="16272"/>
                  </a:moveTo>
                  <a:cubicBezTo>
                    <a:pt x="32380" y="7441"/>
                    <a:pt x="25092" y="132"/>
                    <a:pt x="16286" y="132"/>
                  </a:cubicBezTo>
                  <a:cubicBezTo>
                    <a:pt x="7479" y="132"/>
                    <a:pt x="192" y="7441"/>
                    <a:pt x="192" y="16272"/>
                  </a:cubicBezTo>
                  <a:cubicBezTo>
                    <a:pt x="192" y="25104"/>
                    <a:pt x="7479" y="32413"/>
                    <a:pt x="16286" y="32413"/>
                  </a:cubicBezTo>
                  <a:cubicBezTo>
                    <a:pt x="25092" y="32413"/>
                    <a:pt x="32380" y="25104"/>
                    <a:pt x="32380" y="1627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4BCD29F8-C7AF-C707-D8FB-2EDE187DC30D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7534943" y="4514802"/>
              <a:ext cx="134521" cy="206176"/>
            </a:xfrm>
            <a:custGeom>
              <a:avLst/>
              <a:gdLst>
                <a:gd name="connsiteX0" fmla="*/ 80968 w 134521"/>
                <a:gd name="connsiteY0" fmla="*/ 156058 h 206176"/>
                <a:gd name="connsiteX1" fmla="*/ 80968 w 134521"/>
                <a:gd name="connsiteY1" fmla="*/ 182553 h 206176"/>
                <a:gd name="connsiteX2" fmla="*/ 57890 w 134521"/>
                <a:gd name="connsiteY2" fmla="*/ 196867 h 206176"/>
                <a:gd name="connsiteX3" fmla="*/ 51513 w 134521"/>
                <a:gd name="connsiteY3" fmla="*/ 196867 h 206176"/>
                <a:gd name="connsiteX4" fmla="*/ 51513 w 134521"/>
                <a:gd name="connsiteY4" fmla="*/ 206308 h 206176"/>
                <a:gd name="connsiteX5" fmla="*/ 92507 w 134521"/>
                <a:gd name="connsiteY5" fmla="*/ 205394 h 206176"/>
                <a:gd name="connsiteX6" fmla="*/ 133805 w 134521"/>
                <a:gd name="connsiteY6" fmla="*/ 206308 h 206176"/>
                <a:gd name="connsiteX7" fmla="*/ 133805 w 134521"/>
                <a:gd name="connsiteY7" fmla="*/ 196867 h 206176"/>
                <a:gd name="connsiteX8" fmla="*/ 127428 w 134521"/>
                <a:gd name="connsiteY8" fmla="*/ 196867 h 206176"/>
                <a:gd name="connsiteX9" fmla="*/ 104350 w 134521"/>
                <a:gd name="connsiteY9" fmla="*/ 182553 h 206176"/>
                <a:gd name="connsiteX10" fmla="*/ 104350 w 134521"/>
                <a:gd name="connsiteY10" fmla="*/ 156058 h 206176"/>
                <a:gd name="connsiteX11" fmla="*/ 134716 w 134521"/>
                <a:gd name="connsiteY11" fmla="*/ 156058 h 206176"/>
                <a:gd name="connsiteX12" fmla="*/ 134716 w 134521"/>
                <a:gd name="connsiteY12" fmla="*/ 146617 h 206176"/>
                <a:gd name="connsiteX13" fmla="*/ 104350 w 134521"/>
                <a:gd name="connsiteY13" fmla="*/ 146617 h 206176"/>
                <a:gd name="connsiteX14" fmla="*/ 104350 w 134521"/>
                <a:gd name="connsiteY14" fmla="*/ 8050 h 206176"/>
                <a:gd name="connsiteX15" fmla="*/ 99492 w 134521"/>
                <a:gd name="connsiteY15" fmla="*/ 132 h 206176"/>
                <a:gd name="connsiteX16" fmla="*/ 93418 w 134521"/>
                <a:gd name="connsiteY16" fmla="*/ 3786 h 206176"/>
                <a:gd name="connsiteX17" fmla="*/ 194 w 134521"/>
                <a:gd name="connsiteY17" fmla="*/ 146617 h 206176"/>
                <a:gd name="connsiteX18" fmla="*/ 194 w 134521"/>
                <a:gd name="connsiteY18" fmla="*/ 156058 h 206176"/>
                <a:gd name="connsiteX19" fmla="*/ 80968 w 134521"/>
                <a:gd name="connsiteY19" fmla="*/ 156058 h 206176"/>
                <a:gd name="connsiteX20" fmla="*/ 82790 w 134521"/>
                <a:gd name="connsiteY20" fmla="*/ 146617 h 206176"/>
                <a:gd name="connsiteX21" fmla="*/ 8697 w 134521"/>
                <a:gd name="connsiteY21" fmla="*/ 146617 h 206176"/>
                <a:gd name="connsiteX22" fmla="*/ 82790 w 134521"/>
                <a:gd name="connsiteY22" fmla="*/ 33022 h 206176"/>
                <a:gd name="connsiteX23" fmla="*/ 82790 w 134521"/>
                <a:gd name="connsiteY23" fmla="*/ 146617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0968" y="156058"/>
                  </a:moveTo>
                  <a:lnTo>
                    <a:pt x="80968" y="182553"/>
                  </a:lnTo>
                  <a:cubicBezTo>
                    <a:pt x="80968" y="193517"/>
                    <a:pt x="80361" y="196867"/>
                    <a:pt x="57890" y="196867"/>
                  </a:cubicBezTo>
                  <a:lnTo>
                    <a:pt x="51513" y="196867"/>
                  </a:lnTo>
                  <a:lnTo>
                    <a:pt x="51513" y="206308"/>
                  </a:lnTo>
                  <a:cubicBezTo>
                    <a:pt x="63963" y="205394"/>
                    <a:pt x="79754" y="205394"/>
                    <a:pt x="92507" y="205394"/>
                  </a:cubicBezTo>
                  <a:cubicBezTo>
                    <a:pt x="105261" y="205394"/>
                    <a:pt x="121355" y="205394"/>
                    <a:pt x="133805" y="206308"/>
                  </a:cubicBezTo>
                  <a:lnTo>
                    <a:pt x="133805" y="196867"/>
                  </a:lnTo>
                  <a:lnTo>
                    <a:pt x="127428" y="196867"/>
                  </a:lnTo>
                  <a:cubicBezTo>
                    <a:pt x="104957" y="196867"/>
                    <a:pt x="104350" y="193517"/>
                    <a:pt x="104350" y="182553"/>
                  </a:cubicBezTo>
                  <a:lnTo>
                    <a:pt x="104350" y="156058"/>
                  </a:lnTo>
                  <a:lnTo>
                    <a:pt x="134716" y="156058"/>
                  </a:lnTo>
                  <a:lnTo>
                    <a:pt x="134716" y="146617"/>
                  </a:lnTo>
                  <a:lnTo>
                    <a:pt x="104350" y="146617"/>
                  </a:lnTo>
                  <a:lnTo>
                    <a:pt x="104350" y="8050"/>
                  </a:lnTo>
                  <a:cubicBezTo>
                    <a:pt x="104350" y="1959"/>
                    <a:pt x="104350" y="132"/>
                    <a:pt x="99492" y="132"/>
                  </a:cubicBezTo>
                  <a:cubicBezTo>
                    <a:pt x="96759" y="132"/>
                    <a:pt x="95848" y="132"/>
                    <a:pt x="93418" y="3786"/>
                  </a:cubicBezTo>
                  <a:lnTo>
                    <a:pt x="194" y="146617"/>
                  </a:lnTo>
                  <a:lnTo>
                    <a:pt x="194" y="156058"/>
                  </a:lnTo>
                  <a:lnTo>
                    <a:pt x="80968" y="156058"/>
                  </a:lnTo>
                  <a:close/>
                  <a:moveTo>
                    <a:pt x="82790" y="146617"/>
                  </a:moveTo>
                  <a:lnTo>
                    <a:pt x="8697" y="146617"/>
                  </a:lnTo>
                  <a:lnTo>
                    <a:pt x="82790" y="33022"/>
                  </a:lnTo>
                  <a:lnTo>
                    <a:pt x="82790" y="146617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0B708A6C-7758-EF86-17BF-70368B5F30E9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8098461" y="4465163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B5294B2E-270C-412A-F92A-03F897E359F1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8405992" y="4518152"/>
              <a:ext cx="100208" cy="202826"/>
            </a:xfrm>
            <a:custGeom>
              <a:avLst/>
              <a:gdLst>
                <a:gd name="connsiteX0" fmla="*/ 62473 w 100208"/>
                <a:gd name="connsiteY0" fmla="*/ 8050 h 202826"/>
                <a:gd name="connsiteX1" fmla="*/ 55489 w 100208"/>
                <a:gd name="connsiteY1" fmla="*/ 132 h 202826"/>
                <a:gd name="connsiteX2" fmla="*/ 222 w 100208"/>
                <a:gd name="connsiteY2" fmla="*/ 19622 h 202826"/>
                <a:gd name="connsiteX3" fmla="*/ 222 w 100208"/>
                <a:gd name="connsiteY3" fmla="*/ 29063 h 202826"/>
                <a:gd name="connsiteX4" fmla="*/ 40002 w 100208"/>
                <a:gd name="connsiteY4" fmla="*/ 21145 h 202826"/>
                <a:gd name="connsiteX5" fmla="*/ 40002 w 100208"/>
                <a:gd name="connsiteY5" fmla="*/ 178899 h 202826"/>
                <a:gd name="connsiteX6" fmla="*/ 11761 w 100208"/>
                <a:gd name="connsiteY6" fmla="*/ 193517 h 202826"/>
                <a:gd name="connsiteX7" fmla="*/ 2044 w 100208"/>
                <a:gd name="connsiteY7" fmla="*/ 193517 h 202826"/>
                <a:gd name="connsiteX8" fmla="*/ 2044 w 100208"/>
                <a:gd name="connsiteY8" fmla="*/ 202958 h 202826"/>
                <a:gd name="connsiteX9" fmla="*/ 51237 w 100208"/>
                <a:gd name="connsiteY9" fmla="*/ 202044 h 202826"/>
                <a:gd name="connsiteX10" fmla="*/ 100430 w 100208"/>
                <a:gd name="connsiteY10" fmla="*/ 202958 h 202826"/>
                <a:gd name="connsiteX11" fmla="*/ 100430 w 100208"/>
                <a:gd name="connsiteY11" fmla="*/ 193517 h 202826"/>
                <a:gd name="connsiteX12" fmla="*/ 90713 w 100208"/>
                <a:gd name="connsiteY12" fmla="*/ 193517 h 202826"/>
                <a:gd name="connsiteX13" fmla="*/ 62473 w 100208"/>
                <a:gd name="connsiteY13" fmla="*/ 178899 h 202826"/>
                <a:gd name="connsiteX14" fmla="*/ 62473 w 100208"/>
                <a:gd name="connsiteY14" fmla="*/ 8050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473" y="8050"/>
                  </a:moveTo>
                  <a:cubicBezTo>
                    <a:pt x="62473" y="741"/>
                    <a:pt x="62473" y="132"/>
                    <a:pt x="55489" y="132"/>
                  </a:cubicBezTo>
                  <a:cubicBezTo>
                    <a:pt x="36662" y="19622"/>
                    <a:pt x="9939" y="19622"/>
                    <a:pt x="222" y="19622"/>
                  </a:cubicBezTo>
                  <a:lnTo>
                    <a:pt x="222" y="29063"/>
                  </a:lnTo>
                  <a:cubicBezTo>
                    <a:pt x="6296" y="29063"/>
                    <a:pt x="24212" y="29063"/>
                    <a:pt x="40002" y="21145"/>
                  </a:cubicBezTo>
                  <a:lnTo>
                    <a:pt x="40002" y="178899"/>
                  </a:lnTo>
                  <a:cubicBezTo>
                    <a:pt x="40002" y="189862"/>
                    <a:pt x="39091" y="193517"/>
                    <a:pt x="11761" y="193517"/>
                  </a:cubicBezTo>
                  <a:lnTo>
                    <a:pt x="2044" y="193517"/>
                  </a:lnTo>
                  <a:lnTo>
                    <a:pt x="2044" y="202958"/>
                  </a:lnTo>
                  <a:cubicBezTo>
                    <a:pt x="12672" y="202044"/>
                    <a:pt x="39091" y="202044"/>
                    <a:pt x="51237" y="202044"/>
                  </a:cubicBezTo>
                  <a:cubicBezTo>
                    <a:pt x="63384" y="202044"/>
                    <a:pt x="89802" y="202044"/>
                    <a:pt x="100430" y="202958"/>
                  </a:cubicBezTo>
                  <a:lnTo>
                    <a:pt x="100430" y="193517"/>
                  </a:lnTo>
                  <a:lnTo>
                    <a:pt x="90713" y="193517"/>
                  </a:lnTo>
                  <a:cubicBezTo>
                    <a:pt x="63384" y="193517"/>
                    <a:pt x="62473" y="190167"/>
                    <a:pt x="62473" y="178899"/>
                  </a:cubicBezTo>
                  <a:lnTo>
                    <a:pt x="62473" y="805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E50C9C11-CE5D-D54E-0A1E-838DBB8723EE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8556913" y="4688697"/>
              <a:ext cx="32188" cy="32281"/>
            </a:xfrm>
            <a:custGeom>
              <a:avLst/>
              <a:gdLst>
                <a:gd name="connsiteX0" fmla="*/ 32415 w 32188"/>
                <a:gd name="connsiteY0" fmla="*/ 16272 h 32281"/>
                <a:gd name="connsiteX1" fmla="*/ 16321 w 32188"/>
                <a:gd name="connsiteY1" fmla="*/ 132 h 32281"/>
                <a:gd name="connsiteX2" fmla="*/ 227 w 32188"/>
                <a:gd name="connsiteY2" fmla="*/ 16272 h 32281"/>
                <a:gd name="connsiteX3" fmla="*/ 16321 w 32188"/>
                <a:gd name="connsiteY3" fmla="*/ 32413 h 32281"/>
                <a:gd name="connsiteX4" fmla="*/ 32415 w 32188"/>
                <a:gd name="connsiteY4" fmla="*/ 16272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15" y="16272"/>
                  </a:moveTo>
                  <a:cubicBezTo>
                    <a:pt x="32415" y="7441"/>
                    <a:pt x="25128" y="132"/>
                    <a:pt x="16321" y="132"/>
                  </a:cubicBezTo>
                  <a:cubicBezTo>
                    <a:pt x="7515" y="132"/>
                    <a:pt x="227" y="7441"/>
                    <a:pt x="227" y="16272"/>
                  </a:cubicBezTo>
                  <a:cubicBezTo>
                    <a:pt x="227" y="25104"/>
                    <a:pt x="7515" y="32413"/>
                    <a:pt x="16321" y="32413"/>
                  </a:cubicBezTo>
                  <a:cubicBezTo>
                    <a:pt x="25128" y="32413"/>
                    <a:pt x="32415" y="25104"/>
                    <a:pt x="32415" y="1627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3A4C2445-E787-C25B-B263-62ECEF63CC77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8627902" y="4518152"/>
              <a:ext cx="126019" cy="209526"/>
            </a:xfrm>
            <a:custGeom>
              <a:avLst/>
              <a:gdLst>
                <a:gd name="connsiteX0" fmla="*/ 27560 w 126019"/>
                <a:gd name="connsiteY0" fmla="*/ 103067 h 209526"/>
                <a:gd name="connsiteX1" fmla="*/ 27560 w 126019"/>
                <a:gd name="connsiteY1" fmla="*/ 95758 h 209526"/>
                <a:gd name="connsiteX2" fmla="*/ 80700 w 126019"/>
                <a:gd name="connsiteY2" fmla="*/ 7745 h 209526"/>
                <a:gd name="connsiteX3" fmla="*/ 107422 w 126019"/>
                <a:gd name="connsiteY3" fmla="*/ 19927 h 209526"/>
                <a:gd name="connsiteX4" fmla="*/ 90721 w 126019"/>
                <a:gd name="connsiteY4" fmla="*/ 33631 h 209526"/>
                <a:gd name="connsiteX5" fmla="*/ 104689 w 126019"/>
                <a:gd name="connsiteY5" fmla="*/ 47640 h 209526"/>
                <a:gd name="connsiteX6" fmla="*/ 118658 w 126019"/>
                <a:gd name="connsiteY6" fmla="*/ 33022 h 209526"/>
                <a:gd name="connsiteX7" fmla="*/ 80093 w 126019"/>
                <a:gd name="connsiteY7" fmla="*/ 132 h 209526"/>
                <a:gd name="connsiteX8" fmla="*/ 230 w 126019"/>
                <a:gd name="connsiteY8" fmla="*/ 106722 h 209526"/>
                <a:gd name="connsiteX9" fmla="*/ 63695 w 126019"/>
                <a:gd name="connsiteY9" fmla="*/ 209658 h 209526"/>
                <a:gd name="connsiteX10" fmla="*/ 126249 w 126019"/>
                <a:gd name="connsiteY10" fmla="*/ 140831 h 209526"/>
                <a:gd name="connsiteX11" fmla="*/ 65517 w 126019"/>
                <a:gd name="connsiteY11" fmla="*/ 72918 h 209526"/>
                <a:gd name="connsiteX12" fmla="*/ 27560 w 126019"/>
                <a:gd name="connsiteY12" fmla="*/ 103067 h 209526"/>
                <a:gd name="connsiteX13" fmla="*/ 63695 w 126019"/>
                <a:gd name="connsiteY13" fmla="*/ 201131 h 209526"/>
                <a:gd name="connsiteX14" fmla="*/ 33633 w 126019"/>
                <a:gd name="connsiteY14" fmla="*/ 178290 h 209526"/>
                <a:gd name="connsiteX15" fmla="*/ 28167 w 126019"/>
                <a:gd name="connsiteY15" fmla="*/ 134131 h 209526"/>
                <a:gd name="connsiteX16" fmla="*/ 65214 w 126019"/>
                <a:gd name="connsiteY16" fmla="*/ 79922 h 209526"/>
                <a:gd name="connsiteX17" fmla="*/ 93454 w 126019"/>
                <a:gd name="connsiteY17" fmla="*/ 98804 h 209526"/>
                <a:gd name="connsiteX18" fmla="*/ 98920 w 126019"/>
                <a:gd name="connsiteY18" fmla="*/ 140526 h 209526"/>
                <a:gd name="connsiteX19" fmla="*/ 93758 w 126019"/>
                <a:gd name="connsiteY19" fmla="*/ 181335 h 209526"/>
                <a:gd name="connsiteX20" fmla="*/ 63695 w 126019"/>
                <a:gd name="connsiteY20" fmla="*/ 201131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09526">
                  <a:moveTo>
                    <a:pt x="27560" y="103067"/>
                  </a:moveTo>
                  <a:lnTo>
                    <a:pt x="27560" y="95758"/>
                  </a:lnTo>
                  <a:cubicBezTo>
                    <a:pt x="27560" y="18709"/>
                    <a:pt x="65214" y="7745"/>
                    <a:pt x="80700" y="7745"/>
                  </a:cubicBezTo>
                  <a:cubicBezTo>
                    <a:pt x="87988" y="7745"/>
                    <a:pt x="100742" y="9572"/>
                    <a:pt x="107422" y="19927"/>
                  </a:cubicBezTo>
                  <a:cubicBezTo>
                    <a:pt x="102868" y="19927"/>
                    <a:pt x="90721" y="19927"/>
                    <a:pt x="90721" y="33631"/>
                  </a:cubicBezTo>
                  <a:cubicBezTo>
                    <a:pt x="90721" y="43072"/>
                    <a:pt x="98009" y="47640"/>
                    <a:pt x="104689" y="47640"/>
                  </a:cubicBezTo>
                  <a:cubicBezTo>
                    <a:pt x="109548" y="47640"/>
                    <a:pt x="118658" y="44899"/>
                    <a:pt x="118658" y="33022"/>
                  </a:cubicBezTo>
                  <a:cubicBezTo>
                    <a:pt x="118658" y="14750"/>
                    <a:pt x="105297" y="132"/>
                    <a:pt x="80093" y="132"/>
                  </a:cubicBezTo>
                  <a:cubicBezTo>
                    <a:pt x="41224" y="132"/>
                    <a:pt x="230" y="39418"/>
                    <a:pt x="230" y="106722"/>
                  </a:cubicBezTo>
                  <a:cubicBezTo>
                    <a:pt x="230" y="188035"/>
                    <a:pt x="35455" y="209658"/>
                    <a:pt x="63695" y="209658"/>
                  </a:cubicBezTo>
                  <a:cubicBezTo>
                    <a:pt x="97402" y="209658"/>
                    <a:pt x="126249" y="181031"/>
                    <a:pt x="126249" y="140831"/>
                  </a:cubicBezTo>
                  <a:cubicBezTo>
                    <a:pt x="126249" y="102154"/>
                    <a:pt x="99224" y="72918"/>
                    <a:pt x="65517" y="72918"/>
                  </a:cubicBezTo>
                  <a:cubicBezTo>
                    <a:pt x="44868" y="72918"/>
                    <a:pt x="33633" y="88449"/>
                    <a:pt x="27560" y="103067"/>
                  </a:cubicBezTo>
                  <a:close/>
                  <a:moveTo>
                    <a:pt x="63695" y="201131"/>
                  </a:moveTo>
                  <a:cubicBezTo>
                    <a:pt x="44565" y="201131"/>
                    <a:pt x="35455" y="182858"/>
                    <a:pt x="33633" y="178290"/>
                  </a:cubicBezTo>
                  <a:cubicBezTo>
                    <a:pt x="28167" y="163976"/>
                    <a:pt x="28167" y="139613"/>
                    <a:pt x="28167" y="134131"/>
                  </a:cubicBezTo>
                  <a:cubicBezTo>
                    <a:pt x="28167" y="110376"/>
                    <a:pt x="37884" y="79922"/>
                    <a:pt x="65214" y="79922"/>
                  </a:cubicBezTo>
                  <a:cubicBezTo>
                    <a:pt x="70072" y="79922"/>
                    <a:pt x="84041" y="79922"/>
                    <a:pt x="93454" y="98804"/>
                  </a:cubicBezTo>
                  <a:cubicBezTo>
                    <a:pt x="98920" y="110072"/>
                    <a:pt x="98920" y="125604"/>
                    <a:pt x="98920" y="140526"/>
                  </a:cubicBezTo>
                  <a:cubicBezTo>
                    <a:pt x="98920" y="155144"/>
                    <a:pt x="98920" y="170372"/>
                    <a:pt x="93758" y="181335"/>
                  </a:cubicBezTo>
                  <a:cubicBezTo>
                    <a:pt x="84648" y="199608"/>
                    <a:pt x="70679" y="201131"/>
                    <a:pt x="63695" y="20113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A6BF3FF4-227F-CC7A-EA0F-55CD97081033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8778822" y="4518152"/>
              <a:ext cx="127841" cy="209526"/>
            </a:xfrm>
            <a:custGeom>
              <a:avLst/>
              <a:gdLst>
                <a:gd name="connsiteX0" fmla="*/ 128076 w 127841"/>
                <a:gd name="connsiteY0" fmla="*/ 105504 h 209526"/>
                <a:gd name="connsiteX1" fmla="*/ 115930 w 127841"/>
                <a:gd name="connsiteY1" fmla="*/ 34240 h 209526"/>
                <a:gd name="connsiteX2" fmla="*/ 64308 w 127841"/>
                <a:gd name="connsiteY2" fmla="*/ 132 h 209526"/>
                <a:gd name="connsiteX3" fmla="*/ 11470 w 127841"/>
                <a:gd name="connsiteY3" fmla="*/ 36372 h 209526"/>
                <a:gd name="connsiteX4" fmla="*/ 235 w 127841"/>
                <a:gd name="connsiteY4" fmla="*/ 105504 h 209526"/>
                <a:gd name="connsiteX5" fmla="*/ 13900 w 127841"/>
                <a:gd name="connsiteY5" fmla="*/ 178899 h 209526"/>
                <a:gd name="connsiteX6" fmla="*/ 64004 w 127841"/>
                <a:gd name="connsiteY6" fmla="*/ 209658 h 209526"/>
                <a:gd name="connsiteX7" fmla="*/ 116841 w 127841"/>
                <a:gd name="connsiteY7" fmla="*/ 174331 h 209526"/>
                <a:gd name="connsiteX8" fmla="*/ 128076 w 127841"/>
                <a:gd name="connsiteY8" fmla="*/ 105504 h 209526"/>
                <a:gd name="connsiteX9" fmla="*/ 64004 w 127841"/>
                <a:gd name="connsiteY9" fmla="*/ 202958 h 209526"/>
                <a:gd name="connsiteX10" fmla="*/ 28779 w 127841"/>
                <a:gd name="connsiteY10" fmla="*/ 166108 h 209526"/>
                <a:gd name="connsiteX11" fmla="*/ 25439 w 127841"/>
                <a:gd name="connsiteY11" fmla="*/ 101849 h 209526"/>
                <a:gd name="connsiteX12" fmla="*/ 27868 w 127841"/>
                <a:gd name="connsiteY12" fmla="*/ 45813 h 209526"/>
                <a:gd name="connsiteX13" fmla="*/ 64004 w 127841"/>
                <a:gd name="connsiteY13" fmla="*/ 6831 h 209526"/>
                <a:gd name="connsiteX14" fmla="*/ 99836 w 127841"/>
                <a:gd name="connsiteY14" fmla="*/ 42463 h 209526"/>
                <a:gd name="connsiteX15" fmla="*/ 102873 w 127841"/>
                <a:gd name="connsiteY15" fmla="*/ 101849 h 209526"/>
                <a:gd name="connsiteX16" fmla="*/ 99532 w 127841"/>
                <a:gd name="connsiteY16" fmla="*/ 164890 h 209526"/>
                <a:gd name="connsiteX17" fmla="*/ 64004 w 127841"/>
                <a:gd name="connsiteY17" fmla="*/ 202958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076" y="105504"/>
                  </a:moveTo>
                  <a:cubicBezTo>
                    <a:pt x="128076" y="81140"/>
                    <a:pt x="126558" y="56777"/>
                    <a:pt x="115930" y="34240"/>
                  </a:cubicBezTo>
                  <a:cubicBezTo>
                    <a:pt x="101962" y="5004"/>
                    <a:pt x="77061" y="132"/>
                    <a:pt x="64308" y="132"/>
                  </a:cubicBezTo>
                  <a:cubicBezTo>
                    <a:pt x="46088" y="132"/>
                    <a:pt x="23921" y="8050"/>
                    <a:pt x="11470" y="36372"/>
                  </a:cubicBezTo>
                  <a:cubicBezTo>
                    <a:pt x="1753" y="57386"/>
                    <a:pt x="235" y="81140"/>
                    <a:pt x="235" y="105504"/>
                  </a:cubicBezTo>
                  <a:cubicBezTo>
                    <a:pt x="235" y="128345"/>
                    <a:pt x="1450" y="155753"/>
                    <a:pt x="13900" y="178899"/>
                  </a:cubicBezTo>
                  <a:cubicBezTo>
                    <a:pt x="26957" y="203567"/>
                    <a:pt x="49124" y="209658"/>
                    <a:pt x="64004" y="209658"/>
                  </a:cubicBezTo>
                  <a:cubicBezTo>
                    <a:pt x="80402" y="209658"/>
                    <a:pt x="103480" y="203262"/>
                    <a:pt x="116841" y="174331"/>
                  </a:cubicBezTo>
                  <a:cubicBezTo>
                    <a:pt x="126558" y="153317"/>
                    <a:pt x="128076" y="129563"/>
                    <a:pt x="128076" y="105504"/>
                  </a:cubicBezTo>
                  <a:close/>
                  <a:moveTo>
                    <a:pt x="64004" y="202958"/>
                  </a:moveTo>
                  <a:cubicBezTo>
                    <a:pt x="52161" y="202958"/>
                    <a:pt x="34245" y="195344"/>
                    <a:pt x="28779" y="166108"/>
                  </a:cubicBezTo>
                  <a:cubicBezTo>
                    <a:pt x="25439" y="147835"/>
                    <a:pt x="25439" y="119817"/>
                    <a:pt x="25439" y="101849"/>
                  </a:cubicBezTo>
                  <a:cubicBezTo>
                    <a:pt x="25439" y="82358"/>
                    <a:pt x="25439" y="62258"/>
                    <a:pt x="27868" y="45813"/>
                  </a:cubicBezTo>
                  <a:cubicBezTo>
                    <a:pt x="33638" y="9572"/>
                    <a:pt x="56412" y="6831"/>
                    <a:pt x="64004" y="6831"/>
                  </a:cubicBezTo>
                  <a:cubicBezTo>
                    <a:pt x="74025" y="6831"/>
                    <a:pt x="94066" y="12313"/>
                    <a:pt x="99836" y="42463"/>
                  </a:cubicBezTo>
                  <a:cubicBezTo>
                    <a:pt x="102873" y="59518"/>
                    <a:pt x="102873" y="82663"/>
                    <a:pt x="102873" y="101849"/>
                  </a:cubicBezTo>
                  <a:cubicBezTo>
                    <a:pt x="102873" y="124690"/>
                    <a:pt x="102873" y="145399"/>
                    <a:pt x="99532" y="164890"/>
                  </a:cubicBezTo>
                  <a:cubicBezTo>
                    <a:pt x="94977" y="193821"/>
                    <a:pt x="77669" y="202958"/>
                    <a:pt x="64004" y="20295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15A4B33C-441B-05DE-B59A-D707EEA2742D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8931565" y="4518152"/>
              <a:ext cx="126019" cy="209526"/>
            </a:xfrm>
            <a:custGeom>
              <a:avLst/>
              <a:gdLst>
                <a:gd name="connsiteX0" fmla="*/ 98930 w 126019"/>
                <a:gd name="connsiteY0" fmla="*/ 106113 h 209526"/>
                <a:gd name="connsiteX1" fmla="*/ 98930 w 126019"/>
                <a:gd name="connsiteY1" fmla="*/ 115858 h 209526"/>
                <a:gd name="connsiteX2" fmla="*/ 49737 w 126019"/>
                <a:gd name="connsiteY2" fmla="*/ 201131 h 209526"/>
                <a:gd name="connsiteX3" fmla="*/ 19978 w 126019"/>
                <a:gd name="connsiteY3" fmla="*/ 190167 h 209526"/>
                <a:gd name="connsiteX4" fmla="*/ 35768 w 126019"/>
                <a:gd name="connsiteY4" fmla="*/ 176158 h 209526"/>
                <a:gd name="connsiteX5" fmla="*/ 21800 w 126019"/>
                <a:gd name="connsiteY5" fmla="*/ 162149 h 209526"/>
                <a:gd name="connsiteX6" fmla="*/ 7832 w 126019"/>
                <a:gd name="connsiteY6" fmla="*/ 176767 h 209526"/>
                <a:gd name="connsiteX7" fmla="*/ 50040 w 126019"/>
                <a:gd name="connsiteY7" fmla="*/ 209658 h 209526"/>
                <a:gd name="connsiteX8" fmla="*/ 126259 w 126019"/>
                <a:gd name="connsiteY8" fmla="*/ 102763 h 209526"/>
                <a:gd name="connsiteX9" fmla="*/ 64313 w 126019"/>
                <a:gd name="connsiteY9" fmla="*/ 132 h 209526"/>
                <a:gd name="connsiteX10" fmla="*/ 19674 w 126019"/>
                <a:gd name="connsiteY10" fmla="*/ 19318 h 209526"/>
                <a:gd name="connsiteX11" fmla="*/ 240 w 126019"/>
                <a:gd name="connsiteY11" fmla="*/ 68654 h 209526"/>
                <a:gd name="connsiteX12" fmla="*/ 60972 w 126019"/>
                <a:gd name="connsiteY12" fmla="*/ 136567 h 209526"/>
                <a:gd name="connsiteX13" fmla="*/ 98930 w 126019"/>
                <a:gd name="connsiteY13" fmla="*/ 106113 h 209526"/>
                <a:gd name="connsiteX14" fmla="*/ 61276 w 126019"/>
                <a:gd name="connsiteY14" fmla="*/ 129563 h 209526"/>
                <a:gd name="connsiteX15" fmla="*/ 33035 w 126019"/>
                <a:gd name="connsiteY15" fmla="*/ 110376 h 209526"/>
                <a:gd name="connsiteX16" fmla="*/ 27569 w 126019"/>
                <a:gd name="connsiteY16" fmla="*/ 68958 h 209526"/>
                <a:gd name="connsiteX17" fmla="*/ 33946 w 126019"/>
                <a:gd name="connsiteY17" fmla="*/ 26931 h 209526"/>
                <a:gd name="connsiteX18" fmla="*/ 64313 w 126019"/>
                <a:gd name="connsiteY18" fmla="*/ 7745 h 209526"/>
                <a:gd name="connsiteX19" fmla="*/ 93464 w 126019"/>
                <a:gd name="connsiteY19" fmla="*/ 31804 h 209526"/>
                <a:gd name="connsiteX20" fmla="*/ 98323 w 126019"/>
                <a:gd name="connsiteY20" fmla="*/ 74745 h 209526"/>
                <a:gd name="connsiteX21" fmla="*/ 61276 w 126019"/>
                <a:gd name="connsiteY21" fmla="*/ 12956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09526">
                  <a:moveTo>
                    <a:pt x="98930" y="106113"/>
                  </a:moveTo>
                  <a:lnTo>
                    <a:pt x="98930" y="115858"/>
                  </a:lnTo>
                  <a:cubicBezTo>
                    <a:pt x="98930" y="187122"/>
                    <a:pt x="67349" y="201131"/>
                    <a:pt x="49737" y="201131"/>
                  </a:cubicBezTo>
                  <a:cubicBezTo>
                    <a:pt x="44575" y="201131"/>
                    <a:pt x="28177" y="200521"/>
                    <a:pt x="19978" y="190167"/>
                  </a:cubicBezTo>
                  <a:cubicBezTo>
                    <a:pt x="33339" y="190167"/>
                    <a:pt x="35768" y="181335"/>
                    <a:pt x="35768" y="176158"/>
                  </a:cubicBezTo>
                  <a:cubicBezTo>
                    <a:pt x="35768" y="166717"/>
                    <a:pt x="28480" y="162149"/>
                    <a:pt x="21800" y="162149"/>
                  </a:cubicBezTo>
                  <a:cubicBezTo>
                    <a:pt x="16941" y="162149"/>
                    <a:pt x="7832" y="164890"/>
                    <a:pt x="7832" y="176767"/>
                  </a:cubicBezTo>
                  <a:cubicBezTo>
                    <a:pt x="7832" y="197171"/>
                    <a:pt x="24229" y="209658"/>
                    <a:pt x="50040" y="209658"/>
                  </a:cubicBezTo>
                  <a:cubicBezTo>
                    <a:pt x="89213" y="209658"/>
                    <a:pt x="126259" y="168240"/>
                    <a:pt x="126259" y="102763"/>
                  </a:cubicBezTo>
                  <a:cubicBezTo>
                    <a:pt x="126259" y="20840"/>
                    <a:pt x="91338" y="132"/>
                    <a:pt x="64313" y="132"/>
                  </a:cubicBezTo>
                  <a:cubicBezTo>
                    <a:pt x="47611" y="132"/>
                    <a:pt x="32732" y="5613"/>
                    <a:pt x="19674" y="19318"/>
                  </a:cubicBezTo>
                  <a:cubicBezTo>
                    <a:pt x="7224" y="33022"/>
                    <a:pt x="240" y="45813"/>
                    <a:pt x="240" y="68654"/>
                  </a:cubicBezTo>
                  <a:cubicBezTo>
                    <a:pt x="240" y="106722"/>
                    <a:pt x="26962" y="136567"/>
                    <a:pt x="60972" y="136567"/>
                  </a:cubicBezTo>
                  <a:cubicBezTo>
                    <a:pt x="79496" y="136567"/>
                    <a:pt x="91946" y="123776"/>
                    <a:pt x="98930" y="106113"/>
                  </a:cubicBezTo>
                  <a:close/>
                  <a:moveTo>
                    <a:pt x="61276" y="129563"/>
                  </a:moveTo>
                  <a:cubicBezTo>
                    <a:pt x="56417" y="129563"/>
                    <a:pt x="42449" y="129563"/>
                    <a:pt x="33035" y="110376"/>
                  </a:cubicBezTo>
                  <a:cubicBezTo>
                    <a:pt x="27569" y="99108"/>
                    <a:pt x="27569" y="83881"/>
                    <a:pt x="27569" y="68958"/>
                  </a:cubicBezTo>
                  <a:cubicBezTo>
                    <a:pt x="27569" y="52513"/>
                    <a:pt x="27569" y="38200"/>
                    <a:pt x="33946" y="26931"/>
                  </a:cubicBezTo>
                  <a:cubicBezTo>
                    <a:pt x="42145" y="11704"/>
                    <a:pt x="53684" y="7745"/>
                    <a:pt x="64313" y="7745"/>
                  </a:cubicBezTo>
                  <a:cubicBezTo>
                    <a:pt x="78281" y="7745"/>
                    <a:pt x="88302" y="18100"/>
                    <a:pt x="93464" y="31804"/>
                  </a:cubicBezTo>
                  <a:cubicBezTo>
                    <a:pt x="97108" y="41549"/>
                    <a:pt x="98323" y="60736"/>
                    <a:pt x="98323" y="74745"/>
                  </a:cubicBezTo>
                  <a:cubicBezTo>
                    <a:pt x="98323" y="100022"/>
                    <a:pt x="87998" y="129563"/>
                    <a:pt x="61276" y="12956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F99A6E37-8781-DB8A-F121-5EC6D9FFE402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9339001" y="4465163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DF7A0757-BEFB-3B5E-F921-467FCBC08B06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9634689" y="4518152"/>
              <a:ext cx="121160" cy="202826"/>
            </a:xfrm>
            <a:custGeom>
              <a:avLst/>
              <a:gdLst>
                <a:gd name="connsiteX0" fmla="*/ 23645 w 121160"/>
                <a:gd name="connsiteY0" fmla="*/ 179508 h 202826"/>
                <a:gd name="connsiteX1" fmla="*/ 55833 w 121160"/>
                <a:gd name="connsiteY1" fmla="*/ 148140 h 202826"/>
                <a:gd name="connsiteX2" fmla="*/ 121424 w 121160"/>
                <a:gd name="connsiteY2" fmla="*/ 59213 h 202826"/>
                <a:gd name="connsiteX3" fmla="*/ 57048 w 121160"/>
                <a:gd name="connsiteY3" fmla="*/ 132 h 202826"/>
                <a:gd name="connsiteX4" fmla="*/ 263 w 121160"/>
                <a:gd name="connsiteY4" fmla="*/ 55254 h 202826"/>
                <a:gd name="connsiteX5" fmla="*/ 16357 w 121160"/>
                <a:gd name="connsiteY5" fmla="*/ 72308 h 202826"/>
                <a:gd name="connsiteX6" fmla="*/ 32147 w 121160"/>
                <a:gd name="connsiteY6" fmla="*/ 56168 h 202826"/>
                <a:gd name="connsiteX7" fmla="*/ 16053 w 121160"/>
                <a:gd name="connsiteY7" fmla="*/ 40331 h 202826"/>
                <a:gd name="connsiteX8" fmla="*/ 12106 w 121160"/>
                <a:gd name="connsiteY8" fmla="*/ 40636 h 202826"/>
                <a:gd name="connsiteX9" fmla="*/ 53100 w 121160"/>
                <a:gd name="connsiteY9" fmla="*/ 9572 h 202826"/>
                <a:gd name="connsiteX10" fmla="*/ 93791 w 121160"/>
                <a:gd name="connsiteY10" fmla="*/ 59213 h 202826"/>
                <a:gd name="connsiteX11" fmla="*/ 61906 w 121160"/>
                <a:gd name="connsiteY11" fmla="*/ 126517 h 202826"/>
                <a:gd name="connsiteX12" fmla="*/ 3603 w 121160"/>
                <a:gd name="connsiteY12" fmla="*/ 191690 h 202826"/>
                <a:gd name="connsiteX13" fmla="*/ 263 w 121160"/>
                <a:gd name="connsiteY13" fmla="*/ 202958 h 202826"/>
                <a:gd name="connsiteX14" fmla="*/ 112921 w 121160"/>
                <a:gd name="connsiteY14" fmla="*/ 202958 h 202826"/>
                <a:gd name="connsiteX15" fmla="*/ 121424 w 121160"/>
                <a:gd name="connsiteY15" fmla="*/ 149967 h 202826"/>
                <a:gd name="connsiteX16" fmla="*/ 113832 w 121160"/>
                <a:gd name="connsiteY16" fmla="*/ 149967 h 202826"/>
                <a:gd name="connsiteX17" fmla="*/ 107152 w 121160"/>
                <a:gd name="connsiteY17" fmla="*/ 177072 h 202826"/>
                <a:gd name="connsiteX18" fmla="*/ 78304 w 121160"/>
                <a:gd name="connsiteY18" fmla="*/ 179508 h 202826"/>
                <a:gd name="connsiteX19" fmla="*/ 23645 w 121160"/>
                <a:gd name="connsiteY19" fmla="*/ 179508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645" y="179508"/>
                  </a:moveTo>
                  <a:lnTo>
                    <a:pt x="55833" y="148140"/>
                  </a:lnTo>
                  <a:cubicBezTo>
                    <a:pt x="103204" y="106113"/>
                    <a:pt x="121424" y="89667"/>
                    <a:pt x="121424" y="59213"/>
                  </a:cubicBezTo>
                  <a:cubicBezTo>
                    <a:pt x="121424" y="24495"/>
                    <a:pt x="94094" y="132"/>
                    <a:pt x="57048" y="132"/>
                  </a:cubicBezTo>
                  <a:cubicBezTo>
                    <a:pt x="22734" y="132"/>
                    <a:pt x="263" y="28150"/>
                    <a:pt x="263" y="55254"/>
                  </a:cubicBezTo>
                  <a:cubicBezTo>
                    <a:pt x="263" y="72308"/>
                    <a:pt x="15446" y="72308"/>
                    <a:pt x="16357" y="72308"/>
                  </a:cubicBezTo>
                  <a:cubicBezTo>
                    <a:pt x="21519" y="72308"/>
                    <a:pt x="32147" y="68654"/>
                    <a:pt x="32147" y="56168"/>
                  </a:cubicBezTo>
                  <a:cubicBezTo>
                    <a:pt x="32147" y="48249"/>
                    <a:pt x="26682" y="40331"/>
                    <a:pt x="16053" y="40331"/>
                  </a:cubicBezTo>
                  <a:cubicBezTo>
                    <a:pt x="13624" y="40331"/>
                    <a:pt x="13017" y="40331"/>
                    <a:pt x="12106" y="40636"/>
                  </a:cubicBezTo>
                  <a:cubicBezTo>
                    <a:pt x="19090" y="20840"/>
                    <a:pt x="35488" y="9572"/>
                    <a:pt x="53100" y="9572"/>
                  </a:cubicBezTo>
                  <a:cubicBezTo>
                    <a:pt x="80733" y="9572"/>
                    <a:pt x="93791" y="34240"/>
                    <a:pt x="93791" y="59213"/>
                  </a:cubicBezTo>
                  <a:cubicBezTo>
                    <a:pt x="93791" y="83577"/>
                    <a:pt x="78608" y="107636"/>
                    <a:pt x="61906" y="126517"/>
                  </a:cubicBezTo>
                  <a:lnTo>
                    <a:pt x="3603" y="191690"/>
                  </a:lnTo>
                  <a:cubicBezTo>
                    <a:pt x="263" y="195040"/>
                    <a:pt x="263" y="195649"/>
                    <a:pt x="263" y="202958"/>
                  </a:cubicBezTo>
                  <a:lnTo>
                    <a:pt x="112921" y="202958"/>
                  </a:lnTo>
                  <a:lnTo>
                    <a:pt x="121424" y="149967"/>
                  </a:lnTo>
                  <a:lnTo>
                    <a:pt x="113832" y="149967"/>
                  </a:lnTo>
                  <a:cubicBezTo>
                    <a:pt x="112314" y="159103"/>
                    <a:pt x="110188" y="172503"/>
                    <a:pt x="107152" y="177072"/>
                  </a:cubicBezTo>
                  <a:cubicBezTo>
                    <a:pt x="105026" y="179508"/>
                    <a:pt x="84984" y="179508"/>
                    <a:pt x="78304" y="179508"/>
                  </a:cubicBezTo>
                  <a:lnTo>
                    <a:pt x="23645" y="17950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B9D77D5D-918F-B853-4AE7-BD8D3FD2088E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9797452" y="4688697"/>
              <a:ext cx="32188" cy="32281"/>
            </a:xfrm>
            <a:custGeom>
              <a:avLst/>
              <a:gdLst>
                <a:gd name="connsiteX0" fmla="*/ 32456 w 32188"/>
                <a:gd name="connsiteY0" fmla="*/ 16272 h 32281"/>
                <a:gd name="connsiteX1" fmla="*/ 16362 w 32188"/>
                <a:gd name="connsiteY1" fmla="*/ 132 h 32281"/>
                <a:gd name="connsiteX2" fmla="*/ 268 w 32188"/>
                <a:gd name="connsiteY2" fmla="*/ 16272 h 32281"/>
                <a:gd name="connsiteX3" fmla="*/ 16362 w 32188"/>
                <a:gd name="connsiteY3" fmla="*/ 32413 h 32281"/>
                <a:gd name="connsiteX4" fmla="*/ 32456 w 32188"/>
                <a:gd name="connsiteY4" fmla="*/ 16272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56" y="16272"/>
                  </a:moveTo>
                  <a:cubicBezTo>
                    <a:pt x="32456" y="7441"/>
                    <a:pt x="25168" y="132"/>
                    <a:pt x="16362" y="132"/>
                  </a:cubicBezTo>
                  <a:cubicBezTo>
                    <a:pt x="7556" y="132"/>
                    <a:pt x="268" y="7441"/>
                    <a:pt x="268" y="16272"/>
                  </a:cubicBezTo>
                  <a:cubicBezTo>
                    <a:pt x="268" y="25104"/>
                    <a:pt x="7556" y="32413"/>
                    <a:pt x="16362" y="32413"/>
                  </a:cubicBezTo>
                  <a:cubicBezTo>
                    <a:pt x="25168" y="32413"/>
                    <a:pt x="32456" y="25104"/>
                    <a:pt x="32456" y="1627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C9BEE833-29F4-2E74-D01D-17A2A66099D6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9882714" y="4518152"/>
              <a:ext cx="100208" cy="202826"/>
            </a:xfrm>
            <a:custGeom>
              <a:avLst/>
              <a:gdLst>
                <a:gd name="connsiteX0" fmla="*/ 62521 w 100208"/>
                <a:gd name="connsiteY0" fmla="*/ 8050 h 202826"/>
                <a:gd name="connsiteX1" fmla="*/ 55537 w 100208"/>
                <a:gd name="connsiteY1" fmla="*/ 132 h 202826"/>
                <a:gd name="connsiteX2" fmla="*/ 271 w 100208"/>
                <a:gd name="connsiteY2" fmla="*/ 19622 h 202826"/>
                <a:gd name="connsiteX3" fmla="*/ 271 w 100208"/>
                <a:gd name="connsiteY3" fmla="*/ 29063 h 202826"/>
                <a:gd name="connsiteX4" fmla="*/ 40050 w 100208"/>
                <a:gd name="connsiteY4" fmla="*/ 21145 h 202826"/>
                <a:gd name="connsiteX5" fmla="*/ 40050 w 100208"/>
                <a:gd name="connsiteY5" fmla="*/ 178899 h 202826"/>
                <a:gd name="connsiteX6" fmla="*/ 11810 w 100208"/>
                <a:gd name="connsiteY6" fmla="*/ 193517 h 202826"/>
                <a:gd name="connsiteX7" fmla="*/ 2093 w 100208"/>
                <a:gd name="connsiteY7" fmla="*/ 193517 h 202826"/>
                <a:gd name="connsiteX8" fmla="*/ 2093 w 100208"/>
                <a:gd name="connsiteY8" fmla="*/ 202958 h 202826"/>
                <a:gd name="connsiteX9" fmla="*/ 51286 w 100208"/>
                <a:gd name="connsiteY9" fmla="*/ 202044 h 202826"/>
                <a:gd name="connsiteX10" fmla="*/ 100479 w 100208"/>
                <a:gd name="connsiteY10" fmla="*/ 202958 h 202826"/>
                <a:gd name="connsiteX11" fmla="*/ 100479 w 100208"/>
                <a:gd name="connsiteY11" fmla="*/ 193517 h 202826"/>
                <a:gd name="connsiteX12" fmla="*/ 90762 w 100208"/>
                <a:gd name="connsiteY12" fmla="*/ 193517 h 202826"/>
                <a:gd name="connsiteX13" fmla="*/ 62521 w 100208"/>
                <a:gd name="connsiteY13" fmla="*/ 178899 h 202826"/>
                <a:gd name="connsiteX14" fmla="*/ 62521 w 100208"/>
                <a:gd name="connsiteY14" fmla="*/ 8050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521" y="8050"/>
                  </a:moveTo>
                  <a:cubicBezTo>
                    <a:pt x="62521" y="741"/>
                    <a:pt x="62521" y="132"/>
                    <a:pt x="55537" y="132"/>
                  </a:cubicBezTo>
                  <a:cubicBezTo>
                    <a:pt x="36710" y="19622"/>
                    <a:pt x="9988" y="19622"/>
                    <a:pt x="271" y="19622"/>
                  </a:cubicBezTo>
                  <a:lnTo>
                    <a:pt x="271" y="29063"/>
                  </a:lnTo>
                  <a:cubicBezTo>
                    <a:pt x="6344" y="29063"/>
                    <a:pt x="24260" y="29063"/>
                    <a:pt x="40050" y="21145"/>
                  </a:cubicBezTo>
                  <a:lnTo>
                    <a:pt x="40050" y="178899"/>
                  </a:lnTo>
                  <a:cubicBezTo>
                    <a:pt x="40050" y="189862"/>
                    <a:pt x="39139" y="193517"/>
                    <a:pt x="11810" y="193517"/>
                  </a:cubicBezTo>
                  <a:lnTo>
                    <a:pt x="2093" y="193517"/>
                  </a:lnTo>
                  <a:lnTo>
                    <a:pt x="2093" y="202958"/>
                  </a:lnTo>
                  <a:cubicBezTo>
                    <a:pt x="12721" y="202044"/>
                    <a:pt x="39139" y="202044"/>
                    <a:pt x="51286" y="202044"/>
                  </a:cubicBezTo>
                  <a:cubicBezTo>
                    <a:pt x="63432" y="202044"/>
                    <a:pt x="89851" y="202044"/>
                    <a:pt x="100479" y="202958"/>
                  </a:cubicBezTo>
                  <a:lnTo>
                    <a:pt x="100479" y="193517"/>
                  </a:lnTo>
                  <a:lnTo>
                    <a:pt x="90762" y="193517"/>
                  </a:lnTo>
                  <a:cubicBezTo>
                    <a:pt x="63432" y="193517"/>
                    <a:pt x="62521" y="190167"/>
                    <a:pt x="62521" y="178899"/>
                  </a:cubicBezTo>
                  <a:lnTo>
                    <a:pt x="62521" y="805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C93DCFA9-704D-6B9B-8ED6-490A1956AD04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10022702" y="4518152"/>
              <a:ext cx="121160" cy="202826"/>
            </a:xfrm>
            <a:custGeom>
              <a:avLst/>
              <a:gdLst>
                <a:gd name="connsiteX0" fmla="*/ 23658 w 121160"/>
                <a:gd name="connsiteY0" fmla="*/ 179508 h 202826"/>
                <a:gd name="connsiteX1" fmla="*/ 55846 w 121160"/>
                <a:gd name="connsiteY1" fmla="*/ 148140 h 202826"/>
                <a:gd name="connsiteX2" fmla="*/ 121437 w 121160"/>
                <a:gd name="connsiteY2" fmla="*/ 59213 h 202826"/>
                <a:gd name="connsiteX3" fmla="*/ 57060 w 121160"/>
                <a:gd name="connsiteY3" fmla="*/ 132 h 202826"/>
                <a:gd name="connsiteX4" fmla="*/ 276 w 121160"/>
                <a:gd name="connsiteY4" fmla="*/ 55254 h 202826"/>
                <a:gd name="connsiteX5" fmla="*/ 16370 w 121160"/>
                <a:gd name="connsiteY5" fmla="*/ 72308 h 202826"/>
                <a:gd name="connsiteX6" fmla="*/ 32160 w 121160"/>
                <a:gd name="connsiteY6" fmla="*/ 56168 h 202826"/>
                <a:gd name="connsiteX7" fmla="*/ 16066 w 121160"/>
                <a:gd name="connsiteY7" fmla="*/ 40331 h 202826"/>
                <a:gd name="connsiteX8" fmla="*/ 12118 w 121160"/>
                <a:gd name="connsiteY8" fmla="*/ 40636 h 202826"/>
                <a:gd name="connsiteX9" fmla="*/ 53113 w 121160"/>
                <a:gd name="connsiteY9" fmla="*/ 9572 h 202826"/>
                <a:gd name="connsiteX10" fmla="*/ 93803 w 121160"/>
                <a:gd name="connsiteY10" fmla="*/ 59213 h 202826"/>
                <a:gd name="connsiteX11" fmla="*/ 61919 w 121160"/>
                <a:gd name="connsiteY11" fmla="*/ 126517 h 202826"/>
                <a:gd name="connsiteX12" fmla="*/ 3616 w 121160"/>
                <a:gd name="connsiteY12" fmla="*/ 191690 h 202826"/>
                <a:gd name="connsiteX13" fmla="*/ 276 w 121160"/>
                <a:gd name="connsiteY13" fmla="*/ 202958 h 202826"/>
                <a:gd name="connsiteX14" fmla="*/ 112934 w 121160"/>
                <a:gd name="connsiteY14" fmla="*/ 202958 h 202826"/>
                <a:gd name="connsiteX15" fmla="*/ 121437 w 121160"/>
                <a:gd name="connsiteY15" fmla="*/ 149967 h 202826"/>
                <a:gd name="connsiteX16" fmla="*/ 113845 w 121160"/>
                <a:gd name="connsiteY16" fmla="*/ 149967 h 202826"/>
                <a:gd name="connsiteX17" fmla="*/ 107164 w 121160"/>
                <a:gd name="connsiteY17" fmla="*/ 177072 h 202826"/>
                <a:gd name="connsiteX18" fmla="*/ 78317 w 121160"/>
                <a:gd name="connsiteY18" fmla="*/ 179508 h 202826"/>
                <a:gd name="connsiteX19" fmla="*/ 23658 w 121160"/>
                <a:gd name="connsiteY19" fmla="*/ 179508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658" y="179508"/>
                  </a:moveTo>
                  <a:lnTo>
                    <a:pt x="55846" y="148140"/>
                  </a:lnTo>
                  <a:cubicBezTo>
                    <a:pt x="103217" y="106113"/>
                    <a:pt x="121437" y="89667"/>
                    <a:pt x="121437" y="59213"/>
                  </a:cubicBezTo>
                  <a:cubicBezTo>
                    <a:pt x="121437" y="24495"/>
                    <a:pt x="94107" y="132"/>
                    <a:pt x="57060" y="132"/>
                  </a:cubicBezTo>
                  <a:cubicBezTo>
                    <a:pt x="22747" y="132"/>
                    <a:pt x="276" y="28150"/>
                    <a:pt x="276" y="55254"/>
                  </a:cubicBezTo>
                  <a:cubicBezTo>
                    <a:pt x="276" y="72308"/>
                    <a:pt x="15459" y="72308"/>
                    <a:pt x="16370" y="72308"/>
                  </a:cubicBezTo>
                  <a:cubicBezTo>
                    <a:pt x="21532" y="72308"/>
                    <a:pt x="32160" y="68654"/>
                    <a:pt x="32160" y="56168"/>
                  </a:cubicBezTo>
                  <a:cubicBezTo>
                    <a:pt x="32160" y="48249"/>
                    <a:pt x="26694" y="40331"/>
                    <a:pt x="16066" y="40331"/>
                  </a:cubicBezTo>
                  <a:cubicBezTo>
                    <a:pt x="13637" y="40331"/>
                    <a:pt x="13029" y="40331"/>
                    <a:pt x="12118" y="40636"/>
                  </a:cubicBezTo>
                  <a:cubicBezTo>
                    <a:pt x="19103" y="20840"/>
                    <a:pt x="35500" y="9572"/>
                    <a:pt x="53113" y="9572"/>
                  </a:cubicBezTo>
                  <a:cubicBezTo>
                    <a:pt x="80746" y="9572"/>
                    <a:pt x="93803" y="34240"/>
                    <a:pt x="93803" y="59213"/>
                  </a:cubicBezTo>
                  <a:cubicBezTo>
                    <a:pt x="93803" y="83577"/>
                    <a:pt x="78620" y="107636"/>
                    <a:pt x="61919" y="126517"/>
                  </a:cubicBezTo>
                  <a:lnTo>
                    <a:pt x="3616" y="191690"/>
                  </a:lnTo>
                  <a:cubicBezTo>
                    <a:pt x="276" y="195040"/>
                    <a:pt x="276" y="195649"/>
                    <a:pt x="276" y="202958"/>
                  </a:cubicBezTo>
                  <a:lnTo>
                    <a:pt x="112934" y="202958"/>
                  </a:lnTo>
                  <a:lnTo>
                    <a:pt x="121437" y="149967"/>
                  </a:lnTo>
                  <a:lnTo>
                    <a:pt x="113845" y="149967"/>
                  </a:lnTo>
                  <a:cubicBezTo>
                    <a:pt x="112327" y="159103"/>
                    <a:pt x="110201" y="172503"/>
                    <a:pt x="107164" y="177072"/>
                  </a:cubicBezTo>
                  <a:cubicBezTo>
                    <a:pt x="105039" y="179508"/>
                    <a:pt x="84997" y="179508"/>
                    <a:pt x="78317" y="179508"/>
                  </a:cubicBezTo>
                  <a:lnTo>
                    <a:pt x="23658" y="17950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8786DF0B-E85C-D7BD-C2AE-7A5730B8FFC8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10172104" y="4518152"/>
              <a:ext cx="126019" cy="209526"/>
            </a:xfrm>
            <a:custGeom>
              <a:avLst/>
              <a:gdLst>
                <a:gd name="connsiteX0" fmla="*/ 37024 w 126019"/>
                <a:gd name="connsiteY0" fmla="*/ 63781 h 209526"/>
                <a:gd name="connsiteX1" fmla="*/ 21841 w 126019"/>
                <a:gd name="connsiteY1" fmla="*/ 39113 h 209526"/>
                <a:gd name="connsiteX2" fmla="*/ 63139 w 126019"/>
                <a:gd name="connsiteY2" fmla="*/ 7745 h 209526"/>
                <a:gd name="connsiteX3" fmla="*/ 104740 w 126019"/>
                <a:gd name="connsiteY3" fmla="*/ 45509 h 209526"/>
                <a:gd name="connsiteX4" fmla="*/ 74678 w 126019"/>
                <a:gd name="connsiteY4" fmla="*/ 88145 h 209526"/>
                <a:gd name="connsiteX5" fmla="*/ 37024 w 126019"/>
                <a:gd name="connsiteY5" fmla="*/ 63781 h 209526"/>
                <a:gd name="connsiteX6" fmla="*/ 81358 w 126019"/>
                <a:gd name="connsiteY6" fmla="*/ 92713 h 209526"/>
                <a:gd name="connsiteX7" fmla="*/ 118101 w 126019"/>
                <a:gd name="connsiteY7" fmla="*/ 45509 h 209526"/>
                <a:gd name="connsiteX8" fmla="*/ 63442 w 126019"/>
                <a:gd name="connsiteY8" fmla="*/ 132 h 209526"/>
                <a:gd name="connsiteX9" fmla="*/ 8480 w 126019"/>
                <a:gd name="connsiteY9" fmla="*/ 50990 h 209526"/>
                <a:gd name="connsiteX10" fmla="*/ 21841 w 126019"/>
                <a:gd name="connsiteY10" fmla="*/ 84490 h 209526"/>
                <a:gd name="connsiteX11" fmla="*/ 44008 w 126019"/>
                <a:gd name="connsiteY11" fmla="*/ 100936 h 209526"/>
                <a:gd name="connsiteX12" fmla="*/ 281 w 126019"/>
                <a:gd name="connsiteY12" fmla="*/ 156972 h 209526"/>
                <a:gd name="connsiteX13" fmla="*/ 63139 w 126019"/>
                <a:gd name="connsiteY13" fmla="*/ 209658 h 209526"/>
                <a:gd name="connsiteX14" fmla="*/ 126300 w 126019"/>
                <a:gd name="connsiteY14" fmla="*/ 151794 h 209526"/>
                <a:gd name="connsiteX15" fmla="*/ 111421 w 126019"/>
                <a:gd name="connsiteY15" fmla="*/ 114336 h 209526"/>
                <a:gd name="connsiteX16" fmla="*/ 81358 w 126019"/>
                <a:gd name="connsiteY16" fmla="*/ 92713 h 209526"/>
                <a:gd name="connsiteX17" fmla="*/ 50992 w 126019"/>
                <a:gd name="connsiteY17" fmla="*/ 105504 h 209526"/>
                <a:gd name="connsiteX18" fmla="*/ 88342 w 126019"/>
                <a:gd name="connsiteY18" fmla="*/ 129258 h 209526"/>
                <a:gd name="connsiteX19" fmla="*/ 111117 w 126019"/>
                <a:gd name="connsiteY19" fmla="*/ 162758 h 209526"/>
                <a:gd name="connsiteX20" fmla="*/ 63442 w 126019"/>
                <a:gd name="connsiteY20" fmla="*/ 201131 h 209526"/>
                <a:gd name="connsiteX21" fmla="*/ 15464 w 126019"/>
                <a:gd name="connsiteY21" fmla="*/ 156972 h 209526"/>
                <a:gd name="connsiteX22" fmla="*/ 50992 w 126019"/>
                <a:gd name="connsiteY22" fmla="*/ 105504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019" h="209526">
                  <a:moveTo>
                    <a:pt x="37024" y="63781"/>
                  </a:moveTo>
                  <a:cubicBezTo>
                    <a:pt x="23055" y="54645"/>
                    <a:pt x="21841" y="44290"/>
                    <a:pt x="21841" y="39113"/>
                  </a:cubicBezTo>
                  <a:cubicBezTo>
                    <a:pt x="21841" y="20536"/>
                    <a:pt x="41579" y="7745"/>
                    <a:pt x="63139" y="7745"/>
                  </a:cubicBezTo>
                  <a:cubicBezTo>
                    <a:pt x="85306" y="7745"/>
                    <a:pt x="104740" y="23581"/>
                    <a:pt x="104740" y="45509"/>
                  </a:cubicBezTo>
                  <a:cubicBezTo>
                    <a:pt x="104740" y="62868"/>
                    <a:pt x="92897" y="77486"/>
                    <a:pt x="74678" y="88145"/>
                  </a:cubicBezTo>
                  <a:lnTo>
                    <a:pt x="37024" y="63781"/>
                  </a:lnTo>
                  <a:close/>
                  <a:moveTo>
                    <a:pt x="81358" y="92713"/>
                  </a:moveTo>
                  <a:cubicBezTo>
                    <a:pt x="103222" y="81445"/>
                    <a:pt x="118101" y="65608"/>
                    <a:pt x="118101" y="45509"/>
                  </a:cubicBezTo>
                  <a:cubicBezTo>
                    <a:pt x="118101" y="17491"/>
                    <a:pt x="91075" y="132"/>
                    <a:pt x="63442" y="132"/>
                  </a:cubicBezTo>
                  <a:cubicBezTo>
                    <a:pt x="33076" y="132"/>
                    <a:pt x="8480" y="22668"/>
                    <a:pt x="8480" y="50990"/>
                  </a:cubicBezTo>
                  <a:cubicBezTo>
                    <a:pt x="8480" y="56472"/>
                    <a:pt x="9087" y="70177"/>
                    <a:pt x="21841" y="84490"/>
                  </a:cubicBezTo>
                  <a:cubicBezTo>
                    <a:pt x="25181" y="88145"/>
                    <a:pt x="36416" y="95758"/>
                    <a:pt x="44008" y="100936"/>
                  </a:cubicBezTo>
                  <a:cubicBezTo>
                    <a:pt x="26396" y="109767"/>
                    <a:pt x="281" y="126822"/>
                    <a:pt x="281" y="156972"/>
                  </a:cubicBezTo>
                  <a:cubicBezTo>
                    <a:pt x="281" y="189253"/>
                    <a:pt x="31254" y="209658"/>
                    <a:pt x="63139" y="209658"/>
                  </a:cubicBezTo>
                  <a:cubicBezTo>
                    <a:pt x="97452" y="209658"/>
                    <a:pt x="126300" y="184381"/>
                    <a:pt x="126300" y="151794"/>
                  </a:cubicBezTo>
                  <a:cubicBezTo>
                    <a:pt x="126300" y="140831"/>
                    <a:pt x="122960" y="127126"/>
                    <a:pt x="111421" y="114336"/>
                  </a:cubicBezTo>
                  <a:cubicBezTo>
                    <a:pt x="105651" y="107940"/>
                    <a:pt x="100793" y="104895"/>
                    <a:pt x="81358" y="92713"/>
                  </a:cubicBezTo>
                  <a:close/>
                  <a:moveTo>
                    <a:pt x="50992" y="105504"/>
                  </a:moveTo>
                  <a:lnTo>
                    <a:pt x="88342" y="129258"/>
                  </a:lnTo>
                  <a:cubicBezTo>
                    <a:pt x="96845" y="135044"/>
                    <a:pt x="111117" y="144181"/>
                    <a:pt x="111117" y="162758"/>
                  </a:cubicBezTo>
                  <a:cubicBezTo>
                    <a:pt x="111117" y="185294"/>
                    <a:pt x="88342" y="201131"/>
                    <a:pt x="63442" y="201131"/>
                  </a:cubicBezTo>
                  <a:cubicBezTo>
                    <a:pt x="37327" y="201131"/>
                    <a:pt x="15464" y="182249"/>
                    <a:pt x="15464" y="156972"/>
                  </a:cubicBezTo>
                  <a:cubicBezTo>
                    <a:pt x="15464" y="139308"/>
                    <a:pt x="25181" y="119817"/>
                    <a:pt x="50992" y="105504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F4DF7C39-57A0-C0BA-A261-316D83F92B50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10579540" y="4465163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C3B71583-3174-6DA2-265D-CDBB5037A0DD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10951144" y="4518152"/>
              <a:ext cx="121160" cy="202826"/>
            </a:xfrm>
            <a:custGeom>
              <a:avLst/>
              <a:gdLst>
                <a:gd name="connsiteX0" fmla="*/ 23688 w 121160"/>
                <a:gd name="connsiteY0" fmla="*/ 179508 h 202826"/>
                <a:gd name="connsiteX1" fmla="*/ 55876 w 121160"/>
                <a:gd name="connsiteY1" fmla="*/ 148140 h 202826"/>
                <a:gd name="connsiteX2" fmla="*/ 121467 w 121160"/>
                <a:gd name="connsiteY2" fmla="*/ 59213 h 202826"/>
                <a:gd name="connsiteX3" fmla="*/ 57091 w 121160"/>
                <a:gd name="connsiteY3" fmla="*/ 132 h 202826"/>
                <a:gd name="connsiteX4" fmla="*/ 306 w 121160"/>
                <a:gd name="connsiteY4" fmla="*/ 55254 h 202826"/>
                <a:gd name="connsiteX5" fmla="*/ 16400 w 121160"/>
                <a:gd name="connsiteY5" fmla="*/ 72308 h 202826"/>
                <a:gd name="connsiteX6" fmla="*/ 32191 w 121160"/>
                <a:gd name="connsiteY6" fmla="*/ 56168 h 202826"/>
                <a:gd name="connsiteX7" fmla="*/ 16097 w 121160"/>
                <a:gd name="connsiteY7" fmla="*/ 40331 h 202826"/>
                <a:gd name="connsiteX8" fmla="*/ 12149 w 121160"/>
                <a:gd name="connsiteY8" fmla="*/ 40636 h 202826"/>
                <a:gd name="connsiteX9" fmla="*/ 53143 w 121160"/>
                <a:gd name="connsiteY9" fmla="*/ 9572 h 202826"/>
                <a:gd name="connsiteX10" fmla="*/ 93834 w 121160"/>
                <a:gd name="connsiteY10" fmla="*/ 59213 h 202826"/>
                <a:gd name="connsiteX11" fmla="*/ 61949 w 121160"/>
                <a:gd name="connsiteY11" fmla="*/ 126517 h 202826"/>
                <a:gd name="connsiteX12" fmla="*/ 3646 w 121160"/>
                <a:gd name="connsiteY12" fmla="*/ 191690 h 202826"/>
                <a:gd name="connsiteX13" fmla="*/ 306 w 121160"/>
                <a:gd name="connsiteY13" fmla="*/ 202958 h 202826"/>
                <a:gd name="connsiteX14" fmla="*/ 112964 w 121160"/>
                <a:gd name="connsiteY14" fmla="*/ 202958 h 202826"/>
                <a:gd name="connsiteX15" fmla="*/ 121467 w 121160"/>
                <a:gd name="connsiteY15" fmla="*/ 149967 h 202826"/>
                <a:gd name="connsiteX16" fmla="*/ 113875 w 121160"/>
                <a:gd name="connsiteY16" fmla="*/ 149967 h 202826"/>
                <a:gd name="connsiteX17" fmla="*/ 107195 w 121160"/>
                <a:gd name="connsiteY17" fmla="*/ 177072 h 202826"/>
                <a:gd name="connsiteX18" fmla="*/ 78347 w 121160"/>
                <a:gd name="connsiteY18" fmla="*/ 179508 h 202826"/>
                <a:gd name="connsiteX19" fmla="*/ 23688 w 121160"/>
                <a:gd name="connsiteY19" fmla="*/ 179508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688" y="179508"/>
                  </a:moveTo>
                  <a:lnTo>
                    <a:pt x="55876" y="148140"/>
                  </a:lnTo>
                  <a:cubicBezTo>
                    <a:pt x="103247" y="106113"/>
                    <a:pt x="121467" y="89667"/>
                    <a:pt x="121467" y="59213"/>
                  </a:cubicBezTo>
                  <a:cubicBezTo>
                    <a:pt x="121467" y="24495"/>
                    <a:pt x="94138" y="132"/>
                    <a:pt x="57091" y="132"/>
                  </a:cubicBezTo>
                  <a:cubicBezTo>
                    <a:pt x="22777" y="132"/>
                    <a:pt x="306" y="28150"/>
                    <a:pt x="306" y="55254"/>
                  </a:cubicBezTo>
                  <a:cubicBezTo>
                    <a:pt x="306" y="72308"/>
                    <a:pt x="15489" y="72308"/>
                    <a:pt x="16400" y="72308"/>
                  </a:cubicBezTo>
                  <a:cubicBezTo>
                    <a:pt x="21562" y="72308"/>
                    <a:pt x="32191" y="68654"/>
                    <a:pt x="32191" y="56168"/>
                  </a:cubicBezTo>
                  <a:cubicBezTo>
                    <a:pt x="32191" y="48249"/>
                    <a:pt x="26725" y="40331"/>
                    <a:pt x="16097" y="40331"/>
                  </a:cubicBezTo>
                  <a:cubicBezTo>
                    <a:pt x="13667" y="40331"/>
                    <a:pt x="13060" y="40331"/>
                    <a:pt x="12149" y="40636"/>
                  </a:cubicBezTo>
                  <a:cubicBezTo>
                    <a:pt x="19133" y="20840"/>
                    <a:pt x="35531" y="9572"/>
                    <a:pt x="53143" y="9572"/>
                  </a:cubicBezTo>
                  <a:cubicBezTo>
                    <a:pt x="80776" y="9572"/>
                    <a:pt x="93834" y="34240"/>
                    <a:pt x="93834" y="59213"/>
                  </a:cubicBezTo>
                  <a:cubicBezTo>
                    <a:pt x="93834" y="83577"/>
                    <a:pt x="78651" y="107636"/>
                    <a:pt x="61949" y="126517"/>
                  </a:cubicBezTo>
                  <a:lnTo>
                    <a:pt x="3646" y="191690"/>
                  </a:lnTo>
                  <a:cubicBezTo>
                    <a:pt x="306" y="195040"/>
                    <a:pt x="306" y="195649"/>
                    <a:pt x="306" y="202958"/>
                  </a:cubicBezTo>
                  <a:lnTo>
                    <a:pt x="112964" y="202958"/>
                  </a:lnTo>
                  <a:lnTo>
                    <a:pt x="121467" y="149967"/>
                  </a:lnTo>
                  <a:lnTo>
                    <a:pt x="113875" y="149967"/>
                  </a:lnTo>
                  <a:cubicBezTo>
                    <a:pt x="112357" y="159103"/>
                    <a:pt x="110232" y="172503"/>
                    <a:pt x="107195" y="177072"/>
                  </a:cubicBezTo>
                  <a:cubicBezTo>
                    <a:pt x="105069" y="179508"/>
                    <a:pt x="85028" y="179508"/>
                    <a:pt x="78347" y="179508"/>
                  </a:cubicBezTo>
                  <a:lnTo>
                    <a:pt x="23688" y="17950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BD1A9225-77C5-F2F3-89DA-DBF837D174BF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11113907" y="4688697"/>
              <a:ext cx="32188" cy="32281"/>
            </a:xfrm>
            <a:custGeom>
              <a:avLst/>
              <a:gdLst>
                <a:gd name="connsiteX0" fmla="*/ 32499 w 32188"/>
                <a:gd name="connsiteY0" fmla="*/ 16272 h 32281"/>
                <a:gd name="connsiteX1" fmla="*/ 16405 w 32188"/>
                <a:gd name="connsiteY1" fmla="*/ 132 h 32281"/>
                <a:gd name="connsiteX2" fmla="*/ 311 w 32188"/>
                <a:gd name="connsiteY2" fmla="*/ 16272 h 32281"/>
                <a:gd name="connsiteX3" fmla="*/ 16405 w 32188"/>
                <a:gd name="connsiteY3" fmla="*/ 32413 h 32281"/>
                <a:gd name="connsiteX4" fmla="*/ 32499 w 32188"/>
                <a:gd name="connsiteY4" fmla="*/ 16272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99" y="16272"/>
                  </a:moveTo>
                  <a:cubicBezTo>
                    <a:pt x="32499" y="7441"/>
                    <a:pt x="25211" y="132"/>
                    <a:pt x="16405" y="132"/>
                  </a:cubicBezTo>
                  <a:cubicBezTo>
                    <a:pt x="7599" y="132"/>
                    <a:pt x="311" y="7441"/>
                    <a:pt x="311" y="16272"/>
                  </a:cubicBezTo>
                  <a:cubicBezTo>
                    <a:pt x="311" y="25104"/>
                    <a:pt x="7599" y="32413"/>
                    <a:pt x="16405" y="32413"/>
                  </a:cubicBezTo>
                  <a:cubicBezTo>
                    <a:pt x="25211" y="32413"/>
                    <a:pt x="32499" y="25104"/>
                    <a:pt x="32499" y="1627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D77EBA7F-4650-C7AB-DE8F-13988A08198F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11187326" y="4518152"/>
              <a:ext cx="121160" cy="209526"/>
            </a:xfrm>
            <a:custGeom>
              <a:avLst/>
              <a:gdLst>
                <a:gd name="connsiteX0" fmla="*/ 121475 w 121160"/>
                <a:gd name="connsiteY0" fmla="*/ 141744 h 209526"/>
                <a:gd name="connsiteX1" fmla="*/ 63779 w 121160"/>
                <a:gd name="connsiteY1" fmla="*/ 75049 h 209526"/>
                <a:gd name="connsiteX2" fmla="*/ 25214 w 121160"/>
                <a:gd name="connsiteY2" fmla="*/ 90581 h 209526"/>
                <a:gd name="connsiteX3" fmla="*/ 25214 w 121160"/>
                <a:gd name="connsiteY3" fmla="*/ 31195 h 209526"/>
                <a:gd name="connsiteX4" fmla="*/ 51025 w 121160"/>
                <a:gd name="connsiteY4" fmla="*/ 35154 h 209526"/>
                <a:gd name="connsiteX5" fmla="*/ 109632 w 121160"/>
                <a:gd name="connsiteY5" fmla="*/ 3481 h 209526"/>
                <a:gd name="connsiteX6" fmla="*/ 106595 w 121160"/>
                <a:gd name="connsiteY6" fmla="*/ 132 h 209526"/>
                <a:gd name="connsiteX7" fmla="*/ 104166 w 121160"/>
                <a:gd name="connsiteY7" fmla="*/ 1045 h 209526"/>
                <a:gd name="connsiteX8" fmla="*/ 62868 w 121160"/>
                <a:gd name="connsiteY8" fmla="*/ 9877 h 209526"/>
                <a:gd name="connsiteX9" fmla="*/ 22481 w 121160"/>
                <a:gd name="connsiteY9" fmla="*/ 1350 h 209526"/>
                <a:gd name="connsiteX10" fmla="*/ 18837 w 121160"/>
                <a:gd name="connsiteY10" fmla="*/ 436 h 209526"/>
                <a:gd name="connsiteX11" fmla="*/ 15801 w 121160"/>
                <a:gd name="connsiteY11" fmla="*/ 7745 h 209526"/>
                <a:gd name="connsiteX12" fmla="*/ 15801 w 121160"/>
                <a:gd name="connsiteY12" fmla="*/ 97890 h 209526"/>
                <a:gd name="connsiteX13" fmla="*/ 20052 w 121160"/>
                <a:gd name="connsiteY13" fmla="*/ 105808 h 209526"/>
                <a:gd name="connsiteX14" fmla="*/ 24000 w 121160"/>
                <a:gd name="connsiteY14" fmla="*/ 103067 h 209526"/>
                <a:gd name="connsiteX15" fmla="*/ 63172 w 121160"/>
                <a:gd name="connsiteY15" fmla="*/ 81749 h 209526"/>
                <a:gd name="connsiteX16" fmla="*/ 88983 w 121160"/>
                <a:gd name="connsiteY16" fmla="*/ 101240 h 209526"/>
                <a:gd name="connsiteX17" fmla="*/ 94449 w 121160"/>
                <a:gd name="connsiteY17" fmla="*/ 139613 h 209526"/>
                <a:gd name="connsiteX18" fmla="*/ 87161 w 121160"/>
                <a:gd name="connsiteY18" fmla="*/ 181335 h 209526"/>
                <a:gd name="connsiteX19" fmla="*/ 54669 w 121160"/>
                <a:gd name="connsiteY19" fmla="*/ 201131 h 209526"/>
                <a:gd name="connsiteX20" fmla="*/ 10031 w 121160"/>
                <a:gd name="connsiteY20" fmla="*/ 167022 h 209526"/>
                <a:gd name="connsiteX21" fmla="*/ 15193 w 121160"/>
                <a:gd name="connsiteY21" fmla="*/ 167631 h 209526"/>
                <a:gd name="connsiteX22" fmla="*/ 30376 w 121160"/>
                <a:gd name="connsiteY22" fmla="*/ 152708 h 209526"/>
                <a:gd name="connsiteX23" fmla="*/ 15193 w 121160"/>
                <a:gd name="connsiteY23" fmla="*/ 137785 h 209526"/>
                <a:gd name="connsiteX24" fmla="*/ 314 w 121160"/>
                <a:gd name="connsiteY24" fmla="*/ 153926 h 209526"/>
                <a:gd name="connsiteX25" fmla="*/ 55277 w 121160"/>
                <a:gd name="connsiteY25" fmla="*/ 209658 h 209526"/>
                <a:gd name="connsiteX26" fmla="*/ 121475 w 121160"/>
                <a:gd name="connsiteY26" fmla="*/ 141744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475" y="141744"/>
                  </a:moveTo>
                  <a:cubicBezTo>
                    <a:pt x="121475" y="105504"/>
                    <a:pt x="96575" y="75049"/>
                    <a:pt x="63779" y="75049"/>
                  </a:cubicBezTo>
                  <a:cubicBezTo>
                    <a:pt x="49203" y="75049"/>
                    <a:pt x="36146" y="79922"/>
                    <a:pt x="25214" y="90581"/>
                  </a:cubicBezTo>
                  <a:lnTo>
                    <a:pt x="25214" y="31195"/>
                  </a:lnTo>
                  <a:cubicBezTo>
                    <a:pt x="31287" y="33022"/>
                    <a:pt x="41308" y="35154"/>
                    <a:pt x="51025" y="35154"/>
                  </a:cubicBezTo>
                  <a:cubicBezTo>
                    <a:pt x="88376" y="35154"/>
                    <a:pt x="109632" y="7441"/>
                    <a:pt x="109632" y="3481"/>
                  </a:cubicBezTo>
                  <a:cubicBezTo>
                    <a:pt x="109632" y="1654"/>
                    <a:pt x="108721" y="132"/>
                    <a:pt x="106595" y="132"/>
                  </a:cubicBezTo>
                  <a:cubicBezTo>
                    <a:pt x="106292" y="132"/>
                    <a:pt x="105684" y="132"/>
                    <a:pt x="104166" y="1045"/>
                  </a:cubicBezTo>
                  <a:cubicBezTo>
                    <a:pt x="98093" y="3786"/>
                    <a:pt x="83213" y="9877"/>
                    <a:pt x="62868" y="9877"/>
                  </a:cubicBezTo>
                  <a:cubicBezTo>
                    <a:pt x="50722" y="9877"/>
                    <a:pt x="36753" y="7745"/>
                    <a:pt x="22481" y="1350"/>
                  </a:cubicBezTo>
                  <a:cubicBezTo>
                    <a:pt x="20052" y="436"/>
                    <a:pt x="19445" y="436"/>
                    <a:pt x="18837" y="436"/>
                  </a:cubicBezTo>
                  <a:cubicBezTo>
                    <a:pt x="15801" y="436"/>
                    <a:pt x="15801" y="2872"/>
                    <a:pt x="15801" y="7745"/>
                  </a:cubicBezTo>
                  <a:lnTo>
                    <a:pt x="15801" y="97890"/>
                  </a:lnTo>
                  <a:cubicBezTo>
                    <a:pt x="15801" y="103372"/>
                    <a:pt x="15801" y="105808"/>
                    <a:pt x="20052" y="105808"/>
                  </a:cubicBezTo>
                  <a:cubicBezTo>
                    <a:pt x="22178" y="105808"/>
                    <a:pt x="22785" y="104895"/>
                    <a:pt x="24000" y="103067"/>
                  </a:cubicBezTo>
                  <a:cubicBezTo>
                    <a:pt x="27340" y="98195"/>
                    <a:pt x="38575" y="81749"/>
                    <a:pt x="63172" y="81749"/>
                  </a:cubicBezTo>
                  <a:cubicBezTo>
                    <a:pt x="78962" y="81749"/>
                    <a:pt x="86554" y="95758"/>
                    <a:pt x="88983" y="101240"/>
                  </a:cubicBezTo>
                  <a:cubicBezTo>
                    <a:pt x="93842" y="112508"/>
                    <a:pt x="94449" y="124385"/>
                    <a:pt x="94449" y="139613"/>
                  </a:cubicBezTo>
                  <a:cubicBezTo>
                    <a:pt x="94449" y="150272"/>
                    <a:pt x="94449" y="168544"/>
                    <a:pt x="87161" y="181335"/>
                  </a:cubicBezTo>
                  <a:cubicBezTo>
                    <a:pt x="79873" y="193212"/>
                    <a:pt x="68638" y="201131"/>
                    <a:pt x="54669" y="201131"/>
                  </a:cubicBezTo>
                  <a:cubicBezTo>
                    <a:pt x="32502" y="201131"/>
                    <a:pt x="15193" y="184990"/>
                    <a:pt x="10031" y="167022"/>
                  </a:cubicBezTo>
                  <a:cubicBezTo>
                    <a:pt x="10942" y="167326"/>
                    <a:pt x="11853" y="167631"/>
                    <a:pt x="15193" y="167631"/>
                  </a:cubicBezTo>
                  <a:cubicBezTo>
                    <a:pt x="25214" y="167631"/>
                    <a:pt x="30376" y="160017"/>
                    <a:pt x="30376" y="152708"/>
                  </a:cubicBezTo>
                  <a:cubicBezTo>
                    <a:pt x="30376" y="145399"/>
                    <a:pt x="25214" y="137785"/>
                    <a:pt x="15193" y="137785"/>
                  </a:cubicBezTo>
                  <a:cubicBezTo>
                    <a:pt x="10942" y="137785"/>
                    <a:pt x="314" y="139917"/>
                    <a:pt x="314" y="153926"/>
                  </a:cubicBezTo>
                  <a:cubicBezTo>
                    <a:pt x="314" y="180117"/>
                    <a:pt x="21267" y="209658"/>
                    <a:pt x="55277" y="209658"/>
                  </a:cubicBezTo>
                  <a:cubicBezTo>
                    <a:pt x="90501" y="209658"/>
                    <a:pt x="121475" y="180422"/>
                    <a:pt x="121475" y="141744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749B5C4D-37BB-7FA9-AEA0-163429182270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11336728" y="4518152"/>
              <a:ext cx="126019" cy="209526"/>
            </a:xfrm>
            <a:custGeom>
              <a:avLst/>
              <a:gdLst>
                <a:gd name="connsiteX0" fmla="*/ 99009 w 126019"/>
                <a:gd name="connsiteY0" fmla="*/ 106113 h 209526"/>
                <a:gd name="connsiteX1" fmla="*/ 99009 w 126019"/>
                <a:gd name="connsiteY1" fmla="*/ 115858 h 209526"/>
                <a:gd name="connsiteX2" fmla="*/ 49816 w 126019"/>
                <a:gd name="connsiteY2" fmla="*/ 201131 h 209526"/>
                <a:gd name="connsiteX3" fmla="*/ 20057 w 126019"/>
                <a:gd name="connsiteY3" fmla="*/ 190167 h 209526"/>
                <a:gd name="connsiteX4" fmla="*/ 35847 w 126019"/>
                <a:gd name="connsiteY4" fmla="*/ 176158 h 209526"/>
                <a:gd name="connsiteX5" fmla="*/ 21879 w 126019"/>
                <a:gd name="connsiteY5" fmla="*/ 162149 h 209526"/>
                <a:gd name="connsiteX6" fmla="*/ 7910 w 126019"/>
                <a:gd name="connsiteY6" fmla="*/ 176767 h 209526"/>
                <a:gd name="connsiteX7" fmla="*/ 50119 w 126019"/>
                <a:gd name="connsiteY7" fmla="*/ 209658 h 209526"/>
                <a:gd name="connsiteX8" fmla="*/ 126338 w 126019"/>
                <a:gd name="connsiteY8" fmla="*/ 102763 h 209526"/>
                <a:gd name="connsiteX9" fmla="*/ 64391 w 126019"/>
                <a:gd name="connsiteY9" fmla="*/ 132 h 209526"/>
                <a:gd name="connsiteX10" fmla="*/ 19753 w 126019"/>
                <a:gd name="connsiteY10" fmla="*/ 19318 h 209526"/>
                <a:gd name="connsiteX11" fmla="*/ 319 w 126019"/>
                <a:gd name="connsiteY11" fmla="*/ 68654 h 209526"/>
                <a:gd name="connsiteX12" fmla="*/ 61051 w 126019"/>
                <a:gd name="connsiteY12" fmla="*/ 136567 h 209526"/>
                <a:gd name="connsiteX13" fmla="*/ 99009 w 126019"/>
                <a:gd name="connsiteY13" fmla="*/ 106113 h 209526"/>
                <a:gd name="connsiteX14" fmla="*/ 61355 w 126019"/>
                <a:gd name="connsiteY14" fmla="*/ 129563 h 209526"/>
                <a:gd name="connsiteX15" fmla="*/ 33114 w 126019"/>
                <a:gd name="connsiteY15" fmla="*/ 110376 h 209526"/>
                <a:gd name="connsiteX16" fmla="*/ 27648 w 126019"/>
                <a:gd name="connsiteY16" fmla="*/ 68958 h 209526"/>
                <a:gd name="connsiteX17" fmla="*/ 34025 w 126019"/>
                <a:gd name="connsiteY17" fmla="*/ 26931 h 209526"/>
                <a:gd name="connsiteX18" fmla="*/ 64391 w 126019"/>
                <a:gd name="connsiteY18" fmla="*/ 7745 h 209526"/>
                <a:gd name="connsiteX19" fmla="*/ 93543 w 126019"/>
                <a:gd name="connsiteY19" fmla="*/ 31804 h 209526"/>
                <a:gd name="connsiteX20" fmla="*/ 98401 w 126019"/>
                <a:gd name="connsiteY20" fmla="*/ 74745 h 209526"/>
                <a:gd name="connsiteX21" fmla="*/ 61355 w 126019"/>
                <a:gd name="connsiteY21" fmla="*/ 12956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09526">
                  <a:moveTo>
                    <a:pt x="99009" y="106113"/>
                  </a:moveTo>
                  <a:lnTo>
                    <a:pt x="99009" y="115858"/>
                  </a:lnTo>
                  <a:cubicBezTo>
                    <a:pt x="99009" y="187122"/>
                    <a:pt x="67428" y="201131"/>
                    <a:pt x="49816" y="201131"/>
                  </a:cubicBezTo>
                  <a:cubicBezTo>
                    <a:pt x="44653" y="201131"/>
                    <a:pt x="28256" y="200521"/>
                    <a:pt x="20057" y="190167"/>
                  </a:cubicBezTo>
                  <a:cubicBezTo>
                    <a:pt x="33418" y="190167"/>
                    <a:pt x="35847" y="181335"/>
                    <a:pt x="35847" y="176158"/>
                  </a:cubicBezTo>
                  <a:cubicBezTo>
                    <a:pt x="35847" y="166717"/>
                    <a:pt x="28559" y="162149"/>
                    <a:pt x="21879" y="162149"/>
                  </a:cubicBezTo>
                  <a:cubicBezTo>
                    <a:pt x="17020" y="162149"/>
                    <a:pt x="7910" y="164890"/>
                    <a:pt x="7910" y="176767"/>
                  </a:cubicBezTo>
                  <a:cubicBezTo>
                    <a:pt x="7910" y="197171"/>
                    <a:pt x="24308" y="209658"/>
                    <a:pt x="50119" y="209658"/>
                  </a:cubicBezTo>
                  <a:cubicBezTo>
                    <a:pt x="89292" y="209658"/>
                    <a:pt x="126338" y="168240"/>
                    <a:pt x="126338" y="102763"/>
                  </a:cubicBezTo>
                  <a:cubicBezTo>
                    <a:pt x="126338" y="20840"/>
                    <a:pt x="91417" y="132"/>
                    <a:pt x="64391" y="132"/>
                  </a:cubicBezTo>
                  <a:cubicBezTo>
                    <a:pt x="47690" y="132"/>
                    <a:pt x="32811" y="5613"/>
                    <a:pt x="19753" y="19318"/>
                  </a:cubicBezTo>
                  <a:cubicBezTo>
                    <a:pt x="7303" y="33022"/>
                    <a:pt x="319" y="45813"/>
                    <a:pt x="319" y="68654"/>
                  </a:cubicBezTo>
                  <a:cubicBezTo>
                    <a:pt x="319" y="106722"/>
                    <a:pt x="27041" y="136567"/>
                    <a:pt x="61051" y="136567"/>
                  </a:cubicBezTo>
                  <a:cubicBezTo>
                    <a:pt x="79574" y="136567"/>
                    <a:pt x="92025" y="123776"/>
                    <a:pt x="99009" y="106113"/>
                  </a:cubicBezTo>
                  <a:close/>
                  <a:moveTo>
                    <a:pt x="61355" y="129563"/>
                  </a:moveTo>
                  <a:cubicBezTo>
                    <a:pt x="56496" y="129563"/>
                    <a:pt x="42528" y="129563"/>
                    <a:pt x="33114" y="110376"/>
                  </a:cubicBezTo>
                  <a:cubicBezTo>
                    <a:pt x="27648" y="99108"/>
                    <a:pt x="27648" y="83881"/>
                    <a:pt x="27648" y="68958"/>
                  </a:cubicBezTo>
                  <a:cubicBezTo>
                    <a:pt x="27648" y="52513"/>
                    <a:pt x="27648" y="38200"/>
                    <a:pt x="34025" y="26931"/>
                  </a:cubicBezTo>
                  <a:cubicBezTo>
                    <a:pt x="42224" y="11704"/>
                    <a:pt x="53763" y="7745"/>
                    <a:pt x="64391" y="7745"/>
                  </a:cubicBezTo>
                  <a:cubicBezTo>
                    <a:pt x="78360" y="7745"/>
                    <a:pt x="88381" y="18100"/>
                    <a:pt x="93543" y="31804"/>
                  </a:cubicBezTo>
                  <a:cubicBezTo>
                    <a:pt x="97187" y="41549"/>
                    <a:pt x="98401" y="60736"/>
                    <a:pt x="98401" y="74745"/>
                  </a:cubicBezTo>
                  <a:cubicBezTo>
                    <a:pt x="98401" y="100022"/>
                    <a:pt x="88077" y="129563"/>
                    <a:pt x="61355" y="12956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F771BC5C-20C1-07F2-6032-441582440DED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11820079" y="4465163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0E4726BF-074D-FF4C-E505-9F574D8D13AD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12113339" y="4518152"/>
              <a:ext cx="126019" cy="209526"/>
            </a:xfrm>
            <a:custGeom>
              <a:avLst/>
              <a:gdLst>
                <a:gd name="connsiteX0" fmla="*/ 75652 w 126019"/>
                <a:gd name="connsiteY0" fmla="*/ 95758 h 209526"/>
                <a:gd name="connsiteX1" fmla="*/ 118165 w 126019"/>
                <a:gd name="connsiteY1" fmla="*/ 42159 h 209526"/>
                <a:gd name="connsiteX2" fmla="*/ 62291 w 126019"/>
                <a:gd name="connsiteY2" fmla="*/ 132 h 209526"/>
                <a:gd name="connsiteX3" fmla="*/ 8543 w 126019"/>
                <a:gd name="connsiteY3" fmla="*/ 41549 h 209526"/>
                <a:gd name="connsiteX4" fmla="*/ 24030 w 126019"/>
                <a:gd name="connsiteY4" fmla="*/ 57386 h 209526"/>
                <a:gd name="connsiteX5" fmla="*/ 39517 w 126019"/>
                <a:gd name="connsiteY5" fmla="*/ 41854 h 209526"/>
                <a:gd name="connsiteX6" fmla="*/ 20690 w 126019"/>
                <a:gd name="connsiteY6" fmla="*/ 26627 h 209526"/>
                <a:gd name="connsiteX7" fmla="*/ 61077 w 126019"/>
                <a:gd name="connsiteY7" fmla="*/ 7745 h 209526"/>
                <a:gd name="connsiteX8" fmla="*/ 90228 w 126019"/>
                <a:gd name="connsiteY8" fmla="*/ 41854 h 209526"/>
                <a:gd name="connsiteX9" fmla="*/ 81726 w 126019"/>
                <a:gd name="connsiteY9" fmla="*/ 76572 h 209526"/>
                <a:gd name="connsiteX10" fmla="*/ 54700 w 126019"/>
                <a:gd name="connsiteY10" fmla="*/ 92408 h 209526"/>
                <a:gd name="connsiteX11" fmla="*/ 42857 w 126019"/>
                <a:gd name="connsiteY11" fmla="*/ 93322 h 209526"/>
                <a:gd name="connsiteX12" fmla="*/ 38302 w 126019"/>
                <a:gd name="connsiteY12" fmla="*/ 96976 h 209526"/>
                <a:gd name="connsiteX13" fmla="*/ 45590 w 126019"/>
                <a:gd name="connsiteY13" fmla="*/ 100326 h 209526"/>
                <a:gd name="connsiteX14" fmla="*/ 58951 w 126019"/>
                <a:gd name="connsiteY14" fmla="*/ 100326 h 209526"/>
                <a:gd name="connsiteX15" fmla="*/ 95087 w 126019"/>
                <a:gd name="connsiteY15" fmla="*/ 150881 h 209526"/>
                <a:gd name="connsiteX16" fmla="*/ 60773 w 126019"/>
                <a:gd name="connsiteY16" fmla="*/ 201131 h 209526"/>
                <a:gd name="connsiteX17" fmla="*/ 14313 w 126019"/>
                <a:gd name="connsiteY17" fmla="*/ 177985 h 209526"/>
                <a:gd name="connsiteX18" fmla="*/ 34354 w 126019"/>
                <a:gd name="connsiteY18" fmla="*/ 161235 h 209526"/>
                <a:gd name="connsiteX19" fmla="*/ 17349 w 126019"/>
                <a:gd name="connsiteY19" fmla="*/ 144181 h 209526"/>
                <a:gd name="connsiteX20" fmla="*/ 344 w 126019"/>
                <a:gd name="connsiteY20" fmla="*/ 161844 h 209526"/>
                <a:gd name="connsiteX21" fmla="*/ 61684 w 126019"/>
                <a:gd name="connsiteY21" fmla="*/ 209658 h 209526"/>
                <a:gd name="connsiteX22" fmla="*/ 126364 w 126019"/>
                <a:gd name="connsiteY22" fmla="*/ 150881 h 209526"/>
                <a:gd name="connsiteX23" fmla="*/ 75652 w 126019"/>
                <a:gd name="connsiteY23" fmla="*/ 95758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09526">
                  <a:moveTo>
                    <a:pt x="75652" y="95758"/>
                  </a:moveTo>
                  <a:cubicBezTo>
                    <a:pt x="100553" y="87536"/>
                    <a:pt x="118165" y="66218"/>
                    <a:pt x="118165" y="42159"/>
                  </a:cubicBezTo>
                  <a:cubicBezTo>
                    <a:pt x="118165" y="17186"/>
                    <a:pt x="91443" y="132"/>
                    <a:pt x="62291" y="132"/>
                  </a:cubicBezTo>
                  <a:cubicBezTo>
                    <a:pt x="31621" y="132"/>
                    <a:pt x="8543" y="18404"/>
                    <a:pt x="8543" y="41549"/>
                  </a:cubicBezTo>
                  <a:cubicBezTo>
                    <a:pt x="8543" y="51599"/>
                    <a:pt x="15224" y="57386"/>
                    <a:pt x="24030" y="57386"/>
                  </a:cubicBezTo>
                  <a:cubicBezTo>
                    <a:pt x="33443" y="57386"/>
                    <a:pt x="39517" y="50686"/>
                    <a:pt x="39517" y="41854"/>
                  </a:cubicBezTo>
                  <a:cubicBezTo>
                    <a:pt x="39517" y="26627"/>
                    <a:pt x="25245" y="26627"/>
                    <a:pt x="20690" y="26627"/>
                  </a:cubicBezTo>
                  <a:cubicBezTo>
                    <a:pt x="30103" y="11704"/>
                    <a:pt x="50145" y="7745"/>
                    <a:pt x="61077" y="7745"/>
                  </a:cubicBezTo>
                  <a:cubicBezTo>
                    <a:pt x="73527" y="7745"/>
                    <a:pt x="90228" y="14445"/>
                    <a:pt x="90228" y="41854"/>
                  </a:cubicBezTo>
                  <a:cubicBezTo>
                    <a:pt x="90228" y="45509"/>
                    <a:pt x="89621" y="63172"/>
                    <a:pt x="81726" y="76572"/>
                  </a:cubicBezTo>
                  <a:cubicBezTo>
                    <a:pt x="72616" y="91190"/>
                    <a:pt x="62291" y="92104"/>
                    <a:pt x="54700" y="92408"/>
                  </a:cubicBezTo>
                  <a:cubicBezTo>
                    <a:pt x="52270" y="92713"/>
                    <a:pt x="44983" y="93322"/>
                    <a:pt x="42857" y="93322"/>
                  </a:cubicBezTo>
                  <a:cubicBezTo>
                    <a:pt x="40428" y="93627"/>
                    <a:pt x="38302" y="93931"/>
                    <a:pt x="38302" y="96976"/>
                  </a:cubicBezTo>
                  <a:cubicBezTo>
                    <a:pt x="38302" y="100326"/>
                    <a:pt x="40428" y="100326"/>
                    <a:pt x="45590" y="100326"/>
                  </a:cubicBezTo>
                  <a:lnTo>
                    <a:pt x="58951" y="100326"/>
                  </a:lnTo>
                  <a:cubicBezTo>
                    <a:pt x="83851" y="100326"/>
                    <a:pt x="95087" y="121035"/>
                    <a:pt x="95087" y="150881"/>
                  </a:cubicBezTo>
                  <a:cubicBezTo>
                    <a:pt x="95087" y="192299"/>
                    <a:pt x="74134" y="201131"/>
                    <a:pt x="60773" y="201131"/>
                  </a:cubicBezTo>
                  <a:cubicBezTo>
                    <a:pt x="47716" y="201131"/>
                    <a:pt x="24941" y="195953"/>
                    <a:pt x="14313" y="177985"/>
                  </a:cubicBezTo>
                  <a:cubicBezTo>
                    <a:pt x="24941" y="179508"/>
                    <a:pt x="34354" y="172808"/>
                    <a:pt x="34354" y="161235"/>
                  </a:cubicBezTo>
                  <a:cubicBezTo>
                    <a:pt x="34354" y="150272"/>
                    <a:pt x="26156" y="144181"/>
                    <a:pt x="17349" y="144181"/>
                  </a:cubicBezTo>
                  <a:cubicBezTo>
                    <a:pt x="10062" y="144181"/>
                    <a:pt x="344" y="148444"/>
                    <a:pt x="344" y="161844"/>
                  </a:cubicBezTo>
                  <a:cubicBezTo>
                    <a:pt x="344" y="189558"/>
                    <a:pt x="28585" y="209658"/>
                    <a:pt x="61684" y="209658"/>
                  </a:cubicBezTo>
                  <a:cubicBezTo>
                    <a:pt x="98731" y="209658"/>
                    <a:pt x="126364" y="181944"/>
                    <a:pt x="126364" y="150881"/>
                  </a:cubicBezTo>
                  <a:cubicBezTo>
                    <a:pt x="126364" y="125908"/>
                    <a:pt x="107233" y="102154"/>
                    <a:pt x="75652" y="9575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57B7F2CC-633E-8C04-0FF0-95A38B40EBBE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12278531" y="4688697"/>
              <a:ext cx="32188" cy="32281"/>
            </a:xfrm>
            <a:custGeom>
              <a:avLst/>
              <a:gdLst>
                <a:gd name="connsiteX0" fmla="*/ 32537 w 32188"/>
                <a:gd name="connsiteY0" fmla="*/ 16272 h 32281"/>
                <a:gd name="connsiteX1" fmla="*/ 16443 w 32188"/>
                <a:gd name="connsiteY1" fmla="*/ 132 h 32281"/>
                <a:gd name="connsiteX2" fmla="*/ 349 w 32188"/>
                <a:gd name="connsiteY2" fmla="*/ 16272 h 32281"/>
                <a:gd name="connsiteX3" fmla="*/ 16443 w 32188"/>
                <a:gd name="connsiteY3" fmla="*/ 32413 h 32281"/>
                <a:gd name="connsiteX4" fmla="*/ 32537 w 32188"/>
                <a:gd name="connsiteY4" fmla="*/ 16272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537" y="16272"/>
                  </a:moveTo>
                  <a:cubicBezTo>
                    <a:pt x="32537" y="7441"/>
                    <a:pt x="25250" y="132"/>
                    <a:pt x="16443" y="132"/>
                  </a:cubicBezTo>
                  <a:cubicBezTo>
                    <a:pt x="7637" y="132"/>
                    <a:pt x="349" y="7441"/>
                    <a:pt x="349" y="16272"/>
                  </a:cubicBezTo>
                  <a:cubicBezTo>
                    <a:pt x="349" y="25104"/>
                    <a:pt x="7637" y="32413"/>
                    <a:pt x="16443" y="32413"/>
                  </a:cubicBezTo>
                  <a:cubicBezTo>
                    <a:pt x="25250" y="32413"/>
                    <a:pt x="32537" y="25104"/>
                    <a:pt x="32537" y="16272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B515F1BF-749D-F588-C45F-66E9C20F54DC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12345269" y="4514802"/>
              <a:ext cx="134521" cy="206176"/>
            </a:xfrm>
            <a:custGeom>
              <a:avLst/>
              <a:gdLst>
                <a:gd name="connsiteX0" fmla="*/ 81126 w 134521"/>
                <a:gd name="connsiteY0" fmla="*/ 156058 h 206176"/>
                <a:gd name="connsiteX1" fmla="*/ 81126 w 134521"/>
                <a:gd name="connsiteY1" fmla="*/ 182553 h 206176"/>
                <a:gd name="connsiteX2" fmla="*/ 58048 w 134521"/>
                <a:gd name="connsiteY2" fmla="*/ 196867 h 206176"/>
                <a:gd name="connsiteX3" fmla="*/ 51671 w 134521"/>
                <a:gd name="connsiteY3" fmla="*/ 196867 h 206176"/>
                <a:gd name="connsiteX4" fmla="*/ 51671 w 134521"/>
                <a:gd name="connsiteY4" fmla="*/ 206308 h 206176"/>
                <a:gd name="connsiteX5" fmla="*/ 92665 w 134521"/>
                <a:gd name="connsiteY5" fmla="*/ 205394 h 206176"/>
                <a:gd name="connsiteX6" fmla="*/ 133963 w 134521"/>
                <a:gd name="connsiteY6" fmla="*/ 206308 h 206176"/>
                <a:gd name="connsiteX7" fmla="*/ 133963 w 134521"/>
                <a:gd name="connsiteY7" fmla="*/ 196867 h 206176"/>
                <a:gd name="connsiteX8" fmla="*/ 127586 w 134521"/>
                <a:gd name="connsiteY8" fmla="*/ 196867 h 206176"/>
                <a:gd name="connsiteX9" fmla="*/ 104508 w 134521"/>
                <a:gd name="connsiteY9" fmla="*/ 182553 h 206176"/>
                <a:gd name="connsiteX10" fmla="*/ 104508 w 134521"/>
                <a:gd name="connsiteY10" fmla="*/ 156058 h 206176"/>
                <a:gd name="connsiteX11" fmla="*/ 134874 w 134521"/>
                <a:gd name="connsiteY11" fmla="*/ 156058 h 206176"/>
                <a:gd name="connsiteX12" fmla="*/ 134874 w 134521"/>
                <a:gd name="connsiteY12" fmla="*/ 146617 h 206176"/>
                <a:gd name="connsiteX13" fmla="*/ 104508 w 134521"/>
                <a:gd name="connsiteY13" fmla="*/ 146617 h 206176"/>
                <a:gd name="connsiteX14" fmla="*/ 104508 w 134521"/>
                <a:gd name="connsiteY14" fmla="*/ 8050 h 206176"/>
                <a:gd name="connsiteX15" fmla="*/ 99649 w 134521"/>
                <a:gd name="connsiteY15" fmla="*/ 132 h 206176"/>
                <a:gd name="connsiteX16" fmla="*/ 93576 w 134521"/>
                <a:gd name="connsiteY16" fmla="*/ 3786 h 206176"/>
                <a:gd name="connsiteX17" fmla="*/ 352 w 134521"/>
                <a:gd name="connsiteY17" fmla="*/ 146617 h 206176"/>
                <a:gd name="connsiteX18" fmla="*/ 352 w 134521"/>
                <a:gd name="connsiteY18" fmla="*/ 156058 h 206176"/>
                <a:gd name="connsiteX19" fmla="*/ 81126 w 134521"/>
                <a:gd name="connsiteY19" fmla="*/ 156058 h 206176"/>
                <a:gd name="connsiteX20" fmla="*/ 82948 w 134521"/>
                <a:gd name="connsiteY20" fmla="*/ 146617 h 206176"/>
                <a:gd name="connsiteX21" fmla="*/ 8855 w 134521"/>
                <a:gd name="connsiteY21" fmla="*/ 146617 h 206176"/>
                <a:gd name="connsiteX22" fmla="*/ 82948 w 134521"/>
                <a:gd name="connsiteY22" fmla="*/ 33022 h 206176"/>
                <a:gd name="connsiteX23" fmla="*/ 82948 w 134521"/>
                <a:gd name="connsiteY23" fmla="*/ 146617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1126" y="156058"/>
                  </a:moveTo>
                  <a:lnTo>
                    <a:pt x="81126" y="182553"/>
                  </a:lnTo>
                  <a:cubicBezTo>
                    <a:pt x="81126" y="193517"/>
                    <a:pt x="80519" y="196867"/>
                    <a:pt x="58048" y="196867"/>
                  </a:cubicBezTo>
                  <a:lnTo>
                    <a:pt x="51671" y="196867"/>
                  </a:lnTo>
                  <a:lnTo>
                    <a:pt x="51671" y="206308"/>
                  </a:lnTo>
                  <a:cubicBezTo>
                    <a:pt x="64121" y="205394"/>
                    <a:pt x="79911" y="205394"/>
                    <a:pt x="92665" y="205394"/>
                  </a:cubicBezTo>
                  <a:cubicBezTo>
                    <a:pt x="105419" y="205394"/>
                    <a:pt x="121513" y="205394"/>
                    <a:pt x="133963" y="206308"/>
                  </a:cubicBezTo>
                  <a:lnTo>
                    <a:pt x="133963" y="196867"/>
                  </a:lnTo>
                  <a:lnTo>
                    <a:pt x="127586" y="196867"/>
                  </a:lnTo>
                  <a:cubicBezTo>
                    <a:pt x="105115" y="196867"/>
                    <a:pt x="104508" y="193517"/>
                    <a:pt x="104508" y="182553"/>
                  </a:cubicBezTo>
                  <a:lnTo>
                    <a:pt x="104508" y="156058"/>
                  </a:lnTo>
                  <a:lnTo>
                    <a:pt x="134874" y="156058"/>
                  </a:lnTo>
                  <a:lnTo>
                    <a:pt x="134874" y="146617"/>
                  </a:lnTo>
                  <a:lnTo>
                    <a:pt x="104508" y="146617"/>
                  </a:lnTo>
                  <a:lnTo>
                    <a:pt x="104508" y="8050"/>
                  </a:lnTo>
                  <a:cubicBezTo>
                    <a:pt x="104508" y="1959"/>
                    <a:pt x="104508" y="132"/>
                    <a:pt x="99649" y="132"/>
                  </a:cubicBezTo>
                  <a:cubicBezTo>
                    <a:pt x="96916" y="132"/>
                    <a:pt x="96005" y="132"/>
                    <a:pt x="93576" y="3786"/>
                  </a:cubicBezTo>
                  <a:lnTo>
                    <a:pt x="352" y="146617"/>
                  </a:lnTo>
                  <a:lnTo>
                    <a:pt x="352" y="156058"/>
                  </a:lnTo>
                  <a:lnTo>
                    <a:pt x="81126" y="156058"/>
                  </a:lnTo>
                  <a:close/>
                  <a:moveTo>
                    <a:pt x="82948" y="146617"/>
                  </a:moveTo>
                  <a:lnTo>
                    <a:pt x="8855" y="146617"/>
                  </a:lnTo>
                  <a:lnTo>
                    <a:pt x="82948" y="33022"/>
                  </a:lnTo>
                  <a:lnTo>
                    <a:pt x="82948" y="146617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089F13B3-E38A-640F-3ED7-519C39E9189F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12503781" y="4518152"/>
              <a:ext cx="121160" cy="202826"/>
            </a:xfrm>
            <a:custGeom>
              <a:avLst/>
              <a:gdLst>
                <a:gd name="connsiteX0" fmla="*/ 23739 w 121160"/>
                <a:gd name="connsiteY0" fmla="*/ 179508 h 202826"/>
                <a:gd name="connsiteX1" fmla="*/ 55927 w 121160"/>
                <a:gd name="connsiteY1" fmla="*/ 148140 h 202826"/>
                <a:gd name="connsiteX2" fmla="*/ 121518 w 121160"/>
                <a:gd name="connsiteY2" fmla="*/ 59213 h 202826"/>
                <a:gd name="connsiteX3" fmla="*/ 57142 w 121160"/>
                <a:gd name="connsiteY3" fmla="*/ 132 h 202826"/>
                <a:gd name="connsiteX4" fmla="*/ 357 w 121160"/>
                <a:gd name="connsiteY4" fmla="*/ 55254 h 202826"/>
                <a:gd name="connsiteX5" fmla="*/ 16451 w 121160"/>
                <a:gd name="connsiteY5" fmla="*/ 72308 h 202826"/>
                <a:gd name="connsiteX6" fmla="*/ 32242 w 121160"/>
                <a:gd name="connsiteY6" fmla="*/ 56168 h 202826"/>
                <a:gd name="connsiteX7" fmla="*/ 16147 w 121160"/>
                <a:gd name="connsiteY7" fmla="*/ 40331 h 202826"/>
                <a:gd name="connsiteX8" fmla="*/ 12200 w 121160"/>
                <a:gd name="connsiteY8" fmla="*/ 40636 h 202826"/>
                <a:gd name="connsiteX9" fmla="*/ 53194 w 121160"/>
                <a:gd name="connsiteY9" fmla="*/ 9572 h 202826"/>
                <a:gd name="connsiteX10" fmla="*/ 93885 w 121160"/>
                <a:gd name="connsiteY10" fmla="*/ 59213 h 202826"/>
                <a:gd name="connsiteX11" fmla="*/ 62000 w 121160"/>
                <a:gd name="connsiteY11" fmla="*/ 126517 h 202826"/>
                <a:gd name="connsiteX12" fmla="*/ 3697 w 121160"/>
                <a:gd name="connsiteY12" fmla="*/ 191690 h 202826"/>
                <a:gd name="connsiteX13" fmla="*/ 357 w 121160"/>
                <a:gd name="connsiteY13" fmla="*/ 202958 h 202826"/>
                <a:gd name="connsiteX14" fmla="*/ 113015 w 121160"/>
                <a:gd name="connsiteY14" fmla="*/ 202958 h 202826"/>
                <a:gd name="connsiteX15" fmla="*/ 121518 w 121160"/>
                <a:gd name="connsiteY15" fmla="*/ 149967 h 202826"/>
                <a:gd name="connsiteX16" fmla="*/ 113926 w 121160"/>
                <a:gd name="connsiteY16" fmla="*/ 149967 h 202826"/>
                <a:gd name="connsiteX17" fmla="*/ 107246 w 121160"/>
                <a:gd name="connsiteY17" fmla="*/ 177072 h 202826"/>
                <a:gd name="connsiteX18" fmla="*/ 78398 w 121160"/>
                <a:gd name="connsiteY18" fmla="*/ 179508 h 202826"/>
                <a:gd name="connsiteX19" fmla="*/ 23739 w 121160"/>
                <a:gd name="connsiteY19" fmla="*/ 179508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739" y="179508"/>
                  </a:moveTo>
                  <a:lnTo>
                    <a:pt x="55927" y="148140"/>
                  </a:lnTo>
                  <a:cubicBezTo>
                    <a:pt x="103298" y="106113"/>
                    <a:pt x="121518" y="89667"/>
                    <a:pt x="121518" y="59213"/>
                  </a:cubicBezTo>
                  <a:cubicBezTo>
                    <a:pt x="121518" y="24495"/>
                    <a:pt x="94188" y="132"/>
                    <a:pt x="57142" y="132"/>
                  </a:cubicBezTo>
                  <a:cubicBezTo>
                    <a:pt x="22828" y="132"/>
                    <a:pt x="357" y="28150"/>
                    <a:pt x="357" y="55254"/>
                  </a:cubicBezTo>
                  <a:cubicBezTo>
                    <a:pt x="357" y="72308"/>
                    <a:pt x="15540" y="72308"/>
                    <a:pt x="16451" y="72308"/>
                  </a:cubicBezTo>
                  <a:cubicBezTo>
                    <a:pt x="21613" y="72308"/>
                    <a:pt x="32242" y="68654"/>
                    <a:pt x="32242" y="56168"/>
                  </a:cubicBezTo>
                  <a:cubicBezTo>
                    <a:pt x="32242" y="48249"/>
                    <a:pt x="26776" y="40331"/>
                    <a:pt x="16147" y="40331"/>
                  </a:cubicBezTo>
                  <a:cubicBezTo>
                    <a:pt x="13718" y="40331"/>
                    <a:pt x="13111" y="40331"/>
                    <a:pt x="12200" y="40636"/>
                  </a:cubicBezTo>
                  <a:cubicBezTo>
                    <a:pt x="19184" y="20840"/>
                    <a:pt x="35582" y="9572"/>
                    <a:pt x="53194" y="9572"/>
                  </a:cubicBezTo>
                  <a:cubicBezTo>
                    <a:pt x="80827" y="9572"/>
                    <a:pt x="93885" y="34240"/>
                    <a:pt x="93885" y="59213"/>
                  </a:cubicBezTo>
                  <a:cubicBezTo>
                    <a:pt x="93885" y="83577"/>
                    <a:pt x="78702" y="107636"/>
                    <a:pt x="62000" y="126517"/>
                  </a:cubicBezTo>
                  <a:lnTo>
                    <a:pt x="3697" y="191690"/>
                  </a:lnTo>
                  <a:cubicBezTo>
                    <a:pt x="357" y="195040"/>
                    <a:pt x="357" y="195649"/>
                    <a:pt x="357" y="202958"/>
                  </a:cubicBezTo>
                  <a:lnTo>
                    <a:pt x="113015" y="202958"/>
                  </a:lnTo>
                  <a:lnTo>
                    <a:pt x="121518" y="149967"/>
                  </a:lnTo>
                  <a:lnTo>
                    <a:pt x="113926" y="149967"/>
                  </a:lnTo>
                  <a:cubicBezTo>
                    <a:pt x="112408" y="159103"/>
                    <a:pt x="110283" y="172503"/>
                    <a:pt x="107246" y="177072"/>
                  </a:cubicBezTo>
                  <a:cubicBezTo>
                    <a:pt x="105120" y="179508"/>
                    <a:pt x="85079" y="179508"/>
                    <a:pt x="78398" y="179508"/>
                  </a:cubicBezTo>
                  <a:lnTo>
                    <a:pt x="23739" y="17950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9BFDD9E-0AA4-A7DC-167C-F725842A6563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12655612" y="4518152"/>
              <a:ext cx="121160" cy="209526"/>
            </a:xfrm>
            <a:custGeom>
              <a:avLst/>
              <a:gdLst>
                <a:gd name="connsiteX0" fmla="*/ 121523 w 121160"/>
                <a:gd name="connsiteY0" fmla="*/ 141744 h 209526"/>
                <a:gd name="connsiteX1" fmla="*/ 63827 w 121160"/>
                <a:gd name="connsiteY1" fmla="*/ 75049 h 209526"/>
                <a:gd name="connsiteX2" fmla="*/ 25262 w 121160"/>
                <a:gd name="connsiteY2" fmla="*/ 90581 h 209526"/>
                <a:gd name="connsiteX3" fmla="*/ 25262 w 121160"/>
                <a:gd name="connsiteY3" fmla="*/ 31195 h 209526"/>
                <a:gd name="connsiteX4" fmla="*/ 51074 w 121160"/>
                <a:gd name="connsiteY4" fmla="*/ 35154 h 209526"/>
                <a:gd name="connsiteX5" fmla="*/ 109680 w 121160"/>
                <a:gd name="connsiteY5" fmla="*/ 3481 h 209526"/>
                <a:gd name="connsiteX6" fmla="*/ 106644 w 121160"/>
                <a:gd name="connsiteY6" fmla="*/ 132 h 209526"/>
                <a:gd name="connsiteX7" fmla="*/ 104214 w 121160"/>
                <a:gd name="connsiteY7" fmla="*/ 1045 h 209526"/>
                <a:gd name="connsiteX8" fmla="*/ 62916 w 121160"/>
                <a:gd name="connsiteY8" fmla="*/ 9877 h 209526"/>
                <a:gd name="connsiteX9" fmla="*/ 22529 w 121160"/>
                <a:gd name="connsiteY9" fmla="*/ 1350 h 209526"/>
                <a:gd name="connsiteX10" fmla="*/ 18885 w 121160"/>
                <a:gd name="connsiteY10" fmla="*/ 436 h 209526"/>
                <a:gd name="connsiteX11" fmla="*/ 15849 w 121160"/>
                <a:gd name="connsiteY11" fmla="*/ 7745 h 209526"/>
                <a:gd name="connsiteX12" fmla="*/ 15849 w 121160"/>
                <a:gd name="connsiteY12" fmla="*/ 97890 h 209526"/>
                <a:gd name="connsiteX13" fmla="*/ 20100 w 121160"/>
                <a:gd name="connsiteY13" fmla="*/ 105808 h 209526"/>
                <a:gd name="connsiteX14" fmla="*/ 24048 w 121160"/>
                <a:gd name="connsiteY14" fmla="*/ 103067 h 209526"/>
                <a:gd name="connsiteX15" fmla="*/ 63220 w 121160"/>
                <a:gd name="connsiteY15" fmla="*/ 81749 h 209526"/>
                <a:gd name="connsiteX16" fmla="*/ 89031 w 121160"/>
                <a:gd name="connsiteY16" fmla="*/ 101240 h 209526"/>
                <a:gd name="connsiteX17" fmla="*/ 94497 w 121160"/>
                <a:gd name="connsiteY17" fmla="*/ 139613 h 209526"/>
                <a:gd name="connsiteX18" fmla="*/ 87209 w 121160"/>
                <a:gd name="connsiteY18" fmla="*/ 181335 h 209526"/>
                <a:gd name="connsiteX19" fmla="*/ 54717 w 121160"/>
                <a:gd name="connsiteY19" fmla="*/ 201131 h 209526"/>
                <a:gd name="connsiteX20" fmla="*/ 10079 w 121160"/>
                <a:gd name="connsiteY20" fmla="*/ 167022 h 209526"/>
                <a:gd name="connsiteX21" fmla="*/ 15241 w 121160"/>
                <a:gd name="connsiteY21" fmla="*/ 167631 h 209526"/>
                <a:gd name="connsiteX22" fmla="*/ 30425 w 121160"/>
                <a:gd name="connsiteY22" fmla="*/ 152708 h 209526"/>
                <a:gd name="connsiteX23" fmla="*/ 15241 w 121160"/>
                <a:gd name="connsiteY23" fmla="*/ 137785 h 209526"/>
                <a:gd name="connsiteX24" fmla="*/ 362 w 121160"/>
                <a:gd name="connsiteY24" fmla="*/ 153926 h 209526"/>
                <a:gd name="connsiteX25" fmla="*/ 55325 w 121160"/>
                <a:gd name="connsiteY25" fmla="*/ 209658 h 209526"/>
                <a:gd name="connsiteX26" fmla="*/ 121523 w 121160"/>
                <a:gd name="connsiteY26" fmla="*/ 141744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523" y="141744"/>
                  </a:moveTo>
                  <a:cubicBezTo>
                    <a:pt x="121523" y="105504"/>
                    <a:pt x="96623" y="75049"/>
                    <a:pt x="63827" y="75049"/>
                  </a:cubicBezTo>
                  <a:cubicBezTo>
                    <a:pt x="49252" y="75049"/>
                    <a:pt x="36194" y="79922"/>
                    <a:pt x="25262" y="90581"/>
                  </a:cubicBezTo>
                  <a:lnTo>
                    <a:pt x="25262" y="31195"/>
                  </a:lnTo>
                  <a:cubicBezTo>
                    <a:pt x="31336" y="33022"/>
                    <a:pt x="41356" y="35154"/>
                    <a:pt x="51074" y="35154"/>
                  </a:cubicBezTo>
                  <a:cubicBezTo>
                    <a:pt x="88424" y="35154"/>
                    <a:pt x="109680" y="7441"/>
                    <a:pt x="109680" y="3481"/>
                  </a:cubicBezTo>
                  <a:cubicBezTo>
                    <a:pt x="109680" y="1654"/>
                    <a:pt x="108769" y="132"/>
                    <a:pt x="106644" y="132"/>
                  </a:cubicBezTo>
                  <a:cubicBezTo>
                    <a:pt x="106340" y="132"/>
                    <a:pt x="105733" y="132"/>
                    <a:pt x="104214" y="1045"/>
                  </a:cubicBezTo>
                  <a:cubicBezTo>
                    <a:pt x="98141" y="3786"/>
                    <a:pt x="83262" y="9877"/>
                    <a:pt x="62916" y="9877"/>
                  </a:cubicBezTo>
                  <a:cubicBezTo>
                    <a:pt x="50770" y="9877"/>
                    <a:pt x="36801" y="7745"/>
                    <a:pt x="22529" y="1350"/>
                  </a:cubicBezTo>
                  <a:cubicBezTo>
                    <a:pt x="20100" y="436"/>
                    <a:pt x="19493" y="436"/>
                    <a:pt x="18885" y="436"/>
                  </a:cubicBezTo>
                  <a:cubicBezTo>
                    <a:pt x="15849" y="436"/>
                    <a:pt x="15849" y="2872"/>
                    <a:pt x="15849" y="7745"/>
                  </a:cubicBezTo>
                  <a:lnTo>
                    <a:pt x="15849" y="97890"/>
                  </a:lnTo>
                  <a:cubicBezTo>
                    <a:pt x="15849" y="103372"/>
                    <a:pt x="15849" y="105808"/>
                    <a:pt x="20100" y="105808"/>
                  </a:cubicBezTo>
                  <a:cubicBezTo>
                    <a:pt x="22226" y="105808"/>
                    <a:pt x="22833" y="104895"/>
                    <a:pt x="24048" y="103067"/>
                  </a:cubicBezTo>
                  <a:cubicBezTo>
                    <a:pt x="27388" y="98195"/>
                    <a:pt x="38623" y="81749"/>
                    <a:pt x="63220" y="81749"/>
                  </a:cubicBezTo>
                  <a:cubicBezTo>
                    <a:pt x="79010" y="81749"/>
                    <a:pt x="86602" y="95758"/>
                    <a:pt x="89031" y="101240"/>
                  </a:cubicBezTo>
                  <a:cubicBezTo>
                    <a:pt x="93890" y="112508"/>
                    <a:pt x="94497" y="124385"/>
                    <a:pt x="94497" y="139613"/>
                  </a:cubicBezTo>
                  <a:cubicBezTo>
                    <a:pt x="94497" y="150272"/>
                    <a:pt x="94497" y="168544"/>
                    <a:pt x="87209" y="181335"/>
                  </a:cubicBezTo>
                  <a:cubicBezTo>
                    <a:pt x="79921" y="193212"/>
                    <a:pt x="68686" y="201131"/>
                    <a:pt x="54717" y="201131"/>
                  </a:cubicBezTo>
                  <a:cubicBezTo>
                    <a:pt x="32550" y="201131"/>
                    <a:pt x="15241" y="184990"/>
                    <a:pt x="10079" y="167022"/>
                  </a:cubicBezTo>
                  <a:cubicBezTo>
                    <a:pt x="10990" y="167326"/>
                    <a:pt x="11901" y="167631"/>
                    <a:pt x="15241" y="167631"/>
                  </a:cubicBezTo>
                  <a:cubicBezTo>
                    <a:pt x="25262" y="167631"/>
                    <a:pt x="30425" y="160017"/>
                    <a:pt x="30425" y="152708"/>
                  </a:cubicBezTo>
                  <a:cubicBezTo>
                    <a:pt x="30425" y="145399"/>
                    <a:pt x="25262" y="137785"/>
                    <a:pt x="15241" y="137785"/>
                  </a:cubicBezTo>
                  <a:cubicBezTo>
                    <a:pt x="10990" y="137785"/>
                    <a:pt x="362" y="139917"/>
                    <a:pt x="362" y="153926"/>
                  </a:cubicBezTo>
                  <a:cubicBezTo>
                    <a:pt x="362" y="180117"/>
                    <a:pt x="21315" y="209658"/>
                    <a:pt x="55325" y="209658"/>
                  </a:cubicBezTo>
                  <a:cubicBezTo>
                    <a:pt x="90549" y="209658"/>
                    <a:pt x="121523" y="180422"/>
                    <a:pt x="121523" y="141744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DCA2626A-1833-B10C-4B66-977376C1649A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13060619" y="4465163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EB6B5D91-FBA0-0762-D2C3-B23C2DA57E8B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4376843" y="4830615"/>
              <a:ext cx="8695922" cy="12181"/>
            </a:xfrm>
            <a:custGeom>
              <a:avLst/>
              <a:gdLst>
                <a:gd name="connsiteX0" fmla="*/ 0 w 8695922"/>
                <a:gd name="connsiteY0" fmla="*/ 0 h 12181"/>
                <a:gd name="connsiteX1" fmla="*/ 8695922 w 8695922"/>
                <a:gd name="connsiteY1" fmla="*/ 0 h 12181"/>
                <a:gd name="connsiteX2" fmla="*/ 8695922 w 8695922"/>
                <a:gd name="connsiteY2" fmla="*/ 12181 h 12181"/>
                <a:gd name="connsiteX3" fmla="*/ -1 w 8695922"/>
                <a:gd name="connsiteY3" fmla="*/ 12181 h 1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2" h="12181">
                  <a:moveTo>
                    <a:pt x="0" y="0"/>
                  </a:moveTo>
                  <a:lnTo>
                    <a:pt x="8695922" y="0"/>
                  </a:lnTo>
                  <a:lnTo>
                    <a:pt x="8695922" y="12181"/>
                  </a:lnTo>
                  <a:lnTo>
                    <a:pt x="-1" y="12181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84377F5-3B57-A7B7-B96E-058F732CF330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4376843" y="4842797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23E20F2D-F4D9-F51E-699A-35F71E13FCCF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4935773" y="4892437"/>
              <a:ext cx="134521" cy="206176"/>
            </a:xfrm>
            <a:custGeom>
              <a:avLst/>
              <a:gdLst>
                <a:gd name="connsiteX0" fmla="*/ 80883 w 134521"/>
                <a:gd name="connsiteY0" fmla="*/ 156070 h 206176"/>
                <a:gd name="connsiteX1" fmla="*/ 80883 w 134521"/>
                <a:gd name="connsiteY1" fmla="*/ 182566 h 206176"/>
                <a:gd name="connsiteX2" fmla="*/ 57805 w 134521"/>
                <a:gd name="connsiteY2" fmla="*/ 196879 h 206176"/>
                <a:gd name="connsiteX3" fmla="*/ 51428 w 134521"/>
                <a:gd name="connsiteY3" fmla="*/ 196879 h 206176"/>
                <a:gd name="connsiteX4" fmla="*/ 51428 w 134521"/>
                <a:gd name="connsiteY4" fmla="*/ 206320 h 206176"/>
                <a:gd name="connsiteX5" fmla="*/ 92422 w 134521"/>
                <a:gd name="connsiteY5" fmla="*/ 205407 h 206176"/>
                <a:gd name="connsiteX6" fmla="*/ 133720 w 134521"/>
                <a:gd name="connsiteY6" fmla="*/ 206320 h 206176"/>
                <a:gd name="connsiteX7" fmla="*/ 133720 w 134521"/>
                <a:gd name="connsiteY7" fmla="*/ 196879 h 206176"/>
                <a:gd name="connsiteX8" fmla="*/ 127343 w 134521"/>
                <a:gd name="connsiteY8" fmla="*/ 196879 h 206176"/>
                <a:gd name="connsiteX9" fmla="*/ 104265 w 134521"/>
                <a:gd name="connsiteY9" fmla="*/ 182566 h 206176"/>
                <a:gd name="connsiteX10" fmla="*/ 104265 w 134521"/>
                <a:gd name="connsiteY10" fmla="*/ 156070 h 206176"/>
                <a:gd name="connsiteX11" fmla="*/ 134631 w 134521"/>
                <a:gd name="connsiteY11" fmla="*/ 156070 h 206176"/>
                <a:gd name="connsiteX12" fmla="*/ 134631 w 134521"/>
                <a:gd name="connsiteY12" fmla="*/ 146630 h 206176"/>
                <a:gd name="connsiteX13" fmla="*/ 104265 w 134521"/>
                <a:gd name="connsiteY13" fmla="*/ 146630 h 206176"/>
                <a:gd name="connsiteX14" fmla="*/ 104265 w 134521"/>
                <a:gd name="connsiteY14" fmla="*/ 8062 h 206176"/>
                <a:gd name="connsiteX15" fmla="*/ 99406 w 134521"/>
                <a:gd name="connsiteY15" fmla="*/ 144 h 206176"/>
                <a:gd name="connsiteX16" fmla="*/ 93333 w 134521"/>
                <a:gd name="connsiteY16" fmla="*/ 3798 h 206176"/>
                <a:gd name="connsiteX17" fmla="*/ 109 w 134521"/>
                <a:gd name="connsiteY17" fmla="*/ 146630 h 206176"/>
                <a:gd name="connsiteX18" fmla="*/ 109 w 134521"/>
                <a:gd name="connsiteY18" fmla="*/ 156070 h 206176"/>
                <a:gd name="connsiteX19" fmla="*/ 80883 w 134521"/>
                <a:gd name="connsiteY19" fmla="*/ 156070 h 206176"/>
                <a:gd name="connsiteX20" fmla="*/ 82705 w 134521"/>
                <a:gd name="connsiteY20" fmla="*/ 146630 h 206176"/>
                <a:gd name="connsiteX21" fmla="*/ 8612 w 134521"/>
                <a:gd name="connsiteY21" fmla="*/ 146630 h 206176"/>
                <a:gd name="connsiteX22" fmla="*/ 82705 w 134521"/>
                <a:gd name="connsiteY22" fmla="*/ 33035 h 206176"/>
                <a:gd name="connsiteX23" fmla="*/ 82705 w 134521"/>
                <a:gd name="connsiteY23" fmla="*/ 146630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0883" y="156070"/>
                  </a:moveTo>
                  <a:lnTo>
                    <a:pt x="80883" y="182566"/>
                  </a:lnTo>
                  <a:cubicBezTo>
                    <a:pt x="80883" y="193529"/>
                    <a:pt x="80276" y="196879"/>
                    <a:pt x="57805" y="196879"/>
                  </a:cubicBezTo>
                  <a:lnTo>
                    <a:pt x="51428" y="196879"/>
                  </a:lnTo>
                  <a:lnTo>
                    <a:pt x="51428" y="206320"/>
                  </a:lnTo>
                  <a:cubicBezTo>
                    <a:pt x="63878" y="205407"/>
                    <a:pt x="79668" y="205407"/>
                    <a:pt x="92422" y="205407"/>
                  </a:cubicBezTo>
                  <a:cubicBezTo>
                    <a:pt x="105176" y="205407"/>
                    <a:pt x="121270" y="205407"/>
                    <a:pt x="133720" y="206320"/>
                  </a:cubicBezTo>
                  <a:lnTo>
                    <a:pt x="133720" y="196879"/>
                  </a:lnTo>
                  <a:lnTo>
                    <a:pt x="127343" y="196879"/>
                  </a:lnTo>
                  <a:cubicBezTo>
                    <a:pt x="104872" y="196879"/>
                    <a:pt x="104265" y="193529"/>
                    <a:pt x="104265" y="182566"/>
                  </a:cubicBezTo>
                  <a:lnTo>
                    <a:pt x="104265" y="156070"/>
                  </a:lnTo>
                  <a:lnTo>
                    <a:pt x="134631" y="156070"/>
                  </a:lnTo>
                  <a:lnTo>
                    <a:pt x="134631" y="146630"/>
                  </a:lnTo>
                  <a:lnTo>
                    <a:pt x="104265" y="146630"/>
                  </a:lnTo>
                  <a:lnTo>
                    <a:pt x="104265" y="8062"/>
                  </a:lnTo>
                  <a:cubicBezTo>
                    <a:pt x="104265" y="1971"/>
                    <a:pt x="104265" y="144"/>
                    <a:pt x="99406" y="144"/>
                  </a:cubicBezTo>
                  <a:cubicBezTo>
                    <a:pt x="96673" y="144"/>
                    <a:pt x="95762" y="144"/>
                    <a:pt x="93333" y="3798"/>
                  </a:cubicBezTo>
                  <a:lnTo>
                    <a:pt x="109" y="146630"/>
                  </a:lnTo>
                  <a:lnTo>
                    <a:pt x="109" y="156070"/>
                  </a:lnTo>
                  <a:lnTo>
                    <a:pt x="80883" y="156070"/>
                  </a:lnTo>
                  <a:close/>
                  <a:moveTo>
                    <a:pt x="82705" y="146630"/>
                  </a:moveTo>
                  <a:lnTo>
                    <a:pt x="8612" y="146630"/>
                  </a:lnTo>
                  <a:lnTo>
                    <a:pt x="82705" y="33035"/>
                  </a:lnTo>
                  <a:lnTo>
                    <a:pt x="82705" y="14663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F718D176-68E2-B14A-6D23-DCECAA3E791A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5617382" y="4842797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E82315-8896-C0BB-E038-872A128C7A31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6184815" y="4892741"/>
              <a:ext cx="130270" cy="212571"/>
            </a:xfrm>
            <a:custGeom>
              <a:avLst/>
              <a:gdLst>
                <a:gd name="connsiteX0" fmla="*/ 127687 w 130270"/>
                <a:gd name="connsiteY0" fmla="*/ 20548 h 212571"/>
                <a:gd name="connsiteX1" fmla="*/ 130420 w 130270"/>
                <a:gd name="connsiteY1" fmla="*/ 9889 h 212571"/>
                <a:gd name="connsiteX2" fmla="*/ 56631 w 130270"/>
                <a:gd name="connsiteY2" fmla="*/ 9889 h 212571"/>
                <a:gd name="connsiteX3" fmla="*/ 17762 w 130270"/>
                <a:gd name="connsiteY3" fmla="*/ 144 h 212571"/>
                <a:gd name="connsiteX4" fmla="*/ 10171 w 130270"/>
                <a:gd name="connsiteY4" fmla="*/ 144 h 212571"/>
                <a:gd name="connsiteX5" fmla="*/ 150 w 130270"/>
                <a:gd name="connsiteY5" fmla="*/ 62880 h 212571"/>
                <a:gd name="connsiteX6" fmla="*/ 7741 w 130270"/>
                <a:gd name="connsiteY6" fmla="*/ 62880 h 212571"/>
                <a:gd name="connsiteX7" fmla="*/ 15333 w 130270"/>
                <a:gd name="connsiteY7" fmla="*/ 35166 h 212571"/>
                <a:gd name="connsiteX8" fmla="*/ 45092 w 130270"/>
                <a:gd name="connsiteY8" fmla="*/ 33339 h 212571"/>
                <a:gd name="connsiteX9" fmla="*/ 107949 w 130270"/>
                <a:gd name="connsiteY9" fmla="*/ 33339 h 212571"/>
                <a:gd name="connsiteX10" fmla="*/ 73939 w 130270"/>
                <a:gd name="connsiteY10" fmla="*/ 81457 h 212571"/>
                <a:gd name="connsiteX11" fmla="*/ 36589 w 130270"/>
                <a:gd name="connsiteY11" fmla="*/ 195966 h 212571"/>
                <a:gd name="connsiteX12" fmla="*/ 50557 w 130270"/>
                <a:gd name="connsiteY12" fmla="*/ 212716 h 212571"/>
                <a:gd name="connsiteX13" fmla="*/ 64526 w 130270"/>
                <a:gd name="connsiteY13" fmla="*/ 195966 h 212571"/>
                <a:gd name="connsiteX14" fmla="*/ 64526 w 130270"/>
                <a:gd name="connsiteY14" fmla="*/ 180434 h 212571"/>
                <a:gd name="connsiteX15" fmla="*/ 67866 w 130270"/>
                <a:gd name="connsiteY15" fmla="*/ 130489 h 212571"/>
                <a:gd name="connsiteX16" fmla="*/ 86693 w 130270"/>
                <a:gd name="connsiteY16" fmla="*/ 78412 h 212571"/>
                <a:gd name="connsiteX17" fmla="*/ 127687 w 130270"/>
                <a:gd name="connsiteY17" fmla="*/ 20548 h 21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2571">
                  <a:moveTo>
                    <a:pt x="127687" y="20548"/>
                  </a:moveTo>
                  <a:cubicBezTo>
                    <a:pt x="130420" y="16894"/>
                    <a:pt x="130420" y="16285"/>
                    <a:pt x="130420" y="9889"/>
                  </a:cubicBezTo>
                  <a:lnTo>
                    <a:pt x="56631" y="9889"/>
                  </a:lnTo>
                  <a:cubicBezTo>
                    <a:pt x="19584" y="9889"/>
                    <a:pt x="18977" y="5930"/>
                    <a:pt x="17762" y="144"/>
                  </a:cubicBezTo>
                  <a:lnTo>
                    <a:pt x="10171" y="144"/>
                  </a:lnTo>
                  <a:lnTo>
                    <a:pt x="150" y="62880"/>
                  </a:lnTo>
                  <a:lnTo>
                    <a:pt x="7741" y="62880"/>
                  </a:lnTo>
                  <a:cubicBezTo>
                    <a:pt x="8652" y="58007"/>
                    <a:pt x="11385" y="38821"/>
                    <a:pt x="15333" y="35166"/>
                  </a:cubicBezTo>
                  <a:cubicBezTo>
                    <a:pt x="17458" y="33339"/>
                    <a:pt x="41144" y="33339"/>
                    <a:pt x="45092" y="33339"/>
                  </a:cubicBezTo>
                  <a:lnTo>
                    <a:pt x="107949" y="33339"/>
                  </a:lnTo>
                  <a:cubicBezTo>
                    <a:pt x="104609" y="38212"/>
                    <a:pt x="80620" y="71407"/>
                    <a:pt x="73939" y="81457"/>
                  </a:cubicBezTo>
                  <a:cubicBezTo>
                    <a:pt x="46610" y="122571"/>
                    <a:pt x="36589" y="164902"/>
                    <a:pt x="36589" y="195966"/>
                  </a:cubicBezTo>
                  <a:cubicBezTo>
                    <a:pt x="36589" y="199011"/>
                    <a:pt x="36589" y="212716"/>
                    <a:pt x="50557" y="212716"/>
                  </a:cubicBezTo>
                  <a:cubicBezTo>
                    <a:pt x="64526" y="212716"/>
                    <a:pt x="64526" y="199011"/>
                    <a:pt x="64526" y="195966"/>
                  </a:cubicBezTo>
                  <a:lnTo>
                    <a:pt x="64526" y="180434"/>
                  </a:lnTo>
                  <a:cubicBezTo>
                    <a:pt x="64526" y="163684"/>
                    <a:pt x="65437" y="146934"/>
                    <a:pt x="67866" y="130489"/>
                  </a:cubicBezTo>
                  <a:cubicBezTo>
                    <a:pt x="69081" y="123484"/>
                    <a:pt x="73332" y="97293"/>
                    <a:pt x="86693" y="78412"/>
                  </a:cubicBezTo>
                  <a:lnTo>
                    <a:pt x="127687" y="2054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35C46E99-C395-52E1-C42E-2316DE4B4CEF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6857922" y="4842797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B4DCBAE-E287-9408-1AB9-25957FF32C0C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7241369" y="4895787"/>
              <a:ext cx="100208" cy="202826"/>
            </a:xfrm>
            <a:custGeom>
              <a:avLst/>
              <a:gdLst>
                <a:gd name="connsiteX0" fmla="*/ 62435 w 100208"/>
                <a:gd name="connsiteY0" fmla="*/ 8062 h 202826"/>
                <a:gd name="connsiteX1" fmla="*/ 55450 w 100208"/>
                <a:gd name="connsiteY1" fmla="*/ 144 h 202826"/>
                <a:gd name="connsiteX2" fmla="*/ 184 w 100208"/>
                <a:gd name="connsiteY2" fmla="*/ 19635 h 202826"/>
                <a:gd name="connsiteX3" fmla="*/ 184 w 100208"/>
                <a:gd name="connsiteY3" fmla="*/ 29076 h 202826"/>
                <a:gd name="connsiteX4" fmla="*/ 39964 w 100208"/>
                <a:gd name="connsiteY4" fmla="*/ 21157 h 202826"/>
                <a:gd name="connsiteX5" fmla="*/ 39964 w 100208"/>
                <a:gd name="connsiteY5" fmla="*/ 178911 h 202826"/>
                <a:gd name="connsiteX6" fmla="*/ 11723 w 100208"/>
                <a:gd name="connsiteY6" fmla="*/ 193529 h 202826"/>
                <a:gd name="connsiteX7" fmla="*/ 2006 w 100208"/>
                <a:gd name="connsiteY7" fmla="*/ 193529 h 202826"/>
                <a:gd name="connsiteX8" fmla="*/ 2006 w 100208"/>
                <a:gd name="connsiteY8" fmla="*/ 202970 h 202826"/>
                <a:gd name="connsiteX9" fmla="*/ 51199 w 100208"/>
                <a:gd name="connsiteY9" fmla="*/ 202057 h 202826"/>
                <a:gd name="connsiteX10" fmla="*/ 100392 w 100208"/>
                <a:gd name="connsiteY10" fmla="*/ 202970 h 202826"/>
                <a:gd name="connsiteX11" fmla="*/ 100392 w 100208"/>
                <a:gd name="connsiteY11" fmla="*/ 193529 h 202826"/>
                <a:gd name="connsiteX12" fmla="*/ 90675 w 100208"/>
                <a:gd name="connsiteY12" fmla="*/ 193529 h 202826"/>
                <a:gd name="connsiteX13" fmla="*/ 62435 w 100208"/>
                <a:gd name="connsiteY13" fmla="*/ 178911 h 202826"/>
                <a:gd name="connsiteX14" fmla="*/ 62435 w 100208"/>
                <a:gd name="connsiteY14" fmla="*/ 8062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435" y="8062"/>
                  </a:moveTo>
                  <a:cubicBezTo>
                    <a:pt x="62435" y="753"/>
                    <a:pt x="62435" y="144"/>
                    <a:pt x="55450" y="144"/>
                  </a:cubicBezTo>
                  <a:cubicBezTo>
                    <a:pt x="36623" y="19635"/>
                    <a:pt x="9901" y="19635"/>
                    <a:pt x="184" y="19635"/>
                  </a:cubicBezTo>
                  <a:lnTo>
                    <a:pt x="184" y="29076"/>
                  </a:lnTo>
                  <a:cubicBezTo>
                    <a:pt x="6257" y="29076"/>
                    <a:pt x="24173" y="29076"/>
                    <a:pt x="39964" y="21157"/>
                  </a:cubicBezTo>
                  <a:lnTo>
                    <a:pt x="39964" y="178911"/>
                  </a:lnTo>
                  <a:cubicBezTo>
                    <a:pt x="39964" y="189875"/>
                    <a:pt x="39053" y="193529"/>
                    <a:pt x="11723" y="193529"/>
                  </a:cubicBezTo>
                  <a:lnTo>
                    <a:pt x="2006" y="193529"/>
                  </a:lnTo>
                  <a:lnTo>
                    <a:pt x="2006" y="202970"/>
                  </a:lnTo>
                  <a:cubicBezTo>
                    <a:pt x="12634" y="202057"/>
                    <a:pt x="39053" y="202057"/>
                    <a:pt x="51199" y="202057"/>
                  </a:cubicBezTo>
                  <a:cubicBezTo>
                    <a:pt x="63346" y="202057"/>
                    <a:pt x="89764" y="202057"/>
                    <a:pt x="100392" y="202970"/>
                  </a:cubicBezTo>
                  <a:lnTo>
                    <a:pt x="100392" y="193529"/>
                  </a:lnTo>
                  <a:lnTo>
                    <a:pt x="90675" y="193529"/>
                  </a:lnTo>
                  <a:cubicBezTo>
                    <a:pt x="63346" y="193529"/>
                    <a:pt x="62435" y="190179"/>
                    <a:pt x="62435" y="178911"/>
                  </a:cubicBezTo>
                  <a:lnTo>
                    <a:pt x="62435" y="806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3338B1B4-95BE-9A69-2537-B81EFC1D5253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7381357" y="4895787"/>
              <a:ext cx="121160" cy="209526"/>
            </a:xfrm>
            <a:custGeom>
              <a:avLst/>
              <a:gdLst>
                <a:gd name="connsiteX0" fmla="*/ 121350 w 121160"/>
                <a:gd name="connsiteY0" fmla="*/ 141757 h 209526"/>
                <a:gd name="connsiteX1" fmla="*/ 63654 w 121160"/>
                <a:gd name="connsiteY1" fmla="*/ 75062 h 209526"/>
                <a:gd name="connsiteX2" fmla="*/ 25089 w 121160"/>
                <a:gd name="connsiteY2" fmla="*/ 90593 h 209526"/>
                <a:gd name="connsiteX3" fmla="*/ 25089 w 121160"/>
                <a:gd name="connsiteY3" fmla="*/ 31207 h 209526"/>
                <a:gd name="connsiteX4" fmla="*/ 50900 w 121160"/>
                <a:gd name="connsiteY4" fmla="*/ 35166 h 209526"/>
                <a:gd name="connsiteX5" fmla="*/ 109507 w 121160"/>
                <a:gd name="connsiteY5" fmla="*/ 3494 h 209526"/>
                <a:gd name="connsiteX6" fmla="*/ 106470 w 121160"/>
                <a:gd name="connsiteY6" fmla="*/ 144 h 209526"/>
                <a:gd name="connsiteX7" fmla="*/ 104041 w 121160"/>
                <a:gd name="connsiteY7" fmla="*/ 1057 h 209526"/>
                <a:gd name="connsiteX8" fmla="*/ 62743 w 121160"/>
                <a:gd name="connsiteY8" fmla="*/ 9889 h 209526"/>
                <a:gd name="connsiteX9" fmla="*/ 22356 w 121160"/>
                <a:gd name="connsiteY9" fmla="*/ 1362 h 209526"/>
                <a:gd name="connsiteX10" fmla="*/ 18712 w 121160"/>
                <a:gd name="connsiteY10" fmla="*/ 448 h 209526"/>
                <a:gd name="connsiteX11" fmla="*/ 15676 w 121160"/>
                <a:gd name="connsiteY11" fmla="*/ 7757 h 209526"/>
                <a:gd name="connsiteX12" fmla="*/ 15676 w 121160"/>
                <a:gd name="connsiteY12" fmla="*/ 97902 h 209526"/>
                <a:gd name="connsiteX13" fmla="*/ 19927 w 121160"/>
                <a:gd name="connsiteY13" fmla="*/ 105821 h 209526"/>
                <a:gd name="connsiteX14" fmla="*/ 23875 w 121160"/>
                <a:gd name="connsiteY14" fmla="*/ 103080 h 209526"/>
                <a:gd name="connsiteX15" fmla="*/ 63047 w 121160"/>
                <a:gd name="connsiteY15" fmla="*/ 81762 h 209526"/>
                <a:gd name="connsiteX16" fmla="*/ 88858 w 121160"/>
                <a:gd name="connsiteY16" fmla="*/ 101252 h 209526"/>
                <a:gd name="connsiteX17" fmla="*/ 94324 w 121160"/>
                <a:gd name="connsiteY17" fmla="*/ 139625 h 209526"/>
                <a:gd name="connsiteX18" fmla="*/ 87036 w 121160"/>
                <a:gd name="connsiteY18" fmla="*/ 181348 h 209526"/>
                <a:gd name="connsiteX19" fmla="*/ 54544 w 121160"/>
                <a:gd name="connsiteY19" fmla="*/ 201143 h 209526"/>
                <a:gd name="connsiteX20" fmla="*/ 9906 w 121160"/>
                <a:gd name="connsiteY20" fmla="*/ 167034 h 209526"/>
                <a:gd name="connsiteX21" fmla="*/ 15068 w 121160"/>
                <a:gd name="connsiteY21" fmla="*/ 167643 h 209526"/>
                <a:gd name="connsiteX22" fmla="*/ 30252 w 121160"/>
                <a:gd name="connsiteY22" fmla="*/ 152720 h 209526"/>
                <a:gd name="connsiteX23" fmla="*/ 15068 w 121160"/>
                <a:gd name="connsiteY23" fmla="*/ 137798 h 209526"/>
                <a:gd name="connsiteX24" fmla="*/ 189 w 121160"/>
                <a:gd name="connsiteY24" fmla="*/ 153939 h 209526"/>
                <a:gd name="connsiteX25" fmla="*/ 55152 w 121160"/>
                <a:gd name="connsiteY25" fmla="*/ 209670 h 209526"/>
                <a:gd name="connsiteX26" fmla="*/ 121350 w 121160"/>
                <a:gd name="connsiteY26" fmla="*/ 141757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350" y="141757"/>
                  </a:moveTo>
                  <a:cubicBezTo>
                    <a:pt x="121350" y="105516"/>
                    <a:pt x="96450" y="75062"/>
                    <a:pt x="63654" y="75062"/>
                  </a:cubicBezTo>
                  <a:cubicBezTo>
                    <a:pt x="49079" y="75062"/>
                    <a:pt x="36021" y="79934"/>
                    <a:pt x="25089" y="90593"/>
                  </a:cubicBezTo>
                  <a:lnTo>
                    <a:pt x="25089" y="31207"/>
                  </a:lnTo>
                  <a:cubicBezTo>
                    <a:pt x="31162" y="33035"/>
                    <a:pt x="41183" y="35166"/>
                    <a:pt x="50900" y="35166"/>
                  </a:cubicBezTo>
                  <a:cubicBezTo>
                    <a:pt x="88251" y="35166"/>
                    <a:pt x="109507" y="7453"/>
                    <a:pt x="109507" y="3494"/>
                  </a:cubicBezTo>
                  <a:cubicBezTo>
                    <a:pt x="109507" y="1667"/>
                    <a:pt x="108596" y="144"/>
                    <a:pt x="106470" y="144"/>
                  </a:cubicBezTo>
                  <a:cubicBezTo>
                    <a:pt x="106167" y="144"/>
                    <a:pt x="105560" y="144"/>
                    <a:pt x="104041" y="1057"/>
                  </a:cubicBezTo>
                  <a:cubicBezTo>
                    <a:pt x="97968" y="3798"/>
                    <a:pt x="83089" y="9889"/>
                    <a:pt x="62743" y="9889"/>
                  </a:cubicBezTo>
                  <a:cubicBezTo>
                    <a:pt x="50597" y="9889"/>
                    <a:pt x="36628" y="7757"/>
                    <a:pt x="22356" y="1362"/>
                  </a:cubicBezTo>
                  <a:cubicBezTo>
                    <a:pt x="19927" y="448"/>
                    <a:pt x="19320" y="448"/>
                    <a:pt x="18712" y="448"/>
                  </a:cubicBezTo>
                  <a:cubicBezTo>
                    <a:pt x="15676" y="448"/>
                    <a:pt x="15676" y="2885"/>
                    <a:pt x="15676" y="7757"/>
                  </a:cubicBezTo>
                  <a:lnTo>
                    <a:pt x="15676" y="97902"/>
                  </a:lnTo>
                  <a:cubicBezTo>
                    <a:pt x="15676" y="103384"/>
                    <a:pt x="15676" y="105821"/>
                    <a:pt x="19927" y="105821"/>
                  </a:cubicBezTo>
                  <a:cubicBezTo>
                    <a:pt x="22053" y="105821"/>
                    <a:pt x="22660" y="104907"/>
                    <a:pt x="23875" y="103080"/>
                  </a:cubicBezTo>
                  <a:cubicBezTo>
                    <a:pt x="27215" y="98207"/>
                    <a:pt x="38450" y="81762"/>
                    <a:pt x="63047" y="81762"/>
                  </a:cubicBezTo>
                  <a:cubicBezTo>
                    <a:pt x="78837" y="81762"/>
                    <a:pt x="86429" y="95771"/>
                    <a:pt x="88858" y="101252"/>
                  </a:cubicBezTo>
                  <a:cubicBezTo>
                    <a:pt x="93717" y="112521"/>
                    <a:pt x="94324" y="124398"/>
                    <a:pt x="94324" y="139625"/>
                  </a:cubicBezTo>
                  <a:cubicBezTo>
                    <a:pt x="94324" y="150284"/>
                    <a:pt x="94324" y="168557"/>
                    <a:pt x="87036" y="181348"/>
                  </a:cubicBezTo>
                  <a:cubicBezTo>
                    <a:pt x="79748" y="193225"/>
                    <a:pt x="68513" y="201143"/>
                    <a:pt x="54544" y="201143"/>
                  </a:cubicBezTo>
                  <a:cubicBezTo>
                    <a:pt x="32377" y="201143"/>
                    <a:pt x="15068" y="185002"/>
                    <a:pt x="9906" y="167034"/>
                  </a:cubicBezTo>
                  <a:cubicBezTo>
                    <a:pt x="10817" y="167339"/>
                    <a:pt x="11728" y="167643"/>
                    <a:pt x="15068" y="167643"/>
                  </a:cubicBezTo>
                  <a:cubicBezTo>
                    <a:pt x="25089" y="167643"/>
                    <a:pt x="30252" y="160029"/>
                    <a:pt x="30252" y="152720"/>
                  </a:cubicBezTo>
                  <a:cubicBezTo>
                    <a:pt x="30252" y="145411"/>
                    <a:pt x="25089" y="137798"/>
                    <a:pt x="15068" y="137798"/>
                  </a:cubicBezTo>
                  <a:cubicBezTo>
                    <a:pt x="10817" y="137798"/>
                    <a:pt x="189" y="139930"/>
                    <a:pt x="189" y="153939"/>
                  </a:cubicBezTo>
                  <a:cubicBezTo>
                    <a:pt x="189" y="180129"/>
                    <a:pt x="21142" y="209670"/>
                    <a:pt x="55152" y="209670"/>
                  </a:cubicBezTo>
                  <a:cubicBezTo>
                    <a:pt x="90376" y="209670"/>
                    <a:pt x="121350" y="180434"/>
                    <a:pt x="121350" y="14175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F0604A7-A35B-20B2-D015-89D8147EBD5F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7544120" y="5066331"/>
              <a:ext cx="32188" cy="32281"/>
            </a:xfrm>
            <a:custGeom>
              <a:avLst/>
              <a:gdLst>
                <a:gd name="connsiteX0" fmla="*/ 32382 w 32188"/>
                <a:gd name="connsiteY0" fmla="*/ 16285 h 32281"/>
                <a:gd name="connsiteX1" fmla="*/ 16288 w 32188"/>
                <a:gd name="connsiteY1" fmla="*/ 144 h 32281"/>
                <a:gd name="connsiteX2" fmla="*/ 194 w 32188"/>
                <a:gd name="connsiteY2" fmla="*/ 16285 h 32281"/>
                <a:gd name="connsiteX3" fmla="*/ 16288 w 32188"/>
                <a:gd name="connsiteY3" fmla="*/ 32426 h 32281"/>
                <a:gd name="connsiteX4" fmla="*/ 32382 w 32188"/>
                <a:gd name="connsiteY4" fmla="*/ 16285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382" y="16285"/>
                  </a:moveTo>
                  <a:cubicBezTo>
                    <a:pt x="32382" y="7453"/>
                    <a:pt x="25094" y="144"/>
                    <a:pt x="16288" y="144"/>
                  </a:cubicBezTo>
                  <a:cubicBezTo>
                    <a:pt x="7482" y="144"/>
                    <a:pt x="194" y="7453"/>
                    <a:pt x="194" y="16285"/>
                  </a:cubicBezTo>
                  <a:cubicBezTo>
                    <a:pt x="194" y="25116"/>
                    <a:pt x="7482" y="32426"/>
                    <a:pt x="16288" y="32426"/>
                  </a:cubicBezTo>
                  <a:cubicBezTo>
                    <a:pt x="25094" y="32426"/>
                    <a:pt x="32382" y="25116"/>
                    <a:pt x="32382" y="1628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B90D8FCD-88AD-183F-9C77-2626A0DC3009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7617539" y="4895787"/>
              <a:ext cx="121160" cy="202826"/>
            </a:xfrm>
            <a:custGeom>
              <a:avLst/>
              <a:gdLst>
                <a:gd name="connsiteX0" fmla="*/ 23579 w 121160"/>
                <a:gd name="connsiteY0" fmla="*/ 179520 h 202826"/>
                <a:gd name="connsiteX1" fmla="*/ 55767 w 121160"/>
                <a:gd name="connsiteY1" fmla="*/ 148152 h 202826"/>
                <a:gd name="connsiteX2" fmla="*/ 121358 w 121160"/>
                <a:gd name="connsiteY2" fmla="*/ 59225 h 202826"/>
                <a:gd name="connsiteX3" fmla="*/ 56981 w 121160"/>
                <a:gd name="connsiteY3" fmla="*/ 144 h 202826"/>
                <a:gd name="connsiteX4" fmla="*/ 197 w 121160"/>
                <a:gd name="connsiteY4" fmla="*/ 55266 h 202826"/>
                <a:gd name="connsiteX5" fmla="*/ 16291 w 121160"/>
                <a:gd name="connsiteY5" fmla="*/ 72321 h 202826"/>
                <a:gd name="connsiteX6" fmla="*/ 32081 w 121160"/>
                <a:gd name="connsiteY6" fmla="*/ 56180 h 202826"/>
                <a:gd name="connsiteX7" fmla="*/ 15987 w 121160"/>
                <a:gd name="connsiteY7" fmla="*/ 40344 h 202826"/>
                <a:gd name="connsiteX8" fmla="*/ 12040 w 121160"/>
                <a:gd name="connsiteY8" fmla="*/ 40648 h 202826"/>
                <a:gd name="connsiteX9" fmla="*/ 53034 w 121160"/>
                <a:gd name="connsiteY9" fmla="*/ 9585 h 202826"/>
                <a:gd name="connsiteX10" fmla="*/ 93724 w 121160"/>
                <a:gd name="connsiteY10" fmla="*/ 59225 h 202826"/>
                <a:gd name="connsiteX11" fmla="*/ 61840 w 121160"/>
                <a:gd name="connsiteY11" fmla="*/ 126530 h 202826"/>
                <a:gd name="connsiteX12" fmla="*/ 3537 w 121160"/>
                <a:gd name="connsiteY12" fmla="*/ 191702 h 202826"/>
                <a:gd name="connsiteX13" fmla="*/ 197 w 121160"/>
                <a:gd name="connsiteY13" fmla="*/ 202970 h 202826"/>
                <a:gd name="connsiteX14" fmla="*/ 112855 w 121160"/>
                <a:gd name="connsiteY14" fmla="*/ 202970 h 202826"/>
                <a:gd name="connsiteX15" fmla="*/ 121358 w 121160"/>
                <a:gd name="connsiteY15" fmla="*/ 149980 h 202826"/>
                <a:gd name="connsiteX16" fmla="*/ 113766 w 121160"/>
                <a:gd name="connsiteY16" fmla="*/ 149980 h 202826"/>
                <a:gd name="connsiteX17" fmla="*/ 107086 w 121160"/>
                <a:gd name="connsiteY17" fmla="*/ 177084 h 202826"/>
                <a:gd name="connsiteX18" fmla="*/ 78238 w 121160"/>
                <a:gd name="connsiteY18" fmla="*/ 179520 h 202826"/>
                <a:gd name="connsiteX19" fmla="*/ 23579 w 121160"/>
                <a:gd name="connsiteY19" fmla="*/ 179520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579" y="179520"/>
                  </a:moveTo>
                  <a:lnTo>
                    <a:pt x="55767" y="148152"/>
                  </a:lnTo>
                  <a:cubicBezTo>
                    <a:pt x="103138" y="106125"/>
                    <a:pt x="121358" y="89680"/>
                    <a:pt x="121358" y="59225"/>
                  </a:cubicBezTo>
                  <a:cubicBezTo>
                    <a:pt x="121358" y="24507"/>
                    <a:pt x="94028" y="144"/>
                    <a:pt x="56981" y="144"/>
                  </a:cubicBezTo>
                  <a:cubicBezTo>
                    <a:pt x="22668" y="144"/>
                    <a:pt x="197" y="28162"/>
                    <a:pt x="197" y="55266"/>
                  </a:cubicBezTo>
                  <a:cubicBezTo>
                    <a:pt x="197" y="72321"/>
                    <a:pt x="15380" y="72321"/>
                    <a:pt x="16291" y="72321"/>
                  </a:cubicBezTo>
                  <a:cubicBezTo>
                    <a:pt x="21453" y="72321"/>
                    <a:pt x="32081" y="68666"/>
                    <a:pt x="32081" y="56180"/>
                  </a:cubicBezTo>
                  <a:cubicBezTo>
                    <a:pt x="32081" y="48262"/>
                    <a:pt x="26615" y="40344"/>
                    <a:pt x="15987" y="40344"/>
                  </a:cubicBezTo>
                  <a:cubicBezTo>
                    <a:pt x="13558" y="40344"/>
                    <a:pt x="12951" y="40344"/>
                    <a:pt x="12040" y="40648"/>
                  </a:cubicBezTo>
                  <a:cubicBezTo>
                    <a:pt x="19024" y="20853"/>
                    <a:pt x="35421" y="9585"/>
                    <a:pt x="53034" y="9585"/>
                  </a:cubicBezTo>
                  <a:cubicBezTo>
                    <a:pt x="80667" y="9585"/>
                    <a:pt x="93724" y="34253"/>
                    <a:pt x="93724" y="59225"/>
                  </a:cubicBezTo>
                  <a:cubicBezTo>
                    <a:pt x="93724" y="83589"/>
                    <a:pt x="78541" y="107648"/>
                    <a:pt x="61840" y="126530"/>
                  </a:cubicBezTo>
                  <a:lnTo>
                    <a:pt x="3537" y="191702"/>
                  </a:lnTo>
                  <a:cubicBezTo>
                    <a:pt x="197" y="195052"/>
                    <a:pt x="197" y="195661"/>
                    <a:pt x="197" y="202970"/>
                  </a:cubicBezTo>
                  <a:lnTo>
                    <a:pt x="112855" y="202970"/>
                  </a:lnTo>
                  <a:lnTo>
                    <a:pt x="121358" y="149980"/>
                  </a:lnTo>
                  <a:lnTo>
                    <a:pt x="113766" y="149980"/>
                  </a:lnTo>
                  <a:cubicBezTo>
                    <a:pt x="112248" y="159116"/>
                    <a:pt x="110122" y="172516"/>
                    <a:pt x="107086" y="177084"/>
                  </a:cubicBezTo>
                  <a:cubicBezTo>
                    <a:pt x="104960" y="179520"/>
                    <a:pt x="84918" y="179520"/>
                    <a:pt x="78238" y="179520"/>
                  </a:cubicBezTo>
                  <a:lnTo>
                    <a:pt x="23579" y="17952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5C6A4AE-3125-41D0-21A5-C00E3927288C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8098461" y="4842797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AAB5CF14-9D2C-0F2A-8C7F-8EEEA6A3F54C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8405992" y="4895787"/>
              <a:ext cx="100208" cy="202826"/>
            </a:xfrm>
            <a:custGeom>
              <a:avLst/>
              <a:gdLst>
                <a:gd name="connsiteX0" fmla="*/ 62473 w 100208"/>
                <a:gd name="connsiteY0" fmla="*/ 8062 h 202826"/>
                <a:gd name="connsiteX1" fmla="*/ 55489 w 100208"/>
                <a:gd name="connsiteY1" fmla="*/ 144 h 202826"/>
                <a:gd name="connsiteX2" fmla="*/ 222 w 100208"/>
                <a:gd name="connsiteY2" fmla="*/ 19635 h 202826"/>
                <a:gd name="connsiteX3" fmla="*/ 222 w 100208"/>
                <a:gd name="connsiteY3" fmla="*/ 29076 h 202826"/>
                <a:gd name="connsiteX4" fmla="*/ 40002 w 100208"/>
                <a:gd name="connsiteY4" fmla="*/ 21157 h 202826"/>
                <a:gd name="connsiteX5" fmla="*/ 40002 w 100208"/>
                <a:gd name="connsiteY5" fmla="*/ 178911 h 202826"/>
                <a:gd name="connsiteX6" fmla="*/ 11761 w 100208"/>
                <a:gd name="connsiteY6" fmla="*/ 193529 h 202826"/>
                <a:gd name="connsiteX7" fmla="*/ 2044 w 100208"/>
                <a:gd name="connsiteY7" fmla="*/ 193529 h 202826"/>
                <a:gd name="connsiteX8" fmla="*/ 2044 w 100208"/>
                <a:gd name="connsiteY8" fmla="*/ 202970 h 202826"/>
                <a:gd name="connsiteX9" fmla="*/ 51237 w 100208"/>
                <a:gd name="connsiteY9" fmla="*/ 202057 h 202826"/>
                <a:gd name="connsiteX10" fmla="*/ 100430 w 100208"/>
                <a:gd name="connsiteY10" fmla="*/ 202970 h 202826"/>
                <a:gd name="connsiteX11" fmla="*/ 100430 w 100208"/>
                <a:gd name="connsiteY11" fmla="*/ 193529 h 202826"/>
                <a:gd name="connsiteX12" fmla="*/ 90713 w 100208"/>
                <a:gd name="connsiteY12" fmla="*/ 193529 h 202826"/>
                <a:gd name="connsiteX13" fmla="*/ 62473 w 100208"/>
                <a:gd name="connsiteY13" fmla="*/ 178911 h 202826"/>
                <a:gd name="connsiteX14" fmla="*/ 62473 w 100208"/>
                <a:gd name="connsiteY14" fmla="*/ 8062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473" y="8062"/>
                  </a:moveTo>
                  <a:cubicBezTo>
                    <a:pt x="62473" y="753"/>
                    <a:pt x="62473" y="144"/>
                    <a:pt x="55489" y="144"/>
                  </a:cubicBezTo>
                  <a:cubicBezTo>
                    <a:pt x="36662" y="19635"/>
                    <a:pt x="9939" y="19635"/>
                    <a:pt x="222" y="19635"/>
                  </a:cubicBezTo>
                  <a:lnTo>
                    <a:pt x="222" y="29076"/>
                  </a:lnTo>
                  <a:cubicBezTo>
                    <a:pt x="6296" y="29076"/>
                    <a:pt x="24212" y="29076"/>
                    <a:pt x="40002" y="21157"/>
                  </a:cubicBezTo>
                  <a:lnTo>
                    <a:pt x="40002" y="178911"/>
                  </a:lnTo>
                  <a:cubicBezTo>
                    <a:pt x="40002" y="189875"/>
                    <a:pt x="39091" y="193529"/>
                    <a:pt x="11761" y="193529"/>
                  </a:cubicBezTo>
                  <a:lnTo>
                    <a:pt x="2044" y="193529"/>
                  </a:lnTo>
                  <a:lnTo>
                    <a:pt x="2044" y="202970"/>
                  </a:lnTo>
                  <a:cubicBezTo>
                    <a:pt x="12672" y="202057"/>
                    <a:pt x="39091" y="202057"/>
                    <a:pt x="51237" y="202057"/>
                  </a:cubicBezTo>
                  <a:cubicBezTo>
                    <a:pt x="63384" y="202057"/>
                    <a:pt x="89802" y="202057"/>
                    <a:pt x="100430" y="202970"/>
                  </a:cubicBezTo>
                  <a:lnTo>
                    <a:pt x="100430" y="193529"/>
                  </a:lnTo>
                  <a:lnTo>
                    <a:pt x="90713" y="193529"/>
                  </a:lnTo>
                  <a:cubicBezTo>
                    <a:pt x="63384" y="193529"/>
                    <a:pt x="62473" y="190179"/>
                    <a:pt x="62473" y="178911"/>
                  </a:cubicBezTo>
                  <a:lnTo>
                    <a:pt x="62473" y="806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9C3562A5-9786-1666-E1C5-72F305D1F9D9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8556913" y="5066331"/>
              <a:ext cx="32188" cy="32281"/>
            </a:xfrm>
            <a:custGeom>
              <a:avLst/>
              <a:gdLst>
                <a:gd name="connsiteX0" fmla="*/ 32415 w 32188"/>
                <a:gd name="connsiteY0" fmla="*/ 16285 h 32281"/>
                <a:gd name="connsiteX1" fmla="*/ 16321 w 32188"/>
                <a:gd name="connsiteY1" fmla="*/ 144 h 32281"/>
                <a:gd name="connsiteX2" fmla="*/ 227 w 32188"/>
                <a:gd name="connsiteY2" fmla="*/ 16285 h 32281"/>
                <a:gd name="connsiteX3" fmla="*/ 16321 w 32188"/>
                <a:gd name="connsiteY3" fmla="*/ 32426 h 32281"/>
                <a:gd name="connsiteX4" fmla="*/ 32415 w 32188"/>
                <a:gd name="connsiteY4" fmla="*/ 16285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15" y="16285"/>
                  </a:moveTo>
                  <a:cubicBezTo>
                    <a:pt x="32415" y="7453"/>
                    <a:pt x="25128" y="144"/>
                    <a:pt x="16321" y="144"/>
                  </a:cubicBezTo>
                  <a:cubicBezTo>
                    <a:pt x="7515" y="144"/>
                    <a:pt x="227" y="7453"/>
                    <a:pt x="227" y="16285"/>
                  </a:cubicBezTo>
                  <a:cubicBezTo>
                    <a:pt x="227" y="25116"/>
                    <a:pt x="7515" y="32426"/>
                    <a:pt x="16321" y="32426"/>
                  </a:cubicBezTo>
                  <a:cubicBezTo>
                    <a:pt x="25128" y="32426"/>
                    <a:pt x="32415" y="25116"/>
                    <a:pt x="32415" y="1628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10C30E3B-1AF8-637A-CD89-42BC4CE545FC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8627902" y="4895787"/>
              <a:ext cx="126019" cy="209526"/>
            </a:xfrm>
            <a:custGeom>
              <a:avLst/>
              <a:gdLst>
                <a:gd name="connsiteX0" fmla="*/ 98920 w 126019"/>
                <a:gd name="connsiteY0" fmla="*/ 106125 h 209526"/>
                <a:gd name="connsiteX1" fmla="*/ 98920 w 126019"/>
                <a:gd name="connsiteY1" fmla="*/ 115871 h 209526"/>
                <a:gd name="connsiteX2" fmla="*/ 49727 w 126019"/>
                <a:gd name="connsiteY2" fmla="*/ 201143 h 209526"/>
                <a:gd name="connsiteX3" fmla="*/ 19968 w 126019"/>
                <a:gd name="connsiteY3" fmla="*/ 190179 h 209526"/>
                <a:gd name="connsiteX4" fmla="*/ 35758 w 126019"/>
                <a:gd name="connsiteY4" fmla="*/ 176170 h 209526"/>
                <a:gd name="connsiteX5" fmla="*/ 21790 w 126019"/>
                <a:gd name="connsiteY5" fmla="*/ 162161 h 209526"/>
                <a:gd name="connsiteX6" fmla="*/ 7822 w 126019"/>
                <a:gd name="connsiteY6" fmla="*/ 176779 h 209526"/>
                <a:gd name="connsiteX7" fmla="*/ 50030 w 126019"/>
                <a:gd name="connsiteY7" fmla="*/ 209670 h 209526"/>
                <a:gd name="connsiteX8" fmla="*/ 126249 w 126019"/>
                <a:gd name="connsiteY8" fmla="*/ 102775 h 209526"/>
                <a:gd name="connsiteX9" fmla="*/ 64303 w 126019"/>
                <a:gd name="connsiteY9" fmla="*/ 144 h 209526"/>
                <a:gd name="connsiteX10" fmla="*/ 19664 w 126019"/>
                <a:gd name="connsiteY10" fmla="*/ 19330 h 209526"/>
                <a:gd name="connsiteX11" fmla="*/ 230 w 126019"/>
                <a:gd name="connsiteY11" fmla="*/ 68666 h 209526"/>
                <a:gd name="connsiteX12" fmla="*/ 60962 w 126019"/>
                <a:gd name="connsiteY12" fmla="*/ 136580 h 209526"/>
                <a:gd name="connsiteX13" fmla="*/ 98920 w 126019"/>
                <a:gd name="connsiteY13" fmla="*/ 106125 h 209526"/>
                <a:gd name="connsiteX14" fmla="*/ 61266 w 126019"/>
                <a:gd name="connsiteY14" fmla="*/ 129575 h 209526"/>
                <a:gd name="connsiteX15" fmla="*/ 33025 w 126019"/>
                <a:gd name="connsiteY15" fmla="*/ 110389 h 209526"/>
                <a:gd name="connsiteX16" fmla="*/ 27560 w 126019"/>
                <a:gd name="connsiteY16" fmla="*/ 68971 h 209526"/>
                <a:gd name="connsiteX17" fmla="*/ 33936 w 126019"/>
                <a:gd name="connsiteY17" fmla="*/ 26944 h 209526"/>
                <a:gd name="connsiteX18" fmla="*/ 64303 w 126019"/>
                <a:gd name="connsiteY18" fmla="*/ 7757 h 209526"/>
                <a:gd name="connsiteX19" fmla="*/ 93454 w 126019"/>
                <a:gd name="connsiteY19" fmla="*/ 31816 h 209526"/>
                <a:gd name="connsiteX20" fmla="*/ 98313 w 126019"/>
                <a:gd name="connsiteY20" fmla="*/ 74757 h 209526"/>
                <a:gd name="connsiteX21" fmla="*/ 61266 w 126019"/>
                <a:gd name="connsiteY21" fmla="*/ 129575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09526">
                  <a:moveTo>
                    <a:pt x="98920" y="106125"/>
                  </a:moveTo>
                  <a:lnTo>
                    <a:pt x="98920" y="115871"/>
                  </a:lnTo>
                  <a:cubicBezTo>
                    <a:pt x="98920" y="187134"/>
                    <a:pt x="67339" y="201143"/>
                    <a:pt x="49727" y="201143"/>
                  </a:cubicBezTo>
                  <a:cubicBezTo>
                    <a:pt x="44565" y="201143"/>
                    <a:pt x="28167" y="200534"/>
                    <a:pt x="19968" y="190179"/>
                  </a:cubicBezTo>
                  <a:cubicBezTo>
                    <a:pt x="33329" y="190179"/>
                    <a:pt x="35758" y="181348"/>
                    <a:pt x="35758" y="176170"/>
                  </a:cubicBezTo>
                  <a:cubicBezTo>
                    <a:pt x="35758" y="166729"/>
                    <a:pt x="28471" y="162161"/>
                    <a:pt x="21790" y="162161"/>
                  </a:cubicBezTo>
                  <a:cubicBezTo>
                    <a:pt x="16931" y="162161"/>
                    <a:pt x="7822" y="164902"/>
                    <a:pt x="7822" y="176779"/>
                  </a:cubicBezTo>
                  <a:cubicBezTo>
                    <a:pt x="7822" y="197184"/>
                    <a:pt x="24219" y="209670"/>
                    <a:pt x="50030" y="209670"/>
                  </a:cubicBezTo>
                  <a:cubicBezTo>
                    <a:pt x="89203" y="209670"/>
                    <a:pt x="126249" y="168252"/>
                    <a:pt x="126249" y="102775"/>
                  </a:cubicBezTo>
                  <a:cubicBezTo>
                    <a:pt x="126249" y="20853"/>
                    <a:pt x="91328" y="144"/>
                    <a:pt x="64303" y="144"/>
                  </a:cubicBezTo>
                  <a:cubicBezTo>
                    <a:pt x="47601" y="144"/>
                    <a:pt x="32722" y="5626"/>
                    <a:pt x="19664" y="19330"/>
                  </a:cubicBezTo>
                  <a:cubicBezTo>
                    <a:pt x="7214" y="33035"/>
                    <a:pt x="230" y="45825"/>
                    <a:pt x="230" y="68666"/>
                  </a:cubicBezTo>
                  <a:cubicBezTo>
                    <a:pt x="230" y="106734"/>
                    <a:pt x="26952" y="136580"/>
                    <a:pt x="60962" y="136580"/>
                  </a:cubicBezTo>
                  <a:cubicBezTo>
                    <a:pt x="79486" y="136580"/>
                    <a:pt x="91936" y="123789"/>
                    <a:pt x="98920" y="106125"/>
                  </a:cubicBezTo>
                  <a:close/>
                  <a:moveTo>
                    <a:pt x="61266" y="129575"/>
                  </a:moveTo>
                  <a:cubicBezTo>
                    <a:pt x="56407" y="129575"/>
                    <a:pt x="42439" y="129575"/>
                    <a:pt x="33025" y="110389"/>
                  </a:cubicBezTo>
                  <a:cubicBezTo>
                    <a:pt x="27560" y="99121"/>
                    <a:pt x="27560" y="83893"/>
                    <a:pt x="27560" y="68971"/>
                  </a:cubicBezTo>
                  <a:cubicBezTo>
                    <a:pt x="27560" y="52525"/>
                    <a:pt x="27560" y="38212"/>
                    <a:pt x="33936" y="26944"/>
                  </a:cubicBezTo>
                  <a:cubicBezTo>
                    <a:pt x="42135" y="11717"/>
                    <a:pt x="53674" y="7757"/>
                    <a:pt x="64303" y="7757"/>
                  </a:cubicBezTo>
                  <a:cubicBezTo>
                    <a:pt x="78271" y="7757"/>
                    <a:pt x="88292" y="18112"/>
                    <a:pt x="93454" y="31816"/>
                  </a:cubicBezTo>
                  <a:cubicBezTo>
                    <a:pt x="97098" y="41562"/>
                    <a:pt x="98313" y="60748"/>
                    <a:pt x="98313" y="74757"/>
                  </a:cubicBezTo>
                  <a:cubicBezTo>
                    <a:pt x="98313" y="100034"/>
                    <a:pt x="87988" y="129575"/>
                    <a:pt x="61266" y="12957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301CC43F-0441-E8A4-E3A6-A548A4BBA744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8775482" y="4892437"/>
              <a:ext cx="134521" cy="206176"/>
            </a:xfrm>
            <a:custGeom>
              <a:avLst/>
              <a:gdLst>
                <a:gd name="connsiteX0" fmla="*/ 81009 w 134521"/>
                <a:gd name="connsiteY0" fmla="*/ 156070 h 206176"/>
                <a:gd name="connsiteX1" fmla="*/ 81009 w 134521"/>
                <a:gd name="connsiteY1" fmla="*/ 182566 h 206176"/>
                <a:gd name="connsiteX2" fmla="*/ 57931 w 134521"/>
                <a:gd name="connsiteY2" fmla="*/ 196879 h 206176"/>
                <a:gd name="connsiteX3" fmla="*/ 51554 w 134521"/>
                <a:gd name="connsiteY3" fmla="*/ 196879 h 206176"/>
                <a:gd name="connsiteX4" fmla="*/ 51554 w 134521"/>
                <a:gd name="connsiteY4" fmla="*/ 206320 h 206176"/>
                <a:gd name="connsiteX5" fmla="*/ 92548 w 134521"/>
                <a:gd name="connsiteY5" fmla="*/ 205407 h 206176"/>
                <a:gd name="connsiteX6" fmla="*/ 133846 w 134521"/>
                <a:gd name="connsiteY6" fmla="*/ 206320 h 206176"/>
                <a:gd name="connsiteX7" fmla="*/ 133846 w 134521"/>
                <a:gd name="connsiteY7" fmla="*/ 196879 h 206176"/>
                <a:gd name="connsiteX8" fmla="*/ 127469 w 134521"/>
                <a:gd name="connsiteY8" fmla="*/ 196879 h 206176"/>
                <a:gd name="connsiteX9" fmla="*/ 104391 w 134521"/>
                <a:gd name="connsiteY9" fmla="*/ 182566 h 206176"/>
                <a:gd name="connsiteX10" fmla="*/ 104391 w 134521"/>
                <a:gd name="connsiteY10" fmla="*/ 156070 h 206176"/>
                <a:gd name="connsiteX11" fmla="*/ 134757 w 134521"/>
                <a:gd name="connsiteY11" fmla="*/ 156070 h 206176"/>
                <a:gd name="connsiteX12" fmla="*/ 134757 w 134521"/>
                <a:gd name="connsiteY12" fmla="*/ 146630 h 206176"/>
                <a:gd name="connsiteX13" fmla="*/ 104391 w 134521"/>
                <a:gd name="connsiteY13" fmla="*/ 146630 h 206176"/>
                <a:gd name="connsiteX14" fmla="*/ 104391 w 134521"/>
                <a:gd name="connsiteY14" fmla="*/ 8062 h 206176"/>
                <a:gd name="connsiteX15" fmla="*/ 99532 w 134521"/>
                <a:gd name="connsiteY15" fmla="*/ 144 h 206176"/>
                <a:gd name="connsiteX16" fmla="*/ 93459 w 134521"/>
                <a:gd name="connsiteY16" fmla="*/ 3798 h 206176"/>
                <a:gd name="connsiteX17" fmla="*/ 235 w 134521"/>
                <a:gd name="connsiteY17" fmla="*/ 146630 h 206176"/>
                <a:gd name="connsiteX18" fmla="*/ 235 w 134521"/>
                <a:gd name="connsiteY18" fmla="*/ 156070 h 206176"/>
                <a:gd name="connsiteX19" fmla="*/ 81009 w 134521"/>
                <a:gd name="connsiteY19" fmla="*/ 156070 h 206176"/>
                <a:gd name="connsiteX20" fmla="*/ 82831 w 134521"/>
                <a:gd name="connsiteY20" fmla="*/ 146630 h 206176"/>
                <a:gd name="connsiteX21" fmla="*/ 8738 w 134521"/>
                <a:gd name="connsiteY21" fmla="*/ 146630 h 206176"/>
                <a:gd name="connsiteX22" fmla="*/ 82831 w 134521"/>
                <a:gd name="connsiteY22" fmla="*/ 33035 h 206176"/>
                <a:gd name="connsiteX23" fmla="*/ 82831 w 134521"/>
                <a:gd name="connsiteY23" fmla="*/ 146630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1009" y="156070"/>
                  </a:moveTo>
                  <a:lnTo>
                    <a:pt x="81009" y="182566"/>
                  </a:lnTo>
                  <a:cubicBezTo>
                    <a:pt x="81009" y="193529"/>
                    <a:pt x="80402" y="196879"/>
                    <a:pt x="57931" y="196879"/>
                  </a:cubicBezTo>
                  <a:lnTo>
                    <a:pt x="51554" y="196879"/>
                  </a:lnTo>
                  <a:lnTo>
                    <a:pt x="51554" y="206320"/>
                  </a:lnTo>
                  <a:cubicBezTo>
                    <a:pt x="64004" y="205407"/>
                    <a:pt x="79794" y="205407"/>
                    <a:pt x="92548" y="205407"/>
                  </a:cubicBezTo>
                  <a:cubicBezTo>
                    <a:pt x="105302" y="205407"/>
                    <a:pt x="121396" y="205407"/>
                    <a:pt x="133846" y="206320"/>
                  </a:cubicBezTo>
                  <a:lnTo>
                    <a:pt x="133846" y="196879"/>
                  </a:lnTo>
                  <a:lnTo>
                    <a:pt x="127469" y="196879"/>
                  </a:lnTo>
                  <a:cubicBezTo>
                    <a:pt x="104998" y="196879"/>
                    <a:pt x="104391" y="193529"/>
                    <a:pt x="104391" y="182566"/>
                  </a:cubicBezTo>
                  <a:lnTo>
                    <a:pt x="104391" y="156070"/>
                  </a:lnTo>
                  <a:lnTo>
                    <a:pt x="134757" y="156070"/>
                  </a:lnTo>
                  <a:lnTo>
                    <a:pt x="134757" y="146630"/>
                  </a:lnTo>
                  <a:lnTo>
                    <a:pt x="104391" y="146630"/>
                  </a:lnTo>
                  <a:lnTo>
                    <a:pt x="104391" y="8062"/>
                  </a:lnTo>
                  <a:cubicBezTo>
                    <a:pt x="104391" y="1971"/>
                    <a:pt x="104391" y="144"/>
                    <a:pt x="99532" y="144"/>
                  </a:cubicBezTo>
                  <a:cubicBezTo>
                    <a:pt x="96799" y="144"/>
                    <a:pt x="95888" y="144"/>
                    <a:pt x="93459" y="3798"/>
                  </a:cubicBezTo>
                  <a:lnTo>
                    <a:pt x="235" y="146630"/>
                  </a:lnTo>
                  <a:lnTo>
                    <a:pt x="235" y="156070"/>
                  </a:lnTo>
                  <a:lnTo>
                    <a:pt x="81009" y="156070"/>
                  </a:lnTo>
                  <a:close/>
                  <a:moveTo>
                    <a:pt x="82831" y="146630"/>
                  </a:moveTo>
                  <a:lnTo>
                    <a:pt x="8738" y="146630"/>
                  </a:lnTo>
                  <a:lnTo>
                    <a:pt x="82831" y="33035"/>
                  </a:lnTo>
                  <a:lnTo>
                    <a:pt x="82831" y="14663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6C623CF9-CD80-3799-F198-C23E3B7DB3F3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8931565" y="4895787"/>
              <a:ext cx="126019" cy="209526"/>
            </a:xfrm>
            <a:custGeom>
              <a:avLst/>
              <a:gdLst>
                <a:gd name="connsiteX0" fmla="*/ 27569 w 126019"/>
                <a:gd name="connsiteY0" fmla="*/ 103080 h 209526"/>
                <a:gd name="connsiteX1" fmla="*/ 27569 w 126019"/>
                <a:gd name="connsiteY1" fmla="*/ 95771 h 209526"/>
                <a:gd name="connsiteX2" fmla="*/ 80710 w 126019"/>
                <a:gd name="connsiteY2" fmla="*/ 7757 h 209526"/>
                <a:gd name="connsiteX3" fmla="*/ 107432 w 126019"/>
                <a:gd name="connsiteY3" fmla="*/ 19939 h 209526"/>
                <a:gd name="connsiteX4" fmla="*/ 90731 w 126019"/>
                <a:gd name="connsiteY4" fmla="*/ 33644 h 209526"/>
                <a:gd name="connsiteX5" fmla="*/ 104699 w 126019"/>
                <a:gd name="connsiteY5" fmla="*/ 47653 h 209526"/>
                <a:gd name="connsiteX6" fmla="*/ 118668 w 126019"/>
                <a:gd name="connsiteY6" fmla="*/ 33035 h 209526"/>
                <a:gd name="connsiteX7" fmla="*/ 80103 w 126019"/>
                <a:gd name="connsiteY7" fmla="*/ 144 h 209526"/>
                <a:gd name="connsiteX8" fmla="*/ 240 w 126019"/>
                <a:gd name="connsiteY8" fmla="*/ 106734 h 209526"/>
                <a:gd name="connsiteX9" fmla="*/ 63705 w 126019"/>
                <a:gd name="connsiteY9" fmla="*/ 209670 h 209526"/>
                <a:gd name="connsiteX10" fmla="*/ 126259 w 126019"/>
                <a:gd name="connsiteY10" fmla="*/ 140843 h 209526"/>
                <a:gd name="connsiteX11" fmla="*/ 65527 w 126019"/>
                <a:gd name="connsiteY11" fmla="*/ 72930 h 209526"/>
                <a:gd name="connsiteX12" fmla="*/ 27569 w 126019"/>
                <a:gd name="connsiteY12" fmla="*/ 103080 h 209526"/>
                <a:gd name="connsiteX13" fmla="*/ 63705 w 126019"/>
                <a:gd name="connsiteY13" fmla="*/ 201143 h 209526"/>
                <a:gd name="connsiteX14" fmla="*/ 33643 w 126019"/>
                <a:gd name="connsiteY14" fmla="*/ 178302 h 209526"/>
                <a:gd name="connsiteX15" fmla="*/ 28177 w 126019"/>
                <a:gd name="connsiteY15" fmla="*/ 134143 h 209526"/>
                <a:gd name="connsiteX16" fmla="*/ 65224 w 126019"/>
                <a:gd name="connsiteY16" fmla="*/ 79934 h 209526"/>
                <a:gd name="connsiteX17" fmla="*/ 93464 w 126019"/>
                <a:gd name="connsiteY17" fmla="*/ 98816 h 209526"/>
                <a:gd name="connsiteX18" fmla="*/ 98930 w 126019"/>
                <a:gd name="connsiteY18" fmla="*/ 140539 h 209526"/>
                <a:gd name="connsiteX19" fmla="*/ 93768 w 126019"/>
                <a:gd name="connsiteY19" fmla="*/ 181348 h 209526"/>
                <a:gd name="connsiteX20" fmla="*/ 63705 w 126019"/>
                <a:gd name="connsiteY20" fmla="*/ 20114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09526">
                  <a:moveTo>
                    <a:pt x="27569" y="103080"/>
                  </a:moveTo>
                  <a:lnTo>
                    <a:pt x="27569" y="95771"/>
                  </a:lnTo>
                  <a:cubicBezTo>
                    <a:pt x="27569" y="18721"/>
                    <a:pt x="65224" y="7757"/>
                    <a:pt x="80710" y="7757"/>
                  </a:cubicBezTo>
                  <a:cubicBezTo>
                    <a:pt x="87998" y="7757"/>
                    <a:pt x="100752" y="9585"/>
                    <a:pt x="107432" y="19939"/>
                  </a:cubicBezTo>
                  <a:cubicBezTo>
                    <a:pt x="102877" y="19939"/>
                    <a:pt x="90731" y="19939"/>
                    <a:pt x="90731" y="33644"/>
                  </a:cubicBezTo>
                  <a:cubicBezTo>
                    <a:pt x="90731" y="43085"/>
                    <a:pt x="98019" y="47653"/>
                    <a:pt x="104699" y="47653"/>
                  </a:cubicBezTo>
                  <a:cubicBezTo>
                    <a:pt x="109558" y="47653"/>
                    <a:pt x="118668" y="44912"/>
                    <a:pt x="118668" y="33035"/>
                  </a:cubicBezTo>
                  <a:cubicBezTo>
                    <a:pt x="118668" y="14762"/>
                    <a:pt x="105307" y="144"/>
                    <a:pt x="80103" y="144"/>
                  </a:cubicBezTo>
                  <a:cubicBezTo>
                    <a:pt x="41234" y="144"/>
                    <a:pt x="240" y="39430"/>
                    <a:pt x="240" y="106734"/>
                  </a:cubicBezTo>
                  <a:cubicBezTo>
                    <a:pt x="240" y="188048"/>
                    <a:pt x="35465" y="209670"/>
                    <a:pt x="63705" y="209670"/>
                  </a:cubicBezTo>
                  <a:cubicBezTo>
                    <a:pt x="97412" y="209670"/>
                    <a:pt x="126259" y="181043"/>
                    <a:pt x="126259" y="140843"/>
                  </a:cubicBezTo>
                  <a:cubicBezTo>
                    <a:pt x="126259" y="102166"/>
                    <a:pt x="99234" y="72930"/>
                    <a:pt x="65527" y="72930"/>
                  </a:cubicBezTo>
                  <a:cubicBezTo>
                    <a:pt x="44878" y="72930"/>
                    <a:pt x="33643" y="88462"/>
                    <a:pt x="27569" y="103080"/>
                  </a:cubicBezTo>
                  <a:close/>
                  <a:moveTo>
                    <a:pt x="63705" y="201143"/>
                  </a:moveTo>
                  <a:cubicBezTo>
                    <a:pt x="44575" y="201143"/>
                    <a:pt x="35465" y="182870"/>
                    <a:pt x="33643" y="178302"/>
                  </a:cubicBezTo>
                  <a:cubicBezTo>
                    <a:pt x="28177" y="163989"/>
                    <a:pt x="28177" y="139625"/>
                    <a:pt x="28177" y="134143"/>
                  </a:cubicBezTo>
                  <a:cubicBezTo>
                    <a:pt x="28177" y="110389"/>
                    <a:pt x="37894" y="79934"/>
                    <a:pt x="65224" y="79934"/>
                  </a:cubicBezTo>
                  <a:cubicBezTo>
                    <a:pt x="70082" y="79934"/>
                    <a:pt x="84051" y="79934"/>
                    <a:pt x="93464" y="98816"/>
                  </a:cubicBezTo>
                  <a:cubicBezTo>
                    <a:pt x="98930" y="110084"/>
                    <a:pt x="98930" y="125616"/>
                    <a:pt x="98930" y="140539"/>
                  </a:cubicBezTo>
                  <a:cubicBezTo>
                    <a:pt x="98930" y="155157"/>
                    <a:pt x="98930" y="170384"/>
                    <a:pt x="93768" y="181348"/>
                  </a:cubicBezTo>
                  <a:cubicBezTo>
                    <a:pt x="84658" y="199620"/>
                    <a:pt x="70689" y="201143"/>
                    <a:pt x="63705" y="20114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5D39E7E7-7624-1673-4F7F-6C6BA0714D54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9339001" y="4842797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6B6A6222-3963-0941-F8B6-E850962A87FB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9634689" y="4895787"/>
              <a:ext cx="121160" cy="202826"/>
            </a:xfrm>
            <a:custGeom>
              <a:avLst/>
              <a:gdLst>
                <a:gd name="connsiteX0" fmla="*/ 23645 w 121160"/>
                <a:gd name="connsiteY0" fmla="*/ 179520 h 202826"/>
                <a:gd name="connsiteX1" fmla="*/ 55833 w 121160"/>
                <a:gd name="connsiteY1" fmla="*/ 148152 h 202826"/>
                <a:gd name="connsiteX2" fmla="*/ 121424 w 121160"/>
                <a:gd name="connsiteY2" fmla="*/ 59225 h 202826"/>
                <a:gd name="connsiteX3" fmla="*/ 57048 w 121160"/>
                <a:gd name="connsiteY3" fmla="*/ 144 h 202826"/>
                <a:gd name="connsiteX4" fmla="*/ 263 w 121160"/>
                <a:gd name="connsiteY4" fmla="*/ 55266 h 202826"/>
                <a:gd name="connsiteX5" fmla="*/ 16357 w 121160"/>
                <a:gd name="connsiteY5" fmla="*/ 72321 h 202826"/>
                <a:gd name="connsiteX6" fmla="*/ 32147 w 121160"/>
                <a:gd name="connsiteY6" fmla="*/ 56180 h 202826"/>
                <a:gd name="connsiteX7" fmla="*/ 16053 w 121160"/>
                <a:gd name="connsiteY7" fmla="*/ 40344 h 202826"/>
                <a:gd name="connsiteX8" fmla="*/ 12106 w 121160"/>
                <a:gd name="connsiteY8" fmla="*/ 40648 h 202826"/>
                <a:gd name="connsiteX9" fmla="*/ 53100 w 121160"/>
                <a:gd name="connsiteY9" fmla="*/ 9585 h 202826"/>
                <a:gd name="connsiteX10" fmla="*/ 93791 w 121160"/>
                <a:gd name="connsiteY10" fmla="*/ 59225 h 202826"/>
                <a:gd name="connsiteX11" fmla="*/ 61906 w 121160"/>
                <a:gd name="connsiteY11" fmla="*/ 126530 h 202826"/>
                <a:gd name="connsiteX12" fmla="*/ 3603 w 121160"/>
                <a:gd name="connsiteY12" fmla="*/ 191702 h 202826"/>
                <a:gd name="connsiteX13" fmla="*/ 263 w 121160"/>
                <a:gd name="connsiteY13" fmla="*/ 202970 h 202826"/>
                <a:gd name="connsiteX14" fmla="*/ 112921 w 121160"/>
                <a:gd name="connsiteY14" fmla="*/ 202970 h 202826"/>
                <a:gd name="connsiteX15" fmla="*/ 121424 w 121160"/>
                <a:gd name="connsiteY15" fmla="*/ 149980 h 202826"/>
                <a:gd name="connsiteX16" fmla="*/ 113832 w 121160"/>
                <a:gd name="connsiteY16" fmla="*/ 149980 h 202826"/>
                <a:gd name="connsiteX17" fmla="*/ 107152 w 121160"/>
                <a:gd name="connsiteY17" fmla="*/ 177084 h 202826"/>
                <a:gd name="connsiteX18" fmla="*/ 78304 w 121160"/>
                <a:gd name="connsiteY18" fmla="*/ 179520 h 202826"/>
                <a:gd name="connsiteX19" fmla="*/ 23645 w 121160"/>
                <a:gd name="connsiteY19" fmla="*/ 179520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645" y="179520"/>
                  </a:moveTo>
                  <a:lnTo>
                    <a:pt x="55833" y="148152"/>
                  </a:lnTo>
                  <a:cubicBezTo>
                    <a:pt x="103204" y="106125"/>
                    <a:pt x="121424" y="89680"/>
                    <a:pt x="121424" y="59225"/>
                  </a:cubicBezTo>
                  <a:cubicBezTo>
                    <a:pt x="121424" y="24507"/>
                    <a:pt x="94094" y="144"/>
                    <a:pt x="57048" y="144"/>
                  </a:cubicBezTo>
                  <a:cubicBezTo>
                    <a:pt x="22734" y="144"/>
                    <a:pt x="263" y="28162"/>
                    <a:pt x="263" y="55266"/>
                  </a:cubicBezTo>
                  <a:cubicBezTo>
                    <a:pt x="263" y="72321"/>
                    <a:pt x="15446" y="72321"/>
                    <a:pt x="16357" y="72321"/>
                  </a:cubicBezTo>
                  <a:cubicBezTo>
                    <a:pt x="21519" y="72321"/>
                    <a:pt x="32147" y="68666"/>
                    <a:pt x="32147" y="56180"/>
                  </a:cubicBezTo>
                  <a:cubicBezTo>
                    <a:pt x="32147" y="48262"/>
                    <a:pt x="26682" y="40344"/>
                    <a:pt x="16053" y="40344"/>
                  </a:cubicBezTo>
                  <a:cubicBezTo>
                    <a:pt x="13624" y="40344"/>
                    <a:pt x="13017" y="40344"/>
                    <a:pt x="12106" y="40648"/>
                  </a:cubicBezTo>
                  <a:cubicBezTo>
                    <a:pt x="19090" y="20853"/>
                    <a:pt x="35488" y="9585"/>
                    <a:pt x="53100" y="9585"/>
                  </a:cubicBezTo>
                  <a:cubicBezTo>
                    <a:pt x="80733" y="9585"/>
                    <a:pt x="93791" y="34253"/>
                    <a:pt x="93791" y="59225"/>
                  </a:cubicBezTo>
                  <a:cubicBezTo>
                    <a:pt x="93791" y="83589"/>
                    <a:pt x="78608" y="107648"/>
                    <a:pt x="61906" y="126530"/>
                  </a:cubicBezTo>
                  <a:lnTo>
                    <a:pt x="3603" y="191702"/>
                  </a:lnTo>
                  <a:cubicBezTo>
                    <a:pt x="263" y="195052"/>
                    <a:pt x="263" y="195661"/>
                    <a:pt x="263" y="202970"/>
                  </a:cubicBezTo>
                  <a:lnTo>
                    <a:pt x="112921" y="202970"/>
                  </a:lnTo>
                  <a:lnTo>
                    <a:pt x="121424" y="149980"/>
                  </a:lnTo>
                  <a:lnTo>
                    <a:pt x="113832" y="149980"/>
                  </a:lnTo>
                  <a:cubicBezTo>
                    <a:pt x="112314" y="159116"/>
                    <a:pt x="110188" y="172516"/>
                    <a:pt x="107152" y="177084"/>
                  </a:cubicBezTo>
                  <a:cubicBezTo>
                    <a:pt x="105026" y="179520"/>
                    <a:pt x="84984" y="179520"/>
                    <a:pt x="78304" y="179520"/>
                  </a:cubicBezTo>
                  <a:lnTo>
                    <a:pt x="23645" y="17952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DD16B60-994C-9281-1274-506696AF36B0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9797452" y="5066331"/>
              <a:ext cx="32188" cy="32281"/>
            </a:xfrm>
            <a:custGeom>
              <a:avLst/>
              <a:gdLst>
                <a:gd name="connsiteX0" fmla="*/ 32456 w 32188"/>
                <a:gd name="connsiteY0" fmla="*/ 16285 h 32281"/>
                <a:gd name="connsiteX1" fmla="*/ 16362 w 32188"/>
                <a:gd name="connsiteY1" fmla="*/ 144 h 32281"/>
                <a:gd name="connsiteX2" fmla="*/ 268 w 32188"/>
                <a:gd name="connsiteY2" fmla="*/ 16285 h 32281"/>
                <a:gd name="connsiteX3" fmla="*/ 16362 w 32188"/>
                <a:gd name="connsiteY3" fmla="*/ 32426 h 32281"/>
                <a:gd name="connsiteX4" fmla="*/ 32456 w 32188"/>
                <a:gd name="connsiteY4" fmla="*/ 16285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56" y="16285"/>
                  </a:moveTo>
                  <a:cubicBezTo>
                    <a:pt x="32456" y="7453"/>
                    <a:pt x="25168" y="144"/>
                    <a:pt x="16362" y="144"/>
                  </a:cubicBezTo>
                  <a:cubicBezTo>
                    <a:pt x="7556" y="144"/>
                    <a:pt x="268" y="7453"/>
                    <a:pt x="268" y="16285"/>
                  </a:cubicBezTo>
                  <a:cubicBezTo>
                    <a:pt x="268" y="25116"/>
                    <a:pt x="7556" y="32426"/>
                    <a:pt x="16362" y="32426"/>
                  </a:cubicBezTo>
                  <a:cubicBezTo>
                    <a:pt x="25168" y="32426"/>
                    <a:pt x="32456" y="25116"/>
                    <a:pt x="32456" y="1628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790C91AB-1706-F3E3-69B1-122BCE1EB76C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9872693" y="4892741"/>
              <a:ext cx="130270" cy="212571"/>
            </a:xfrm>
            <a:custGeom>
              <a:avLst/>
              <a:gdLst>
                <a:gd name="connsiteX0" fmla="*/ 127808 w 130270"/>
                <a:gd name="connsiteY0" fmla="*/ 20548 h 212571"/>
                <a:gd name="connsiteX1" fmla="*/ 130541 w 130270"/>
                <a:gd name="connsiteY1" fmla="*/ 9889 h 212571"/>
                <a:gd name="connsiteX2" fmla="*/ 56752 w 130270"/>
                <a:gd name="connsiteY2" fmla="*/ 9889 h 212571"/>
                <a:gd name="connsiteX3" fmla="*/ 17883 w 130270"/>
                <a:gd name="connsiteY3" fmla="*/ 144 h 212571"/>
                <a:gd name="connsiteX4" fmla="*/ 10292 w 130270"/>
                <a:gd name="connsiteY4" fmla="*/ 144 h 212571"/>
                <a:gd name="connsiteX5" fmla="*/ 271 w 130270"/>
                <a:gd name="connsiteY5" fmla="*/ 62880 h 212571"/>
                <a:gd name="connsiteX6" fmla="*/ 7862 w 130270"/>
                <a:gd name="connsiteY6" fmla="*/ 62880 h 212571"/>
                <a:gd name="connsiteX7" fmla="*/ 15454 w 130270"/>
                <a:gd name="connsiteY7" fmla="*/ 35166 h 212571"/>
                <a:gd name="connsiteX8" fmla="*/ 45213 w 130270"/>
                <a:gd name="connsiteY8" fmla="*/ 33339 h 212571"/>
                <a:gd name="connsiteX9" fmla="*/ 108070 w 130270"/>
                <a:gd name="connsiteY9" fmla="*/ 33339 h 212571"/>
                <a:gd name="connsiteX10" fmla="*/ 74060 w 130270"/>
                <a:gd name="connsiteY10" fmla="*/ 81457 h 212571"/>
                <a:gd name="connsiteX11" fmla="*/ 36710 w 130270"/>
                <a:gd name="connsiteY11" fmla="*/ 195966 h 212571"/>
                <a:gd name="connsiteX12" fmla="*/ 50678 w 130270"/>
                <a:gd name="connsiteY12" fmla="*/ 212716 h 212571"/>
                <a:gd name="connsiteX13" fmla="*/ 64647 w 130270"/>
                <a:gd name="connsiteY13" fmla="*/ 195966 h 212571"/>
                <a:gd name="connsiteX14" fmla="*/ 64647 w 130270"/>
                <a:gd name="connsiteY14" fmla="*/ 180434 h 212571"/>
                <a:gd name="connsiteX15" fmla="*/ 67987 w 130270"/>
                <a:gd name="connsiteY15" fmla="*/ 130489 h 212571"/>
                <a:gd name="connsiteX16" fmla="*/ 86814 w 130270"/>
                <a:gd name="connsiteY16" fmla="*/ 78412 h 212571"/>
                <a:gd name="connsiteX17" fmla="*/ 127808 w 130270"/>
                <a:gd name="connsiteY17" fmla="*/ 20548 h 21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2571">
                  <a:moveTo>
                    <a:pt x="127808" y="20548"/>
                  </a:moveTo>
                  <a:cubicBezTo>
                    <a:pt x="130541" y="16894"/>
                    <a:pt x="130541" y="16285"/>
                    <a:pt x="130541" y="9889"/>
                  </a:cubicBezTo>
                  <a:lnTo>
                    <a:pt x="56752" y="9889"/>
                  </a:lnTo>
                  <a:cubicBezTo>
                    <a:pt x="19705" y="9889"/>
                    <a:pt x="19098" y="5930"/>
                    <a:pt x="17883" y="144"/>
                  </a:cubicBezTo>
                  <a:lnTo>
                    <a:pt x="10292" y="144"/>
                  </a:lnTo>
                  <a:lnTo>
                    <a:pt x="271" y="62880"/>
                  </a:lnTo>
                  <a:lnTo>
                    <a:pt x="7862" y="62880"/>
                  </a:lnTo>
                  <a:cubicBezTo>
                    <a:pt x="8773" y="58007"/>
                    <a:pt x="11506" y="38821"/>
                    <a:pt x="15454" y="35166"/>
                  </a:cubicBezTo>
                  <a:cubicBezTo>
                    <a:pt x="17579" y="33339"/>
                    <a:pt x="41265" y="33339"/>
                    <a:pt x="45213" y="33339"/>
                  </a:cubicBezTo>
                  <a:lnTo>
                    <a:pt x="108070" y="33339"/>
                  </a:lnTo>
                  <a:cubicBezTo>
                    <a:pt x="104730" y="38212"/>
                    <a:pt x="80741" y="71407"/>
                    <a:pt x="74060" y="81457"/>
                  </a:cubicBezTo>
                  <a:cubicBezTo>
                    <a:pt x="46731" y="122571"/>
                    <a:pt x="36710" y="164902"/>
                    <a:pt x="36710" y="195966"/>
                  </a:cubicBezTo>
                  <a:cubicBezTo>
                    <a:pt x="36710" y="199011"/>
                    <a:pt x="36710" y="212716"/>
                    <a:pt x="50678" y="212716"/>
                  </a:cubicBezTo>
                  <a:cubicBezTo>
                    <a:pt x="64647" y="212716"/>
                    <a:pt x="64647" y="199011"/>
                    <a:pt x="64647" y="195966"/>
                  </a:cubicBezTo>
                  <a:lnTo>
                    <a:pt x="64647" y="180434"/>
                  </a:lnTo>
                  <a:cubicBezTo>
                    <a:pt x="64647" y="163684"/>
                    <a:pt x="65558" y="146934"/>
                    <a:pt x="67987" y="130489"/>
                  </a:cubicBezTo>
                  <a:cubicBezTo>
                    <a:pt x="69202" y="123484"/>
                    <a:pt x="73453" y="97293"/>
                    <a:pt x="86814" y="78412"/>
                  </a:cubicBezTo>
                  <a:lnTo>
                    <a:pt x="127808" y="2054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5D1FAADB-FFA1-75E6-1B71-28491963BF6C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10022702" y="4895787"/>
              <a:ext cx="121160" cy="202826"/>
            </a:xfrm>
            <a:custGeom>
              <a:avLst/>
              <a:gdLst>
                <a:gd name="connsiteX0" fmla="*/ 23658 w 121160"/>
                <a:gd name="connsiteY0" fmla="*/ 179520 h 202826"/>
                <a:gd name="connsiteX1" fmla="*/ 55846 w 121160"/>
                <a:gd name="connsiteY1" fmla="*/ 148152 h 202826"/>
                <a:gd name="connsiteX2" fmla="*/ 121437 w 121160"/>
                <a:gd name="connsiteY2" fmla="*/ 59225 h 202826"/>
                <a:gd name="connsiteX3" fmla="*/ 57060 w 121160"/>
                <a:gd name="connsiteY3" fmla="*/ 144 h 202826"/>
                <a:gd name="connsiteX4" fmla="*/ 276 w 121160"/>
                <a:gd name="connsiteY4" fmla="*/ 55266 h 202826"/>
                <a:gd name="connsiteX5" fmla="*/ 16370 w 121160"/>
                <a:gd name="connsiteY5" fmla="*/ 72321 h 202826"/>
                <a:gd name="connsiteX6" fmla="*/ 32160 w 121160"/>
                <a:gd name="connsiteY6" fmla="*/ 56180 h 202826"/>
                <a:gd name="connsiteX7" fmla="*/ 16066 w 121160"/>
                <a:gd name="connsiteY7" fmla="*/ 40344 h 202826"/>
                <a:gd name="connsiteX8" fmla="*/ 12118 w 121160"/>
                <a:gd name="connsiteY8" fmla="*/ 40648 h 202826"/>
                <a:gd name="connsiteX9" fmla="*/ 53113 w 121160"/>
                <a:gd name="connsiteY9" fmla="*/ 9585 h 202826"/>
                <a:gd name="connsiteX10" fmla="*/ 93803 w 121160"/>
                <a:gd name="connsiteY10" fmla="*/ 59225 h 202826"/>
                <a:gd name="connsiteX11" fmla="*/ 61919 w 121160"/>
                <a:gd name="connsiteY11" fmla="*/ 126530 h 202826"/>
                <a:gd name="connsiteX12" fmla="*/ 3616 w 121160"/>
                <a:gd name="connsiteY12" fmla="*/ 191702 h 202826"/>
                <a:gd name="connsiteX13" fmla="*/ 276 w 121160"/>
                <a:gd name="connsiteY13" fmla="*/ 202970 h 202826"/>
                <a:gd name="connsiteX14" fmla="*/ 112934 w 121160"/>
                <a:gd name="connsiteY14" fmla="*/ 202970 h 202826"/>
                <a:gd name="connsiteX15" fmla="*/ 121437 w 121160"/>
                <a:gd name="connsiteY15" fmla="*/ 149980 h 202826"/>
                <a:gd name="connsiteX16" fmla="*/ 113845 w 121160"/>
                <a:gd name="connsiteY16" fmla="*/ 149980 h 202826"/>
                <a:gd name="connsiteX17" fmla="*/ 107164 w 121160"/>
                <a:gd name="connsiteY17" fmla="*/ 177084 h 202826"/>
                <a:gd name="connsiteX18" fmla="*/ 78317 w 121160"/>
                <a:gd name="connsiteY18" fmla="*/ 179520 h 202826"/>
                <a:gd name="connsiteX19" fmla="*/ 23658 w 121160"/>
                <a:gd name="connsiteY19" fmla="*/ 179520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658" y="179520"/>
                  </a:moveTo>
                  <a:lnTo>
                    <a:pt x="55846" y="148152"/>
                  </a:lnTo>
                  <a:cubicBezTo>
                    <a:pt x="103217" y="106125"/>
                    <a:pt x="121437" y="89680"/>
                    <a:pt x="121437" y="59225"/>
                  </a:cubicBezTo>
                  <a:cubicBezTo>
                    <a:pt x="121437" y="24507"/>
                    <a:pt x="94107" y="144"/>
                    <a:pt x="57060" y="144"/>
                  </a:cubicBezTo>
                  <a:cubicBezTo>
                    <a:pt x="22747" y="144"/>
                    <a:pt x="276" y="28162"/>
                    <a:pt x="276" y="55266"/>
                  </a:cubicBezTo>
                  <a:cubicBezTo>
                    <a:pt x="276" y="72321"/>
                    <a:pt x="15459" y="72321"/>
                    <a:pt x="16370" y="72321"/>
                  </a:cubicBezTo>
                  <a:cubicBezTo>
                    <a:pt x="21532" y="72321"/>
                    <a:pt x="32160" y="68666"/>
                    <a:pt x="32160" y="56180"/>
                  </a:cubicBezTo>
                  <a:cubicBezTo>
                    <a:pt x="32160" y="48262"/>
                    <a:pt x="26694" y="40344"/>
                    <a:pt x="16066" y="40344"/>
                  </a:cubicBezTo>
                  <a:cubicBezTo>
                    <a:pt x="13637" y="40344"/>
                    <a:pt x="13029" y="40344"/>
                    <a:pt x="12118" y="40648"/>
                  </a:cubicBezTo>
                  <a:cubicBezTo>
                    <a:pt x="19103" y="20853"/>
                    <a:pt x="35500" y="9585"/>
                    <a:pt x="53113" y="9585"/>
                  </a:cubicBezTo>
                  <a:cubicBezTo>
                    <a:pt x="80746" y="9585"/>
                    <a:pt x="93803" y="34253"/>
                    <a:pt x="93803" y="59225"/>
                  </a:cubicBezTo>
                  <a:cubicBezTo>
                    <a:pt x="93803" y="83589"/>
                    <a:pt x="78620" y="107648"/>
                    <a:pt x="61919" y="126530"/>
                  </a:cubicBezTo>
                  <a:lnTo>
                    <a:pt x="3616" y="191702"/>
                  </a:lnTo>
                  <a:cubicBezTo>
                    <a:pt x="276" y="195052"/>
                    <a:pt x="276" y="195661"/>
                    <a:pt x="276" y="202970"/>
                  </a:cubicBezTo>
                  <a:lnTo>
                    <a:pt x="112934" y="202970"/>
                  </a:lnTo>
                  <a:lnTo>
                    <a:pt x="121437" y="149980"/>
                  </a:lnTo>
                  <a:lnTo>
                    <a:pt x="113845" y="149980"/>
                  </a:lnTo>
                  <a:cubicBezTo>
                    <a:pt x="112327" y="159116"/>
                    <a:pt x="110201" y="172516"/>
                    <a:pt x="107164" y="177084"/>
                  </a:cubicBezTo>
                  <a:cubicBezTo>
                    <a:pt x="105039" y="179520"/>
                    <a:pt x="84997" y="179520"/>
                    <a:pt x="78317" y="179520"/>
                  </a:cubicBezTo>
                  <a:lnTo>
                    <a:pt x="23658" y="17952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2BD69CFE-0C62-5452-E0AC-099184A177FD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10186376" y="4895787"/>
              <a:ext cx="100208" cy="202826"/>
            </a:xfrm>
            <a:custGeom>
              <a:avLst/>
              <a:gdLst>
                <a:gd name="connsiteX0" fmla="*/ 62531 w 100208"/>
                <a:gd name="connsiteY0" fmla="*/ 8062 h 202826"/>
                <a:gd name="connsiteX1" fmla="*/ 55547 w 100208"/>
                <a:gd name="connsiteY1" fmla="*/ 144 h 202826"/>
                <a:gd name="connsiteX2" fmla="*/ 281 w 100208"/>
                <a:gd name="connsiteY2" fmla="*/ 19635 h 202826"/>
                <a:gd name="connsiteX3" fmla="*/ 281 w 100208"/>
                <a:gd name="connsiteY3" fmla="*/ 29076 h 202826"/>
                <a:gd name="connsiteX4" fmla="*/ 40060 w 100208"/>
                <a:gd name="connsiteY4" fmla="*/ 21157 h 202826"/>
                <a:gd name="connsiteX5" fmla="*/ 40060 w 100208"/>
                <a:gd name="connsiteY5" fmla="*/ 178911 h 202826"/>
                <a:gd name="connsiteX6" fmla="*/ 11820 w 100208"/>
                <a:gd name="connsiteY6" fmla="*/ 193529 h 202826"/>
                <a:gd name="connsiteX7" fmla="*/ 2103 w 100208"/>
                <a:gd name="connsiteY7" fmla="*/ 193529 h 202826"/>
                <a:gd name="connsiteX8" fmla="*/ 2103 w 100208"/>
                <a:gd name="connsiteY8" fmla="*/ 202970 h 202826"/>
                <a:gd name="connsiteX9" fmla="*/ 51296 w 100208"/>
                <a:gd name="connsiteY9" fmla="*/ 202057 h 202826"/>
                <a:gd name="connsiteX10" fmla="*/ 100489 w 100208"/>
                <a:gd name="connsiteY10" fmla="*/ 202970 h 202826"/>
                <a:gd name="connsiteX11" fmla="*/ 100489 w 100208"/>
                <a:gd name="connsiteY11" fmla="*/ 193529 h 202826"/>
                <a:gd name="connsiteX12" fmla="*/ 90772 w 100208"/>
                <a:gd name="connsiteY12" fmla="*/ 193529 h 202826"/>
                <a:gd name="connsiteX13" fmla="*/ 62531 w 100208"/>
                <a:gd name="connsiteY13" fmla="*/ 178911 h 202826"/>
                <a:gd name="connsiteX14" fmla="*/ 62531 w 100208"/>
                <a:gd name="connsiteY14" fmla="*/ 8062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531" y="8062"/>
                  </a:moveTo>
                  <a:cubicBezTo>
                    <a:pt x="62531" y="753"/>
                    <a:pt x="62531" y="144"/>
                    <a:pt x="55547" y="144"/>
                  </a:cubicBezTo>
                  <a:cubicBezTo>
                    <a:pt x="36720" y="19635"/>
                    <a:pt x="9998" y="19635"/>
                    <a:pt x="281" y="19635"/>
                  </a:cubicBezTo>
                  <a:lnTo>
                    <a:pt x="281" y="29076"/>
                  </a:lnTo>
                  <a:cubicBezTo>
                    <a:pt x="6354" y="29076"/>
                    <a:pt x="24270" y="29076"/>
                    <a:pt x="40060" y="21157"/>
                  </a:cubicBezTo>
                  <a:lnTo>
                    <a:pt x="40060" y="178911"/>
                  </a:lnTo>
                  <a:cubicBezTo>
                    <a:pt x="40060" y="189875"/>
                    <a:pt x="39149" y="193529"/>
                    <a:pt x="11820" y="193529"/>
                  </a:cubicBezTo>
                  <a:lnTo>
                    <a:pt x="2103" y="193529"/>
                  </a:lnTo>
                  <a:lnTo>
                    <a:pt x="2103" y="202970"/>
                  </a:lnTo>
                  <a:cubicBezTo>
                    <a:pt x="12731" y="202057"/>
                    <a:pt x="39149" y="202057"/>
                    <a:pt x="51296" y="202057"/>
                  </a:cubicBezTo>
                  <a:cubicBezTo>
                    <a:pt x="63442" y="202057"/>
                    <a:pt x="89861" y="202057"/>
                    <a:pt x="100489" y="202970"/>
                  </a:cubicBezTo>
                  <a:lnTo>
                    <a:pt x="100489" y="193529"/>
                  </a:lnTo>
                  <a:lnTo>
                    <a:pt x="90772" y="193529"/>
                  </a:lnTo>
                  <a:cubicBezTo>
                    <a:pt x="63442" y="193529"/>
                    <a:pt x="62531" y="190179"/>
                    <a:pt x="62531" y="178911"/>
                  </a:cubicBezTo>
                  <a:lnTo>
                    <a:pt x="62531" y="806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B69C7D24-EC2D-03AF-62EB-B9A8EB94DF70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10579540" y="4842797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60ABF069-D64F-B913-9112-65D06D81D673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10872799" y="4895787"/>
              <a:ext cx="126019" cy="209526"/>
            </a:xfrm>
            <a:custGeom>
              <a:avLst/>
              <a:gdLst>
                <a:gd name="connsiteX0" fmla="*/ 75612 w 126019"/>
                <a:gd name="connsiteY0" fmla="*/ 95771 h 209526"/>
                <a:gd name="connsiteX1" fmla="*/ 118124 w 126019"/>
                <a:gd name="connsiteY1" fmla="*/ 42171 h 209526"/>
                <a:gd name="connsiteX2" fmla="*/ 62251 w 126019"/>
                <a:gd name="connsiteY2" fmla="*/ 144 h 209526"/>
                <a:gd name="connsiteX3" fmla="*/ 8503 w 126019"/>
                <a:gd name="connsiteY3" fmla="*/ 41562 h 209526"/>
                <a:gd name="connsiteX4" fmla="*/ 23989 w 126019"/>
                <a:gd name="connsiteY4" fmla="*/ 57398 h 209526"/>
                <a:gd name="connsiteX5" fmla="*/ 39476 w 126019"/>
                <a:gd name="connsiteY5" fmla="*/ 41866 h 209526"/>
                <a:gd name="connsiteX6" fmla="*/ 20649 w 126019"/>
                <a:gd name="connsiteY6" fmla="*/ 26639 h 209526"/>
                <a:gd name="connsiteX7" fmla="*/ 61036 w 126019"/>
                <a:gd name="connsiteY7" fmla="*/ 7757 h 209526"/>
                <a:gd name="connsiteX8" fmla="*/ 90187 w 126019"/>
                <a:gd name="connsiteY8" fmla="*/ 41866 h 209526"/>
                <a:gd name="connsiteX9" fmla="*/ 81685 w 126019"/>
                <a:gd name="connsiteY9" fmla="*/ 76584 h 209526"/>
                <a:gd name="connsiteX10" fmla="*/ 54659 w 126019"/>
                <a:gd name="connsiteY10" fmla="*/ 92421 h 209526"/>
                <a:gd name="connsiteX11" fmla="*/ 42816 w 126019"/>
                <a:gd name="connsiteY11" fmla="*/ 93334 h 209526"/>
                <a:gd name="connsiteX12" fmla="*/ 38261 w 126019"/>
                <a:gd name="connsiteY12" fmla="*/ 96989 h 209526"/>
                <a:gd name="connsiteX13" fmla="*/ 45549 w 126019"/>
                <a:gd name="connsiteY13" fmla="*/ 100339 h 209526"/>
                <a:gd name="connsiteX14" fmla="*/ 58910 w 126019"/>
                <a:gd name="connsiteY14" fmla="*/ 100339 h 209526"/>
                <a:gd name="connsiteX15" fmla="*/ 95046 w 126019"/>
                <a:gd name="connsiteY15" fmla="*/ 150893 h 209526"/>
                <a:gd name="connsiteX16" fmla="*/ 60732 w 126019"/>
                <a:gd name="connsiteY16" fmla="*/ 201143 h 209526"/>
                <a:gd name="connsiteX17" fmla="*/ 14272 w 126019"/>
                <a:gd name="connsiteY17" fmla="*/ 177998 h 209526"/>
                <a:gd name="connsiteX18" fmla="*/ 34314 w 126019"/>
                <a:gd name="connsiteY18" fmla="*/ 161248 h 209526"/>
                <a:gd name="connsiteX19" fmla="*/ 17309 w 126019"/>
                <a:gd name="connsiteY19" fmla="*/ 144193 h 209526"/>
                <a:gd name="connsiteX20" fmla="*/ 304 w 126019"/>
                <a:gd name="connsiteY20" fmla="*/ 161857 h 209526"/>
                <a:gd name="connsiteX21" fmla="*/ 61643 w 126019"/>
                <a:gd name="connsiteY21" fmla="*/ 209670 h 209526"/>
                <a:gd name="connsiteX22" fmla="*/ 126323 w 126019"/>
                <a:gd name="connsiteY22" fmla="*/ 150893 h 209526"/>
                <a:gd name="connsiteX23" fmla="*/ 75612 w 126019"/>
                <a:gd name="connsiteY23" fmla="*/ 95771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09526">
                  <a:moveTo>
                    <a:pt x="75612" y="95771"/>
                  </a:moveTo>
                  <a:cubicBezTo>
                    <a:pt x="100512" y="87548"/>
                    <a:pt x="118124" y="66230"/>
                    <a:pt x="118124" y="42171"/>
                  </a:cubicBezTo>
                  <a:cubicBezTo>
                    <a:pt x="118124" y="17198"/>
                    <a:pt x="91402" y="144"/>
                    <a:pt x="62251" y="144"/>
                  </a:cubicBezTo>
                  <a:cubicBezTo>
                    <a:pt x="31581" y="144"/>
                    <a:pt x="8503" y="18416"/>
                    <a:pt x="8503" y="41562"/>
                  </a:cubicBezTo>
                  <a:cubicBezTo>
                    <a:pt x="8503" y="51612"/>
                    <a:pt x="15183" y="57398"/>
                    <a:pt x="23989" y="57398"/>
                  </a:cubicBezTo>
                  <a:cubicBezTo>
                    <a:pt x="33403" y="57398"/>
                    <a:pt x="39476" y="50698"/>
                    <a:pt x="39476" y="41866"/>
                  </a:cubicBezTo>
                  <a:cubicBezTo>
                    <a:pt x="39476" y="26639"/>
                    <a:pt x="25204" y="26639"/>
                    <a:pt x="20649" y="26639"/>
                  </a:cubicBezTo>
                  <a:cubicBezTo>
                    <a:pt x="30062" y="11717"/>
                    <a:pt x="50104" y="7757"/>
                    <a:pt x="61036" y="7757"/>
                  </a:cubicBezTo>
                  <a:cubicBezTo>
                    <a:pt x="73486" y="7757"/>
                    <a:pt x="90187" y="14457"/>
                    <a:pt x="90187" y="41866"/>
                  </a:cubicBezTo>
                  <a:cubicBezTo>
                    <a:pt x="90187" y="45521"/>
                    <a:pt x="89580" y="63184"/>
                    <a:pt x="81685" y="76584"/>
                  </a:cubicBezTo>
                  <a:cubicBezTo>
                    <a:pt x="72575" y="91203"/>
                    <a:pt x="62251" y="92116"/>
                    <a:pt x="54659" y="92421"/>
                  </a:cubicBezTo>
                  <a:cubicBezTo>
                    <a:pt x="52230" y="92725"/>
                    <a:pt x="44942" y="93334"/>
                    <a:pt x="42816" y="93334"/>
                  </a:cubicBezTo>
                  <a:cubicBezTo>
                    <a:pt x="40387" y="93639"/>
                    <a:pt x="38261" y="93943"/>
                    <a:pt x="38261" y="96989"/>
                  </a:cubicBezTo>
                  <a:cubicBezTo>
                    <a:pt x="38261" y="100339"/>
                    <a:pt x="40387" y="100339"/>
                    <a:pt x="45549" y="100339"/>
                  </a:cubicBezTo>
                  <a:lnTo>
                    <a:pt x="58910" y="100339"/>
                  </a:lnTo>
                  <a:cubicBezTo>
                    <a:pt x="83811" y="100339"/>
                    <a:pt x="95046" y="121048"/>
                    <a:pt x="95046" y="150893"/>
                  </a:cubicBezTo>
                  <a:cubicBezTo>
                    <a:pt x="95046" y="192311"/>
                    <a:pt x="74093" y="201143"/>
                    <a:pt x="60732" y="201143"/>
                  </a:cubicBezTo>
                  <a:cubicBezTo>
                    <a:pt x="47675" y="201143"/>
                    <a:pt x="24900" y="195966"/>
                    <a:pt x="14272" y="177998"/>
                  </a:cubicBezTo>
                  <a:cubicBezTo>
                    <a:pt x="24900" y="179520"/>
                    <a:pt x="34314" y="172820"/>
                    <a:pt x="34314" y="161248"/>
                  </a:cubicBezTo>
                  <a:cubicBezTo>
                    <a:pt x="34314" y="150284"/>
                    <a:pt x="26115" y="144193"/>
                    <a:pt x="17309" y="144193"/>
                  </a:cubicBezTo>
                  <a:cubicBezTo>
                    <a:pt x="10021" y="144193"/>
                    <a:pt x="304" y="148457"/>
                    <a:pt x="304" y="161857"/>
                  </a:cubicBezTo>
                  <a:cubicBezTo>
                    <a:pt x="304" y="189570"/>
                    <a:pt x="28544" y="209670"/>
                    <a:pt x="61643" y="209670"/>
                  </a:cubicBezTo>
                  <a:cubicBezTo>
                    <a:pt x="98690" y="209670"/>
                    <a:pt x="126323" y="181957"/>
                    <a:pt x="126323" y="150893"/>
                  </a:cubicBezTo>
                  <a:cubicBezTo>
                    <a:pt x="126323" y="125921"/>
                    <a:pt x="107192" y="102166"/>
                    <a:pt x="75612" y="95771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14F4B4D1-3AD7-0796-7ABF-3ED8C4E29EF9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11037991" y="5066331"/>
              <a:ext cx="32188" cy="32281"/>
            </a:xfrm>
            <a:custGeom>
              <a:avLst/>
              <a:gdLst>
                <a:gd name="connsiteX0" fmla="*/ 32497 w 32188"/>
                <a:gd name="connsiteY0" fmla="*/ 16285 h 32281"/>
                <a:gd name="connsiteX1" fmla="*/ 16403 w 32188"/>
                <a:gd name="connsiteY1" fmla="*/ 144 h 32281"/>
                <a:gd name="connsiteX2" fmla="*/ 309 w 32188"/>
                <a:gd name="connsiteY2" fmla="*/ 16285 h 32281"/>
                <a:gd name="connsiteX3" fmla="*/ 16403 w 32188"/>
                <a:gd name="connsiteY3" fmla="*/ 32426 h 32281"/>
                <a:gd name="connsiteX4" fmla="*/ 32497 w 32188"/>
                <a:gd name="connsiteY4" fmla="*/ 16285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97" y="16285"/>
                  </a:moveTo>
                  <a:cubicBezTo>
                    <a:pt x="32497" y="7453"/>
                    <a:pt x="25209" y="144"/>
                    <a:pt x="16403" y="144"/>
                  </a:cubicBezTo>
                  <a:cubicBezTo>
                    <a:pt x="7597" y="144"/>
                    <a:pt x="309" y="7453"/>
                    <a:pt x="309" y="16285"/>
                  </a:cubicBezTo>
                  <a:cubicBezTo>
                    <a:pt x="309" y="25116"/>
                    <a:pt x="7597" y="32426"/>
                    <a:pt x="16403" y="32426"/>
                  </a:cubicBezTo>
                  <a:cubicBezTo>
                    <a:pt x="25209" y="32426"/>
                    <a:pt x="32497" y="25116"/>
                    <a:pt x="32497" y="1628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1756EE71-AB1B-8241-E62C-CE2BC4E47DEF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11113232" y="4892741"/>
              <a:ext cx="130270" cy="212571"/>
            </a:xfrm>
            <a:custGeom>
              <a:avLst/>
              <a:gdLst>
                <a:gd name="connsiteX0" fmla="*/ 127849 w 130270"/>
                <a:gd name="connsiteY0" fmla="*/ 20548 h 212571"/>
                <a:gd name="connsiteX1" fmla="*/ 130582 w 130270"/>
                <a:gd name="connsiteY1" fmla="*/ 9889 h 212571"/>
                <a:gd name="connsiteX2" fmla="*/ 56792 w 130270"/>
                <a:gd name="connsiteY2" fmla="*/ 9889 h 212571"/>
                <a:gd name="connsiteX3" fmla="*/ 17924 w 130270"/>
                <a:gd name="connsiteY3" fmla="*/ 144 h 212571"/>
                <a:gd name="connsiteX4" fmla="*/ 10332 w 130270"/>
                <a:gd name="connsiteY4" fmla="*/ 144 h 212571"/>
                <a:gd name="connsiteX5" fmla="*/ 311 w 130270"/>
                <a:gd name="connsiteY5" fmla="*/ 62880 h 212571"/>
                <a:gd name="connsiteX6" fmla="*/ 7903 w 130270"/>
                <a:gd name="connsiteY6" fmla="*/ 62880 h 212571"/>
                <a:gd name="connsiteX7" fmla="*/ 15494 w 130270"/>
                <a:gd name="connsiteY7" fmla="*/ 35166 h 212571"/>
                <a:gd name="connsiteX8" fmla="*/ 45253 w 130270"/>
                <a:gd name="connsiteY8" fmla="*/ 33339 h 212571"/>
                <a:gd name="connsiteX9" fmla="*/ 108111 w 130270"/>
                <a:gd name="connsiteY9" fmla="*/ 33339 h 212571"/>
                <a:gd name="connsiteX10" fmla="*/ 74101 w 130270"/>
                <a:gd name="connsiteY10" fmla="*/ 81457 h 212571"/>
                <a:gd name="connsiteX11" fmla="*/ 36751 w 130270"/>
                <a:gd name="connsiteY11" fmla="*/ 195966 h 212571"/>
                <a:gd name="connsiteX12" fmla="*/ 50719 w 130270"/>
                <a:gd name="connsiteY12" fmla="*/ 212716 h 212571"/>
                <a:gd name="connsiteX13" fmla="*/ 64688 w 130270"/>
                <a:gd name="connsiteY13" fmla="*/ 195966 h 212571"/>
                <a:gd name="connsiteX14" fmla="*/ 64688 w 130270"/>
                <a:gd name="connsiteY14" fmla="*/ 180434 h 212571"/>
                <a:gd name="connsiteX15" fmla="*/ 68028 w 130270"/>
                <a:gd name="connsiteY15" fmla="*/ 130489 h 212571"/>
                <a:gd name="connsiteX16" fmla="*/ 86855 w 130270"/>
                <a:gd name="connsiteY16" fmla="*/ 78412 h 212571"/>
                <a:gd name="connsiteX17" fmla="*/ 127849 w 130270"/>
                <a:gd name="connsiteY17" fmla="*/ 20548 h 21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2571">
                  <a:moveTo>
                    <a:pt x="127849" y="20548"/>
                  </a:moveTo>
                  <a:cubicBezTo>
                    <a:pt x="130582" y="16894"/>
                    <a:pt x="130582" y="16285"/>
                    <a:pt x="130582" y="9889"/>
                  </a:cubicBezTo>
                  <a:lnTo>
                    <a:pt x="56792" y="9889"/>
                  </a:lnTo>
                  <a:cubicBezTo>
                    <a:pt x="19746" y="9889"/>
                    <a:pt x="19138" y="5930"/>
                    <a:pt x="17924" y="144"/>
                  </a:cubicBezTo>
                  <a:lnTo>
                    <a:pt x="10332" y="144"/>
                  </a:lnTo>
                  <a:lnTo>
                    <a:pt x="311" y="62880"/>
                  </a:lnTo>
                  <a:lnTo>
                    <a:pt x="7903" y="62880"/>
                  </a:lnTo>
                  <a:cubicBezTo>
                    <a:pt x="8814" y="58007"/>
                    <a:pt x="11547" y="38821"/>
                    <a:pt x="15494" y="35166"/>
                  </a:cubicBezTo>
                  <a:cubicBezTo>
                    <a:pt x="17620" y="33339"/>
                    <a:pt x="41306" y="33339"/>
                    <a:pt x="45253" y="33339"/>
                  </a:cubicBezTo>
                  <a:lnTo>
                    <a:pt x="108111" y="33339"/>
                  </a:lnTo>
                  <a:cubicBezTo>
                    <a:pt x="104771" y="38212"/>
                    <a:pt x="80782" y="71407"/>
                    <a:pt x="74101" y="81457"/>
                  </a:cubicBezTo>
                  <a:cubicBezTo>
                    <a:pt x="46772" y="122571"/>
                    <a:pt x="36751" y="164902"/>
                    <a:pt x="36751" y="195966"/>
                  </a:cubicBezTo>
                  <a:cubicBezTo>
                    <a:pt x="36751" y="199011"/>
                    <a:pt x="36751" y="212716"/>
                    <a:pt x="50719" y="212716"/>
                  </a:cubicBezTo>
                  <a:cubicBezTo>
                    <a:pt x="64688" y="212716"/>
                    <a:pt x="64688" y="199011"/>
                    <a:pt x="64688" y="195966"/>
                  </a:cubicBezTo>
                  <a:lnTo>
                    <a:pt x="64688" y="180434"/>
                  </a:lnTo>
                  <a:cubicBezTo>
                    <a:pt x="64688" y="163684"/>
                    <a:pt x="65599" y="146934"/>
                    <a:pt x="68028" y="130489"/>
                  </a:cubicBezTo>
                  <a:cubicBezTo>
                    <a:pt x="69243" y="123484"/>
                    <a:pt x="73494" y="97293"/>
                    <a:pt x="86855" y="78412"/>
                  </a:cubicBezTo>
                  <a:lnTo>
                    <a:pt x="127849" y="2054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B68D5E5B-5A32-3CD1-D138-6CC022E3341A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11260812" y="4895787"/>
              <a:ext cx="126019" cy="209526"/>
            </a:xfrm>
            <a:custGeom>
              <a:avLst/>
              <a:gdLst>
                <a:gd name="connsiteX0" fmla="*/ 37059 w 126019"/>
                <a:gd name="connsiteY0" fmla="*/ 63794 h 209526"/>
                <a:gd name="connsiteX1" fmla="*/ 21876 w 126019"/>
                <a:gd name="connsiteY1" fmla="*/ 39125 h 209526"/>
                <a:gd name="connsiteX2" fmla="*/ 63174 w 126019"/>
                <a:gd name="connsiteY2" fmla="*/ 7757 h 209526"/>
                <a:gd name="connsiteX3" fmla="*/ 104776 w 126019"/>
                <a:gd name="connsiteY3" fmla="*/ 45521 h 209526"/>
                <a:gd name="connsiteX4" fmla="*/ 74713 w 126019"/>
                <a:gd name="connsiteY4" fmla="*/ 88157 h 209526"/>
                <a:gd name="connsiteX5" fmla="*/ 37059 w 126019"/>
                <a:gd name="connsiteY5" fmla="*/ 63794 h 209526"/>
                <a:gd name="connsiteX6" fmla="*/ 81394 w 126019"/>
                <a:gd name="connsiteY6" fmla="*/ 92725 h 209526"/>
                <a:gd name="connsiteX7" fmla="*/ 118137 w 126019"/>
                <a:gd name="connsiteY7" fmla="*/ 45521 h 209526"/>
                <a:gd name="connsiteX8" fmla="*/ 63478 w 126019"/>
                <a:gd name="connsiteY8" fmla="*/ 144 h 209526"/>
                <a:gd name="connsiteX9" fmla="*/ 8515 w 126019"/>
                <a:gd name="connsiteY9" fmla="*/ 51003 h 209526"/>
                <a:gd name="connsiteX10" fmla="*/ 21876 w 126019"/>
                <a:gd name="connsiteY10" fmla="*/ 84503 h 209526"/>
                <a:gd name="connsiteX11" fmla="*/ 44044 w 126019"/>
                <a:gd name="connsiteY11" fmla="*/ 100948 h 209526"/>
                <a:gd name="connsiteX12" fmla="*/ 316 w 126019"/>
                <a:gd name="connsiteY12" fmla="*/ 156984 h 209526"/>
                <a:gd name="connsiteX13" fmla="*/ 63174 w 126019"/>
                <a:gd name="connsiteY13" fmla="*/ 209670 h 209526"/>
                <a:gd name="connsiteX14" fmla="*/ 126336 w 126019"/>
                <a:gd name="connsiteY14" fmla="*/ 151807 h 209526"/>
                <a:gd name="connsiteX15" fmla="*/ 111456 w 126019"/>
                <a:gd name="connsiteY15" fmla="*/ 114348 h 209526"/>
                <a:gd name="connsiteX16" fmla="*/ 81394 w 126019"/>
                <a:gd name="connsiteY16" fmla="*/ 92725 h 209526"/>
                <a:gd name="connsiteX17" fmla="*/ 51028 w 126019"/>
                <a:gd name="connsiteY17" fmla="*/ 105516 h 209526"/>
                <a:gd name="connsiteX18" fmla="*/ 88378 w 126019"/>
                <a:gd name="connsiteY18" fmla="*/ 129271 h 209526"/>
                <a:gd name="connsiteX19" fmla="*/ 111153 w 126019"/>
                <a:gd name="connsiteY19" fmla="*/ 162770 h 209526"/>
                <a:gd name="connsiteX20" fmla="*/ 63478 w 126019"/>
                <a:gd name="connsiteY20" fmla="*/ 201143 h 209526"/>
                <a:gd name="connsiteX21" fmla="*/ 15499 w 126019"/>
                <a:gd name="connsiteY21" fmla="*/ 156984 h 209526"/>
                <a:gd name="connsiteX22" fmla="*/ 51028 w 126019"/>
                <a:gd name="connsiteY22" fmla="*/ 105516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019" h="209526">
                  <a:moveTo>
                    <a:pt x="37059" y="63794"/>
                  </a:moveTo>
                  <a:cubicBezTo>
                    <a:pt x="23091" y="54657"/>
                    <a:pt x="21876" y="44303"/>
                    <a:pt x="21876" y="39125"/>
                  </a:cubicBezTo>
                  <a:cubicBezTo>
                    <a:pt x="21876" y="20548"/>
                    <a:pt x="41614" y="7757"/>
                    <a:pt x="63174" y="7757"/>
                  </a:cubicBezTo>
                  <a:cubicBezTo>
                    <a:pt x="85342" y="7757"/>
                    <a:pt x="104776" y="23594"/>
                    <a:pt x="104776" y="45521"/>
                  </a:cubicBezTo>
                  <a:cubicBezTo>
                    <a:pt x="104776" y="62880"/>
                    <a:pt x="92933" y="77498"/>
                    <a:pt x="74713" y="88157"/>
                  </a:cubicBezTo>
                  <a:lnTo>
                    <a:pt x="37059" y="63794"/>
                  </a:lnTo>
                  <a:close/>
                  <a:moveTo>
                    <a:pt x="81394" y="92725"/>
                  </a:moveTo>
                  <a:cubicBezTo>
                    <a:pt x="103258" y="81457"/>
                    <a:pt x="118137" y="65621"/>
                    <a:pt x="118137" y="45521"/>
                  </a:cubicBezTo>
                  <a:cubicBezTo>
                    <a:pt x="118137" y="17503"/>
                    <a:pt x="91111" y="144"/>
                    <a:pt x="63478" y="144"/>
                  </a:cubicBezTo>
                  <a:cubicBezTo>
                    <a:pt x="33112" y="144"/>
                    <a:pt x="8515" y="22680"/>
                    <a:pt x="8515" y="51003"/>
                  </a:cubicBezTo>
                  <a:cubicBezTo>
                    <a:pt x="8515" y="56484"/>
                    <a:pt x="9123" y="70189"/>
                    <a:pt x="21876" y="84503"/>
                  </a:cubicBezTo>
                  <a:cubicBezTo>
                    <a:pt x="25217" y="88157"/>
                    <a:pt x="36452" y="95771"/>
                    <a:pt x="44044" y="100948"/>
                  </a:cubicBezTo>
                  <a:cubicBezTo>
                    <a:pt x="26431" y="109780"/>
                    <a:pt x="316" y="126834"/>
                    <a:pt x="316" y="156984"/>
                  </a:cubicBezTo>
                  <a:cubicBezTo>
                    <a:pt x="316" y="189266"/>
                    <a:pt x="31290" y="209670"/>
                    <a:pt x="63174" y="209670"/>
                  </a:cubicBezTo>
                  <a:cubicBezTo>
                    <a:pt x="97488" y="209670"/>
                    <a:pt x="126336" y="184393"/>
                    <a:pt x="126336" y="151807"/>
                  </a:cubicBezTo>
                  <a:cubicBezTo>
                    <a:pt x="126336" y="140843"/>
                    <a:pt x="122996" y="127139"/>
                    <a:pt x="111456" y="114348"/>
                  </a:cubicBezTo>
                  <a:cubicBezTo>
                    <a:pt x="105687" y="107952"/>
                    <a:pt x="100828" y="104907"/>
                    <a:pt x="81394" y="92725"/>
                  </a:cubicBezTo>
                  <a:close/>
                  <a:moveTo>
                    <a:pt x="51028" y="105516"/>
                  </a:moveTo>
                  <a:lnTo>
                    <a:pt x="88378" y="129271"/>
                  </a:lnTo>
                  <a:cubicBezTo>
                    <a:pt x="96881" y="135057"/>
                    <a:pt x="111153" y="144193"/>
                    <a:pt x="111153" y="162770"/>
                  </a:cubicBezTo>
                  <a:cubicBezTo>
                    <a:pt x="111153" y="185307"/>
                    <a:pt x="88378" y="201143"/>
                    <a:pt x="63478" y="201143"/>
                  </a:cubicBezTo>
                  <a:cubicBezTo>
                    <a:pt x="37363" y="201143"/>
                    <a:pt x="15499" y="182261"/>
                    <a:pt x="15499" y="156984"/>
                  </a:cubicBezTo>
                  <a:cubicBezTo>
                    <a:pt x="15499" y="139320"/>
                    <a:pt x="25217" y="119830"/>
                    <a:pt x="51028" y="105516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DD6DAEBD-E24D-FC07-CE3C-721CC6171B96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11416895" y="4892741"/>
              <a:ext cx="130270" cy="212571"/>
            </a:xfrm>
            <a:custGeom>
              <a:avLst/>
              <a:gdLst>
                <a:gd name="connsiteX0" fmla="*/ 127859 w 130270"/>
                <a:gd name="connsiteY0" fmla="*/ 20548 h 212571"/>
                <a:gd name="connsiteX1" fmla="*/ 130592 w 130270"/>
                <a:gd name="connsiteY1" fmla="*/ 9889 h 212571"/>
                <a:gd name="connsiteX2" fmla="*/ 56802 w 130270"/>
                <a:gd name="connsiteY2" fmla="*/ 9889 h 212571"/>
                <a:gd name="connsiteX3" fmla="*/ 17934 w 130270"/>
                <a:gd name="connsiteY3" fmla="*/ 144 h 212571"/>
                <a:gd name="connsiteX4" fmla="*/ 10342 w 130270"/>
                <a:gd name="connsiteY4" fmla="*/ 144 h 212571"/>
                <a:gd name="connsiteX5" fmla="*/ 321 w 130270"/>
                <a:gd name="connsiteY5" fmla="*/ 62880 h 212571"/>
                <a:gd name="connsiteX6" fmla="*/ 7913 w 130270"/>
                <a:gd name="connsiteY6" fmla="*/ 62880 h 212571"/>
                <a:gd name="connsiteX7" fmla="*/ 15504 w 130270"/>
                <a:gd name="connsiteY7" fmla="*/ 35166 h 212571"/>
                <a:gd name="connsiteX8" fmla="*/ 45263 w 130270"/>
                <a:gd name="connsiteY8" fmla="*/ 33339 h 212571"/>
                <a:gd name="connsiteX9" fmla="*/ 108121 w 130270"/>
                <a:gd name="connsiteY9" fmla="*/ 33339 h 212571"/>
                <a:gd name="connsiteX10" fmla="*/ 74111 w 130270"/>
                <a:gd name="connsiteY10" fmla="*/ 81457 h 212571"/>
                <a:gd name="connsiteX11" fmla="*/ 36761 w 130270"/>
                <a:gd name="connsiteY11" fmla="*/ 195966 h 212571"/>
                <a:gd name="connsiteX12" fmla="*/ 50729 w 130270"/>
                <a:gd name="connsiteY12" fmla="*/ 212716 h 212571"/>
                <a:gd name="connsiteX13" fmla="*/ 64698 w 130270"/>
                <a:gd name="connsiteY13" fmla="*/ 195966 h 212571"/>
                <a:gd name="connsiteX14" fmla="*/ 64698 w 130270"/>
                <a:gd name="connsiteY14" fmla="*/ 180434 h 212571"/>
                <a:gd name="connsiteX15" fmla="*/ 68038 w 130270"/>
                <a:gd name="connsiteY15" fmla="*/ 130489 h 212571"/>
                <a:gd name="connsiteX16" fmla="*/ 86865 w 130270"/>
                <a:gd name="connsiteY16" fmla="*/ 78412 h 212571"/>
                <a:gd name="connsiteX17" fmla="*/ 127859 w 130270"/>
                <a:gd name="connsiteY17" fmla="*/ 20548 h 21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2571">
                  <a:moveTo>
                    <a:pt x="127859" y="20548"/>
                  </a:moveTo>
                  <a:cubicBezTo>
                    <a:pt x="130592" y="16894"/>
                    <a:pt x="130592" y="16285"/>
                    <a:pt x="130592" y="9889"/>
                  </a:cubicBezTo>
                  <a:lnTo>
                    <a:pt x="56802" y="9889"/>
                  </a:lnTo>
                  <a:cubicBezTo>
                    <a:pt x="19756" y="9889"/>
                    <a:pt x="19148" y="5930"/>
                    <a:pt x="17934" y="144"/>
                  </a:cubicBezTo>
                  <a:lnTo>
                    <a:pt x="10342" y="144"/>
                  </a:lnTo>
                  <a:lnTo>
                    <a:pt x="321" y="62880"/>
                  </a:lnTo>
                  <a:lnTo>
                    <a:pt x="7913" y="62880"/>
                  </a:lnTo>
                  <a:cubicBezTo>
                    <a:pt x="8824" y="58007"/>
                    <a:pt x="11557" y="38821"/>
                    <a:pt x="15504" y="35166"/>
                  </a:cubicBezTo>
                  <a:cubicBezTo>
                    <a:pt x="17630" y="33339"/>
                    <a:pt x="41316" y="33339"/>
                    <a:pt x="45263" y="33339"/>
                  </a:cubicBezTo>
                  <a:lnTo>
                    <a:pt x="108121" y="33339"/>
                  </a:lnTo>
                  <a:cubicBezTo>
                    <a:pt x="104781" y="38212"/>
                    <a:pt x="80792" y="71407"/>
                    <a:pt x="74111" y="81457"/>
                  </a:cubicBezTo>
                  <a:cubicBezTo>
                    <a:pt x="46782" y="122571"/>
                    <a:pt x="36761" y="164902"/>
                    <a:pt x="36761" y="195966"/>
                  </a:cubicBezTo>
                  <a:cubicBezTo>
                    <a:pt x="36761" y="199011"/>
                    <a:pt x="36761" y="212716"/>
                    <a:pt x="50729" y="212716"/>
                  </a:cubicBezTo>
                  <a:cubicBezTo>
                    <a:pt x="64698" y="212716"/>
                    <a:pt x="64698" y="199011"/>
                    <a:pt x="64698" y="195966"/>
                  </a:cubicBezTo>
                  <a:lnTo>
                    <a:pt x="64698" y="180434"/>
                  </a:lnTo>
                  <a:cubicBezTo>
                    <a:pt x="64698" y="163684"/>
                    <a:pt x="65609" y="146934"/>
                    <a:pt x="68038" y="130489"/>
                  </a:cubicBezTo>
                  <a:cubicBezTo>
                    <a:pt x="69252" y="123484"/>
                    <a:pt x="73504" y="97293"/>
                    <a:pt x="86865" y="78412"/>
                  </a:cubicBezTo>
                  <a:lnTo>
                    <a:pt x="127859" y="20548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BB0D93EA-37E4-0B82-3AD0-7804F5A54985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11820079" y="4842797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F9F499D5-9C61-A625-4404-3F5571677CB0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12115768" y="4895787"/>
              <a:ext cx="121160" cy="209526"/>
            </a:xfrm>
            <a:custGeom>
              <a:avLst/>
              <a:gdLst>
                <a:gd name="connsiteX0" fmla="*/ 121505 w 121160"/>
                <a:gd name="connsiteY0" fmla="*/ 141757 h 209526"/>
                <a:gd name="connsiteX1" fmla="*/ 63810 w 121160"/>
                <a:gd name="connsiteY1" fmla="*/ 75062 h 209526"/>
                <a:gd name="connsiteX2" fmla="*/ 25245 w 121160"/>
                <a:gd name="connsiteY2" fmla="*/ 90593 h 209526"/>
                <a:gd name="connsiteX3" fmla="*/ 25245 w 121160"/>
                <a:gd name="connsiteY3" fmla="*/ 31207 h 209526"/>
                <a:gd name="connsiteX4" fmla="*/ 51056 w 121160"/>
                <a:gd name="connsiteY4" fmla="*/ 35166 h 209526"/>
                <a:gd name="connsiteX5" fmla="*/ 109662 w 121160"/>
                <a:gd name="connsiteY5" fmla="*/ 3494 h 209526"/>
                <a:gd name="connsiteX6" fmla="*/ 106626 w 121160"/>
                <a:gd name="connsiteY6" fmla="*/ 144 h 209526"/>
                <a:gd name="connsiteX7" fmla="*/ 104197 w 121160"/>
                <a:gd name="connsiteY7" fmla="*/ 1057 h 209526"/>
                <a:gd name="connsiteX8" fmla="*/ 62899 w 121160"/>
                <a:gd name="connsiteY8" fmla="*/ 9889 h 209526"/>
                <a:gd name="connsiteX9" fmla="*/ 22512 w 121160"/>
                <a:gd name="connsiteY9" fmla="*/ 1362 h 209526"/>
                <a:gd name="connsiteX10" fmla="*/ 18868 w 121160"/>
                <a:gd name="connsiteY10" fmla="*/ 448 h 209526"/>
                <a:gd name="connsiteX11" fmla="*/ 15831 w 121160"/>
                <a:gd name="connsiteY11" fmla="*/ 7757 h 209526"/>
                <a:gd name="connsiteX12" fmla="*/ 15831 w 121160"/>
                <a:gd name="connsiteY12" fmla="*/ 97902 h 209526"/>
                <a:gd name="connsiteX13" fmla="*/ 20082 w 121160"/>
                <a:gd name="connsiteY13" fmla="*/ 105821 h 209526"/>
                <a:gd name="connsiteX14" fmla="*/ 24030 w 121160"/>
                <a:gd name="connsiteY14" fmla="*/ 103080 h 209526"/>
                <a:gd name="connsiteX15" fmla="*/ 63202 w 121160"/>
                <a:gd name="connsiteY15" fmla="*/ 81762 h 209526"/>
                <a:gd name="connsiteX16" fmla="*/ 89013 w 121160"/>
                <a:gd name="connsiteY16" fmla="*/ 101252 h 209526"/>
                <a:gd name="connsiteX17" fmla="*/ 94479 w 121160"/>
                <a:gd name="connsiteY17" fmla="*/ 139625 h 209526"/>
                <a:gd name="connsiteX18" fmla="*/ 87192 w 121160"/>
                <a:gd name="connsiteY18" fmla="*/ 181348 h 209526"/>
                <a:gd name="connsiteX19" fmla="*/ 54700 w 121160"/>
                <a:gd name="connsiteY19" fmla="*/ 201143 h 209526"/>
                <a:gd name="connsiteX20" fmla="*/ 10062 w 121160"/>
                <a:gd name="connsiteY20" fmla="*/ 167034 h 209526"/>
                <a:gd name="connsiteX21" fmla="*/ 15224 w 121160"/>
                <a:gd name="connsiteY21" fmla="*/ 167643 h 209526"/>
                <a:gd name="connsiteX22" fmla="*/ 30407 w 121160"/>
                <a:gd name="connsiteY22" fmla="*/ 152720 h 209526"/>
                <a:gd name="connsiteX23" fmla="*/ 15224 w 121160"/>
                <a:gd name="connsiteY23" fmla="*/ 137798 h 209526"/>
                <a:gd name="connsiteX24" fmla="*/ 344 w 121160"/>
                <a:gd name="connsiteY24" fmla="*/ 153939 h 209526"/>
                <a:gd name="connsiteX25" fmla="*/ 55307 w 121160"/>
                <a:gd name="connsiteY25" fmla="*/ 209670 h 209526"/>
                <a:gd name="connsiteX26" fmla="*/ 121505 w 121160"/>
                <a:gd name="connsiteY26" fmla="*/ 141757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505" y="141757"/>
                  </a:moveTo>
                  <a:cubicBezTo>
                    <a:pt x="121505" y="105516"/>
                    <a:pt x="96605" y="75062"/>
                    <a:pt x="63810" y="75062"/>
                  </a:cubicBezTo>
                  <a:cubicBezTo>
                    <a:pt x="49234" y="75062"/>
                    <a:pt x="36176" y="79934"/>
                    <a:pt x="25245" y="90593"/>
                  </a:cubicBezTo>
                  <a:lnTo>
                    <a:pt x="25245" y="31207"/>
                  </a:lnTo>
                  <a:cubicBezTo>
                    <a:pt x="31318" y="33035"/>
                    <a:pt x="41339" y="35166"/>
                    <a:pt x="51056" y="35166"/>
                  </a:cubicBezTo>
                  <a:cubicBezTo>
                    <a:pt x="88406" y="35166"/>
                    <a:pt x="109662" y="7453"/>
                    <a:pt x="109662" y="3494"/>
                  </a:cubicBezTo>
                  <a:cubicBezTo>
                    <a:pt x="109662" y="1667"/>
                    <a:pt x="108751" y="144"/>
                    <a:pt x="106626" y="144"/>
                  </a:cubicBezTo>
                  <a:cubicBezTo>
                    <a:pt x="106322" y="144"/>
                    <a:pt x="105715" y="144"/>
                    <a:pt x="104197" y="1057"/>
                  </a:cubicBezTo>
                  <a:cubicBezTo>
                    <a:pt x="98123" y="3798"/>
                    <a:pt x="83244" y="9889"/>
                    <a:pt x="62899" y="9889"/>
                  </a:cubicBezTo>
                  <a:cubicBezTo>
                    <a:pt x="50752" y="9889"/>
                    <a:pt x="36784" y="7757"/>
                    <a:pt x="22512" y="1362"/>
                  </a:cubicBezTo>
                  <a:cubicBezTo>
                    <a:pt x="20082" y="448"/>
                    <a:pt x="19475" y="448"/>
                    <a:pt x="18868" y="448"/>
                  </a:cubicBezTo>
                  <a:cubicBezTo>
                    <a:pt x="15831" y="448"/>
                    <a:pt x="15831" y="2885"/>
                    <a:pt x="15831" y="7757"/>
                  </a:cubicBezTo>
                  <a:lnTo>
                    <a:pt x="15831" y="97902"/>
                  </a:lnTo>
                  <a:cubicBezTo>
                    <a:pt x="15831" y="103384"/>
                    <a:pt x="15831" y="105821"/>
                    <a:pt x="20082" y="105821"/>
                  </a:cubicBezTo>
                  <a:cubicBezTo>
                    <a:pt x="22208" y="105821"/>
                    <a:pt x="22815" y="104907"/>
                    <a:pt x="24030" y="103080"/>
                  </a:cubicBezTo>
                  <a:cubicBezTo>
                    <a:pt x="27370" y="98207"/>
                    <a:pt x="38606" y="81762"/>
                    <a:pt x="63202" y="81762"/>
                  </a:cubicBezTo>
                  <a:cubicBezTo>
                    <a:pt x="78993" y="81762"/>
                    <a:pt x="86584" y="95771"/>
                    <a:pt x="89013" y="101252"/>
                  </a:cubicBezTo>
                  <a:cubicBezTo>
                    <a:pt x="93872" y="112521"/>
                    <a:pt x="94479" y="124398"/>
                    <a:pt x="94479" y="139625"/>
                  </a:cubicBezTo>
                  <a:cubicBezTo>
                    <a:pt x="94479" y="150284"/>
                    <a:pt x="94479" y="168557"/>
                    <a:pt x="87192" y="181348"/>
                  </a:cubicBezTo>
                  <a:cubicBezTo>
                    <a:pt x="79904" y="193225"/>
                    <a:pt x="68668" y="201143"/>
                    <a:pt x="54700" y="201143"/>
                  </a:cubicBezTo>
                  <a:cubicBezTo>
                    <a:pt x="32532" y="201143"/>
                    <a:pt x="15224" y="185002"/>
                    <a:pt x="10062" y="167034"/>
                  </a:cubicBezTo>
                  <a:cubicBezTo>
                    <a:pt x="10973" y="167339"/>
                    <a:pt x="11883" y="167643"/>
                    <a:pt x="15224" y="167643"/>
                  </a:cubicBezTo>
                  <a:cubicBezTo>
                    <a:pt x="25245" y="167643"/>
                    <a:pt x="30407" y="160029"/>
                    <a:pt x="30407" y="152720"/>
                  </a:cubicBezTo>
                  <a:cubicBezTo>
                    <a:pt x="30407" y="145411"/>
                    <a:pt x="25245" y="137798"/>
                    <a:pt x="15224" y="137798"/>
                  </a:cubicBezTo>
                  <a:cubicBezTo>
                    <a:pt x="10973" y="137798"/>
                    <a:pt x="344" y="139930"/>
                    <a:pt x="344" y="153939"/>
                  </a:cubicBezTo>
                  <a:cubicBezTo>
                    <a:pt x="344" y="180129"/>
                    <a:pt x="21297" y="209670"/>
                    <a:pt x="55307" y="209670"/>
                  </a:cubicBezTo>
                  <a:cubicBezTo>
                    <a:pt x="90532" y="209670"/>
                    <a:pt x="121505" y="180434"/>
                    <a:pt x="121505" y="14175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F2FE3893-6744-8FE7-B4F9-47D29BEA9052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12278531" y="5066331"/>
              <a:ext cx="32188" cy="32281"/>
            </a:xfrm>
            <a:custGeom>
              <a:avLst/>
              <a:gdLst>
                <a:gd name="connsiteX0" fmla="*/ 32537 w 32188"/>
                <a:gd name="connsiteY0" fmla="*/ 16285 h 32281"/>
                <a:gd name="connsiteX1" fmla="*/ 16443 w 32188"/>
                <a:gd name="connsiteY1" fmla="*/ 144 h 32281"/>
                <a:gd name="connsiteX2" fmla="*/ 349 w 32188"/>
                <a:gd name="connsiteY2" fmla="*/ 16285 h 32281"/>
                <a:gd name="connsiteX3" fmla="*/ 16443 w 32188"/>
                <a:gd name="connsiteY3" fmla="*/ 32426 h 32281"/>
                <a:gd name="connsiteX4" fmla="*/ 32537 w 32188"/>
                <a:gd name="connsiteY4" fmla="*/ 16285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537" y="16285"/>
                  </a:moveTo>
                  <a:cubicBezTo>
                    <a:pt x="32537" y="7453"/>
                    <a:pt x="25250" y="144"/>
                    <a:pt x="16443" y="144"/>
                  </a:cubicBezTo>
                  <a:cubicBezTo>
                    <a:pt x="7637" y="144"/>
                    <a:pt x="349" y="7453"/>
                    <a:pt x="349" y="16285"/>
                  </a:cubicBezTo>
                  <a:cubicBezTo>
                    <a:pt x="349" y="25116"/>
                    <a:pt x="7637" y="32426"/>
                    <a:pt x="16443" y="32426"/>
                  </a:cubicBezTo>
                  <a:cubicBezTo>
                    <a:pt x="25250" y="32426"/>
                    <a:pt x="32537" y="25116"/>
                    <a:pt x="32537" y="1628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1962D62D-D6D5-9A4C-5B41-E4D2B91FCDEF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12351950" y="4895787"/>
              <a:ext cx="121160" cy="202826"/>
            </a:xfrm>
            <a:custGeom>
              <a:avLst/>
              <a:gdLst>
                <a:gd name="connsiteX0" fmla="*/ 23734 w 121160"/>
                <a:gd name="connsiteY0" fmla="*/ 179520 h 202826"/>
                <a:gd name="connsiteX1" fmla="*/ 55922 w 121160"/>
                <a:gd name="connsiteY1" fmla="*/ 148152 h 202826"/>
                <a:gd name="connsiteX2" fmla="*/ 121513 w 121160"/>
                <a:gd name="connsiteY2" fmla="*/ 59225 h 202826"/>
                <a:gd name="connsiteX3" fmla="*/ 57137 w 121160"/>
                <a:gd name="connsiteY3" fmla="*/ 144 h 202826"/>
                <a:gd name="connsiteX4" fmla="*/ 352 w 121160"/>
                <a:gd name="connsiteY4" fmla="*/ 55266 h 202826"/>
                <a:gd name="connsiteX5" fmla="*/ 16446 w 121160"/>
                <a:gd name="connsiteY5" fmla="*/ 72321 h 202826"/>
                <a:gd name="connsiteX6" fmla="*/ 32237 w 121160"/>
                <a:gd name="connsiteY6" fmla="*/ 56180 h 202826"/>
                <a:gd name="connsiteX7" fmla="*/ 16143 w 121160"/>
                <a:gd name="connsiteY7" fmla="*/ 40344 h 202826"/>
                <a:gd name="connsiteX8" fmla="*/ 12195 w 121160"/>
                <a:gd name="connsiteY8" fmla="*/ 40648 h 202826"/>
                <a:gd name="connsiteX9" fmla="*/ 53189 w 121160"/>
                <a:gd name="connsiteY9" fmla="*/ 9585 h 202826"/>
                <a:gd name="connsiteX10" fmla="*/ 93880 w 121160"/>
                <a:gd name="connsiteY10" fmla="*/ 59225 h 202826"/>
                <a:gd name="connsiteX11" fmla="*/ 61995 w 121160"/>
                <a:gd name="connsiteY11" fmla="*/ 126530 h 202826"/>
                <a:gd name="connsiteX12" fmla="*/ 3692 w 121160"/>
                <a:gd name="connsiteY12" fmla="*/ 191702 h 202826"/>
                <a:gd name="connsiteX13" fmla="*/ 352 w 121160"/>
                <a:gd name="connsiteY13" fmla="*/ 202970 h 202826"/>
                <a:gd name="connsiteX14" fmla="*/ 113010 w 121160"/>
                <a:gd name="connsiteY14" fmla="*/ 202970 h 202826"/>
                <a:gd name="connsiteX15" fmla="*/ 121513 w 121160"/>
                <a:gd name="connsiteY15" fmla="*/ 149980 h 202826"/>
                <a:gd name="connsiteX16" fmla="*/ 113921 w 121160"/>
                <a:gd name="connsiteY16" fmla="*/ 149980 h 202826"/>
                <a:gd name="connsiteX17" fmla="*/ 107241 w 121160"/>
                <a:gd name="connsiteY17" fmla="*/ 177084 h 202826"/>
                <a:gd name="connsiteX18" fmla="*/ 78393 w 121160"/>
                <a:gd name="connsiteY18" fmla="*/ 179520 h 202826"/>
                <a:gd name="connsiteX19" fmla="*/ 23734 w 121160"/>
                <a:gd name="connsiteY19" fmla="*/ 179520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160" h="202826">
                  <a:moveTo>
                    <a:pt x="23734" y="179520"/>
                  </a:moveTo>
                  <a:lnTo>
                    <a:pt x="55922" y="148152"/>
                  </a:lnTo>
                  <a:cubicBezTo>
                    <a:pt x="103293" y="106125"/>
                    <a:pt x="121513" y="89680"/>
                    <a:pt x="121513" y="59225"/>
                  </a:cubicBezTo>
                  <a:cubicBezTo>
                    <a:pt x="121513" y="24507"/>
                    <a:pt x="94183" y="144"/>
                    <a:pt x="57137" y="144"/>
                  </a:cubicBezTo>
                  <a:cubicBezTo>
                    <a:pt x="22823" y="144"/>
                    <a:pt x="352" y="28162"/>
                    <a:pt x="352" y="55266"/>
                  </a:cubicBezTo>
                  <a:cubicBezTo>
                    <a:pt x="352" y="72321"/>
                    <a:pt x="15535" y="72321"/>
                    <a:pt x="16446" y="72321"/>
                  </a:cubicBezTo>
                  <a:cubicBezTo>
                    <a:pt x="21608" y="72321"/>
                    <a:pt x="32237" y="68666"/>
                    <a:pt x="32237" y="56180"/>
                  </a:cubicBezTo>
                  <a:cubicBezTo>
                    <a:pt x="32237" y="48262"/>
                    <a:pt x="26771" y="40344"/>
                    <a:pt x="16143" y="40344"/>
                  </a:cubicBezTo>
                  <a:cubicBezTo>
                    <a:pt x="13713" y="40344"/>
                    <a:pt x="13106" y="40344"/>
                    <a:pt x="12195" y="40648"/>
                  </a:cubicBezTo>
                  <a:cubicBezTo>
                    <a:pt x="19179" y="20853"/>
                    <a:pt x="35577" y="9585"/>
                    <a:pt x="53189" y="9585"/>
                  </a:cubicBezTo>
                  <a:cubicBezTo>
                    <a:pt x="80822" y="9585"/>
                    <a:pt x="93880" y="34253"/>
                    <a:pt x="93880" y="59225"/>
                  </a:cubicBezTo>
                  <a:cubicBezTo>
                    <a:pt x="93880" y="83589"/>
                    <a:pt x="78697" y="107648"/>
                    <a:pt x="61995" y="126530"/>
                  </a:cubicBezTo>
                  <a:lnTo>
                    <a:pt x="3692" y="191702"/>
                  </a:lnTo>
                  <a:cubicBezTo>
                    <a:pt x="352" y="195052"/>
                    <a:pt x="352" y="195661"/>
                    <a:pt x="352" y="202970"/>
                  </a:cubicBezTo>
                  <a:lnTo>
                    <a:pt x="113010" y="202970"/>
                  </a:lnTo>
                  <a:lnTo>
                    <a:pt x="121513" y="149980"/>
                  </a:lnTo>
                  <a:lnTo>
                    <a:pt x="113921" y="149980"/>
                  </a:lnTo>
                  <a:cubicBezTo>
                    <a:pt x="112403" y="159116"/>
                    <a:pt x="110278" y="172516"/>
                    <a:pt x="107241" y="177084"/>
                  </a:cubicBezTo>
                  <a:cubicBezTo>
                    <a:pt x="105115" y="179520"/>
                    <a:pt x="85074" y="179520"/>
                    <a:pt x="78393" y="179520"/>
                  </a:cubicBezTo>
                  <a:lnTo>
                    <a:pt x="23734" y="17952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C964AC69-500D-EECA-9B21-BC1359F1A507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12501352" y="4895787"/>
              <a:ext cx="126019" cy="209526"/>
            </a:xfrm>
            <a:custGeom>
              <a:avLst/>
              <a:gdLst>
                <a:gd name="connsiteX0" fmla="*/ 99047 w 126019"/>
                <a:gd name="connsiteY0" fmla="*/ 106125 h 209526"/>
                <a:gd name="connsiteX1" fmla="*/ 99047 w 126019"/>
                <a:gd name="connsiteY1" fmla="*/ 115871 h 209526"/>
                <a:gd name="connsiteX2" fmla="*/ 49854 w 126019"/>
                <a:gd name="connsiteY2" fmla="*/ 201143 h 209526"/>
                <a:gd name="connsiteX3" fmla="*/ 20095 w 126019"/>
                <a:gd name="connsiteY3" fmla="*/ 190179 h 209526"/>
                <a:gd name="connsiteX4" fmla="*/ 35885 w 126019"/>
                <a:gd name="connsiteY4" fmla="*/ 176170 h 209526"/>
                <a:gd name="connsiteX5" fmla="*/ 21917 w 126019"/>
                <a:gd name="connsiteY5" fmla="*/ 162161 h 209526"/>
                <a:gd name="connsiteX6" fmla="*/ 7949 w 126019"/>
                <a:gd name="connsiteY6" fmla="*/ 176779 h 209526"/>
                <a:gd name="connsiteX7" fmla="*/ 50158 w 126019"/>
                <a:gd name="connsiteY7" fmla="*/ 209670 h 209526"/>
                <a:gd name="connsiteX8" fmla="*/ 126377 w 126019"/>
                <a:gd name="connsiteY8" fmla="*/ 102775 h 209526"/>
                <a:gd name="connsiteX9" fmla="*/ 64430 w 126019"/>
                <a:gd name="connsiteY9" fmla="*/ 144 h 209526"/>
                <a:gd name="connsiteX10" fmla="*/ 19791 w 126019"/>
                <a:gd name="connsiteY10" fmla="*/ 19330 h 209526"/>
                <a:gd name="connsiteX11" fmla="*/ 357 w 126019"/>
                <a:gd name="connsiteY11" fmla="*/ 68666 h 209526"/>
                <a:gd name="connsiteX12" fmla="*/ 61089 w 126019"/>
                <a:gd name="connsiteY12" fmla="*/ 136580 h 209526"/>
                <a:gd name="connsiteX13" fmla="*/ 99047 w 126019"/>
                <a:gd name="connsiteY13" fmla="*/ 106125 h 209526"/>
                <a:gd name="connsiteX14" fmla="*/ 61393 w 126019"/>
                <a:gd name="connsiteY14" fmla="*/ 129575 h 209526"/>
                <a:gd name="connsiteX15" fmla="*/ 33153 w 126019"/>
                <a:gd name="connsiteY15" fmla="*/ 110389 h 209526"/>
                <a:gd name="connsiteX16" fmla="*/ 27687 w 126019"/>
                <a:gd name="connsiteY16" fmla="*/ 68971 h 209526"/>
                <a:gd name="connsiteX17" fmla="*/ 34064 w 126019"/>
                <a:gd name="connsiteY17" fmla="*/ 26944 h 209526"/>
                <a:gd name="connsiteX18" fmla="*/ 64430 w 126019"/>
                <a:gd name="connsiteY18" fmla="*/ 7757 h 209526"/>
                <a:gd name="connsiteX19" fmla="*/ 93581 w 126019"/>
                <a:gd name="connsiteY19" fmla="*/ 31816 h 209526"/>
                <a:gd name="connsiteX20" fmla="*/ 98440 w 126019"/>
                <a:gd name="connsiteY20" fmla="*/ 74757 h 209526"/>
                <a:gd name="connsiteX21" fmla="*/ 61393 w 126019"/>
                <a:gd name="connsiteY21" fmla="*/ 129575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6019" h="209526">
                  <a:moveTo>
                    <a:pt x="99047" y="106125"/>
                  </a:moveTo>
                  <a:lnTo>
                    <a:pt x="99047" y="115871"/>
                  </a:lnTo>
                  <a:cubicBezTo>
                    <a:pt x="99047" y="187134"/>
                    <a:pt x="67466" y="201143"/>
                    <a:pt x="49854" y="201143"/>
                  </a:cubicBezTo>
                  <a:cubicBezTo>
                    <a:pt x="44692" y="201143"/>
                    <a:pt x="28294" y="200534"/>
                    <a:pt x="20095" y="190179"/>
                  </a:cubicBezTo>
                  <a:cubicBezTo>
                    <a:pt x="33456" y="190179"/>
                    <a:pt x="35885" y="181348"/>
                    <a:pt x="35885" y="176170"/>
                  </a:cubicBezTo>
                  <a:cubicBezTo>
                    <a:pt x="35885" y="166729"/>
                    <a:pt x="28598" y="162161"/>
                    <a:pt x="21917" y="162161"/>
                  </a:cubicBezTo>
                  <a:cubicBezTo>
                    <a:pt x="17058" y="162161"/>
                    <a:pt x="7949" y="164902"/>
                    <a:pt x="7949" y="176779"/>
                  </a:cubicBezTo>
                  <a:cubicBezTo>
                    <a:pt x="7949" y="197184"/>
                    <a:pt x="24346" y="209670"/>
                    <a:pt x="50158" y="209670"/>
                  </a:cubicBezTo>
                  <a:cubicBezTo>
                    <a:pt x="89330" y="209670"/>
                    <a:pt x="126377" y="168252"/>
                    <a:pt x="126377" y="102775"/>
                  </a:cubicBezTo>
                  <a:cubicBezTo>
                    <a:pt x="126377" y="20853"/>
                    <a:pt x="91455" y="144"/>
                    <a:pt x="64430" y="144"/>
                  </a:cubicBezTo>
                  <a:cubicBezTo>
                    <a:pt x="47728" y="144"/>
                    <a:pt x="32849" y="5626"/>
                    <a:pt x="19791" y="19330"/>
                  </a:cubicBezTo>
                  <a:cubicBezTo>
                    <a:pt x="7341" y="33035"/>
                    <a:pt x="357" y="45825"/>
                    <a:pt x="357" y="68666"/>
                  </a:cubicBezTo>
                  <a:cubicBezTo>
                    <a:pt x="357" y="106734"/>
                    <a:pt x="27079" y="136580"/>
                    <a:pt x="61089" y="136580"/>
                  </a:cubicBezTo>
                  <a:cubicBezTo>
                    <a:pt x="79613" y="136580"/>
                    <a:pt x="92063" y="123789"/>
                    <a:pt x="99047" y="106125"/>
                  </a:cubicBezTo>
                  <a:close/>
                  <a:moveTo>
                    <a:pt x="61393" y="129575"/>
                  </a:moveTo>
                  <a:cubicBezTo>
                    <a:pt x="56534" y="129575"/>
                    <a:pt x="42566" y="129575"/>
                    <a:pt x="33153" y="110389"/>
                  </a:cubicBezTo>
                  <a:cubicBezTo>
                    <a:pt x="27687" y="99121"/>
                    <a:pt x="27687" y="83893"/>
                    <a:pt x="27687" y="68971"/>
                  </a:cubicBezTo>
                  <a:cubicBezTo>
                    <a:pt x="27687" y="52525"/>
                    <a:pt x="27687" y="38212"/>
                    <a:pt x="34064" y="26944"/>
                  </a:cubicBezTo>
                  <a:cubicBezTo>
                    <a:pt x="42262" y="11717"/>
                    <a:pt x="53802" y="7757"/>
                    <a:pt x="64430" y="7757"/>
                  </a:cubicBezTo>
                  <a:cubicBezTo>
                    <a:pt x="78398" y="7757"/>
                    <a:pt x="88419" y="18112"/>
                    <a:pt x="93581" y="31816"/>
                  </a:cubicBezTo>
                  <a:cubicBezTo>
                    <a:pt x="97225" y="41562"/>
                    <a:pt x="98440" y="60748"/>
                    <a:pt x="98440" y="74757"/>
                  </a:cubicBezTo>
                  <a:cubicBezTo>
                    <a:pt x="98440" y="100034"/>
                    <a:pt x="88115" y="129575"/>
                    <a:pt x="61393" y="12957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B058A127-E022-A9D2-CD5F-905323B26740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12655612" y="4895787"/>
              <a:ext cx="121160" cy="209526"/>
            </a:xfrm>
            <a:custGeom>
              <a:avLst/>
              <a:gdLst>
                <a:gd name="connsiteX0" fmla="*/ 121523 w 121160"/>
                <a:gd name="connsiteY0" fmla="*/ 141757 h 209526"/>
                <a:gd name="connsiteX1" fmla="*/ 63827 w 121160"/>
                <a:gd name="connsiteY1" fmla="*/ 75062 h 209526"/>
                <a:gd name="connsiteX2" fmla="*/ 25262 w 121160"/>
                <a:gd name="connsiteY2" fmla="*/ 90593 h 209526"/>
                <a:gd name="connsiteX3" fmla="*/ 25262 w 121160"/>
                <a:gd name="connsiteY3" fmla="*/ 31207 h 209526"/>
                <a:gd name="connsiteX4" fmla="*/ 51074 w 121160"/>
                <a:gd name="connsiteY4" fmla="*/ 35166 h 209526"/>
                <a:gd name="connsiteX5" fmla="*/ 109680 w 121160"/>
                <a:gd name="connsiteY5" fmla="*/ 3494 h 209526"/>
                <a:gd name="connsiteX6" fmla="*/ 106644 w 121160"/>
                <a:gd name="connsiteY6" fmla="*/ 144 h 209526"/>
                <a:gd name="connsiteX7" fmla="*/ 104214 w 121160"/>
                <a:gd name="connsiteY7" fmla="*/ 1057 h 209526"/>
                <a:gd name="connsiteX8" fmla="*/ 62916 w 121160"/>
                <a:gd name="connsiteY8" fmla="*/ 9889 h 209526"/>
                <a:gd name="connsiteX9" fmla="*/ 22529 w 121160"/>
                <a:gd name="connsiteY9" fmla="*/ 1362 h 209526"/>
                <a:gd name="connsiteX10" fmla="*/ 18885 w 121160"/>
                <a:gd name="connsiteY10" fmla="*/ 448 h 209526"/>
                <a:gd name="connsiteX11" fmla="*/ 15849 w 121160"/>
                <a:gd name="connsiteY11" fmla="*/ 7757 h 209526"/>
                <a:gd name="connsiteX12" fmla="*/ 15849 w 121160"/>
                <a:gd name="connsiteY12" fmla="*/ 97902 h 209526"/>
                <a:gd name="connsiteX13" fmla="*/ 20100 w 121160"/>
                <a:gd name="connsiteY13" fmla="*/ 105821 h 209526"/>
                <a:gd name="connsiteX14" fmla="*/ 24048 w 121160"/>
                <a:gd name="connsiteY14" fmla="*/ 103080 h 209526"/>
                <a:gd name="connsiteX15" fmla="*/ 63220 w 121160"/>
                <a:gd name="connsiteY15" fmla="*/ 81762 h 209526"/>
                <a:gd name="connsiteX16" fmla="*/ 89031 w 121160"/>
                <a:gd name="connsiteY16" fmla="*/ 101252 h 209526"/>
                <a:gd name="connsiteX17" fmla="*/ 94497 w 121160"/>
                <a:gd name="connsiteY17" fmla="*/ 139625 h 209526"/>
                <a:gd name="connsiteX18" fmla="*/ 87209 w 121160"/>
                <a:gd name="connsiteY18" fmla="*/ 181348 h 209526"/>
                <a:gd name="connsiteX19" fmla="*/ 54717 w 121160"/>
                <a:gd name="connsiteY19" fmla="*/ 201143 h 209526"/>
                <a:gd name="connsiteX20" fmla="*/ 10079 w 121160"/>
                <a:gd name="connsiteY20" fmla="*/ 167034 h 209526"/>
                <a:gd name="connsiteX21" fmla="*/ 15241 w 121160"/>
                <a:gd name="connsiteY21" fmla="*/ 167643 h 209526"/>
                <a:gd name="connsiteX22" fmla="*/ 30425 w 121160"/>
                <a:gd name="connsiteY22" fmla="*/ 152720 h 209526"/>
                <a:gd name="connsiteX23" fmla="*/ 15241 w 121160"/>
                <a:gd name="connsiteY23" fmla="*/ 137798 h 209526"/>
                <a:gd name="connsiteX24" fmla="*/ 362 w 121160"/>
                <a:gd name="connsiteY24" fmla="*/ 153939 h 209526"/>
                <a:gd name="connsiteX25" fmla="*/ 55325 w 121160"/>
                <a:gd name="connsiteY25" fmla="*/ 209670 h 209526"/>
                <a:gd name="connsiteX26" fmla="*/ 121523 w 121160"/>
                <a:gd name="connsiteY26" fmla="*/ 141757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523" y="141757"/>
                  </a:moveTo>
                  <a:cubicBezTo>
                    <a:pt x="121523" y="105516"/>
                    <a:pt x="96623" y="75062"/>
                    <a:pt x="63827" y="75062"/>
                  </a:cubicBezTo>
                  <a:cubicBezTo>
                    <a:pt x="49252" y="75062"/>
                    <a:pt x="36194" y="79934"/>
                    <a:pt x="25262" y="90593"/>
                  </a:cubicBezTo>
                  <a:lnTo>
                    <a:pt x="25262" y="31207"/>
                  </a:lnTo>
                  <a:cubicBezTo>
                    <a:pt x="31336" y="33035"/>
                    <a:pt x="41356" y="35166"/>
                    <a:pt x="51074" y="35166"/>
                  </a:cubicBezTo>
                  <a:cubicBezTo>
                    <a:pt x="88424" y="35166"/>
                    <a:pt x="109680" y="7453"/>
                    <a:pt x="109680" y="3494"/>
                  </a:cubicBezTo>
                  <a:cubicBezTo>
                    <a:pt x="109680" y="1667"/>
                    <a:pt x="108769" y="144"/>
                    <a:pt x="106644" y="144"/>
                  </a:cubicBezTo>
                  <a:cubicBezTo>
                    <a:pt x="106340" y="144"/>
                    <a:pt x="105733" y="144"/>
                    <a:pt x="104214" y="1057"/>
                  </a:cubicBezTo>
                  <a:cubicBezTo>
                    <a:pt x="98141" y="3798"/>
                    <a:pt x="83262" y="9889"/>
                    <a:pt x="62916" y="9889"/>
                  </a:cubicBezTo>
                  <a:cubicBezTo>
                    <a:pt x="50770" y="9889"/>
                    <a:pt x="36801" y="7757"/>
                    <a:pt x="22529" y="1362"/>
                  </a:cubicBezTo>
                  <a:cubicBezTo>
                    <a:pt x="20100" y="448"/>
                    <a:pt x="19493" y="448"/>
                    <a:pt x="18885" y="448"/>
                  </a:cubicBezTo>
                  <a:cubicBezTo>
                    <a:pt x="15849" y="448"/>
                    <a:pt x="15849" y="2885"/>
                    <a:pt x="15849" y="7757"/>
                  </a:cubicBezTo>
                  <a:lnTo>
                    <a:pt x="15849" y="97902"/>
                  </a:lnTo>
                  <a:cubicBezTo>
                    <a:pt x="15849" y="103384"/>
                    <a:pt x="15849" y="105821"/>
                    <a:pt x="20100" y="105821"/>
                  </a:cubicBezTo>
                  <a:cubicBezTo>
                    <a:pt x="22226" y="105821"/>
                    <a:pt x="22833" y="104907"/>
                    <a:pt x="24048" y="103080"/>
                  </a:cubicBezTo>
                  <a:cubicBezTo>
                    <a:pt x="27388" y="98207"/>
                    <a:pt x="38623" y="81762"/>
                    <a:pt x="63220" y="81762"/>
                  </a:cubicBezTo>
                  <a:cubicBezTo>
                    <a:pt x="79010" y="81762"/>
                    <a:pt x="86602" y="95771"/>
                    <a:pt x="89031" y="101252"/>
                  </a:cubicBezTo>
                  <a:cubicBezTo>
                    <a:pt x="93890" y="112521"/>
                    <a:pt x="94497" y="124398"/>
                    <a:pt x="94497" y="139625"/>
                  </a:cubicBezTo>
                  <a:cubicBezTo>
                    <a:pt x="94497" y="150284"/>
                    <a:pt x="94497" y="168557"/>
                    <a:pt x="87209" y="181348"/>
                  </a:cubicBezTo>
                  <a:cubicBezTo>
                    <a:pt x="79921" y="193225"/>
                    <a:pt x="68686" y="201143"/>
                    <a:pt x="54717" y="201143"/>
                  </a:cubicBezTo>
                  <a:cubicBezTo>
                    <a:pt x="32550" y="201143"/>
                    <a:pt x="15241" y="185002"/>
                    <a:pt x="10079" y="167034"/>
                  </a:cubicBezTo>
                  <a:cubicBezTo>
                    <a:pt x="10990" y="167339"/>
                    <a:pt x="11901" y="167643"/>
                    <a:pt x="15241" y="167643"/>
                  </a:cubicBezTo>
                  <a:cubicBezTo>
                    <a:pt x="25262" y="167643"/>
                    <a:pt x="30425" y="160029"/>
                    <a:pt x="30425" y="152720"/>
                  </a:cubicBezTo>
                  <a:cubicBezTo>
                    <a:pt x="30425" y="145411"/>
                    <a:pt x="25262" y="137798"/>
                    <a:pt x="15241" y="137798"/>
                  </a:cubicBezTo>
                  <a:cubicBezTo>
                    <a:pt x="10990" y="137798"/>
                    <a:pt x="362" y="139930"/>
                    <a:pt x="362" y="153939"/>
                  </a:cubicBezTo>
                  <a:cubicBezTo>
                    <a:pt x="362" y="180129"/>
                    <a:pt x="21315" y="209670"/>
                    <a:pt x="55325" y="209670"/>
                  </a:cubicBezTo>
                  <a:cubicBezTo>
                    <a:pt x="90549" y="209670"/>
                    <a:pt x="121523" y="180434"/>
                    <a:pt x="121523" y="14175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EC057506-F19C-A82B-5EF8-C9EB392783EF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13060619" y="4842797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D28522C8-C129-B144-787B-C791FAE3032D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4376843" y="5208250"/>
              <a:ext cx="8695922" cy="12181"/>
            </a:xfrm>
            <a:custGeom>
              <a:avLst/>
              <a:gdLst>
                <a:gd name="connsiteX0" fmla="*/ 0 w 8695922"/>
                <a:gd name="connsiteY0" fmla="*/ 0 h 12181"/>
                <a:gd name="connsiteX1" fmla="*/ 8695922 w 8695922"/>
                <a:gd name="connsiteY1" fmla="*/ 0 h 12181"/>
                <a:gd name="connsiteX2" fmla="*/ 8695922 w 8695922"/>
                <a:gd name="connsiteY2" fmla="*/ 12181 h 12181"/>
                <a:gd name="connsiteX3" fmla="*/ -1 w 8695922"/>
                <a:gd name="connsiteY3" fmla="*/ 12181 h 1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2" h="12181">
                  <a:moveTo>
                    <a:pt x="0" y="0"/>
                  </a:moveTo>
                  <a:lnTo>
                    <a:pt x="8695922" y="0"/>
                  </a:lnTo>
                  <a:lnTo>
                    <a:pt x="8695922" y="12181"/>
                  </a:lnTo>
                  <a:lnTo>
                    <a:pt x="-1" y="12181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433AB49C-645D-C36A-3AD8-B15E422A379C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4376843" y="5220431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4D15717-89AE-1FC1-2CDF-9FF7FBC94F8F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4642503" y="5341639"/>
              <a:ext cx="164584" cy="137958"/>
            </a:xfrm>
            <a:custGeom>
              <a:avLst/>
              <a:gdLst>
                <a:gd name="connsiteX0" fmla="*/ 18015 w 164584"/>
                <a:gd name="connsiteY0" fmla="*/ 116797 h 137958"/>
                <a:gd name="connsiteX1" fmla="*/ 15282 w 164584"/>
                <a:gd name="connsiteY1" fmla="*/ 129892 h 137958"/>
                <a:gd name="connsiteX2" fmla="*/ 24089 w 164584"/>
                <a:gd name="connsiteY2" fmla="*/ 138115 h 137958"/>
                <a:gd name="connsiteX3" fmla="*/ 35324 w 164584"/>
                <a:gd name="connsiteY3" fmla="*/ 129587 h 137958"/>
                <a:gd name="connsiteX4" fmla="*/ 41094 w 164584"/>
                <a:gd name="connsiteY4" fmla="*/ 107051 h 137958"/>
                <a:gd name="connsiteX5" fmla="*/ 47774 w 164584"/>
                <a:gd name="connsiteY5" fmla="*/ 79642 h 137958"/>
                <a:gd name="connsiteX6" fmla="*/ 52936 w 164584"/>
                <a:gd name="connsiteY6" fmla="*/ 59238 h 137958"/>
                <a:gd name="connsiteX7" fmla="*/ 56884 w 164584"/>
                <a:gd name="connsiteY7" fmla="*/ 44011 h 137958"/>
                <a:gd name="connsiteX8" fmla="*/ 106381 w 164584"/>
                <a:gd name="connsiteY8" fmla="*/ 6856 h 137958"/>
                <a:gd name="connsiteX9" fmla="*/ 122779 w 164584"/>
                <a:gd name="connsiteY9" fmla="*/ 28174 h 137958"/>
                <a:gd name="connsiteX10" fmla="*/ 103041 w 164584"/>
                <a:gd name="connsiteY10" fmla="*/ 99133 h 137958"/>
                <a:gd name="connsiteX11" fmla="*/ 100004 w 164584"/>
                <a:gd name="connsiteY11" fmla="*/ 113142 h 137958"/>
                <a:gd name="connsiteX12" fmla="*/ 124904 w 164584"/>
                <a:gd name="connsiteY12" fmla="*/ 138115 h 137958"/>
                <a:gd name="connsiteX13" fmla="*/ 164684 w 164584"/>
                <a:gd name="connsiteY13" fmla="*/ 91215 h 137958"/>
                <a:gd name="connsiteX14" fmla="*/ 161040 w 164584"/>
                <a:gd name="connsiteY14" fmla="*/ 88169 h 137958"/>
                <a:gd name="connsiteX15" fmla="*/ 156485 w 164584"/>
                <a:gd name="connsiteY15" fmla="*/ 93651 h 137958"/>
                <a:gd name="connsiteX16" fmla="*/ 125512 w 164584"/>
                <a:gd name="connsiteY16" fmla="*/ 131415 h 137958"/>
                <a:gd name="connsiteX17" fmla="*/ 118224 w 164584"/>
                <a:gd name="connsiteY17" fmla="*/ 121365 h 137958"/>
                <a:gd name="connsiteX18" fmla="*/ 123690 w 164584"/>
                <a:gd name="connsiteY18" fmla="*/ 99742 h 137958"/>
                <a:gd name="connsiteX19" fmla="*/ 142213 w 164584"/>
                <a:gd name="connsiteY19" fmla="*/ 32742 h 137958"/>
                <a:gd name="connsiteX20" fmla="*/ 107292 w 164584"/>
                <a:gd name="connsiteY20" fmla="*/ 156 h 137958"/>
                <a:gd name="connsiteX21" fmla="*/ 59921 w 164584"/>
                <a:gd name="connsiteY21" fmla="*/ 26652 h 137958"/>
                <a:gd name="connsiteX22" fmla="*/ 31984 w 164584"/>
                <a:gd name="connsiteY22" fmla="*/ 156 h 137958"/>
                <a:gd name="connsiteX23" fmla="*/ 9209 w 164584"/>
                <a:gd name="connsiteY23" fmla="*/ 17515 h 137958"/>
                <a:gd name="connsiteX24" fmla="*/ 99 w 164584"/>
                <a:gd name="connsiteY24" fmla="*/ 47056 h 137958"/>
                <a:gd name="connsiteX25" fmla="*/ 3743 w 164584"/>
                <a:gd name="connsiteY25" fmla="*/ 50101 h 137958"/>
                <a:gd name="connsiteX26" fmla="*/ 8906 w 164584"/>
                <a:gd name="connsiteY26" fmla="*/ 43097 h 137958"/>
                <a:gd name="connsiteX27" fmla="*/ 31073 w 164584"/>
                <a:gd name="connsiteY27" fmla="*/ 6856 h 137958"/>
                <a:gd name="connsiteX28" fmla="*/ 40486 w 164584"/>
                <a:gd name="connsiteY28" fmla="*/ 20865 h 137958"/>
                <a:gd name="connsiteX29" fmla="*/ 35628 w 164584"/>
                <a:gd name="connsiteY29" fmla="*/ 46447 h 137958"/>
                <a:gd name="connsiteX30" fmla="*/ 18015 w 164584"/>
                <a:gd name="connsiteY30" fmla="*/ 116797 h 13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4584" h="137958">
                  <a:moveTo>
                    <a:pt x="18015" y="116797"/>
                  </a:moveTo>
                  <a:cubicBezTo>
                    <a:pt x="17104" y="121365"/>
                    <a:pt x="15282" y="128369"/>
                    <a:pt x="15282" y="129892"/>
                  </a:cubicBezTo>
                  <a:cubicBezTo>
                    <a:pt x="15282" y="135374"/>
                    <a:pt x="19534" y="138115"/>
                    <a:pt x="24089" y="138115"/>
                  </a:cubicBezTo>
                  <a:cubicBezTo>
                    <a:pt x="27733" y="138115"/>
                    <a:pt x="33198" y="135678"/>
                    <a:pt x="35324" y="129587"/>
                  </a:cubicBezTo>
                  <a:cubicBezTo>
                    <a:pt x="35628" y="128978"/>
                    <a:pt x="39272" y="114665"/>
                    <a:pt x="41094" y="107051"/>
                  </a:cubicBezTo>
                  <a:lnTo>
                    <a:pt x="47774" y="79642"/>
                  </a:lnTo>
                  <a:cubicBezTo>
                    <a:pt x="49596" y="72942"/>
                    <a:pt x="51418" y="66242"/>
                    <a:pt x="52936" y="59238"/>
                  </a:cubicBezTo>
                  <a:cubicBezTo>
                    <a:pt x="54151" y="54061"/>
                    <a:pt x="56580" y="45229"/>
                    <a:pt x="56884" y="44011"/>
                  </a:cubicBezTo>
                  <a:cubicBezTo>
                    <a:pt x="61439" y="34570"/>
                    <a:pt x="77533" y="6856"/>
                    <a:pt x="106381" y="6856"/>
                  </a:cubicBezTo>
                  <a:cubicBezTo>
                    <a:pt x="120046" y="6856"/>
                    <a:pt x="122779" y="18124"/>
                    <a:pt x="122779" y="28174"/>
                  </a:cubicBezTo>
                  <a:cubicBezTo>
                    <a:pt x="122779" y="47056"/>
                    <a:pt x="107899" y="86038"/>
                    <a:pt x="103041" y="99133"/>
                  </a:cubicBezTo>
                  <a:cubicBezTo>
                    <a:pt x="100308" y="106138"/>
                    <a:pt x="100004" y="109792"/>
                    <a:pt x="100004" y="113142"/>
                  </a:cubicBezTo>
                  <a:cubicBezTo>
                    <a:pt x="100004" y="127456"/>
                    <a:pt x="110632" y="138115"/>
                    <a:pt x="124904" y="138115"/>
                  </a:cubicBezTo>
                  <a:cubicBezTo>
                    <a:pt x="153448" y="138115"/>
                    <a:pt x="164684" y="93651"/>
                    <a:pt x="164684" y="91215"/>
                  </a:cubicBezTo>
                  <a:cubicBezTo>
                    <a:pt x="164684" y="88169"/>
                    <a:pt x="161951" y="88169"/>
                    <a:pt x="161040" y="88169"/>
                  </a:cubicBezTo>
                  <a:cubicBezTo>
                    <a:pt x="158003" y="88169"/>
                    <a:pt x="158003" y="89083"/>
                    <a:pt x="156485" y="93651"/>
                  </a:cubicBezTo>
                  <a:cubicBezTo>
                    <a:pt x="150412" y="114360"/>
                    <a:pt x="140391" y="131415"/>
                    <a:pt x="125512" y="131415"/>
                  </a:cubicBezTo>
                  <a:cubicBezTo>
                    <a:pt x="120349" y="131415"/>
                    <a:pt x="118224" y="128369"/>
                    <a:pt x="118224" y="121365"/>
                  </a:cubicBezTo>
                  <a:cubicBezTo>
                    <a:pt x="118224" y="113751"/>
                    <a:pt x="120957" y="106442"/>
                    <a:pt x="123690" y="99742"/>
                  </a:cubicBezTo>
                  <a:cubicBezTo>
                    <a:pt x="129459" y="83601"/>
                    <a:pt x="142213" y="50101"/>
                    <a:pt x="142213" y="32742"/>
                  </a:cubicBezTo>
                  <a:cubicBezTo>
                    <a:pt x="142213" y="12338"/>
                    <a:pt x="129155" y="156"/>
                    <a:pt x="107292" y="156"/>
                  </a:cubicBezTo>
                  <a:cubicBezTo>
                    <a:pt x="79962" y="156"/>
                    <a:pt x="65083" y="19647"/>
                    <a:pt x="59921" y="26652"/>
                  </a:cubicBezTo>
                  <a:cubicBezTo>
                    <a:pt x="58402" y="9597"/>
                    <a:pt x="45952" y="156"/>
                    <a:pt x="31984" y="156"/>
                  </a:cubicBezTo>
                  <a:cubicBezTo>
                    <a:pt x="18015" y="156"/>
                    <a:pt x="12246" y="12033"/>
                    <a:pt x="9209" y="17515"/>
                  </a:cubicBezTo>
                  <a:cubicBezTo>
                    <a:pt x="4351" y="27870"/>
                    <a:pt x="99" y="45838"/>
                    <a:pt x="99" y="47056"/>
                  </a:cubicBezTo>
                  <a:cubicBezTo>
                    <a:pt x="99" y="50101"/>
                    <a:pt x="3136" y="50101"/>
                    <a:pt x="3743" y="50101"/>
                  </a:cubicBezTo>
                  <a:cubicBezTo>
                    <a:pt x="6780" y="50101"/>
                    <a:pt x="7084" y="49797"/>
                    <a:pt x="8906" y="43097"/>
                  </a:cubicBezTo>
                  <a:cubicBezTo>
                    <a:pt x="14068" y="21474"/>
                    <a:pt x="20141" y="6856"/>
                    <a:pt x="31073" y="6856"/>
                  </a:cubicBezTo>
                  <a:cubicBezTo>
                    <a:pt x="37146" y="6856"/>
                    <a:pt x="40486" y="10815"/>
                    <a:pt x="40486" y="20865"/>
                  </a:cubicBezTo>
                  <a:cubicBezTo>
                    <a:pt x="40486" y="27261"/>
                    <a:pt x="39575" y="30611"/>
                    <a:pt x="35628" y="46447"/>
                  </a:cubicBezTo>
                  <a:lnTo>
                    <a:pt x="18015" y="116797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F56F1A6-18C3-53D5-48E3-4F25E3B30D60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4917319" y="5364480"/>
              <a:ext cx="201934" cy="71263"/>
            </a:xfrm>
            <a:custGeom>
              <a:avLst/>
              <a:gdLst>
                <a:gd name="connsiteX0" fmla="*/ 191718 w 201934"/>
                <a:gd name="connsiteY0" fmla="*/ 12338 h 71263"/>
                <a:gd name="connsiteX1" fmla="*/ 202043 w 201934"/>
                <a:gd name="connsiteY1" fmla="*/ 6247 h 71263"/>
                <a:gd name="connsiteX2" fmla="*/ 192022 w 201934"/>
                <a:gd name="connsiteY2" fmla="*/ 156 h 71263"/>
                <a:gd name="connsiteX3" fmla="*/ 10129 w 201934"/>
                <a:gd name="connsiteY3" fmla="*/ 156 h 71263"/>
                <a:gd name="connsiteX4" fmla="*/ 108 w 201934"/>
                <a:gd name="connsiteY4" fmla="*/ 6247 h 71263"/>
                <a:gd name="connsiteX5" fmla="*/ 10433 w 201934"/>
                <a:gd name="connsiteY5" fmla="*/ 12338 h 71263"/>
                <a:gd name="connsiteX6" fmla="*/ 191718 w 201934"/>
                <a:gd name="connsiteY6" fmla="*/ 12338 h 71263"/>
                <a:gd name="connsiteX7" fmla="*/ 192022 w 201934"/>
                <a:gd name="connsiteY7" fmla="*/ 71420 h 71263"/>
                <a:gd name="connsiteX8" fmla="*/ 202043 w 201934"/>
                <a:gd name="connsiteY8" fmla="*/ 65329 h 71263"/>
                <a:gd name="connsiteX9" fmla="*/ 191718 w 201934"/>
                <a:gd name="connsiteY9" fmla="*/ 59238 h 71263"/>
                <a:gd name="connsiteX10" fmla="*/ 10433 w 201934"/>
                <a:gd name="connsiteY10" fmla="*/ 59238 h 71263"/>
                <a:gd name="connsiteX11" fmla="*/ 108 w 201934"/>
                <a:gd name="connsiteY11" fmla="*/ 65329 h 71263"/>
                <a:gd name="connsiteX12" fmla="*/ 10129 w 201934"/>
                <a:gd name="connsiteY12" fmla="*/ 71420 h 71263"/>
                <a:gd name="connsiteX13" fmla="*/ 192022 w 201934"/>
                <a:gd name="connsiteY13" fmla="*/ 71420 h 7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934" h="71263">
                  <a:moveTo>
                    <a:pt x="191718" y="12338"/>
                  </a:moveTo>
                  <a:cubicBezTo>
                    <a:pt x="196273" y="12338"/>
                    <a:pt x="202043" y="12338"/>
                    <a:pt x="202043" y="6247"/>
                  </a:cubicBezTo>
                  <a:cubicBezTo>
                    <a:pt x="202043" y="156"/>
                    <a:pt x="196273" y="156"/>
                    <a:pt x="192022" y="156"/>
                  </a:cubicBezTo>
                  <a:lnTo>
                    <a:pt x="10129" y="156"/>
                  </a:lnTo>
                  <a:cubicBezTo>
                    <a:pt x="5878" y="156"/>
                    <a:pt x="108" y="156"/>
                    <a:pt x="108" y="6247"/>
                  </a:cubicBezTo>
                  <a:cubicBezTo>
                    <a:pt x="108" y="12338"/>
                    <a:pt x="5878" y="12338"/>
                    <a:pt x="10433" y="12338"/>
                  </a:cubicBezTo>
                  <a:lnTo>
                    <a:pt x="191718" y="12338"/>
                  </a:lnTo>
                  <a:close/>
                  <a:moveTo>
                    <a:pt x="192022" y="71420"/>
                  </a:moveTo>
                  <a:cubicBezTo>
                    <a:pt x="196273" y="71420"/>
                    <a:pt x="202043" y="71420"/>
                    <a:pt x="202043" y="65329"/>
                  </a:cubicBezTo>
                  <a:cubicBezTo>
                    <a:pt x="202043" y="59238"/>
                    <a:pt x="196273" y="59238"/>
                    <a:pt x="191718" y="59238"/>
                  </a:cubicBezTo>
                  <a:lnTo>
                    <a:pt x="10433" y="59238"/>
                  </a:lnTo>
                  <a:cubicBezTo>
                    <a:pt x="5878" y="59238"/>
                    <a:pt x="108" y="59238"/>
                    <a:pt x="108" y="65329"/>
                  </a:cubicBezTo>
                  <a:cubicBezTo>
                    <a:pt x="108" y="71420"/>
                    <a:pt x="5878" y="71420"/>
                    <a:pt x="10129" y="71420"/>
                  </a:cubicBezTo>
                  <a:lnTo>
                    <a:pt x="192022" y="71420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8FAEDE6E-B80A-6436-E7C4-7DD5CD131F13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5229346" y="5270071"/>
              <a:ext cx="134521" cy="206176"/>
            </a:xfrm>
            <a:custGeom>
              <a:avLst/>
              <a:gdLst>
                <a:gd name="connsiteX0" fmla="*/ 80893 w 134521"/>
                <a:gd name="connsiteY0" fmla="*/ 156083 h 206176"/>
                <a:gd name="connsiteX1" fmla="*/ 80893 w 134521"/>
                <a:gd name="connsiteY1" fmla="*/ 182578 h 206176"/>
                <a:gd name="connsiteX2" fmla="*/ 57814 w 134521"/>
                <a:gd name="connsiteY2" fmla="*/ 196892 h 206176"/>
                <a:gd name="connsiteX3" fmla="*/ 51437 w 134521"/>
                <a:gd name="connsiteY3" fmla="*/ 196892 h 206176"/>
                <a:gd name="connsiteX4" fmla="*/ 51437 w 134521"/>
                <a:gd name="connsiteY4" fmla="*/ 206333 h 206176"/>
                <a:gd name="connsiteX5" fmla="*/ 92432 w 134521"/>
                <a:gd name="connsiteY5" fmla="*/ 205419 h 206176"/>
                <a:gd name="connsiteX6" fmla="*/ 133730 w 134521"/>
                <a:gd name="connsiteY6" fmla="*/ 206333 h 206176"/>
                <a:gd name="connsiteX7" fmla="*/ 133730 w 134521"/>
                <a:gd name="connsiteY7" fmla="*/ 196892 h 206176"/>
                <a:gd name="connsiteX8" fmla="*/ 127353 w 134521"/>
                <a:gd name="connsiteY8" fmla="*/ 196892 h 206176"/>
                <a:gd name="connsiteX9" fmla="*/ 104274 w 134521"/>
                <a:gd name="connsiteY9" fmla="*/ 182578 h 206176"/>
                <a:gd name="connsiteX10" fmla="*/ 104274 w 134521"/>
                <a:gd name="connsiteY10" fmla="*/ 156083 h 206176"/>
                <a:gd name="connsiteX11" fmla="*/ 134641 w 134521"/>
                <a:gd name="connsiteY11" fmla="*/ 156083 h 206176"/>
                <a:gd name="connsiteX12" fmla="*/ 134641 w 134521"/>
                <a:gd name="connsiteY12" fmla="*/ 146642 h 206176"/>
                <a:gd name="connsiteX13" fmla="*/ 104274 w 134521"/>
                <a:gd name="connsiteY13" fmla="*/ 146642 h 206176"/>
                <a:gd name="connsiteX14" fmla="*/ 104274 w 134521"/>
                <a:gd name="connsiteY14" fmla="*/ 8074 h 206176"/>
                <a:gd name="connsiteX15" fmla="*/ 99416 w 134521"/>
                <a:gd name="connsiteY15" fmla="*/ 156 h 206176"/>
                <a:gd name="connsiteX16" fmla="*/ 93343 w 134521"/>
                <a:gd name="connsiteY16" fmla="*/ 3811 h 206176"/>
                <a:gd name="connsiteX17" fmla="*/ 119 w 134521"/>
                <a:gd name="connsiteY17" fmla="*/ 146642 h 206176"/>
                <a:gd name="connsiteX18" fmla="*/ 119 w 134521"/>
                <a:gd name="connsiteY18" fmla="*/ 156083 h 206176"/>
                <a:gd name="connsiteX19" fmla="*/ 80893 w 134521"/>
                <a:gd name="connsiteY19" fmla="*/ 156083 h 206176"/>
                <a:gd name="connsiteX20" fmla="*/ 82715 w 134521"/>
                <a:gd name="connsiteY20" fmla="*/ 146642 h 206176"/>
                <a:gd name="connsiteX21" fmla="*/ 8621 w 134521"/>
                <a:gd name="connsiteY21" fmla="*/ 146642 h 206176"/>
                <a:gd name="connsiteX22" fmla="*/ 82715 w 134521"/>
                <a:gd name="connsiteY22" fmla="*/ 33047 h 206176"/>
                <a:gd name="connsiteX23" fmla="*/ 82715 w 134521"/>
                <a:gd name="connsiteY23" fmla="*/ 146642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0893" y="156083"/>
                  </a:moveTo>
                  <a:lnTo>
                    <a:pt x="80893" y="182578"/>
                  </a:lnTo>
                  <a:cubicBezTo>
                    <a:pt x="80893" y="193542"/>
                    <a:pt x="80285" y="196892"/>
                    <a:pt x="57814" y="196892"/>
                  </a:cubicBezTo>
                  <a:lnTo>
                    <a:pt x="51437" y="196892"/>
                  </a:lnTo>
                  <a:lnTo>
                    <a:pt x="51437" y="206333"/>
                  </a:lnTo>
                  <a:cubicBezTo>
                    <a:pt x="63888" y="205419"/>
                    <a:pt x="79678" y="205419"/>
                    <a:pt x="92432" y="205419"/>
                  </a:cubicBezTo>
                  <a:cubicBezTo>
                    <a:pt x="105185" y="205419"/>
                    <a:pt x="121280" y="205419"/>
                    <a:pt x="133730" y="206333"/>
                  </a:cubicBezTo>
                  <a:lnTo>
                    <a:pt x="133730" y="196892"/>
                  </a:lnTo>
                  <a:lnTo>
                    <a:pt x="127353" y="196892"/>
                  </a:lnTo>
                  <a:cubicBezTo>
                    <a:pt x="104882" y="196892"/>
                    <a:pt x="104274" y="193542"/>
                    <a:pt x="104274" y="182578"/>
                  </a:cubicBezTo>
                  <a:lnTo>
                    <a:pt x="104274" y="156083"/>
                  </a:lnTo>
                  <a:lnTo>
                    <a:pt x="134641" y="156083"/>
                  </a:lnTo>
                  <a:lnTo>
                    <a:pt x="134641" y="146642"/>
                  </a:lnTo>
                  <a:lnTo>
                    <a:pt x="104274" y="146642"/>
                  </a:lnTo>
                  <a:lnTo>
                    <a:pt x="104274" y="8074"/>
                  </a:lnTo>
                  <a:cubicBezTo>
                    <a:pt x="104274" y="1983"/>
                    <a:pt x="104274" y="156"/>
                    <a:pt x="99416" y="156"/>
                  </a:cubicBezTo>
                  <a:cubicBezTo>
                    <a:pt x="96683" y="156"/>
                    <a:pt x="95772" y="156"/>
                    <a:pt x="93343" y="3811"/>
                  </a:cubicBezTo>
                  <a:lnTo>
                    <a:pt x="119" y="146642"/>
                  </a:lnTo>
                  <a:lnTo>
                    <a:pt x="119" y="156083"/>
                  </a:lnTo>
                  <a:lnTo>
                    <a:pt x="80893" y="156083"/>
                  </a:lnTo>
                  <a:close/>
                  <a:moveTo>
                    <a:pt x="82715" y="146642"/>
                  </a:moveTo>
                  <a:lnTo>
                    <a:pt x="8621" y="146642"/>
                  </a:lnTo>
                  <a:lnTo>
                    <a:pt x="82715" y="33047"/>
                  </a:lnTo>
                  <a:lnTo>
                    <a:pt x="82715" y="14664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9CB83D72-133F-E591-5308-7C1669391A62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5617382" y="5220431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A7BE566-C1C4-2563-0AE2-B68E536F0C69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>
            <a:xfrm>
              <a:off x="6857922" y="5220431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BAAF3ACF-4AE9-3F18-9CC4-5060775B9C9D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>
            <a:xfrm>
              <a:off x="8098461" y="5220431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453B954E-B684-5081-7FB1-D3D605744F94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>
            <a:xfrm>
              <a:off x="8387469" y="5270071"/>
              <a:ext cx="134521" cy="206176"/>
            </a:xfrm>
            <a:custGeom>
              <a:avLst/>
              <a:gdLst>
                <a:gd name="connsiteX0" fmla="*/ 80996 w 134521"/>
                <a:gd name="connsiteY0" fmla="*/ 156083 h 206176"/>
                <a:gd name="connsiteX1" fmla="*/ 80996 w 134521"/>
                <a:gd name="connsiteY1" fmla="*/ 182578 h 206176"/>
                <a:gd name="connsiteX2" fmla="*/ 57918 w 134521"/>
                <a:gd name="connsiteY2" fmla="*/ 196892 h 206176"/>
                <a:gd name="connsiteX3" fmla="*/ 51541 w 134521"/>
                <a:gd name="connsiteY3" fmla="*/ 196892 h 206176"/>
                <a:gd name="connsiteX4" fmla="*/ 51541 w 134521"/>
                <a:gd name="connsiteY4" fmla="*/ 206333 h 206176"/>
                <a:gd name="connsiteX5" fmla="*/ 92535 w 134521"/>
                <a:gd name="connsiteY5" fmla="*/ 205419 h 206176"/>
                <a:gd name="connsiteX6" fmla="*/ 133833 w 134521"/>
                <a:gd name="connsiteY6" fmla="*/ 206333 h 206176"/>
                <a:gd name="connsiteX7" fmla="*/ 133833 w 134521"/>
                <a:gd name="connsiteY7" fmla="*/ 196892 h 206176"/>
                <a:gd name="connsiteX8" fmla="*/ 127456 w 134521"/>
                <a:gd name="connsiteY8" fmla="*/ 196892 h 206176"/>
                <a:gd name="connsiteX9" fmla="*/ 104378 w 134521"/>
                <a:gd name="connsiteY9" fmla="*/ 182578 h 206176"/>
                <a:gd name="connsiteX10" fmla="*/ 104378 w 134521"/>
                <a:gd name="connsiteY10" fmla="*/ 156083 h 206176"/>
                <a:gd name="connsiteX11" fmla="*/ 134744 w 134521"/>
                <a:gd name="connsiteY11" fmla="*/ 156083 h 206176"/>
                <a:gd name="connsiteX12" fmla="*/ 134744 w 134521"/>
                <a:gd name="connsiteY12" fmla="*/ 146642 h 206176"/>
                <a:gd name="connsiteX13" fmla="*/ 104378 w 134521"/>
                <a:gd name="connsiteY13" fmla="*/ 146642 h 206176"/>
                <a:gd name="connsiteX14" fmla="*/ 104378 w 134521"/>
                <a:gd name="connsiteY14" fmla="*/ 8074 h 206176"/>
                <a:gd name="connsiteX15" fmla="*/ 99520 w 134521"/>
                <a:gd name="connsiteY15" fmla="*/ 156 h 206176"/>
                <a:gd name="connsiteX16" fmla="*/ 93446 w 134521"/>
                <a:gd name="connsiteY16" fmla="*/ 3811 h 206176"/>
                <a:gd name="connsiteX17" fmla="*/ 222 w 134521"/>
                <a:gd name="connsiteY17" fmla="*/ 146642 h 206176"/>
                <a:gd name="connsiteX18" fmla="*/ 222 w 134521"/>
                <a:gd name="connsiteY18" fmla="*/ 156083 h 206176"/>
                <a:gd name="connsiteX19" fmla="*/ 80996 w 134521"/>
                <a:gd name="connsiteY19" fmla="*/ 156083 h 206176"/>
                <a:gd name="connsiteX20" fmla="*/ 82818 w 134521"/>
                <a:gd name="connsiteY20" fmla="*/ 146642 h 206176"/>
                <a:gd name="connsiteX21" fmla="*/ 8725 w 134521"/>
                <a:gd name="connsiteY21" fmla="*/ 146642 h 206176"/>
                <a:gd name="connsiteX22" fmla="*/ 82818 w 134521"/>
                <a:gd name="connsiteY22" fmla="*/ 33047 h 206176"/>
                <a:gd name="connsiteX23" fmla="*/ 82818 w 134521"/>
                <a:gd name="connsiteY23" fmla="*/ 146642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0996" y="156083"/>
                  </a:moveTo>
                  <a:lnTo>
                    <a:pt x="80996" y="182578"/>
                  </a:lnTo>
                  <a:cubicBezTo>
                    <a:pt x="80996" y="193542"/>
                    <a:pt x="80389" y="196892"/>
                    <a:pt x="57918" y="196892"/>
                  </a:cubicBezTo>
                  <a:lnTo>
                    <a:pt x="51541" y="196892"/>
                  </a:lnTo>
                  <a:lnTo>
                    <a:pt x="51541" y="206333"/>
                  </a:lnTo>
                  <a:cubicBezTo>
                    <a:pt x="63991" y="205419"/>
                    <a:pt x="79782" y="205419"/>
                    <a:pt x="92535" y="205419"/>
                  </a:cubicBezTo>
                  <a:cubicBezTo>
                    <a:pt x="105289" y="205419"/>
                    <a:pt x="121383" y="205419"/>
                    <a:pt x="133833" y="206333"/>
                  </a:cubicBezTo>
                  <a:lnTo>
                    <a:pt x="133833" y="196892"/>
                  </a:lnTo>
                  <a:lnTo>
                    <a:pt x="127456" y="196892"/>
                  </a:lnTo>
                  <a:cubicBezTo>
                    <a:pt x="104985" y="196892"/>
                    <a:pt x="104378" y="193542"/>
                    <a:pt x="104378" y="182578"/>
                  </a:cubicBezTo>
                  <a:lnTo>
                    <a:pt x="104378" y="156083"/>
                  </a:lnTo>
                  <a:lnTo>
                    <a:pt x="134744" y="156083"/>
                  </a:lnTo>
                  <a:lnTo>
                    <a:pt x="134744" y="146642"/>
                  </a:lnTo>
                  <a:lnTo>
                    <a:pt x="104378" y="146642"/>
                  </a:lnTo>
                  <a:lnTo>
                    <a:pt x="104378" y="8074"/>
                  </a:lnTo>
                  <a:cubicBezTo>
                    <a:pt x="104378" y="1983"/>
                    <a:pt x="104378" y="156"/>
                    <a:pt x="99520" y="156"/>
                  </a:cubicBezTo>
                  <a:cubicBezTo>
                    <a:pt x="96787" y="156"/>
                    <a:pt x="95876" y="156"/>
                    <a:pt x="93446" y="3811"/>
                  </a:cubicBezTo>
                  <a:lnTo>
                    <a:pt x="222" y="146642"/>
                  </a:lnTo>
                  <a:lnTo>
                    <a:pt x="222" y="156083"/>
                  </a:lnTo>
                  <a:lnTo>
                    <a:pt x="80996" y="156083"/>
                  </a:lnTo>
                  <a:close/>
                  <a:moveTo>
                    <a:pt x="82818" y="146642"/>
                  </a:moveTo>
                  <a:lnTo>
                    <a:pt x="8725" y="146642"/>
                  </a:lnTo>
                  <a:lnTo>
                    <a:pt x="82818" y="33047"/>
                  </a:lnTo>
                  <a:lnTo>
                    <a:pt x="82818" y="14664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89C16F68-7667-AB40-E314-17F70C3DEC91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>
            <a:xfrm>
              <a:off x="8556913" y="5443966"/>
              <a:ext cx="32188" cy="32281"/>
            </a:xfrm>
            <a:custGeom>
              <a:avLst/>
              <a:gdLst>
                <a:gd name="connsiteX0" fmla="*/ 32415 w 32188"/>
                <a:gd name="connsiteY0" fmla="*/ 16297 h 32281"/>
                <a:gd name="connsiteX1" fmla="*/ 16321 w 32188"/>
                <a:gd name="connsiteY1" fmla="*/ 156 h 32281"/>
                <a:gd name="connsiteX2" fmla="*/ 227 w 32188"/>
                <a:gd name="connsiteY2" fmla="*/ 16297 h 32281"/>
                <a:gd name="connsiteX3" fmla="*/ 16321 w 32188"/>
                <a:gd name="connsiteY3" fmla="*/ 32438 h 32281"/>
                <a:gd name="connsiteX4" fmla="*/ 32415 w 32188"/>
                <a:gd name="connsiteY4" fmla="*/ 16297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15" y="16297"/>
                  </a:moveTo>
                  <a:cubicBezTo>
                    <a:pt x="32415" y="7465"/>
                    <a:pt x="25128" y="156"/>
                    <a:pt x="16321" y="156"/>
                  </a:cubicBezTo>
                  <a:cubicBezTo>
                    <a:pt x="7515" y="156"/>
                    <a:pt x="227" y="7465"/>
                    <a:pt x="227" y="16297"/>
                  </a:cubicBezTo>
                  <a:cubicBezTo>
                    <a:pt x="227" y="25129"/>
                    <a:pt x="7515" y="32438"/>
                    <a:pt x="16321" y="32438"/>
                  </a:cubicBezTo>
                  <a:cubicBezTo>
                    <a:pt x="25128" y="32438"/>
                    <a:pt x="32415" y="25129"/>
                    <a:pt x="32415" y="1629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F5A22B2B-A44B-FB72-50EE-27358C42F7B9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>
            <a:xfrm>
              <a:off x="8627902" y="5273421"/>
              <a:ext cx="126019" cy="209526"/>
            </a:xfrm>
            <a:custGeom>
              <a:avLst/>
              <a:gdLst>
                <a:gd name="connsiteX0" fmla="*/ 27560 w 126019"/>
                <a:gd name="connsiteY0" fmla="*/ 103092 h 209526"/>
                <a:gd name="connsiteX1" fmla="*/ 27560 w 126019"/>
                <a:gd name="connsiteY1" fmla="*/ 95783 h 209526"/>
                <a:gd name="connsiteX2" fmla="*/ 80700 w 126019"/>
                <a:gd name="connsiteY2" fmla="*/ 7770 h 209526"/>
                <a:gd name="connsiteX3" fmla="*/ 107422 w 126019"/>
                <a:gd name="connsiteY3" fmla="*/ 19952 h 209526"/>
                <a:gd name="connsiteX4" fmla="*/ 90721 w 126019"/>
                <a:gd name="connsiteY4" fmla="*/ 33656 h 209526"/>
                <a:gd name="connsiteX5" fmla="*/ 104689 w 126019"/>
                <a:gd name="connsiteY5" fmla="*/ 47665 h 209526"/>
                <a:gd name="connsiteX6" fmla="*/ 118658 w 126019"/>
                <a:gd name="connsiteY6" fmla="*/ 33047 h 209526"/>
                <a:gd name="connsiteX7" fmla="*/ 80093 w 126019"/>
                <a:gd name="connsiteY7" fmla="*/ 156 h 209526"/>
                <a:gd name="connsiteX8" fmla="*/ 230 w 126019"/>
                <a:gd name="connsiteY8" fmla="*/ 106747 h 209526"/>
                <a:gd name="connsiteX9" fmla="*/ 63695 w 126019"/>
                <a:gd name="connsiteY9" fmla="*/ 209682 h 209526"/>
                <a:gd name="connsiteX10" fmla="*/ 126249 w 126019"/>
                <a:gd name="connsiteY10" fmla="*/ 140856 h 209526"/>
                <a:gd name="connsiteX11" fmla="*/ 65517 w 126019"/>
                <a:gd name="connsiteY11" fmla="*/ 72942 h 209526"/>
                <a:gd name="connsiteX12" fmla="*/ 27560 w 126019"/>
                <a:gd name="connsiteY12" fmla="*/ 103092 h 209526"/>
                <a:gd name="connsiteX13" fmla="*/ 63695 w 126019"/>
                <a:gd name="connsiteY13" fmla="*/ 201155 h 209526"/>
                <a:gd name="connsiteX14" fmla="*/ 33633 w 126019"/>
                <a:gd name="connsiteY14" fmla="*/ 178314 h 209526"/>
                <a:gd name="connsiteX15" fmla="*/ 28167 w 126019"/>
                <a:gd name="connsiteY15" fmla="*/ 134156 h 209526"/>
                <a:gd name="connsiteX16" fmla="*/ 65214 w 126019"/>
                <a:gd name="connsiteY16" fmla="*/ 79947 h 209526"/>
                <a:gd name="connsiteX17" fmla="*/ 93454 w 126019"/>
                <a:gd name="connsiteY17" fmla="*/ 98828 h 209526"/>
                <a:gd name="connsiteX18" fmla="*/ 98920 w 126019"/>
                <a:gd name="connsiteY18" fmla="*/ 140551 h 209526"/>
                <a:gd name="connsiteX19" fmla="*/ 93758 w 126019"/>
                <a:gd name="connsiteY19" fmla="*/ 181360 h 209526"/>
                <a:gd name="connsiteX20" fmla="*/ 63695 w 126019"/>
                <a:gd name="connsiteY20" fmla="*/ 201155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09526">
                  <a:moveTo>
                    <a:pt x="27560" y="103092"/>
                  </a:moveTo>
                  <a:lnTo>
                    <a:pt x="27560" y="95783"/>
                  </a:lnTo>
                  <a:cubicBezTo>
                    <a:pt x="27560" y="18733"/>
                    <a:pt x="65214" y="7770"/>
                    <a:pt x="80700" y="7770"/>
                  </a:cubicBezTo>
                  <a:cubicBezTo>
                    <a:pt x="87988" y="7770"/>
                    <a:pt x="100742" y="9597"/>
                    <a:pt x="107422" y="19952"/>
                  </a:cubicBezTo>
                  <a:cubicBezTo>
                    <a:pt x="102868" y="19952"/>
                    <a:pt x="90721" y="19952"/>
                    <a:pt x="90721" y="33656"/>
                  </a:cubicBezTo>
                  <a:cubicBezTo>
                    <a:pt x="90721" y="43097"/>
                    <a:pt x="98009" y="47665"/>
                    <a:pt x="104689" y="47665"/>
                  </a:cubicBezTo>
                  <a:cubicBezTo>
                    <a:pt x="109548" y="47665"/>
                    <a:pt x="118658" y="44924"/>
                    <a:pt x="118658" y="33047"/>
                  </a:cubicBezTo>
                  <a:cubicBezTo>
                    <a:pt x="118658" y="14774"/>
                    <a:pt x="105297" y="156"/>
                    <a:pt x="80093" y="156"/>
                  </a:cubicBezTo>
                  <a:cubicBezTo>
                    <a:pt x="41224" y="156"/>
                    <a:pt x="230" y="39442"/>
                    <a:pt x="230" y="106747"/>
                  </a:cubicBezTo>
                  <a:cubicBezTo>
                    <a:pt x="230" y="188060"/>
                    <a:pt x="35455" y="209682"/>
                    <a:pt x="63695" y="209682"/>
                  </a:cubicBezTo>
                  <a:cubicBezTo>
                    <a:pt x="97402" y="209682"/>
                    <a:pt x="126249" y="181055"/>
                    <a:pt x="126249" y="140856"/>
                  </a:cubicBezTo>
                  <a:cubicBezTo>
                    <a:pt x="126249" y="102178"/>
                    <a:pt x="99224" y="72942"/>
                    <a:pt x="65517" y="72942"/>
                  </a:cubicBezTo>
                  <a:cubicBezTo>
                    <a:pt x="44868" y="72942"/>
                    <a:pt x="33633" y="88474"/>
                    <a:pt x="27560" y="103092"/>
                  </a:cubicBezTo>
                  <a:close/>
                  <a:moveTo>
                    <a:pt x="63695" y="201155"/>
                  </a:moveTo>
                  <a:cubicBezTo>
                    <a:pt x="44565" y="201155"/>
                    <a:pt x="35455" y="182883"/>
                    <a:pt x="33633" y="178314"/>
                  </a:cubicBezTo>
                  <a:cubicBezTo>
                    <a:pt x="28167" y="164001"/>
                    <a:pt x="28167" y="139637"/>
                    <a:pt x="28167" y="134156"/>
                  </a:cubicBezTo>
                  <a:cubicBezTo>
                    <a:pt x="28167" y="110401"/>
                    <a:pt x="37884" y="79947"/>
                    <a:pt x="65214" y="79947"/>
                  </a:cubicBezTo>
                  <a:cubicBezTo>
                    <a:pt x="70072" y="79947"/>
                    <a:pt x="84041" y="79947"/>
                    <a:pt x="93454" y="98828"/>
                  </a:cubicBezTo>
                  <a:cubicBezTo>
                    <a:pt x="98920" y="110097"/>
                    <a:pt x="98920" y="125628"/>
                    <a:pt x="98920" y="140551"/>
                  </a:cubicBezTo>
                  <a:cubicBezTo>
                    <a:pt x="98920" y="155169"/>
                    <a:pt x="98920" y="170396"/>
                    <a:pt x="93758" y="181360"/>
                  </a:cubicBezTo>
                  <a:cubicBezTo>
                    <a:pt x="84648" y="199633"/>
                    <a:pt x="70679" y="201155"/>
                    <a:pt x="63695" y="20115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67850F4A-D7D0-8633-BAA8-47277F52E0A3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>
            <a:xfrm>
              <a:off x="8782163" y="5273421"/>
              <a:ext cx="121160" cy="209526"/>
            </a:xfrm>
            <a:custGeom>
              <a:avLst/>
              <a:gdLst>
                <a:gd name="connsiteX0" fmla="*/ 121396 w 121160"/>
                <a:gd name="connsiteY0" fmla="*/ 141769 h 209526"/>
                <a:gd name="connsiteX1" fmla="*/ 63700 w 121160"/>
                <a:gd name="connsiteY1" fmla="*/ 75074 h 209526"/>
                <a:gd name="connsiteX2" fmla="*/ 25135 w 121160"/>
                <a:gd name="connsiteY2" fmla="*/ 90606 h 209526"/>
                <a:gd name="connsiteX3" fmla="*/ 25135 w 121160"/>
                <a:gd name="connsiteY3" fmla="*/ 31220 h 209526"/>
                <a:gd name="connsiteX4" fmla="*/ 50946 w 121160"/>
                <a:gd name="connsiteY4" fmla="*/ 35179 h 209526"/>
                <a:gd name="connsiteX5" fmla="*/ 109553 w 121160"/>
                <a:gd name="connsiteY5" fmla="*/ 3506 h 209526"/>
                <a:gd name="connsiteX6" fmla="*/ 106516 w 121160"/>
                <a:gd name="connsiteY6" fmla="*/ 156 h 209526"/>
                <a:gd name="connsiteX7" fmla="*/ 104087 w 121160"/>
                <a:gd name="connsiteY7" fmla="*/ 1070 h 209526"/>
                <a:gd name="connsiteX8" fmla="*/ 62789 w 121160"/>
                <a:gd name="connsiteY8" fmla="*/ 9902 h 209526"/>
                <a:gd name="connsiteX9" fmla="*/ 22402 w 121160"/>
                <a:gd name="connsiteY9" fmla="*/ 1374 h 209526"/>
                <a:gd name="connsiteX10" fmla="*/ 18758 w 121160"/>
                <a:gd name="connsiteY10" fmla="*/ 461 h 209526"/>
                <a:gd name="connsiteX11" fmla="*/ 15722 w 121160"/>
                <a:gd name="connsiteY11" fmla="*/ 7770 h 209526"/>
                <a:gd name="connsiteX12" fmla="*/ 15722 w 121160"/>
                <a:gd name="connsiteY12" fmla="*/ 97915 h 209526"/>
                <a:gd name="connsiteX13" fmla="*/ 19973 w 121160"/>
                <a:gd name="connsiteY13" fmla="*/ 105833 h 209526"/>
                <a:gd name="connsiteX14" fmla="*/ 23921 w 121160"/>
                <a:gd name="connsiteY14" fmla="*/ 103092 h 209526"/>
                <a:gd name="connsiteX15" fmla="*/ 63093 w 121160"/>
                <a:gd name="connsiteY15" fmla="*/ 81774 h 209526"/>
                <a:gd name="connsiteX16" fmla="*/ 88904 w 121160"/>
                <a:gd name="connsiteY16" fmla="*/ 101265 h 209526"/>
                <a:gd name="connsiteX17" fmla="*/ 94370 w 121160"/>
                <a:gd name="connsiteY17" fmla="*/ 139637 h 209526"/>
                <a:gd name="connsiteX18" fmla="*/ 87082 w 121160"/>
                <a:gd name="connsiteY18" fmla="*/ 181360 h 209526"/>
                <a:gd name="connsiteX19" fmla="*/ 54590 w 121160"/>
                <a:gd name="connsiteY19" fmla="*/ 201155 h 209526"/>
                <a:gd name="connsiteX20" fmla="*/ 9952 w 121160"/>
                <a:gd name="connsiteY20" fmla="*/ 167046 h 209526"/>
                <a:gd name="connsiteX21" fmla="*/ 15114 w 121160"/>
                <a:gd name="connsiteY21" fmla="*/ 167655 h 209526"/>
                <a:gd name="connsiteX22" fmla="*/ 30297 w 121160"/>
                <a:gd name="connsiteY22" fmla="*/ 152733 h 209526"/>
                <a:gd name="connsiteX23" fmla="*/ 15114 w 121160"/>
                <a:gd name="connsiteY23" fmla="*/ 137810 h 209526"/>
                <a:gd name="connsiteX24" fmla="*/ 235 w 121160"/>
                <a:gd name="connsiteY24" fmla="*/ 153951 h 209526"/>
                <a:gd name="connsiteX25" fmla="*/ 55198 w 121160"/>
                <a:gd name="connsiteY25" fmla="*/ 209682 h 209526"/>
                <a:gd name="connsiteX26" fmla="*/ 121396 w 121160"/>
                <a:gd name="connsiteY26" fmla="*/ 141769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396" y="141769"/>
                  </a:moveTo>
                  <a:cubicBezTo>
                    <a:pt x="121396" y="105528"/>
                    <a:pt x="96496" y="75074"/>
                    <a:pt x="63700" y="75074"/>
                  </a:cubicBezTo>
                  <a:cubicBezTo>
                    <a:pt x="49124" y="75074"/>
                    <a:pt x="36067" y="79947"/>
                    <a:pt x="25135" y="90606"/>
                  </a:cubicBezTo>
                  <a:lnTo>
                    <a:pt x="25135" y="31220"/>
                  </a:lnTo>
                  <a:cubicBezTo>
                    <a:pt x="31208" y="33047"/>
                    <a:pt x="41229" y="35179"/>
                    <a:pt x="50946" y="35179"/>
                  </a:cubicBezTo>
                  <a:cubicBezTo>
                    <a:pt x="88297" y="35179"/>
                    <a:pt x="109553" y="7465"/>
                    <a:pt x="109553" y="3506"/>
                  </a:cubicBezTo>
                  <a:cubicBezTo>
                    <a:pt x="109553" y="1679"/>
                    <a:pt x="108642" y="156"/>
                    <a:pt x="106516" y="156"/>
                  </a:cubicBezTo>
                  <a:cubicBezTo>
                    <a:pt x="106213" y="156"/>
                    <a:pt x="105605" y="156"/>
                    <a:pt x="104087" y="1070"/>
                  </a:cubicBezTo>
                  <a:cubicBezTo>
                    <a:pt x="98014" y="3811"/>
                    <a:pt x="83135" y="9902"/>
                    <a:pt x="62789" y="9902"/>
                  </a:cubicBezTo>
                  <a:cubicBezTo>
                    <a:pt x="50643" y="9902"/>
                    <a:pt x="36674" y="7770"/>
                    <a:pt x="22402" y="1374"/>
                  </a:cubicBezTo>
                  <a:cubicBezTo>
                    <a:pt x="19973" y="461"/>
                    <a:pt x="19366" y="461"/>
                    <a:pt x="18758" y="461"/>
                  </a:cubicBezTo>
                  <a:cubicBezTo>
                    <a:pt x="15722" y="461"/>
                    <a:pt x="15722" y="2897"/>
                    <a:pt x="15722" y="7770"/>
                  </a:cubicBezTo>
                  <a:lnTo>
                    <a:pt x="15722" y="97915"/>
                  </a:lnTo>
                  <a:cubicBezTo>
                    <a:pt x="15722" y="103397"/>
                    <a:pt x="15722" y="105833"/>
                    <a:pt x="19973" y="105833"/>
                  </a:cubicBezTo>
                  <a:cubicBezTo>
                    <a:pt x="22099" y="105833"/>
                    <a:pt x="22706" y="104919"/>
                    <a:pt x="23921" y="103092"/>
                  </a:cubicBezTo>
                  <a:cubicBezTo>
                    <a:pt x="27261" y="98219"/>
                    <a:pt x="38496" y="81774"/>
                    <a:pt x="63093" y="81774"/>
                  </a:cubicBezTo>
                  <a:cubicBezTo>
                    <a:pt x="78883" y="81774"/>
                    <a:pt x="86475" y="95783"/>
                    <a:pt x="88904" y="101265"/>
                  </a:cubicBezTo>
                  <a:cubicBezTo>
                    <a:pt x="93763" y="112533"/>
                    <a:pt x="94370" y="124410"/>
                    <a:pt x="94370" y="139637"/>
                  </a:cubicBezTo>
                  <a:cubicBezTo>
                    <a:pt x="94370" y="150296"/>
                    <a:pt x="94370" y="168569"/>
                    <a:pt x="87082" y="181360"/>
                  </a:cubicBezTo>
                  <a:cubicBezTo>
                    <a:pt x="79794" y="193237"/>
                    <a:pt x="68559" y="201155"/>
                    <a:pt x="54590" y="201155"/>
                  </a:cubicBezTo>
                  <a:cubicBezTo>
                    <a:pt x="32423" y="201155"/>
                    <a:pt x="15114" y="185014"/>
                    <a:pt x="9952" y="167046"/>
                  </a:cubicBezTo>
                  <a:cubicBezTo>
                    <a:pt x="10863" y="167351"/>
                    <a:pt x="11774" y="167655"/>
                    <a:pt x="15114" y="167655"/>
                  </a:cubicBezTo>
                  <a:cubicBezTo>
                    <a:pt x="25135" y="167655"/>
                    <a:pt x="30297" y="160042"/>
                    <a:pt x="30297" y="152733"/>
                  </a:cubicBezTo>
                  <a:cubicBezTo>
                    <a:pt x="30297" y="145424"/>
                    <a:pt x="25135" y="137810"/>
                    <a:pt x="15114" y="137810"/>
                  </a:cubicBezTo>
                  <a:cubicBezTo>
                    <a:pt x="10863" y="137810"/>
                    <a:pt x="235" y="139942"/>
                    <a:pt x="235" y="153951"/>
                  </a:cubicBezTo>
                  <a:cubicBezTo>
                    <a:pt x="235" y="180142"/>
                    <a:pt x="21188" y="209682"/>
                    <a:pt x="55198" y="209682"/>
                  </a:cubicBezTo>
                  <a:cubicBezTo>
                    <a:pt x="90422" y="209682"/>
                    <a:pt x="121396" y="180446"/>
                    <a:pt x="121396" y="141769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8BFE0EEB-91D1-3213-69BD-53E11AFACFE6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>
            <a:xfrm>
              <a:off x="8927313" y="5270071"/>
              <a:ext cx="134521" cy="206176"/>
            </a:xfrm>
            <a:custGeom>
              <a:avLst/>
              <a:gdLst>
                <a:gd name="connsiteX0" fmla="*/ 81014 w 134521"/>
                <a:gd name="connsiteY0" fmla="*/ 156083 h 206176"/>
                <a:gd name="connsiteX1" fmla="*/ 81014 w 134521"/>
                <a:gd name="connsiteY1" fmla="*/ 182578 h 206176"/>
                <a:gd name="connsiteX2" fmla="*/ 57936 w 134521"/>
                <a:gd name="connsiteY2" fmla="*/ 196892 h 206176"/>
                <a:gd name="connsiteX3" fmla="*/ 51559 w 134521"/>
                <a:gd name="connsiteY3" fmla="*/ 196892 h 206176"/>
                <a:gd name="connsiteX4" fmla="*/ 51559 w 134521"/>
                <a:gd name="connsiteY4" fmla="*/ 206333 h 206176"/>
                <a:gd name="connsiteX5" fmla="*/ 92553 w 134521"/>
                <a:gd name="connsiteY5" fmla="*/ 205419 h 206176"/>
                <a:gd name="connsiteX6" fmla="*/ 133851 w 134521"/>
                <a:gd name="connsiteY6" fmla="*/ 206333 h 206176"/>
                <a:gd name="connsiteX7" fmla="*/ 133851 w 134521"/>
                <a:gd name="connsiteY7" fmla="*/ 196892 h 206176"/>
                <a:gd name="connsiteX8" fmla="*/ 127474 w 134521"/>
                <a:gd name="connsiteY8" fmla="*/ 196892 h 206176"/>
                <a:gd name="connsiteX9" fmla="*/ 104396 w 134521"/>
                <a:gd name="connsiteY9" fmla="*/ 182578 h 206176"/>
                <a:gd name="connsiteX10" fmla="*/ 104396 w 134521"/>
                <a:gd name="connsiteY10" fmla="*/ 156083 h 206176"/>
                <a:gd name="connsiteX11" fmla="*/ 134762 w 134521"/>
                <a:gd name="connsiteY11" fmla="*/ 156083 h 206176"/>
                <a:gd name="connsiteX12" fmla="*/ 134762 w 134521"/>
                <a:gd name="connsiteY12" fmla="*/ 146642 h 206176"/>
                <a:gd name="connsiteX13" fmla="*/ 104396 w 134521"/>
                <a:gd name="connsiteY13" fmla="*/ 146642 h 206176"/>
                <a:gd name="connsiteX14" fmla="*/ 104396 w 134521"/>
                <a:gd name="connsiteY14" fmla="*/ 8074 h 206176"/>
                <a:gd name="connsiteX15" fmla="*/ 99537 w 134521"/>
                <a:gd name="connsiteY15" fmla="*/ 156 h 206176"/>
                <a:gd name="connsiteX16" fmla="*/ 93464 w 134521"/>
                <a:gd name="connsiteY16" fmla="*/ 3811 h 206176"/>
                <a:gd name="connsiteX17" fmla="*/ 240 w 134521"/>
                <a:gd name="connsiteY17" fmla="*/ 146642 h 206176"/>
                <a:gd name="connsiteX18" fmla="*/ 240 w 134521"/>
                <a:gd name="connsiteY18" fmla="*/ 156083 h 206176"/>
                <a:gd name="connsiteX19" fmla="*/ 81014 w 134521"/>
                <a:gd name="connsiteY19" fmla="*/ 156083 h 206176"/>
                <a:gd name="connsiteX20" fmla="*/ 82836 w 134521"/>
                <a:gd name="connsiteY20" fmla="*/ 146642 h 206176"/>
                <a:gd name="connsiteX21" fmla="*/ 8743 w 134521"/>
                <a:gd name="connsiteY21" fmla="*/ 146642 h 206176"/>
                <a:gd name="connsiteX22" fmla="*/ 82836 w 134521"/>
                <a:gd name="connsiteY22" fmla="*/ 33047 h 206176"/>
                <a:gd name="connsiteX23" fmla="*/ 82836 w 134521"/>
                <a:gd name="connsiteY23" fmla="*/ 146642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1014" y="156083"/>
                  </a:moveTo>
                  <a:lnTo>
                    <a:pt x="81014" y="182578"/>
                  </a:lnTo>
                  <a:cubicBezTo>
                    <a:pt x="81014" y="193542"/>
                    <a:pt x="80407" y="196892"/>
                    <a:pt x="57936" y="196892"/>
                  </a:cubicBezTo>
                  <a:lnTo>
                    <a:pt x="51559" y="196892"/>
                  </a:lnTo>
                  <a:lnTo>
                    <a:pt x="51559" y="206333"/>
                  </a:lnTo>
                  <a:cubicBezTo>
                    <a:pt x="64009" y="205419"/>
                    <a:pt x="79799" y="205419"/>
                    <a:pt x="92553" y="205419"/>
                  </a:cubicBezTo>
                  <a:cubicBezTo>
                    <a:pt x="105307" y="205419"/>
                    <a:pt x="121401" y="205419"/>
                    <a:pt x="133851" y="206333"/>
                  </a:cubicBezTo>
                  <a:lnTo>
                    <a:pt x="133851" y="196892"/>
                  </a:lnTo>
                  <a:lnTo>
                    <a:pt x="127474" y="196892"/>
                  </a:lnTo>
                  <a:cubicBezTo>
                    <a:pt x="105003" y="196892"/>
                    <a:pt x="104396" y="193542"/>
                    <a:pt x="104396" y="182578"/>
                  </a:cubicBezTo>
                  <a:lnTo>
                    <a:pt x="104396" y="156083"/>
                  </a:lnTo>
                  <a:lnTo>
                    <a:pt x="134762" y="156083"/>
                  </a:lnTo>
                  <a:lnTo>
                    <a:pt x="134762" y="146642"/>
                  </a:lnTo>
                  <a:lnTo>
                    <a:pt x="104396" y="146642"/>
                  </a:lnTo>
                  <a:lnTo>
                    <a:pt x="104396" y="8074"/>
                  </a:lnTo>
                  <a:cubicBezTo>
                    <a:pt x="104396" y="1983"/>
                    <a:pt x="104396" y="156"/>
                    <a:pt x="99537" y="156"/>
                  </a:cubicBezTo>
                  <a:cubicBezTo>
                    <a:pt x="96804" y="156"/>
                    <a:pt x="95893" y="156"/>
                    <a:pt x="93464" y="3811"/>
                  </a:cubicBezTo>
                  <a:lnTo>
                    <a:pt x="240" y="146642"/>
                  </a:lnTo>
                  <a:lnTo>
                    <a:pt x="240" y="156083"/>
                  </a:lnTo>
                  <a:lnTo>
                    <a:pt x="81014" y="156083"/>
                  </a:lnTo>
                  <a:close/>
                  <a:moveTo>
                    <a:pt x="82836" y="146642"/>
                  </a:moveTo>
                  <a:lnTo>
                    <a:pt x="8743" y="146642"/>
                  </a:lnTo>
                  <a:lnTo>
                    <a:pt x="82836" y="33047"/>
                  </a:lnTo>
                  <a:lnTo>
                    <a:pt x="82836" y="14664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43363126-375F-9F15-B6E1-F36A5BB21F78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>
            <a:xfrm>
              <a:off x="9339001" y="5220431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F856417F-7D6B-B9FE-A519-62A91D22A30D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>
            <a:xfrm>
              <a:off x="9710605" y="5273421"/>
              <a:ext cx="121160" cy="209526"/>
            </a:xfrm>
            <a:custGeom>
              <a:avLst/>
              <a:gdLst>
                <a:gd name="connsiteX0" fmla="*/ 121426 w 121160"/>
                <a:gd name="connsiteY0" fmla="*/ 141769 h 209526"/>
                <a:gd name="connsiteX1" fmla="*/ 63731 w 121160"/>
                <a:gd name="connsiteY1" fmla="*/ 75074 h 209526"/>
                <a:gd name="connsiteX2" fmla="*/ 25166 w 121160"/>
                <a:gd name="connsiteY2" fmla="*/ 90606 h 209526"/>
                <a:gd name="connsiteX3" fmla="*/ 25166 w 121160"/>
                <a:gd name="connsiteY3" fmla="*/ 31220 h 209526"/>
                <a:gd name="connsiteX4" fmla="*/ 50977 w 121160"/>
                <a:gd name="connsiteY4" fmla="*/ 35179 h 209526"/>
                <a:gd name="connsiteX5" fmla="*/ 109584 w 121160"/>
                <a:gd name="connsiteY5" fmla="*/ 3506 h 209526"/>
                <a:gd name="connsiteX6" fmla="*/ 106547 w 121160"/>
                <a:gd name="connsiteY6" fmla="*/ 156 h 209526"/>
                <a:gd name="connsiteX7" fmla="*/ 104118 w 121160"/>
                <a:gd name="connsiteY7" fmla="*/ 1070 h 209526"/>
                <a:gd name="connsiteX8" fmla="*/ 62820 w 121160"/>
                <a:gd name="connsiteY8" fmla="*/ 9902 h 209526"/>
                <a:gd name="connsiteX9" fmla="*/ 22433 w 121160"/>
                <a:gd name="connsiteY9" fmla="*/ 1374 h 209526"/>
                <a:gd name="connsiteX10" fmla="*/ 18789 w 121160"/>
                <a:gd name="connsiteY10" fmla="*/ 461 h 209526"/>
                <a:gd name="connsiteX11" fmla="*/ 15752 w 121160"/>
                <a:gd name="connsiteY11" fmla="*/ 7770 h 209526"/>
                <a:gd name="connsiteX12" fmla="*/ 15752 w 121160"/>
                <a:gd name="connsiteY12" fmla="*/ 97915 h 209526"/>
                <a:gd name="connsiteX13" fmla="*/ 20003 w 121160"/>
                <a:gd name="connsiteY13" fmla="*/ 105833 h 209526"/>
                <a:gd name="connsiteX14" fmla="*/ 23951 w 121160"/>
                <a:gd name="connsiteY14" fmla="*/ 103092 h 209526"/>
                <a:gd name="connsiteX15" fmla="*/ 63123 w 121160"/>
                <a:gd name="connsiteY15" fmla="*/ 81774 h 209526"/>
                <a:gd name="connsiteX16" fmla="*/ 88935 w 121160"/>
                <a:gd name="connsiteY16" fmla="*/ 101265 h 209526"/>
                <a:gd name="connsiteX17" fmla="*/ 94400 w 121160"/>
                <a:gd name="connsiteY17" fmla="*/ 139637 h 209526"/>
                <a:gd name="connsiteX18" fmla="*/ 87113 w 121160"/>
                <a:gd name="connsiteY18" fmla="*/ 181360 h 209526"/>
                <a:gd name="connsiteX19" fmla="*/ 54621 w 121160"/>
                <a:gd name="connsiteY19" fmla="*/ 201155 h 209526"/>
                <a:gd name="connsiteX20" fmla="*/ 9983 w 121160"/>
                <a:gd name="connsiteY20" fmla="*/ 167046 h 209526"/>
                <a:gd name="connsiteX21" fmla="*/ 15145 w 121160"/>
                <a:gd name="connsiteY21" fmla="*/ 167655 h 209526"/>
                <a:gd name="connsiteX22" fmla="*/ 30328 w 121160"/>
                <a:gd name="connsiteY22" fmla="*/ 152733 h 209526"/>
                <a:gd name="connsiteX23" fmla="*/ 15145 w 121160"/>
                <a:gd name="connsiteY23" fmla="*/ 137810 h 209526"/>
                <a:gd name="connsiteX24" fmla="*/ 265 w 121160"/>
                <a:gd name="connsiteY24" fmla="*/ 153951 h 209526"/>
                <a:gd name="connsiteX25" fmla="*/ 55228 w 121160"/>
                <a:gd name="connsiteY25" fmla="*/ 209682 h 209526"/>
                <a:gd name="connsiteX26" fmla="*/ 121426 w 121160"/>
                <a:gd name="connsiteY26" fmla="*/ 141769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426" y="141769"/>
                  </a:moveTo>
                  <a:cubicBezTo>
                    <a:pt x="121426" y="105528"/>
                    <a:pt x="96526" y="75074"/>
                    <a:pt x="63731" y="75074"/>
                  </a:cubicBezTo>
                  <a:cubicBezTo>
                    <a:pt x="49155" y="75074"/>
                    <a:pt x="36098" y="79947"/>
                    <a:pt x="25166" y="90606"/>
                  </a:cubicBezTo>
                  <a:lnTo>
                    <a:pt x="25166" y="31220"/>
                  </a:lnTo>
                  <a:cubicBezTo>
                    <a:pt x="31239" y="33047"/>
                    <a:pt x="41260" y="35179"/>
                    <a:pt x="50977" y="35179"/>
                  </a:cubicBezTo>
                  <a:cubicBezTo>
                    <a:pt x="88327" y="35179"/>
                    <a:pt x="109584" y="7465"/>
                    <a:pt x="109584" y="3506"/>
                  </a:cubicBezTo>
                  <a:cubicBezTo>
                    <a:pt x="109584" y="1679"/>
                    <a:pt x="108673" y="156"/>
                    <a:pt x="106547" y="156"/>
                  </a:cubicBezTo>
                  <a:cubicBezTo>
                    <a:pt x="106243" y="156"/>
                    <a:pt x="105636" y="156"/>
                    <a:pt x="104118" y="1070"/>
                  </a:cubicBezTo>
                  <a:cubicBezTo>
                    <a:pt x="98044" y="3811"/>
                    <a:pt x="83165" y="9902"/>
                    <a:pt x="62820" y="9902"/>
                  </a:cubicBezTo>
                  <a:cubicBezTo>
                    <a:pt x="50673" y="9902"/>
                    <a:pt x="36705" y="7770"/>
                    <a:pt x="22433" y="1374"/>
                  </a:cubicBezTo>
                  <a:cubicBezTo>
                    <a:pt x="20003" y="461"/>
                    <a:pt x="19396" y="461"/>
                    <a:pt x="18789" y="461"/>
                  </a:cubicBezTo>
                  <a:cubicBezTo>
                    <a:pt x="15752" y="461"/>
                    <a:pt x="15752" y="2897"/>
                    <a:pt x="15752" y="7770"/>
                  </a:cubicBezTo>
                  <a:lnTo>
                    <a:pt x="15752" y="97915"/>
                  </a:lnTo>
                  <a:cubicBezTo>
                    <a:pt x="15752" y="103397"/>
                    <a:pt x="15752" y="105833"/>
                    <a:pt x="20003" y="105833"/>
                  </a:cubicBezTo>
                  <a:cubicBezTo>
                    <a:pt x="22129" y="105833"/>
                    <a:pt x="22736" y="104919"/>
                    <a:pt x="23951" y="103092"/>
                  </a:cubicBezTo>
                  <a:cubicBezTo>
                    <a:pt x="27291" y="98219"/>
                    <a:pt x="38527" y="81774"/>
                    <a:pt x="63123" y="81774"/>
                  </a:cubicBezTo>
                  <a:cubicBezTo>
                    <a:pt x="78914" y="81774"/>
                    <a:pt x="86505" y="95783"/>
                    <a:pt x="88935" y="101265"/>
                  </a:cubicBezTo>
                  <a:cubicBezTo>
                    <a:pt x="93793" y="112533"/>
                    <a:pt x="94400" y="124410"/>
                    <a:pt x="94400" y="139637"/>
                  </a:cubicBezTo>
                  <a:cubicBezTo>
                    <a:pt x="94400" y="150296"/>
                    <a:pt x="94400" y="168569"/>
                    <a:pt x="87113" y="181360"/>
                  </a:cubicBezTo>
                  <a:cubicBezTo>
                    <a:pt x="79825" y="193237"/>
                    <a:pt x="68589" y="201155"/>
                    <a:pt x="54621" y="201155"/>
                  </a:cubicBezTo>
                  <a:cubicBezTo>
                    <a:pt x="32454" y="201155"/>
                    <a:pt x="15145" y="185014"/>
                    <a:pt x="9983" y="167046"/>
                  </a:cubicBezTo>
                  <a:cubicBezTo>
                    <a:pt x="10894" y="167351"/>
                    <a:pt x="11805" y="167655"/>
                    <a:pt x="15145" y="167655"/>
                  </a:cubicBezTo>
                  <a:cubicBezTo>
                    <a:pt x="25166" y="167655"/>
                    <a:pt x="30328" y="160042"/>
                    <a:pt x="30328" y="152733"/>
                  </a:cubicBezTo>
                  <a:cubicBezTo>
                    <a:pt x="30328" y="145424"/>
                    <a:pt x="25166" y="137810"/>
                    <a:pt x="15145" y="137810"/>
                  </a:cubicBezTo>
                  <a:cubicBezTo>
                    <a:pt x="10894" y="137810"/>
                    <a:pt x="265" y="139942"/>
                    <a:pt x="265" y="153951"/>
                  </a:cubicBezTo>
                  <a:cubicBezTo>
                    <a:pt x="265" y="180142"/>
                    <a:pt x="21218" y="209682"/>
                    <a:pt x="55228" y="209682"/>
                  </a:cubicBezTo>
                  <a:cubicBezTo>
                    <a:pt x="90453" y="209682"/>
                    <a:pt x="121426" y="180446"/>
                    <a:pt x="121426" y="141769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0941DA5B-3D55-4C03-525A-4EBA7E62F8A0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>
            <a:xfrm>
              <a:off x="9873368" y="5443966"/>
              <a:ext cx="32188" cy="32281"/>
            </a:xfrm>
            <a:custGeom>
              <a:avLst/>
              <a:gdLst>
                <a:gd name="connsiteX0" fmla="*/ 32459 w 32188"/>
                <a:gd name="connsiteY0" fmla="*/ 16297 h 32281"/>
                <a:gd name="connsiteX1" fmla="*/ 16364 w 32188"/>
                <a:gd name="connsiteY1" fmla="*/ 156 h 32281"/>
                <a:gd name="connsiteX2" fmla="*/ 270 w 32188"/>
                <a:gd name="connsiteY2" fmla="*/ 16297 h 32281"/>
                <a:gd name="connsiteX3" fmla="*/ 16364 w 32188"/>
                <a:gd name="connsiteY3" fmla="*/ 32438 h 32281"/>
                <a:gd name="connsiteX4" fmla="*/ 32459 w 32188"/>
                <a:gd name="connsiteY4" fmla="*/ 16297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59" y="16297"/>
                  </a:moveTo>
                  <a:cubicBezTo>
                    <a:pt x="32459" y="7465"/>
                    <a:pt x="25171" y="156"/>
                    <a:pt x="16364" y="156"/>
                  </a:cubicBezTo>
                  <a:cubicBezTo>
                    <a:pt x="7558" y="156"/>
                    <a:pt x="270" y="7465"/>
                    <a:pt x="270" y="16297"/>
                  </a:cubicBezTo>
                  <a:cubicBezTo>
                    <a:pt x="270" y="25129"/>
                    <a:pt x="7558" y="32438"/>
                    <a:pt x="16364" y="32438"/>
                  </a:cubicBezTo>
                  <a:cubicBezTo>
                    <a:pt x="25171" y="32438"/>
                    <a:pt x="32459" y="25129"/>
                    <a:pt x="32459" y="1629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DDF45456-624A-22B0-B01F-0F699ABF7100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>
            <a:xfrm>
              <a:off x="9944357" y="5273421"/>
              <a:ext cx="126019" cy="209526"/>
            </a:xfrm>
            <a:custGeom>
              <a:avLst/>
              <a:gdLst>
                <a:gd name="connsiteX0" fmla="*/ 75581 w 126019"/>
                <a:gd name="connsiteY0" fmla="*/ 95783 h 209526"/>
                <a:gd name="connsiteX1" fmla="*/ 118094 w 126019"/>
                <a:gd name="connsiteY1" fmla="*/ 42183 h 209526"/>
                <a:gd name="connsiteX2" fmla="*/ 62220 w 126019"/>
                <a:gd name="connsiteY2" fmla="*/ 156 h 209526"/>
                <a:gd name="connsiteX3" fmla="*/ 8472 w 126019"/>
                <a:gd name="connsiteY3" fmla="*/ 41574 h 209526"/>
                <a:gd name="connsiteX4" fmla="*/ 23959 w 126019"/>
                <a:gd name="connsiteY4" fmla="*/ 57410 h 209526"/>
                <a:gd name="connsiteX5" fmla="*/ 39446 w 126019"/>
                <a:gd name="connsiteY5" fmla="*/ 41879 h 209526"/>
                <a:gd name="connsiteX6" fmla="*/ 20619 w 126019"/>
                <a:gd name="connsiteY6" fmla="*/ 26652 h 209526"/>
                <a:gd name="connsiteX7" fmla="*/ 61005 w 126019"/>
                <a:gd name="connsiteY7" fmla="*/ 7770 h 209526"/>
                <a:gd name="connsiteX8" fmla="*/ 90157 w 126019"/>
                <a:gd name="connsiteY8" fmla="*/ 41879 h 209526"/>
                <a:gd name="connsiteX9" fmla="*/ 81654 w 126019"/>
                <a:gd name="connsiteY9" fmla="*/ 76597 h 209526"/>
                <a:gd name="connsiteX10" fmla="*/ 54629 w 126019"/>
                <a:gd name="connsiteY10" fmla="*/ 92433 h 209526"/>
                <a:gd name="connsiteX11" fmla="*/ 42786 w 126019"/>
                <a:gd name="connsiteY11" fmla="*/ 93347 h 209526"/>
                <a:gd name="connsiteX12" fmla="*/ 38231 w 126019"/>
                <a:gd name="connsiteY12" fmla="*/ 97001 h 209526"/>
                <a:gd name="connsiteX13" fmla="*/ 45519 w 126019"/>
                <a:gd name="connsiteY13" fmla="*/ 100351 h 209526"/>
                <a:gd name="connsiteX14" fmla="*/ 58880 w 126019"/>
                <a:gd name="connsiteY14" fmla="*/ 100351 h 209526"/>
                <a:gd name="connsiteX15" fmla="*/ 95016 w 126019"/>
                <a:gd name="connsiteY15" fmla="*/ 150906 h 209526"/>
                <a:gd name="connsiteX16" fmla="*/ 60702 w 126019"/>
                <a:gd name="connsiteY16" fmla="*/ 201155 h 209526"/>
                <a:gd name="connsiteX17" fmla="*/ 14242 w 126019"/>
                <a:gd name="connsiteY17" fmla="*/ 178010 h 209526"/>
                <a:gd name="connsiteX18" fmla="*/ 34283 w 126019"/>
                <a:gd name="connsiteY18" fmla="*/ 161260 h 209526"/>
                <a:gd name="connsiteX19" fmla="*/ 17278 w 126019"/>
                <a:gd name="connsiteY19" fmla="*/ 144206 h 209526"/>
                <a:gd name="connsiteX20" fmla="*/ 273 w 126019"/>
                <a:gd name="connsiteY20" fmla="*/ 161869 h 209526"/>
                <a:gd name="connsiteX21" fmla="*/ 61613 w 126019"/>
                <a:gd name="connsiteY21" fmla="*/ 209682 h 209526"/>
                <a:gd name="connsiteX22" fmla="*/ 126293 w 126019"/>
                <a:gd name="connsiteY22" fmla="*/ 150906 h 209526"/>
                <a:gd name="connsiteX23" fmla="*/ 75581 w 126019"/>
                <a:gd name="connsiteY23" fmla="*/ 9578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6019" h="209526">
                  <a:moveTo>
                    <a:pt x="75581" y="95783"/>
                  </a:moveTo>
                  <a:cubicBezTo>
                    <a:pt x="100481" y="87560"/>
                    <a:pt x="118094" y="66242"/>
                    <a:pt x="118094" y="42183"/>
                  </a:cubicBezTo>
                  <a:cubicBezTo>
                    <a:pt x="118094" y="17211"/>
                    <a:pt x="91372" y="156"/>
                    <a:pt x="62220" y="156"/>
                  </a:cubicBezTo>
                  <a:cubicBezTo>
                    <a:pt x="31550" y="156"/>
                    <a:pt x="8472" y="18429"/>
                    <a:pt x="8472" y="41574"/>
                  </a:cubicBezTo>
                  <a:cubicBezTo>
                    <a:pt x="8472" y="51624"/>
                    <a:pt x="15153" y="57410"/>
                    <a:pt x="23959" y="57410"/>
                  </a:cubicBezTo>
                  <a:cubicBezTo>
                    <a:pt x="33372" y="57410"/>
                    <a:pt x="39446" y="50711"/>
                    <a:pt x="39446" y="41879"/>
                  </a:cubicBezTo>
                  <a:cubicBezTo>
                    <a:pt x="39446" y="26652"/>
                    <a:pt x="25173" y="26652"/>
                    <a:pt x="20619" y="26652"/>
                  </a:cubicBezTo>
                  <a:cubicBezTo>
                    <a:pt x="30032" y="11729"/>
                    <a:pt x="50074" y="7770"/>
                    <a:pt x="61005" y="7770"/>
                  </a:cubicBezTo>
                  <a:cubicBezTo>
                    <a:pt x="73456" y="7770"/>
                    <a:pt x="90157" y="14470"/>
                    <a:pt x="90157" y="41879"/>
                  </a:cubicBezTo>
                  <a:cubicBezTo>
                    <a:pt x="90157" y="45533"/>
                    <a:pt x="89550" y="63197"/>
                    <a:pt x="81654" y="76597"/>
                  </a:cubicBezTo>
                  <a:cubicBezTo>
                    <a:pt x="72545" y="91215"/>
                    <a:pt x="62220" y="92129"/>
                    <a:pt x="54629" y="92433"/>
                  </a:cubicBezTo>
                  <a:cubicBezTo>
                    <a:pt x="52199" y="92738"/>
                    <a:pt x="44911" y="93347"/>
                    <a:pt x="42786" y="93347"/>
                  </a:cubicBezTo>
                  <a:cubicBezTo>
                    <a:pt x="40356" y="93651"/>
                    <a:pt x="38231" y="93956"/>
                    <a:pt x="38231" y="97001"/>
                  </a:cubicBezTo>
                  <a:cubicBezTo>
                    <a:pt x="38231" y="100351"/>
                    <a:pt x="40356" y="100351"/>
                    <a:pt x="45519" y="100351"/>
                  </a:cubicBezTo>
                  <a:lnTo>
                    <a:pt x="58880" y="100351"/>
                  </a:lnTo>
                  <a:cubicBezTo>
                    <a:pt x="83780" y="100351"/>
                    <a:pt x="95016" y="121060"/>
                    <a:pt x="95016" y="150906"/>
                  </a:cubicBezTo>
                  <a:cubicBezTo>
                    <a:pt x="95016" y="192323"/>
                    <a:pt x="74063" y="201155"/>
                    <a:pt x="60702" y="201155"/>
                  </a:cubicBezTo>
                  <a:cubicBezTo>
                    <a:pt x="47644" y="201155"/>
                    <a:pt x="24870" y="195978"/>
                    <a:pt x="14242" y="178010"/>
                  </a:cubicBezTo>
                  <a:cubicBezTo>
                    <a:pt x="24870" y="179533"/>
                    <a:pt x="34283" y="172833"/>
                    <a:pt x="34283" y="161260"/>
                  </a:cubicBezTo>
                  <a:cubicBezTo>
                    <a:pt x="34283" y="150296"/>
                    <a:pt x="26084" y="144206"/>
                    <a:pt x="17278" y="144206"/>
                  </a:cubicBezTo>
                  <a:cubicBezTo>
                    <a:pt x="9990" y="144206"/>
                    <a:pt x="273" y="148469"/>
                    <a:pt x="273" y="161869"/>
                  </a:cubicBezTo>
                  <a:cubicBezTo>
                    <a:pt x="273" y="189583"/>
                    <a:pt x="28514" y="209682"/>
                    <a:pt x="61613" y="209682"/>
                  </a:cubicBezTo>
                  <a:cubicBezTo>
                    <a:pt x="98659" y="209682"/>
                    <a:pt x="126293" y="181969"/>
                    <a:pt x="126293" y="150906"/>
                  </a:cubicBezTo>
                  <a:cubicBezTo>
                    <a:pt x="126293" y="125933"/>
                    <a:pt x="107162" y="102178"/>
                    <a:pt x="75581" y="9578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4E39584D-6ED7-92C6-96D2-FE0E298BA3CA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>
            <a:xfrm>
              <a:off x="10096189" y="5273421"/>
              <a:ext cx="126019" cy="209526"/>
            </a:xfrm>
            <a:custGeom>
              <a:avLst/>
              <a:gdLst>
                <a:gd name="connsiteX0" fmla="*/ 37021 w 126019"/>
                <a:gd name="connsiteY0" fmla="*/ 63806 h 209526"/>
                <a:gd name="connsiteX1" fmla="*/ 21838 w 126019"/>
                <a:gd name="connsiteY1" fmla="*/ 39138 h 209526"/>
                <a:gd name="connsiteX2" fmla="*/ 63136 w 126019"/>
                <a:gd name="connsiteY2" fmla="*/ 7770 h 209526"/>
                <a:gd name="connsiteX3" fmla="*/ 104738 w 126019"/>
                <a:gd name="connsiteY3" fmla="*/ 45533 h 209526"/>
                <a:gd name="connsiteX4" fmla="*/ 74675 w 126019"/>
                <a:gd name="connsiteY4" fmla="*/ 88169 h 209526"/>
                <a:gd name="connsiteX5" fmla="*/ 37021 w 126019"/>
                <a:gd name="connsiteY5" fmla="*/ 63806 h 209526"/>
                <a:gd name="connsiteX6" fmla="*/ 81356 w 126019"/>
                <a:gd name="connsiteY6" fmla="*/ 92738 h 209526"/>
                <a:gd name="connsiteX7" fmla="*/ 118099 w 126019"/>
                <a:gd name="connsiteY7" fmla="*/ 45533 h 209526"/>
                <a:gd name="connsiteX8" fmla="*/ 63440 w 126019"/>
                <a:gd name="connsiteY8" fmla="*/ 156 h 209526"/>
                <a:gd name="connsiteX9" fmla="*/ 8477 w 126019"/>
                <a:gd name="connsiteY9" fmla="*/ 51015 h 209526"/>
                <a:gd name="connsiteX10" fmla="*/ 21838 w 126019"/>
                <a:gd name="connsiteY10" fmla="*/ 84515 h 209526"/>
                <a:gd name="connsiteX11" fmla="*/ 44005 w 126019"/>
                <a:gd name="connsiteY11" fmla="*/ 100960 h 209526"/>
                <a:gd name="connsiteX12" fmla="*/ 278 w 126019"/>
                <a:gd name="connsiteY12" fmla="*/ 156996 h 209526"/>
                <a:gd name="connsiteX13" fmla="*/ 63136 w 126019"/>
                <a:gd name="connsiteY13" fmla="*/ 209682 h 209526"/>
                <a:gd name="connsiteX14" fmla="*/ 126298 w 126019"/>
                <a:gd name="connsiteY14" fmla="*/ 151819 h 209526"/>
                <a:gd name="connsiteX15" fmla="*/ 111418 w 126019"/>
                <a:gd name="connsiteY15" fmla="*/ 114360 h 209526"/>
                <a:gd name="connsiteX16" fmla="*/ 81356 w 126019"/>
                <a:gd name="connsiteY16" fmla="*/ 92738 h 209526"/>
                <a:gd name="connsiteX17" fmla="*/ 50990 w 126019"/>
                <a:gd name="connsiteY17" fmla="*/ 105528 h 209526"/>
                <a:gd name="connsiteX18" fmla="*/ 88340 w 126019"/>
                <a:gd name="connsiteY18" fmla="*/ 129283 h 209526"/>
                <a:gd name="connsiteX19" fmla="*/ 111115 w 126019"/>
                <a:gd name="connsiteY19" fmla="*/ 162783 h 209526"/>
                <a:gd name="connsiteX20" fmla="*/ 63440 w 126019"/>
                <a:gd name="connsiteY20" fmla="*/ 201155 h 209526"/>
                <a:gd name="connsiteX21" fmla="*/ 15461 w 126019"/>
                <a:gd name="connsiteY21" fmla="*/ 156996 h 209526"/>
                <a:gd name="connsiteX22" fmla="*/ 50990 w 126019"/>
                <a:gd name="connsiteY22" fmla="*/ 105528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019" h="209526">
                  <a:moveTo>
                    <a:pt x="37021" y="63806"/>
                  </a:moveTo>
                  <a:cubicBezTo>
                    <a:pt x="23053" y="54670"/>
                    <a:pt x="21838" y="44315"/>
                    <a:pt x="21838" y="39138"/>
                  </a:cubicBezTo>
                  <a:cubicBezTo>
                    <a:pt x="21838" y="20561"/>
                    <a:pt x="41576" y="7770"/>
                    <a:pt x="63136" y="7770"/>
                  </a:cubicBezTo>
                  <a:cubicBezTo>
                    <a:pt x="85303" y="7770"/>
                    <a:pt x="104738" y="23606"/>
                    <a:pt x="104738" y="45533"/>
                  </a:cubicBezTo>
                  <a:cubicBezTo>
                    <a:pt x="104738" y="62892"/>
                    <a:pt x="92895" y="77510"/>
                    <a:pt x="74675" y="88169"/>
                  </a:cubicBezTo>
                  <a:lnTo>
                    <a:pt x="37021" y="63806"/>
                  </a:lnTo>
                  <a:close/>
                  <a:moveTo>
                    <a:pt x="81356" y="92738"/>
                  </a:moveTo>
                  <a:cubicBezTo>
                    <a:pt x="103219" y="81469"/>
                    <a:pt x="118099" y="65633"/>
                    <a:pt x="118099" y="45533"/>
                  </a:cubicBezTo>
                  <a:cubicBezTo>
                    <a:pt x="118099" y="17515"/>
                    <a:pt x="91073" y="156"/>
                    <a:pt x="63440" y="156"/>
                  </a:cubicBezTo>
                  <a:cubicBezTo>
                    <a:pt x="33074" y="156"/>
                    <a:pt x="8477" y="22692"/>
                    <a:pt x="8477" y="51015"/>
                  </a:cubicBezTo>
                  <a:cubicBezTo>
                    <a:pt x="8477" y="56497"/>
                    <a:pt x="9084" y="70201"/>
                    <a:pt x="21838" y="84515"/>
                  </a:cubicBezTo>
                  <a:cubicBezTo>
                    <a:pt x="25178" y="88169"/>
                    <a:pt x="36414" y="95783"/>
                    <a:pt x="44005" y="100960"/>
                  </a:cubicBezTo>
                  <a:cubicBezTo>
                    <a:pt x="26393" y="109792"/>
                    <a:pt x="278" y="126847"/>
                    <a:pt x="278" y="156996"/>
                  </a:cubicBezTo>
                  <a:cubicBezTo>
                    <a:pt x="278" y="189278"/>
                    <a:pt x="31252" y="209682"/>
                    <a:pt x="63136" y="209682"/>
                  </a:cubicBezTo>
                  <a:cubicBezTo>
                    <a:pt x="97450" y="209682"/>
                    <a:pt x="126298" y="184405"/>
                    <a:pt x="126298" y="151819"/>
                  </a:cubicBezTo>
                  <a:cubicBezTo>
                    <a:pt x="126298" y="140856"/>
                    <a:pt x="122957" y="127151"/>
                    <a:pt x="111418" y="114360"/>
                  </a:cubicBezTo>
                  <a:cubicBezTo>
                    <a:pt x="105649" y="107965"/>
                    <a:pt x="100790" y="104919"/>
                    <a:pt x="81356" y="92738"/>
                  </a:cubicBezTo>
                  <a:close/>
                  <a:moveTo>
                    <a:pt x="50990" y="105528"/>
                  </a:moveTo>
                  <a:lnTo>
                    <a:pt x="88340" y="129283"/>
                  </a:lnTo>
                  <a:cubicBezTo>
                    <a:pt x="96842" y="135069"/>
                    <a:pt x="111115" y="144206"/>
                    <a:pt x="111115" y="162783"/>
                  </a:cubicBezTo>
                  <a:cubicBezTo>
                    <a:pt x="111115" y="185319"/>
                    <a:pt x="88340" y="201155"/>
                    <a:pt x="63440" y="201155"/>
                  </a:cubicBezTo>
                  <a:cubicBezTo>
                    <a:pt x="37325" y="201155"/>
                    <a:pt x="15461" y="182274"/>
                    <a:pt x="15461" y="156996"/>
                  </a:cubicBezTo>
                  <a:cubicBezTo>
                    <a:pt x="15461" y="139333"/>
                    <a:pt x="25178" y="119842"/>
                    <a:pt x="50990" y="10552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61213E7A-9109-F612-0533-B3D8680B7765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>
            <a:xfrm>
              <a:off x="10579540" y="5220431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33B7013B-0BF6-623F-DDDC-FA44BE26EF83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>
            <a:xfrm>
              <a:off x="10877050" y="5270376"/>
              <a:ext cx="130270" cy="212571"/>
            </a:xfrm>
            <a:custGeom>
              <a:avLst/>
              <a:gdLst>
                <a:gd name="connsiteX0" fmla="*/ 127841 w 130270"/>
                <a:gd name="connsiteY0" fmla="*/ 20561 h 212571"/>
                <a:gd name="connsiteX1" fmla="*/ 130574 w 130270"/>
                <a:gd name="connsiteY1" fmla="*/ 9902 h 212571"/>
                <a:gd name="connsiteX2" fmla="*/ 56785 w 130270"/>
                <a:gd name="connsiteY2" fmla="*/ 9902 h 212571"/>
                <a:gd name="connsiteX3" fmla="*/ 17916 w 130270"/>
                <a:gd name="connsiteY3" fmla="*/ 156 h 212571"/>
                <a:gd name="connsiteX4" fmla="*/ 10324 w 130270"/>
                <a:gd name="connsiteY4" fmla="*/ 156 h 212571"/>
                <a:gd name="connsiteX5" fmla="*/ 304 w 130270"/>
                <a:gd name="connsiteY5" fmla="*/ 62892 h 212571"/>
                <a:gd name="connsiteX6" fmla="*/ 7895 w 130270"/>
                <a:gd name="connsiteY6" fmla="*/ 62892 h 212571"/>
                <a:gd name="connsiteX7" fmla="*/ 15487 w 130270"/>
                <a:gd name="connsiteY7" fmla="*/ 35179 h 212571"/>
                <a:gd name="connsiteX8" fmla="*/ 45246 w 130270"/>
                <a:gd name="connsiteY8" fmla="*/ 33352 h 212571"/>
                <a:gd name="connsiteX9" fmla="*/ 108103 w 130270"/>
                <a:gd name="connsiteY9" fmla="*/ 33352 h 212571"/>
                <a:gd name="connsiteX10" fmla="*/ 74093 w 130270"/>
                <a:gd name="connsiteY10" fmla="*/ 81469 h 212571"/>
                <a:gd name="connsiteX11" fmla="*/ 36743 w 130270"/>
                <a:gd name="connsiteY11" fmla="*/ 195978 h 212571"/>
                <a:gd name="connsiteX12" fmla="*/ 50711 w 130270"/>
                <a:gd name="connsiteY12" fmla="*/ 212728 h 212571"/>
                <a:gd name="connsiteX13" fmla="*/ 64680 w 130270"/>
                <a:gd name="connsiteY13" fmla="*/ 195978 h 212571"/>
                <a:gd name="connsiteX14" fmla="*/ 64680 w 130270"/>
                <a:gd name="connsiteY14" fmla="*/ 180446 h 212571"/>
                <a:gd name="connsiteX15" fmla="*/ 68020 w 130270"/>
                <a:gd name="connsiteY15" fmla="*/ 130501 h 212571"/>
                <a:gd name="connsiteX16" fmla="*/ 86847 w 130270"/>
                <a:gd name="connsiteY16" fmla="*/ 78424 h 212571"/>
                <a:gd name="connsiteX17" fmla="*/ 127841 w 130270"/>
                <a:gd name="connsiteY17" fmla="*/ 20561 h 21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70" h="212571">
                  <a:moveTo>
                    <a:pt x="127841" y="20561"/>
                  </a:moveTo>
                  <a:cubicBezTo>
                    <a:pt x="130574" y="16906"/>
                    <a:pt x="130574" y="16297"/>
                    <a:pt x="130574" y="9902"/>
                  </a:cubicBezTo>
                  <a:lnTo>
                    <a:pt x="56785" y="9902"/>
                  </a:lnTo>
                  <a:cubicBezTo>
                    <a:pt x="19738" y="9902"/>
                    <a:pt x="19131" y="5943"/>
                    <a:pt x="17916" y="156"/>
                  </a:cubicBezTo>
                  <a:lnTo>
                    <a:pt x="10324" y="156"/>
                  </a:lnTo>
                  <a:lnTo>
                    <a:pt x="304" y="62892"/>
                  </a:lnTo>
                  <a:lnTo>
                    <a:pt x="7895" y="62892"/>
                  </a:lnTo>
                  <a:cubicBezTo>
                    <a:pt x="8806" y="58020"/>
                    <a:pt x="11539" y="38833"/>
                    <a:pt x="15487" y="35179"/>
                  </a:cubicBezTo>
                  <a:cubicBezTo>
                    <a:pt x="17612" y="33352"/>
                    <a:pt x="41298" y="33352"/>
                    <a:pt x="45246" y="33352"/>
                  </a:cubicBezTo>
                  <a:lnTo>
                    <a:pt x="108103" y="33352"/>
                  </a:lnTo>
                  <a:cubicBezTo>
                    <a:pt x="104763" y="38224"/>
                    <a:pt x="80774" y="71420"/>
                    <a:pt x="74093" y="81469"/>
                  </a:cubicBezTo>
                  <a:cubicBezTo>
                    <a:pt x="46764" y="122583"/>
                    <a:pt x="36743" y="164915"/>
                    <a:pt x="36743" y="195978"/>
                  </a:cubicBezTo>
                  <a:cubicBezTo>
                    <a:pt x="36743" y="199023"/>
                    <a:pt x="36743" y="212728"/>
                    <a:pt x="50711" y="212728"/>
                  </a:cubicBezTo>
                  <a:cubicBezTo>
                    <a:pt x="64680" y="212728"/>
                    <a:pt x="64680" y="199023"/>
                    <a:pt x="64680" y="195978"/>
                  </a:cubicBezTo>
                  <a:lnTo>
                    <a:pt x="64680" y="180446"/>
                  </a:lnTo>
                  <a:cubicBezTo>
                    <a:pt x="64680" y="163696"/>
                    <a:pt x="65591" y="146946"/>
                    <a:pt x="68020" y="130501"/>
                  </a:cubicBezTo>
                  <a:cubicBezTo>
                    <a:pt x="69235" y="123497"/>
                    <a:pt x="73486" y="97306"/>
                    <a:pt x="86847" y="78424"/>
                  </a:cubicBezTo>
                  <a:lnTo>
                    <a:pt x="127841" y="20561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27150C53-CEC3-ABAC-37AC-A1FC1802ACDD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>
            <a:xfrm>
              <a:off x="11037991" y="5443966"/>
              <a:ext cx="32188" cy="32281"/>
            </a:xfrm>
            <a:custGeom>
              <a:avLst/>
              <a:gdLst>
                <a:gd name="connsiteX0" fmla="*/ 32497 w 32188"/>
                <a:gd name="connsiteY0" fmla="*/ 16297 h 32281"/>
                <a:gd name="connsiteX1" fmla="*/ 16403 w 32188"/>
                <a:gd name="connsiteY1" fmla="*/ 156 h 32281"/>
                <a:gd name="connsiteX2" fmla="*/ 309 w 32188"/>
                <a:gd name="connsiteY2" fmla="*/ 16297 h 32281"/>
                <a:gd name="connsiteX3" fmla="*/ 16403 w 32188"/>
                <a:gd name="connsiteY3" fmla="*/ 32438 h 32281"/>
                <a:gd name="connsiteX4" fmla="*/ 32497 w 32188"/>
                <a:gd name="connsiteY4" fmla="*/ 16297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497" y="16297"/>
                  </a:moveTo>
                  <a:cubicBezTo>
                    <a:pt x="32497" y="7465"/>
                    <a:pt x="25209" y="156"/>
                    <a:pt x="16403" y="156"/>
                  </a:cubicBezTo>
                  <a:cubicBezTo>
                    <a:pt x="7597" y="156"/>
                    <a:pt x="309" y="7465"/>
                    <a:pt x="309" y="16297"/>
                  </a:cubicBezTo>
                  <a:cubicBezTo>
                    <a:pt x="309" y="25129"/>
                    <a:pt x="7597" y="32438"/>
                    <a:pt x="16403" y="32438"/>
                  </a:cubicBezTo>
                  <a:cubicBezTo>
                    <a:pt x="25209" y="32438"/>
                    <a:pt x="32497" y="25129"/>
                    <a:pt x="32497" y="1629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E68AF990-CCD3-673A-6290-94F8096FFC5D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>
            <a:xfrm>
              <a:off x="11111410" y="5273421"/>
              <a:ext cx="121160" cy="209526"/>
            </a:xfrm>
            <a:custGeom>
              <a:avLst/>
              <a:gdLst>
                <a:gd name="connsiteX0" fmla="*/ 121472 w 121160"/>
                <a:gd name="connsiteY0" fmla="*/ 141769 h 209526"/>
                <a:gd name="connsiteX1" fmla="*/ 63777 w 121160"/>
                <a:gd name="connsiteY1" fmla="*/ 75074 h 209526"/>
                <a:gd name="connsiteX2" fmla="*/ 25212 w 121160"/>
                <a:gd name="connsiteY2" fmla="*/ 90606 h 209526"/>
                <a:gd name="connsiteX3" fmla="*/ 25212 w 121160"/>
                <a:gd name="connsiteY3" fmla="*/ 31220 h 209526"/>
                <a:gd name="connsiteX4" fmla="*/ 51023 w 121160"/>
                <a:gd name="connsiteY4" fmla="*/ 35179 h 209526"/>
                <a:gd name="connsiteX5" fmla="*/ 109629 w 121160"/>
                <a:gd name="connsiteY5" fmla="*/ 3506 h 209526"/>
                <a:gd name="connsiteX6" fmla="*/ 106593 w 121160"/>
                <a:gd name="connsiteY6" fmla="*/ 156 h 209526"/>
                <a:gd name="connsiteX7" fmla="*/ 104164 w 121160"/>
                <a:gd name="connsiteY7" fmla="*/ 1070 h 209526"/>
                <a:gd name="connsiteX8" fmla="*/ 62866 w 121160"/>
                <a:gd name="connsiteY8" fmla="*/ 9902 h 209526"/>
                <a:gd name="connsiteX9" fmla="*/ 22479 w 121160"/>
                <a:gd name="connsiteY9" fmla="*/ 1374 h 209526"/>
                <a:gd name="connsiteX10" fmla="*/ 18835 w 121160"/>
                <a:gd name="connsiteY10" fmla="*/ 461 h 209526"/>
                <a:gd name="connsiteX11" fmla="*/ 15798 w 121160"/>
                <a:gd name="connsiteY11" fmla="*/ 7770 h 209526"/>
                <a:gd name="connsiteX12" fmla="*/ 15798 w 121160"/>
                <a:gd name="connsiteY12" fmla="*/ 97915 h 209526"/>
                <a:gd name="connsiteX13" fmla="*/ 20049 w 121160"/>
                <a:gd name="connsiteY13" fmla="*/ 105833 h 209526"/>
                <a:gd name="connsiteX14" fmla="*/ 23997 w 121160"/>
                <a:gd name="connsiteY14" fmla="*/ 103092 h 209526"/>
                <a:gd name="connsiteX15" fmla="*/ 63169 w 121160"/>
                <a:gd name="connsiteY15" fmla="*/ 81774 h 209526"/>
                <a:gd name="connsiteX16" fmla="*/ 88981 w 121160"/>
                <a:gd name="connsiteY16" fmla="*/ 101265 h 209526"/>
                <a:gd name="connsiteX17" fmla="*/ 94446 w 121160"/>
                <a:gd name="connsiteY17" fmla="*/ 139637 h 209526"/>
                <a:gd name="connsiteX18" fmla="*/ 87159 w 121160"/>
                <a:gd name="connsiteY18" fmla="*/ 181360 h 209526"/>
                <a:gd name="connsiteX19" fmla="*/ 54667 w 121160"/>
                <a:gd name="connsiteY19" fmla="*/ 201155 h 209526"/>
                <a:gd name="connsiteX20" fmla="*/ 10029 w 121160"/>
                <a:gd name="connsiteY20" fmla="*/ 167046 h 209526"/>
                <a:gd name="connsiteX21" fmla="*/ 15191 w 121160"/>
                <a:gd name="connsiteY21" fmla="*/ 167655 h 209526"/>
                <a:gd name="connsiteX22" fmla="*/ 30374 w 121160"/>
                <a:gd name="connsiteY22" fmla="*/ 152733 h 209526"/>
                <a:gd name="connsiteX23" fmla="*/ 15191 w 121160"/>
                <a:gd name="connsiteY23" fmla="*/ 137810 h 209526"/>
                <a:gd name="connsiteX24" fmla="*/ 311 w 121160"/>
                <a:gd name="connsiteY24" fmla="*/ 153951 h 209526"/>
                <a:gd name="connsiteX25" fmla="*/ 55274 w 121160"/>
                <a:gd name="connsiteY25" fmla="*/ 209682 h 209526"/>
                <a:gd name="connsiteX26" fmla="*/ 121472 w 121160"/>
                <a:gd name="connsiteY26" fmla="*/ 141769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472" y="141769"/>
                  </a:moveTo>
                  <a:cubicBezTo>
                    <a:pt x="121472" y="105528"/>
                    <a:pt x="96572" y="75074"/>
                    <a:pt x="63777" y="75074"/>
                  </a:cubicBezTo>
                  <a:cubicBezTo>
                    <a:pt x="49201" y="75074"/>
                    <a:pt x="36143" y="79947"/>
                    <a:pt x="25212" y="90606"/>
                  </a:cubicBezTo>
                  <a:lnTo>
                    <a:pt x="25212" y="31220"/>
                  </a:lnTo>
                  <a:cubicBezTo>
                    <a:pt x="31285" y="33047"/>
                    <a:pt x="41306" y="35179"/>
                    <a:pt x="51023" y="35179"/>
                  </a:cubicBezTo>
                  <a:cubicBezTo>
                    <a:pt x="88373" y="35179"/>
                    <a:pt x="109629" y="7465"/>
                    <a:pt x="109629" y="3506"/>
                  </a:cubicBezTo>
                  <a:cubicBezTo>
                    <a:pt x="109629" y="1679"/>
                    <a:pt x="108719" y="156"/>
                    <a:pt x="106593" y="156"/>
                  </a:cubicBezTo>
                  <a:cubicBezTo>
                    <a:pt x="106289" y="156"/>
                    <a:pt x="105682" y="156"/>
                    <a:pt x="104164" y="1070"/>
                  </a:cubicBezTo>
                  <a:cubicBezTo>
                    <a:pt x="98090" y="3811"/>
                    <a:pt x="83211" y="9902"/>
                    <a:pt x="62866" y="9902"/>
                  </a:cubicBezTo>
                  <a:cubicBezTo>
                    <a:pt x="50719" y="9902"/>
                    <a:pt x="36751" y="7770"/>
                    <a:pt x="22479" y="1374"/>
                  </a:cubicBezTo>
                  <a:cubicBezTo>
                    <a:pt x="20049" y="461"/>
                    <a:pt x="19442" y="461"/>
                    <a:pt x="18835" y="461"/>
                  </a:cubicBezTo>
                  <a:cubicBezTo>
                    <a:pt x="15798" y="461"/>
                    <a:pt x="15798" y="2897"/>
                    <a:pt x="15798" y="7770"/>
                  </a:cubicBezTo>
                  <a:lnTo>
                    <a:pt x="15798" y="97915"/>
                  </a:lnTo>
                  <a:cubicBezTo>
                    <a:pt x="15798" y="103397"/>
                    <a:pt x="15798" y="105833"/>
                    <a:pt x="20049" y="105833"/>
                  </a:cubicBezTo>
                  <a:cubicBezTo>
                    <a:pt x="22175" y="105833"/>
                    <a:pt x="22782" y="104919"/>
                    <a:pt x="23997" y="103092"/>
                  </a:cubicBezTo>
                  <a:cubicBezTo>
                    <a:pt x="27337" y="98219"/>
                    <a:pt x="38573" y="81774"/>
                    <a:pt x="63169" y="81774"/>
                  </a:cubicBezTo>
                  <a:cubicBezTo>
                    <a:pt x="78960" y="81774"/>
                    <a:pt x="86551" y="95783"/>
                    <a:pt x="88981" y="101265"/>
                  </a:cubicBezTo>
                  <a:cubicBezTo>
                    <a:pt x="93839" y="112533"/>
                    <a:pt x="94446" y="124410"/>
                    <a:pt x="94446" y="139637"/>
                  </a:cubicBezTo>
                  <a:cubicBezTo>
                    <a:pt x="94446" y="150296"/>
                    <a:pt x="94446" y="168569"/>
                    <a:pt x="87159" y="181360"/>
                  </a:cubicBezTo>
                  <a:cubicBezTo>
                    <a:pt x="79871" y="193237"/>
                    <a:pt x="68635" y="201155"/>
                    <a:pt x="54667" y="201155"/>
                  </a:cubicBezTo>
                  <a:cubicBezTo>
                    <a:pt x="32500" y="201155"/>
                    <a:pt x="15191" y="185014"/>
                    <a:pt x="10029" y="167046"/>
                  </a:cubicBezTo>
                  <a:cubicBezTo>
                    <a:pt x="10940" y="167351"/>
                    <a:pt x="11851" y="167655"/>
                    <a:pt x="15191" y="167655"/>
                  </a:cubicBezTo>
                  <a:cubicBezTo>
                    <a:pt x="25212" y="167655"/>
                    <a:pt x="30374" y="160042"/>
                    <a:pt x="30374" y="152733"/>
                  </a:cubicBezTo>
                  <a:cubicBezTo>
                    <a:pt x="30374" y="145424"/>
                    <a:pt x="25212" y="137810"/>
                    <a:pt x="15191" y="137810"/>
                  </a:cubicBezTo>
                  <a:cubicBezTo>
                    <a:pt x="10940" y="137810"/>
                    <a:pt x="311" y="139942"/>
                    <a:pt x="311" y="153951"/>
                  </a:cubicBezTo>
                  <a:cubicBezTo>
                    <a:pt x="311" y="180142"/>
                    <a:pt x="21264" y="209682"/>
                    <a:pt x="55274" y="209682"/>
                  </a:cubicBezTo>
                  <a:cubicBezTo>
                    <a:pt x="90499" y="209682"/>
                    <a:pt x="121472" y="180446"/>
                    <a:pt x="121472" y="141769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B20EC3AF-0534-E837-9D7C-3F2FB59229F5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>
            <a:xfrm>
              <a:off x="11260812" y="5273421"/>
              <a:ext cx="126019" cy="209526"/>
            </a:xfrm>
            <a:custGeom>
              <a:avLst/>
              <a:gdLst>
                <a:gd name="connsiteX0" fmla="*/ 37059 w 126019"/>
                <a:gd name="connsiteY0" fmla="*/ 63806 h 209526"/>
                <a:gd name="connsiteX1" fmla="*/ 21876 w 126019"/>
                <a:gd name="connsiteY1" fmla="*/ 39138 h 209526"/>
                <a:gd name="connsiteX2" fmla="*/ 63174 w 126019"/>
                <a:gd name="connsiteY2" fmla="*/ 7770 h 209526"/>
                <a:gd name="connsiteX3" fmla="*/ 104776 w 126019"/>
                <a:gd name="connsiteY3" fmla="*/ 45533 h 209526"/>
                <a:gd name="connsiteX4" fmla="*/ 74713 w 126019"/>
                <a:gd name="connsiteY4" fmla="*/ 88169 h 209526"/>
                <a:gd name="connsiteX5" fmla="*/ 37059 w 126019"/>
                <a:gd name="connsiteY5" fmla="*/ 63806 h 209526"/>
                <a:gd name="connsiteX6" fmla="*/ 81394 w 126019"/>
                <a:gd name="connsiteY6" fmla="*/ 92738 h 209526"/>
                <a:gd name="connsiteX7" fmla="*/ 118137 w 126019"/>
                <a:gd name="connsiteY7" fmla="*/ 45533 h 209526"/>
                <a:gd name="connsiteX8" fmla="*/ 63478 w 126019"/>
                <a:gd name="connsiteY8" fmla="*/ 156 h 209526"/>
                <a:gd name="connsiteX9" fmla="*/ 8515 w 126019"/>
                <a:gd name="connsiteY9" fmla="*/ 51015 h 209526"/>
                <a:gd name="connsiteX10" fmla="*/ 21876 w 126019"/>
                <a:gd name="connsiteY10" fmla="*/ 84515 h 209526"/>
                <a:gd name="connsiteX11" fmla="*/ 44044 w 126019"/>
                <a:gd name="connsiteY11" fmla="*/ 100960 h 209526"/>
                <a:gd name="connsiteX12" fmla="*/ 316 w 126019"/>
                <a:gd name="connsiteY12" fmla="*/ 156996 h 209526"/>
                <a:gd name="connsiteX13" fmla="*/ 63174 w 126019"/>
                <a:gd name="connsiteY13" fmla="*/ 209682 h 209526"/>
                <a:gd name="connsiteX14" fmla="*/ 126336 w 126019"/>
                <a:gd name="connsiteY14" fmla="*/ 151819 h 209526"/>
                <a:gd name="connsiteX15" fmla="*/ 111456 w 126019"/>
                <a:gd name="connsiteY15" fmla="*/ 114360 h 209526"/>
                <a:gd name="connsiteX16" fmla="*/ 81394 w 126019"/>
                <a:gd name="connsiteY16" fmla="*/ 92738 h 209526"/>
                <a:gd name="connsiteX17" fmla="*/ 51028 w 126019"/>
                <a:gd name="connsiteY17" fmla="*/ 105528 h 209526"/>
                <a:gd name="connsiteX18" fmla="*/ 88378 w 126019"/>
                <a:gd name="connsiteY18" fmla="*/ 129283 h 209526"/>
                <a:gd name="connsiteX19" fmla="*/ 111153 w 126019"/>
                <a:gd name="connsiteY19" fmla="*/ 162783 h 209526"/>
                <a:gd name="connsiteX20" fmla="*/ 63478 w 126019"/>
                <a:gd name="connsiteY20" fmla="*/ 201155 h 209526"/>
                <a:gd name="connsiteX21" fmla="*/ 15499 w 126019"/>
                <a:gd name="connsiteY21" fmla="*/ 156996 h 209526"/>
                <a:gd name="connsiteX22" fmla="*/ 51028 w 126019"/>
                <a:gd name="connsiteY22" fmla="*/ 105528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019" h="209526">
                  <a:moveTo>
                    <a:pt x="37059" y="63806"/>
                  </a:moveTo>
                  <a:cubicBezTo>
                    <a:pt x="23091" y="54670"/>
                    <a:pt x="21876" y="44315"/>
                    <a:pt x="21876" y="39138"/>
                  </a:cubicBezTo>
                  <a:cubicBezTo>
                    <a:pt x="21876" y="20561"/>
                    <a:pt x="41614" y="7770"/>
                    <a:pt x="63174" y="7770"/>
                  </a:cubicBezTo>
                  <a:cubicBezTo>
                    <a:pt x="85342" y="7770"/>
                    <a:pt x="104776" y="23606"/>
                    <a:pt x="104776" y="45533"/>
                  </a:cubicBezTo>
                  <a:cubicBezTo>
                    <a:pt x="104776" y="62892"/>
                    <a:pt x="92933" y="77510"/>
                    <a:pt x="74713" y="88169"/>
                  </a:cubicBezTo>
                  <a:lnTo>
                    <a:pt x="37059" y="63806"/>
                  </a:lnTo>
                  <a:close/>
                  <a:moveTo>
                    <a:pt x="81394" y="92738"/>
                  </a:moveTo>
                  <a:cubicBezTo>
                    <a:pt x="103258" y="81469"/>
                    <a:pt x="118137" y="65633"/>
                    <a:pt x="118137" y="45533"/>
                  </a:cubicBezTo>
                  <a:cubicBezTo>
                    <a:pt x="118137" y="17515"/>
                    <a:pt x="91111" y="156"/>
                    <a:pt x="63478" y="156"/>
                  </a:cubicBezTo>
                  <a:cubicBezTo>
                    <a:pt x="33112" y="156"/>
                    <a:pt x="8515" y="22692"/>
                    <a:pt x="8515" y="51015"/>
                  </a:cubicBezTo>
                  <a:cubicBezTo>
                    <a:pt x="8515" y="56497"/>
                    <a:pt x="9123" y="70201"/>
                    <a:pt x="21876" y="84515"/>
                  </a:cubicBezTo>
                  <a:cubicBezTo>
                    <a:pt x="25217" y="88169"/>
                    <a:pt x="36452" y="95783"/>
                    <a:pt x="44044" y="100960"/>
                  </a:cubicBezTo>
                  <a:cubicBezTo>
                    <a:pt x="26431" y="109792"/>
                    <a:pt x="316" y="126847"/>
                    <a:pt x="316" y="156996"/>
                  </a:cubicBezTo>
                  <a:cubicBezTo>
                    <a:pt x="316" y="189278"/>
                    <a:pt x="31290" y="209682"/>
                    <a:pt x="63174" y="209682"/>
                  </a:cubicBezTo>
                  <a:cubicBezTo>
                    <a:pt x="97488" y="209682"/>
                    <a:pt x="126336" y="184405"/>
                    <a:pt x="126336" y="151819"/>
                  </a:cubicBezTo>
                  <a:cubicBezTo>
                    <a:pt x="126336" y="140856"/>
                    <a:pt x="122996" y="127151"/>
                    <a:pt x="111456" y="114360"/>
                  </a:cubicBezTo>
                  <a:cubicBezTo>
                    <a:pt x="105687" y="107965"/>
                    <a:pt x="100828" y="104919"/>
                    <a:pt x="81394" y="92738"/>
                  </a:cubicBezTo>
                  <a:close/>
                  <a:moveTo>
                    <a:pt x="51028" y="105528"/>
                  </a:moveTo>
                  <a:lnTo>
                    <a:pt x="88378" y="129283"/>
                  </a:lnTo>
                  <a:cubicBezTo>
                    <a:pt x="96881" y="135069"/>
                    <a:pt x="111153" y="144206"/>
                    <a:pt x="111153" y="162783"/>
                  </a:cubicBezTo>
                  <a:cubicBezTo>
                    <a:pt x="111153" y="185319"/>
                    <a:pt x="88378" y="201155"/>
                    <a:pt x="63478" y="201155"/>
                  </a:cubicBezTo>
                  <a:cubicBezTo>
                    <a:pt x="37363" y="201155"/>
                    <a:pt x="15499" y="182274"/>
                    <a:pt x="15499" y="156996"/>
                  </a:cubicBezTo>
                  <a:cubicBezTo>
                    <a:pt x="15499" y="139333"/>
                    <a:pt x="25217" y="119842"/>
                    <a:pt x="51028" y="105528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EF707CB9-A501-A497-74DA-BFD94268CE67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>
            <a:xfrm>
              <a:off x="11408392" y="5270071"/>
              <a:ext cx="134521" cy="206176"/>
            </a:xfrm>
            <a:custGeom>
              <a:avLst/>
              <a:gdLst>
                <a:gd name="connsiteX0" fmla="*/ 81095 w 134521"/>
                <a:gd name="connsiteY0" fmla="*/ 156083 h 206176"/>
                <a:gd name="connsiteX1" fmla="*/ 81095 w 134521"/>
                <a:gd name="connsiteY1" fmla="*/ 182578 h 206176"/>
                <a:gd name="connsiteX2" fmla="*/ 58017 w 134521"/>
                <a:gd name="connsiteY2" fmla="*/ 196892 h 206176"/>
                <a:gd name="connsiteX3" fmla="*/ 51640 w 134521"/>
                <a:gd name="connsiteY3" fmla="*/ 196892 h 206176"/>
                <a:gd name="connsiteX4" fmla="*/ 51640 w 134521"/>
                <a:gd name="connsiteY4" fmla="*/ 206333 h 206176"/>
                <a:gd name="connsiteX5" fmla="*/ 92634 w 134521"/>
                <a:gd name="connsiteY5" fmla="*/ 205419 h 206176"/>
                <a:gd name="connsiteX6" fmla="*/ 133932 w 134521"/>
                <a:gd name="connsiteY6" fmla="*/ 206333 h 206176"/>
                <a:gd name="connsiteX7" fmla="*/ 133932 w 134521"/>
                <a:gd name="connsiteY7" fmla="*/ 196892 h 206176"/>
                <a:gd name="connsiteX8" fmla="*/ 127555 w 134521"/>
                <a:gd name="connsiteY8" fmla="*/ 196892 h 206176"/>
                <a:gd name="connsiteX9" fmla="*/ 104477 w 134521"/>
                <a:gd name="connsiteY9" fmla="*/ 182578 h 206176"/>
                <a:gd name="connsiteX10" fmla="*/ 104477 w 134521"/>
                <a:gd name="connsiteY10" fmla="*/ 156083 h 206176"/>
                <a:gd name="connsiteX11" fmla="*/ 134843 w 134521"/>
                <a:gd name="connsiteY11" fmla="*/ 156083 h 206176"/>
                <a:gd name="connsiteX12" fmla="*/ 134843 w 134521"/>
                <a:gd name="connsiteY12" fmla="*/ 146642 h 206176"/>
                <a:gd name="connsiteX13" fmla="*/ 104477 w 134521"/>
                <a:gd name="connsiteY13" fmla="*/ 146642 h 206176"/>
                <a:gd name="connsiteX14" fmla="*/ 104477 w 134521"/>
                <a:gd name="connsiteY14" fmla="*/ 8074 h 206176"/>
                <a:gd name="connsiteX15" fmla="*/ 99619 w 134521"/>
                <a:gd name="connsiteY15" fmla="*/ 156 h 206176"/>
                <a:gd name="connsiteX16" fmla="*/ 93545 w 134521"/>
                <a:gd name="connsiteY16" fmla="*/ 3811 h 206176"/>
                <a:gd name="connsiteX17" fmla="*/ 321 w 134521"/>
                <a:gd name="connsiteY17" fmla="*/ 146642 h 206176"/>
                <a:gd name="connsiteX18" fmla="*/ 321 w 134521"/>
                <a:gd name="connsiteY18" fmla="*/ 156083 h 206176"/>
                <a:gd name="connsiteX19" fmla="*/ 81095 w 134521"/>
                <a:gd name="connsiteY19" fmla="*/ 156083 h 206176"/>
                <a:gd name="connsiteX20" fmla="*/ 82917 w 134521"/>
                <a:gd name="connsiteY20" fmla="*/ 146642 h 206176"/>
                <a:gd name="connsiteX21" fmla="*/ 8824 w 134521"/>
                <a:gd name="connsiteY21" fmla="*/ 146642 h 206176"/>
                <a:gd name="connsiteX22" fmla="*/ 82917 w 134521"/>
                <a:gd name="connsiteY22" fmla="*/ 33047 h 206176"/>
                <a:gd name="connsiteX23" fmla="*/ 82917 w 134521"/>
                <a:gd name="connsiteY23" fmla="*/ 146642 h 2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521" h="206176">
                  <a:moveTo>
                    <a:pt x="81095" y="156083"/>
                  </a:moveTo>
                  <a:lnTo>
                    <a:pt x="81095" y="182578"/>
                  </a:lnTo>
                  <a:cubicBezTo>
                    <a:pt x="81095" y="193542"/>
                    <a:pt x="80488" y="196892"/>
                    <a:pt x="58017" y="196892"/>
                  </a:cubicBezTo>
                  <a:lnTo>
                    <a:pt x="51640" y="196892"/>
                  </a:lnTo>
                  <a:lnTo>
                    <a:pt x="51640" y="206333"/>
                  </a:lnTo>
                  <a:cubicBezTo>
                    <a:pt x="64090" y="205419"/>
                    <a:pt x="79881" y="205419"/>
                    <a:pt x="92634" y="205419"/>
                  </a:cubicBezTo>
                  <a:cubicBezTo>
                    <a:pt x="105388" y="205419"/>
                    <a:pt x="121482" y="205419"/>
                    <a:pt x="133932" y="206333"/>
                  </a:cubicBezTo>
                  <a:lnTo>
                    <a:pt x="133932" y="196892"/>
                  </a:lnTo>
                  <a:lnTo>
                    <a:pt x="127555" y="196892"/>
                  </a:lnTo>
                  <a:cubicBezTo>
                    <a:pt x="105085" y="196892"/>
                    <a:pt x="104477" y="193542"/>
                    <a:pt x="104477" y="182578"/>
                  </a:cubicBezTo>
                  <a:lnTo>
                    <a:pt x="104477" y="156083"/>
                  </a:lnTo>
                  <a:lnTo>
                    <a:pt x="134843" y="156083"/>
                  </a:lnTo>
                  <a:lnTo>
                    <a:pt x="134843" y="146642"/>
                  </a:lnTo>
                  <a:lnTo>
                    <a:pt x="104477" y="146642"/>
                  </a:lnTo>
                  <a:lnTo>
                    <a:pt x="104477" y="8074"/>
                  </a:lnTo>
                  <a:cubicBezTo>
                    <a:pt x="104477" y="1983"/>
                    <a:pt x="104477" y="156"/>
                    <a:pt x="99619" y="156"/>
                  </a:cubicBezTo>
                  <a:cubicBezTo>
                    <a:pt x="96886" y="156"/>
                    <a:pt x="95975" y="156"/>
                    <a:pt x="93545" y="3811"/>
                  </a:cubicBezTo>
                  <a:lnTo>
                    <a:pt x="321" y="146642"/>
                  </a:lnTo>
                  <a:lnTo>
                    <a:pt x="321" y="156083"/>
                  </a:lnTo>
                  <a:lnTo>
                    <a:pt x="81095" y="156083"/>
                  </a:lnTo>
                  <a:close/>
                  <a:moveTo>
                    <a:pt x="82917" y="146642"/>
                  </a:moveTo>
                  <a:lnTo>
                    <a:pt x="8824" y="146642"/>
                  </a:lnTo>
                  <a:lnTo>
                    <a:pt x="82917" y="33047"/>
                  </a:lnTo>
                  <a:lnTo>
                    <a:pt x="82917" y="146642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4A4676D2-582C-691C-707D-416A518A0870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>
            <a:xfrm>
              <a:off x="11820079" y="5220431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3A857AC2-9803-5A11-9C4D-2550BD367DAF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>
            <a:xfrm>
              <a:off x="12051695" y="5273421"/>
              <a:ext cx="100208" cy="202826"/>
            </a:xfrm>
            <a:custGeom>
              <a:avLst/>
              <a:gdLst>
                <a:gd name="connsiteX0" fmla="*/ 62592 w 100208"/>
                <a:gd name="connsiteY0" fmla="*/ 8074 h 202826"/>
                <a:gd name="connsiteX1" fmla="*/ 55608 w 100208"/>
                <a:gd name="connsiteY1" fmla="*/ 156 h 202826"/>
                <a:gd name="connsiteX2" fmla="*/ 342 w 100208"/>
                <a:gd name="connsiteY2" fmla="*/ 19647 h 202826"/>
                <a:gd name="connsiteX3" fmla="*/ 342 w 100208"/>
                <a:gd name="connsiteY3" fmla="*/ 29088 h 202826"/>
                <a:gd name="connsiteX4" fmla="*/ 40122 w 100208"/>
                <a:gd name="connsiteY4" fmla="*/ 21170 h 202826"/>
                <a:gd name="connsiteX5" fmla="*/ 40122 w 100208"/>
                <a:gd name="connsiteY5" fmla="*/ 178924 h 202826"/>
                <a:gd name="connsiteX6" fmla="*/ 11881 w 100208"/>
                <a:gd name="connsiteY6" fmla="*/ 193542 h 202826"/>
                <a:gd name="connsiteX7" fmla="*/ 2164 w 100208"/>
                <a:gd name="connsiteY7" fmla="*/ 193542 h 202826"/>
                <a:gd name="connsiteX8" fmla="*/ 2164 w 100208"/>
                <a:gd name="connsiteY8" fmla="*/ 202983 h 202826"/>
                <a:gd name="connsiteX9" fmla="*/ 51357 w 100208"/>
                <a:gd name="connsiteY9" fmla="*/ 202069 h 202826"/>
                <a:gd name="connsiteX10" fmla="*/ 100550 w 100208"/>
                <a:gd name="connsiteY10" fmla="*/ 202983 h 202826"/>
                <a:gd name="connsiteX11" fmla="*/ 100550 w 100208"/>
                <a:gd name="connsiteY11" fmla="*/ 193542 h 202826"/>
                <a:gd name="connsiteX12" fmla="*/ 90833 w 100208"/>
                <a:gd name="connsiteY12" fmla="*/ 193542 h 202826"/>
                <a:gd name="connsiteX13" fmla="*/ 62592 w 100208"/>
                <a:gd name="connsiteY13" fmla="*/ 178924 h 202826"/>
                <a:gd name="connsiteX14" fmla="*/ 62592 w 100208"/>
                <a:gd name="connsiteY14" fmla="*/ 8074 h 20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208" h="202826">
                  <a:moveTo>
                    <a:pt x="62592" y="8074"/>
                  </a:moveTo>
                  <a:cubicBezTo>
                    <a:pt x="62592" y="765"/>
                    <a:pt x="62592" y="156"/>
                    <a:pt x="55608" y="156"/>
                  </a:cubicBezTo>
                  <a:cubicBezTo>
                    <a:pt x="36781" y="19647"/>
                    <a:pt x="10059" y="19647"/>
                    <a:pt x="342" y="19647"/>
                  </a:cubicBezTo>
                  <a:lnTo>
                    <a:pt x="342" y="29088"/>
                  </a:lnTo>
                  <a:cubicBezTo>
                    <a:pt x="6415" y="29088"/>
                    <a:pt x="24331" y="29088"/>
                    <a:pt x="40122" y="21170"/>
                  </a:cubicBezTo>
                  <a:lnTo>
                    <a:pt x="40122" y="178924"/>
                  </a:lnTo>
                  <a:cubicBezTo>
                    <a:pt x="40122" y="189887"/>
                    <a:pt x="39211" y="193542"/>
                    <a:pt x="11881" y="193542"/>
                  </a:cubicBezTo>
                  <a:lnTo>
                    <a:pt x="2164" y="193542"/>
                  </a:lnTo>
                  <a:lnTo>
                    <a:pt x="2164" y="202983"/>
                  </a:lnTo>
                  <a:cubicBezTo>
                    <a:pt x="12792" y="202069"/>
                    <a:pt x="39211" y="202069"/>
                    <a:pt x="51357" y="202069"/>
                  </a:cubicBezTo>
                  <a:cubicBezTo>
                    <a:pt x="63503" y="202069"/>
                    <a:pt x="89922" y="202069"/>
                    <a:pt x="100550" y="202983"/>
                  </a:cubicBezTo>
                  <a:lnTo>
                    <a:pt x="100550" y="193542"/>
                  </a:lnTo>
                  <a:lnTo>
                    <a:pt x="90833" y="193542"/>
                  </a:lnTo>
                  <a:cubicBezTo>
                    <a:pt x="63503" y="193542"/>
                    <a:pt x="62592" y="190192"/>
                    <a:pt x="62592" y="178924"/>
                  </a:cubicBezTo>
                  <a:lnTo>
                    <a:pt x="62592" y="8074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386701F0-3616-9038-475B-026F937A2517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>
            <a:xfrm>
              <a:off x="12188343" y="5273421"/>
              <a:ext cx="127841" cy="209526"/>
            </a:xfrm>
            <a:custGeom>
              <a:avLst/>
              <a:gdLst>
                <a:gd name="connsiteX0" fmla="*/ 128188 w 127841"/>
                <a:gd name="connsiteY0" fmla="*/ 105528 h 209526"/>
                <a:gd name="connsiteX1" fmla="*/ 116042 w 127841"/>
                <a:gd name="connsiteY1" fmla="*/ 34265 h 209526"/>
                <a:gd name="connsiteX2" fmla="*/ 64419 w 127841"/>
                <a:gd name="connsiteY2" fmla="*/ 156 h 209526"/>
                <a:gd name="connsiteX3" fmla="*/ 11582 w 127841"/>
                <a:gd name="connsiteY3" fmla="*/ 36397 h 209526"/>
                <a:gd name="connsiteX4" fmla="*/ 347 w 127841"/>
                <a:gd name="connsiteY4" fmla="*/ 105528 h 209526"/>
                <a:gd name="connsiteX5" fmla="*/ 14012 w 127841"/>
                <a:gd name="connsiteY5" fmla="*/ 178924 h 209526"/>
                <a:gd name="connsiteX6" fmla="*/ 64116 w 127841"/>
                <a:gd name="connsiteY6" fmla="*/ 209682 h 209526"/>
                <a:gd name="connsiteX7" fmla="*/ 116953 w 127841"/>
                <a:gd name="connsiteY7" fmla="*/ 174355 h 209526"/>
                <a:gd name="connsiteX8" fmla="*/ 128188 w 127841"/>
                <a:gd name="connsiteY8" fmla="*/ 105528 h 209526"/>
                <a:gd name="connsiteX9" fmla="*/ 64116 w 127841"/>
                <a:gd name="connsiteY9" fmla="*/ 202983 h 209526"/>
                <a:gd name="connsiteX10" fmla="*/ 28891 w 127841"/>
                <a:gd name="connsiteY10" fmla="*/ 166133 h 209526"/>
                <a:gd name="connsiteX11" fmla="*/ 25551 w 127841"/>
                <a:gd name="connsiteY11" fmla="*/ 101874 h 209526"/>
                <a:gd name="connsiteX12" fmla="*/ 27980 w 127841"/>
                <a:gd name="connsiteY12" fmla="*/ 45838 h 209526"/>
                <a:gd name="connsiteX13" fmla="*/ 64116 w 127841"/>
                <a:gd name="connsiteY13" fmla="*/ 6856 h 209526"/>
                <a:gd name="connsiteX14" fmla="*/ 99948 w 127841"/>
                <a:gd name="connsiteY14" fmla="*/ 42488 h 209526"/>
                <a:gd name="connsiteX15" fmla="*/ 102984 w 127841"/>
                <a:gd name="connsiteY15" fmla="*/ 101874 h 209526"/>
                <a:gd name="connsiteX16" fmla="*/ 99644 w 127841"/>
                <a:gd name="connsiteY16" fmla="*/ 164915 h 209526"/>
                <a:gd name="connsiteX17" fmla="*/ 64116 w 127841"/>
                <a:gd name="connsiteY17" fmla="*/ 20298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188" y="105528"/>
                  </a:moveTo>
                  <a:cubicBezTo>
                    <a:pt x="128188" y="81165"/>
                    <a:pt x="126670" y="56801"/>
                    <a:pt x="116042" y="34265"/>
                  </a:cubicBezTo>
                  <a:cubicBezTo>
                    <a:pt x="102073" y="5029"/>
                    <a:pt x="77173" y="156"/>
                    <a:pt x="64419" y="156"/>
                  </a:cubicBezTo>
                  <a:cubicBezTo>
                    <a:pt x="46200" y="156"/>
                    <a:pt x="24032" y="8074"/>
                    <a:pt x="11582" y="36397"/>
                  </a:cubicBezTo>
                  <a:cubicBezTo>
                    <a:pt x="1865" y="57410"/>
                    <a:pt x="347" y="81165"/>
                    <a:pt x="347" y="105528"/>
                  </a:cubicBezTo>
                  <a:cubicBezTo>
                    <a:pt x="347" y="128369"/>
                    <a:pt x="1562" y="155778"/>
                    <a:pt x="14012" y="178924"/>
                  </a:cubicBezTo>
                  <a:cubicBezTo>
                    <a:pt x="27069" y="203592"/>
                    <a:pt x="49236" y="209682"/>
                    <a:pt x="64116" y="209682"/>
                  </a:cubicBezTo>
                  <a:cubicBezTo>
                    <a:pt x="80513" y="209682"/>
                    <a:pt x="103592" y="203287"/>
                    <a:pt x="116953" y="174355"/>
                  </a:cubicBezTo>
                  <a:cubicBezTo>
                    <a:pt x="126670" y="153342"/>
                    <a:pt x="128188" y="129587"/>
                    <a:pt x="128188" y="105528"/>
                  </a:cubicBezTo>
                  <a:close/>
                  <a:moveTo>
                    <a:pt x="64116" y="202983"/>
                  </a:moveTo>
                  <a:cubicBezTo>
                    <a:pt x="52273" y="202983"/>
                    <a:pt x="34357" y="195369"/>
                    <a:pt x="28891" y="166133"/>
                  </a:cubicBezTo>
                  <a:cubicBezTo>
                    <a:pt x="25551" y="147860"/>
                    <a:pt x="25551" y="119842"/>
                    <a:pt x="25551" y="101874"/>
                  </a:cubicBezTo>
                  <a:cubicBezTo>
                    <a:pt x="25551" y="82383"/>
                    <a:pt x="25551" y="62283"/>
                    <a:pt x="27980" y="45838"/>
                  </a:cubicBezTo>
                  <a:cubicBezTo>
                    <a:pt x="33750" y="9597"/>
                    <a:pt x="56524" y="6856"/>
                    <a:pt x="64116" y="6856"/>
                  </a:cubicBezTo>
                  <a:cubicBezTo>
                    <a:pt x="74137" y="6856"/>
                    <a:pt x="94178" y="12338"/>
                    <a:pt x="99948" y="42488"/>
                  </a:cubicBezTo>
                  <a:cubicBezTo>
                    <a:pt x="102984" y="59542"/>
                    <a:pt x="102984" y="82688"/>
                    <a:pt x="102984" y="101874"/>
                  </a:cubicBezTo>
                  <a:cubicBezTo>
                    <a:pt x="102984" y="124715"/>
                    <a:pt x="102984" y="145424"/>
                    <a:pt x="99644" y="164915"/>
                  </a:cubicBezTo>
                  <a:cubicBezTo>
                    <a:pt x="95089" y="193846"/>
                    <a:pt x="77780" y="202983"/>
                    <a:pt x="64116" y="20298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3377FA38-5444-A286-FE78-29BD0E5480EB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>
            <a:xfrm>
              <a:off x="12354447" y="5443966"/>
              <a:ext cx="32188" cy="32281"/>
            </a:xfrm>
            <a:custGeom>
              <a:avLst/>
              <a:gdLst>
                <a:gd name="connsiteX0" fmla="*/ 32540 w 32188"/>
                <a:gd name="connsiteY0" fmla="*/ 16297 h 32281"/>
                <a:gd name="connsiteX1" fmla="*/ 16446 w 32188"/>
                <a:gd name="connsiteY1" fmla="*/ 156 h 32281"/>
                <a:gd name="connsiteX2" fmla="*/ 352 w 32188"/>
                <a:gd name="connsiteY2" fmla="*/ 16297 h 32281"/>
                <a:gd name="connsiteX3" fmla="*/ 16446 w 32188"/>
                <a:gd name="connsiteY3" fmla="*/ 32438 h 32281"/>
                <a:gd name="connsiteX4" fmla="*/ 32540 w 32188"/>
                <a:gd name="connsiteY4" fmla="*/ 16297 h 3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88" h="32281">
                  <a:moveTo>
                    <a:pt x="32540" y="16297"/>
                  </a:moveTo>
                  <a:cubicBezTo>
                    <a:pt x="32540" y="7465"/>
                    <a:pt x="25252" y="156"/>
                    <a:pt x="16446" y="156"/>
                  </a:cubicBezTo>
                  <a:cubicBezTo>
                    <a:pt x="7640" y="156"/>
                    <a:pt x="352" y="7465"/>
                    <a:pt x="352" y="16297"/>
                  </a:cubicBezTo>
                  <a:cubicBezTo>
                    <a:pt x="352" y="25129"/>
                    <a:pt x="7640" y="32438"/>
                    <a:pt x="16446" y="32438"/>
                  </a:cubicBezTo>
                  <a:cubicBezTo>
                    <a:pt x="25252" y="32438"/>
                    <a:pt x="32540" y="25129"/>
                    <a:pt x="32540" y="16297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E45C857D-468C-BE77-6618-F47CC5E3B453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>
            <a:xfrm>
              <a:off x="12424525" y="5273421"/>
              <a:ext cx="127841" cy="209526"/>
            </a:xfrm>
            <a:custGeom>
              <a:avLst/>
              <a:gdLst>
                <a:gd name="connsiteX0" fmla="*/ 128196 w 127841"/>
                <a:gd name="connsiteY0" fmla="*/ 105528 h 209526"/>
                <a:gd name="connsiteX1" fmla="*/ 116050 w 127841"/>
                <a:gd name="connsiteY1" fmla="*/ 34265 h 209526"/>
                <a:gd name="connsiteX2" fmla="*/ 64427 w 127841"/>
                <a:gd name="connsiteY2" fmla="*/ 156 h 209526"/>
                <a:gd name="connsiteX3" fmla="*/ 11590 w 127841"/>
                <a:gd name="connsiteY3" fmla="*/ 36397 h 209526"/>
                <a:gd name="connsiteX4" fmla="*/ 355 w 127841"/>
                <a:gd name="connsiteY4" fmla="*/ 105528 h 209526"/>
                <a:gd name="connsiteX5" fmla="*/ 14019 w 127841"/>
                <a:gd name="connsiteY5" fmla="*/ 178924 h 209526"/>
                <a:gd name="connsiteX6" fmla="*/ 64123 w 127841"/>
                <a:gd name="connsiteY6" fmla="*/ 209682 h 209526"/>
                <a:gd name="connsiteX7" fmla="*/ 116961 w 127841"/>
                <a:gd name="connsiteY7" fmla="*/ 174355 h 209526"/>
                <a:gd name="connsiteX8" fmla="*/ 128196 w 127841"/>
                <a:gd name="connsiteY8" fmla="*/ 105528 h 209526"/>
                <a:gd name="connsiteX9" fmla="*/ 64123 w 127841"/>
                <a:gd name="connsiteY9" fmla="*/ 202983 h 209526"/>
                <a:gd name="connsiteX10" fmla="*/ 28899 w 127841"/>
                <a:gd name="connsiteY10" fmla="*/ 166133 h 209526"/>
                <a:gd name="connsiteX11" fmla="*/ 25558 w 127841"/>
                <a:gd name="connsiteY11" fmla="*/ 101874 h 209526"/>
                <a:gd name="connsiteX12" fmla="*/ 27988 w 127841"/>
                <a:gd name="connsiteY12" fmla="*/ 45838 h 209526"/>
                <a:gd name="connsiteX13" fmla="*/ 64123 w 127841"/>
                <a:gd name="connsiteY13" fmla="*/ 6856 h 209526"/>
                <a:gd name="connsiteX14" fmla="*/ 99956 w 127841"/>
                <a:gd name="connsiteY14" fmla="*/ 42488 h 209526"/>
                <a:gd name="connsiteX15" fmla="*/ 102992 w 127841"/>
                <a:gd name="connsiteY15" fmla="*/ 101874 h 209526"/>
                <a:gd name="connsiteX16" fmla="*/ 99652 w 127841"/>
                <a:gd name="connsiteY16" fmla="*/ 164915 h 209526"/>
                <a:gd name="connsiteX17" fmla="*/ 64123 w 127841"/>
                <a:gd name="connsiteY17" fmla="*/ 202983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41" h="209526">
                  <a:moveTo>
                    <a:pt x="128196" y="105528"/>
                  </a:moveTo>
                  <a:cubicBezTo>
                    <a:pt x="128196" y="81165"/>
                    <a:pt x="126678" y="56801"/>
                    <a:pt x="116050" y="34265"/>
                  </a:cubicBezTo>
                  <a:cubicBezTo>
                    <a:pt x="102081" y="5029"/>
                    <a:pt x="77181" y="156"/>
                    <a:pt x="64427" y="156"/>
                  </a:cubicBezTo>
                  <a:cubicBezTo>
                    <a:pt x="46207" y="156"/>
                    <a:pt x="24040" y="8074"/>
                    <a:pt x="11590" y="36397"/>
                  </a:cubicBezTo>
                  <a:cubicBezTo>
                    <a:pt x="1873" y="57410"/>
                    <a:pt x="355" y="81165"/>
                    <a:pt x="355" y="105528"/>
                  </a:cubicBezTo>
                  <a:cubicBezTo>
                    <a:pt x="355" y="128369"/>
                    <a:pt x="1569" y="155778"/>
                    <a:pt x="14019" y="178924"/>
                  </a:cubicBezTo>
                  <a:cubicBezTo>
                    <a:pt x="27077" y="203592"/>
                    <a:pt x="49244" y="209682"/>
                    <a:pt x="64123" y="209682"/>
                  </a:cubicBezTo>
                  <a:cubicBezTo>
                    <a:pt x="80521" y="209682"/>
                    <a:pt x="103599" y="203287"/>
                    <a:pt x="116961" y="174355"/>
                  </a:cubicBezTo>
                  <a:cubicBezTo>
                    <a:pt x="126678" y="153342"/>
                    <a:pt x="128196" y="129587"/>
                    <a:pt x="128196" y="105528"/>
                  </a:cubicBezTo>
                  <a:close/>
                  <a:moveTo>
                    <a:pt x="64123" y="202983"/>
                  </a:moveTo>
                  <a:cubicBezTo>
                    <a:pt x="52281" y="202983"/>
                    <a:pt x="34365" y="195369"/>
                    <a:pt x="28899" y="166133"/>
                  </a:cubicBezTo>
                  <a:cubicBezTo>
                    <a:pt x="25558" y="147860"/>
                    <a:pt x="25558" y="119842"/>
                    <a:pt x="25558" y="101874"/>
                  </a:cubicBezTo>
                  <a:cubicBezTo>
                    <a:pt x="25558" y="82383"/>
                    <a:pt x="25558" y="62283"/>
                    <a:pt x="27988" y="45838"/>
                  </a:cubicBezTo>
                  <a:cubicBezTo>
                    <a:pt x="33757" y="9597"/>
                    <a:pt x="56532" y="6856"/>
                    <a:pt x="64123" y="6856"/>
                  </a:cubicBezTo>
                  <a:cubicBezTo>
                    <a:pt x="74144" y="6856"/>
                    <a:pt x="94186" y="12338"/>
                    <a:pt x="99956" y="42488"/>
                  </a:cubicBezTo>
                  <a:cubicBezTo>
                    <a:pt x="102992" y="59542"/>
                    <a:pt x="102992" y="82688"/>
                    <a:pt x="102992" y="101874"/>
                  </a:cubicBezTo>
                  <a:cubicBezTo>
                    <a:pt x="102992" y="124715"/>
                    <a:pt x="102992" y="145424"/>
                    <a:pt x="99652" y="164915"/>
                  </a:cubicBezTo>
                  <a:cubicBezTo>
                    <a:pt x="95097" y="193846"/>
                    <a:pt x="77788" y="202983"/>
                    <a:pt x="64123" y="202983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859C0867-A0F5-0B02-82FF-45FBC1F43DB5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>
            <a:xfrm>
              <a:off x="12577268" y="5273421"/>
              <a:ext cx="126019" cy="209526"/>
            </a:xfrm>
            <a:custGeom>
              <a:avLst/>
              <a:gdLst>
                <a:gd name="connsiteX0" fmla="*/ 27689 w 126019"/>
                <a:gd name="connsiteY0" fmla="*/ 103092 h 209526"/>
                <a:gd name="connsiteX1" fmla="*/ 27689 w 126019"/>
                <a:gd name="connsiteY1" fmla="*/ 95783 h 209526"/>
                <a:gd name="connsiteX2" fmla="*/ 80830 w 126019"/>
                <a:gd name="connsiteY2" fmla="*/ 7770 h 209526"/>
                <a:gd name="connsiteX3" fmla="*/ 107552 w 126019"/>
                <a:gd name="connsiteY3" fmla="*/ 19952 h 209526"/>
                <a:gd name="connsiteX4" fmla="*/ 90851 w 126019"/>
                <a:gd name="connsiteY4" fmla="*/ 33656 h 209526"/>
                <a:gd name="connsiteX5" fmla="*/ 104819 w 126019"/>
                <a:gd name="connsiteY5" fmla="*/ 47665 h 209526"/>
                <a:gd name="connsiteX6" fmla="*/ 118788 w 126019"/>
                <a:gd name="connsiteY6" fmla="*/ 33047 h 209526"/>
                <a:gd name="connsiteX7" fmla="*/ 80223 w 126019"/>
                <a:gd name="connsiteY7" fmla="*/ 156 h 209526"/>
                <a:gd name="connsiteX8" fmla="*/ 360 w 126019"/>
                <a:gd name="connsiteY8" fmla="*/ 106747 h 209526"/>
                <a:gd name="connsiteX9" fmla="*/ 63825 w 126019"/>
                <a:gd name="connsiteY9" fmla="*/ 209682 h 209526"/>
                <a:gd name="connsiteX10" fmla="*/ 126379 w 126019"/>
                <a:gd name="connsiteY10" fmla="*/ 140856 h 209526"/>
                <a:gd name="connsiteX11" fmla="*/ 65647 w 126019"/>
                <a:gd name="connsiteY11" fmla="*/ 72942 h 209526"/>
                <a:gd name="connsiteX12" fmla="*/ 27689 w 126019"/>
                <a:gd name="connsiteY12" fmla="*/ 103092 h 209526"/>
                <a:gd name="connsiteX13" fmla="*/ 63825 w 126019"/>
                <a:gd name="connsiteY13" fmla="*/ 201155 h 209526"/>
                <a:gd name="connsiteX14" fmla="*/ 33762 w 126019"/>
                <a:gd name="connsiteY14" fmla="*/ 178314 h 209526"/>
                <a:gd name="connsiteX15" fmla="*/ 28296 w 126019"/>
                <a:gd name="connsiteY15" fmla="*/ 134156 h 209526"/>
                <a:gd name="connsiteX16" fmla="*/ 65343 w 126019"/>
                <a:gd name="connsiteY16" fmla="*/ 79947 h 209526"/>
                <a:gd name="connsiteX17" fmla="*/ 93584 w 126019"/>
                <a:gd name="connsiteY17" fmla="*/ 98828 h 209526"/>
                <a:gd name="connsiteX18" fmla="*/ 99050 w 126019"/>
                <a:gd name="connsiteY18" fmla="*/ 140551 h 209526"/>
                <a:gd name="connsiteX19" fmla="*/ 93887 w 126019"/>
                <a:gd name="connsiteY19" fmla="*/ 181360 h 209526"/>
                <a:gd name="connsiteX20" fmla="*/ 63825 w 126019"/>
                <a:gd name="connsiteY20" fmla="*/ 201155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6019" h="209526">
                  <a:moveTo>
                    <a:pt x="27689" y="103092"/>
                  </a:moveTo>
                  <a:lnTo>
                    <a:pt x="27689" y="95783"/>
                  </a:lnTo>
                  <a:cubicBezTo>
                    <a:pt x="27689" y="18733"/>
                    <a:pt x="65343" y="7770"/>
                    <a:pt x="80830" y="7770"/>
                  </a:cubicBezTo>
                  <a:cubicBezTo>
                    <a:pt x="88118" y="7770"/>
                    <a:pt x="100871" y="9597"/>
                    <a:pt x="107552" y="19952"/>
                  </a:cubicBezTo>
                  <a:cubicBezTo>
                    <a:pt x="102997" y="19952"/>
                    <a:pt x="90851" y="19952"/>
                    <a:pt x="90851" y="33656"/>
                  </a:cubicBezTo>
                  <a:cubicBezTo>
                    <a:pt x="90851" y="43097"/>
                    <a:pt x="98139" y="47665"/>
                    <a:pt x="104819" y="47665"/>
                  </a:cubicBezTo>
                  <a:cubicBezTo>
                    <a:pt x="109678" y="47665"/>
                    <a:pt x="118788" y="44924"/>
                    <a:pt x="118788" y="33047"/>
                  </a:cubicBezTo>
                  <a:cubicBezTo>
                    <a:pt x="118788" y="14774"/>
                    <a:pt x="105426" y="156"/>
                    <a:pt x="80223" y="156"/>
                  </a:cubicBezTo>
                  <a:cubicBezTo>
                    <a:pt x="41354" y="156"/>
                    <a:pt x="360" y="39442"/>
                    <a:pt x="360" y="106747"/>
                  </a:cubicBezTo>
                  <a:cubicBezTo>
                    <a:pt x="360" y="188060"/>
                    <a:pt x="35584" y="209682"/>
                    <a:pt x="63825" y="209682"/>
                  </a:cubicBezTo>
                  <a:cubicBezTo>
                    <a:pt x="97531" y="209682"/>
                    <a:pt x="126379" y="181055"/>
                    <a:pt x="126379" y="140856"/>
                  </a:cubicBezTo>
                  <a:cubicBezTo>
                    <a:pt x="126379" y="102178"/>
                    <a:pt x="99353" y="72942"/>
                    <a:pt x="65647" y="72942"/>
                  </a:cubicBezTo>
                  <a:cubicBezTo>
                    <a:pt x="44998" y="72942"/>
                    <a:pt x="33762" y="88474"/>
                    <a:pt x="27689" y="103092"/>
                  </a:cubicBezTo>
                  <a:close/>
                  <a:moveTo>
                    <a:pt x="63825" y="201155"/>
                  </a:moveTo>
                  <a:cubicBezTo>
                    <a:pt x="44694" y="201155"/>
                    <a:pt x="35584" y="182883"/>
                    <a:pt x="33762" y="178314"/>
                  </a:cubicBezTo>
                  <a:cubicBezTo>
                    <a:pt x="28296" y="164001"/>
                    <a:pt x="28296" y="139637"/>
                    <a:pt x="28296" y="134156"/>
                  </a:cubicBezTo>
                  <a:cubicBezTo>
                    <a:pt x="28296" y="110401"/>
                    <a:pt x="38014" y="79947"/>
                    <a:pt x="65343" y="79947"/>
                  </a:cubicBezTo>
                  <a:cubicBezTo>
                    <a:pt x="70202" y="79947"/>
                    <a:pt x="84170" y="79947"/>
                    <a:pt x="93584" y="98828"/>
                  </a:cubicBezTo>
                  <a:cubicBezTo>
                    <a:pt x="99050" y="110097"/>
                    <a:pt x="99050" y="125628"/>
                    <a:pt x="99050" y="140551"/>
                  </a:cubicBezTo>
                  <a:cubicBezTo>
                    <a:pt x="99050" y="155169"/>
                    <a:pt x="99050" y="170396"/>
                    <a:pt x="93887" y="181360"/>
                  </a:cubicBezTo>
                  <a:cubicBezTo>
                    <a:pt x="84777" y="199633"/>
                    <a:pt x="70809" y="201155"/>
                    <a:pt x="63825" y="201155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BC4C7014-A93F-52A3-ECD8-6814323ADA9A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>
            <a:xfrm>
              <a:off x="12731528" y="5273421"/>
              <a:ext cx="121160" cy="209526"/>
            </a:xfrm>
            <a:custGeom>
              <a:avLst/>
              <a:gdLst>
                <a:gd name="connsiteX0" fmla="*/ 121525 w 121160"/>
                <a:gd name="connsiteY0" fmla="*/ 141769 h 209526"/>
                <a:gd name="connsiteX1" fmla="*/ 63830 w 121160"/>
                <a:gd name="connsiteY1" fmla="*/ 75074 h 209526"/>
                <a:gd name="connsiteX2" fmla="*/ 25265 w 121160"/>
                <a:gd name="connsiteY2" fmla="*/ 90606 h 209526"/>
                <a:gd name="connsiteX3" fmla="*/ 25265 w 121160"/>
                <a:gd name="connsiteY3" fmla="*/ 31220 h 209526"/>
                <a:gd name="connsiteX4" fmla="*/ 51076 w 121160"/>
                <a:gd name="connsiteY4" fmla="*/ 35179 h 209526"/>
                <a:gd name="connsiteX5" fmla="*/ 109683 w 121160"/>
                <a:gd name="connsiteY5" fmla="*/ 3506 h 209526"/>
                <a:gd name="connsiteX6" fmla="*/ 106646 w 121160"/>
                <a:gd name="connsiteY6" fmla="*/ 156 h 209526"/>
                <a:gd name="connsiteX7" fmla="*/ 104217 w 121160"/>
                <a:gd name="connsiteY7" fmla="*/ 1070 h 209526"/>
                <a:gd name="connsiteX8" fmla="*/ 62919 w 121160"/>
                <a:gd name="connsiteY8" fmla="*/ 9902 h 209526"/>
                <a:gd name="connsiteX9" fmla="*/ 22532 w 121160"/>
                <a:gd name="connsiteY9" fmla="*/ 1374 h 209526"/>
                <a:gd name="connsiteX10" fmla="*/ 18888 w 121160"/>
                <a:gd name="connsiteY10" fmla="*/ 461 h 209526"/>
                <a:gd name="connsiteX11" fmla="*/ 15851 w 121160"/>
                <a:gd name="connsiteY11" fmla="*/ 7770 h 209526"/>
                <a:gd name="connsiteX12" fmla="*/ 15851 w 121160"/>
                <a:gd name="connsiteY12" fmla="*/ 97915 h 209526"/>
                <a:gd name="connsiteX13" fmla="*/ 20103 w 121160"/>
                <a:gd name="connsiteY13" fmla="*/ 105833 h 209526"/>
                <a:gd name="connsiteX14" fmla="*/ 24050 w 121160"/>
                <a:gd name="connsiteY14" fmla="*/ 103092 h 209526"/>
                <a:gd name="connsiteX15" fmla="*/ 63222 w 121160"/>
                <a:gd name="connsiteY15" fmla="*/ 81774 h 209526"/>
                <a:gd name="connsiteX16" fmla="*/ 89034 w 121160"/>
                <a:gd name="connsiteY16" fmla="*/ 101265 h 209526"/>
                <a:gd name="connsiteX17" fmla="*/ 94500 w 121160"/>
                <a:gd name="connsiteY17" fmla="*/ 139637 h 209526"/>
                <a:gd name="connsiteX18" fmla="*/ 87212 w 121160"/>
                <a:gd name="connsiteY18" fmla="*/ 181360 h 209526"/>
                <a:gd name="connsiteX19" fmla="*/ 54720 w 121160"/>
                <a:gd name="connsiteY19" fmla="*/ 201155 h 209526"/>
                <a:gd name="connsiteX20" fmla="*/ 10082 w 121160"/>
                <a:gd name="connsiteY20" fmla="*/ 167046 h 209526"/>
                <a:gd name="connsiteX21" fmla="*/ 15244 w 121160"/>
                <a:gd name="connsiteY21" fmla="*/ 167655 h 209526"/>
                <a:gd name="connsiteX22" fmla="*/ 30427 w 121160"/>
                <a:gd name="connsiteY22" fmla="*/ 152733 h 209526"/>
                <a:gd name="connsiteX23" fmla="*/ 15244 w 121160"/>
                <a:gd name="connsiteY23" fmla="*/ 137810 h 209526"/>
                <a:gd name="connsiteX24" fmla="*/ 365 w 121160"/>
                <a:gd name="connsiteY24" fmla="*/ 153951 h 209526"/>
                <a:gd name="connsiteX25" fmla="*/ 55327 w 121160"/>
                <a:gd name="connsiteY25" fmla="*/ 209682 h 209526"/>
                <a:gd name="connsiteX26" fmla="*/ 121525 w 121160"/>
                <a:gd name="connsiteY26" fmla="*/ 141769 h 20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160" h="209526">
                  <a:moveTo>
                    <a:pt x="121525" y="141769"/>
                  </a:moveTo>
                  <a:cubicBezTo>
                    <a:pt x="121525" y="105528"/>
                    <a:pt x="96625" y="75074"/>
                    <a:pt x="63830" y="75074"/>
                  </a:cubicBezTo>
                  <a:cubicBezTo>
                    <a:pt x="49254" y="75074"/>
                    <a:pt x="36197" y="79947"/>
                    <a:pt x="25265" y="90606"/>
                  </a:cubicBezTo>
                  <a:lnTo>
                    <a:pt x="25265" y="31220"/>
                  </a:lnTo>
                  <a:cubicBezTo>
                    <a:pt x="31338" y="33047"/>
                    <a:pt x="41359" y="35179"/>
                    <a:pt x="51076" y="35179"/>
                  </a:cubicBezTo>
                  <a:cubicBezTo>
                    <a:pt x="88426" y="35179"/>
                    <a:pt x="109683" y="7465"/>
                    <a:pt x="109683" y="3506"/>
                  </a:cubicBezTo>
                  <a:cubicBezTo>
                    <a:pt x="109683" y="1679"/>
                    <a:pt x="108772" y="156"/>
                    <a:pt x="106646" y="156"/>
                  </a:cubicBezTo>
                  <a:cubicBezTo>
                    <a:pt x="106342" y="156"/>
                    <a:pt x="105735" y="156"/>
                    <a:pt x="104217" y="1070"/>
                  </a:cubicBezTo>
                  <a:cubicBezTo>
                    <a:pt x="98144" y="3811"/>
                    <a:pt x="83264" y="9902"/>
                    <a:pt x="62919" y="9902"/>
                  </a:cubicBezTo>
                  <a:cubicBezTo>
                    <a:pt x="50772" y="9902"/>
                    <a:pt x="36804" y="7770"/>
                    <a:pt x="22532" y="1374"/>
                  </a:cubicBezTo>
                  <a:cubicBezTo>
                    <a:pt x="20103" y="461"/>
                    <a:pt x="19495" y="461"/>
                    <a:pt x="18888" y="461"/>
                  </a:cubicBezTo>
                  <a:cubicBezTo>
                    <a:pt x="15851" y="461"/>
                    <a:pt x="15851" y="2897"/>
                    <a:pt x="15851" y="7770"/>
                  </a:cubicBezTo>
                  <a:lnTo>
                    <a:pt x="15851" y="97915"/>
                  </a:lnTo>
                  <a:cubicBezTo>
                    <a:pt x="15851" y="103397"/>
                    <a:pt x="15851" y="105833"/>
                    <a:pt x="20103" y="105833"/>
                  </a:cubicBezTo>
                  <a:cubicBezTo>
                    <a:pt x="22228" y="105833"/>
                    <a:pt x="22836" y="104919"/>
                    <a:pt x="24050" y="103092"/>
                  </a:cubicBezTo>
                  <a:cubicBezTo>
                    <a:pt x="27390" y="98219"/>
                    <a:pt x="38626" y="81774"/>
                    <a:pt x="63222" y="81774"/>
                  </a:cubicBezTo>
                  <a:cubicBezTo>
                    <a:pt x="79013" y="81774"/>
                    <a:pt x="86604" y="95783"/>
                    <a:pt x="89034" y="101265"/>
                  </a:cubicBezTo>
                  <a:cubicBezTo>
                    <a:pt x="93892" y="112533"/>
                    <a:pt x="94500" y="124410"/>
                    <a:pt x="94500" y="139637"/>
                  </a:cubicBezTo>
                  <a:cubicBezTo>
                    <a:pt x="94500" y="150296"/>
                    <a:pt x="94500" y="168569"/>
                    <a:pt x="87212" y="181360"/>
                  </a:cubicBezTo>
                  <a:cubicBezTo>
                    <a:pt x="79924" y="193237"/>
                    <a:pt x="68688" y="201155"/>
                    <a:pt x="54720" y="201155"/>
                  </a:cubicBezTo>
                  <a:cubicBezTo>
                    <a:pt x="32553" y="201155"/>
                    <a:pt x="15244" y="185014"/>
                    <a:pt x="10082" y="167046"/>
                  </a:cubicBezTo>
                  <a:cubicBezTo>
                    <a:pt x="10993" y="167351"/>
                    <a:pt x="11904" y="167655"/>
                    <a:pt x="15244" y="167655"/>
                  </a:cubicBezTo>
                  <a:cubicBezTo>
                    <a:pt x="25265" y="167655"/>
                    <a:pt x="30427" y="160042"/>
                    <a:pt x="30427" y="152733"/>
                  </a:cubicBezTo>
                  <a:cubicBezTo>
                    <a:pt x="30427" y="145424"/>
                    <a:pt x="25265" y="137810"/>
                    <a:pt x="15244" y="137810"/>
                  </a:cubicBezTo>
                  <a:cubicBezTo>
                    <a:pt x="10993" y="137810"/>
                    <a:pt x="365" y="139942"/>
                    <a:pt x="365" y="153951"/>
                  </a:cubicBezTo>
                  <a:cubicBezTo>
                    <a:pt x="365" y="180142"/>
                    <a:pt x="21317" y="209682"/>
                    <a:pt x="55327" y="209682"/>
                  </a:cubicBezTo>
                  <a:cubicBezTo>
                    <a:pt x="90552" y="209682"/>
                    <a:pt x="121525" y="180446"/>
                    <a:pt x="121525" y="141769"/>
                  </a:cubicBez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C3730B39-31F3-8E81-F776-ED3BD6C80F34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>
            <a:xfrm>
              <a:off x="13060619" y="5220431"/>
              <a:ext cx="12146" cy="365452"/>
            </a:xfrm>
            <a:custGeom>
              <a:avLst/>
              <a:gdLst>
                <a:gd name="connsiteX0" fmla="*/ 0 w 12146"/>
                <a:gd name="connsiteY0" fmla="*/ 0 h 365452"/>
                <a:gd name="connsiteX1" fmla="*/ 12146 w 12146"/>
                <a:gd name="connsiteY1" fmla="*/ 0 h 365452"/>
                <a:gd name="connsiteX2" fmla="*/ 12146 w 12146"/>
                <a:gd name="connsiteY2" fmla="*/ 365453 h 365452"/>
                <a:gd name="connsiteX3" fmla="*/ 0 w 12146"/>
                <a:gd name="connsiteY3" fmla="*/ 365453 h 36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5452">
                  <a:moveTo>
                    <a:pt x="0" y="0"/>
                  </a:moveTo>
                  <a:lnTo>
                    <a:pt x="12146" y="0"/>
                  </a:lnTo>
                  <a:lnTo>
                    <a:pt x="12146" y="365453"/>
                  </a:lnTo>
                  <a:lnTo>
                    <a:pt x="0" y="365453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EF1FF42E-4AB7-FC9B-21E6-B6BD6BF87839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>
            <a:xfrm>
              <a:off x="4376843" y="5585884"/>
              <a:ext cx="8695922" cy="12181"/>
            </a:xfrm>
            <a:custGeom>
              <a:avLst/>
              <a:gdLst>
                <a:gd name="connsiteX0" fmla="*/ 0 w 8695922"/>
                <a:gd name="connsiteY0" fmla="*/ 0 h 12181"/>
                <a:gd name="connsiteX1" fmla="*/ 8695922 w 8695922"/>
                <a:gd name="connsiteY1" fmla="*/ 0 h 12181"/>
                <a:gd name="connsiteX2" fmla="*/ 8695922 w 8695922"/>
                <a:gd name="connsiteY2" fmla="*/ 12181 h 12181"/>
                <a:gd name="connsiteX3" fmla="*/ -1 w 8695922"/>
                <a:gd name="connsiteY3" fmla="*/ 12181 h 1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2" h="12181">
                  <a:moveTo>
                    <a:pt x="0" y="0"/>
                  </a:moveTo>
                  <a:lnTo>
                    <a:pt x="8695922" y="0"/>
                  </a:lnTo>
                  <a:lnTo>
                    <a:pt x="8695922" y="12181"/>
                  </a:lnTo>
                  <a:lnTo>
                    <a:pt x="-1" y="12181"/>
                  </a:lnTo>
                  <a:close/>
                </a:path>
              </a:pathLst>
            </a:custGeom>
            <a:solidFill>
              <a:srgbClr val="FFFFFF"/>
            </a:solidFill>
            <a:ln w="355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F882040F-B774-C251-106A-6AC2F92F329F}"/>
              </a:ext>
            </a:extLst>
          </p:cNvPr>
          <p:cNvGrpSpPr/>
          <p:nvPr/>
        </p:nvGrpSpPr>
        <p:grpSpPr>
          <a:xfrm>
            <a:off x="6526012" y="3439548"/>
            <a:ext cx="4467456" cy="288602"/>
            <a:chOff x="5777923" y="3484580"/>
            <a:chExt cx="4467456" cy="288602"/>
          </a:xfrm>
        </p:grpSpPr>
        <p:grpSp>
          <p:nvGrpSpPr>
            <p:cNvPr id="595" name="Group 594">
              <a:extLst>
                <a:ext uri="{FF2B5EF4-FFF2-40B4-BE49-F238E27FC236}">
                  <a16:creationId xmlns:a16="http://schemas.microsoft.com/office/drawing/2014/main" id="{5C8A6574-C1F2-87CF-0773-4CC21805A104}"/>
                </a:ext>
              </a:extLst>
            </p:cNvPr>
            <p:cNvGrpSpPr>
              <a:grpSpLocks noChangeAspect="1"/>
            </p:cNvGrpSpPr>
            <p:nvPr>
              <p:custDataLst>
                <p:tags r:id="rId156"/>
              </p:custDataLst>
            </p:nvPr>
          </p:nvGrpSpPr>
          <p:grpSpPr>
            <a:xfrm>
              <a:off x="5777923" y="3510340"/>
              <a:ext cx="384817" cy="237083"/>
              <a:chOff x="10656541" y="5210434"/>
              <a:chExt cx="384817" cy="237083"/>
            </a:xfrm>
          </p:grpSpPr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00EEF797-F66E-9757-402F-6FA0A4682207}"/>
                  </a:ext>
                </a:extLst>
              </p:cNvPr>
              <p:cNvSpPr/>
              <p:nvPr>
                <p:custDataLst>
                  <p:tags r:id="rId169"/>
                </p:custDataLst>
              </p:nvPr>
            </p:nvSpPr>
            <p:spPr>
              <a:xfrm>
                <a:off x="10656541" y="5210434"/>
                <a:ext cx="215751" cy="233325"/>
              </a:xfrm>
              <a:custGeom>
                <a:avLst/>
                <a:gdLst>
                  <a:gd name="connsiteX0" fmla="*/ 112177 w 215751"/>
                  <a:gd name="connsiteY0" fmla="*/ 122043 h 233325"/>
                  <a:gd name="connsiteX1" fmla="*/ 115366 w 215751"/>
                  <a:gd name="connsiteY1" fmla="*/ 116577 h 233325"/>
                  <a:gd name="connsiteX2" fmla="*/ 112886 w 215751"/>
                  <a:gd name="connsiteY2" fmla="*/ 111794 h 233325"/>
                  <a:gd name="connsiteX3" fmla="*/ 40260 w 215751"/>
                  <a:gd name="connsiteY3" fmla="*/ 10675 h 233325"/>
                  <a:gd name="connsiteX4" fmla="*/ 122097 w 215751"/>
                  <a:gd name="connsiteY4" fmla="*/ 10675 h 233325"/>
                  <a:gd name="connsiteX5" fmla="*/ 207122 w 215751"/>
                  <a:gd name="connsiteY5" fmla="*/ 76949 h 233325"/>
                  <a:gd name="connsiteX6" fmla="*/ 215979 w 215751"/>
                  <a:gd name="connsiteY6" fmla="*/ 76949 h 233325"/>
                  <a:gd name="connsiteX7" fmla="*/ 206059 w 215751"/>
                  <a:gd name="connsiteY7" fmla="*/ 85 h 233325"/>
                  <a:gd name="connsiteX8" fmla="*/ 9439 w 215751"/>
                  <a:gd name="connsiteY8" fmla="*/ 85 h 233325"/>
                  <a:gd name="connsiteX9" fmla="*/ 228 w 215751"/>
                  <a:gd name="connsiteY9" fmla="*/ 7942 h 233325"/>
                  <a:gd name="connsiteX10" fmla="*/ 88441 w 215751"/>
                  <a:gd name="connsiteY10" fmla="*/ 131608 h 233325"/>
                  <a:gd name="connsiteX11" fmla="*/ 4125 w 215751"/>
                  <a:gd name="connsiteY11" fmla="*/ 224187 h 233325"/>
                  <a:gd name="connsiteX12" fmla="*/ 582 w 215751"/>
                  <a:gd name="connsiteY12" fmla="*/ 229653 h 233325"/>
                  <a:gd name="connsiteX13" fmla="*/ 9439 w 215751"/>
                  <a:gd name="connsiteY13" fmla="*/ 233410 h 233325"/>
                  <a:gd name="connsiteX14" fmla="*/ 206059 w 215751"/>
                  <a:gd name="connsiteY14" fmla="*/ 233410 h 233325"/>
                  <a:gd name="connsiteX15" fmla="*/ 215979 w 215751"/>
                  <a:gd name="connsiteY15" fmla="*/ 152788 h 233325"/>
                  <a:gd name="connsiteX16" fmla="*/ 207122 w 215751"/>
                  <a:gd name="connsiteY16" fmla="*/ 152788 h 233325"/>
                  <a:gd name="connsiteX17" fmla="*/ 121034 w 215751"/>
                  <a:gd name="connsiteY17" fmla="*/ 219062 h 233325"/>
                  <a:gd name="connsiteX18" fmla="*/ 23255 w 215751"/>
                  <a:gd name="connsiteY18" fmla="*/ 219062 h 233325"/>
                  <a:gd name="connsiteX19" fmla="*/ 112177 w 215751"/>
                  <a:gd name="connsiteY19" fmla="*/ 122043 h 233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5751" h="233325">
                    <a:moveTo>
                      <a:pt x="112177" y="122043"/>
                    </a:moveTo>
                    <a:cubicBezTo>
                      <a:pt x="115366" y="118626"/>
                      <a:pt x="115366" y="117260"/>
                      <a:pt x="115366" y="116577"/>
                    </a:cubicBezTo>
                    <a:cubicBezTo>
                      <a:pt x="115366" y="114869"/>
                      <a:pt x="113949" y="113161"/>
                      <a:pt x="112886" y="111794"/>
                    </a:cubicBezTo>
                    <a:lnTo>
                      <a:pt x="40260" y="10675"/>
                    </a:lnTo>
                    <a:lnTo>
                      <a:pt x="122097" y="10675"/>
                    </a:lnTo>
                    <a:cubicBezTo>
                      <a:pt x="181969" y="10675"/>
                      <a:pt x="199683" y="22973"/>
                      <a:pt x="207122" y="76949"/>
                    </a:cubicBezTo>
                    <a:lnTo>
                      <a:pt x="215979" y="76949"/>
                    </a:lnTo>
                    <a:lnTo>
                      <a:pt x="206059" y="85"/>
                    </a:lnTo>
                    <a:lnTo>
                      <a:pt x="9439" y="85"/>
                    </a:lnTo>
                    <a:cubicBezTo>
                      <a:pt x="936" y="85"/>
                      <a:pt x="228" y="85"/>
                      <a:pt x="228" y="7942"/>
                    </a:cubicBezTo>
                    <a:lnTo>
                      <a:pt x="88441" y="131608"/>
                    </a:lnTo>
                    <a:lnTo>
                      <a:pt x="4125" y="224187"/>
                    </a:lnTo>
                    <a:cubicBezTo>
                      <a:pt x="582" y="227945"/>
                      <a:pt x="582" y="228628"/>
                      <a:pt x="582" y="229653"/>
                    </a:cubicBezTo>
                    <a:cubicBezTo>
                      <a:pt x="582" y="233410"/>
                      <a:pt x="4125" y="233410"/>
                      <a:pt x="9439" y="233410"/>
                    </a:cubicBezTo>
                    <a:lnTo>
                      <a:pt x="206059" y="233410"/>
                    </a:lnTo>
                    <a:lnTo>
                      <a:pt x="215979" y="152788"/>
                    </a:lnTo>
                    <a:lnTo>
                      <a:pt x="207122" y="152788"/>
                    </a:lnTo>
                    <a:cubicBezTo>
                      <a:pt x="200745" y="209839"/>
                      <a:pt x="176655" y="219062"/>
                      <a:pt x="121034" y="219062"/>
                    </a:cubicBezTo>
                    <a:lnTo>
                      <a:pt x="23255" y="219062"/>
                    </a:lnTo>
                    <a:lnTo>
                      <a:pt x="112177" y="122043"/>
                    </a:ln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A69ED6AD-A6A8-628B-0ED6-AE14BBAB8683}"/>
                  </a:ext>
                </a:extLst>
              </p:cNvPr>
              <p:cNvSpPr/>
              <p:nvPr>
                <p:custDataLst>
                  <p:tags r:id="rId170"/>
                </p:custDataLst>
              </p:nvPr>
            </p:nvSpPr>
            <p:spPr>
              <a:xfrm>
                <a:off x="10910987" y="5292764"/>
                <a:ext cx="130371" cy="154753"/>
              </a:xfrm>
              <a:custGeom>
                <a:avLst/>
                <a:gdLst>
                  <a:gd name="connsiteX0" fmla="*/ 120333 w 130371"/>
                  <a:gd name="connsiteY0" fmla="*/ 23315 h 154753"/>
                  <a:gd name="connsiteX1" fmla="*/ 103328 w 130371"/>
                  <a:gd name="connsiteY1" fmla="*/ 38688 h 154753"/>
                  <a:gd name="connsiteX2" fmla="*/ 114310 w 130371"/>
                  <a:gd name="connsiteY2" fmla="*/ 48595 h 154753"/>
                  <a:gd name="connsiteX3" fmla="*/ 130607 w 130371"/>
                  <a:gd name="connsiteY3" fmla="*/ 29464 h 154753"/>
                  <a:gd name="connsiteX4" fmla="*/ 88449 w 130371"/>
                  <a:gd name="connsiteY4" fmla="*/ 85 h 154753"/>
                  <a:gd name="connsiteX5" fmla="*/ 28577 w 130371"/>
                  <a:gd name="connsiteY5" fmla="*/ 49961 h 154753"/>
                  <a:gd name="connsiteX6" fmla="*/ 65067 w 130371"/>
                  <a:gd name="connsiteY6" fmla="*/ 83781 h 154753"/>
                  <a:gd name="connsiteX7" fmla="*/ 101911 w 130371"/>
                  <a:gd name="connsiteY7" fmla="*/ 109744 h 154753"/>
                  <a:gd name="connsiteX8" fmla="*/ 51250 w 130371"/>
                  <a:gd name="connsiteY8" fmla="*/ 147322 h 154753"/>
                  <a:gd name="connsiteX9" fmla="*/ 10863 w 130371"/>
                  <a:gd name="connsiteY9" fmla="*/ 129217 h 154753"/>
                  <a:gd name="connsiteX10" fmla="*/ 33182 w 130371"/>
                  <a:gd name="connsiteY10" fmla="*/ 111111 h 154753"/>
                  <a:gd name="connsiteX11" fmla="*/ 20074 w 130371"/>
                  <a:gd name="connsiteY11" fmla="*/ 99154 h 154753"/>
                  <a:gd name="connsiteX12" fmla="*/ 235 w 130371"/>
                  <a:gd name="connsiteY12" fmla="*/ 121701 h 154753"/>
                  <a:gd name="connsiteX13" fmla="*/ 50896 w 130371"/>
                  <a:gd name="connsiteY13" fmla="*/ 154838 h 154753"/>
                  <a:gd name="connsiteX14" fmla="*/ 122104 w 130371"/>
                  <a:gd name="connsiteY14" fmla="*/ 98129 h 154753"/>
                  <a:gd name="connsiteX15" fmla="*/ 111122 w 130371"/>
                  <a:gd name="connsiteY15" fmla="*/ 73191 h 154753"/>
                  <a:gd name="connsiteX16" fmla="*/ 75695 w 130371"/>
                  <a:gd name="connsiteY16" fmla="*/ 58843 h 154753"/>
                  <a:gd name="connsiteX17" fmla="*/ 48770 w 130371"/>
                  <a:gd name="connsiteY17" fmla="*/ 38346 h 154753"/>
                  <a:gd name="connsiteX18" fmla="*/ 88449 w 130371"/>
                  <a:gd name="connsiteY18" fmla="*/ 7600 h 154753"/>
                  <a:gd name="connsiteX19" fmla="*/ 120333 w 130371"/>
                  <a:gd name="connsiteY19" fmla="*/ 23315 h 154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0371" h="154753">
                    <a:moveTo>
                      <a:pt x="120333" y="23315"/>
                    </a:moveTo>
                    <a:cubicBezTo>
                      <a:pt x="110413" y="23656"/>
                      <a:pt x="103328" y="31172"/>
                      <a:pt x="103328" y="38688"/>
                    </a:cubicBezTo>
                    <a:cubicBezTo>
                      <a:pt x="103328" y="43470"/>
                      <a:pt x="106516" y="48595"/>
                      <a:pt x="114310" y="48595"/>
                    </a:cubicBezTo>
                    <a:cubicBezTo>
                      <a:pt x="122104" y="48595"/>
                      <a:pt x="130607" y="42787"/>
                      <a:pt x="130607" y="29464"/>
                    </a:cubicBezTo>
                    <a:cubicBezTo>
                      <a:pt x="130607" y="14091"/>
                      <a:pt x="115373" y="85"/>
                      <a:pt x="88449" y="85"/>
                    </a:cubicBezTo>
                    <a:cubicBezTo>
                      <a:pt x="41685" y="85"/>
                      <a:pt x="28577" y="34930"/>
                      <a:pt x="28577" y="49961"/>
                    </a:cubicBezTo>
                    <a:cubicBezTo>
                      <a:pt x="28577" y="76607"/>
                      <a:pt x="54793" y="81732"/>
                      <a:pt x="65067" y="83781"/>
                    </a:cubicBezTo>
                    <a:cubicBezTo>
                      <a:pt x="83489" y="87198"/>
                      <a:pt x="101911" y="90955"/>
                      <a:pt x="101911" y="109744"/>
                    </a:cubicBezTo>
                    <a:cubicBezTo>
                      <a:pt x="101911" y="118626"/>
                      <a:pt x="93763" y="147322"/>
                      <a:pt x="51250" y="147322"/>
                    </a:cubicBezTo>
                    <a:cubicBezTo>
                      <a:pt x="46290" y="147322"/>
                      <a:pt x="19011" y="147322"/>
                      <a:pt x="10863" y="129217"/>
                    </a:cubicBezTo>
                    <a:cubicBezTo>
                      <a:pt x="24325" y="130925"/>
                      <a:pt x="33182" y="120676"/>
                      <a:pt x="33182" y="111111"/>
                    </a:cubicBezTo>
                    <a:cubicBezTo>
                      <a:pt x="33182" y="103254"/>
                      <a:pt x="27514" y="99154"/>
                      <a:pt x="20074" y="99154"/>
                    </a:cubicBezTo>
                    <a:cubicBezTo>
                      <a:pt x="10863" y="99154"/>
                      <a:pt x="235" y="106328"/>
                      <a:pt x="235" y="121701"/>
                    </a:cubicBezTo>
                    <a:cubicBezTo>
                      <a:pt x="235" y="141173"/>
                      <a:pt x="20428" y="154838"/>
                      <a:pt x="50896" y="154838"/>
                    </a:cubicBezTo>
                    <a:cubicBezTo>
                      <a:pt x="108288" y="154838"/>
                      <a:pt x="122104" y="113502"/>
                      <a:pt x="122104" y="98129"/>
                    </a:cubicBezTo>
                    <a:cubicBezTo>
                      <a:pt x="122104" y="85831"/>
                      <a:pt x="115373" y="77291"/>
                      <a:pt x="111122" y="73191"/>
                    </a:cubicBezTo>
                    <a:cubicBezTo>
                      <a:pt x="101557" y="63626"/>
                      <a:pt x="91283" y="61918"/>
                      <a:pt x="75695" y="58843"/>
                    </a:cubicBezTo>
                    <a:cubicBezTo>
                      <a:pt x="62941" y="56110"/>
                      <a:pt x="48770" y="53719"/>
                      <a:pt x="48770" y="38346"/>
                    </a:cubicBezTo>
                    <a:cubicBezTo>
                      <a:pt x="48770" y="28439"/>
                      <a:pt x="57273" y="7600"/>
                      <a:pt x="88449" y="7600"/>
                    </a:cubicBezTo>
                    <a:cubicBezTo>
                      <a:pt x="97305" y="7600"/>
                      <a:pt x="115019" y="9992"/>
                      <a:pt x="120333" y="233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  <p:grpSp>
          <p:nvGrpSpPr>
            <p:cNvPr id="610" name="Group 609">
              <a:extLst>
                <a:ext uri="{FF2B5EF4-FFF2-40B4-BE49-F238E27FC236}">
                  <a16:creationId xmlns:a16="http://schemas.microsoft.com/office/drawing/2014/main" id="{0DD25BF4-A0B1-571F-7AA3-6621B90D0EFE}"/>
                </a:ext>
              </a:extLst>
            </p:cNvPr>
            <p:cNvGrpSpPr>
              <a:grpSpLocks noChangeAspect="1"/>
            </p:cNvGrpSpPr>
            <p:nvPr>
              <p:custDataLst>
                <p:tags r:id="rId157"/>
              </p:custDataLst>
            </p:nvPr>
          </p:nvGrpSpPr>
          <p:grpSpPr>
            <a:xfrm>
              <a:off x="7112000" y="3510340"/>
              <a:ext cx="336891" cy="237083"/>
              <a:chOff x="14880037" y="6203861"/>
              <a:chExt cx="336891" cy="237083"/>
            </a:xfrm>
          </p:grpSpPr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3A462879-0203-0D82-3AB7-083817C95477}"/>
                  </a:ext>
                </a:extLst>
              </p:cNvPr>
              <p:cNvSpPr/>
              <p:nvPr>
                <p:custDataLst>
                  <p:tags r:id="rId167"/>
                </p:custDataLst>
              </p:nvPr>
            </p:nvSpPr>
            <p:spPr>
              <a:xfrm>
                <a:off x="14880037" y="6203861"/>
                <a:ext cx="205944" cy="233325"/>
              </a:xfrm>
              <a:custGeom>
                <a:avLst/>
                <a:gdLst>
                  <a:gd name="connsiteX0" fmla="*/ 107089 w 205944"/>
                  <a:gd name="connsiteY0" fmla="*/ 122043 h 233325"/>
                  <a:gd name="connsiteX1" fmla="*/ 110133 w 205944"/>
                  <a:gd name="connsiteY1" fmla="*/ 116577 h 233325"/>
                  <a:gd name="connsiteX2" fmla="*/ 107766 w 205944"/>
                  <a:gd name="connsiteY2" fmla="*/ 111794 h 233325"/>
                  <a:gd name="connsiteX3" fmla="*/ 38441 w 205944"/>
                  <a:gd name="connsiteY3" fmla="*/ 10675 h 233325"/>
                  <a:gd name="connsiteX4" fmla="*/ 116558 w 205944"/>
                  <a:gd name="connsiteY4" fmla="*/ 10675 h 233325"/>
                  <a:gd name="connsiteX5" fmla="*/ 197718 w 205944"/>
                  <a:gd name="connsiteY5" fmla="*/ 76949 h 233325"/>
                  <a:gd name="connsiteX6" fmla="*/ 206173 w 205944"/>
                  <a:gd name="connsiteY6" fmla="*/ 76949 h 233325"/>
                  <a:gd name="connsiteX7" fmla="*/ 196704 w 205944"/>
                  <a:gd name="connsiteY7" fmla="*/ 85 h 233325"/>
                  <a:gd name="connsiteX8" fmla="*/ 9021 w 205944"/>
                  <a:gd name="connsiteY8" fmla="*/ 85 h 233325"/>
                  <a:gd name="connsiteX9" fmla="*/ 228 w 205944"/>
                  <a:gd name="connsiteY9" fmla="*/ 7942 h 233325"/>
                  <a:gd name="connsiteX10" fmla="*/ 84432 w 205944"/>
                  <a:gd name="connsiteY10" fmla="*/ 131608 h 233325"/>
                  <a:gd name="connsiteX11" fmla="*/ 3948 w 205944"/>
                  <a:gd name="connsiteY11" fmla="*/ 224187 h 233325"/>
                  <a:gd name="connsiteX12" fmla="*/ 566 w 205944"/>
                  <a:gd name="connsiteY12" fmla="*/ 229653 h 233325"/>
                  <a:gd name="connsiteX13" fmla="*/ 9021 w 205944"/>
                  <a:gd name="connsiteY13" fmla="*/ 233410 h 233325"/>
                  <a:gd name="connsiteX14" fmla="*/ 196704 w 205944"/>
                  <a:gd name="connsiteY14" fmla="*/ 233410 h 233325"/>
                  <a:gd name="connsiteX15" fmla="*/ 206173 w 205944"/>
                  <a:gd name="connsiteY15" fmla="*/ 152788 h 233325"/>
                  <a:gd name="connsiteX16" fmla="*/ 197718 w 205944"/>
                  <a:gd name="connsiteY16" fmla="*/ 152788 h 233325"/>
                  <a:gd name="connsiteX17" fmla="*/ 115544 w 205944"/>
                  <a:gd name="connsiteY17" fmla="*/ 219062 h 233325"/>
                  <a:gd name="connsiteX18" fmla="*/ 22209 w 205944"/>
                  <a:gd name="connsiteY18" fmla="*/ 219062 h 233325"/>
                  <a:gd name="connsiteX19" fmla="*/ 107089 w 205944"/>
                  <a:gd name="connsiteY19" fmla="*/ 122043 h 233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05944" h="233325">
                    <a:moveTo>
                      <a:pt x="107089" y="122043"/>
                    </a:moveTo>
                    <a:cubicBezTo>
                      <a:pt x="110133" y="118626"/>
                      <a:pt x="110133" y="117260"/>
                      <a:pt x="110133" y="116577"/>
                    </a:cubicBezTo>
                    <a:cubicBezTo>
                      <a:pt x="110133" y="114869"/>
                      <a:pt x="108780" y="113161"/>
                      <a:pt x="107766" y="111794"/>
                    </a:cubicBezTo>
                    <a:lnTo>
                      <a:pt x="38441" y="10675"/>
                    </a:lnTo>
                    <a:lnTo>
                      <a:pt x="116558" y="10675"/>
                    </a:lnTo>
                    <a:cubicBezTo>
                      <a:pt x="173709" y="10675"/>
                      <a:pt x="190617" y="22973"/>
                      <a:pt x="197718" y="76949"/>
                    </a:cubicBezTo>
                    <a:lnTo>
                      <a:pt x="206173" y="76949"/>
                    </a:lnTo>
                    <a:lnTo>
                      <a:pt x="196704" y="85"/>
                    </a:lnTo>
                    <a:lnTo>
                      <a:pt x="9021" y="85"/>
                    </a:lnTo>
                    <a:cubicBezTo>
                      <a:pt x="905" y="85"/>
                      <a:pt x="228" y="85"/>
                      <a:pt x="228" y="7942"/>
                    </a:cubicBezTo>
                    <a:lnTo>
                      <a:pt x="84432" y="131608"/>
                    </a:lnTo>
                    <a:lnTo>
                      <a:pt x="3948" y="224187"/>
                    </a:lnTo>
                    <a:cubicBezTo>
                      <a:pt x="566" y="227945"/>
                      <a:pt x="566" y="228628"/>
                      <a:pt x="566" y="229653"/>
                    </a:cubicBezTo>
                    <a:cubicBezTo>
                      <a:pt x="566" y="233410"/>
                      <a:pt x="3948" y="233410"/>
                      <a:pt x="9021" y="233410"/>
                    </a:cubicBezTo>
                    <a:lnTo>
                      <a:pt x="196704" y="233410"/>
                    </a:lnTo>
                    <a:lnTo>
                      <a:pt x="206173" y="152788"/>
                    </a:lnTo>
                    <a:lnTo>
                      <a:pt x="197718" y="152788"/>
                    </a:lnTo>
                    <a:cubicBezTo>
                      <a:pt x="191631" y="209839"/>
                      <a:pt x="168636" y="219062"/>
                      <a:pt x="115544" y="219062"/>
                    </a:cubicBezTo>
                    <a:lnTo>
                      <a:pt x="22209" y="219062"/>
                    </a:lnTo>
                    <a:lnTo>
                      <a:pt x="107089" y="122043"/>
                    </a:ln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E4474EA0-FA70-C243-17E7-299EC53544CB}"/>
                  </a:ext>
                </a:extLst>
              </p:cNvPr>
              <p:cNvSpPr/>
              <p:nvPr>
                <p:custDataLst>
                  <p:tags r:id="rId168"/>
                </p:custDataLst>
              </p:nvPr>
            </p:nvSpPr>
            <p:spPr>
              <a:xfrm>
                <a:off x="15113111" y="6223333"/>
                <a:ext cx="103817" cy="217611"/>
              </a:xfrm>
              <a:custGeom>
                <a:avLst/>
                <a:gdLst>
                  <a:gd name="connsiteX0" fmla="*/ 62120 w 103817"/>
                  <a:gd name="connsiteY0" fmla="*/ 77291 h 217611"/>
                  <a:gd name="connsiteX1" fmla="*/ 93908 w 103817"/>
                  <a:gd name="connsiteY1" fmla="*/ 77291 h 217611"/>
                  <a:gd name="connsiteX2" fmla="*/ 104053 w 103817"/>
                  <a:gd name="connsiteY2" fmla="*/ 70458 h 217611"/>
                  <a:gd name="connsiteX3" fmla="*/ 94584 w 103817"/>
                  <a:gd name="connsiteY3" fmla="*/ 66700 h 217611"/>
                  <a:gd name="connsiteX4" fmla="*/ 64826 w 103817"/>
                  <a:gd name="connsiteY4" fmla="*/ 66700 h 217611"/>
                  <a:gd name="connsiteX5" fmla="*/ 78690 w 103817"/>
                  <a:gd name="connsiteY5" fmla="*/ 9308 h 217611"/>
                  <a:gd name="connsiteX6" fmla="*/ 68884 w 103817"/>
                  <a:gd name="connsiteY6" fmla="*/ 85 h 217611"/>
                  <a:gd name="connsiteX7" fmla="*/ 55357 w 103817"/>
                  <a:gd name="connsiteY7" fmla="*/ 12383 h 217611"/>
                  <a:gd name="connsiteX8" fmla="*/ 42168 w 103817"/>
                  <a:gd name="connsiteY8" fmla="*/ 66700 h 217611"/>
                  <a:gd name="connsiteX9" fmla="*/ 10380 w 103817"/>
                  <a:gd name="connsiteY9" fmla="*/ 66700 h 217611"/>
                  <a:gd name="connsiteX10" fmla="*/ 235 w 103817"/>
                  <a:gd name="connsiteY10" fmla="*/ 73191 h 217611"/>
                  <a:gd name="connsiteX11" fmla="*/ 9704 w 103817"/>
                  <a:gd name="connsiteY11" fmla="*/ 77291 h 217611"/>
                  <a:gd name="connsiteX12" fmla="*/ 39463 w 103817"/>
                  <a:gd name="connsiteY12" fmla="*/ 77291 h 217611"/>
                  <a:gd name="connsiteX13" fmla="*/ 13762 w 103817"/>
                  <a:gd name="connsiteY13" fmla="*/ 186267 h 217611"/>
                  <a:gd name="connsiteX14" fmla="*/ 44874 w 103817"/>
                  <a:gd name="connsiteY14" fmla="*/ 217696 h 217611"/>
                  <a:gd name="connsiteX15" fmla="*/ 98642 w 103817"/>
                  <a:gd name="connsiteY15" fmla="*/ 165087 h 217611"/>
                  <a:gd name="connsiteX16" fmla="*/ 94584 w 103817"/>
                  <a:gd name="connsiteY16" fmla="*/ 161670 h 217611"/>
                  <a:gd name="connsiteX17" fmla="*/ 89512 w 103817"/>
                  <a:gd name="connsiteY17" fmla="*/ 166453 h 217611"/>
                  <a:gd name="connsiteX18" fmla="*/ 45550 w 103817"/>
                  <a:gd name="connsiteY18" fmla="*/ 210180 h 217611"/>
                  <a:gd name="connsiteX19" fmla="*/ 35067 w 103817"/>
                  <a:gd name="connsiteY19" fmla="*/ 194466 h 217611"/>
                  <a:gd name="connsiteX20" fmla="*/ 37096 w 103817"/>
                  <a:gd name="connsiteY20" fmla="*/ 178068 h 217611"/>
                  <a:gd name="connsiteX21" fmla="*/ 62120 w 103817"/>
                  <a:gd name="connsiteY21" fmla="*/ 77291 h 217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3817" h="217611">
                    <a:moveTo>
                      <a:pt x="62120" y="77291"/>
                    </a:moveTo>
                    <a:lnTo>
                      <a:pt x="93908" y="77291"/>
                    </a:lnTo>
                    <a:cubicBezTo>
                      <a:pt x="100671" y="77291"/>
                      <a:pt x="104053" y="77291"/>
                      <a:pt x="104053" y="70458"/>
                    </a:cubicBezTo>
                    <a:cubicBezTo>
                      <a:pt x="104053" y="66700"/>
                      <a:pt x="100671" y="66700"/>
                      <a:pt x="94584" y="66700"/>
                    </a:cubicBezTo>
                    <a:lnTo>
                      <a:pt x="64826" y="66700"/>
                    </a:lnTo>
                    <a:cubicBezTo>
                      <a:pt x="77000" y="18190"/>
                      <a:pt x="78690" y="11358"/>
                      <a:pt x="78690" y="9308"/>
                    </a:cubicBezTo>
                    <a:cubicBezTo>
                      <a:pt x="78690" y="3501"/>
                      <a:pt x="74632" y="85"/>
                      <a:pt x="68884" y="85"/>
                    </a:cubicBezTo>
                    <a:cubicBezTo>
                      <a:pt x="67869" y="85"/>
                      <a:pt x="58400" y="426"/>
                      <a:pt x="55357" y="12383"/>
                    </a:cubicBezTo>
                    <a:lnTo>
                      <a:pt x="42168" y="66700"/>
                    </a:lnTo>
                    <a:lnTo>
                      <a:pt x="10380" y="66700"/>
                    </a:lnTo>
                    <a:cubicBezTo>
                      <a:pt x="3617" y="66700"/>
                      <a:pt x="235" y="66700"/>
                      <a:pt x="235" y="73191"/>
                    </a:cubicBezTo>
                    <a:cubicBezTo>
                      <a:pt x="235" y="77291"/>
                      <a:pt x="2941" y="77291"/>
                      <a:pt x="9704" y="77291"/>
                    </a:cubicBezTo>
                    <a:lnTo>
                      <a:pt x="39463" y="77291"/>
                    </a:lnTo>
                    <a:cubicBezTo>
                      <a:pt x="15115" y="174310"/>
                      <a:pt x="13762" y="180118"/>
                      <a:pt x="13762" y="186267"/>
                    </a:cubicBezTo>
                    <a:cubicBezTo>
                      <a:pt x="13762" y="204714"/>
                      <a:pt x="26613" y="217696"/>
                      <a:pt x="44874" y="217696"/>
                    </a:cubicBezTo>
                    <a:cubicBezTo>
                      <a:pt x="79367" y="217696"/>
                      <a:pt x="98642" y="167820"/>
                      <a:pt x="98642" y="165087"/>
                    </a:cubicBezTo>
                    <a:cubicBezTo>
                      <a:pt x="98642" y="161670"/>
                      <a:pt x="95937" y="161670"/>
                      <a:pt x="94584" y="161670"/>
                    </a:cubicBezTo>
                    <a:cubicBezTo>
                      <a:pt x="91541" y="161670"/>
                      <a:pt x="91203" y="162695"/>
                      <a:pt x="89512" y="166453"/>
                    </a:cubicBezTo>
                    <a:cubicBezTo>
                      <a:pt x="74971" y="201981"/>
                      <a:pt x="57048" y="210180"/>
                      <a:pt x="45550" y="210180"/>
                    </a:cubicBezTo>
                    <a:cubicBezTo>
                      <a:pt x="38448" y="210180"/>
                      <a:pt x="35067" y="205739"/>
                      <a:pt x="35067" y="194466"/>
                    </a:cubicBezTo>
                    <a:cubicBezTo>
                      <a:pt x="35067" y="186267"/>
                      <a:pt x="35743" y="183876"/>
                      <a:pt x="37096" y="178068"/>
                    </a:cubicBezTo>
                    <a:lnTo>
                      <a:pt x="62120" y="77291"/>
                    </a:ln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620" name="Group 619">
              <a:extLst>
                <a:ext uri="{FF2B5EF4-FFF2-40B4-BE49-F238E27FC236}">
                  <a16:creationId xmlns:a16="http://schemas.microsoft.com/office/drawing/2014/main" id="{A53154E3-D413-7692-60B0-9D07D56DF19D}"/>
                </a:ext>
              </a:extLst>
            </p:cNvPr>
            <p:cNvGrpSpPr>
              <a:grpSpLocks noChangeAspect="1"/>
            </p:cNvGrpSpPr>
            <p:nvPr>
              <p:custDataLst>
                <p:tags r:id="rId158"/>
              </p:custDataLst>
            </p:nvPr>
          </p:nvGrpSpPr>
          <p:grpSpPr>
            <a:xfrm>
              <a:off x="8186303" y="3484580"/>
              <a:ext cx="519084" cy="288602"/>
              <a:chOff x="16287204" y="6040128"/>
              <a:chExt cx="519084" cy="288602"/>
            </a:xfrm>
          </p:grpSpPr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44A7891B-45F1-796D-6C1F-E58FA346BCFD}"/>
                  </a:ext>
                </a:extLst>
              </p:cNvPr>
              <p:cNvSpPr/>
              <p:nvPr>
                <p:custDataLst>
                  <p:tags r:id="rId164"/>
                </p:custDataLst>
              </p:nvPr>
            </p:nvSpPr>
            <p:spPr>
              <a:xfrm>
                <a:off x="16287204" y="6103354"/>
                <a:ext cx="212380" cy="221803"/>
              </a:xfrm>
              <a:custGeom>
                <a:avLst/>
                <a:gdLst>
                  <a:gd name="connsiteX0" fmla="*/ 110426 w 212380"/>
                  <a:gd name="connsiteY0" fmla="*/ 116020 h 221803"/>
                  <a:gd name="connsiteX1" fmla="*/ 113565 w 212380"/>
                  <a:gd name="connsiteY1" fmla="*/ 110824 h 221803"/>
                  <a:gd name="connsiteX2" fmla="*/ 111123 w 212380"/>
                  <a:gd name="connsiteY2" fmla="*/ 106278 h 221803"/>
                  <a:gd name="connsiteX3" fmla="*/ 39633 w 212380"/>
                  <a:gd name="connsiteY3" fmla="*/ 10152 h 221803"/>
                  <a:gd name="connsiteX4" fmla="*/ 120191 w 212380"/>
                  <a:gd name="connsiteY4" fmla="*/ 10152 h 221803"/>
                  <a:gd name="connsiteX5" fmla="*/ 203887 w 212380"/>
                  <a:gd name="connsiteY5" fmla="*/ 73153 h 221803"/>
                  <a:gd name="connsiteX6" fmla="*/ 212606 w 212380"/>
                  <a:gd name="connsiteY6" fmla="*/ 73153 h 221803"/>
                  <a:gd name="connsiteX7" fmla="*/ 202841 w 212380"/>
                  <a:gd name="connsiteY7" fmla="*/ 85 h 221803"/>
                  <a:gd name="connsiteX8" fmla="*/ 9293 w 212380"/>
                  <a:gd name="connsiteY8" fmla="*/ 85 h 221803"/>
                  <a:gd name="connsiteX9" fmla="*/ 225 w 212380"/>
                  <a:gd name="connsiteY9" fmla="*/ 7554 h 221803"/>
                  <a:gd name="connsiteX10" fmla="*/ 87061 w 212380"/>
                  <a:gd name="connsiteY10" fmla="*/ 125113 h 221803"/>
                  <a:gd name="connsiteX11" fmla="*/ 4062 w 212380"/>
                  <a:gd name="connsiteY11" fmla="*/ 213120 h 221803"/>
                  <a:gd name="connsiteX12" fmla="*/ 574 w 212380"/>
                  <a:gd name="connsiteY12" fmla="*/ 218316 h 221803"/>
                  <a:gd name="connsiteX13" fmla="*/ 9293 w 212380"/>
                  <a:gd name="connsiteY13" fmla="*/ 221888 h 221803"/>
                  <a:gd name="connsiteX14" fmla="*/ 202841 w 212380"/>
                  <a:gd name="connsiteY14" fmla="*/ 221888 h 221803"/>
                  <a:gd name="connsiteX15" fmla="*/ 212606 w 212380"/>
                  <a:gd name="connsiteY15" fmla="*/ 145247 h 221803"/>
                  <a:gd name="connsiteX16" fmla="*/ 203887 w 212380"/>
                  <a:gd name="connsiteY16" fmla="*/ 145247 h 221803"/>
                  <a:gd name="connsiteX17" fmla="*/ 119144 w 212380"/>
                  <a:gd name="connsiteY17" fmla="*/ 208249 h 221803"/>
                  <a:gd name="connsiteX18" fmla="*/ 22893 w 212380"/>
                  <a:gd name="connsiteY18" fmla="*/ 208249 h 221803"/>
                  <a:gd name="connsiteX19" fmla="*/ 110426 w 212380"/>
                  <a:gd name="connsiteY19" fmla="*/ 116020 h 221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2380" h="221803">
                    <a:moveTo>
                      <a:pt x="110426" y="116020"/>
                    </a:moveTo>
                    <a:cubicBezTo>
                      <a:pt x="113565" y="112773"/>
                      <a:pt x="113565" y="111474"/>
                      <a:pt x="113565" y="110824"/>
                    </a:cubicBezTo>
                    <a:cubicBezTo>
                      <a:pt x="113565" y="109200"/>
                      <a:pt x="112170" y="107577"/>
                      <a:pt x="111123" y="106278"/>
                    </a:cubicBezTo>
                    <a:lnTo>
                      <a:pt x="39633" y="10152"/>
                    </a:lnTo>
                    <a:lnTo>
                      <a:pt x="120191" y="10152"/>
                    </a:lnTo>
                    <a:cubicBezTo>
                      <a:pt x="179127" y="10152"/>
                      <a:pt x="196564" y="21843"/>
                      <a:pt x="203887" y="73153"/>
                    </a:cubicBezTo>
                    <a:lnTo>
                      <a:pt x="212606" y="73153"/>
                    </a:lnTo>
                    <a:lnTo>
                      <a:pt x="202841" y="85"/>
                    </a:lnTo>
                    <a:lnTo>
                      <a:pt x="9293" y="85"/>
                    </a:lnTo>
                    <a:cubicBezTo>
                      <a:pt x="923" y="85"/>
                      <a:pt x="225" y="85"/>
                      <a:pt x="225" y="7554"/>
                    </a:cubicBezTo>
                    <a:lnTo>
                      <a:pt x="87061" y="125113"/>
                    </a:lnTo>
                    <a:lnTo>
                      <a:pt x="4062" y="213120"/>
                    </a:lnTo>
                    <a:cubicBezTo>
                      <a:pt x="574" y="216692"/>
                      <a:pt x="574" y="217342"/>
                      <a:pt x="574" y="218316"/>
                    </a:cubicBezTo>
                    <a:cubicBezTo>
                      <a:pt x="574" y="221888"/>
                      <a:pt x="4062" y="221888"/>
                      <a:pt x="9293" y="221888"/>
                    </a:cubicBezTo>
                    <a:lnTo>
                      <a:pt x="202841" y="221888"/>
                    </a:lnTo>
                    <a:lnTo>
                      <a:pt x="212606" y="145247"/>
                    </a:lnTo>
                    <a:lnTo>
                      <a:pt x="203887" y="145247"/>
                    </a:lnTo>
                    <a:cubicBezTo>
                      <a:pt x="197610" y="199480"/>
                      <a:pt x="173896" y="208249"/>
                      <a:pt x="119144" y="208249"/>
                    </a:cubicBezTo>
                    <a:lnTo>
                      <a:pt x="22893" y="208249"/>
                    </a:lnTo>
                    <a:lnTo>
                      <a:pt x="110426" y="116020"/>
                    </a:ln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940C98A5-CDA7-FE44-C71D-E92326BE5869}"/>
                  </a:ext>
                </a:extLst>
              </p:cNvPr>
              <p:cNvSpPr/>
              <p:nvPr>
                <p:custDataLst>
                  <p:tags r:id="rId165"/>
                </p:custDataLst>
              </p:nvPr>
            </p:nvSpPr>
            <p:spPr>
              <a:xfrm>
                <a:off x="16537675" y="6181619"/>
                <a:ext cx="128334" cy="147111"/>
              </a:xfrm>
              <a:custGeom>
                <a:avLst/>
                <a:gdLst>
                  <a:gd name="connsiteX0" fmla="*/ 118454 w 128334"/>
                  <a:gd name="connsiteY0" fmla="*/ 22168 h 147111"/>
                  <a:gd name="connsiteX1" fmla="*/ 101715 w 128334"/>
                  <a:gd name="connsiteY1" fmla="*/ 36781 h 147111"/>
                  <a:gd name="connsiteX2" fmla="*/ 112526 w 128334"/>
                  <a:gd name="connsiteY2" fmla="*/ 46199 h 147111"/>
                  <a:gd name="connsiteX3" fmla="*/ 128568 w 128334"/>
                  <a:gd name="connsiteY3" fmla="*/ 28013 h 147111"/>
                  <a:gd name="connsiteX4" fmla="*/ 87068 w 128334"/>
                  <a:gd name="connsiteY4" fmla="*/ 85 h 147111"/>
                  <a:gd name="connsiteX5" fmla="*/ 28132 w 128334"/>
                  <a:gd name="connsiteY5" fmla="*/ 47498 h 147111"/>
                  <a:gd name="connsiteX6" fmla="*/ 64051 w 128334"/>
                  <a:gd name="connsiteY6" fmla="*/ 79648 h 147111"/>
                  <a:gd name="connsiteX7" fmla="*/ 100320 w 128334"/>
                  <a:gd name="connsiteY7" fmla="*/ 104329 h 147111"/>
                  <a:gd name="connsiteX8" fmla="*/ 50451 w 128334"/>
                  <a:gd name="connsiteY8" fmla="*/ 140051 h 147111"/>
                  <a:gd name="connsiteX9" fmla="*/ 10695 w 128334"/>
                  <a:gd name="connsiteY9" fmla="*/ 122840 h 147111"/>
                  <a:gd name="connsiteX10" fmla="*/ 32665 w 128334"/>
                  <a:gd name="connsiteY10" fmla="*/ 105628 h 147111"/>
                  <a:gd name="connsiteX11" fmla="*/ 19762 w 128334"/>
                  <a:gd name="connsiteY11" fmla="*/ 94262 h 147111"/>
                  <a:gd name="connsiteX12" fmla="*/ 233 w 128334"/>
                  <a:gd name="connsiteY12" fmla="*/ 115695 h 147111"/>
                  <a:gd name="connsiteX13" fmla="*/ 50102 w 128334"/>
                  <a:gd name="connsiteY13" fmla="*/ 147196 h 147111"/>
                  <a:gd name="connsiteX14" fmla="*/ 120198 w 128334"/>
                  <a:gd name="connsiteY14" fmla="*/ 93288 h 147111"/>
                  <a:gd name="connsiteX15" fmla="*/ 109387 w 128334"/>
                  <a:gd name="connsiteY15" fmla="*/ 69581 h 147111"/>
                  <a:gd name="connsiteX16" fmla="*/ 74513 w 128334"/>
                  <a:gd name="connsiteY16" fmla="*/ 55941 h 147111"/>
                  <a:gd name="connsiteX17" fmla="*/ 48009 w 128334"/>
                  <a:gd name="connsiteY17" fmla="*/ 36457 h 147111"/>
                  <a:gd name="connsiteX18" fmla="*/ 87068 w 128334"/>
                  <a:gd name="connsiteY18" fmla="*/ 7229 h 147111"/>
                  <a:gd name="connsiteX19" fmla="*/ 118454 w 128334"/>
                  <a:gd name="connsiteY19" fmla="*/ 22168 h 14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8334" h="147111">
                    <a:moveTo>
                      <a:pt x="118454" y="22168"/>
                    </a:moveTo>
                    <a:cubicBezTo>
                      <a:pt x="108690" y="22492"/>
                      <a:pt x="101715" y="29637"/>
                      <a:pt x="101715" y="36781"/>
                    </a:cubicBezTo>
                    <a:cubicBezTo>
                      <a:pt x="101715" y="41328"/>
                      <a:pt x="104853" y="46199"/>
                      <a:pt x="112526" y="46199"/>
                    </a:cubicBezTo>
                    <a:cubicBezTo>
                      <a:pt x="120198" y="46199"/>
                      <a:pt x="128568" y="40678"/>
                      <a:pt x="128568" y="28013"/>
                    </a:cubicBezTo>
                    <a:cubicBezTo>
                      <a:pt x="128568" y="13399"/>
                      <a:pt x="113572" y="85"/>
                      <a:pt x="87068" y="85"/>
                    </a:cubicBezTo>
                    <a:cubicBezTo>
                      <a:pt x="41035" y="85"/>
                      <a:pt x="28132" y="33209"/>
                      <a:pt x="28132" y="47498"/>
                    </a:cubicBezTo>
                    <a:cubicBezTo>
                      <a:pt x="28132" y="72828"/>
                      <a:pt x="53938" y="77700"/>
                      <a:pt x="64051" y="79648"/>
                    </a:cubicBezTo>
                    <a:cubicBezTo>
                      <a:pt x="82186" y="82896"/>
                      <a:pt x="100320" y="86468"/>
                      <a:pt x="100320" y="104329"/>
                    </a:cubicBezTo>
                    <a:cubicBezTo>
                      <a:pt x="100320" y="112773"/>
                      <a:pt x="92299" y="140051"/>
                      <a:pt x="50451" y="140051"/>
                    </a:cubicBezTo>
                    <a:cubicBezTo>
                      <a:pt x="45568" y="140051"/>
                      <a:pt x="18716" y="140051"/>
                      <a:pt x="10695" y="122840"/>
                    </a:cubicBezTo>
                    <a:cubicBezTo>
                      <a:pt x="23947" y="124464"/>
                      <a:pt x="32665" y="114721"/>
                      <a:pt x="32665" y="105628"/>
                    </a:cubicBezTo>
                    <a:cubicBezTo>
                      <a:pt x="32665" y="98159"/>
                      <a:pt x="27085" y="94262"/>
                      <a:pt x="19762" y="94262"/>
                    </a:cubicBezTo>
                    <a:cubicBezTo>
                      <a:pt x="10695" y="94262"/>
                      <a:pt x="233" y="101082"/>
                      <a:pt x="233" y="115695"/>
                    </a:cubicBezTo>
                    <a:cubicBezTo>
                      <a:pt x="233" y="134206"/>
                      <a:pt x="20111" y="147196"/>
                      <a:pt x="50102" y="147196"/>
                    </a:cubicBezTo>
                    <a:cubicBezTo>
                      <a:pt x="106597" y="147196"/>
                      <a:pt x="120198" y="107901"/>
                      <a:pt x="120198" y="93288"/>
                    </a:cubicBezTo>
                    <a:cubicBezTo>
                      <a:pt x="120198" y="81597"/>
                      <a:pt x="113572" y="73478"/>
                      <a:pt x="109387" y="69581"/>
                    </a:cubicBezTo>
                    <a:cubicBezTo>
                      <a:pt x="99971" y="60488"/>
                      <a:pt x="89858" y="58864"/>
                      <a:pt x="74513" y="55941"/>
                    </a:cubicBezTo>
                    <a:cubicBezTo>
                      <a:pt x="61959" y="53344"/>
                      <a:pt x="48009" y="51070"/>
                      <a:pt x="48009" y="36457"/>
                    </a:cubicBezTo>
                    <a:cubicBezTo>
                      <a:pt x="48009" y="27039"/>
                      <a:pt x="56379" y="7229"/>
                      <a:pt x="87068" y="7229"/>
                    </a:cubicBezTo>
                    <a:cubicBezTo>
                      <a:pt x="95786" y="7229"/>
                      <a:pt x="113223" y="9502"/>
                      <a:pt x="118454" y="22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C822967-70BF-C5FE-13AF-6D03BF91795D}"/>
                  </a:ext>
                </a:extLst>
              </p:cNvPr>
              <p:cNvSpPr/>
              <p:nvPr>
                <p:custDataLst>
                  <p:tags r:id="rId166"/>
                </p:custDataLst>
              </p:nvPr>
            </p:nvSpPr>
            <p:spPr>
              <a:xfrm>
                <a:off x="16698390" y="6040128"/>
                <a:ext cx="107898" cy="150943"/>
              </a:xfrm>
              <a:custGeom>
                <a:avLst/>
                <a:gdLst>
                  <a:gd name="connsiteX0" fmla="*/ 108136 w 107898"/>
                  <a:gd name="connsiteY0" fmla="*/ 109651 h 150943"/>
                  <a:gd name="connsiteX1" fmla="*/ 99836 w 107898"/>
                  <a:gd name="connsiteY1" fmla="*/ 109651 h 150943"/>
                  <a:gd name="connsiteX2" fmla="*/ 93489 w 107898"/>
                  <a:gd name="connsiteY2" fmla="*/ 130337 h 150943"/>
                  <a:gd name="connsiteX3" fmla="*/ 69322 w 107898"/>
                  <a:gd name="connsiteY3" fmla="*/ 131701 h 150943"/>
                  <a:gd name="connsiteX4" fmla="*/ 24405 w 107898"/>
                  <a:gd name="connsiteY4" fmla="*/ 131701 h 150943"/>
                  <a:gd name="connsiteX5" fmla="*/ 73228 w 107898"/>
                  <a:gd name="connsiteY5" fmla="*/ 93511 h 150943"/>
                  <a:gd name="connsiteX6" fmla="*/ 108136 w 107898"/>
                  <a:gd name="connsiteY6" fmla="*/ 44409 h 150943"/>
                  <a:gd name="connsiteX7" fmla="*/ 51013 w 107898"/>
                  <a:gd name="connsiteY7" fmla="*/ 81 h 150943"/>
                  <a:gd name="connsiteX8" fmla="*/ 237 w 107898"/>
                  <a:gd name="connsiteY8" fmla="*/ 40772 h 150943"/>
                  <a:gd name="connsiteX9" fmla="*/ 13175 w 107898"/>
                  <a:gd name="connsiteY9" fmla="*/ 53502 h 150943"/>
                  <a:gd name="connsiteX10" fmla="*/ 26114 w 107898"/>
                  <a:gd name="connsiteY10" fmla="*/ 41454 h 150943"/>
                  <a:gd name="connsiteX11" fmla="*/ 11711 w 107898"/>
                  <a:gd name="connsiteY11" fmla="*/ 29405 h 150943"/>
                  <a:gd name="connsiteX12" fmla="*/ 47352 w 107898"/>
                  <a:gd name="connsiteY12" fmla="*/ 8264 h 150943"/>
                  <a:gd name="connsiteX13" fmla="*/ 84457 w 107898"/>
                  <a:gd name="connsiteY13" fmla="*/ 44409 h 150943"/>
                  <a:gd name="connsiteX14" fmla="*/ 61510 w 107898"/>
                  <a:gd name="connsiteY14" fmla="*/ 88055 h 150943"/>
                  <a:gd name="connsiteX15" fmla="*/ 2678 w 107898"/>
                  <a:gd name="connsiteY15" fmla="*/ 142158 h 150943"/>
                  <a:gd name="connsiteX16" fmla="*/ 237 w 107898"/>
                  <a:gd name="connsiteY16" fmla="*/ 151024 h 150943"/>
                  <a:gd name="connsiteX17" fmla="*/ 100813 w 107898"/>
                  <a:gd name="connsiteY17" fmla="*/ 151024 h 150943"/>
                  <a:gd name="connsiteX18" fmla="*/ 108136 w 107898"/>
                  <a:gd name="connsiteY18" fmla="*/ 109651 h 150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7898" h="150943">
                    <a:moveTo>
                      <a:pt x="108136" y="109651"/>
                    </a:moveTo>
                    <a:lnTo>
                      <a:pt x="99836" y="109651"/>
                    </a:lnTo>
                    <a:cubicBezTo>
                      <a:pt x="99104" y="114652"/>
                      <a:pt x="96663" y="128064"/>
                      <a:pt x="93489" y="130337"/>
                    </a:cubicBezTo>
                    <a:cubicBezTo>
                      <a:pt x="91536" y="131701"/>
                      <a:pt x="72740" y="131701"/>
                      <a:pt x="69322" y="131701"/>
                    </a:cubicBezTo>
                    <a:lnTo>
                      <a:pt x="24405" y="131701"/>
                    </a:lnTo>
                    <a:cubicBezTo>
                      <a:pt x="50037" y="110560"/>
                      <a:pt x="58581" y="104195"/>
                      <a:pt x="73228" y="93511"/>
                    </a:cubicBezTo>
                    <a:cubicBezTo>
                      <a:pt x="91292" y="80099"/>
                      <a:pt x="108136" y="66005"/>
                      <a:pt x="108136" y="44409"/>
                    </a:cubicBezTo>
                    <a:cubicBezTo>
                      <a:pt x="108136" y="16903"/>
                      <a:pt x="82260" y="81"/>
                      <a:pt x="51013" y="81"/>
                    </a:cubicBezTo>
                    <a:cubicBezTo>
                      <a:pt x="20743" y="81"/>
                      <a:pt x="237" y="19858"/>
                      <a:pt x="237" y="40772"/>
                    </a:cubicBezTo>
                    <a:cubicBezTo>
                      <a:pt x="237" y="52365"/>
                      <a:pt x="10734" y="53502"/>
                      <a:pt x="13175" y="53502"/>
                    </a:cubicBezTo>
                    <a:cubicBezTo>
                      <a:pt x="19034" y="53502"/>
                      <a:pt x="26114" y="49637"/>
                      <a:pt x="26114" y="41454"/>
                    </a:cubicBezTo>
                    <a:cubicBezTo>
                      <a:pt x="26114" y="37362"/>
                      <a:pt x="24405" y="29405"/>
                      <a:pt x="11711" y="29405"/>
                    </a:cubicBezTo>
                    <a:cubicBezTo>
                      <a:pt x="19278" y="13265"/>
                      <a:pt x="35878" y="8264"/>
                      <a:pt x="47352" y="8264"/>
                    </a:cubicBezTo>
                    <a:cubicBezTo>
                      <a:pt x="71763" y="8264"/>
                      <a:pt x="84457" y="25996"/>
                      <a:pt x="84457" y="44409"/>
                    </a:cubicBezTo>
                    <a:cubicBezTo>
                      <a:pt x="84457" y="64186"/>
                      <a:pt x="69322" y="79871"/>
                      <a:pt x="61510" y="88055"/>
                    </a:cubicBezTo>
                    <a:lnTo>
                      <a:pt x="2678" y="142158"/>
                    </a:lnTo>
                    <a:cubicBezTo>
                      <a:pt x="237" y="144204"/>
                      <a:pt x="237" y="144659"/>
                      <a:pt x="237" y="151024"/>
                    </a:cubicBezTo>
                    <a:lnTo>
                      <a:pt x="100813" y="151024"/>
                    </a:lnTo>
                    <a:lnTo>
                      <a:pt x="108136" y="109651"/>
                    </a:ln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  <p:grpSp>
          <p:nvGrpSpPr>
            <p:cNvPr id="631" name="Group 630">
              <a:extLst>
                <a:ext uri="{FF2B5EF4-FFF2-40B4-BE49-F238E27FC236}">
                  <a16:creationId xmlns:a16="http://schemas.microsoft.com/office/drawing/2014/main" id="{FB024350-56F9-EA77-F2CE-BA90EF22CD4E}"/>
                </a:ext>
              </a:extLst>
            </p:cNvPr>
            <p:cNvGrpSpPr>
              <a:grpSpLocks noChangeAspect="1"/>
            </p:cNvGrpSpPr>
            <p:nvPr>
              <p:custDataLst>
                <p:tags r:id="rId159"/>
              </p:custDataLst>
            </p:nvPr>
          </p:nvGrpSpPr>
          <p:grpSpPr>
            <a:xfrm>
              <a:off x="9301885" y="3513633"/>
              <a:ext cx="943494" cy="230497"/>
              <a:chOff x="17300188" y="6116053"/>
              <a:chExt cx="943494" cy="230497"/>
            </a:xfrm>
          </p:grpSpPr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62A66B85-1457-8189-B20F-1ADF85399374}"/>
                  </a:ext>
                </a:extLst>
              </p:cNvPr>
              <p:cNvSpPr/>
              <p:nvPr>
                <p:custDataLst>
                  <p:tags r:id="rId160"/>
                </p:custDataLst>
              </p:nvPr>
            </p:nvSpPr>
            <p:spPr>
              <a:xfrm>
                <a:off x="17300188" y="6116053"/>
                <a:ext cx="213824" cy="226844"/>
              </a:xfrm>
              <a:custGeom>
                <a:avLst/>
                <a:gdLst>
                  <a:gd name="connsiteX0" fmla="*/ 111170 w 213824"/>
                  <a:gd name="connsiteY0" fmla="*/ 118655 h 226844"/>
                  <a:gd name="connsiteX1" fmla="*/ 114330 w 213824"/>
                  <a:gd name="connsiteY1" fmla="*/ 113341 h 226844"/>
                  <a:gd name="connsiteX2" fmla="*/ 111872 w 213824"/>
                  <a:gd name="connsiteY2" fmla="*/ 108691 h 226844"/>
                  <a:gd name="connsiteX3" fmla="*/ 39895 w 213824"/>
                  <a:gd name="connsiteY3" fmla="*/ 10381 h 226844"/>
                  <a:gd name="connsiteX4" fmla="*/ 121001 w 213824"/>
                  <a:gd name="connsiteY4" fmla="*/ 10381 h 226844"/>
                  <a:gd name="connsiteX5" fmla="*/ 205267 w 213824"/>
                  <a:gd name="connsiteY5" fmla="*/ 74814 h 226844"/>
                  <a:gd name="connsiteX6" fmla="*/ 214045 w 213824"/>
                  <a:gd name="connsiteY6" fmla="*/ 74814 h 226844"/>
                  <a:gd name="connsiteX7" fmla="*/ 204214 w 213824"/>
                  <a:gd name="connsiteY7" fmla="*/ 85 h 226844"/>
                  <a:gd name="connsiteX8" fmla="*/ 9349 w 213824"/>
                  <a:gd name="connsiteY8" fmla="*/ 85 h 226844"/>
                  <a:gd name="connsiteX9" fmla="*/ 220 w 213824"/>
                  <a:gd name="connsiteY9" fmla="*/ 7724 h 226844"/>
                  <a:gd name="connsiteX10" fmla="*/ 87646 w 213824"/>
                  <a:gd name="connsiteY10" fmla="*/ 127955 h 226844"/>
                  <a:gd name="connsiteX11" fmla="*/ 4082 w 213824"/>
                  <a:gd name="connsiteY11" fmla="*/ 217962 h 226844"/>
                  <a:gd name="connsiteX12" fmla="*/ 571 w 213824"/>
                  <a:gd name="connsiteY12" fmla="*/ 223276 h 226844"/>
                  <a:gd name="connsiteX13" fmla="*/ 9349 w 213824"/>
                  <a:gd name="connsiteY13" fmla="*/ 226929 h 226844"/>
                  <a:gd name="connsiteX14" fmla="*/ 204214 w 213824"/>
                  <a:gd name="connsiteY14" fmla="*/ 226929 h 226844"/>
                  <a:gd name="connsiteX15" fmla="*/ 214045 w 213824"/>
                  <a:gd name="connsiteY15" fmla="*/ 148547 h 226844"/>
                  <a:gd name="connsiteX16" fmla="*/ 205267 w 213824"/>
                  <a:gd name="connsiteY16" fmla="*/ 148547 h 226844"/>
                  <a:gd name="connsiteX17" fmla="*/ 119948 w 213824"/>
                  <a:gd name="connsiteY17" fmla="*/ 212980 h 226844"/>
                  <a:gd name="connsiteX18" fmla="*/ 23042 w 213824"/>
                  <a:gd name="connsiteY18" fmla="*/ 212980 h 226844"/>
                  <a:gd name="connsiteX19" fmla="*/ 111170 w 213824"/>
                  <a:gd name="connsiteY19" fmla="*/ 118655 h 226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3824" h="226844">
                    <a:moveTo>
                      <a:pt x="111170" y="118655"/>
                    </a:moveTo>
                    <a:cubicBezTo>
                      <a:pt x="114330" y="115334"/>
                      <a:pt x="114330" y="114005"/>
                      <a:pt x="114330" y="113341"/>
                    </a:cubicBezTo>
                    <a:cubicBezTo>
                      <a:pt x="114330" y="111680"/>
                      <a:pt x="112926" y="110020"/>
                      <a:pt x="111872" y="108691"/>
                    </a:cubicBezTo>
                    <a:lnTo>
                      <a:pt x="39895" y="10381"/>
                    </a:lnTo>
                    <a:lnTo>
                      <a:pt x="121001" y="10381"/>
                    </a:lnTo>
                    <a:cubicBezTo>
                      <a:pt x="180338" y="10381"/>
                      <a:pt x="197894" y="22337"/>
                      <a:pt x="205267" y="74814"/>
                    </a:cubicBezTo>
                    <a:lnTo>
                      <a:pt x="214045" y="74814"/>
                    </a:lnTo>
                    <a:lnTo>
                      <a:pt x="204214" y="85"/>
                    </a:lnTo>
                    <a:lnTo>
                      <a:pt x="9349" y="85"/>
                    </a:lnTo>
                    <a:cubicBezTo>
                      <a:pt x="922" y="85"/>
                      <a:pt x="220" y="85"/>
                      <a:pt x="220" y="7724"/>
                    </a:cubicBezTo>
                    <a:lnTo>
                      <a:pt x="87646" y="127955"/>
                    </a:lnTo>
                    <a:lnTo>
                      <a:pt x="4082" y="217962"/>
                    </a:lnTo>
                    <a:cubicBezTo>
                      <a:pt x="571" y="221615"/>
                      <a:pt x="571" y="222279"/>
                      <a:pt x="571" y="223276"/>
                    </a:cubicBezTo>
                    <a:cubicBezTo>
                      <a:pt x="571" y="226929"/>
                      <a:pt x="4082" y="226929"/>
                      <a:pt x="9349" y="226929"/>
                    </a:cubicBezTo>
                    <a:lnTo>
                      <a:pt x="204214" y="226929"/>
                    </a:lnTo>
                    <a:lnTo>
                      <a:pt x="214045" y="148547"/>
                    </a:lnTo>
                    <a:lnTo>
                      <a:pt x="205267" y="148547"/>
                    </a:lnTo>
                    <a:cubicBezTo>
                      <a:pt x="198947" y="204012"/>
                      <a:pt x="175072" y="212980"/>
                      <a:pt x="119948" y="212980"/>
                    </a:cubicBezTo>
                    <a:lnTo>
                      <a:pt x="23042" y="212980"/>
                    </a:lnTo>
                    <a:lnTo>
                      <a:pt x="111170" y="118655"/>
                    </a:ln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8FC8CAAA-399E-7755-9023-C2692CB9D294}"/>
                  </a:ext>
                </a:extLst>
              </p:cNvPr>
              <p:cNvSpPr/>
              <p:nvPr>
                <p:custDataLst>
                  <p:tags r:id="rId161"/>
                </p:custDataLst>
              </p:nvPr>
            </p:nvSpPr>
            <p:spPr>
              <a:xfrm>
                <a:off x="17552362" y="6196096"/>
                <a:ext cx="129207" cy="150454"/>
              </a:xfrm>
              <a:custGeom>
                <a:avLst/>
                <a:gdLst>
                  <a:gd name="connsiteX0" fmla="*/ 119253 w 129207"/>
                  <a:gd name="connsiteY0" fmla="*/ 22670 h 150454"/>
                  <a:gd name="connsiteX1" fmla="*/ 102400 w 129207"/>
                  <a:gd name="connsiteY1" fmla="*/ 37615 h 150454"/>
                  <a:gd name="connsiteX2" fmla="*/ 113284 w 129207"/>
                  <a:gd name="connsiteY2" fmla="*/ 47247 h 150454"/>
                  <a:gd name="connsiteX3" fmla="*/ 129435 w 129207"/>
                  <a:gd name="connsiteY3" fmla="*/ 28648 h 150454"/>
                  <a:gd name="connsiteX4" fmla="*/ 87653 w 129207"/>
                  <a:gd name="connsiteY4" fmla="*/ 85 h 150454"/>
                  <a:gd name="connsiteX5" fmla="*/ 28316 w 129207"/>
                  <a:gd name="connsiteY5" fmla="*/ 48576 h 150454"/>
                  <a:gd name="connsiteX6" fmla="*/ 64480 w 129207"/>
                  <a:gd name="connsiteY6" fmla="*/ 81456 h 150454"/>
                  <a:gd name="connsiteX7" fmla="*/ 100995 w 129207"/>
                  <a:gd name="connsiteY7" fmla="*/ 106698 h 150454"/>
                  <a:gd name="connsiteX8" fmla="*/ 50787 w 129207"/>
                  <a:gd name="connsiteY8" fmla="*/ 143233 h 150454"/>
                  <a:gd name="connsiteX9" fmla="*/ 10760 w 129207"/>
                  <a:gd name="connsiteY9" fmla="*/ 125630 h 150454"/>
                  <a:gd name="connsiteX10" fmla="*/ 32880 w 129207"/>
                  <a:gd name="connsiteY10" fmla="*/ 108027 h 150454"/>
                  <a:gd name="connsiteX11" fmla="*/ 19889 w 129207"/>
                  <a:gd name="connsiteY11" fmla="*/ 96402 h 150454"/>
                  <a:gd name="connsiteX12" fmla="*/ 227 w 129207"/>
                  <a:gd name="connsiteY12" fmla="*/ 118323 h 150454"/>
                  <a:gd name="connsiteX13" fmla="*/ 50436 w 129207"/>
                  <a:gd name="connsiteY13" fmla="*/ 150539 h 150454"/>
                  <a:gd name="connsiteX14" fmla="*/ 121008 w 129207"/>
                  <a:gd name="connsiteY14" fmla="*/ 95406 h 150454"/>
                  <a:gd name="connsiteX15" fmla="*/ 110124 w 129207"/>
                  <a:gd name="connsiteY15" fmla="*/ 71160 h 150454"/>
                  <a:gd name="connsiteX16" fmla="*/ 75013 w 129207"/>
                  <a:gd name="connsiteY16" fmla="*/ 57211 h 150454"/>
                  <a:gd name="connsiteX17" fmla="*/ 48329 w 129207"/>
                  <a:gd name="connsiteY17" fmla="*/ 37283 h 150454"/>
                  <a:gd name="connsiteX18" fmla="*/ 87653 w 129207"/>
                  <a:gd name="connsiteY18" fmla="*/ 7392 h 150454"/>
                  <a:gd name="connsiteX19" fmla="*/ 119253 w 129207"/>
                  <a:gd name="connsiteY19" fmla="*/ 22670 h 150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9207" h="150454">
                    <a:moveTo>
                      <a:pt x="119253" y="22670"/>
                    </a:moveTo>
                    <a:cubicBezTo>
                      <a:pt x="109422" y="23002"/>
                      <a:pt x="102400" y="30308"/>
                      <a:pt x="102400" y="37615"/>
                    </a:cubicBezTo>
                    <a:cubicBezTo>
                      <a:pt x="102400" y="42265"/>
                      <a:pt x="105560" y="47247"/>
                      <a:pt x="113284" y="47247"/>
                    </a:cubicBezTo>
                    <a:cubicBezTo>
                      <a:pt x="121008" y="47247"/>
                      <a:pt x="129435" y="41601"/>
                      <a:pt x="129435" y="28648"/>
                    </a:cubicBezTo>
                    <a:cubicBezTo>
                      <a:pt x="129435" y="13702"/>
                      <a:pt x="114337" y="85"/>
                      <a:pt x="87653" y="85"/>
                    </a:cubicBezTo>
                    <a:cubicBezTo>
                      <a:pt x="41307" y="85"/>
                      <a:pt x="28316" y="33962"/>
                      <a:pt x="28316" y="48576"/>
                    </a:cubicBezTo>
                    <a:cubicBezTo>
                      <a:pt x="28316" y="74482"/>
                      <a:pt x="54298" y="79464"/>
                      <a:pt x="64480" y="81456"/>
                    </a:cubicBezTo>
                    <a:cubicBezTo>
                      <a:pt x="82737" y="84778"/>
                      <a:pt x="100995" y="88431"/>
                      <a:pt x="100995" y="106698"/>
                    </a:cubicBezTo>
                    <a:cubicBezTo>
                      <a:pt x="100995" y="115334"/>
                      <a:pt x="92920" y="143233"/>
                      <a:pt x="50787" y="143233"/>
                    </a:cubicBezTo>
                    <a:cubicBezTo>
                      <a:pt x="45871" y="143233"/>
                      <a:pt x="18836" y="143233"/>
                      <a:pt x="10760" y="125630"/>
                    </a:cubicBezTo>
                    <a:cubicBezTo>
                      <a:pt x="24102" y="127290"/>
                      <a:pt x="32880" y="117326"/>
                      <a:pt x="32880" y="108027"/>
                    </a:cubicBezTo>
                    <a:cubicBezTo>
                      <a:pt x="32880" y="100388"/>
                      <a:pt x="27262" y="96402"/>
                      <a:pt x="19889" y="96402"/>
                    </a:cubicBezTo>
                    <a:cubicBezTo>
                      <a:pt x="10760" y="96402"/>
                      <a:pt x="227" y="103377"/>
                      <a:pt x="227" y="118323"/>
                    </a:cubicBezTo>
                    <a:cubicBezTo>
                      <a:pt x="227" y="137254"/>
                      <a:pt x="20240" y="150539"/>
                      <a:pt x="50436" y="150539"/>
                    </a:cubicBezTo>
                    <a:cubicBezTo>
                      <a:pt x="107315" y="150539"/>
                      <a:pt x="121008" y="110352"/>
                      <a:pt x="121008" y="95406"/>
                    </a:cubicBezTo>
                    <a:cubicBezTo>
                      <a:pt x="121008" y="83449"/>
                      <a:pt x="114337" y="75146"/>
                      <a:pt x="110124" y="71160"/>
                    </a:cubicBezTo>
                    <a:cubicBezTo>
                      <a:pt x="100644" y="61861"/>
                      <a:pt x="90462" y="60200"/>
                      <a:pt x="75013" y="57211"/>
                    </a:cubicBezTo>
                    <a:cubicBezTo>
                      <a:pt x="62373" y="54554"/>
                      <a:pt x="48329" y="52229"/>
                      <a:pt x="48329" y="37283"/>
                    </a:cubicBezTo>
                    <a:cubicBezTo>
                      <a:pt x="48329" y="27651"/>
                      <a:pt x="56755" y="7392"/>
                      <a:pt x="87653" y="7392"/>
                    </a:cubicBezTo>
                    <a:cubicBezTo>
                      <a:pt x="96431" y="7392"/>
                      <a:pt x="113986" y="9716"/>
                      <a:pt x="119253" y="226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45956849-5D80-9132-9B8D-D6A483EE619C}"/>
                  </a:ext>
                </a:extLst>
              </p:cNvPr>
              <p:cNvSpPr/>
              <p:nvPr>
                <p:custDataLst>
                  <p:tags r:id="rId162"/>
                </p:custDataLst>
              </p:nvPr>
            </p:nvSpPr>
            <p:spPr>
              <a:xfrm>
                <a:off x="17828322" y="6179822"/>
                <a:ext cx="169585" cy="160086"/>
              </a:xfrm>
              <a:custGeom>
                <a:avLst/>
                <a:gdLst>
                  <a:gd name="connsiteX0" fmla="*/ 85202 w 169585"/>
                  <a:gd name="connsiteY0" fmla="*/ 70828 h 160086"/>
                  <a:gd name="connsiteX1" fmla="*/ 14980 w 169585"/>
                  <a:gd name="connsiteY1" fmla="*/ 4734 h 160086"/>
                  <a:gd name="connsiteX2" fmla="*/ 7256 w 169585"/>
                  <a:gd name="connsiteY2" fmla="*/ 85 h 160086"/>
                  <a:gd name="connsiteX3" fmla="*/ 234 w 169585"/>
                  <a:gd name="connsiteY3" fmla="*/ 6727 h 160086"/>
                  <a:gd name="connsiteX4" fmla="*/ 4798 w 169585"/>
                  <a:gd name="connsiteY4" fmla="*/ 13370 h 160086"/>
                  <a:gd name="connsiteX5" fmla="*/ 75020 w 169585"/>
                  <a:gd name="connsiteY5" fmla="*/ 80128 h 160086"/>
                  <a:gd name="connsiteX6" fmla="*/ 4798 w 169585"/>
                  <a:gd name="connsiteY6" fmla="*/ 146886 h 160086"/>
                  <a:gd name="connsiteX7" fmla="*/ 234 w 169585"/>
                  <a:gd name="connsiteY7" fmla="*/ 153528 h 160086"/>
                  <a:gd name="connsiteX8" fmla="*/ 7256 w 169585"/>
                  <a:gd name="connsiteY8" fmla="*/ 160171 h 160086"/>
                  <a:gd name="connsiteX9" fmla="*/ 14980 w 169585"/>
                  <a:gd name="connsiteY9" fmla="*/ 155521 h 160086"/>
                  <a:gd name="connsiteX10" fmla="*/ 84851 w 169585"/>
                  <a:gd name="connsiteY10" fmla="*/ 89428 h 160086"/>
                  <a:gd name="connsiteX11" fmla="*/ 157530 w 169585"/>
                  <a:gd name="connsiteY11" fmla="*/ 158178 h 160086"/>
                  <a:gd name="connsiteX12" fmla="*/ 162797 w 169585"/>
                  <a:gd name="connsiteY12" fmla="*/ 160171 h 160086"/>
                  <a:gd name="connsiteX13" fmla="*/ 169819 w 169585"/>
                  <a:gd name="connsiteY13" fmla="*/ 153528 h 160086"/>
                  <a:gd name="connsiteX14" fmla="*/ 168766 w 169585"/>
                  <a:gd name="connsiteY14" fmla="*/ 149875 h 160086"/>
                  <a:gd name="connsiteX15" fmla="*/ 95033 w 169585"/>
                  <a:gd name="connsiteY15" fmla="*/ 80128 h 160086"/>
                  <a:gd name="connsiteX16" fmla="*/ 159286 w 169585"/>
                  <a:gd name="connsiteY16" fmla="*/ 19348 h 160086"/>
                  <a:gd name="connsiteX17" fmla="*/ 168064 w 169585"/>
                  <a:gd name="connsiteY17" fmla="*/ 11045 h 160086"/>
                  <a:gd name="connsiteX18" fmla="*/ 169819 w 169585"/>
                  <a:gd name="connsiteY18" fmla="*/ 6727 h 160086"/>
                  <a:gd name="connsiteX19" fmla="*/ 162797 w 169585"/>
                  <a:gd name="connsiteY19" fmla="*/ 85 h 160086"/>
                  <a:gd name="connsiteX20" fmla="*/ 154722 w 169585"/>
                  <a:gd name="connsiteY20" fmla="*/ 5067 h 160086"/>
                  <a:gd name="connsiteX21" fmla="*/ 85202 w 169585"/>
                  <a:gd name="connsiteY21" fmla="*/ 70828 h 160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69585" h="160086">
                    <a:moveTo>
                      <a:pt x="85202" y="70828"/>
                    </a:moveTo>
                    <a:lnTo>
                      <a:pt x="14980" y="4734"/>
                    </a:lnTo>
                    <a:cubicBezTo>
                      <a:pt x="10767" y="749"/>
                      <a:pt x="10065" y="85"/>
                      <a:pt x="7256" y="85"/>
                    </a:cubicBezTo>
                    <a:cubicBezTo>
                      <a:pt x="3745" y="85"/>
                      <a:pt x="234" y="3074"/>
                      <a:pt x="234" y="6727"/>
                    </a:cubicBezTo>
                    <a:cubicBezTo>
                      <a:pt x="234" y="9052"/>
                      <a:pt x="936" y="9716"/>
                      <a:pt x="4798" y="13370"/>
                    </a:cubicBezTo>
                    <a:lnTo>
                      <a:pt x="75020" y="80128"/>
                    </a:lnTo>
                    <a:lnTo>
                      <a:pt x="4798" y="146886"/>
                    </a:lnTo>
                    <a:cubicBezTo>
                      <a:pt x="936" y="150539"/>
                      <a:pt x="234" y="151204"/>
                      <a:pt x="234" y="153528"/>
                    </a:cubicBezTo>
                    <a:cubicBezTo>
                      <a:pt x="234" y="157182"/>
                      <a:pt x="3745" y="160171"/>
                      <a:pt x="7256" y="160171"/>
                    </a:cubicBezTo>
                    <a:cubicBezTo>
                      <a:pt x="10065" y="160171"/>
                      <a:pt x="10767" y="159507"/>
                      <a:pt x="14980" y="155521"/>
                    </a:cubicBezTo>
                    <a:lnTo>
                      <a:pt x="84851" y="89428"/>
                    </a:lnTo>
                    <a:lnTo>
                      <a:pt x="157530" y="158178"/>
                    </a:lnTo>
                    <a:cubicBezTo>
                      <a:pt x="158233" y="158510"/>
                      <a:pt x="160690" y="160171"/>
                      <a:pt x="162797" y="160171"/>
                    </a:cubicBezTo>
                    <a:cubicBezTo>
                      <a:pt x="167010" y="160171"/>
                      <a:pt x="169819" y="157182"/>
                      <a:pt x="169819" y="153528"/>
                    </a:cubicBezTo>
                    <a:cubicBezTo>
                      <a:pt x="169819" y="152864"/>
                      <a:pt x="169819" y="151536"/>
                      <a:pt x="168766" y="149875"/>
                    </a:cubicBezTo>
                    <a:cubicBezTo>
                      <a:pt x="168415" y="149211"/>
                      <a:pt x="112589" y="97067"/>
                      <a:pt x="95033" y="80128"/>
                    </a:cubicBezTo>
                    <a:lnTo>
                      <a:pt x="159286" y="19348"/>
                    </a:lnTo>
                    <a:cubicBezTo>
                      <a:pt x="161042" y="17355"/>
                      <a:pt x="166308" y="13038"/>
                      <a:pt x="168064" y="11045"/>
                    </a:cubicBezTo>
                    <a:cubicBezTo>
                      <a:pt x="168415" y="10381"/>
                      <a:pt x="169819" y="9052"/>
                      <a:pt x="169819" y="6727"/>
                    </a:cubicBezTo>
                    <a:cubicBezTo>
                      <a:pt x="169819" y="3074"/>
                      <a:pt x="167010" y="85"/>
                      <a:pt x="162797" y="85"/>
                    </a:cubicBezTo>
                    <a:cubicBezTo>
                      <a:pt x="159988" y="85"/>
                      <a:pt x="158584" y="1413"/>
                      <a:pt x="154722" y="5067"/>
                    </a:cubicBezTo>
                    <a:lnTo>
                      <a:pt x="85202" y="70828"/>
                    </a:ln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6E7BEFAD-B8DD-4BCD-D741-190CB304299C}"/>
                  </a:ext>
                </a:extLst>
              </p:cNvPr>
              <p:cNvSpPr/>
              <p:nvPr>
                <p:custDataLst>
                  <p:tags r:id="rId163"/>
                </p:custDataLst>
              </p:nvPr>
            </p:nvSpPr>
            <p:spPr>
              <a:xfrm>
                <a:off x="18135892" y="6134984"/>
                <a:ext cx="107790" cy="211566"/>
              </a:xfrm>
              <a:custGeom>
                <a:avLst/>
                <a:gdLst>
                  <a:gd name="connsiteX0" fmla="*/ 64497 w 107790"/>
                  <a:gd name="connsiteY0" fmla="*/ 75146 h 211566"/>
                  <a:gd name="connsiteX1" fmla="*/ 97501 w 107790"/>
                  <a:gd name="connsiteY1" fmla="*/ 75146 h 211566"/>
                  <a:gd name="connsiteX2" fmla="*/ 108034 w 107790"/>
                  <a:gd name="connsiteY2" fmla="*/ 68503 h 211566"/>
                  <a:gd name="connsiteX3" fmla="*/ 98203 w 107790"/>
                  <a:gd name="connsiteY3" fmla="*/ 64850 h 211566"/>
                  <a:gd name="connsiteX4" fmla="*/ 67306 w 107790"/>
                  <a:gd name="connsiteY4" fmla="*/ 64850 h 211566"/>
                  <a:gd name="connsiteX5" fmla="*/ 81701 w 107790"/>
                  <a:gd name="connsiteY5" fmla="*/ 9052 h 211566"/>
                  <a:gd name="connsiteX6" fmla="*/ 71519 w 107790"/>
                  <a:gd name="connsiteY6" fmla="*/ 85 h 211566"/>
                  <a:gd name="connsiteX7" fmla="*/ 57474 w 107790"/>
                  <a:gd name="connsiteY7" fmla="*/ 12041 h 211566"/>
                  <a:gd name="connsiteX8" fmla="*/ 43781 w 107790"/>
                  <a:gd name="connsiteY8" fmla="*/ 64850 h 211566"/>
                  <a:gd name="connsiteX9" fmla="*/ 10777 w 107790"/>
                  <a:gd name="connsiteY9" fmla="*/ 64850 h 211566"/>
                  <a:gd name="connsiteX10" fmla="*/ 244 w 107790"/>
                  <a:gd name="connsiteY10" fmla="*/ 71160 h 211566"/>
                  <a:gd name="connsiteX11" fmla="*/ 10075 w 107790"/>
                  <a:gd name="connsiteY11" fmla="*/ 75146 h 211566"/>
                  <a:gd name="connsiteX12" fmla="*/ 40972 w 107790"/>
                  <a:gd name="connsiteY12" fmla="*/ 75146 h 211566"/>
                  <a:gd name="connsiteX13" fmla="*/ 14288 w 107790"/>
                  <a:gd name="connsiteY13" fmla="*/ 181095 h 211566"/>
                  <a:gd name="connsiteX14" fmla="*/ 46590 w 107790"/>
                  <a:gd name="connsiteY14" fmla="*/ 211651 h 211566"/>
                  <a:gd name="connsiteX15" fmla="*/ 102416 w 107790"/>
                  <a:gd name="connsiteY15" fmla="*/ 160503 h 211566"/>
                  <a:gd name="connsiteX16" fmla="*/ 98203 w 107790"/>
                  <a:gd name="connsiteY16" fmla="*/ 157182 h 211566"/>
                  <a:gd name="connsiteX17" fmla="*/ 92936 w 107790"/>
                  <a:gd name="connsiteY17" fmla="*/ 161832 h 211566"/>
                  <a:gd name="connsiteX18" fmla="*/ 47292 w 107790"/>
                  <a:gd name="connsiteY18" fmla="*/ 204344 h 211566"/>
                  <a:gd name="connsiteX19" fmla="*/ 36408 w 107790"/>
                  <a:gd name="connsiteY19" fmla="*/ 189066 h 211566"/>
                  <a:gd name="connsiteX20" fmla="*/ 38515 w 107790"/>
                  <a:gd name="connsiteY20" fmla="*/ 173124 h 211566"/>
                  <a:gd name="connsiteX21" fmla="*/ 64497 w 107790"/>
                  <a:gd name="connsiteY21" fmla="*/ 75146 h 21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7790" h="211566">
                    <a:moveTo>
                      <a:pt x="64497" y="75146"/>
                    </a:moveTo>
                    <a:lnTo>
                      <a:pt x="97501" y="75146"/>
                    </a:lnTo>
                    <a:cubicBezTo>
                      <a:pt x="104523" y="75146"/>
                      <a:pt x="108034" y="75146"/>
                      <a:pt x="108034" y="68503"/>
                    </a:cubicBezTo>
                    <a:cubicBezTo>
                      <a:pt x="108034" y="64850"/>
                      <a:pt x="104523" y="64850"/>
                      <a:pt x="98203" y="64850"/>
                    </a:cubicBezTo>
                    <a:lnTo>
                      <a:pt x="67306" y="64850"/>
                    </a:lnTo>
                    <a:cubicBezTo>
                      <a:pt x="79945" y="17688"/>
                      <a:pt x="81701" y="11045"/>
                      <a:pt x="81701" y="9052"/>
                    </a:cubicBezTo>
                    <a:cubicBezTo>
                      <a:pt x="81701" y="3406"/>
                      <a:pt x="77488" y="85"/>
                      <a:pt x="71519" y="85"/>
                    </a:cubicBezTo>
                    <a:cubicBezTo>
                      <a:pt x="70466" y="85"/>
                      <a:pt x="60634" y="417"/>
                      <a:pt x="57474" y="12041"/>
                    </a:cubicBezTo>
                    <a:lnTo>
                      <a:pt x="43781" y="64850"/>
                    </a:lnTo>
                    <a:lnTo>
                      <a:pt x="10777" y="64850"/>
                    </a:lnTo>
                    <a:cubicBezTo>
                      <a:pt x="3755" y="64850"/>
                      <a:pt x="244" y="64850"/>
                      <a:pt x="244" y="71160"/>
                    </a:cubicBezTo>
                    <a:cubicBezTo>
                      <a:pt x="244" y="75146"/>
                      <a:pt x="3053" y="75146"/>
                      <a:pt x="10075" y="75146"/>
                    </a:cubicBezTo>
                    <a:lnTo>
                      <a:pt x="40972" y="75146"/>
                    </a:lnTo>
                    <a:cubicBezTo>
                      <a:pt x="15693" y="169471"/>
                      <a:pt x="14288" y="175117"/>
                      <a:pt x="14288" y="181095"/>
                    </a:cubicBezTo>
                    <a:cubicBezTo>
                      <a:pt x="14288" y="199030"/>
                      <a:pt x="27630" y="211651"/>
                      <a:pt x="46590" y="211651"/>
                    </a:cubicBezTo>
                    <a:cubicBezTo>
                      <a:pt x="82403" y="211651"/>
                      <a:pt x="102416" y="163160"/>
                      <a:pt x="102416" y="160503"/>
                    </a:cubicBezTo>
                    <a:cubicBezTo>
                      <a:pt x="102416" y="157182"/>
                      <a:pt x="99608" y="157182"/>
                      <a:pt x="98203" y="157182"/>
                    </a:cubicBezTo>
                    <a:cubicBezTo>
                      <a:pt x="95043" y="157182"/>
                      <a:pt x="94692" y="158178"/>
                      <a:pt x="92936" y="161832"/>
                    </a:cubicBezTo>
                    <a:cubicBezTo>
                      <a:pt x="77839" y="196373"/>
                      <a:pt x="59230" y="204344"/>
                      <a:pt x="47292" y="204344"/>
                    </a:cubicBezTo>
                    <a:cubicBezTo>
                      <a:pt x="39919" y="204344"/>
                      <a:pt x="36408" y="200027"/>
                      <a:pt x="36408" y="189066"/>
                    </a:cubicBezTo>
                    <a:cubicBezTo>
                      <a:pt x="36408" y="181095"/>
                      <a:pt x="37110" y="178770"/>
                      <a:pt x="38515" y="173124"/>
                    </a:cubicBezTo>
                    <a:lnTo>
                      <a:pt x="64497" y="75146"/>
                    </a:lnTo>
                    <a:close/>
                  </a:path>
                </a:pathLst>
              </a:custGeom>
              <a:solidFill>
                <a:srgbClr val="FFFFFF"/>
              </a:solidFill>
              <a:ln w="349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K"/>
              </a:p>
            </p:txBody>
          </p:sp>
        </p:grpSp>
      </p:grpSp>
      <p:grpSp>
        <p:nvGrpSpPr>
          <p:cNvPr id="749" name="Group 748">
            <a:extLst>
              <a:ext uri="{FF2B5EF4-FFF2-40B4-BE49-F238E27FC236}">
                <a16:creationId xmlns:a16="http://schemas.microsoft.com/office/drawing/2014/main" id="{4B746811-C8AE-0EFB-45B7-94ACD41CB7CB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600200" y="3563510"/>
            <a:ext cx="2777584" cy="314592"/>
            <a:chOff x="8828041" y="6609583"/>
            <a:chExt cx="2777584" cy="314592"/>
          </a:xfrm>
          <a:solidFill>
            <a:srgbClr val="FF0000"/>
          </a:solidFill>
        </p:grpSpPr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88601DBC-15E7-4050-1164-D901BF12AB3D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8828041" y="6613480"/>
              <a:ext cx="240455" cy="241967"/>
            </a:xfrm>
            <a:custGeom>
              <a:avLst/>
              <a:gdLst>
                <a:gd name="connsiteX0" fmla="*/ 70253 w 240455"/>
                <a:gd name="connsiteY0" fmla="*/ 4690 h 241967"/>
                <a:gd name="connsiteX1" fmla="*/ 60043 w 240455"/>
                <a:gd name="connsiteY1" fmla="*/ 85 h 241967"/>
                <a:gd name="connsiteX2" fmla="*/ 194 w 240455"/>
                <a:gd name="connsiteY2" fmla="*/ 85 h 241967"/>
                <a:gd name="connsiteX3" fmla="*/ 194 w 240455"/>
                <a:gd name="connsiteY3" fmla="*/ 11067 h 241967"/>
                <a:gd name="connsiteX4" fmla="*/ 10403 w 240455"/>
                <a:gd name="connsiteY4" fmla="*/ 11067 h 241967"/>
                <a:gd name="connsiteX5" fmla="*/ 28006 w 240455"/>
                <a:gd name="connsiteY5" fmla="*/ 11776 h 241967"/>
                <a:gd name="connsiteX6" fmla="*/ 36456 w 240455"/>
                <a:gd name="connsiteY6" fmla="*/ 19924 h 241967"/>
                <a:gd name="connsiteX7" fmla="*/ 36456 w 240455"/>
                <a:gd name="connsiteY7" fmla="*/ 204854 h 241967"/>
                <a:gd name="connsiteX8" fmla="*/ 194 w 240455"/>
                <a:gd name="connsiteY8" fmla="*/ 231070 h 241967"/>
                <a:gd name="connsiteX9" fmla="*/ 194 w 240455"/>
                <a:gd name="connsiteY9" fmla="*/ 242052 h 241967"/>
                <a:gd name="connsiteX10" fmla="*/ 41384 w 240455"/>
                <a:gd name="connsiteY10" fmla="*/ 240989 h 241967"/>
                <a:gd name="connsiteX11" fmla="*/ 82575 w 240455"/>
                <a:gd name="connsiteY11" fmla="*/ 242052 h 241967"/>
                <a:gd name="connsiteX12" fmla="*/ 82575 w 240455"/>
                <a:gd name="connsiteY12" fmla="*/ 231070 h 241967"/>
                <a:gd name="connsiteX13" fmla="*/ 46313 w 240455"/>
                <a:gd name="connsiteY13" fmla="*/ 204854 h 241967"/>
                <a:gd name="connsiteX14" fmla="*/ 46313 w 240455"/>
                <a:gd name="connsiteY14" fmla="*/ 20632 h 241967"/>
                <a:gd name="connsiteX15" fmla="*/ 49834 w 240455"/>
                <a:gd name="connsiteY15" fmla="*/ 24884 h 241967"/>
                <a:gd name="connsiteX16" fmla="*/ 193473 w 240455"/>
                <a:gd name="connsiteY16" fmla="*/ 237447 h 241967"/>
                <a:gd name="connsiteX17" fmla="*/ 199458 w 240455"/>
                <a:gd name="connsiteY17" fmla="*/ 242052 h 241967"/>
                <a:gd name="connsiteX18" fmla="*/ 204387 w 240455"/>
                <a:gd name="connsiteY18" fmla="*/ 232841 h 241967"/>
                <a:gd name="connsiteX19" fmla="*/ 204387 w 240455"/>
                <a:gd name="connsiteY19" fmla="*/ 37283 h 241967"/>
                <a:gd name="connsiteX20" fmla="*/ 240649 w 240455"/>
                <a:gd name="connsiteY20" fmla="*/ 11067 h 241967"/>
                <a:gd name="connsiteX21" fmla="*/ 240649 w 240455"/>
                <a:gd name="connsiteY21" fmla="*/ 85 h 241967"/>
                <a:gd name="connsiteX22" fmla="*/ 199458 w 240455"/>
                <a:gd name="connsiteY22" fmla="*/ 1148 h 241967"/>
                <a:gd name="connsiteX23" fmla="*/ 158267 w 240455"/>
                <a:gd name="connsiteY23" fmla="*/ 85 h 241967"/>
                <a:gd name="connsiteX24" fmla="*/ 158267 w 240455"/>
                <a:gd name="connsiteY24" fmla="*/ 11067 h 241967"/>
                <a:gd name="connsiteX25" fmla="*/ 194529 w 240455"/>
                <a:gd name="connsiteY25" fmla="*/ 37283 h 241967"/>
                <a:gd name="connsiteX26" fmla="*/ 194529 w 240455"/>
                <a:gd name="connsiteY26" fmla="*/ 188557 h 241967"/>
                <a:gd name="connsiteX27" fmla="*/ 70253 w 240455"/>
                <a:gd name="connsiteY27" fmla="*/ 4690 h 2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0455" h="241967">
                  <a:moveTo>
                    <a:pt x="70253" y="4690"/>
                  </a:moveTo>
                  <a:cubicBezTo>
                    <a:pt x="67085" y="439"/>
                    <a:pt x="66733" y="85"/>
                    <a:pt x="60043" y="85"/>
                  </a:cubicBezTo>
                  <a:lnTo>
                    <a:pt x="194" y="85"/>
                  </a:lnTo>
                  <a:lnTo>
                    <a:pt x="194" y="11067"/>
                  </a:lnTo>
                  <a:lnTo>
                    <a:pt x="10403" y="11067"/>
                  </a:lnTo>
                  <a:cubicBezTo>
                    <a:pt x="15684" y="11067"/>
                    <a:pt x="22725" y="11421"/>
                    <a:pt x="28006" y="11776"/>
                  </a:cubicBezTo>
                  <a:cubicBezTo>
                    <a:pt x="36104" y="12838"/>
                    <a:pt x="36456" y="13193"/>
                    <a:pt x="36456" y="19924"/>
                  </a:cubicBezTo>
                  <a:lnTo>
                    <a:pt x="36456" y="204854"/>
                  </a:lnTo>
                  <a:cubicBezTo>
                    <a:pt x="36456" y="214419"/>
                    <a:pt x="36456" y="231070"/>
                    <a:pt x="194" y="231070"/>
                  </a:cubicBezTo>
                  <a:lnTo>
                    <a:pt x="194" y="242052"/>
                  </a:lnTo>
                  <a:cubicBezTo>
                    <a:pt x="12516" y="241698"/>
                    <a:pt x="29767" y="240989"/>
                    <a:pt x="41384" y="240989"/>
                  </a:cubicBezTo>
                  <a:cubicBezTo>
                    <a:pt x="53002" y="240989"/>
                    <a:pt x="70253" y="241698"/>
                    <a:pt x="82575" y="242052"/>
                  </a:cubicBezTo>
                  <a:lnTo>
                    <a:pt x="82575" y="231070"/>
                  </a:lnTo>
                  <a:cubicBezTo>
                    <a:pt x="46313" y="231070"/>
                    <a:pt x="46313" y="214419"/>
                    <a:pt x="46313" y="204854"/>
                  </a:cubicBezTo>
                  <a:lnTo>
                    <a:pt x="46313" y="20632"/>
                  </a:lnTo>
                  <a:cubicBezTo>
                    <a:pt x="48074" y="22404"/>
                    <a:pt x="48426" y="22758"/>
                    <a:pt x="49834" y="24884"/>
                  </a:cubicBezTo>
                  <a:lnTo>
                    <a:pt x="193473" y="237447"/>
                  </a:lnTo>
                  <a:cubicBezTo>
                    <a:pt x="196642" y="241698"/>
                    <a:pt x="196994" y="242052"/>
                    <a:pt x="199458" y="242052"/>
                  </a:cubicBezTo>
                  <a:cubicBezTo>
                    <a:pt x="204387" y="242052"/>
                    <a:pt x="204387" y="239572"/>
                    <a:pt x="204387" y="232841"/>
                  </a:cubicBezTo>
                  <a:lnTo>
                    <a:pt x="204387" y="37283"/>
                  </a:lnTo>
                  <a:cubicBezTo>
                    <a:pt x="204387" y="27718"/>
                    <a:pt x="204387" y="11067"/>
                    <a:pt x="240649" y="11067"/>
                  </a:cubicBezTo>
                  <a:lnTo>
                    <a:pt x="240649" y="85"/>
                  </a:lnTo>
                  <a:cubicBezTo>
                    <a:pt x="228327" y="439"/>
                    <a:pt x="211076" y="1148"/>
                    <a:pt x="199458" y="1148"/>
                  </a:cubicBezTo>
                  <a:cubicBezTo>
                    <a:pt x="187840" y="1148"/>
                    <a:pt x="170589" y="439"/>
                    <a:pt x="158267" y="85"/>
                  </a:cubicBezTo>
                  <a:lnTo>
                    <a:pt x="158267" y="11067"/>
                  </a:lnTo>
                  <a:cubicBezTo>
                    <a:pt x="194529" y="11067"/>
                    <a:pt x="194529" y="27718"/>
                    <a:pt x="194529" y="37283"/>
                  </a:cubicBezTo>
                  <a:lnTo>
                    <a:pt x="194529" y="188557"/>
                  </a:lnTo>
                  <a:lnTo>
                    <a:pt x="70253" y="4690"/>
                  </a:ln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347CCE76-1070-16AF-DC0B-38CAE857C0FC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9090325" y="6696733"/>
              <a:ext cx="155961" cy="162610"/>
            </a:xfrm>
            <a:custGeom>
              <a:avLst/>
              <a:gdLst>
                <a:gd name="connsiteX0" fmla="*/ 156163 w 155961"/>
                <a:gd name="connsiteY0" fmla="*/ 82984 h 162610"/>
                <a:gd name="connsiteX1" fmla="*/ 78358 w 155961"/>
                <a:gd name="connsiteY1" fmla="*/ 85 h 162610"/>
                <a:gd name="connsiteX2" fmla="*/ 201 w 155961"/>
                <a:gd name="connsiteY2" fmla="*/ 82984 h 162610"/>
                <a:gd name="connsiteX3" fmla="*/ 78006 w 155961"/>
                <a:gd name="connsiteY3" fmla="*/ 162695 h 162610"/>
                <a:gd name="connsiteX4" fmla="*/ 156163 w 155961"/>
                <a:gd name="connsiteY4" fmla="*/ 82984 h 162610"/>
                <a:gd name="connsiteX5" fmla="*/ 78358 w 155961"/>
                <a:gd name="connsiteY5" fmla="*/ 153839 h 162610"/>
                <a:gd name="connsiteX6" fmla="*/ 38223 w 155961"/>
                <a:gd name="connsiteY6" fmla="*/ 130102 h 162610"/>
                <a:gd name="connsiteX7" fmla="*/ 29422 w 155961"/>
                <a:gd name="connsiteY7" fmla="*/ 80150 h 162610"/>
                <a:gd name="connsiteX8" fmla="*/ 37871 w 155961"/>
                <a:gd name="connsiteY8" fmla="*/ 31615 h 162610"/>
                <a:gd name="connsiteX9" fmla="*/ 78006 w 155961"/>
                <a:gd name="connsiteY9" fmla="*/ 7879 h 162610"/>
                <a:gd name="connsiteX10" fmla="*/ 117788 w 155961"/>
                <a:gd name="connsiteY10" fmla="*/ 30906 h 162610"/>
                <a:gd name="connsiteX11" fmla="*/ 126942 w 155961"/>
                <a:gd name="connsiteY11" fmla="*/ 80150 h 162610"/>
                <a:gd name="connsiteX12" fmla="*/ 119197 w 155961"/>
                <a:gd name="connsiteY12" fmla="*/ 127622 h 162610"/>
                <a:gd name="connsiteX13" fmla="*/ 78358 w 155961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961" h="162610">
                  <a:moveTo>
                    <a:pt x="156163" y="82984"/>
                  </a:moveTo>
                  <a:cubicBezTo>
                    <a:pt x="156163" y="37637"/>
                    <a:pt x="120957" y="85"/>
                    <a:pt x="78358" y="85"/>
                  </a:cubicBezTo>
                  <a:cubicBezTo>
                    <a:pt x="34351" y="85"/>
                    <a:pt x="201" y="38700"/>
                    <a:pt x="201" y="82984"/>
                  </a:cubicBezTo>
                  <a:cubicBezTo>
                    <a:pt x="201" y="128685"/>
                    <a:pt x="36815" y="162695"/>
                    <a:pt x="78006" y="162695"/>
                  </a:cubicBezTo>
                  <a:cubicBezTo>
                    <a:pt x="120605" y="162695"/>
                    <a:pt x="156163" y="127977"/>
                    <a:pt x="156163" y="82984"/>
                  </a:cubicBezTo>
                  <a:close/>
                  <a:moveTo>
                    <a:pt x="78358" y="153839"/>
                  </a:moveTo>
                  <a:cubicBezTo>
                    <a:pt x="63219" y="153839"/>
                    <a:pt x="47729" y="146399"/>
                    <a:pt x="38223" y="130102"/>
                  </a:cubicBezTo>
                  <a:cubicBezTo>
                    <a:pt x="29422" y="114514"/>
                    <a:pt x="29422" y="92904"/>
                    <a:pt x="29422" y="80150"/>
                  </a:cubicBezTo>
                  <a:cubicBezTo>
                    <a:pt x="29422" y="66333"/>
                    <a:pt x="29422" y="47203"/>
                    <a:pt x="37871" y="31615"/>
                  </a:cubicBezTo>
                  <a:cubicBezTo>
                    <a:pt x="47377" y="15318"/>
                    <a:pt x="63924" y="7879"/>
                    <a:pt x="78006" y="7879"/>
                  </a:cubicBezTo>
                  <a:cubicBezTo>
                    <a:pt x="93496" y="7879"/>
                    <a:pt x="108635" y="15673"/>
                    <a:pt x="117788" y="30906"/>
                  </a:cubicBezTo>
                  <a:cubicBezTo>
                    <a:pt x="126942" y="46140"/>
                    <a:pt x="126942" y="66688"/>
                    <a:pt x="126942" y="80150"/>
                  </a:cubicBezTo>
                  <a:cubicBezTo>
                    <a:pt x="126942" y="92904"/>
                    <a:pt x="126942" y="112035"/>
                    <a:pt x="119197" y="127622"/>
                  </a:cubicBezTo>
                  <a:cubicBezTo>
                    <a:pt x="111451" y="143565"/>
                    <a:pt x="95961" y="153839"/>
                    <a:pt x="78358" y="153839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89944FAE-3059-FB23-3CAE-9B3E5605C202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9266354" y="6698859"/>
              <a:ext cx="118291" cy="156588"/>
            </a:xfrm>
            <a:custGeom>
              <a:avLst/>
              <a:gdLst>
                <a:gd name="connsiteX0" fmla="*/ 49142 w 118291"/>
                <a:gd name="connsiteY0" fmla="*/ 39055 h 156588"/>
                <a:gd name="connsiteX1" fmla="*/ 49142 w 118291"/>
                <a:gd name="connsiteY1" fmla="*/ 85 h 156588"/>
                <a:gd name="connsiteX2" fmla="*/ 206 w 118291"/>
                <a:gd name="connsiteY2" fmla="*/ 3982 h 156588"/>
                <a:gd name="connsiteX3" fmla="*/ 206 w 118291"/>
                <a:gd name="connsiteY3" fmla="*/ 14964 h 156588"/>
                <a:gd name="connsiteX4" fmla="*/ 27667 w 118291"/>
                <a:gd name="connsiteY4" fmla="*/ 34803 h 156588"/>
                <a:gd name="connsiteX5" fmla="*/ 27667 w 118291"/>
                <a:gd name="connsiteY5" fmla="*/ 129748 h 156588"/>
                <a:gd name="connsiteX6" fmla="*/ 206 w 118291"/>
                <a:gd name="connsiteY6" fmla="*/ 145690 h 156588"/>
                <a:gd name="connsiteX7" fmla="*/ 206 w 118291"/>
                <a:gd name="connsiteY7" fmla="*/ 156673 h 156588"/>
                <a:gd name="connsiteX8" fmla="*/ 40341 w 118291"/>
                <a:gd name="connsiteY8" fmla="*/ 155610 h 156588"/>
                <a:gd name="connsiteX9" fmla="*/ 85052 w 118291"/>
                <a:gd name="connsiteY9" fmla="*/ 156673 h 156588"/>
                <a:gd name="connsiteX10" fmla="*/ 85052 w 118291"/>
                <a:gd name="connsiteY10" fmla="*/ 145690 h 156588"/>
                <a:gd name="connsiteX11" fmla="*/ 77659 w 118291"/>
                <a:gd name="connsiteY11" fmla="*/ 145690 h 156588"/>
                <a:gd name="connsiteX12" fmla="*/ 50902 w 118291"/>
                <a:gd name="connsiteY12" fmla="*/ 129040 h 156588"/>
                <a:gd name="connsiteX13" fmla="*/ 50902 w 118291"/>
                <a:gd name="connsiteY13" fmla="*/ 74482 h 156588"/>
                <a:gd name="connsiteX14" fmla="*/ 92445 w 118291"/>
                <a:gd name="connsiteY14" fmla="*/ 7879 h 156588"/>
                <a:gd name="connsiteX15" fmla="*/ 96318 w 118291"/>
                <a:gd name="connsiteY15" fmla="*/ 8233 h 156588"/>
                <a:gd name="connsiteX16" fmla="*/ 88221 w 118291"/>
                <a:gd name="connsiteY16" fmla="*/ 22050 h 156588"/>
                <a:gd name="connsiteX17" fmla="*/ 103359 w 118291"/>
                <a:gd name="connsiteY17" fmla="*/ 37283 h 156588"/>
                <a:gd name="connsiteX18" fmla="*/ 118497 w 118291"/>
                <a:gd name="connsiteY18" fmla="*/ 21695 h 156588"/>
                <a:gd name="connsiteX19" fmla="*/ 92445 w 118291"/>
                <a:gd name="connsiteY19" fmla="*/ 85 h 156588"/>
                <a:gd name="connsiteX20" fmla="*/ 49142 w 118291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291" h="156588">
                  <a:moveTo>
                    <a:pt x="49142" y="39055"/>
                  </a:moveTo>
                  <a:lnTo>
                    <a:pt x="49142" y="85"/>
                  </a:lnTo>
                  <a:lnTo>
                    <a:pt x="206" y="3982"/>
                  </a:lnTo>
                  <a:lnTo>
                    <a:pt x="206" y="14964"/>
                  </a:lnTo>
                  <a:cubicBezTo>
                    <a:pt x="24850" y="14964"/>
                    <a:pt x="27667" y="17444"/>
                    <a:pt x="27667" y="34803"/>
                  </a:cubicBezTo>
                  <a:lnTo>
                    <a:pt x="27667" y="129748"/>
                  </a:lnTo>
                  <a:cubicBezTo>
                    <a:pt x="27667" y="145690"/>
                    <a:pt x="23794" y="145690"/>
                    <a:pt x="206" y="145690"/>
                  </a:cubicBezTo>
                  <a:lnTo>
                    <a:pt x="206" y="156673"/>
                  </a:lnTo>
                  <a:cubicBezTo>
                    <a:pt x="13936" y="156318"/>
                    <a:pt x="30483" y="155610"/>
                    <a:pt x="40341" y="155610"/>
                  </a:cubicBezTo>
                  <a:cubicBezTo>
                    <a:pt x="54423" y="155610"/>
                    <a:pt x="70970" y="155610"/>
                    <a:pt x="85052" y="156673"/>
                  </a:cubicBezTo>
                  <a:lnTo>
                    <a:pt x="85052" y="145690"/>
                  </a:lnTo>
                  <a:lnTo>
                    <a:pt x="77659" y="145690"/>
                  </a:lnTo>
                  <a:cubicBezTo>
                    <a:pt x="51607" y="145690"/>
                    <a:pt x="50902" y="141793"/>
                    <a:pt x="50902" y="129040"/>
                  </a:cubicBezTo>
                  <a:lnTo>
                    <a:pt x="50902" y="74482"/>
                  </a:lnTo>
                  <a:cubicBezTo>
                    <a:pt x="50902" y="39409"/>
                    <a:pt x="65689" y="7879"/>
                    <a:pt x="92445" y="7879"/>
                  </a:cubicBezTo>
                  <a:cubicBezTo>
                    <a:pt x="94910" y="7879"/>
                    <a:pt x="95614" y="7879"/>
                    <a:pt x="96318" y="8233"/>
                  </a:cubicBezTo>
                  <a:cubicBezTo>
                    <a:pt x="95262" y="8587"/>
                    <a:pt x="88221" y="12838"/>
                    <a:pt x="88221" y="22050"/>
                  </a:cubicBezTo>
                  <a:cubicBezTo>
                    <a:pt x="88221" y="31969"/>
                    <a:pt x="95614" y="37283"/>
                    <a:pt x="103359" y="37283"/>
                  </a:cubicBezTo>
                  <a:cubicBezTo>
                    <a:pt x="109696" y="37283"/>
                    <a:pt x="118497" y="33032"/>
                    <a:pt x="118497" y="21695"/>
                  </a:cubicBezTo>
                  <a:cubicBezTo>
                    <a:pt x="118497" y="10359"/>
                    <a:pt x="107584" y="85"/>
                    <a:pt x="92445" y="85"/>
                  </a:cubicBezTo>
                  <a:cubicBezTo>
                    <a:pt x="66745" y="85"/>
                    <a:pt x="54071" y="23821"/>
                    <a:pt x="49142" y="39055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7C30DCE7-D786-5A52-4B54-70E602510BAF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9405652" y="6698859"/>
              <a:ext cx="274956" cy="156588"/>
            </a:xfrm>
            <a:custGeom>
              <a:avLst/>
              <a:gdLst>
                <a:gd name="connsiteX0" fmla="*/ 27671 w 274956"/>
                <a:gd name="connsiteY0" fmla="*/ 34803 h 156588"/>
                <a:gd name="connsiteX1" fmla="*/ 27671 w 274956"/>
                <a:gd name="connsiteY1" fmla="*/ 129748 h 156588"/>
                <a:gd name="connsiteX2" fmla="*/ 210 w 274956"/>
                <a:gd name="connsiteY2" fmla="*/ 145690 h 156588"/>
                <a:gd name="connsiteX3" fmla="*/ 210 w 274956"/>
                <a:gd name="connsiteY3" fmla="*/ 156673 h 156588"/>
                <a:gd name="connsiteX4" fmla="*/ 39993 w 274956"/>
                <a:gd name="connsiteY4" fmla="*/ 155610 h 156588"/>
                <a:gd name="connsiteX5" fmla="*/ 79423 w 274956"/>
                <a:gd name="connsiteY5" fmla="*/ 156673 h 156588"/>
                <a:gd name="connsiteX6" fmla="*/ 79423 w 274956"/>
                <a:gd name="connsiteY6" fmla="*/ 145690 h 156588"/>
                <a:gd name="connsiteX7" fmla="*/ 51963 w 274956"/>
                <a:gd name="connsiteY7" fmla="*/ 129748 h 156588"/>
                <a:gd name="connsiteX8" fmla="*/ 51963 w 274956"/>
                <a:gd name="connsiteY8" fmla="*/ 64562 h 156588"/>
                <a:gd name="connsiteX9" fmla="*/ 99490 w 274956"/>
                <a:gd name="connsiteY9" fmla="*/ 7879 h 156588"/>
                <a:gd name="connsiteX10" fmla="*/ 125542 w 274956"/>
                <a:gd name="connsiteY10" fmla="*/ 47203 h 156588"/>
                <a:gd name="connsiteX11" fmla="*/ 125542 w 274956"/>
                <a:gd name="connsiteY11" fmla="*/ 129748 h 156588"/>
                <a:gd name="connsiteX12" fmla="*/ 98082 w 274956"/>
                <a:gd name="connsiteY12" fmla="*/ 145690 h 156588"/>
                <a:gd name="connsiteX13" fmla="*/ 98082 w 274956"/>
                <a:gd name="connsiteY13" fmla="*/ 156673 h 156588"/>
                <a:gd name="connsiteX14" fmla="*/ 137865 w 274956"/>
                <a:gd name="connsiteY14" fmla="*/ 155610 h 156588"/>
                <a:gd name="connsiteX15" fmla="*/ 177295 w 274956"/>
                <a:gd name="connsiteY15" fmla="*/ 156673 h 156588"/>
                <a:gd name="connsiteX16" fmla="*/ 177295 w 274956"/>
                <a:gd name="connsiteY16" fmla="*/ 145690 h 156588"/>
                <a:gd name="connsiteX17" fmla="*/ 149834 w 274956"/>
                <a:gd name="connsiteY17" fmla="*/ 129748 h 156588"/>
                <a:gd name="connsiteX18" fmla="*/ 149834 w 274956"/>
                <a:gd name="connsiteY18" fmla="*/ 64562 h 156588"/>
                <a:gd name="connsiteX19" fmla="*/ 197362 w 274956"/>
                <a:gd name="connsiteY19" fmla="*/ 7879 h 156588"/>
                <a:gd name="connsiteX20" fmla="*/ 223414 w 274956"/>
                <a:gd name="connsiteY20" fmla="*/ 47203 h 156588"/>
                <a:gd name="connsiteX21" fmla="*/ 223414 w 274956"/>
                <a:gd name="connsiteY21" fmla="*/ 129748 h 156588"/>
                <a:gd name="connsiteX22" fmla="*/ 195954 w 274956"/>
                <a:gd name="connsiteY22" fmla="*/ 145690 h 156588"/>
                <a:gd name="connsiteX23" fmla="*/ 195954 w 274956"/>
                <a:gd name="connsiteY23" fmla="*/ 156673 h 156588"/>
                <a:gd name="connsiteX24" fmla="*/ 235736 w 274956"/>
                <a:gd name="connsiteY24" fmla="*/ 155610 h 156588"/>
                <a:gd name="connsiteX25" fmla="*/ 275167 w 274956"/>
                <a:gd name="connsiteY25" fmla="*/ 156673 h 156588"/>
                <a:gd name="connsiteX26" fmla="*/ 275167 w 274956"/>
                <a:gd name="connsiteY26" fmla="*/ 145690 h 156588"/>
                <a:gd name="connsiteX27" fmla="*/ 247706 w 274956"/>
                <a:gd name="connsiteY27" fmla="*/ 135062 h 156588"/>
                <a:gd name="connsiteX28" fmla="*/ 247706 w 274956"/>
                <a:gd name="connsiteY28" fmla="*/ 67396 h 156588"/>
                <a:gd name="connsiteX29" fmla="*/ 236793 w 274956"/>
                <a:gd name="connsiteY29" fmla="*/ 13193 h 156588"/>
                <a:gd name="connsiteX30" fmla="*/ 199827 w 274956"/>
                <a:gd name="connsiteY30" fmla="*/ 85 h 156588"/>
                <a:gd name="connsiteX31" fmla="*/ 148778 w 274956"/>
                <a:gd name="connsiteY31" fmla="*/ 34803 h 156588"/>
                <a:gd name="connsiteX32" fmla="*/ 101955 w 274956"/>
                <a:gd name="connsiteY32" fmla="*/ 85 h 156588"/>
                <a:gd name="connsiteX33" fmla="*/ 49850 w 274956"/>
                <a:gd name="connsiteY33" fmla="*/ 37283 h 156588"/>
                <a:gd name="connsiteX34" fmla="*/ 49850 w 274956"/>
                <a:gd name="connsiteY34" fmla="*/ 85 h 156588"/>
                <a:gd name="connsiteX35" fmla="*/ 210 w 274956"/>
                <a:gd name="connsiteY35" fmla="*/ 3982 h 156588"/>
                <a:gd name="connsiteX36" fmla="*/ 210 w 274956"/>
                <a:gd name="connsiteY36" fmla="*/ 14964 h 156588"/>
                <a:gd name="connsiteX37" fmla="*/ 27671 w 274956"/>
                <a:gd name="connsiteY37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4956" h="156588">
                  <a:moveTo>
                    <a:pt x="27671" y="34803"/>
                  </a:moveTo>
                  <a:lnTo>
                    <a:pt x="27671" y="129748"/>
                  </a:lnTo>
                  <a:cubicBezTo>
                    <a:pt x="27671" y="145690"/>
                    <a:pt x="23798" y="145690"/>
                    <a:pt x="210" y="145690"/>
                  </a:cubicBezTo>
                  <a:lnTo>
                    <a:pt x="210" y="156673"/>
                  </a:lnTo>
                  <a:cubicBezTo>
                    <a:pt x="12532" y="156318"/>
                    <a:pt x="30487" y="155610"/>
                    <a:pt x="39993" y="155610"/>
                  </a:cubicBezTo>
                  <a:cubicBezTo>
                    <a:pt x="49146" y="155610"/>
                    <a:pt x="67453" y="156318"/>
                    <a:pt x="79423" y="156673"/>
                  </a:cubicBezTo>
                  <a:lnTo>
                    <a:pt x="79423" y="145690"/>
                  </a:lnTo>
                  <a:cubicBezTo>
                    <a:pt x="55835" y="145690"/>
                    <a:pt x="51963" y="145690"/>
                    <a:pt x="51963" y="129748"/>
                  </a:cubicBezTo>
                  <a:lnTo>
                    <a:pt x="51963" y="64562"/>
                  </a:lnTo>
                  <a:cubicBezTo>
                    <a:pt x="51963" y="27718"/>
                    <a:pt x="76959" y="7879"/>
                    <a:pt x="99490" y="7879"/>
                  </a:cubicBezTo>
                  <a:cubicBezTo>
                    <a:pt x="121670" y="7879"/>
                    <a:pt x="125542" y="27009"/>
                    <a:pt x="125542" y="47203"/>
                  </a:cubicBezTo>
                  <a:lnTo>
                    <a:pt x="125542" y="129748"/>
                  </a:lnTo>
                  <a:cubicBezTo>
                    <a:pt x="125542" y="145690"/>
                    <a:pt x="121670" y="145690"/>
                    <a:pt x="98082" y="145690"/>
                  </a:cubicBezTo>
                  <a:lnTo>
                    <a:pt x="98082" y="156673"/>
                  </a:lnTo>
                  <a:cubicBezTo>
                    <a:pt x="110404" y="156318"/>
                    <a:pt x="128359" y="155610"/>
                    <a:pt x="137865" y="155610"/>
                  </a:cubicBezTo>
                  <a:cubicBezTo>
                    <a:pt x="147018" y="155610"/>
                    <a:pt x="165325" y="156318"/>
                    <a:pt x="177295" y="156673"/>
                  </a:cubicBezTo>
                  <a:lnTo>
                    <a:pt x="177295" y="145690"/>
                  </a:lnTo>
                  <a:cubicBezTo>
                    <a:pt x="153707" y="145690"/>
                    <a:pt x="149834" y="145690"/>
                    <a:pt x="149834" y="129748"/>
                  </a:cubicBezTo>
                  <a:lnTo>
                    <a:pt x="149834" y="64562"/>
                  </a:lnTo>
                  <a:cubicBezTo>
                    <a:pt x="149834" y="27718"/>
                    <a:pt x="174831" y="7879"/>
                    <a:pt x="197362" y="7879"/>
                  </a:cubicBezTo>
                  <a:cubicBezTo>
                    <a:pt x="219542" y="7879"/>
                    <a:pt x="223414" y="27009"/>
                    <a:pt x="223414" y="47203"/>
                  </a:cubicBezTo>
                  <a:lnTo>
                    <a:pt x="223414" y="129748"/>
                  </a:lnTo>
                  <a:cubicBezTo>
                    <a:pt x="223414" y="145690"/>
                    <a:pt x="219542" y="145690"/>
                    <a:pt x="195954" y="145690"/>
                  </a:cubicBezTo>
                  <a:lnTo>
                    <a:pt x="195954" y="156673"/>
                  </a:lnTo>
                  <a:cubicBezTo>
                    <a:pt x="208276" y="156318"/>
                    <a:pt x="226231" y="155610"/>
                    <a:pt x="235736" y="155610"/>
                  </a:cubicBezTo>
                  <a:cubicBezTo>
                    <a:pt x="244890" y="155610"/>
                    <a:pt x="263197" y="156318"/>
                    <a:pt x="275167" y="156673"/>
                  </a:cubicBezTo>
                  <a:lnTo>
                    <a:pt x="275167" y="145690"/>
                  </a:lnTo>
                  <a:cubicBezTo>
                    <a:pt x="256860" y="145690"/>
                    <a:pt x="248058" y="145690"/>
                    <a:pt x="247706" y="135062"/>
                  </a:cubicBezTo>
                  <a:lnTo>
                    <a:pt x="247706" y="67396"/>
                  </a:lnTo>
                  <a:cubicBezTo>
                    <a:pt x="247706" y="36929"/>
                    <a:pt x="247706" y="25947"/>
                    <a:pt x="236793" y="13193"/>
                  </a:cubicBezTo>
                  <a:cubicBezTo>
                    <a:pt x="231864" y="7170"/>
                    <a:pt x="220246" y="85"/>
                    <a:pt x="199827" y="85"/>
                  </a:cubicBezTo>
                  <a:cubicBezTo>
                    <a:pt x="170254" y="85"/>
                    <a:pt x="154763" y="21341"/>
                    <a:pt x="148778" y="34803"/>
                  </a:cubicBezTo>
                  <a:cubicBezTo>
                    <a:pt x="143850" y="3982"/>
                    <a:pt x="117797" y="85"/>
                    <a:pt x="101955" y="85"/>
                  </a:cubicBezTo>
                  <a:cubicBezTo>
                    <a:pt x="76254" y="85"/>
                    <a:pt x="59708" y="15318"/>
                    <a:pt x="49850" y="37283"/>
                  </a:cubicBezTo>
                  <a:lnTo>
                    <a:pt x="49850" y="85"/>
                  </a:lnTo>
                  <a:lnTo>
                    <a:pt x="210" y="3982"/>
                  </a:lnTo>
                  <a:lnTo>
                    <a:pt x="210" y="14964"/>
                  </a:lnTo>
                  <a:cubicBezTo>
                    <a:pt x="24854" y="14964"/>
                    <a:pt x="27671" y="17444"/>
                    <a:pt x="27671" y="34803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2B414A2D-5A5E-53BA-0892-7FF503BD8E94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9702554" y="6696733"/>
              <a:ext cx="158777" cy="162610"/>
            </a:xfrm>
            <a:custGeom>
              <a:avLst/>
              <a:gdLst>
                <a:gd name="connsiteX0" fmla="*/ 102667 w 158777"/>
                <a:gd name="connsiteY0" fmla="*/ 131874 h 162610"/>
                <a:gd name="connsiteX1" fmla="*/ 130128 w 158777"/>
                <a:gd name="connsiteY1" fmla="*/ 160924 h 162610"/>
                <a:gd name="connsiteX2" fmla="*/ 158996 w 158777"/>
                <a:gd name="connsiteY2" fmla="*/ 127268 h 162610"/>
                <a:gd name="connsiteX3" fmla="*/ 158996 w 158777"/>
                <a:gd name="connsiteY3" fmla="*/ 107429 h 162610"/>
                <a:gd name="connsiteX4" fmla="*/ 150195 w 158777"/>
                <a:gd name="connsiteY4" fmla="*/ 107429 h 162610"/>
                <a:gd name="connsiteX5" fmla="*/ 150195 w 158777"/>
                <a:gd name="connsiteY5" fmla="*/ 127268 h 162610"/>
                <a:gd name="connsiteX6" fmla="*/ 137521 w 158777"/>
                <a:gd name="connsiteY6" fmla="*/ 149942 h 162610"/>
                <a:gd name="connsiteX7" fmla="*/ 124495 w 158777"/>
                <a:gd name="connsiteY7" fmla="*/ 132228 h 162610"/>
                <a:gd name="connsiteX8" fmla="*/ 124495 w 158777"/>
                <a:gd name="connsiteY8" fmla="*/ 61374 h 162610"/>
                <a:gd name="connsiteX9" fmla="*/ 111821 w 158777"/>
                <a:gd name="connsiteY9" fmla="*/ 19570 h 162610"/>
                <a:gd name="connsiteX10" fmla="*/ 63589 w 158777"/>
                <a:gd name="connsiteY10" fmla="*/ 85 h 162610"/>
                <a:gd name="connsiteX11" fmla="*/ 10428 w 158777"/>
                <a:gd name="connsiteY11" fmla="*/ 40117 h 162610"/>
                <a:gd name="connsiteX12" fmla="*/ 26623 w 158777"/>
                <a:gd name="connsiteY12" fmla="*/ 56768 h 162610"/>
                <a:gd name="connsiteX13" fmla="*/ 42817 w 158777"/>
                <a:gd name="connsiteY13" fmla="*/ 40472 h 162610"/>
                <a:gd name="connsiteX14" fmla="*/ 24862 w 158777"/>
                <a:gd name="connsiteY14" fmla="*/ 24175 h 162610"/>
                <a:gd name="connsiteX15" fmla="*/ 62885 w 158777"/>
                <a:gd name="connsiteY15" fmla="*/ 7879 h 162610"/>
                <a:gd name="connsiteX16" fmla="*/ 100203 w 158777"/>
                <a:gd name="connsiteY16" fmla="*/ 53225 h 162610"/>
                <a:gd name="connsiteX17" fmla="*/ 100203 w 158777"/>
                <a:gd name="connsiteY17" fmla="*/ 66333 h 162610"/>
                <a:gd name="connsiteX18" fmla="*/ 35424 w 158777"/>
                <a:gd name="connsiteY18" fmla="*/ 79087 h 162610"/>
                <a:gd name="connsiteX19" fmla="*/ 218 w 158777"/>
                <a:gd name="connsiteY19" fmla="*/ 125143 h 162610"/>
                <a:gd name="connsiteX20" fmla="*/ 56548 w 158777"/>
                <a:gd name="connsiteY20" fmla="*/ 162695 h 162610"/>
                <a:gd name="connsiteX21" fmla="*/ 102667 w 158777"/>
                <a:gd name="connsiteY21" fmla="*/ 131874 h 162610"/>
                <a:gd name="connsiteX22" fmla="*/ 100203 w 158777"/>
                <a:gd name="connsiteY22" fmla="*/ 73773 h 162610"/>
                <a:gd name="connsiteX23" fmla="*/ 100203 w 158777"/>
                <a:gd name="connsiteY23" fmla="*/ 109200 h 162610"/>
                <a:gd name="connsiteX24" fmla="*/ 59012 w 158777"/>
                <a:gd name="connsiteY24" fmla="*/ 154901 h 162610"/>
                <a:gd name="connsiteX25" fmla="*/ 27327 w 158777"/>
                <a:gd name="connsiteY25" fmla="*/ 124788 h 162610"/>
                <a:gd name="connsiteX26" fmla="*/ 100203 w 158777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8777" h="162610">
                  <a:moveTo>
                    <a:pt x="102667" y="131874"/>
                  </a:moveTo>
                  <a:cubicBezTo>
                    <a:pt x="104075" y="146045"/>
                    <a:pt x="113581" y="160924"/>
                    <a:pt x="130128" y="160924"/>
                  </a:cubicBezTo>
                  <a:cubicBezTo>
                    <a:pt x="137521" y="160924"/>
                    <a:pt x="158996" y="155964"/>
                    <a:pt x="158996" y="127268"/>
                  </a:cubicBezTo>
                  <a:lnTo>
                    <a:pt x="158996" y="107429"/>
                  </a:lnTo>
                  <a:lnTo>
                    <a:pt x="150195" y="107429"/>
                  </a:lnTo>
                  <a:lnTo>
                    <a:pt x="150195" y="127268"/>
                  </a:lnTo>
                  <a:cubicBezTo>
                    <a:pt x="150195" y="147816"/>
                    <a:pt x="141393" y="149942"/>
                    <a:pt x="137521" y="149942"/>
                  </a:cubicBezTo>
                  <a:cubicBezTo>
                    <a:pt x="125903" y="149942"/>
                    <a:pt x="124495" y="133999"/>
                    <a:pt x="124495" y="132228"/>
                  </a:cubicBezTo>
                  <a:lnTo>
                    <a:pt x="124495" y="61374"/>
                  </a:lnTo>
                  <a:cubicBezTo>
                    <a:pt x="124495" y="46494"/>
                    <a:pt x="124495" y="32678"/>
                    <a:pt x="111821" y="19570"/>
                  </a:cubicBezTo>
                  <a:cubicBezTo>
                    <a:pt x="98090" y="5753"/>
                    <a:pt x="80487" y="85"/>
                    <a:pt x="63589" y="85"/>
                  </a:cubicBezTo>
                  <a:cubicBezTo>
                    <a:pt x="34720" y="85"/>
                    <a:pt x="10428" y="16735"/>
                    <a:pt x="10428" y="40117"/>
                  </a:cubicBezTo>
                  <a:cubicBezTo>
                    <a:pt x="10428" y="50746"/>
                    <a:pt x="17469" y="56768"/>
                    <a:pt x="26623" y="56768"/>
                  </a:cubicBezTo>
                  <a:cubicBezTo>
                    <a:pt x="36480" y="56768"/>
                    <a:pt x="42817" y="49683"/>
                    <a:pt x="42817" y="40472"/>
                  </a:cubicBezTo>
                  <a:cubicBezTo>
                    <a:pt x="42817" y="36220"/>
                    <a:pt x="41057" y="24529"/>
                    <a:pt x="24862" y="24175"/>
                  </a:cubicBezTo>
                  <a:cubicBezTo>
                    <a:pt x="34368" y="11776"/>
                    <a:pt x="51619" y="7879"/>
                    <a:pt x="62885" y="7879"/>
                  </a:cubicBezTo>
                  <a:cubicBezTo>
                    <a:pt x="80135" y="7879"/>
                    <a:pt x="100203" y="21695"/>
                    <a:pt x="100203" y="53225"/>
                  </a:cubicBezTo>
                  <a:lnTo>
                    <a:pt x="100203" y="66333"/>
                  </a:lnTo>
                  <a:cubicBezTo>
                    <a:pt x="82248" y="67396"/>
                    <a:pt x="57604" y="68459"/>
                    <a:pt x="35424" y="79087"/>
                  </a:cubicBezTo>
                  <a:cubicBezTo>
                    <a:pt x="9020" y="91132"/>
                    <a:pt x="218" y="109555"/>
                    <a:pt x="218" y="125143"/>
                  </a:cubicBezTo>
                  <a:cubicBezTo>
                    <a:pt x="218" y="153839"/>
                    <a:pt x="34368" y="162695"/>
                    <a:pt x="56548" y="162695"/>
                  </a:cubicBezTo>
                  <a:cubicBezTo>
                    <a:pt x="79783" y="162695"/>
                    <a:pt x="95978" y="148524"/>
                    <a:pt x="102667" y="131874"/>
                  </a:cubicBezTo>
                  <a:close/>
                  <a:moveTo>
                    <a:pt x="100203" y="73773"/>
                  </a:moveTo>
                  <a:lnTo>
                    <a:pt x="100203" y="109200"/>
                  </a:lnTo>
                  <a:cubicBezTo>
                    <a:pt x="100203" y="142856"/>
                    <a:pt x="74855" y="154901"/>
                    <a:pt x="59012" y="154901"/>
                  </a:cubicBezTo>
                  <a:cubicBezTo>
                    <a:pt x="41761" y="154901"/>
                    <a:pt x="27327" y="142502"/>
                    <a:pt x="27327" y="124788"/>
                  </a:cubicBezTo>
                  <a:cubicBezTo>
                    <a:pt x="27327" y="105303"/>
                    <a:pt x="42113" y="75899"/>
                    <a:pt x="100203" y="73773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C8D4AF5F-FFBC-E5DD-4B86-90DD5C8DB798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9875415" y="6609583"/>
              <a:ext cx="78156" cy="245864"/>
            </a:xfrm>
            <a:custGeom>
              <a:avLst/>
              <a:gdLst>
                <a:gd name="connsiteX0" fmla="*/ 50920 w 78156"/>
                <a:gd name="connsiteY0" fmla="*/ 85 h 245864"/>
                <a:gd name="connsiteX1" fmla="*/ 223 w 78156"/>
                <a:gd name="connsiteY1" fmla="*/ 3982 h 245864"/>
                <a:gd name="connsiteX2" fmla="*/ 223 w 78156"/>
                <a:gd name="connsiteY2" fmla="*/ 14964 h 245864"/>
                <a:gd name="connsiteX3" fmla="*/ 27684 w 78156"/>
                <a:gd name="connsiteY3" fmla="*/ 34803 h 245864"/>
                <a:gd name="connsiteX4" fmla="*/ 27684 w 78156"/>
                <a:gd name="connsiteY4" fmla="*/ 219024 h 245864"/>
                <a:gd name="connsiteX5" fmla="*/ 223 w 78156"/>
                <a:gd name="connsiteY5" fmla="*/ 234967 h 245864"/>
                <a:gd name="connsiteX6" fmla="*/ 223 w 78156"/>
                <a:gd name="connsiteY6" fmla="*/ 245949 h 245864"/>
                <a:gd name="connsiteX7" fmla="*/ 39302 w 78156"/>
                <a:gd name="connsiteY7" fmla="*/ 244886 h 245864"/>
                <a:gd name="connsiteX8" fmla="*/ 78380 w 78156"/>
                <a:gd name="connsiteY8" fmla="*/ 245949 h 245864"/>
                <a:gd name="connsiteX9" fmla="*/ 78380 w 78156"/>
                <a:gd name="connsiteY9" fmla="*/ 234967 h 245864"/>
                <a:gd name="connsiteX10" fmla="*/ 50920 w 78156"/>
                <a:gd name="connsiteY10" fmla="*/ 219024 h 245864"/>
                <a:gd name="connsiteX11" fmla="*/ 50920 w 78156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156" h="245864">
                  <a:moveTo>
                    <a:pt x="50920" y="85"/>
                  </a:moveTo>
                  <a:lnTo>
                    <a:pt x="223" y="3982"/>
                  </a:lnTo>
                  <a:lnTo>
                    <a:pt x="223" y="14964"/>
                  </a:lnTo>
                  <a:cubicBezTo>
                    <a:pt x="24867" y="14964"/>
                    <a:pt x="27684" y="17444"/>
                    <a:pt x="27684" y="34803"/>
                  </a:cubicBezTo>
                  <a:lnTo>
                    <a:pt x="27684" y="219024"/>
                  </a:lnTo>
                  <a:cubicBezTo>
                    <a:pt x="27684" y="234967"/>
                    <a:pt x="23811" y="234967"/>
                    <a:pt x="223" y="234967"/>
                  </a:cubicBezTo>
                  <a:lnTo>
                    <a:pt x="223" y="245949"/>
                  </a:lnTo>
                  <a:cubicBezTo>
                    <a:pt x="11841" y="245595"/>
                    <a:pt x="30500" y="244886"/>
                    <a:pt x="39302" y="244886"/>
                  </a:cubicBezTo>
                  <a:cubicBezTo>
                    <a:pt x="48103" y="244886"/>
                    <a:pt x="65354" y="245595"/>
                    <a:pt x="78380" y="245949"/>
                  </a:cubicBezTo>
                  <a:lnTo>
                    <a:pt x="78380" y="234967"/>
                  </a:lnTo>
                  <a:cubicBezTo>
                    <a:pt x="54792" y="234967"/>
                    <a:pt x="50920" y="234967"/>
                    <a:pt x="50920" y="219024"/>
                  </a:cubicBezTo>
                  <a:lnTo>
                    <a:pt x="50920" y="85"/>
                  </a:ln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8FCDB264-37EF-743F-6E22-2E31AFF813D7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0088801" y="6696733"/>
              <a:ext cx="136246" cy="162610"/>
            </a:xfrm>
            <a:custGeom>
              <a:avLst/>
              <a:gdLst>
                <a:gd name="connsiteX0" fmla="*/ 29802 w 136246"/>
                <a:gd name="connsiteY0" fmla="*/ 69522 h 162610"/>
                <a:gd name="connsiteX1" fmla="*/ 73457 w 136246"/>
                <a:gd name="connsiteY1" fmla="*/ 7879 h 162610"/>
                <a:gd name="connsiteX2" fmla="*/ 113240 w 136246"/>
                <a:gd name="connsiteY2" fmla="*/ 69522 h 162610"/>
                <a:gd name="connsiteX3" fmla="*/ 29802 w 136246"/>
                <a:gd name="connsiteY3" fmla="*/ 69522 h 162610"/>
                <a:gd name="connsiteX4" fmla="*/ 29450 w 136246"/>
                <a:gd name="connsiteY4" fmla="*/ 76962 h 162610"/>
                <a:gd name="connsiteX5" fmla="*/ 127674 w 136246"/>
                <a:gd name="connsiteY5" fmla="*/ 76962 h 162610"/>
                <a:gd name="connsiteX6" fmla="*/ 136476 w 136246"/>
                <a:gd name="connsiteY6" fmla="*/ 69522 h 162610"/>
                <a:gd name="connsiteX7" fmla="*/ 73457 w 136246"/>
                <a:gd name="connsiteY7" fmla="*/ 85 h 162610"/>
                <a:gd name="connsiteX8" fmla="*/ 229 w 136246"/>
                <a:gd name="connsiteY8" fmla="*/ 80859 h 162610"/>
                <a:gd name="connsiteX9" fmla="*/ 77682 w 136246"/>
                <a:gd name="connsiteY9" fmla="*/ 162695 h 162610"/>
                <a:gd name="connsiteX10" fmla="*/ 136476 w 136246"/>
                <a:gd name="connsiteY10" fmla="*/ 116640 h 162610"/>
                <a:gd name="connsiteX11" fmla="*/ 131899 w 136246"/>
                <a:gd name="connsiteY11" fmla="*/ 112389 h 162610"/>
                <a:gd name="connsiteX12" fmla="*/ 127322 w 136246"/>
                <a:gd name="connsiteY12" fmla="*/ 117349 h 162610"/>
                <a:gd name="connsiteX13" fmla="*/ 79794 w 136246"/>
                <a:gd name="connsiteY13" fmla="*/ 153839 h 162610"/>
                <a:gd name="connsiteX14" fmla="*/ 40012 w 136246"/>
                <a:gd name="connsiteY14" fmla="*/ 130102 h 162610"/>
                <a:gd name="connsiteX15" fmla="*/ 29450 w 136246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246" h="162610">
                  <a:moveTo>
                    <a:pt x="29802" y="69522"/>
                  </a:moveTo>
                  <a:cubicBezTo>
                    <a:pt x="31915" y="16735"/>
                    <a:pt x="61487" y="7879"/>
                    <a:pt x="73457" y="7879"/>
                  </a:cubicBezTo>
                  <a:cubicBezTo>
                    <a:pt x="109719" y="7879"/>
                    <a:pt x="113240" y="55705"/>
                    <a:pt x="113240" y="69522"/>
                  </a:cubicBezTo>
                  <a:lnTo>
                    <a:pt x="29802" y="69522"/>
                  </a:lnTo>
                  <a:close/>
                  <a:moveTo>
                    <a:pt x="29450" y="76962"/>
                  </a:moveTo>
                  <a:lnTo>
                    <a:pt x="127674" y="76962"/>
                  </a:lnTo>
                  <a:cubicBezTo>
                    <a:pt x="135419" y="76962"/>
                    <a:pt x="136476" y="76962"/>
                    <a:pt x="136476" y="69522"/>
                  </a:cubicBezTo>
                  <a:cubicBezTo>
                    <a:pt x="136476" y="34449"/>
                    <a:pt x="117465" y="85"/>
                    <a:pt x="73457" y="85"/>
                  </a:cubicBezTo>
                  <a:cubicBezTo>
                    <a:pt x="32619" y="85"/>
                    <a:pt x="229" y="36575"/>
                    <a:pt x="229" y="80859"/>
                  </a:cubicBezTo>
                  <a:cubicBezTo>
                    <a:pt x="229" y="128331"/>
                    <a:pt x="37195" y="162695"/>
                    <a:pt x="77682" y="162695"/>
                  </a:cubicBezTo>
                  <a:cubicBezTo>
                    <a:pt x="120633" y="162695"/>
                    <a:pt x="136476" y="123371"/>
                    <a:pt x="136476" y="116640"/>
                  </a:cubicBezTo>
                  <a:cubicBezTo>
                    <a:pt x="136476" y="113097"/>
                    <a:pt x="133659" y="112389"/>
                    <a:pt x="131899" y="112389"/>
                  </a:cubicBezTo>
                  <a:cubicBezTo>
                    <a:pt x="128730" y="112389"/>
                    <a:pt x="128026" y="114514"/>
                    <a:pt x="127322" y="117349"/>
                  </a:cubicBezTo>
                  <a:cubicBezTo>
                    <a:pt x="115000" y="153839"/>
                    <a:pt x="83315" y="153839"/>
                    <a:pt x="79794" y="153839"/>
                  </a:cubicBezTo>
                  <a:cubicBezTo>
                    <a:pt x="62192" y="153839"/>
                    <a:pt x="48109" y="143210"/>
                    <a:pt x="40012" y="130102"/>
                  </a:cubicBezTo>
                  <a:cubicBezTo>
                    <a:pt x="29450" y="113097"/>
                    <a:pt x="29450" y="89715"/>
                    <a:pt x="29450" y="76962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9BDB06D7-CE71-1092-7705-868CD7D298C3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0247384" y="6698859"/>
              <a:ext cx="173564" cy="225316"/>
            </a:xfrm>
            <a:custGeom>
              <a:avLst/>
              <a:gdLst>
                <a:gd name="connsiteX0" fmla="*/ 122046 w 173564"/>
                <a:gd name="connsiteY0" fmla="*/ 135062 h 225316"/>
                <a:gd name="connsiteX1" fmla="*/ 122046 w 173564"/>
                <a:gd name="connsiteY1" fmla="*/ 198477 h 225316"/>
                <a:gd name="connsiteX2" fmla="*/ 94585 w 173564"/>
                <a:gd name="connsiteY2" fmla="*/ 214419 h 225316"/>
                <a:gd name="connsiteX3" fmla="*/ 94585 w 173564"/>
                <a:gd name="connsiteY3" fmla="*/ 225401 h 225316"/>
                <a:gd name="connsiteX4" fmla="*/ 134016 w 173564"/>
                <a:gd name="connsiteY4" fmla="*/ 224339 h 225316"/>
                <a:gd name="connsiteX5" fmla="*/ 173798 w 173564"/>
                <a:gd name="connsiteY5" fmla="*/ 225401 h 225316"/>
                <a:gd name="connsiteX6" fmla="*/ 173798 w 173564"/>
                <a:gd name="connsiteY6" fmla="*/ 214419 h 225316"/>
                <a:gd name="connsiteX7" fmla="*/ 146338 w 173564"/>
                <a:gd name="connsiteY7" fmla="*/ 198477 h 225316"/>
                <a:gd name="connsiteX8" fmla="*/ 146338 w 173564"/>
                <a:gd name="connsiteY8" fmla="*/ 85 h 225316"/>
                <a:gd name="connsiteX9" fmla="*/ 138592 w 173564"/>
                <a:gd name="connsiteY9" fmla="*/ 85 h 225316"/>
                <a:gd name="connsiteX10" fmla="*/ 125214 w 173564"/>
                <a:gd name="connsiteY10" fmla="*/ 32323 h 225316"/>
                <a:gd name="connsiteX11" fmla="*/ 78039 w 173564"/>
                <a:gd name="connsiteY11" fmla="*/ 85 h 225316"/>
                <a:gd name="connsiteX12" fmla="*/ 234 w 173564"/>
                <a:gd name="connsiteY12" fmla="*/ 80504 h 225316"/>
                <a:gd name="connsiteX13" fmla="*/ 75222 w 173564"/>
                <a:gd name="connsiteY13" fmla="*/ 160570 h 225316"/>
                <a:gd name="connsiteX14" fmla="*/ 122046 w 173564"/>
                <a:gd name="connsiteY14" fmla="*/ 135062 h 225316"/>
                <a:gd name="connsiteX15" fmla="*/ 123102 w 173564"/>
                <a:gd name="connsiteY15" fmla="*/ 58540 h 225316"/>
                <a:gd name="connsiteX16" fmla="*/ 123102 w 173564"/>
                <a:gd name="connsiteY16" fmla="*/ 108492 h 225316"/>
                <a:gd name="connsiteX17" fmla="*/ 109020 w 173564"/>
                <a:gd name="connsiteY17" fmla="*/ 138251 h 225316"/>
                <a:gd name="connsiteX18" fmla="*/ 76630 w 173564"/>
                <a:gd name="connsiteY18" fmla="*/ 152776 h 225316"/>
                <a:gd name="connsiteX19" fmla="*/ 29455 w 173564"/>
                <a:gd name="connsiteY19" fmla="*/ 80504 h 225316"/>
                <a:gd name="connsiteX20" fmla="*/ 80151 w 173564"/>
                <a:gd name="connsiteY20" fmla="*/ 8941 h 225316"/>
                <a:gd name="connsiteX21" fmla="*/ 123102 w 173564"/>
                <a:gd name="connsiteY21" fmla="*/ 58540 h 2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3564" h="225316">
                  <a:moveTo>
                    <a:pt x="122046" y="135062"/>
                  </a:moveTo>
                  <a:lnTo>
                    <a:pt x="122046" y="198477"/>
                  </a:lnTo>
                  <a:cubicBezTo>
                    <a:pt x="122046" y="214419"/>
                    <a:pt x="118173" y="214419"/>
                    <a:pt x="94585" y="214419"/>
                  </a:cubicBezTo>
                  <a:lnTo>
                    <a:pt x="94585" y="225401"/>
                  </a:lnTo>
                  <a:cubicBezTo>
                    <a:pt x="106555" y="225047"/>
                    <a:pt x="124862" y="224339"/>
                    <a:pt x="134016" y="224339"/>
                  </a:cubicBezTo>
                  <a:cubicBezTo>
                    <a:pt x="143521" y="224339"/>
                    <a:pt x="161476" y="225047"/>
                    <a:pt x="173798" y="225401"/>
                  </a:cubicBezTo>
                  <a:lnTo>
                    <a:pt x="173798" y="214419"/>
                  </a:lnTo>
                  <a:cubicBezTo>
                    <a:pt x="150210" y="214419"/>
                    <a:pt x="146338" y="214419"/>
                    <a:pt x="146338" y="198477"/>
                  </a:cubicBezTo>
                  <a:lnTo>
                    <a:pt x="146338" y="85"/>
                  </a:lnTo>
                  <a:lnTo>
                    <a:pt x="138592" y="85"/>
                  </a:lnTo>
                  <a:lnTo>
                    <a:pt x="125214" y="32323"/>
                  </a:lnTo>
                  <a:cubicBezTo>
                    <a:pt x="120637" y="22404"/>
                    <a:pt x="106203" y="85"/>
                    <a:pt x="78039" y="85"/>
                  </a:cubicBezTo>
                  <a:cubicBezTo>
                    <a:pt x="37200" y="85"/>
                    <a:pt x="234" y="34449"/>
                    <a:pt x="234" y="80504"/>
                  </a:cubicBezTo>
                  <a:cubicBezTo>
                    <a:pt x="234" y="124788"/>
                    <a:pt x="34383" y="160570"/>
                    <a:pt x="75222" y="160570"/>
                  </a:cubicBezTo>
                  <a:cubicBezTo>
                    <a:pt x="99866" y="160570"/>
                    <a:pt x="114300" y="145336"/>
                    <a:pt x="122046" y="135062"/>
                  </a:cubicBezTo>
                  <a:close/>
                  <a:moveTo>
                    <a:pt x="123102" y="58540"/>
                  </a:moveTo>
                  <a:lnTo>
                    <a:pt x="123102" y="108492"/>
                  </a:lnTo>
                  <a:cubicBezTo>
                    <a:pt x="123102" y="119828"/>
                    <a:pt x="116765" y="129748"/>
                    <a:pt x="109020" y="138251"/>
                  </a:cubicBezTo>
                  <a:cubicBezTo>
                    <a:pt x="104443" y="143210"/>
                    <a:pt x="93177" y="152776"/>
                    <a:pt x="76630" y="152776"/>
                  </a:cubicBezTo>
                  <a:cubicBezTo>
                    <a:pt x="50930" y="152776"/>
                    <a:pt x="29455" y="121246"/>
                    <a:pt x="29455" y="80504"/>
                  </a:cubicBezTo>
                  <a:cubicBezTo>
                    <a:pt x="29455" y="38346"/>
                    <a:pt x="54099" y="8941"/>
                    <a:pt x="80151" y="8941"/>
                  </a:cubicBezTo>
                  <a:cubicBezTo>
                    <a:pt x="108315" y="8941"/>
                    <a:pt x="123102" y="39763"/>
                    <a:pt x="123102" y="58540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0417DE0-63F6-E4D4-5598-BB5746569B6E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0432488" y="6698859"/>
              <a:ext cx="177084" cy="160484"/>
            </a:xfrm>
            <a:custGeom>
              <a:avLst/>
              <a:gdLst>
                <a:gd name="connsiteX0" fmla="*/ 126628 w 177084"/>
                <a:gd name="connsiteY0" fmla="*/ 128685 h 160484"/>
                <a:gd name="connsiteX1" fmla="*/ 126628 w 177084"/>
                <a:gd name="connsiteY1" fmla="*/ 160570 h 160484"/>
                <a:gd name="connsiteX2" fmla="*/ 177324 w 177084"/>
                <a:gd name="connsiteY2" fmla="*/ 156673 h 160484"/>
                <a:gd name="connsiteX3" fmla="*/ 177324 w 177084"/>
                <a:gd name="connsiteY3" fmla="*/ 145690 h 160484"/>
                <a:gd name="connsiteX4" fmla="*/ 149864 w 177084"/>
                <a:gd name="connsiteY4" fmla="*/ 125851 h 160484"/>
                <a:gd name="connsiteX5" fmla="*/ 149864 w 177084"/>
                <a:gd name="connsiteY5" fmla="*/ 85 h 160484"/>
                <a:gd name="connsiteX6" fmla="*/ 98111 w 177084"/>
                <a:gd name="connsiteY6" fmla="*/ 3982 h 160484"/>
                <a:gd name="connsiteX7" fmla="*/ 98111 w 177084"/>
                <a:gd name="connsiteY7" fmla="*/ 14964 h 160484"/>
                <a:gd name="connsiteX8" fmla="*/ 125572 w 177084"/>
                <a:gd name="connsiteY8" fmla="*/ 34803 h 160484"/>
                <a:gd name="connsiteX9" fmla="*/ 125572 w 177084"/>
                <a:gd name="connsiteY9" fmla="*/ 97864 h 160484"/>
                <a:gd name="connsiteX10" fmla="*/ 82973 w 177084"/>
                <a:gd name="connsiteY10" fmla="*/ 152776 h 160484"/>
                <a:gd name="connsiteX11" fmla="*/ 51992 w 177084"/>
                <a:gd name="connsiteY11" fmla="*/ 117703 h 160484"/>
                <a:gd name="connsiteX12" fmla="*/ 51992 w 177084"/>
                <a:gd name="connsiteY12" fmla="*/ 85 h 160484"/>
                <a:gd name="connsiteX13" fmla="*/ 239 w 177084"/>
                <a:gd name="connsiteY13" fmla="*/ 3982 h 160484"/>
                <a:gd name="connsiteX14" fmla="*/ 239 w 177084"/>
                <a:gd name="connsiteY14" fmla="*/ 14964 h 160484"/>
                <a:gd name="connsiteX15" fmla="*/ 27700 w 177084"/>
                <a:gd name="connsiteY15" fmla="*/ 47557 h 160484"/>
                <a:gd name="connsiteX16" fmla="*/ 27700 w 177084"/>
                <a:gd name="connsiteY16" fmla="*/ 100698 h 160484"/>
                <a:gd name="connsiteX17" fmla="*/ 81212 w 177084"/>
                <a:gd name="connsiteY17" fmla="*/ 160570 h 160484"/>
                <a:gd name="connsiteX18" fmla="*/ 126628 w 177084"/>
                <a:gd name="connsiteY18" fmla="*/ 12868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7084" h="160484">
                  <a:moveTo>
                    <a:pt x="126628" y="128685"/>
                  </a:moveTo>
                  <a:lnTo>
                    <a:pt x="126628" y="160570"/>
                  </a:lnTo>
                  <a:lnTo>
                    <a:pt x="177324" y="156673"/>
                  </a:lnTo>
                  <a:lnTo>
                    <a:pt x="177324" y="145690"/>
                  </a:lnTo>
                  <a:cubicBezTo>
                    <a:pt x="152680" y="145690"/>
                    <a:pt x="149864" y="143210"/>
                    <a:pt x="149864" y="125851"/>
                  </a:cubicBezTo>
                  <a:lnTo>
                    <a:pt x="149864" y="85"/>
                  </a:lnTo>
                  <a:lnTo>
                    <a:pt x="98111" y="3982"/>
                  </a:lnTo>
                  <a:lnTo>
                    <a:pt x="98111" y="14964"/>
                  </a:lnTo>
                  <a:cubicBezTo>
                    <a:pt x="122755" y="14964"/>
                    <a:pt x="125572" y="17444"/>
                    <a:pt x="125572" y="34803"/>
                  </a:cubicBezTo>
                  <a:lnTo>
                    <a:pt x="125572" y="97864"/>
                  </a:lnTo>
                  <a:cubicBezTo>
                    <a:pt x="125572" y="128685"/>
                    <a:pt x="108673" y="152776"/>
                    <a:pt x="82973" y="152776"/>
                  </a:cubicBezTo>
                  <a:cubicBezTo>
                    <a:pt x="53400" y="152776"/>
                    <a:pt x="51992" y="136125"/>
                    <a:pt x="51992" y="117703"/>
                  </a:cubicBezTo>
                  <a:lnTo>
                    <a:pt x="51992" y="85"/>
                  </a:lnTo>
                  <a:lnTo>
                    <a:pt x="239" y="3982"/>
                  </a:lnTo>
                  <a:lnTo>
                    <a:pt x="239" y="14964"/>
                  </a:lnTo>
                  <a:cubicBezTo>
                    <a:pt x="27700" y="14964"/>
                    <a:pt x="27700" y="16027"/>
                    <a:pt x="27700" y="47557"/>
                  </a:cubicBezTo>
                  <a:lnTo>
                    <a:pt x="27700" y="100698"/>
                  </a:lnTo>
                  <a:cubicBezTo>
                    <a:pt x="27700" y="128331"/>
                    <a:pt x="27700" y="160570"/>
                    <a:pt x="81212" y="160570"/>
                  </a:cubicBezTo>
                  <a:cubicBezTo>
                    <a:pt x="100928" y="160570"/>
                    <a:pt x="116418" y="150650"/>
                    <a:pt x="126628" y="128685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47FA1DCD-DFC8-5ACB-0331-CA75E453EC12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0631597" y="6696733"/>
              <a:ext cx="158777" cy="162610"/>
            </a:xfrm>
            <a:custGeom>
              <a:avLst/>
              <a:gdLst>
                <a:gd name="connsiteX0" fmla="*/ 102693 w 158777"/>
                <a:gd name="connsiteY0" fmla="*/ 131874 h 162610"/>
                <a:gd name="connsiteX1" fmla="*/ 130154 w 158777"/>
                <a:gd name="connsiteY1" fmla="*/ 160924 h 162610"/>
                <a:gd name="connsiteX2" fmla="*/ 159023 w 158777"/>
                <a:gd name="connsiteY2" fmla="*/ 127268 h 162610"/>
                <a:gd name="connsiteX3" fmla="*/ 159023 w 158777"/>
                <a:gd name="connsiteY3" fmla="*/ 107429 h 162610"/>
                <a:gd name="connsiteX4" fmla="*/ 150221 w 158777"/>
                <a:gd name="connsiteY4" fmla="*/ 107429 h 162610"/>
                <a:gd name="connsiteX5" fmla="*/ 150221 w 158777"/>
                <a:gd name="connsiteY5" fmla="*/ 127268 h 162610"/>
                <a:gd name="connsiteX6" fmla="*/ 137547 w 158777"/>
                <a:gd name="connsiteY6" fmla="*/ 149942 h 162610"/>
                <a:gd name="connsiteX7" fmla="*/ 124521 w 158777"/>
                <a:gd name="connsiteY7" fmla="*/ 132228 h 162610"/>
                <a:gd name="connsiteX8" fmla="*/ 124521 w 158777"/>
                <a:gd name="connsiteY8" fmla="*/ 61374 h 162610"/>
                <a:gd name="connsiteX9" fmla="*/ 111847 w 158777"/>
                <a:gd name="connsiteY9" fmla="*/ 19570 h 162610"/>
                <a:gd name="connsiteX10" fmla="*/ 63615 w 158777"/>
                <a:gd name="connsiteY10" fmla="*/ 85 h 162610"/>
                <a:gd name="connsiteX11" fmla="*/ 10454 w 158777"/>
                <a:gd name="connsiteY11" fmla="*/ 40117 h 162610"/>
                <a:gd name="connsiteX12" fmla="*/ 26649 w 158777"/>
                <a:gd name="connsiteY12" fmla="*/ 56768 h 162610"/>
                <a:gd name="connsiteX13" fmla="*/ 42844 w 158777"/>
                <a:gd name="connsiteY13" fmla="*/ 40472 h 162610"/>
                <a:gd name="connsiteX14" fmla="*/ 24889 w 158777"/>
                <a:gd name="connsiteY14" fmla="*/ 24175 h 162610"/>
                <a:gd name="connsiteX15" fmla="*/ 62911 w 158777"/>
                <a:gd name="connsiteY15" fmla="*/ 7879 h 162610"/>
                <a:gd name="connsiteX16" fmla="*/ 100229 w 158777"/>
                <a:gd name="connsiteY16" fmla="*/ 53225 h 162610"/>
                <a:gd name="connsiteX17" fmla="*/ 100229 w 158777"/>
                <a:gd name="connsiteY17" fmla="*/ 66333 h 162610"/>
                <a:gd name="connsiteX18" fmla="*/ 35450 w 158777"/>
                <a:gd name="connsiteY18" fmla="*/ 79087 h 162610"/>
                <a:gd name="connsiteX19" fmla="*/ 245 w 158777"/>
                <a:gd name="connsiteY19" fmla="*/ 125143 h 162610"/>
                <a:gd name="connsiteX20" fmla="*/ 56574 w 158777"/>
                <a:gd name="connsiteY20" fmla="*/ 162695 h 162610"/>
                <a:gd name="connsiteX21" fmla="*/ 102693 w 158777"/>
                <a:gd name="connsiteY21" fmla="*/ 131874 h 162610"/>
                <a:gd name="connsiteX22" fmla="*/ 100229 w 158777"/>
                <a:gd name="connsiteY22" fmla="*/ 73773 h 162610"/>
                <a:gd name="connsiteX23" fmla="*/ 100229 w 158777"/>
                <a:gd name="connsiteY23" fmla="*/ 109200 h 162610"/>
                <a:gd name="connsiteX24" fmla="*/ 59038 w 158777"/>
                <a:gd name="connsiteY24" fmla="*/ 154901 h 162610"/>
                <a:gd name="connsiteX25" fmla="*/ 27353 w 158777"/>
                <a:gd name="connsiteY25" fmla="*/ 124788 h 162610"/>
                <a:gd name="connsiteX26" fmla="*/ 100229 w 158777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8777" h="162610">
                  <a:moveTo>
                    <a:pt x="102693" y="131874"/>
                  </a:moveTo>
                  <a:cubicBezTo>
                    <a:pt x="104102" y="146045"/>
                    <a:pt x="113607" y="160924"/>
                    <a:pt x="130154" y="160924"/>
                  </a:cubicBezTo>
                  <a:cubicBezTo>
                    <a:pt x="137547" y="160924"/>
                    <a:pt x="159023" y="155964"/>
                    <a:pt x="159023" y="127268"/>
                  </a:cubicBezTo>
                  <a:lnTo>
                    <a:pt x="159023" y="107429"/>
                  </a:lnTo>
                  <a:lnTo>
                    <a:pt x="150221" y="107429"/>
                  </a:lnTo>
                  <a:lnTo>
                    <a:pt x="150221" y="127268"/>
                  </a:lnTo>
                  <a:cubicBezTo>
                    <a:pt x="150221" y="147816"/>
                    <a:pt x="141420" y="149942"/>
                    <a:pt x="137547" y="149942"/>
                  </a:cubicBezTo>
                  <a:cubicBezTo>
                    <a:pt x="125929" y="149942"/>
                    <a:pt x="124521" y="133999"/>
                    <a:pt x="124521" y="132228"/>
                  </a:cubicBezTo>
                  <a:lnTo>
                    <a:pt x="124521" y="61374"/>
                  </a:lnTo>
                  <a:cubicBezTo>
                    <a:pt x="124521" y="46494"/>
                    <a:pt x="124521" y="32678"/>
                    <a:pt x="111847" y="19570"/>
                  </a:cubicBezTo>
                  <a:cubicBezTo>
                    <a:pt x="98117" y="5753"/>
                    <a:pt x="80514" y="85"/>
                    <a:pt x="63615" y="85"/>
                  </a:cubicBezTo>
                  <a:cubicBezTo>
                    <a:pt x="34746" y="85"/>
                    <a:pt x="10454" y="16735"/>
                    <a:pt x="10454" y="40117"/>
                  </a:cubicBezTo>
                  <a:cubicBezTo>
                    <a:pt x="10454" y="50746"/>
                    <a:pt x="17495" y="56768"/>
                    <a:pt x="26649" y="56768"/>
                  </a:cubicBezTo>
                  <a:cubicBezTo>
                    <a:pt x="36507" y="56768"/>
                    <a:pt x="42844" y="49683"/>
                    <a:pt x="42844" y="40472"/>
                  </a:cubicBezTo>
                  <a:cubicBezTo>
                    <a:pt x="42844" y="36220"/>
                    <a:pt x="41083" y="24529"/>
                    <a:pt x="24889" y="24175"/>
                  </a:cubicBezTo>
                  <a:cubicBezTo>
                    <a:pt x="34394" y="11776"/>
                    <a:pt x="51645" y="7879"/>
                    <a:pt x="62911" y="7879"/>
                  </a:cubicBezTo>
                  <a:cubicBezTo>
                    <a:pt x="80162" y="7879"/>
                    <a:pt x="100229" y="21695"/>
                    <a:pt x="100229" y="53225"/>
                  </a:cubicBezTo>
                  <a:lnTo>
                    <a:pt x="100229" y="66333"/>
                  </a:lnTo>
                  <a:cubicBezTo>
                    <a:pt x="82274" y="67396"/>
                    <a:pt x="57630" y="68459"/>
                    <a:pt x="35450" y="79087"/>
                  </a:cubicBezTo>
                  <a:cubicBezTo>
                    <a:pt x="9046" y="91132"/>
                    <a:pt x="245" y="109555"/>
                    <a:pt x="245" y="125143"/>
                  </a:cubicBezTo>
                  <a:cubicBezTo>
                    <a:pt x="245" y="153839"/>
                    <a:pt x="34394" y="162695"/>
                    <a:pt x="56574" y="162695"/>
                  </a:cubicBezTo>
                  <a:cubicBezTo>
                    <a:pt x="79810" y="162695"/>
                    <a:pt x="96004" y="148524"/>
                    <a:pt x="102693" y="131874"/>
                  </a:cubicBezTo>
                  <a:close/>
                  <a:moveTo>
                    <a:pt x="100229" y="73773"/>
                  </a:moveTo>
                  <a:lnTo>
                    <a:pt x="100229" y="109200"/>
                  </a:lnTo>
                  <a:cubicBezTo>
                    <a:pt x="100229" y="142856"/>
                    <a:pt x="74881" y="154901"/>
                    <a:pt x="59038" y="154901"/>
                  </a:cubicBezTo>
                  <a:cubicBezTo>
                    <a:pt x="41787" y="154901"/>
                    <a:pt x="27353" y="142502"/>
                    <a:pt x="27353" y="124788"/>
                  </a:cubicBezTo>
                  <a:cubicBezTo>
                    <a:pt x="27353" y="105303"/>
                    <a:pt x="42139" y="75899"/>
                    <a:pt x="100229" y="73773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69AB61FB-87A0-001D-F9A6-D5ED14D352D1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0799529" y="6637570"/>
              <a:ext cx="110193" cy="221773"/>
            </a:xfrm>
            <a:custGeom>
              <a:avLst/>
              <a:gdLst>
                <a:gd name="connsiteX0" fmla="*/ 54466 w 110193"/>
                <a:gd name="connsiteY0" fmla="*/ 76253 h 221773"/>
                <a:gd name="connsiteX1" fmla="*/ 104811 w 110193"/>
                <a:gd name="connsiteY1" fmla="*/ 76253 h 221773"/>
                <a:gd name="connsiteX2" fmla="*/ 104811 w 110193"/>
                <a:gd name="connsiteY2" fmla="*/ 65271 h 221773"/>
                <a:gd name="connsiteX3" fmla="*/ 54466 w 110193"/>
                <a:gd name="connsiteY3" fmla="*/ 65271 h 221773"/>
                <a:gd name="connsiteX4" fmla="*/ 54466 w 110193"/>
                <a:gd name="connsiteY4" fmla="*/ 85 h 221773"/>
                <a:gd name="connsiteX5" fmla="*/ 45665 w 110193"/>
                <a:gd name="connsiteY5" fmla="*/ 85 h 221773"/>
                <a:gd name="connsiteX6" fmla="*/ 250 w 110193"/>
                <a:gd name="connsiteY6" fmla="*/ 68459 h 221773"/>
                <a:gd name="connsiteX7" fmla="*/ 250 w 110193"/>
                <a:gd name="connsiteY7" fmla="*/ 76253 h 221773"/>
                <a:gd name="connsiteX8" fmla="*/ 30175 w 110193"/>
                <a:gd name="connsiteY8" fmla="*/ 76253 h 221773"/>
                <a:gd name="connsiteX9" fmla="*/ 30175 w 110193"/>
                <a:gd name="connsiteY9" fmla="*/ 174032 h 221773"/>
                <a:gd name="connsiteX10" fmla="*/ 75590 w 110193"/>
                <a:gd name="connsiteY10" fmla="*/ 221859 h 221773"/>
                <a:gd name="connsiteX11" fmla="*/ 110444 w 110193"/>
                <a:gd name="connsiteY11" fmla="*/ 174032 h 221773"/>
                <a:gd name="connsiteX12" fmla="*/ 110444 w 110193"/>
                <a:gd name="connsiteY12" fmla="*/ 153839 h 221773"/>
                <a:gd name="connsiteX13" fmla="*/ 101642 w 110193"/>
                <a:gd name="connsiteY13" fmla="*/ 153839 h 221773"/>
                <a:gd name="connsiteX14" fmla="*/ 101642 w 110193"/>
                <a:gd name="connsiteY14" fmla="*/ 173323 h 221773"/>
                <a:gd name="connsiteX15" fmla="*/ 78054 w 110193"/>
                <a:gd name="connsiteY15" fmla="*/ 213002 h 221773"/>
                <a:gd name="connsiteX16" fmla="*/ 54466 w 110193"/>
                <a:gd name="connsiteY16" fmla="*/ 174741 h 221773"/>
                <a:gd name="connsiteX17" fmla="*/ 54466 w 110193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193" h="221773">
                  <a:moveTo>
                    <a:pt x="54466" y="76253"/>
                  </a:moveTo>
                  <a:lnTo>
                    <a:pt x="104811" y="76253"/>
                  </a:lnTo>
                  <a:lnTo>
                    <a:pt x="104811" y="65271"/>
                  </a:lnTo>
                  <a:lnTo>
                    <a:pt x="54466" y="65271"/>
                  </a:lnTo>
                  <a:lnTo>
                    <a:pt x="54466" y="85"/>
                  </a:lnTo>
                  <a:lnTo>
                    <a:pt x="45665" y="85"/>
                  </a:lnTo>
                  <a:cubicBezTo>
                    <a:pt x="45313" y="29135"/>
                    <a:pt x="34751" y="67042"/>
                    <a:pt x="250" y="68459"/>
                  </a:cubicBezTo>
                  <a:lnTo>
                    <a:pt x="250" y="76253"/>
                  </a:lnTo>
                  <a:lnTo>
                    <a:pt x="30175" y="76253"/>
                  </a:lnTo>
                  <a:lnTo>
                    <a:pt x="30175" y="174032"/>
                  </a:lnTo>
                  <a:cubicBezTo>
                    <a:pt x="30175" y="217607"/>
                    <a:pt x="62916" y="221859"/>
                    <a:pt x="75590" y="221859"/>
                  </a:cubicBezTo>
                  <a:cubicBezTo>
                    <a:pt x="100586" y="221859"/>
                    <a:pt x="110444" y="196705"/>
                    <a:pt x="110444" y="174032"/>
                  </a:cubicBezTo>
                  <a:lnTo>
                    <a:pt x="110444" y="153839"/>
                  </a:lnTo>
                  <a:lnTo>
                    <a:pt x="101642" y="153839"/>
                  </a:lnTo>
                  <a:lnTo>
                    <a:pt x="101642" y="173323"/>
                  </a:lnTo>
                  <a:cubicBezTo>
                    <a:pt x="101642" y="199540"/>
                    <a:pt x="91080" y="213002"/>
                    <a:pt x="78054" y="213002"/>
                  </a:cubicBezTo>
                  <a:cubicBezTo>
                    <a:pt x="54466" y="213002"/>
                    <a:pt x="54466" y="180763"/>
                    <a:pt x="54466" y="174741"/>
                  </a:cubicBezTo>
                  <a:lnTo>
                    <a:pt x="54466" y="76253"/>
                  </a:ln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82FC7D20-6412-728F-7D8A-40531765F252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0941369" y="6618439"/>
              <a:ext cx="75340" cy="237007"/>
            </a:xfrm>
            <a:custGeom>
              <a:avLst/>
              <a:gdLst>
                <a:gd name="connsiteX0" fmla="*/ 50950 w 75340"/>
                <a:gd name="connsiteY0" fmla="*/ 80504 h 237007"/>
                <a:gd name="connsiteX1" fmla="*/ 1662 w 75340"/>
                <a:gd name="connsiteY1" fmla="*/ 84401 h 237007"/>
                <a:gd name="connsiteX2" fmla="*/ 1662 w 75340"/>
                <a:gd name="connsiteY2" fmla="*/ 95384 h 237007"/>
                <a:gd name="connsiteX3" fmla="*/ 27714 w 75340"/>
                <a:gd name="connsiteY3" fmla="*/ 114869 h 237007"/>
                <a:gd name="connsiteX4" fmla="*/ 27714 w 75340"/>
                <a:gd name="connsiteY4" fmla="*/ 210168 h 237007"/>
                <a:gd name="connsiteX5" fmla="*/ 254 w 75340"/>
                <a:gd name="connsiteY5" fmla="*/ 226110 h 237007"/>
                <a:gd name="connsiteX6" fmla="*/ 254 w 75340"/>
                <a:gd name="connsiteY6" fmla="*/ 237092 h 237007"/>
                <a:gd name="connsiteX7" fmla="*/ 38980 w 75340"/>
                <a:gd name="connsiteY7" fmla="*/ 236029 h 237007"/>
                <a:gd name="connsiteX8" fmla="*/ 75594 w 75340"/>
                <a:gd name="connsiteY8" fmla="*/ 237092 h 237007"/>
                <a:gd name="connsiteX9" fmla="*/ 75594 w 75340"/>
                <a:gd name="connsiteY9" fmla="*/ 226110 h 237007"/>
                <a:gd name="connsiteX10" fmla="*/ 50950 w 75340"/>
                <a:gd name="connsiteY10" fmla="*/ 210522 h 237007"/>
                <a:gd name="connsiteX11" fmla="*/ 50950 w 75340"/>
                <a:gd name="connsiteY11" fmla="*/ 80504 h 237007"/>
                <a:gd name="connsiteX12" fmla="*/ 52358 w 75340"/>
                <a:gd name="connsiteY12" fmla="*/ 18861 h 237007"/>
                <a:gd name="connsiteX13" fmla="*/ 33699 w 75340"/>
                <a:gd name="connsiteY13" fmla="*/ 85 h 237007"/>
                <a:gd name="connsiteX14" fmla="*/ 15040 w 75340"/>
                <a:gd name="connsiteY14" fmla="*/ 18861 h 237007"/>
                <a:gd name="connsiteX15" fmla="*/ 33699 w 75340"/>
                <a:gd name="connsiteY15" fmla="*/ 37637 h 237007"/>
                <a:gd name="connsiteX16" fmla="*/ 52358 w 75340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340" h="237007">
                  <a:moveTo>
                    <a:pt x="50950" y="80504"/>
                  </a:moveTo>
                  <a:lnTo>
                    <a:pt x="1662" y="84401"/>
                  </a:lnTo>
                  <a:lnTo>
                    <a:pt x="1662" y="95384"/>
                  </a:lnTo>
                  <a:cubicBezTo>
                    <a:pt x="24545" y="95384"/>
                    <a:pt x="27714" y="97509"/>
                    <a:pt x="27714" y="114869"/>
                  </a:cubicBezTo>
                  <a:lnTo>
                    <a:pt x="27714" y="210168"/>
                  </a:lnTo>
                  <a:cubicBezTo>
                    <a:pt x="27714" y="226110"/>
                    <a:pt x="23841" y="226110"/>
                    <a:pt x="254" y="226110"/>
                  </a:cubicBezTo>
                  <a:lnTo>
                    <a:pt x="254" y="237092"/>
                  </a:lnTo>
                  <a:cubicBezTo>
                    <a:pt x="11519" y="236738"/>
                    <a:pt x="30530" y="236029"/>
                    <a:pt x="38980" y="236029"/>
                  </a:cubicBezTo>
                  <a:cubicBezTo>
                    <a:pt x="51302" y="236029"/>
                    <a:pt x="63624" y="236738"/>
                    <a:pt x="75594" y="237092"/>
                  </a:cubicBezTo>
                  <a:lnTo>
                    <a:pt x="75594" y="226110"/>
                  </a:lnTo>
                  <a:cubicBezTo>
                    <a:pt x="52358" y="226110"/>
                    <a:pt x="50950" y="224339"/>
                    <a:pt x="50950" y="210522"/>
                  </a:cubicBezTo>
                  <a:lnTo>
                    <a:pt x="50950" y="80504"/>
                  </a:lnTo>
                  <a:close/>
                  <a:moveTo>
                    <a:pt x="52358" y="18861"/>
                  </a:moveTo>
                  <a:cubicBezTo>
                    <a:pt x="52358" y="7524"/>
                    <a:pt x="43557" y="85"/>
                    <a:pt x="33699" y="85"/>
                  </a:cubicBezTo>
                  <a:cubicBezTo>
                    <a:pt x="22785" y="85"/>
                    <a:pt x="15040" y="9650"/>
                    <a:pt x="15040" y="18861"/>
                  </a:cubicBezTo>
                  <a:cubicBezTo>
                    <a:pt x="15040" y="28426"/>
                    <a:pt x="22785" y="37637"/>
                    <a:pt x="33699" y="37637"/>
                  </a:cubicBezTo>
                  <a:cubicBezTo>
                    <a:pt x="43557" y="37637"/>
                    <a:pt x="52358" y="30198"/>
                    <a:pt x="52358" y="18861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034E3BB5-11F9-333D-EFF5-590AD9CD980D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1037403" y="6696733"/>
              <a:ext cx="155961" cy="162610"/>
            </a:xfrm>
            <a:custGeom>
              <a:avLst/>
              <a:gdLst>
                <a:gd name="connsiteX0" fmla="*/ 156218 w 155961"/>
                <a:gd name="connsiteY0" fmla="*/ 82984 h 162610"/>
                <a:gd name="connsiteX1" fmla="*/ 78413 w 155961"/>
                <a:gd name="connsiteY1" fmla="*/ 85 h 162610"/>
                <a:gd name="connsiteX2" fmla="*/ 256 w 155961"/>
                <a:gd name="connsiteY2" fmla="*/ 82984 h 162610"/>
                <a:gd name="connsiteX3" fmla="*/ 78061 w 155961"/>
                <a:gd name="connsiteY3" fmla="*/ 162695 h 162610"/>
                <a:gd name="connsiteX4" fmla="*/ 156218 w 155961"/>
                <a:gd name="connsiteY4" fmla="*/ 82984 h 162610"/>
                <a:gd name="connsiteX5" fmla="*/ 78413 w 155961"/>
                <a:gd name="connsiteY5" fmla="*/ 153839 h 162610"/>
                <a:gd name="connsiteX6" fmla="*/ 38278 w 155961"/>
                <a:gd name="connsiteY6" fmla="*/ 130102 h 162610"/>
                <a:gd name="connsiteX7" fmla="*/ 29477 w 155961"/>
                <a:gd name="connsiteY7" fmla="*/ 80150 h 162610"/>
                <a:gd name="connsiteX8" fmla="*/ 37926 w 155961"/>
                <a:gd name="connsiteY8" fmla="*/ 31615 h 162610"/>
                <a:gd name="connsiteX9" fmla="*/ 78061 w 155961"/>
                <a:gd name="connsiteY9" fmla="*/ 7879 h 162610"/>
                <a:gd name="connsiteX10" fmla="*/ 117843 w 155961"/>
                <a:gd name="connsiteY10" fmla="*/ 30906 h 162610"/>
                <a:gd name="connsiteX11" fmla="*/ 126997 w 155961"/>
                <a:gd name="connsiteY11" fmla="*/ 80150 h 162610"/>
                <a:gd name="connsiteX12" fmla="*/ 119252 w 155961"/>
                <a:gd name="connsiteY12" fmla="*/ 127622 h 162610"/>
                <a:gd name="connsiteX13" fmla="*/ 78413 w 155961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961" h="162610">
                  <a:moveTo>
                    <a:pt x="156218" y="82984"/>
                  </a:moveTo>
                  <a:cubicBezTo>
                    <a:pt x="156218" y="37637"/>
                    <a:pt x="121012" y="85"/>
                    <a:pt x="78413" y="85"/>
                  </a:cubicBezTo>
                  <a:cubicBezTo>
                    <a:pt x="34406" y="85"/>
                    <a:pt x="256" y="38700"/>
                    <a:pt x="256" y="82984"/>
                  </a:cubicBezTo>
                  <a:cubicBezTo>
                    <a:pt x="256" y="128685"/>
                    <a:pt x="36870" y="162695"/>
                    <a:pt x="78061" y="162695"/>
                  </a:cubicBezTo>
                  <a:cubicBezTo>
                    <a:pt x="120660" y="162695"/>
                    <a:pt x="156218" y="127977"/>
                    <a:pt x="156218" y="82984"/>
                  </a:cubicBezTo>
                  <a:close/>
                  <a:moveTo>
                    <a:pt x="78413" y="153839"/>
                  </a:moveTo>
                  <a:cubicBezTo>
                    <a:pt x="63275" y="153839"/>
                    <a:pt x="47784" y="146399"/>
                    <a:pt x="38278" y="130102"/>
                  </a:cubicBezTo>
                  <a:cubicBezTo>
                    <a:pt x="29477" y="114514"/>
                    <a:pt x="29477" y="92904"/>
                    <a:pt x="29477" y="80150"/>
                  </a:cubicBezTo>
                  <a:cubicBezTo>
                    <a:pt x="29477" y="66333"/>
                    <a:pt x="29477" y="47203"/>
                    <a:pt x="37926" y="31615"/>
                  </a:cubicBezTo>
                  <a:cubicBezTo>
                    <a:pt x="47432" y="15318"/>
                    <a:pt x="63979" y="7879"/>
                    <a:pt x="78061" y="7879"/>
                  </a:cubicBezTo>
                  <a:cubicBezTo>
                    <a:pt x="93552" y="7879"/>
                    <a:pt x="108690" y="15673"/>
                    <a:pt x="117843" y="30906"/>
                  </a:cubicBezTo>
                  <a:cubicBezTo>
                    <a:pt x="126997" y="46140"/>
                    <a:pt x="126997" y="66688"/>
                    <a:pt x="126997" y="80150"/>
                  </a:cubicBezTo>
                  <a:cubicBezTo>
                    <a:pt x="126997" y="92904"/>
                    <a:pt x="126997" y="112035"/>
                    <a:pt x="119252" y="127622"/>
                  </a:cubicBezTo>
                  <a:cubicBezTo>
                    <a:pt x="111506" y="143565"/>
                    <a:pt x="96016" y="153839"/>
                    <a:pt x="78413" y="153839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D5A95741-0636-64B9-7263-3B230C2E4FA7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1214840" y="6698859"/>
              <a:ext cx="177084" cy="156588"/>
            </a:xfrm>
            <a:custGeom>
              <a:avLst/>
              <a:gdLst>
                <a:gd name="connsiteX0" fmla="*/ 27722 w 177084"/>
                <a:gd name="connsiteY0" fmla="*/ 34803 h 156588"/>
                <a:gd name="connsiteX1" fmla="*/ 27722 w 177084"/>
                <a:gd name="connsiteY1" fmla="*/ 129748 h 156588"/>
                <a:gd name="connsiteX2" fmla="*/ 261 w 177084"/>
                <a:gd name="connsiteY2" fmla="*/ 145690 h 156588"/>
                <a:gd name="connsiteX3" fmla="*/ 261 w 177084"/>
                <a:gd name="connsiteY3" fmla="*/ 156673 h 156588"/>
                <a:gd name="connsiteX4" fmla="*/ 40044 w 177084"/>
                <a:gd name="connsiteY4" fmla="*/ 155610 h 156588"/>
                <a:gd name="connsiteX5" fmla="*/ 79474 w 177084"/>
                <a:gd name="connsiteY5" fmla="*/ 156673 h 156588"/>
                <a:gd name="connsiteX6" fmla="*/ 79474 w 177084"/>
                <a:gd name="connsiteY6" fmla="*/ 145690 h 156588"/>
                <a:gd name="connsiteX7" fmla="*/ 52014 w 177084"/>
                <a:gd name="connsiteY7" fmla="*/ 129748 h 156588"/>
                <a:gd name="connsiteX8" fmla="*/ 52014 w 177084"/>
                <a:gd name="connsiteY8" fmla="*/ 64562 h 156588"/>
                <a:gd name="connsiteX9" fmla="*/ 99541 w 177084"/>
                <a:gd name="connsiteY9" fmla="*/ 7879 h 156588"/>
                <a:gd name="connsiteX10" fmla="*/ 125594 w 177084"/>
                <a:gd name="connsiteY10" fmla="*/ 47203 h 156588"/>
                <a:gd name="connsiteX11" fmla="*/ 125594 w 177084"/>
                <a:gd name="connsiteY11" fmla="*/ 129748 h 156588"/>
                <a:gd name="connsiteX12" fmla="*/ 98133 w 177084"/>
                <a:gd name="connsiteY12" fmla="*/ 145690 h 156588"/>
                <a:gd name="connsiteX13" fmla="*/ 98133 w 177084"/>
                <a:gd name="connsiteY13" fmla="*/ 156673 h 156588"/>
                <a:gd name="connsiteX14" fmla="*/ 137916 w 177084"/>
                <a:gd name="connsiteY14" fmla="*/ 155610 h 156588"/>
                <a:gd name="connsiteX15" fmla="*/ 177346 w 177084"/>
                <a:gd name="connsiteY15" fmla="*/ 156673 h 156588"/>
                <a:gd name="connsiteX16" fmla="*/ 177346 w 177084"/>
                <a:gd name="connsiteY16" fmla="*/ 145690 h 156588"/>
                <a:gd name="connsiteX17" fmla="*/ 149886 w 177084"/>
                <a:gd name="connsiteY17" fmla="*/ 135062 h 156588"/>
                <a:gd name="connsiteX18" fmla="*/ 149886 w 177084"/>
                <a:gd name="connsiteY18" fmla="*/ 67396 h 156588"/>
                <a:gd name="connsiteX19" fmla="*/ 138972 w 177084"/>
                <a:gd name="connsiteY19" fmla="*/ 13193 h 156588"/>
                <a:gd name="connsiteX20" fmla="*/ 102006 w 177084"/>
                <a:gd name="connsiteY20" fmla="*/ 85 h 156588"/>
                <a:gd name="connsiteX21" fmla="*/ 49901 w 177084"/>
                <a:gd name="connsiteY21" fmla="*/ 37283 h 156588"/>
                <a:gd name="connsiteX22" fmla="*/ 49901 w 177084"/>
                <a:gd name="connsiteY22" fmla="*/ 85 h 156588"/>
                <a:gd name="connsiteX23" fmla="*/ 261 w 177084"/>
                <a:gd name="connsiteY23" fmla="*/ 3982 h 156588"/>
                <a:gd name="connsiteX24" fmla="*/ 261 w 177084"/>
                <a:gd name="connsiteY24" fmla="*/ 14964 h 156588"/>
                <a:gd name="connsiteX25" fmla="*/ 27722 w 177084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084" h="156588">
                  <a:moveTo>
                    <a:pt x="27722" y="34803"/>
                  </a:moveTo>
                  <a:lnTo>
                    <a:pt x="27722" y="129748"/>
                  </a:lnTo>
                  <a:cubicBezTo>
                    <a:pt x="27722" y="145690"/>
                    <a:pt x="23849" y="145690"/>
                    <a:pt x="261" y="145690"/>
                  </a:cubicBezTo>
                  <a:lnTo>
                    <a:pt x="261" y="156673"/>
                  </a:lnTo>
                  <a:cubicBezTo>
                    <a:pt x="12583" y="156318"/>
                    <a:pt x="30538" y="155610"/>
                    <a:pt x="40044" y="155610"/>
                  </a:cubicBezTo>
                  <a:cubicBezTo>
                    <a:pt x="49197" y="155610"/>
                    <a:pt x="67504" y="156318"/>
                    <a:pt x="79474" y="156673"/>
                  </a:cubicBezTo>
                  <a:lnTo>
                    <a:pt x="79474" y="145690"/>
                  </a:lnTo>
                  <a:cubicBezTo>
                    <a:pt x="55886" y="145690"/>
                    <a:pt x="52014" y="145690"/>
                    <a:pt x="52014" y="129748"/>
                  </a:cubicBezTo>
                  <a:lnTo>
                    <a:pt x="52014" y="64562"/>
                  </a:lnTo>
                  <a:cubicBezTo>
                    <a:pt x="52014" y="27718"/>
                    <a:pt x="77010" y="7879"/>
                    <a:pt x="99541" y="7879"/>
                  </a:cubicBezTo>
                  <a:cubicBezTo>
                    <a:pt x="121721" y="7879"/>
                    <a:pt x="125594" y="27009"/>
                    <a:pt x="125594" y="47203"/>
                  </a:cubicBezTo>
                  <a:lnTo>
                    <a:pt x="125594" y="129748"/>
                  </a:lnTo>
                  <a:cubicBezTo>
                    <a:pt x="125594" y="145690"/>
                    <a:pt x="121721" y="145690"/>
                    <a:pt x="98133" y="145690"/>
                  </a:cubicBezTo>
                  <a:lnTo>
                    <a:pt x="98133" y="156673"/>
                  </a:lnTo>
                  <a:cubicBezTo>
                    <a:pt x="110455" y="156318"/>
                    <a:pt x="128410" y="155610"/>
                    <a:pt x="137916" y="155610"/>
                  </a:cubicBezTo>
                  <a:cubicBezTo>
                    <a:pt x="147069" y="155610"/>
                    <a:pt x="165376" y="156318"/>
                    <a:pt x="177346" y="156673"/>
                  </a:cubicBezTo>
                  <a:lnTo>
                    <a:pt x="177346" y="145690"/>
                  </a:lnTo>
                  <a:cubicBezTo>
                    <a:pt x="159039" y="145690"/>
                    <a:pt x="150238" y="145690"/>
                    <a:pt x="149886" y="135062"/>
                  </a:cubicBezTo>
                  <a:lnTo>
                    <a:pt x="149886" y="67396"/>
                  </a:lnTo>
                  <a:cubicBezTo>
                    <a:pt x="149886" y="36929"/>
                    <a:pt x="149886" y="25947"/>
                    <a:pt x="138972" y="13193"/>
                  </a:cubicBezTo>
                  <a:cubicBezTo>
                    <a:pt x="134043" y="7170"/>
                    <a:pt x="122425" y="85"/>
                    <a:pt x="102006" y="85"/>
                  </a:cubicBezTo>
                  <a:cubicBezTo>
                    <a:pt x="76306" y="85"/>
                    <a:pt x="59759" y="15318"/>
                    <a:pt x="49901" y="37283"/>
                  </a:cubicBezTo>
                  <a:lnTo>
                    <a:pt x="49901" y="85"/>
                  </a:lnTo>
                  <a:lnTo>
                    <a:pt x="261" y="3982"/>
                  </a:lnTo>
                  <a:lnTo>
                    <a:pt x="261" y="14964"/>
                  </a:lnTo>
                  <a:cubicBezTo>
                    <a:pt x="24905" y="14964"/>
                    <a:pt x="27722" y="17444"/>
                    <a:pt x="27722" y="34803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D9487AE9-1600-5891-9A68-09149F3D2F08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1410780" y="6696733"/>
              <a:ext cx="115122" cy="162610"/>
            </a:xfrm>
            <a:custGeom>
              <a:avLst/>
              <a:gdLst>
                <a:gd name="connsiteX0" fmla="*/ 61877 w 115122"/>
                <a:gd name="connsiteY0" fmla="*/ 90070 h 162610"/>
                <a:gd name="connsiteX1" fmla="*/ 98491 w 115122"/>
                <a:gd name="connsiteY1" fmla="*/ 122663 h 162610"/>
                <a:gd name="connsiteX2" fmla="*/ 58708 w 115122"/>
                <a:gd name="connsiteY2" fmla="*/ 154901 h 162610"/>
                <a:gd name="connsiteX3" fmla="*/ 9772 w 115122"/>
                <a:gd name="connsiteY3" fmla="*/ 104595 h 162610"/>
                <a:gd name="connsiteX4" fmla="*/ 4844 w 115122"/>
                <a:gd name="connsiteY4" fmla="*/ 98572 h 162610"/>
                <a:gd name="connsiteX5" fmla="*/ 267 w 115122"/>
                <a:gd name="connsiteY5" fmla="*/ 107429 h 162610"/>
                <a:gd name="connsiteX6" fmla="*/ 267 w 115122"/>
                <a:gd name="connsiteY6" fmla="*/ 154193 h 162610"/>
                <a:gd name="connsiteX7" fmla="*/ 4139 w 115122"/>
                <a:gd name="connsiteY7" fmla="*/ 162695 h 162610"/>
                <a:gd name="connsiteX8" fmla="*/ 12941 w 115122"/>
                <a:gd name="connsiteY8" fmla="*/ 155610 h 162610"/>
                <a:gd name="connsiteX9" fmla="*/ 19982 w 115122"/>
                <a:gd name="connsiteY9" fmla="*/ 147462 h 162610"/>
                <a:gd name="connsiteX10" fmla="*/ 58708 w 115122"/>
                <a:gd name="connsiteY10" fmla="*/ 162695 h 162610"/>
                <a:gd name="connsiteX11" fmla="*/ 115390 w 115122"/>
                <a:gd name="connsiteY11" fmla="*/ 113452 h 162610"/>
                <a:gd name="connsiteX12" fmla="*/ 100603 w 115122"/>
                <a:gd name="connsiteY12" fmla="*/ 79796 h 162610"/>
                <a:gd name="connsiteX13" fmla="*/ 60469 w 115122"/>
                <a:gd name="connsiteY13" fmla="*/ 62791 h 162610"/>
                <a:gd name="connsiteX14" fmla="*/ 17166 w 115122"/>
                <a:gd name="connsiteY14" fmla="*/ 33740 h 162610"/>
                <a:gd name="connsiteX15" fmla="*/ 56596 w 115122"/>
                <a:gd name="connsiteY15" fmla="*/ 6816 h 162610"/>
                <a:gd name="connsiteX16" fmla="*/ 97787 w 115122"/>
                <a:gd name="connsiteY16" fmla="*/ 49683 h 162610"/>
                <a:gd name="connsiteX17" fmla="*/ 102011 w 115122"/>
                <a:gd name="connsiteY17" fmla="*/ 52871 h 162610"/>
                <a:gd name="connsiteX18" fmla="*/ 106588 w 115122"/>
                <a:gd name="connsiteY18" fmla="*/ 44369 h 162610"/>
                <a:gd name="connsiteX19" fmla="*/ 106588 w 115122"/>
                <a:gd name="connsiteY19" fmla="*/ 8587 h 162610"/>
                <a:gd name="connsiteX20" fmla="*/ 102715 w 115122"/>
                <a:gd name="connsiteY20" fmla="*/ 85 h 162610"/>
                <a:gd name="connsiteX21" fmla="*/ 95674 w 115122"/>
                <a:gd name="connsiteY21" fmla="*/ 4336 h 162610"/>
                <a:gd name="connsiteX22" fmla="*/ 89689 w 115122"/>
                <a:gd name="connsiteY22" fmla="*/ 10004 h 162610"/>
                <a:gd name="connsiteX23" fmla="*/ 56596 w 115122"/>
                <a:gd name="connsiteY23" fmla="*/ 85 h 162610"/>
                <a:gd name="connsiteX24" fmla="*/ 267 w 115122"/>
                <a:gd name="connsiteY24" fmla="*/ 43660 h 162610"/>
                <a:gd name="connsiteX25" fmla="*/ 15405 w 115122"/>
                <a:gd name="connsiteY25" fmla="*/ 73773 h 162610"/>
                <a:gd name="connsiteX26" fmla="*/ 61877 w 115122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122" h="162610">
                  <a:moveTo>
                    <a:pt x="61877" y="90070"/>
                  </a:moveTo>
                  <a:cubicBezTo>
                    <a:pt x="69622" y="91487"/>
                    <a:pt x="98491" y="97155"/>
                    <a:pt x="98491" y="122663"/>
                  </a:cubicBezTo>
                  <a:cubicBezTo>
                    <a:pt x="98491" y="140730"/>
                    <a:pt x="86169" y="154901"/>
                    <a:pt x="58708" y="154901"/>
                  </a:cubicBezTo>
                  <a:cubicBezTo>
                    <a:pt x="29136" y="154901"/>
                    <a:pt x="16461" y="134708"/>
                    <a:pt x="9772" y="104595"/>
                  </a:cubicBezTo>
                  <a:cubicBezTo>
                    <a:pt x="8716" y="99989"/>
                    <a:pt x="8364" y="98572"/>
                    <a:pt x="4844" y="98572"/>
                  </a:cubicBezTo>
                  <a:cubicBezTo>
                    <a:pt x="267" y="98572"/>
                    <a:pt x="267" y="101052"/>
                    <a:pt x="267" y="107429"/>
                  </a:cubicBezTo>
                  <a:lnTo>
                    <a:pt x="267" y="154193"/>
                  </a:lnTo>
                  <a:cubicBezTo>
                    <a:pt x="267" y="160215"/>
                    <a:pt x="267" y="162695"/>
                    <a:pt x="4139" y="162695"/>
                  </a:cubicBezTo>
                  <a:cubicBezTo>
                    <a:pt x="5900" y="162695"/>
                    <a:pt x="6252" y="162341"/>
                    <a:pt x="12941" y="155610"/>
                  </a:cubicBezTo>
                  <a:cubicBezTo>
                    <a:pt x="13645" y="154901"/>
                    <a:pt x="13645" y="154193"/>
                    <a:pt x="19982" y="147462"/>
                  </a:cubicBezTo>
                  <a:cubicBezTo>
                    <a:pt x="35473" y="162341"/>
                    <a:pt x="51315" y="162695"/>
                    <a:pt x="58708" y="162695"/>
                  </a:cubicBezTo>
                  <a:cubicBezTo>
                    <a:pt x="99195" y="162695"/>
                    <a:pt x="115390" y="138959"/>
                    <a:pt x="115390" y="113452"/>
                  </a:cubicBezTo>
                  <a:cubicBezTo>
                    <a:pt x="115390" y="94675"/>
                    <a:pt x="104828" y="84047"/>
                    <a:pt x="100603" y="79796"/>
                  </a:cubicBezTo>
                  <a:cubicBezTo>
                    <a:pt x="88985" y="68459"/>
                    <a:pt x="75255" y="65625"/>
                    <a:pt x="60469" y="62791"/>
                  </a:cubicBezTo>
                  <a:cubicBezTo>
                    <a:pt x="40753" y="58894"/>
                    <a:pt x="17166" y="54288"/>
                    <a:pt x="17166" y="33740"/>
                  </a:cubicBezTo>
                  <a:cubicBezTo>
                    <a:pt x="17166" y="21341"/>
                    <a:pt x="26319" y="6816"/>
                    <a:pt x="56596" y="6816"/>
                  </a:cubicBezTo>
                  <a:cubicBezTo>
                    <a:pt x="95322" y="6816"/>
                    <a:pt x="97083" y="38700"/>
                    <a:pt x="97787" y="49683"/>
                  </a:cubicBezTo>
                  <a:cubicBezTo>
                    <a:pt x="98139" y="52871"/>
                    <a:pt x="101307" y="52871"/>
                    <a:pt x="102011" y="52871"/>
                  </a:cubicBezTo>
                  <a:cubicBezTo>
                    <a:pt x="106588" y="52871"/>
                    <a:pt x="106588" y="51100"/>
                    <a:pt x="106588" y="44369"/>
                  </a:cubicBezTo>
                  <a:lnTo>
                    <a:pt x="106588" y="8587"/>
                  </a:lnTo>
                  <a:cubicBezTo>
                    <a:pt x="106588" y="2565"/>
                    <a:pt x="106588" y="85"/>
                    <a:pt x="102715" y="85"/>
                  </a:cubicBezTo>
                  <a:cubicBezTo>
                    <a:pt x="100955" y="85"/>
                    <a:pt x="100251" y="85"/>
                    <a:pt x="95674" y="4336"/>
                  </a:cubicBezTo>
                  <a:cubicBezTo>
                    <a:pt x="94618" y="5753"/>
                    <a:pt x="91098" y="8941"/>
                    <a:pt x="89689" y="10004"/>
                  </a:cubicBezTo>
                  <a:cubicBezTo>
                    <a:pt x="76311" y="85"/>
                    <a:pt x="61877" y="85"/>
                    <a:pt x="56596" y="85"/>
                  </a:cubicBezTo>
                  <a:cubicBezTo>
                    <a:pt x="13645" y="85"/>
                    <a:pt x="267" y="23821"/>
                    <a:pt x="267" y="43660"/>
                  </a:cubicBezTo>
                  <a:cubicBezTo>
                    <a:pt x="267" y="56060"/>
                    <a:pt x="5900" y="65979"/>
                    <a:pt x="15405" y="73773"/>
                  </a:cubicBezTo>
                  <a:cubicBezTo>
                    <a:pt x="26671" y="82984"/>
                    <a:pt x="36529" y="85110"/>
                    <a:pt x="61877" y="90070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73458426-EED4-09A6-3943-27C22425589E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1568307" y="6702756"/>
              <a:ext cx="37318" cy="152691"/>
            </a:xfrm>
            <a:custGeom>
              <a:avLst/>
              <a:gdLst>
                <a:gd name="connsiteX0" fmla="*/ 37589 w 37318"/>
                <a:gd name="connsiteY0" fmla="*/ 18861 h 152691"/>
                <a:gd name="connsiteX1" fmla="*/ 18930 w 37318"/>
                <a:gd name="connsiteY1" fmla="*/ 85 h 152691"/>
                <a:gd name="connsiteX2" fmla="*/ 271 w 37318"/>
                <a:gd name="connsiteY2" fmla="*/ 18861 h 152691"/>
                <a:gd name="connsiteX3" fmla="*/ 18930 w 37318"/>
                <a:gd name="connsiteY3" fmla="*/ 37637 h 152691"/>
                <a:gd name="connsiteX4" fmla="*/ 37589 w 37318"/>
                <a:gd name="connsiteY4" fmla="*/ 18861 h 152691"/>
                <a:gd name="connsiteX5" fmla="*/ 37589 w 37318"/>
                <a:gd name="connsiteY5" fmla="*/ 133999 h 152691"/>
                <a:gd name="connsiteX6" fmla="*/ 18930 w 37318"/>
                <a:gd name="connsiteY6" fmla="*/ 115223 h 152691"/>
                <a:gd name="connsiteX7" fmla="*/ 271 w 37318"/>
                <a:gd name="connsiteY7" fmla="*/ 133999 h 152691"/>
                <a:gd name="connsiteX8" fmla="*/ 18930 w 37318"/>
                <a:gd name="connsiteY8" fmla="*/ 152776 h 152691"/>
                <a:gd name="connsiteX9" fmla="*/ 37589 w 37318"/>
                <a:gd name="connsiteY9" fmla="*/ 133999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318" h="152691">
                  <a:moveTo>
                    <a:pt x="37589" y="18861"/>
                  </a:moveTo>
                  <a:cubicBezTo>
                    <a:pt x="37589" y="8587"/>
                    <a:pt x="29139" y="85"/>
                    <a:pt x="18930" y="85"/>
                  </a:cubicBezTo>
                  <a:cubicBezTo>
                    <a:pt x="8720" y="85"/>
                    <a:pt x="271" y="8587"/>
                    <a:pt x="271" y="18861"/>
                  </a:cubicBezTo>
                  <a:cubicBezTo>
                    <a:pt x="271" y="29135"/>
                    <a:pt x="8720" y="37637"/>
                    <a:pt x="18930" y="37637"/>
                  </a:cubicBezTo>
                  <a:cubicBezTo>
                    <a:pt x="29139" y="37637"/>
                    <a:pt x="37589" y="29135"/>
                    <a:pt x="37589" y="18861"/>
                  </a:cubicBezTo>
                  <a:close/>
                  <a:moveTo>
                    <a:pt x="37589" y="133999"/>
                  </a:moveTo>
                  <a:cubicBezTo>
                    <a:pt x="37589" y="123725"/>
                    <a:pt x="29139" y="115223"/>
                    <a:pt x="18930" y="115223"/>
                  </a:cubicBezTo>
                  <a:cubicBezTo>
                    <a:pt x="8720" y="115223"/>
                    <a:pt x="271" y="123725"/>
                    <a:pt x="271" y="133999"/>
                  </a:cubicBezTo>
                  <a:cubicBezTo>
                    <a:pt x="271" y="144273"/>
                    <a:pt x="8720" y="152776"/>
                    <a:pt x="18930" y="152776"/>
                  </a:cubicBezTo>
                  <a:cubicBezTo>
                    <a:pt x="29139" y="152776"/>
                    <a:pt x="37589" y="144273"/>
                    <a:pt x="37589" y="133999"/>
                  </a:cubicBezTo>
                  <a:close/>
                </a:path>
              </a:pathLst>
            </a:custGeom>
            <a:grpFill/>
            <a:ln w="3544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688" name="Group 687">
            <a:extLst>
              <a:ext uri="{FF2B5EF4-FFF2-40B4-BE49-F238E27FC236}">
                <a16:creationId xmlns:a16="http://schemas.microsoft.com/office/drawing/2014/main" id="{ABD56155-4D1E-77FF-8DDA-22F9FFA9EAD7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828710" y="4216305"/>
            <a:ext cx="3163047" cy="902762"/>
            <a:chOff x="9289103" y="5395881"/>
            <a:chExt cx="3163047" cy="902762"/>
          </a:xfrm>
        </p:grpSpPr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C3A7076C-6C7A-AA6B-69BC-09D6A5419A7C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9289103" y="5483928"/>
              <a:ext cx="192554" cy="165500"/>
            </a:xfrm>
            <a:custGeom>
              <a:avLst/>
              <a:gdLst>
                <a:gd name="connsiteX0" fmla="*/ 21150 w 192554"/>
                <a:gd name="connsiteY0" fmla="*/ 140011 h 165500"/>
                <a:gd name="connsiteX1" fmla="*/ 17952 w 192554"/>
                <a:gd name="connsiteY1" fmla="*/ 155721 h 165500"/>
                <a:gd name="connsiteX2" fmla="*/ 28255 w 192554"/>
                <a:gd name="connsiteY2" fmla="*/ 165585 h 165500"/>
                <a:gd name="connsiteX3" fmla="*/ 41400 w 192554"/>
                <a:gd name="connsiteY3" fmla="*/ 155355 h 165500"/>
                <a:gd name="connsiteX4" fmla="*/ 48150 w 192554"/>
                <a:gd name="connsiteY4" fmla="*/ 128320 h 165500"/>
                <a:gd name="connsiteX5" fmla="*/ 55966 w 192554"/>
                <a:gd name="connsiteY5" fmla="*/ 95439 h 165500"/>
                <a:gd name="connsiteX6" fmla="*/ 62005 w 192554"/>
                <a:gd name="connsiteY6" fmla="*/ 70961 h 165500"/>
                <a:gd name="connsiteX7" fmla="*/ 66624 w 192554"/>
                <a:gd name="connsiteY7" fmla="*/ 52694 h 165500"/>
                <a:gd name="connsiteX8" fmla="*/ 124532 w 192554"/>
                <a:gd name="connsiteY8" fmla="*/ 8122 h 165500"/>
                <a:gd name="connsiteX9" fmla="*/ 143717 w 192554"/>
                <a:gd name="connsiteY9" fmla="*/ 33696 h 165500"/>
                <a:gd name="connsiteX10" fmla="*/ 120624 w 192554"/>
                <a:gd name="connsiteY10" fmla="*/ 118821 h 165500"/>
                <a:gd name="connsiteX11" fmla="*/ 117072 w 192554"/>
                <a:gd name="connsiteY11" fmla="*/ 135627 h 165500"/>
                <a:gd name="connsiteX12" fmla="*/ 146204 w 192554"/>
                <a:gd name="connsiteY12" fmla="*/ 165585 h 165500"/>
                <a:gd name="connsiteX13" fmla="*/ 192743 w 192554"/>
                <a:gd name="connsiteY13" fmla="*/ 109322 h 165500"/>
                <a:gd name="connsiteX14" fmla="*/ 188480 w 192554"/>
                <a:gd name="connsiteY14" fmla="*/ 105669 h 165500"/>
                <a:gd name="connsiteX15" fmla="*/ 183151 w 192554"/>
                <a:gd name="connsiteY15" fmla="*/ 112245 h 165500"/>
                <a:gd name="connsiteX16" fmla="*/ 146914 w 192554"/>
                <a:gd name="connsiteY16" fmla="*/ 157547 h 165500"/>
                <a:gd name="connsiteX17" fmla="*/ 138388 w 192554"/>
                <a:gd name="connsiteY17" fmla="*/ 145491 h 165500"/>
                <a:gd name="connsiteX18" fmla="*/ 144782 w 192554"/>
                <a:gd name="connsiteY18" fmla="*/ 119552 h 165500"/>
                <a:gd name="connsiteX19" fmla="*/ 166454 w 192554"/>
                <a:gd name="connsiteY19" fmla="*/ 39176 h 165500"/>
                <a:gd name="connsiteX20" fmla="*/ 125598 w 192554"/>
                <a:gd name="connsiteY20" fmla="*/ 85 h 165500"/>
                <a:gd name="connsiteX21" fmla="*/ 70177 w 192554"/>
                <a:gd name="connsiteY21" fmla="*/ 31869 h 165500"/>
                <a:gd name="connsiteX22" fmla="*/ 37492 w 192554"/>
                <a:gd name="connsiteY22" fmla="*/ 85 h 165500"/>
                <a:gd name="connsiteX23" fmla="*/ 10847 w 192554"/>
                <a:gd name="connsiteY23" fmla="*/ 20909 h 165500"/>
                <a:gd name="connsiteX24" fmla="*/ 189 w 192554"/>
                <a:gd name="connsiteY24" fmla="*/ 56347 h 165500"/>
                <a:gd name="connsiteX25" fmla="*/ 4452 w 192554"/>
                <a:gd name="connsiteY25" fmla="*/ 60001 h 165500"/>
                <a:gd name="connsiteX26" fmla="*/ 10492 w 192554"/>
                <a:gd name="connsiteY26" fmla="*/ 51598 h 165500"/>
                <a:gd name="connsiteX27" fmla="*/ 36426 w 192554"/>
                <a:gd name="connsiteY27" fmla="*/ 8122 h 165500"/>
                <a:gd name="connsiteX28" fmla="*/ 47439 w 192554"/>
                <a:gd name="connsiteY28" fmla="*/ 24928 h 165500"/>
                <a:gd name="connsiteX29" fmla="*/ 41755 w 192554"/>
                <a:gd name="connsiteY29" fmla="*/ 55617 h 165500"/>
                <a:gd name="connsiteX30" fmla="*/ 21150 w 192554"/>
                <a:gd name="connsiteY30" fmla="*/ 140011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2554" h="165500">
                  <a:moveTo>
                    <a:pt x="21150" y="140011"/>
                  </a:moveTo>
                  <a:cubicBezTo>
                    <a:pt x="20084" y="145491"/>
                    <a:pt x="17952" y="153894"/>
                    <a:pt x="17952" y="155721"/>
                  </a:cubicBezTo>
                  <a:cubicBezTo>
                    <a:pt x="17952" y="162297"/>
                    <a:pt x="22926" y="165585"/>
                    <a:pt x="28255" y="165585"/>
                  </a:cubicBezTo>
                  <a:cubicBezTo>
                    <a:pt x="32518" y="165585"/>
                    <a:pt x="38913" y="162662"/>
                    <a:pt x="41400" y="155355"/>
                  </a:cubicBezTo>
                  <a:cubicBezTo>
                    <a:pt x="41755" y="154625"/>
                    <a:pt x="46018" y="137453"/>
                    <a:pt x="48150" y="128320"/>
                  </a:cubicBezTo>
                  <a:lnTo>
                    <a:pt x="55966" y="95439"/>
                  </a:lnTo>
                  <a:cubicBezTo>
                    <a:pt x="58097" y="87402"/>
                    <a:pt x="60229" y="79364"/>
                    <a:pt x="62005" y="70961"/>
                  </a:cubicBezTo>
                  <a:cubicBezTo>
                    <a:pt x="63426" y="64750"/>
                    <a:pt x="66269" y="54155"/>
                    <a:pt x="66624" y="52694"/>
                  </a:cubicBezTo>
                  <a:cubicBezTo>
                    <a:pt x="71953" y="41368"/>
                    <a:pt x="90782" y="8122"/>
                    <a:pt x="124532" y="8122"/>
                  </a:cubicBezTo>
                  <a:cubicBezTo>
                    <a:pt x="140519" y="8122"/>
                    <a:pt x="143717" y="21640"/>
                    <a:pt x="143717" y="33696"/>
                  </a:cubicBezTo>
                  <a:cubicBezTo>
                    <a:pt x="143717" y="56347"/>
                    <a:pt x="126309" y="103111"/>
                    <a:pt x="120624" y="118821"/>
                  </a:cubicBezTo>
                  <a:cubicBezTo>
                    <a:pt x="117427" y="127224"/>
                    <a:pt x="117072" y="131608"/>
                    <a:pt x="117072" y="135627"/>
                  </a:cubicBezTo>
                  <a:cubicBezTo>
                    <a:pt x="117072" y="152798"/>
                    <a:pt x="129506" y="165585"/>
                    <a:pt x="146204" y="165585"/>
                  </a:cubicBezTo>
                  <a:cubicBezTo>
                    <a:pt x="179599" y="165585"/>
                    <a:pt x="192743" y="112245"/>
                    <a:pt x="192743" y="109322"/>
                  </a:cubicBezTo>
                  <a:cubicBezTo>
                    <a:pt x="192743" y="105669"/>
                    <a:pt x="189546" y="105669"/>
                    <a:pt x="188480" y="105669"/>
                  </a:cubicBezTo>
                  <a:cubicBezTo>
                    <a:pt x="184928" y="105669"/>
                    <a:pt x="184928" y="106765"/>
                    <a:pt x="183151" y="112245"/>
                  </a:cubicBezTo>
                  <a:cubicBezTo>
                    <a:pt x="176046" y="137088"/>
                    <a:pt x="164322" y="157547"/>
                    <a:pt x="146914" y="157547"/>
                  </a:cubicBezTo>
                  <a:cubicBezTo>
                    <a:pt x="140875" y="157547"/>
                    <a:pt x="138388" y="153894"/>
                    <a:pt x="138388" y="145491"/>
                  </a:cubicBezTo>
                  <a:cubicBezTo>
                    <a:pt x="138388" y="136357"/>
                    <a:pt x="141585" y="127589"/>
                    <a:pt x="144782" y="119552"/>
                  </a:cubicBezTo>
                  <a:cubicBezTo>
                    <a:pt x="151533" y="100189"/>
                    <a:pt x="166454" y="60001"/>
                    <a:pt x="166454" y="39176"/>
                  </a:cubicBezTo>
                  <a:cubicBezTo>
                    <a:pt x="166454" y="14698"/>
                    <a:pt x="151177" y="85"/>
                    <a:pt x="125598" y="85"/>
                  </a:cubicBezTo>
                  <a:cubicBezTo>
                    <a:pt x="93624" y="85"/>
                    <a:pt x="76216" y="23467"/>
                    <a:pt x="70177" y="31869"/>
                  </a:cubicBezTo>
                  <a:cubicBezTo>
                    <a:pt x="68400" y="11410"/>
                    <a:pt x="53834" y="85"/>
                    <a:pt x="37492" y="85"/>
                  </a:cubicBezTo>
                  <a:cubicBezTo>
                    <a:pt x="21150" y="85"/>
                    <a:pt x="14400" y="14333"/>
                    <a:pt x="10847" y="20909"/>
                  </a:cubicBezTo>
                  <a:cubicBezTo>
                    <a:pt x="5163" y="33331"/>
                    <a:pt x="189" y="54886"/>
                    <a:pt x="189" y="56347"/>
                  </a:cubicBezTo>
                  <a:cubicBezTo>
                    <a:pt x="189" y="60001"/>
                    <a:pt x="3742" y="60001"/>
                    <a:pt x="4452" y="60001"/>
                  </a:cubicBezTo>
                  <a:cubicBezTo>
                    <a:pt x="8005" y="60001"/>
                    <a:pt x="8360" y="59636"/>
                    <a:pt x="10492" y="51598"/>
                  </a:cubicBezTo>
                  <a:cubicBezTo>
                    <a:pt x="16531" y="25659"/>
                    <a:pt x="23637" y="8122"/>
                    <a:pt x="36426" y="8122"/>
                  </a:cubicBezTo>
                  <a:cubicBezTo>
                    <a:pt x="43532" y="8122"/>
                    <a:pt x="47439" y="12872"/>
                    <a:pt x="47439" y="24928"/>
                  </a:cubicBezTo>
                  <a:cubicBezTo>
                    <a:pt x="47439" y="32600"/>
                    <a:pt x="46374" y="36619"/>
                    <a:pt x="41755" y="55617"/>
                  </a:cubicBezTo>
                  <a:lnTo>
                    <a:pt x="21150" y="140011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33F2292E-28A9-1267-38C9-CA3BB91E0227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9506610" y="5483928"/>
              <a:ext cx="138198" cy="165500"/>
            </a:xfrm>
            <a:custGeom>
              <a:avLst/>
              <a:gdLst>
                <a:gd name="connsiteX0" fmla="*/ 126315 w 138198"/>
                <a:gd name="connsiteY0" fmla="*/ 22736 h 165500"/>
                <a:gd name="connsiteX1" fmla="*/ 110683 w 138198"/>
                <a:gd name="connsiteY1" fmla="*/ 27851 h 165500"/>
                <a:gd name="connsiteX2" fmla="*/ 104288 w 138198"/>
                <a:gd name="connsiteY2" fmla="*/ 42099 h 165500"/>
                <a:gd name="connsiteX3" fmla="*/ 117433 w 138198"/>
                <a:gd name="connsiteY3" fmla="*/ 54886 h 165500"/>
                <a:gd name="connsiteX4" fmla="*/ 137328 w 138198"/>
                <a:gd name="connsiteY4" fmla="*/ 31504 h 165500"/>
                <a:gd name="connsiteX5" fmla="*/ 95406 w 138198"/>
                <a:gd name="connsiteY5" fmla="*/ 85 h 165500"/>
                <a:gd name="connsiteX6" fmla="*/ 195 w 138198"/>
                <a:gd name="connsiteY6" fmla="*/ 103842 h 165500"/>
                <a:gd name="connsiteX7" fmla="*/ 57748 w 138198"/>
                <a:gd name="connsiteY7" fmla="*/ 165585 h 165500"/>
                <a:gd name="connsiteX8" fmla="*/ 138394 w 138198"/>
                <a:gd name="connsiteY8" fmla="*/ 122474 h 165500"/>
                <a:gd name="connsiteX9" fmla="*/ 134131 w 138198"/>
                <a:gd name="connsiteY9" fmla="*/ 117725 h 165500"/>
                <a:gd name="connsiteX10" fmla="*/ 129512 w 138198"/>
                <a:gd name="connsiteY10" fmla="*/ 121378 h 165500"/>
                <a:gd name="connsiteX11" fmla="*/ 58459 w 138198"/>
                <a:gd name="connsiteY11" fmla="*/ 157547 h 165500"/>
                <a:gd name="connsiteX12" fmla="*/ 26485 w 138198"/>
                <a:gd name="connsiteY12" fmla="*/ 117725 h 165500"/>
                <a:gd name="connsiteX13" fmla="*/ 45669 w 138198"/>
                <a:gd name="connsiteY13" fmla="*/ 44656 h 165500"/>
                <a:gd name="connsiteX14" fmla="*/ 95762 w 138198"/>
                <a:gd name="connsiteY14" fmla="*/ 8122 h 165500"/>
                <a:gd name="connsiteX15" fmla="*/ 126315 w 138198"/>
                <a:gd name="connsiteY15" fmla="*/ 22736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198" h="165500">
                  <a:moveTo>
                    <a:pt x="126315" y="22736"/>
                  </a:moveTo>
                  <a:cubicBezTo>
                    <a:pt x="120630" y="22736"/>
                    <a:pt x="115657" y="22736"/>
                    <a:pt x="110683" y="27851"/>
                  </a:cubicBezTo>
                  <a:cubicBezTo>
                    <a:pt x="104999" y="33331"/>
                    <a:pt x="104288" y="39542"/>
                    <a:pt x="104288" y="42099"/>
                  </a:cubicBezTo>
                  <a:cubicBezTo>
                    <a:pt x="104288" y="50867"/>
                    <a:pt x="110683" y="54886"/>
                    <a:pt x="117433" y="54886"/>
                  </a:cubicBezTo>
                  <a:cubicBezTo>
                    <a:pt x="127736" y="54886"/>
                    <a:pt x="137328" y="46118"/>
                    <a:pt x="137328" y="31504"/>
                  </a:cubicBezTo>
                  <a:cubicBezTo>
                    <a:pt x="137328" y="13602"/>
                    <a:pt x="120630" y="85"/>
                    <a:pt x="95406" y="85"/>
                  </a:cubicBezTo>
                  <a:cubicBezTo>
                    <a:pt x="47445" y="85"/>
                    <a:pt x="195" y="52329"/>
                    <a:pt x="195" y="103842"/>
                  </a:cubicBezTo>
                  <a:cubicBezTo>
                    <a:pt x="195" y="136723"/>
                    <a:pt x="20800" y="165585"/>
                    <a:pt x="57748" y="165585"/>
                  </a:cubicBezTo>
                  <a:cubicBezTo>
                    <a:pt x="108551" y="165585"/>
                    <a:pt x="138394" y="126859"/>
                    <a:pt x="138394" y="122474"/>
                  </a:cubicBezTo>
                  <a:cubicBezTo>
                    <a:pt x="138394" y="120282"/>
                    <a:pt x="136262" y="117725"/>
                    <a:pt x="134131" y="117725"/>
                  </a:cubicBezTo>
                  <a:cubicBezTo>
                    <a:pt x="132354" y="117725"/>
                    <a:pt x="131644" y="118456"/>
                    <a:pt x="129512" y="121378"/>
                  </a:cubicBezTo>
                  <a:cubicBezTo>
                    <a:pt x="101446" y="157547"/>
                    <a:pt x="62722" y="157547"/>
                    <a:pt x="58459" y="157547"/>
                  </a:cubicBezTo>
                  <a:cubicBezTo>
                    <a:pt x="36077" y="157547"/>
                    <a:pt x="26485" y="139646"/>
                    <a:pt x="26485" y="117725"/>
                  </a:cubicBezTo>
                  <a:cubicBezTo>
                    <a:pt x="26485" y="102746"/>
                    <a:pt x="33590" y="67308"/>
                    <a:pt x="45669" y="44656"/>
                  </a:cubicBezTo>
                  <a:cubicBezTo>
                    <a:pt x="56682" y="23832"/>
                    <a:pt x="76222" y="8122"/>
                    <a:pt x="95762" y="8122"/>
                  </a:cubicBezTo>
                  <a:cubicBezTo>
                    <a:pt x="107841" y="8122"/>
                    <a:pt x="121341" y="12872"/>
                    <a:pt x="126315" y="22736"/>
                  </a:cubicBez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809937A3-F2EA-849C-0157-DC00276F0EAF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9658719" y="5530399"/>
              <a:ext cx="115390" cy="174925"/>
            </a:xfrm>
            <a:custGeom>
              <a:avLst/>
              <a:gdLst>
                <a:gd name="connsiteX0" fmla="*/ 115590 w 115390"/>
                <a:gd name="connsiteY0" fmla="*/ 88316 h 174925"/>
                <a:gd name="connsiteX1" fmla="*/ 100917 w 115390"/>
                <a:gd name="connsiteY1" fmla="*/ 22080 h 174925"/>
                <a:gd name="connsiteX2" fmla="*/ 57895 w 115390"/>
                <a:gd name="connsiteY2" fmla="*/ 86 h 174925"/>
                <a:gd name="connsiteX3" fmla="*/ 199 w 115390"/>
                <a:gd name="connsiteY3" fmla="*/ 88316 h 174925"/>
                <a:gd name="connsiteX4" fmla="*/ 57895 w 115390"/>
                <a:gd name="connsiteY4" fmla="*/ 175012 h 174925"/>
                <a:gd name="connsiteX5" fmla="*/ 115590 w 115390"/>
                <a:gd name="connsiteY5" fmla="*/ 88316 h 174925"/>
                <a:gd name="connsiteX6" fmla="*/ 57895 w 115390"/>
                <a:gd name="connsiteY6" fmla="*/ 167851 h 174925"/>
                <a:gd name="connsiteX7" fmla="*/ 26311 w 115390"/>
                <a:gd name="connsiteY7" fmla="*/ 139976 h 174925"/>
                <a:gd name="connsiteX8" fmla="*/ 22830 w 115390"/>
                <a:gd name="connsiteY8" fmla="*/ 84992 h 174925"/>
                <a:gd name="connsiteX9" fmla="*/ 26560 w 115390"/>
                <a:gd name="connsiteY9" fmla="*/ 32821 h 174925"/>
                <a:gd name="connsiteX10" fmla="*/ 57895 w 115390"/>
                <a:gd name="connsiteY10" fmla="*/ 7247 h 174925"/>
                <a:gd name="connsiteX11" fmla="*/ 88732 w 115390"/>
                <a:gd name="connsiteY11" fmla="*/ 30519 h 174925"/>
                <a:gd name="connsiteX12" fmla="*/ 92959 w 115390"/>
                <a:gd name="connsiteY12" fmla="*/ 84992 h 174925"/>
                <a:gd name="connsiteX13" fmla="*/ 89726 w 115390"/>
                <a:gd name="connsiteY13" fmla="*/ 138953 h 174925"/>
                <a:gd name="connsiteX14" fmla="*/ 57895 w 115390"/>
                <a:gd name="connsiteY14" fmla="*/ 167851 h 17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390" h="174925">
                  <a:moveTo>
                    <a:pt x="115590" y="88316"/>
                  </a:moveTo>
                  <a:cubicBezTo>
                    <a:pt x="115590" y="60185"/>
                    <a:pt x="112357" y="39982"/>
                    <a:pt x="100917" y="22080"/>
                  </a:cubicBezTo>
                  <a:cubicBezTo>
                    <a:pt x="93208" y="10316"/>
                    <a:pt x="77790" y="86"/>
                    <a:pt x="57895" y="86"/>
                  </a:cubicBezTo>
                  <a:cubicBezTo>
                    <a:pt x="199" y="86"/>
                    <a:pt x="199" y="69903"/>
                    <a:pt x="199" y="88316"/>
                  </a:cubicBezTo>
                  <a:cubicBezTo>
                    <a:pt x="199" y="106730"/>
                    <a:pt x="199" y="175012"/>
                    <a:pt x="57895" y="175012"/>
                  </a:cubicBezTo>
                  <a:cubicBezTo>
                    <a:pt x="115590" y="175012"/>
                    <a:pt x="115590" y="106730"/>
                    <a:pt x="115590" y="88316"/>
                  </a:cubicBezTo>
                  <a:close/>
                  <a:moveTo>
                    <a:pt x="57895" y="167851"/>
                  </a:moveTo>
                  <a:cubicBezTo>
                    <a:pt x="46455" y="167851"/>
                    <a:pt x="31285" y="160946"/>
                    <a:pt x="26311" y="139976"/>
                  </a:cubicBezTo>
                  <a:cubicBezTo>
                    <a:pt x="22830" y="124887"/>
                    <a:pt x="22830" y="103916"/>
                    <a:pt x="22830" y="84992"/>
                  </a:cubicBezTo>
                  <a:cubicBezTo>
                    <a:pt x="22830" y="66323"/>
                    <a:pt x="22830" y="46887"/>
                    <a:pt x="26560" y="32821"/>
                  </a:cubicBezTo>
                  <a:cubicBezTo>
                    <a:pt x="31782" y="12617"/>
                    <a:pt x="47698" y="7247"/>
                    <a:pt x="57895" y="7247"/>
                  </a:cubicBezTo>
                  <a:cubicBezTo>
                    <a:pt x="71324" y="7247"/>
                    <a:pt x="84255" y="15686"/>
                    <a:pt x="88732" y="30519"/>
                  </a:cubicBezTo>
                  <a:cubicBezTo>
                    <a:pt x="92711" y="44329"/>
                    <a:pt x="92959" y="62742"/>
                    <a:pt x="92959" y="84992"/>
                  </a:cubicBezTo>
                  <a:cubicBezTo>
                    <a:pt x="92959" y="103916"/>
                    <a:pt x="92959" y="122841"/>
                    <a:pt x="89726" y="138953"/>
                  </a:cubicBezTo>
                  <a:cubicBezTo>
                    <a:pt x="84753" y="162225"/>
                    <a:pt x="67842" y="167851"/>
                    <a:pt x="57895" y="167851"/>
                  </a:cubicBez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3E0D2218-E4F8-F79E-B75A-F0B8C613E630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9904006" y="5432415"/>
              <a:ext cx="236252" cy="243318"/>
            </a:xfrm>
            <a:custGeom>
              <a:avLst/>
              <a:gdLst>
                <a:gd name="connsiteX0" fmla="*/ 125615 w 236252"/>
                <a:gd name="connsiteY0" fmla="*/ 129051 h 243318"/>
                <a:gd name="connsiteX1" fmla="*/ 224734 w 236252"/>
                <a:gd name="connsiteY1" fmla="*/ 129051 h 243318"/>
                <a:gd name="connsiteX2" fmla="*/ 236458 w 236252"/>
                <a:gd name="connsiteY2" fmla="*/ 121744 h 243318"/>
                <a:gd name="connsiteX3" fmla="*/ 224734 w 236252"/>
                <a:gd name="connsiteY3" fmla="*/ 114437 h 243318"/>
                <a:gd name="connsiteX4" fmla="*/ 125615 w 236252"/>
                <a:gd name="connsiteY4" fmla="*/ 114437 h 243318"/>
                <a:gd name="connsiteX5" fmla="*/ 125615 w 236252"/>
                <a:gd name="connsiteY5" fmla="*/ 12141 h 243318"/>
                <a:gd name="connsiteX6" fmla="*/ 118510 w 236252"/>
                <a:gd name="connsiteY6" fmla="*/ 85 h 243318"/>
                <a:gd name="connsiteX7" fmla="*/ 111404 w 236252"/>
                <a:gd name="connsiteY7" fmla="*/ 12141 h 243318"/>
                <a:gd name="connsiteX8" fmla="*/ 111404 w 236252"/>
                <a:gd name="connsiteY8" fmla="*/ 114437 h 243318"/>
                <a:gd name="connsiteX9" fmla="*/ 11930 w 236252"/>
                <a:gd name="connsiteY9" fmla="*/ 114437 h 243318"/>
                <a:gd name="connsiteX10" fmla="*/ 206 w 236252"/>
                <a:gd name="connsiteY10" fmla="*/ 121744 h 243318"/>
                <a:gd name="connsiteX11" fmla="*/ 11930 w 236252"/>
                <a:gd name="connsiteY11" fmla="*/ 129051 h 243318"/>
                <a:gd name="connsiteX12" fmla="*/ 111404 w 236252"/>
                <a:gd name="connsiteY12" fmla="*/ 129051 h 243318"/>
                <a:gd name="connsiteX13" fmla="*/ 111404 w 236252"/>
                <a:gd name="connsiteY13" fmla="*/ 231346 h 243318"/>
                <a:gd name="connsiteX14" fmla="*/ 118510 w 236252"/>
                <a:gd name="connsiteY14" fmla="*/ 243403 h 243318"/>
                <a:gd name="connsiteX15" fmla="*/ 125615 w 236252"/>
                <a:gd name="connsiteY15" fmla="*/ 231346 h 243318"/>
                <a:gd name="connsiteX16" fmla="*/ 125615 w 236252"/>
                <a:gd name="connsiteY16" fmla="*/ 129051 h 24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6252" h="243318">
                  <a:moveTo>
                    <a:pt x="125615" y="129051"/>
                  </a:moveTo>
                  <a:lnTo>
                    <a:pt x="224734" y="129051"/>
                  </a:lnTo>
                  <a:cubicBezTo>
                    <a:pt x="229708" y="129051"/>
                    <a:pt x="236458" y="129051"/>
                    <a:pt x="236458" y="121744"/>
                  </a:cubicBezTo>
                  <a:cubicBezTo>
                    <a:pt x="236458" y="114437"/>
                    <a:pt x="229708" y="114437"/>
                    <a:pt x="224734" y="114437"/>
                  </a:cubicBezTo>
                  <a:lnTo>
                    <a:pt x="125615" y="114437"/>
                  </a:lnTo>
                  <a:lnTo>
                    <a:pt x="125615" y="12141"/>
                  </a:lnTo>
                  <a:cubicBezTo>
                    <a:pt x="125615" y="7026"/>
                    <a:pt x="125615" y="85"/>
                    <a:pt x="118510" y="85"/>
                  </a:cubicBezTo>
                  <a:cubicBezTo>
                    <a:pt x="111404" y="85"/>
                    <a:pt x="111404" y="7026"/>
                    <a:pt x="111404" y="12141"/>
                  </a:cubicBezTo>
                  <a:lnTo>
                    <a:pt x="111404" y="114437"/>
                  </a:lnTo>
                  <a:lnTo>
                    <a:pt x="11930" y="114437"/>
                  </a:lnTo>
                  <a:cubicBezTo>
                    <a:pt x="6956" y="114437"/>
                    <a:pt x="206" y="114437"/>
                    <a:pt x="206" y="121744"/>
                  </a:cubicBezTo>
                  <a:cubicBezTo>
                    <a:pt x="206" y="129051"/>
                    <a:pt x="6956" y="129051"/>
                    <a:pt x="11930" y="129051"/>
                  </a:cubicBezTo>
                  <a:lnTo>
                    <a:pt x="111404" y="129051"/>
                  </a:lnTo>
                  <a:lnTo>
                    <a:pt x="111404" y="231346"/>
                  </a:lnTo>
                  <a:cubicBezTo>
                    <a:pt x="111404" y="236461"/>
                    <a:pt x="111404" y="243403"/>
                    <a:pt x="118510" y="243403"/>
                  </a:cubicBezTo>
                  <a:cubicBezTo>
                    <a:pt x="125615" y="243403"/>
                    <a:pt x="125615" y="236461"/>
                    <a:pt x="125615" y="231346"/>
                  </a:cubicBezTo>
                  <a:lnTo>
                    <a:pt x="125615" y="129051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1263D8EB-FFD9-1738-9779-C07137FCBEC6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0253587" y="5483928"/>
              <a:ext cx="162712" cy="165500"/>
            </a:xfrm>
            <a:custGeom>
              <a:avLst/>
              <a:gdLst>
                <a:gd name="connsiteX0" fmla="*/ 118520 w 162712"/>
                <a:gd name="connsiteY0" fmla="*/ 23467 h 165500"/>
                <a:gd name="connsiteX1" fmla="*/ 85835 w 162712"/>
                <a:gd name="connsiteY1" fmla="*/ 85 h 165500"/>
                <a:gd name="connsiteX2" fmla="*/ 216 w 162712"/>
                <a:gd name="connsiteY2" fmla="*/ 107130 h 165500"/>
                <a:gd name="connsiteX3" fmla="*/ 47466 w 162712"/>
                <a:gd name="connsiteY3" fmla="*/ 165585 h 165500"/>
                <a:gd name="connsiteX4" fmla="*/ 93651 w 162712"/>
                <a:gd name="connsiteY4" fmla="*/ 138184 h 165500"/>
                <a:gd name="connsiteX5" fmla="*/ 125980 w 162712"/>
                <a:gd name="connsiteY5" fmla="*/ 165585 h 165500"/>
                <a:gd name="connsiteX6" fmla="*/ 152270 w 162712"/>
                <a:gd name="connsiteY6" fmla="*/ 145491 h 165500"/>
                <a:gd name="connsiteX7" fmla="*/ 162928 w 162712"/>
                <a:gd name="connsiteY7" fmla="*/ 109322 h 165500"/>
                <a:gd name="connsiteX8" fmla="*/ 158665 w 162712"/>
                <a:gd name="connsiteY8" fmla="*/ 105669 h 165500"/>
                <a:gd name="connsiteX9" fmla="*/ 153691 w 162712"/>
                <a:gd name="connsiteY9" fmla="*/ 112245 h 165500"/>
                <a:gd name="connsiteX10" fmla="*/ 126691 w 162712"/>
                <a:gd name="connsiteY10" fmla="*/ 157547 h 165500"/>
                <a:gd name="connsiteX11" fmla="*/ 116033 w 162712"/>
                <a:gd name="connsiteY11" fmla="*/ 140742 h 165500"/>
                <a:gd name="connsiteX12" fmla="*/ 120651 w 162712"/>
                <a:gd name="connsiteY12" fmla="*/ 113706 h 165500"/>
                <a:gd name="connsiteX13" fmla="*/ 128467 w 162712"/>
                <a:gd name="connsiteY13" fmla="*/ 80825 h 165500"/>
                <a:gd name="connsiteX14" fmla="*/ 141257 w 162712"/>
                <a:gd name="connsiteY14" fmla="*/ 29677 h 165500"/>
                <a:gd name="connsiteX15" fmla="*/ 143744 w 162712"/>
                <a:gd name="connsiteY15" fmla="*/ 17256 h 165500"/>
                <a:gd name="connsiteX16" fmla="*/ 133441 w 162712"/>
                <a:gd name="connsiteY16" fmla="*/ 7392 h 165500"/>
                <a:gd name="connsiteX17" fmla="*/ 118520 w 162712"/>
                <a:gd name="connsiteY17" fmla="*/ 23467 h 165500"/>
                <a:gd name="connsiteX18" fmla="*/ 95427 w 162712"/>
                <a:gd name="connsiteY18" fmla="*/ 118090 h 165500"/>
                <a:gd name="connsiteX19" fmla="*/ 88322 w 162712"/>
                <a:gd name="connsiteY19" fmla="*/ 131608 h 165500"/>
                <a:gd name="connsiteX20" fmla="*/ 48177 w 162712"/>
                <a:gd name="connsiteY20" fmla="*/ 157547 h 165500"/>
                <a:gd name="connsiteX21" fmla="*/ 25440 w 162712"/>
                <a:gd name="connsiteY21" fmla="*/ 123205 h 165500"/>
                <a:gd name="connsiteX22" fmla="*/ 44979 w 162712"/>
                <a:gd name="connsiteY22" fmla="*/ 43195 h 165500"/>
                <a:gd name="connsiteX23" fmla="*/ 86190 w 162712"/>
                <a:gd name="connsiteY23" fmla="*/ 8122 h 165500"/>
                <a:gd name="connsiteX24" fmla="*/ 114256 w 162712"/>
                <a:gd name="connsiteY24" fmla="*/ 40272 h 165500"/>
                <a:gd name="connsiteX25" fmla="*/ 113191 w 162712"/>
                <a:gd name="connsiteY25" fmla="*/ 46483 h 165500"/>
                <a:gd name="connsiteX26" fmla="*/ 95427 w 162712"/>
                <a:gd name="connsiteY26" fmla="*/ 118090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712" h="165500">
                  <a:moveTo>
                    <a:pt x="118520" y="23467"/>
                  </a:moveTo>
                  <a:cubicBezTo>
                    <a:pt x="112125" y="9949"/>
                    <a:pt x="101822" y="85"/>
                    <a:pt x="85835" y="85"/>
                  </a:cubicBezTo>
                  <a:cubicBezTo>
                    <a:pt x="44269" y="85"/>
                    <a:pt x="216" y="53790"/>
                    <a:pt x="216" y="107130"/>
                  </a:cubicBezTo>
                  <a:cubicBezTo>
                    <a:pt x="216" y="141472"/>
                    <a:pt x="19756" y="165585"/>
                    <a:pt x="47466" y="165585"/>
                  </a:cubicBezTo>
                  <a:cubicBezTo>
                    <a:pt x="54572" y="165585"/>
                    <a:pt x="72335" y="164123"/>
                    <a:pt x="93651" y="138184"/>
                  </a:cubicBezTo>
                  <a:cubicBezTo>
                    <a:pt x="96493" y="153529"/>
                    <a:pt x="108927" y="165585"/>
                    <a:pt x="125980" y="165585"/>
                  </a:cubicBezTo>
                  <a:cubicBezTo>
                    <a:pt x="138415" y="165585"/>
                    <a:pt x="146586" y="157182"/>
                    <a:pt x="152270" y="145491"/>
                  </a:cubicBezTo>
                  <a:cubicBezTo>
                    <a:pt x="158310" y="132339"/>
                    <a:pt x="162928" y="110053"/>
                    <a:pt x="162928" y="109322"/>
                  </a:cubicBezTo>
                  <a:cubicBezTo>
                    <a:pt x="162928" y="105669"/>
                    <a:pt x="159731" y="105669"/>
                    <a:pt x="158665" y="105669"/>
                  </a:cubicBezTo>
                  <a:cubicBezTo>
                    <a:pt x="155112" y="105669"/>
                    <a:pt x="154757" y="107130"/>
                    <a:pt x="153691" y="112245"/>
                  </a:cubicBezTo>
                  <a:cubicBezTo>
                    <a:pt x="147652" y="135992"/>
                    <a:pt x="141257" y="157547"/>
                    <a:pt x="126691" y="157547"/>
                  </a:cubicBezTo>
                  <a:cubicBezTo>
                    <a:pt x="117099" y="157547"/>
                    <a:pt x="116033" y="148048"/>
                    <a:pt x="116033" y="140742"/>
                  </a:cubicBezTo>
                  <a:cubicBezTo>
                    <a:pt x="116033" y="132704"/>
                    <a:pt x="116743" y="129781"/>
                    <a:pt x="120651" y="113706"/>
                  </a:cubicBezTo>
                  <a:cubicBezTo>
                    <a:pt x="124559" y="98362"/>
                    <a:pt x="125270" y="94708"/>
                    <a:pt x="128467" y="80825"/>
                  </a:cubicBezTo>
                  <a:lnTo>
                    <a:pt x="141257" y="29677"/>
                  </a:lnTo>
                  <a:cubicBezTo>
                    <a:pt x="143744" y="19448"/>
                    <a:pt x="143744" y="18717"/>
                    <a:pt x="143744" y="17256"/>
                  </a:cubicBezTo>
                  <a:cubicBezTo>
                    <a:pt x="143744" y="11045"/>
                    <a:pt x="139480" y="7392"/>
                    <a:pt x="133441" y="7392"/>
                  </a:cubicBezTo>
                  <a:cubicBezTo>
                    <a:pt x="124914" y="7392"/>
                    <a:pt x="119586" y="15429"/>
                    <a:pt x="118520" y="23467"/>
                  </a:cubicBezTo>
                  <a:close/>
                  <a:moveTo>
                    <a:pt x="95427" y="118090"/>
                  </a:moveTo>
                  <a:cubicBezTo>
                    <a:pt x="93651" y="124666"/>
                    <a:pt x="93651" y="125397"/>
                    <a:pt x="88322" y="131608"/>
                  </a:cubicBezTo>
                  <a:cubicBezTo>
                    <a:pt x="72690" y="151702"/>
                    <a:pt x="58124" y="157547"/>
                    <a:pt x="48177" y="157547"/>
                  </a:cubicBezTo>
                  <a:cubicBezTo>
                    <a:pt x="30414" y="157547"/>
                    <a:pt x="25440" y="137453"/>
                    <a:pt x="25440" y="123205"/>
                  </a:cubicBezTo>
                  <a:cubicBezTo>
                    <a:pt x="25440" y="104938"/>
                    <a:pt x="36808" y="60001"/>
                    <a:pt x="44979" y="43195"/>
                  </a:cubicBezTo>
                  <a:cubicBezTo>
                    <a:pt x="55993" y="21640"/>
                    <a:pt x="71980" y="8122"/>
                    <a:pt x="86190" y="8122"/>
                  </a:cubicBezTo>
                  <a:cubicBezTo>
                    <a:pt x="109283" y="8122"/>
                    <a:pt x="114256" y="38080"/>
                    <a:pt x="114256" y="40272"/>
                  </a:cubicBezTo>
                  <a:cubicBezTo>
                    <a:pt x="114256" y="42464"/>
                    <a:pt x="113546" y="44656"/>
                    <a:pt x="113191" y="46483"/>
                  </a:cubicBezTo>
                  <a:lnTo>
                    <a:pt x="95427" y="118090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B66ED99B-4A46-C982-4C58-63AE39954365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0454274" y="5530399"/>
              <a:ext cx="90521" cy="169811"/>
            </a:xfrm>
            <a:custGeom>
              <a:avLst/>
              <a:gdLst>
                <a:gd name="connsiteX0" fmla="*/ 56424 w 90521"/>
                <a:gd name="connsiteY0" fmla="*/ 7247 h 169811"/>
                <a:gd name="connsiteX1" fmla="*/ 48964 w 90521"/>
                <a:gd name="connsiteY1" fmla="*/ 86 h 169811"/>
                <a:gd name="connsiteX2" fmla="*/ 221 w 90521"/>
                <a:gd name="connsiteY2" fmla="*/ 16454 h 169811"/>
                <a:gd name="connsiteX3" fmla="*/ 221 w 90521"/>
                <a:gd name="connsiteY3" fmla="*/ 25660 h 169811"/>
                <a:gd name="connsiteX4" fmla="*/ 36281 w 90521"/>
                <a:gd name="connsiteY4" fmla="*/ 18499 h 169811"/>
                <a:gd name="connsiteX5" fmla="*/ 36281 w 90521"/>
                <a:gd name="connsiteY5" fmla="*/ 148927 h 169811"/>
                <a:gd name="connsiteX6" fmla="*/ 11412 w 90521"/>
                <a:gd name="connsiteY6" fmla="*/ 160691 h 169811"/>
                <a:gd name="connsiteX7" fmla="*/ 1962 w 90521"/>
                <a:gd name="connsiteY7" fmla="*/ 160691 h 169811"/>
                <a:gd name="connsiteX8" fmla="*/ 1962 w 90521"/>
                <a:gd name="connsiteY8" fmla="*/ 169897 h 169811"/>
                <a:gd name="connsiteX9" fmla="*/ 46228 w 90521"/>
                <a:gd name="connsiteY9" fmla="*/ 168874 h 169811"/>
                <a:gd name="connsiteX10" fmla="*/ 90743 w 90521"/>
                <a:gd name="connsiteY10" fmla="*/ 169897 h 169811"/>
                <a:gd name="connsiteX11" fmla="*/ 90743 w 90521"/>
                <a:gd name="connsiteY11" fmla="*/ 160691 h 169811"/>
                <a:gd name="connsiteX12" fmla="*/ 81293 w 90521"/>
                <a:gd name="connsiteY12" fmla="*/ 160691 h 169811"/>
                <a:gd name="connsiteX13" fmla="*/ 56424 w 90521"/>
                <a:gd name="connsiteY13" fmla="*/ 148927 h 169811"/>
                <a:gd name="connsiteX14" fmla="*/ 56424 w 90521"/>
                <a:gd name="connsiteY14" fmla="*/ 7247 h 169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21" h="169811">
                  <a:moveTo>
                    <a:pt x="56424" y="7247"/>
                  </a:moveTo>
                  <a:cubicBezTo>
                    <a:pt x="56424" y="342"/>
                    <a:pt x="55927" y="86"/>
                    <a:pt x="48964" y="86"/>
                  </a:cubicBezTo>
                  <a:cubicBezTo>
                    <a:pt x="33048" y="16198"/>
                    <a:pt x="10417" y="16454"/>
                    <a:pt x="221" y="16454"/>
                  </a:cubicBezTo>
                  <a:lnTo>
                    <a:pt x="221" y="25660"/>
                  </a:lnTo>
                  <a:cubicBezTo>
                    <a:pt x="6190" y="25660"/>
                    <a:pt x="22603" y="25660"/>
                    <a:pt x="36281" y="18499"/>
                  </a:cubicBezTo>
                  <a:lnTo>
                    <a:pt x="36281" y="148927"/>
                  </a:lnTo>
                  <a:cubicBezTo>
                    <a:pt x="36281" y="157366"/>
                    <a:pt x="36281" y="160691"/>
                    <a:pt x="11412" y="160691"/>
                  </a:cubicBezTo>
                  <a:lnTo>
                    <a:pt x="1962" y="160691"/>
                  </a:lnTo>
                  <a:lnTo>
                    <a:pt x="1962" y="169897"/>
                  </a:lnTo>
                  <a:cubicBezTo>
                    <a:pt x="6438" y="169642"/>
                    <a:pt x="37027" y="168874"/>
                    <a:pt x="46228" y="168874"/>
                  </a:cubicBezTo>
                  <a:cubicBezTo>
                    <a:pt x="53938" y="168874"/>
                    <a:pt x="85272" y="169642"/>
                    <a:pt x="90743" y="169897"/>
                  </a:cubicBezTo>
                  <a:lnTo>
                    <a:pt x="90743" y="160691"/>
                  </a:lnTo>
                  <a:lnTo>
                    <a:pt x="81293" y="160691"/>
                  </a:lnTo>
                  <a:cubicBezTo>
                    <a:pt x="56424" y="160691"/>
                    <a:pt x="56424" y="157366"/>
                    <a:pt x="56424" y="148927"/>
                  </a:cubicBezTo>
                  <a:lnTo>
                    <a:pt x="56424" y="7247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37A49D06-1489-5BCC-3D32-F7056BDA0D59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0606439" y="5395881"/>
              <a:ext cx="216357" cy="249528"/>
            </a:xfrm>
            <a:custGeom>
              <a:avLst/>
              <a:gdLst>
                <a:gd name="connsiteX0" fmla="*/ 112490 w 216357"/>
                <a:gd name="connsiteY0" fmla="*/ 130512 h 249528"/>
                <a:gd name="connsiteX1" fmla="*/ 115687 w 216357"/>
                <a:gd name="connsiteY1" fmla="*/ 124666 h 249528"/>
                <a:gd name="connsiteX2" fmla="*/ 113200 w 216357"/>
                <a:gd name="connsiteY2" fmla="*/ 119552 h 249528"/>
                <a:gd name="connsiteX3" fmla="*/ 40371 w 216357"/>
                <a:gd name="connsiteY3" fmla="*/ 11410 h 249528"/>
                <a:gd name="connsiteX4" fmla="*/ 122437 w 216357"/>
                <a:gd name="connsiteY4" fmla="*/ 11410 h 249528"/>
                <a:gd name="connsiteX5" fmla="*/ 207701 w 216357"/>
                <a:gd name="connsiteY5" fmla="*/ 82287 h 249528"/>
                <a:gd name="connsiteX6" fmla="*/ 216583 w 216357"/>
                <a:gd name="connsiteY6" fmla="*/ 82287 h 249528"/>
                <a:gd name="connsiteX7" fmla="*/ 206636 w 216357"/>
                <a:gd name="connsiteY7" fmla="*/ 85 h 249528"/>
                <a:gd name="connsiteX8" fmla="*/ 9463 w 216357"/>
                <a:gd name="connsiteY8" fmla="*/ 85 h 249528"/>
                <a:gd name="connsiteX9" fmla="*/ 226 w 216357"/>
                <a:gd name="connsiteY9" fmla="*/ 8488 h 249528"/>
                <a:gd name="connsiteX10" fmla="*/ 88687 w 216357"/>
                <a:gd name="connsiteY10" fmla="*/ 140742 h 249528"/>
                <a:gd name="connsiteX11" fmla="*/ 4134 w 216357"/>
                <a:gd name="connsiteY11" fmla="*/ 239749 h 249528"/>
                <a:gd name="connsiteX12" fmla="*/ 581 w 216357"/>
                <a:gd name="connsiteY12" fmla="*/ 245595 h 249528"/>
                <a:gd name="connsiteX13" fmla="*/ 9463 w 216357"/>
                <a:gd name="connsiteY13" fmla="*/ 249614 h 249528"/>
                <a:gd name="connsiteX14" fmla="*/ 206636 w 216357"/>
                <a:gd name="connsiteY14" fmla="*/ 249614 h 249528"/>
                <a:gd name="connsiteX15" fmla="*/ 216583 w 216357"/>
                <a:gd name="connsiteY15" fmla="*/ 163393 h 249528"/>
                <a:gd name="connsiteX16" fmla="*/ 207701 w 216357"/>
                <a:gd name="connsiteY16" fmla="*/ 163393 h 249528"/>
                <a:gd name="connsiteX17" fmla="*/ 121372 w 216357"/>
                <a:gd name="connsiteY17" fmla="*/ 234269 h 249528"/>
                <a:gd name="connsiteX18" fmla="*/ 23318 w 216357"/>
                <a:gd name="connsiteY18" fmla="*/ 234269 h 249528"/>
                <a:gd name="connsiteX19" fmla="*/ 112490 w 216357"/>
                <a:gd name="connsiteY19" fmla="*/ 130512 h 24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6357" h="249528">
                  <a:moveTo>
                    <a:pt x="112490" y="130512"/>
                  </a:moveTo>
                  <a:cubicBezTo>
                    <a:pt x="115687" y="126859"/>
                    <a:pt x="115687" y="125397"/>
                    <a:pt x="115687" y="124666"/>
                  </a:cubicBezTo>
                  <a:cubicBezTo>
                    <a:pt x="115687" y="122840"/>
                    <a:pt x="114266" y="121013"/>
                    <a:pt x="113200" y="119552"/>
                  </a:cubicBezTo>
                  <a:lnTo>
                    <a:pt x="40371" y="11410"/>
                  </a:lnTo>
                  <a:lnTo>
                    <a:pt x="122437" y="11410"/>
                  </a:lnTo>
                  <a:cubicBezTo>
                    <a:pt x="182477" y="11410"/>
                    <a:pt x="200241" y="24563"/>
                    <a:pt x="207701" y="82287"/>
                  </a:cubicBezTo>
                  <a:lnTo>
                    <a:pt x="216583" y="82287"/>
                  </a:lnTo>
                  <a:lnTo>
                    <a:pt x="206636" y="85"/>
                  </a:lnTo>
                  <a:lnTo>
                    <a:pt x="9463" y="85"/>
                  </a:lnTo>
                  <a:cubicBezTo>
                    <a:pt x="936" y="85"/>
                    <a:pt x="226" y="85"/>
                    <a:pt x="226" y="8488"/>
                  </a:cubicBezTo>
                  <a:lnTo>
                    <a:pt x="88687" y="140742"/>
                  </a:lnTo>
                  <a:lnTo>
                    <a:pt x="4134" y="239749"/>
                  </a:lnTo>
                  <a:cubicBezTo>
                    <a:pt x="581" y="243768"/>
                    <a:pt x="581" y="244499"/>
                    <a:pt x="581" y="245595"/>
                  </a:cubicBezTo>
                  <a:cubicBezTo>
                    <a:pt x="581" y="249614"/>
                    <a:pt x="4134" y="249614"/>
                    <a:pt x="9463" y="249614"/>
                  </a:cubicBezTo>
                  <a:lnTo>
                    <a:pt x="206636" y="249614"/>
                  </a:lnTo>
                  <a:lnTo>
                    <a:pt x="216583" y="163393"/>
                  </a:lnTo>
                  <a:lnTo>
                    <a:pt x="207701" y="163393"/>
                  </a:lnTo>
                  <a:cubicBezTo>
                    <a:pt x="201307" y="224405"/>
                    <a:pt x="177148" y="234269"/>
                    <a:pt x="121372" y="234269"/>
                  </a:cubicBezTo>
                  <a:lnTo>
                    <a:pt x="23318" y="234269"/>
                  </a:lnTo>
                  <a:lnTo>
                    <a:pt x="112490" y="130512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81D4C185-45B5-8D73-2B9E-A69D1BCD9258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0861600" y="5483928"/>
              <a:ext cx="130738" cy="165500"/>
            </a:xfrm>
            <a:custGeom>
              <a:avLst/>
              <a:gdLst>
                <a:gd name="connsiteX0" fmla="*/ 120668 w 130738"/>
                <a:gd name="connsiteY0" fmla="*/ 24928 h 165500"/>
                <a:gd name="connsiteX1" fmla="*/ 103615 w 130738"/>
                <a:gd name="connsiteY1" fmla="*/ 41368 h 165500"/>
                <a:gd name="connsiteX2" fmla="*/ 114629 w 130738"/>
                <a:gd name="connsiteY2" fmla="*/ 51963 h 165500"/>
                <a:gd name="connsiteX3" fmla="*/ 130971 w 130738"/>
                <a:gd name="connsiteY3" fmla="*/ 31504 h 165500"/>
                <a:gd name="connsiteX4" fmla="*/ 88694 w 130738"/>
                <a:gd name="connsiteY4" fmla="*/ 85 h 165500"/>
                <a:gd name="connsiteX5" fmla="*/ 28654 w 130738"/>
                <a:gd name="connsiteY5" fmla="*/ 53425 h 165500"/>
                <a:gd name="connsiteX6" fmla="*/ 65247 w 130738"/>
                <a:gd name="connsiteY6" fmla="*/ 89594 h 165500"/>
                <a:gd name="connsiteX7" fmla="*/ 102194 w 130738"/>
                <a:gd name="connsiteY7" fmla="*/ 117360 h 165500"/>
                <a:gd name="connsiteX8" fmla="*/ 51391 w 130738"/>
                <a:gd name="connsiteY8" fmla="*/ 157547 h 165500"/>
                <a:gd name="connsiteX9" fmla="*/ 10891 w 130738"/>
                <a:gd name="connsiteY9" fmla="*/ 138184 h 165500"/>
                <a:gd name="connsiteX10" fmla="*/ 33273 w 130738"/>
                <a:gd name="connsiteY10" fmla="*/ 118821 h 165500"/>
                <a:gd name="connsiteX11" fmla="*/ 20128 w 130738"/>
                <a:gd name="connsiteY11" fmla="*/ 106034 h 165500"/>
                <a:gd name="connsiteX12" fmla="*/ 233 w 130738"/>
                <a:gd name="connsiteY12" fmla="*/ 130147 h 165500"/>
                <a:gd name="connsiteX13" fmla="*/ 51036 w 130738"/>
                <a:gd name="connsiteY13" fmla="*/ 165585 h 165500"/>
                <a:gd name="connsiteX14" fmla="*/ 122445 w 130738"/>
                <a:gd name="connsiteY14" fmla="*/ 104938 h 165500"/>
                <a:gd name="connsiteX15" fmla="*/ 111431 w 130738"/>
                <a:gd name="connsiteY15" fmla="*/ 78268 h 165500"/>
                <a:gd name="connsiteX16" fmla="*/ 75905 w 130738"/>
                <a:gd name="connsiteY16" fmla="*/ 62924 h 165500"/>
                <a:gd name="connsiteX17" fmla="*/ 48904 w 130738"/>
                <a:gd name="connsiteY17" fmla="*/ 41003 h 165500"/>
                <a:gd name="connsiteX18" fmla="*/ 88694 w 130738"/>
                <a:gd name="connsiteY18" fmla="*/ 8122 h 165500"/>
                <a:gd name="connsiteX19" fmla="*/ 120668 w 130738"/>
                <a:gd name="connsiteY19" fmla="*/ 24928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738" h="165500">
                  <a:moveTo>
                    <a:pt x="120668" y="24928"/>
                  </a:moveTo>
                  <a:cubicBezTo>
                    <a:pt x="110721" y="25293"/>
                    <a:pt x="103615" y="33331"/>
                    <a:pt x="103615" y="41368"/>
                  </a:cubicBezTo>
                  <a:cubicBezTo>
                    <a:pt x="103615" y="46483"/>
                    <a:pt x="106813" y="51963"/>
                    <a:pt x="114629" y="51963"/>
                  </a:cubicBezTo>
                  <a:cubicBezTo>
                    <a:pt x="122445" y="51963"/>
                    <a:pt x="130971" y="45752"/>
                    <a:pt x="130971" y="31504"/>
                  </a:cubicBezTo>
                  <a:cubicBezTo>
                    <a:pt x="130971" y="15064"/>
                    <a:pt x="115694" y="85"/>
                    <a:pt x="88694" y="85"/>
                  </a:cubicBezTo>
                  <a:cubicBezTo>
                    <a:pt x="41799" y="85"/>
                    <a:pt x="28654" y="37350"/>
                    <a:pt x="28654" y="53425"/>
                  </a:cubicBezTo>
                  <a:cubicBezTo>
                    <a:pt x="28654" y="81921"/>
                    <a:pt x="54944" y="87402"/>
                    <a:pt x="65247" y="89594"/>
                  </a:cubicBezTo>
                  <a:cubicBezTo>
                    <a:pt x="83721" y="93247"/>
                    <a:pt x="102194" y="97266"/>
                    <a:pt x="102194" y="117360"/>
                  </a:cubicBezTo>
                  <a:cubicBezTo>
                    <a:pt x="102194" y="126859"/>
                    <a:pt x="94023" y="157547"/>
                    <a:pt x="51391" y="157547"/>
                  </a:cubicBezTo>
                  <a:cubicBezTo>
                    <a:pt x="46417" y="157547"/>
                    <a:pt x="19062" y="157547"/>
                    <a:pt x="10891" y="138184"/>
                  </a:cubicBezTo>
                  <a:cubicBezTo>
                    <a:pt x="24391" y="140011"/>
                    <a:pt x="33273" y="129051"/>
                    <a:pt x="33273" y="118821"/>
                  </a:cubicBezTo>
                  <a:cubicBezTo>
                    <a:pt x="33273" y="110418"/>
                    <a:pt x="27588" y="106034"/>
                    <a:pt x="20128" y="106034"/>
                  </a:cubicBezTo>
                  <a:cubicBezTo>
                    <a:pt x="10891" y="106034"/>
                    <a:pt x="233" y="113706"/>
                    <a:pt x="233" y="130147"/>
                  </a:cubicBezTo>
                  <a:cubicBezTo>
                    <a:pt x="233" y="150971"/>
                    <a:pt x="20483" y="165585"/>
                    <a:pt x="51036" y="165585"/>
                  </a:cubicBezTo>
                  <a:cubicBezTo>
                    <a:pt x="108589" y="165585"/>
                    <a:pt x="122445" y="121378"/>
                    <a:pt x="122445" y="104938"/>
                  </a:cubicBezTo>
                  <a:cubicBezTo>
                    <a:pt x="122445" y="91786"/>
                    <a:pt x="115694" y="82652"/>
                    <a:pt x="111431" y="78268"/>
                  </a:cubicBezTo>
                  <a:cubicBezTo>
                    <a:pt x="101839" y="68038"/>
                    <a:pt x="91536" y="66212"/>
                    <a:pt x="75905" y="62924"/>
                  </a:cubicBezTo>
                  <a:cubicBezTo>
                    <a:pt x="63115" y="60001"/>
                    <a:pt x="48904" y="57443"/>
                    <a:pt x="48904" y="41003"/>
                  </a:cubicBezTo>
                  <a:cubicBezTo>
                    <a:pt x="48904" y="30408"/>
                    <a:pt x="57431" y="8122"/>
                    <a:pt x="88694" y="8122"/>
                  </a:cubicBezTo>
                  <a:cubicBezTo>
                    <a:pt x="97576" y="8122"/>
                    <a:pt x="115339" y="10680"/>
                    <a:pt x="120668" y="24928"/>
                  </a:cubicBez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936DBBAD-2471-4217-7CAB-DA6A6FF84D01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1128235" y="5511329"/>
              <a:ext cx="236252" cy="85490"/>
            </a:xfrm>
            <a:custGeom>
              <a:avLst/>
              <a:gdLst>
                <a:gd name="connsiteX0" fmla="*/ 224414 w 236252"/>
                <a:gd name="connsiteY0" fmla="*/ 14698 h 85490"/>
                <a:gd name="connsiteX1" fmla="*/ 236493 w 236252"/>
                <a:gd name="connsiteY1" fmla="*/ 7392 h 85490"/>
                <a:gd name="connsiteX2" fmla="*/ 224769 w 236252"/>
                <a:gd name="connsiteY2" fmla="*/ 85 h 85490"/>
                <a:gd name="connsiteX3" fmla="*/ 11964 w 236252"/>
                <a:gd name="connsiteY3" fmla="*/ 85 h 85490"/>
                <a:gd name="connsiteX4" fmla="*/ 240 w 236252"/>
                <a:gd name="connsiteY4" fmla="*/ 7392 h 85490"/>
                <a:gd name="connsiteX5" fmla="*/ 12319 w 236252"/>
                <a:gd name="connsiteY5" fmla="*/ 14698 h 85490"/>
                <a:gd name="connsiteX6" fmla="*/ 224414 w 236252"/>
                <a:gd name="connsiteY6" fmla="*/ 14698 h 85490"/>
                <a:gd name="connsiteX7" fmla="*/ 224769 w 236252"/>
                <a:gd name="connsiteY7" fmla="*/ 85575 h 85490"/>
                <a:gd name="connsiteX8" fmla="*/ 236493 w 236252"/>
                <a:gd name="connsiteY8" fmla="*/ 78268 h 85490"/>
                <a:gd name="connsiteX9" fmla="*/ 224414 w 236252"/>
                <a:gd name="connsiteY9" fmla="*/ 70961 h 85490"/>
                <a:gd name="connsiteX10" fmla="*/ 12319 w 236252"/>
                <a:gd name="connsiteY10" fmla="*/ 70961 h 85490"/>
                <a:gd name="connsiteX11" fmla="*/ 240 w 236252"/>
                <a:gd name="connsiteY11" fmla="*/ 78268 h 85490"/>
                <a:gd name="connsiteX12" fmla="*/ 11964 w 236252"/>
                <a:gd name="connsiteY12" fmla="*/ 85575 h 85490"/>
                <a:gd name="connsiteX13" fmla="*/ 224769 w 236252"/>
                <a:gd name="connsiteY13" fmla="*/ 85575 h 8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252" h="85490">
                  <a:moveTo>
                    <a:pt x="224414" y="14698"/>
                  </a:moveTo>
                  <a:cubicBezTo>
                    <a:pt x="229743" y="14698"/>
                    <a:pt x="236493" y="14698"/>
                    <a:pt x="236493" y="7392"/>
                  </a:cubicBezTo>
                  <a:cubicBezTo>
                    <a:pt x="236493" y="85"/>
                    <a:pt x="229743" y="85"/>
                    <a:pt x="224769" y="85"/>
                  </a:cubicBezTo>
                  <a:lnTo>
                    <a:pt x="11964" y="85"/>
                  </a:lnTo>
                  <a:cubicBezTo>
                    <a:pt x="6990" y="85"/>
                    <a:pt x="240" y="85"/>
                    <a:pt x="240" y="7392"/>
                  </a:cubicBezTo>
                  <a:cubicBezTo>
                    <a:pt x="240" y="14698"/>
                    <a:pt x="6990" y="14698"/>
                    <a:pt x="12319" y="14698"/>
                  </a:cubicBezTo>
                  <a:lnTo>
                    <a:pt x="224414" y="14698"/>
                  </a:lnTo>
                  <a:close/>
                  <a:moveTo>
                    <a:pt x="224769" y="85575"/>
                  </a:moveTo>
                  <a:cubicBezTo>
                    <a:pt x="229743" y="85575"/>
                    <a:pt x="236493" y="85575"/>
                    <a:pt x="236493" y="78268"/>
                  </a:cubicBezTo>
                  <a:cubicBezTo>
                    <a:pt x="236493" y="70961"/>
                    <a:pt x="229743" y="70961"/>
                    <a:pt x="224414" y="70961"/>
                  </a:cubicBezTo>
                  <a:lnTo>
                    <a:pt x="12319" y="70961"/>
                  </a:lnTo>
                  <a:cubicBezTo>
                    <a:pt x="6990" y="70961"/>
                    <a:pt x="240" y="70961"/>
                    <a:pt x="240" y="78268"/>
                  </a:cubicBezTo>
                  <a:cubicBezTo>
                    <a:pt x="240" y="85575"/>
                    <a:pt x="6990" y="85575"/>
                    <a:pt x="11964" y="85575"/>
                  </a:cubicBezTo>
                  <a:lnTo>
                    <a:pt x="224769" y="85575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46C6802B-DBEC-3756-B57E-DB8C767290BD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1503238" y="5395881"/>
              <a:ext cx="216357" cy="249528"/>
            </a:xfrm>
            <a:custGeom>
              <a:avLst/>
              <a:gdLst>
                <a:gd name="connsiteX0" fmla="*/ 112515 w 216357"/>
                <a:gd name="connsiteY0" fmla="*/ 130512 h 249528"/>
                <a:gd name="connsiteX1" fmla="*/ 115712 w 216357"/>
                <a:gd name="connsiteY1" fmla="*/ 124666 h 249528"/>
                <a:gd name="connsiteX2" fmla="*/ 113226 w 216357"/>
                <a:gd name="connsiteY2" fmla="*/ 119552 h 249528"/>
                <a:gd name="connsiteX3" fmla="*/ 40396 w 216357"/>
                <a:gd name="connsiteY3" fmla="*/ 11410 h 249528"/>
                <a:gd name="connsiteX4" fmla="*/ 122463 w 216357"/>
                <a:gd name="connsiteY4" fmla="*/ 11410 h 249528"/>
                <a:gd name="connsiteX5" fmla="*/ 207727 w 216357"/>
                <a:gd name="connsiteY5" fmla="*/ 82287 h 249528"/>
                <a:gd name="connsiteX6" fmla="*/ 216608 w 216357"/>
                <a:gd name="connsiteY6" fmla="*/ 82287 h 249528"/>
                <a:gd name="connsiteX7" fmla="*/ 206661 w 216357"/>
                <a:gd name="connsiteY7" fmla="*/ 85 h 249528"/>
                <a:gd name="connsiteX8" fmla="*/ 9488 w 216357"/>
                <a:gd name="connsiteY8" fmla="*/ 85 h 249528"/>
                <a:gd name="connsiteX9" fmla="*/ 251 w 216357"/>
                <a:gd name="connsiteY9" fmla="*/ 8488 h 249528"/>
                <a:gd name="connsiteX10" fmla="*/ 88712 w 216357"/>
                <a:gd name="connsiteY10" fmla="*/ 140742 h 249528"/>
                <a:gd name="connsiteX11" fmla="*/ 4159 w 216357"/>
                <a:gd name="connsiteY11" fmla="*/ 239749 h 249528"/>
                <a:gd name="connsiteX12" fmla="*/ 606 w 216357"/>
                <a:gd name="connsiteY12" fmla="*/ 245595 h 249528"/>
                <a:gd name="connsiteX13" fmla="*/ 9488 w 216357"/>
                <a:gd name="connsiteY13" fmla="*/ 249614 h 249528"/>
                <a:gd name="connsiteX14" fmla="*/ 206661 w 216357"/>
                <a:gd name="connsiteY14" fmla="*/ 249614 h 249528"/>
                <a:gd name="connsiteX15" fmla="*/ 216608 w 216357"/>
                <a:gd name="connsiteY15" fmla="*/ 163393 h 249528"/>
                <a:gd name="connsiteX16" fmla="*/ 207727 w 216357"/>
                <a:gd name="connsiteY16" fmla="*/ 163393 h 249528"/>
                <a:gd name="connsiteX17" fmla="*/ 121397 w 216357"/>
                <a:gd name="connsiteY17" fmla="*/ 234269 h 249528"/>
                <a:gd name="connsiteX18" fmla="*/ 23343 w 216357"/>
                <a:gd name="connsiteY18" fmla="*/ 234269 h 249528"/>
                <a:gd name="connsiteX19" fmla="*/ 112515 w 216357"/>
                <a:gd name="connsiteY19" fmla="*/ 130512 h 24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6357" h="249528">
                  <a:moveTo>
                    <a:pt x="112515" y="130512"/>
                  </a:moveTo>
                  <a:cubicBezTo>
                    <a:pt x="115712" y="126859"/>
                    <a:pt x="115712" y="125397"/>
                    <a:pt x="115712" y="124666"/>
                  </a:cubicBezTo>
                  <a:cubicBezTo>
                    <a:pt x="115712" y="122840"/>
                    <a:pt x="114291" y="121013"/>
                    <a:pt x="113226" y="119552"/>
                  </a:cubicBezTo>
                  <a:lnTo>
                    <a:pt x="40396" y="11410"/>
                  </a:lnTo>
                  <a:lnTo>
                    <a:pt x="122463" y="11410"/>
                  </a:lnTo>
                  <a:cubicBezTo>
                    <a:pt x="182503" y="11410"/>
                    <a:pt x="200266" y="24563"/>
                    <a:pt x="207727" y="82287"/>
                  </a:cubicBezTo>
                  <a:lnTo>
                    <a:pt x="216608" y="82287"/>
                  </a:lnTo>
                  <a:lnTo>
                    <a:pt x="206661" y="85"/>
                  </a:lnTo>
                  <a:lnTo>
                    <a:pt x="9488" y="85"/>
                  </a:lnTo>
                  <a:cubicBezTo>
                    <a:pt x="961" y="85"/>
                    <a:pt x="251" y="85"/>
                    <a:pt x="251" y="8488"/>
                  </a:cubicBezTo>
                  <a:lnTo>
                    <a:pt x="88712" y="140742"/>
                  </a:lnTo>
                  <a:lnTo>
                    <a:pt x="4159" y="239749"/>
                  </a:lnTo>
                  <a:cubicBezTo>
                    <a:pt x="606" y="243768"/>
                    <a:pt x="606" y="244499"/>
                    <a:pt x="606" y="245595"/>
                  </a:cubicBezTo>
                  <a:cubicBezTo>
                    <a:pt x="606" y="249614"/>
                    <a:pt x="4159" y="249614"/>
                    <a:pt x="9488" y="249614"/>
                  </a:cubicBezTo>
                  <a:lnTo>
                    <a:pt x="206661" y="249614"/>
                  </a:lnTo>
                  <a:lnTo>
                    <a:pt x="216608" y="163393"/>
                  </a:lnTo>
                  <a:lnTo>
                    <a:pt x="207727" y="163393"/>
                  </a:lnTo>
                  <a:cubicBezTo>
                    <a:pt x="201332" y="224405"/>
                    <a:pt x="177174" y="234269"/>
                    <a:pt x="121397" y="234269"/>
                  </a:cubicBezTo>
                  <a:lnTo>
                    <a:pt x="23343" y="234269"/>
                  </a:lnTo>
                  <a:lnTo>
                    <a:pt x="112515" y="130512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DD8C39E4-2D46-663B-837C-2333A9F23577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1748096" y="5416705"/>
              <a:ext cx="109066" cy="232723"/>
            </a:xfrm>
            <a:custGeom>
              <a:avLst/>
              <a:gdLst>
                <a:gd name="connsiteX0" fmla="*/ 65272 w 109066"/>
                <a:gd name="connsiteY0" fmla="*/ 82652 h 232723"/>
                <a:gd name="connsiteX1" fmla="*/ 98667 w 109066"/>
                <a:gd name="connsiteY1" fmla="*/ 82652 h 232723"/>
                <a:gd name="connsiteX2" fmla="*/ 109325 w 109066"/>
                <a:gd name="connsiteY2" fmla="*/ 75345 h 232723"/>
                <a:gd name="connsiteX3" fmla="*/ 99377 w 109066"/>
                <a:gd name="connsiteY3" fmla="*/ 71326 h 232723"/>
                <a:gd name="connsiteX4" fmla="*/ 68114 w 109066"/>
                <a:gd name="connsiteY4" fmla="*/ 71326 h 232723"/>
                <a:gd name="connsiteX5" fmla="*/ 82680 w 109066"/>
                <a:gd name="connsiteY5" fmla="*/ 9949 h 232723"/>
                <a:gd name="connsiteX6" fmla="*/ 72377 w 109066"/>
                <a:gd name="connsiteY6" fmla="*/ 85 h 232723"/>
                <a:gd name="connsiteX7" fmla="*/ 58166 w 109066"/>
                <a:gd name="connsiteY7" fmla="*/ 13237 h 232723"/>
                <a:gd name="connsiteX8" fmla="*/ 44311 w 109066"/>
                <a:gd name="connsiteY8" fmla="*/ 71326 h 232723"/>
                <a:gd name="connsiteX9" fmla="*/ 10916 w 109066"/>
                <a:gd name="connsiteY9" fmla="*/ 71326 h 232723"/>
                <a:gd name="connsiteX10" fmla="*/ 258 w 109066"/>
                <a:gd name="connsiteY10" fmla="*/ 78268 h 232723"/>
                <a:gd name="connsiteX11" fmla="*/ 10205 w 109066"/>
                <a:gd name="connsiteY11" fmla="*/ 82652 h 232723"/>
                <a:gd name="connsiteX12" fmla="*/ 41469 w 109066"/>
                <a:gd name="connsiteY12" fmla="*/ 82652 h 232723"/>
                <a:gd name="connsiteX13" fmla="*/ 14469 w 109066"/>
                <a:gd name="connsiteY13" fmla="*/ 199196 h 232723"/>
                <a:gd name="connsiteX14" fmla="*/ 47153 w 109066"/>
                <a:gd name="connsiteY14" fmla="*/ 232808 h 232723"/>
                <a:gd name="connsiteX15" fmla="*/ 103641 w 109066"/>
                <a:gd name="connsiteY15" fmla="*/ 176545 h 232723"/>
                <a:gd name="connsiteX16" fmla="*/ 99377 w 109066"/>
                <a:gd name="connsiteY16" fmla="*/ 172892 h 232723"/>
                <a:gd name="connsiteX17" fmla="*/ 94048 w 109066"/>
                <a:gd name="connsiteY17" fmla="*/ 178006 h 232723"/>
                <a:gd name="connsiteX18" fmla="*/ 47864 w 109066"/>
                <a:gd name="connsiteY18" fmla="*/ 224770 h 232723"/>
                <a:gd name="connsiteX19" fmla="*/ 36850 w 109066"/>
                <a:gd name="connsiteY19" fmla="*/ 207965 h 232723"/>
                <a:gd name="connsiteX20" fmla="*/ 38982 w 109066"/>
                <a:gd name="connsiteY20" fmla="*/ 190428 h 232723"/>
                <a:gd name="connsiteX21" fmla="*/ 65272 w 109066"/>
                <a:gd name="connsiteY21" fmla="*/ 82652 h 23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066" h="232723">
                  <a:moveTo>
                    <a:pt x="65272" y="82652"/>
                  </a:moveTo>
                  <a:lnTo>
                    <a:pt x="98667" y="82652"/>
                  </a:lnTo>
                  <a:cubicBezTo>
                    <a:pt x="105772" y="82652"/>
                    <a:pt x="109325" y="82652"/>
                    <a:pt x="109325" y="75345"/>
                  </a:cubicBezTo>
                  <a:cubicBezTo>
                    <a:pt x="109325" y="71326"/>
                    <a:pt x="105772" y="71326"/>
                    <a:pt x="99377" y="71326"/>
                  </a:cubicBezTo>
                  <a:lnTo>
                    <a:pt x="68114" y="71326"/>
                  </a:lnTo>
                  <a:cubicBezTo>
                    <a:pt x="80904" y="19448"/>
                    <a:pt x="82680" y="12141"/>
                    <a:pt x="82680" y="9949"/>
                  </a:cubicBezTo>
                  <a:cubicBezTo>
                    <a:pt x="82680" y="3738"/>
                    <a:pt x="78417" y="85"/>
                    <a:pt x="72377" y="85"/>
                  </a:cubicBezTo>
                  <a:cubicBezTo>
                    <a:pt x="71311" y="85"/>
                    <a:pt x="61364" y="450"/>
                    <a:pt x="58166" y="13237"/>
                  </a:cubicBezTo>
                  <a:lnTo>
                    <a:pt x="44311" y="71326"/>
                  </a:lnTo>
                  <a:lnTo>
                    <a:pt x="10916" y="71326"/>
                  </a:lnTo>
                  <a:cubicBezTo>
                    <a:pt x="3811" y="71326"/>
                    <a:pt x="258" y="71326"/>
                    <a:pt x="258" y="78268"/>
                  </a:cubicBezTo>
                  <a:cubicBezTo>
                    <a:pt x="258" y="82652"/>
                    <a:pt x="3100" y="82652"/>
                    <a:pt x="10205" y="82652"/>
                  </a:cubicBezTo>
                  <a:lnTo>
                    <a:pt x="41469" y="82652"/>
                  </a:lnTo>
                  <a:cubicBezTo>
                    <a:pt x="15890" y="186409"/>
                    <a:pt x="14469" y="192620"/>
                    <a:pt x="14469" y="199196"/>
                  </a:cubicBezTo>
                  <a:cubicBezTo>
                    <a:pt x="14469" y="218925"/>
                    <a:pt x="27969" y="232808"/>
                    <a:pt x="47153" y="232808"/>
                  </a:cubicBezTo>
                  <a:cubicBezTo>
                    <a:pt x="83390" y="232808"/>
                    <a:pt x="103641" y="179468"/>
                    <a:pt x="103641" y="176545"/>
                  </a:cubicBezTo>
                  <a:cubicBezTo>
                    <a:pt x="103641" y="172892"/>
                    <a:pt x="100798" y="172892"/>
                    <a:pt x="99377" y="172892"/>
                  </a:cubicBezTo>
                  <a:cubicBezTo>
                    <a:pt x="96180" y="172892"/>
                    <a:pt x="95825" y="173988"/>
                    <a:pt x="94048" y="178006"/>
                  </a:cubicBezTo>
                  <a:cubicBezTo>
                    <a:pt x="78772" y="216002"/>
                    <a:pt x="59943" y="224770"/>
                    <a:pt x="47864" y="224770"/>
                  </a:cubicBezTo>
                  <a:cubicBezTo>
                    <a:pt x="40403" y="224770"/>
                    <a:pt x="36850" y="220021"/>
                    <a:pt x="36850" y="207965"/>
                  </a:cubicBezTo>
                  <a:cubicBezTo>
                    <a:pt x="36850" y="199196"/>
                    <a:pt x="37561" y="196639"/>
                    <a:pt x="38982" y="190428"/>
                  </a:cubicBezTo>
                  <a:lnTo>
                    <a:pt x="65272" y="82652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6156ECB-5DE3-FBF0-42BA-A944F49C5B69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9293366" y="6077247"/>
              <a:ext cx="138198" cy="165500"/>
            </a:xfrm>
            <a:custGeom>
              <a:avLst/>
              <a:gdLst>
                <a:gd name="connsiteX0" fmla="*/ 126309 w 138198"/>
                <a:gd name="connsiteY0" fmla="*/ 22752 h 165500"/>
                <a:gd name="connsiteX1" fmla="*/ 110677 w 138198"/>
                <a:gd name="connsiteY1" fmla="*/ 27867 h 165500"/>
                <a:gd name="connsiteX2" fmla="*/ 104282 w 138198"/>
                <a:gd name="connsiteY2" fmla="*/ 42115 h 165500"/>
                <a:gd name="connsiteX3" fmla="*/ 117427 w 138198"/>
                <a:gd name="connsiteY3" fmla="*/ 54902 h 165500"/>
                <a:gd name="connsiteX4" fmla="*/ 137322 w 138198"/>
                <a:gd name="connsiteY4" fmla="*/ 31520 h 165500"/>
                <a:gd name="connsiteX5" fmla="*/ 95400 w 138198"/>
                <a:gd name="connsiteY5" fmla="*/ 101 h 165500"/>
                <a:gd name="connsiteX6" fmla="*/ 189 w 138198"/>
                <a:gd name="connsiteY6" fmla="*/ 103858 h 165500"/>
                <a:gd name="connsiteX7" fmla="*/ 57742 w 138198"/>
                <a:gd name="connsiteY7" fmla="*/ 165601 h 165500"/>
                <a:gd name="connsiteX8" fmla="*/ 138388 w 138198"/>
                <a:gd name="connsiteY8" fmla="*/ 122491 h 165500"/>
                <a:gd name="connsiteX9" fmla="*/ 134125 w 138198"/>
                <a:gd name="connsiteY9" fmla="*/ 117741 h 165500"/>
                <a:gd name="connsiteX10" fmla="*/ 129506 w 138198"/>
                <a:gd name="connsiteY10" fmla="*/ 121395 h 165500"/>
                <a:gd name="connsiteX11" fmla="*/ 58453 w 138198"/>
                <a:gd name="connsiteY11" fmla="*/ 157563 h 165500"/>
                <a:gd name="connsiteX12" fmla="*/ 26479 w 138198"/>
                <a:gd name="connsiteY12" fmla="*/ 117741 h 165500"/>
                <a:gd name="connsiteX13" fmla="*/ 45663 w 138198"/>
                <a:gd name="connsiteY13" fmla="*/ 44673 h 165500"/>
                <a:gd name="connsiteX14" fmla="*/ 95756 w 138198"/>
                <a:gd name="connsiteY14" fmla="*/ 8138 h 165500"/>
                <a:gd name="connsiteX15" fmla="*/ 126309 w 138198"/>
                <a:gd name="connsiteY15" fmla="*/ 22752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198" h="165500">
                  <a:moveTo>
                    <a:pt x="126309" y="22752"/>
                  </a:moveTo>
                  <a:cubicBezTo>
                    <a:pt x="120624" y="22752"/>
                    <a:pt x="115651" y="22752"/>
                    <a:pt x="110677" y="27867"/>
                  </a:cubicBezTo>
                  <a:cubicBezTo>
                    <a:pt x="104993" y="33347"/>
                    <a:pt x="104282" y="39558"/>
                    <a:pt x="104282" y="42115"/>
                  </a:cubicBezTo>
                  <a:cubicBezTo>
                    <a:pt x="104282" y="50883"/>
                    <a:pt x="110677" y="54902"/>
                    <a:pt x="117427" y="54902"/>
                  </a:cubicBezTo>
                  <a:cubicBezTo>
                    <a:pt x="127730" y="54902"/>
                    <a:pt x="137322" y="46134"/>
                    <a:pt x="137322" y="31520"/>
                  </a:cubicBezTo>
                  <a:cubicBezTo>
                    <a:pt x="137322" y="13619"/>
                    <a:pt x="120624" y="101"/>
                    <a:pt x="95400" y="101"/>
                  </a:cubicBezTo>
                  <a:cubicBezTo>
                    <a:pt x="47439" y="101"/>
                    <a:pt x="189" y="52345"/>
                    <a:pt x="189" y="103858"/>
                  </a:cubicBezTo>
                  <a:cubicBezTo>
                    <a:pt x="189" y="136739"/>
                    <a:pt x="20794" y="165601"/>
                    <a:pt x="57742" y="165601"/>
                  </a:cubicBezTo>
                  <a:cubicBezTo>
                    <a:pt x="108545" y="165601"/>
                    <a:pt x="138388" y="126875"/>
                    <a:pt x="138388" y="122491"/>
                  </a:cubicBezTo>
                  <a:cubicBezTo>
                    <a:pt x="138388" y="120299"/>
                    <a:pt x="136256" y="117741"/>
                    <a:pt x="134125" y="117741"/>
                  </a:cubicBezTo>
                  <a:cubicBezTo>
                    <a:pt x="132348" y="117741"/>
                    <a:pt x="131638" y="118472"/>
                    <a:pt x="129506" y="121395"/>
                  </a:cubicBezTo>
                  <a:cubicBezTo>
                    <a:pt x="101440" y="157563"/>
                    <a:pt x="62716" y="157563"/>
                    <a:pt x="58453" y="157563"/>
                  </a:cubicBezTo>
                  <a:cubicBezTo>
                    <a:pt x="36071" y="157563"/>
                    <a:pt x="26479" y="139662"/>
                    <a:pt x="26479" y="117741"/>
                  </a:cubicBezTo>
                  <a:cubicBezTo>
                    <a:pt x="26479" y="102762"/>
                    <a:pt x="33584" y="67324"/>
                    <a:pt x="45663" y="44673"/>
                  </a:cubicBezTo>
                  <a:cubicBezTo>
                    <a:pt x="56676" y="23848"/>
                    <a:pt x="76216" y="8138"/>
                    <a:pt x="95756" y="8138"/>
                  </a:cubicBezTo>
                  <a:cubicBezTo>
                    <a:pt x="107835" y="8138"/>
                    <a:pt x="121335" y="12888"/>
                    <a:pt x="126309" y="22752"/>
                  </a:cubicBez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8D351AAB-693D-9658-421E-DFFF94254DFF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9445476" y="6123718"/>
              <a:ext cx="115390" cy="174925"/>
            </a:xfrm>
            <a:custGeom>
              <a:avLst/>
              <a:gdLst>
                <a:gd name="connsiteX0" fmla="*/ 115584 w 115390"/>
                <a:gd name="connsiteY0" fmla="*/ 88333 h 174925"/>
                <a:gd name="connsiteX1" fmla="*/ 100911 w 115390"/>
                <a:gd name="connsiteY1" fmla="*/ 22096 h 174925"/>
                <a:gd name="connsiteX2" fmla="*/ 57889 w 115390"/>
                <a:gd name="connsiteY2" fmla="*/ 102 h 174925"/>
                <a:gd name="connsiteX3" fmla="*/ 193 w 115390"/>
                <a:gd name="connsiteY3" fmla="*/ 88333 h 174925"/>
                <a:gd name="connsiteX4" fmla="*/ 57889 w 115390"/>
                <a:gd name="connsiteY4" fmla="*/ 175028 h 174925"/>
                <a:gd name="connsiteX5" fmla="*/ 115584 w 115390"/>
                <a:gd name="connsiteY5" fmla="*/ 88333 h 174925"/>
                <a:gd name="connsiteX6" fmla="*/ 57889 w 115390"/>
                <a:gd name="connsiteY6" fmla="*/ 167868 h 174925"/>
                <a:gd name="connsiteX7" fmla="*/ 26305 w 115390"/>
                <a:gd name="connsiteY7" fmla="*/ 139992 h 174925"/>
                <a:gd name="connsiteX8" fmla="*/ 22824 w 115390"/>
                <a:gd name="connsiteY8" fmla="*/ 85008 h 174925"/>
                <a:gd name="connsiteX9" fmla="*/ 26554 w 115390"/>
                <a:gd name="connsiteY9" fmla="*/ 32837 h 174925"/>
                <a:gd name="connsiteX10" fmla="*/ 57889 w 115390"/>
                <a:gd name="connsiteY10" fmla="*/ 7263 h 174925"/>
                <a:gd name="connsiteX11" fmla="*/ 88726 w 115390"/>
                <a:gd name="connsiteY11" fmla="*/ 30535 h 174925"/>
                <a:gd name="connsiteX12" fmla="*/ 92953 w 115390"/>
                <a:gd name="connsiteY12" fmla="*/ 85008 h 174925"/>
                <a:gd name="connsiteX13" fmla="*/ 89720 w 115390"/>
                <a:gd name="connsiteY13" fmla="*/ 138969 h 174925"/>
                <a:gd name="connsiteX14" fmla="*/ 57889 w 115390"/>
                <a:gd name="connsiteY14" fmla="*/ 167868 h 17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390" h="174925">
                  <a:moveTo>
                    <a:pt x="115584" y="88333"/>
                  </a:moveTo>
                  <a:cubicBezTo>
                    <a:pt x="115584" y="60201"/>
                    <a:pt x="112351" y="39998"/>
                    <a:pt x="100911" y="22096"/>
                  </a:cubicBezTo>
                  <a:cubicBezTo>
                    <a:pt x="93202" y="10332"/>
                    <a:pt x="77784" y="102"/>
                    <a:pt x="57889" y="102"/>
                  </a:cubicBezTo>
                  <a:cubicBezTo>
                    <a:pt x="193" y="102"/>
                    <a:pt x="193" y="69919"/>
                    <a:pt x="193" y="88333"/>
                  </a:cubicBezTo>
                  <a:cubicBezTo>
                    <a:pt x="193" y="106746"/>
                    <a:pt x="193" y="175028"/>
                    <a:pt x="57889" y="175028"/>
                  </a:cubicBezTo>
                  <a:cubicBezTo>
                    <a:pt x="115584" y="175028"/>
                    <a:pt x="115584" y="106746"/>
                    <a:pt x="115584" y="88333"/>
                  </a:cubicBezTo>
                  <a:close/>
                  <a:moveTo>
                    <a:pt x="57889" y="167868"/>
                  </a:moveTo>
                  <a:cubicBezTo>
                    <a:pt x="46449" y="167868"/>
                    <a:pt x="31279" y="160963"/>
                    <a:pt x="26305" y="139992"/>
                  </a:cubicBezTo>
                  <a:cubicBezTo>
                    <a:pt x="22824" y="124903"/>
                    <a:pt x="22824" y="103933"/>
                    <a:pt x="22824" y="85008"/>
                  </a:cubicBezTo>
                  <a:cubicBezTo>
                    <a:pt x="22824" y="66339"/>
                    <a:pt x="22824" y="46903"/>
                    <a:pt x="26554" y="32837"/>
                  </a:cubicBezTo>
                  <a:cubicBezTo>
                    <a:pt x="31777" y="12634"/>
                    <a:pt x="47692" y="7263"/>
                    <a:pt x="57889" y="7263"/>
                  </a:cubicBezTo>
                  <a:cubicBezTo>
                    <a:pt x="71318" y="7263"/>
                    <a:pt x="84249" y="15702"/>
                    <a:pt x="88726" y="30535"/>
                  </a:cubicBezTo>
                  <a:cubicBezTo>
                    <a:pt x="92705" y="44345"/>
                    <a:pt x="92953" y="62759"/>
                    <a:pt x="92953" y="85008"/>
                  </a:cubicBezTo>
                  <a:cubicBezTo>
                    <a:pt x="92953" y="103933"/>
                    <a:pt x="92953" y="122857"/>
                    <a:pt x="89720" y="138969"/>
                  </a:cubicBezTo>
                  <a:cubicBezTo>
                    <a:pt x="84747" y="162241"/>
                    <a:pt x="67836" y="167868"/>
                    <a:pt x="57889" y="167868"/>
                  </a:cubicBez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3F93D095-F70E-26E9-CFBA-3B1D6AC5A66E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9611816" y="5989199"/>
              <a:ext cx="216357" cy="249528"/>
            </a:xfrm>
            <a:custGeom>
              <a:avLst/>
              <a:gdLst>
                <a:gd name="connsiteX0" fmla="*/ 112462 w 216357"/>
                <a:gd name="connsiteY0" fmla="*/ 130528 h 249528"/>
                <a:gd name="connsiteX1" fmla="*/ 115659 w 216357"/>
                <a:gd name="connsiteY1" fmla="*/ 124683 h 249528"/>
                <a:gd name="connsiteX2" fmla="*/ 113173 w 216357"/>
                <a:gd name="connsiteY2" fmla="*/ 119568 h 249528"/>
                <a:gd name="connsiteX3" fmla="*/ 40343 w 216357"/>
                <a:gd name="connsiteY3" fmla="*/ 11426 h 249528"/>
                <a:gd name="connsiteX4" fmla="*/ 122409 w 216357"/>
                <a:gd name="connsiteY4" fmla="*/ 11426 h 249528"/>
                <a:gd name="connsiteX5" fmla="*/ 207673 w 216357"/>
                <a:gd name="connsiteY5" fmla="*/ 82303 h 249528"/>
                <a:gd name="connsiteX6" fmla="*/ 216555 w 216357"/>
                <a:gd name="connsiteY6" fmla="*/ 82303 h 249528"/>
                <a:gd name="connsiteX7" fmla="*/ 206608 w 216357"/>
                <a:gd name="connsiteY7" fmla="*/ 101 h 249528"/>
                <a:gd name="connsiteX8" fmla="*/ 9435 w 216357"/>
                <a:gd name="connsiteY8" fmla="*/ 101 h 249528"/>
                <a:gd name="connsiteX9" fmla="*/ 198 w 216357"/>
                <a:gd name="connsiteY9" fmla="*/ 8504 h 249528"/>
                <a:gd name="connsiteX10" fmla="*/ 88659 w 216357"/>
                <a:gd name="connsiteY10" fmla="*/ 140758 h 249528"/>
                <a:gd name="connsiteX11" fmla="*/ 4106 w 216357"/>
                <a:gd name="connsiteY11" fmla="*/ 239766 h 249528"/>
                <a:gd name="connsiteX12" fmla="*/ 553 w 216357"/>
                <a:gd name="connsiteY12" fmla="*/ 245611 h 249528"/>
                <a:gd name="connsiteX13" fmla="*/ 9435 w 216357"/>
                <a:gd name="connsiteY13" fmla="*/ 249630 h 249528"/>
                <a:gd name="connsiteX14" fmla="*/ 206608 w 216357"/>
                <a:gd name="connsiteY14" fmla="*/ 249630 h 249528"/>
                <a:gd name="connsiteX15" fmla="*/ 216555 w 216357"/>
                <a:gd name="connsiteY15" fmla="*/ 163409 h 249528"/>
                <a:gd name="connsiteX16" fmla="*/ 207673 w 216357"/>
                <a:gd name="connsiteY16" fmla="*/ 163409 h 249528"/>
                <a:gd name="connsiteX17" fmla="*/ 121344 w 216357"/>
                <a:gd name="connsiteY17" fmla="*/ 234285 h 249528"/>
                <a:gd name="connsiteX18" fmla="*/ 23290 w 216357"/>
                <a:gd name="connsiteY18" fmla="*/ 234285 h 249528"/>
                <a:gd name="connsiteX19" fmla="*/ 112462 w 216357"/>
                <a:gd name="connsiteY19" fmla="*/ 130528 h 24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6357" h="249528">
                  <a:moveTo>
                    <a:pt x="112462" y="130528"/>
                  </a:moveTo>
                  <a:cubicBezTo>
                    <a:pt x="115659" y="126875"/>
                    <a:pt x="115659" y="125413"/>
                    <a:pt x="115659" y="124683"/>
                  </a:cubicBezTo>
                  <a:cubicBezTo>
                    <a:pt x="115659" y="122856"/>
                    <a:pt x="114238" y="121029"/>
                    <a:pt x="113173" y="119568"/>
                  </a:cubicBezTo>
                  <a:lnTo>
                    <a:pt x="40343" y="11426"/>
                  </a:lnTo>
                  <a:lnTo>
                    <a:pt x="122409" y="11426"/>
                  </a:lnTo>
                  <a:cubicBezTo>
                    <a:pt x="182450" y="11426"/>
                    <a:pt x="200213" y="24579"/>
                    <a:pt x="207673" y="82303"/>
                  </a:cubicBezTo>
                  <a:lnTo>
                    <a:pt x="216555" y="82303"/>
                  </a:lnTo>
                  <a:lnTo>
                    <a:pt x="206608" y="101"/>
                  </a:lnTo>
                  <a:lnTo>
                    <a:pt x="9435" y="101"/>
                  </a:lnTo>
                  <a:cubicBezTo>
                    <a:pt x="908" y="101"/>
                    <a:pt x="198" y="101"/>
                    <a:pt x="198" y="8504"/>
                  </a:cubicBezTo>
                  <a:lnTo>
                    <a:pt x="88659" y="140758"/>
                  </a:lnTo>
                  <a:lnTo>
                    <a:pt x="4106" y="239766"/>
                  </a:lnTo>
                  <a:cubicBezTo>
                    <a:pt x="553" y="243784"/>
                    <a:pt x="553" y="244515"/>
                    <a:pt x="553" y="245611"/>
                  </a:cubicBezTo>
                  <a:cubicBezTo>
                    <a:pt x="553" y="249630"/>
                    <a:pt x="4106" y="249630"/>
                    <a:pt x="9435" y="249630"/>
                  </a:cubicBezTo>
                  <a:lnTo>
                    <a:pt x="206608" y="249630"/>
                  </a:lnTo>
                  <a:lnTo>
                    <a:pt x="216555" y="163409"/>
                  </a:lnTo>
                  <a:lnTo>
                    <a:pt x="207673" y="163409"/>
                  </a:lnTo>
                  <a:cubicBezTo>
                    <a:pt x="201279" y="224421"/>
                    <a:pt x="177121" y="234285"/>
                    <a:pt x="121344" y="234285"/>
                  </a:cubicBezTo>
                  <a:lnTo>
                    <a:pt x="23290" y="234285"/>
                  </a:lnTo>
                  <a:lnTo>
                    <a:pt x="112462" y="130528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D86D5CF9-0B42-5971-BC42-FE76D57F0741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9866977" y="6077247"/>
              <a:ext cx="130738" cy="165500"/>
            </a:xfrm>
            <a:custGeom>
              <a:avLst/>
              <a:gdLst>
                <a:gd name="connsiteX0" fmla="*/ 120640 w 130738"/>
                <a:gd name="connsiteY0" fmla="*/ 24944 h 165500"/>
                <a:gd name="connsiteX1" fmla="*/ 103588 w 130738"/>
                <a:gd name="connsiteY1" fmla="*/ 41385 h 165500"/>
                <a:gd name="connsiteX2" fmla="*/ 114601 w 130738"/>
                <a:gd name="connsiteY2" fmla="*/ 51980 h 165500"/>
                <a:gd name="connsiteX3" fmla="*/ 130943 w 130738"/>
                <a:gd name="connsiteY3" fmla="*/ 31520 h 165500"/>
                <a:gd name="connsiteX4" fmla="*/ 88666 w 130738"/>
                <a:gd name="connsiteY4" fmla="*/ 101 h 165500"/>
                <a:gd name="connsiteX5" fmla="*/ 28626 w 130738"/>
                <a:gd name="connsiteY5" fmla="*/ 53441 h 165500"/>
                <a:gd name="connsiteX6" fmla="*/ 65219 w 130738"/>
                <a:gd name="connsiteY6" fmla="*/ 89610 h 165500"/>
                <a:gd name="connsiteX7" fmla="*/ 102166 w 130738"/>
                <a:gd name="connsiteY7" fmla="*/ 117376 h 165500"/>
                <a:gd name="connsiteX8" fmla="*/ 51363 w 130738"/>
                <a:gd name="connsiteY8" fmla="*/ 157563 h 165500"/>
                <a:gd name="connsiteX9" fmla="*/ 10863 w 130738"/>
                <a:gd name="connsiteY9" fmla="*/ 138200 h 165500"/>
                <a:gd name="connsiteX10" fmla="*/ 33245 w 130738"/>
                <a:gd name="connsiteY10" fmla="*/ 118837 h 165500"/>
                <a:gd name="connsiteX11" fmla="*/ 20100 w 130738"/>
                <a:gd name="connsiteY11" fmla="*/ 106050 h 165500"/>
                <a:gd name="connsiteX12" fmla="*/ 205 w 130738"/>
                <a:gd name="connsiteY12" fmla="*/ 130163 h 165500"/>
                <a:gd name="connsiteX13" fmla="*/ 51008 w 130738"/>
                <a:gd name="connsiteY13" fmla="*/ 165601 h 165500"/>
                <a:gd name="connsiteX14" fmla="*/ 122417 w 130738"/>
                <a:gd name="connsiteY14" fmla="*/ 104954 h 165500"/>
                <a:gd name="connsiteX15" fmla="*/ 111403 w 130738"/>
                <a:gd name="connsiteY15" fmla="*/ 78284 h 165500"/>
                <a:gd name="connsiteX16" fmla="*/ 75877 w 130738"/>
                <a:gd name="connsiteY16" fmla="*/ 62940 h 165500"/>
                <a:gd name="connsiteX17" fmla="*/ 48876 w 130738"/>
                <a:gd name="connsiteY17" fmla="*/ 41019 h 165500"/>
                <a:gd name="connsiteX18" fmla="*/ 88666 w 130738"/>
                <a:gd name="connsiteY18" fmla="*/ 8138 h 165500"/>
                <a:gd name="connsiteX19" fmla="*/ 120640 w 130738"/>
                <a:gd name="connsiteY19" fmla="*/ 24944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738" h="165500">
                  <a:moveTo>
                    <a:pt x="120640" y="24944"/>
                  </a:moveTo>
                  <a:cubicBezTo>
                    <a:pt x="110693" y="25309"/>
                    <a:pt x="103588" y="33347"/>
                    <a:pt x="103588" y="41385"/>
                  </a:cubicBezTo>
                  <a:cubicBezTo>
                    <a:pt x="103588" y="46499"/>
                    <a:pt x="106785" y="51980"/>
                    <a:pt x="114601" y="51980"/>
                  </a:cubicBezTo>
                  <a:cubicBezTo>
                    <a:pt x="122417" y="51980"/>
                    <a:pt x="130943" y="45769"/>
                    <a:pt x="130943" y="31520"/>
                  </a:cubicBezTo>
                  <a:cubicBezTo>
                    <a:pt x="130943" y="15080"/>
                    <a:pt x="115667" y="101"/>
                    <a:pt x="88666" y="101"/>
                  </a:cubicBezTo>
                  <a:cubicBezTo>
                    <a:pt x="41771" y="101"/>
                    <a:pt x="28626" y="37366"/>
                    <a:pt x="28626" y="53441"/>
                  </a:cubicBezTo>
                  <a:cubicBezTo>
                    <a:pt x="28626" y="81938"/>
                    <a:pt x="54916" y="87418"/>
                    <a:pt x="65219" y="89610"/>
                  </a:cubicBezTo>
                  <a:cubicBezTo>
                    <a:pt x="83693" y="93263"/>
                    <a:pt x="102166" y="97282"/>
                    <a:pt x="102166" y="117376"/>
                  </a:cubicBezTo>
                  <a:cubicBezTo>
                    <a:pt x="102166" y="126875"/>
                    <a:pt x="93995" y="157563"/>
                    <a:pt x="51363" y="157563"/>
                  </a:cubicBezTo>
                  <a:cubicBezTo>
                    <a:pt x="46390" y="157563"/>
                    <a:pt x="19034" y="157563"/>
                    <a:pt x="10863" y="138200"/>
                  </a:cubicBezTo>
                  <a:cubicBezTo>
                    <a:pt x="24363" y="140027"/>
                    <a:pt x="33245" y="129067"/>
                    <a:pt x="33245" y="118837"/>
                  </a:cubicBezTo>
                  <a:cubicBezTo>
                    <a:pt x="33245" y="110434"/>
                    <a:pt x="27561" y="106050"/>
                    <a:pt x="20100" y="106050"/>
                  </a:cubicBezTo>
                  <a:cubicBezTo>
                    <a:pt x="10863" y="106050"/>
                    <a:pt x="205" y="113722"/>
                    <a:pt x="205" y="130163"/>
                  </a:cubicBezTo>
                  <a:cubicBezTo>
                    <a:pt x="205" y="150987"/>
                    <a:pt x="20455" y="165601"/>
                    <a:pt x="51008" y="165601"/>
                  </a:cubicBezTo>
                  <a:cubicBezTo>
                    <a:pt x="108561" y="165601"/>
                    <a:pt x="122417" y="121395"/>
                    <a:pt x="122417" y="104954"/>
                  </a:cubicBezTo>
                  <a:cubicBezTo>
                    <a:pt x="122417" y="91802"/>
                    <a:pt x="115667" y="82668"/>
                    <a:pt x="111403" y="78284"/>
                  </a:cubicBezTo>
                  <a:cubicBezTo>
                    <a:pt x="101811" y="68055"/>
                    <a:pt x="91508" y="66228"/>
                    <a:pt x="75877" y="62940"/>
                  </a:cubicBezTo>
                  <a:cubicBezTo>
                    <a:pt x="63087" y="60017"/>
                    <a:pt x="48876" y="57460"/>
                    <a:pt x="48876" y="41019"/>
                  </a:cubicBezTo>
                  <a:cubicBezTo>
                    <a:pt x="48876" y="30424"/>
                    <a:pt x="57403" y="8138"/>
                    <a:pt x="88666" y="8138"/>
                  </a:cubicBezTo>
                  <a:cubicBezTo>
                    <a:pt x="97548" y="8138"/>
                    <a:pt x="115311" y="10696"/>
                    <a:pt x="120640" y="24944"/>
                  </a:cubicBez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100D7E6B-87BB-599C-A5AB-42CC399773D4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0113876" y="6025733"/>
              <a:ext cx="236252" cy="243318"/>
            </a:xfrm>
            <a:custGeom>
              <a:avLst/>
              <a:gdLst>
                <a:gd name="connsiteX0" fmla="*/ 125621 w 236252"/>
                <a:gd name="connsiteY0" fmla="*/ 129067 h 243318"/>
                <a:gd name="connsiteX1" fmla="*/ 224740 w 236252"/>
                <a:gd name="connsiteY1" fmla="*/ 129067 h 243318"/>
                <a:gd name="connsiteX2" fmla="*/ 236464 w 236252"/>
                <a:gd name="connsiteY2" fmla="*/ 121760 h 243318"/>
                <a:gd name="connsiteX3" fmla="*/ 224740 w 236252"/>
                <a:gd name="connsiteY3" fmla="*/ 114453 h 243318"/>
                <a:gd name="connsiteX4" fmla="*/ 125621 w 236252"/>
                <a:gd name="connsiteY4" fmla="*/ 114453 h 243318"/>
                <a:gd name="connsiteX5" fmla="*/ 125621 w 236252"/>
                <a:gd name="connsiteY5" fmla="*/ 12157 h 243318"/>
                <a:gd name="connsiteX6" fmla="*/ 118516 w 236252"/>
                <a:gd name="connsiteY6" fmla="*/ 101 h 243318"/>
                <a:gd name="connsiteX7" fmla="*/ 111410 w 236252"/>
                <a:gd name="connsiteY7" fmla="*/ 12157 h 243318"/>
                <a:gd name="connsiteX8" fmla="*/ 111410 w 236252"/>
                <a:gd name="connsiteY8" fmla="*/ 114453 h 243318"/>
                <a:gd name="connsiteX9" fmla="*/ 11936 w 236252"/>
                <a:gd name="connsiteY9" fmla="*/ 114453 h 243318"/>
                <a:gd name="connsiteX10" fmla="*/ 212 w 236252"/>
                <a:gd name="connsiteY10" fmla="*/ 121760 h 243318"/>
                <a:gd name="connsiteX11" fmla="*/ 11936 w 236252"/>
                <a:gd name="connsiteY11" fmla="*/ 129067 h 243318"/>
                <a:gd name="connsiteX12" fmla="*/ 111410 w 236252"/>
                <a:gd name="connsiteY12" fmla="*/ 129067 h 243318"/>
                <a:gd name="connsiteX13" fmla="*/ 111410 w 236252"/>
                <a:gd name="connsiteY13" fmla="*/ 231363 h 243318"/>
                <a:gd name="connsiteX14" fmla="*/ 118516 w 236252"/>
                <a:gd name="connsiteY14" fmla="*/ 243419 h 243318"/>
                <a:gd name="connsiteX15" fmla="*/ 125621 w 236252"/>
                <a:gd name="connsiteY15" fmla="*/ 231363 h 243318"/>
                <a:gd name="connsiteX16" fmla="*/ 125621 w 236252"/>
                <a:gd name="connsiteY16" fmla="*/ 129067 h 24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6252" h="243318">
                  <a:moveTo>
                    <a:pt x="125621" y="129067"/>
                  </a:moveTo>
                  <a:lnTo>
                    <a:pt x="224740" y="129067"/>
                  </a:lnTo>
                  <a:cubicBezTo>
                    <a:pt x="229714" y="129067"/>
                    <a:pt x="236464" y="129067"/>
                    <a:pt x="236464" y="121760"/>
                  </a:cubicBezTo>
                  <a:cubicBezTo>
                    <a:pt x="236464" y="114453"/>
                    <a:pt x="229714" y="114453"/>
                    <a:pt x="224740" y="114453"/>
                  </a:cubicBezTo>
                  <a:lnTo>
                    <a:pt x="125621" y="114453"/>
                  </a:lnTo>
                  <a:lnTo>
                    <a:pt x="125621" y="12157"/>
                  </a:lnTo>
                  <a:cubicBezTo>
                    <a:pt x="125621" y="7042"/>
                    <a:pt x="125621" y="101"/>
                    <a:pt x="118516" y="101"/>
                  </a:cubicBezTo>
                  <a:cubicBezTo>
                    <a:pt x="111410" y="101"/>
                    <a:pt x="111410" y="7042"/>
                    <a:pt x="111410" y="12157"/>
                  </a:cubicBezTo>
                  <a:lnTo>
                    <a:pt x="111410" y="114453"/>
                  </a:lnTo>
                  <a:lnTo>
                    <a:pt x="11936" y="114453"/>
                  </a:lnTo>
                  <a:cubicBezTo>
                    <a:pt x="6962" y="114453"/>
                    <a:pt x="212" y="114453"/>
                    <a:pt x="212" y="121760"/>
                  </a:cubicBezTo>
                  <a:cubicBezTo>
                    <a:pt x="212" y="129067"/>
                    <a:pt x="6962" y="129067"/>
                    <a:pt x="11936" y="129067"/>
                  </a:cubicBezTo>
                  <a:lnTo>
                    <a:pt x="111410" y="129067"/>
                  </a:lnTo>
                  <a:lnTo>
                    <a:pt x="111410" y="231363"/>
                  </a:lnTo>
                  <a:cubicBezTo>
                    <a:pt x="111410" y="236477"/>
                    <a:pt x="111410" y="243419"/>
                    <a:pt x="118516" y="243419"/>
                  </a:cubicBezTo>
                  <a:cubicBezTo>
                    <a:pt x="125621" y="243419"/>
                    <a:pt x="125621" y="236477"/>
                    <a:pt x="125621" y="231363"/>
                  </a:cubicBezTo>
                  <a:lnTo>
                    <a:pt x="125621" y="129067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C0396E8F-1D21-5406-3C56-AAA6218360F0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0463457" y="6077247"/>
              <a:ext cx="162712" cy="165500"/>
            </a:xfrm>
            <a:custGeom>
              <a:avLst/>
              <a:gdLst>
                <a:gd name="connsiteX0" fmla="*/ 118526 w 162712"/>
                <a:gd name="connsiteY0" fmla="*/ 23483 h 165500"/>
                <a:gd name="connsiteX1" fmla="*/ 85841 w 162712"/>
                <a:gd name="connsiteY1" fmla="*/ 101 h 165500"/>
                <a:gd name="connsiteX2" fmla="*/ 222 w 162712"/>
                <a:gd name="connsiteY2" fmla="*/ 107146 h 165500"/>
                <a:gd name="connsiteX3" fmla="*/ 47472 w 162712"/>
                <a:gd name="connsiteY3" fmla="*/ 165601 h 165500"/>
                <a:gd name="connsiteX4" fmla="*/ 93657 w 162712"/>
                <a:gd name="connsiteY4" fmla="*/ 138200 h 165500"/>
                <a:gd name="connsiteX5" fmla="*/ 125986 w 162712"/>
                <a:gd name="connsiteY5" fmla="*/ 165601 h 165500"/>
                <a:gd name="connsiteX6" fmla="*/ 152276 w 162712"/>
                <a:gd name="connsiteY6" fmla="*/ 145507 h 165500"/>
                <a:gd name="connsiteX7" fmla="*/ 162934 w 162712"/>
                <a:gd name="connsiteY7" fmla="*/ 109338 h 165500"/>
                <a:gd name="connsiteX8" fmla="*/ 158671 w 162712"/>
                <a:gd name="connsiteY8" fmla="*/ 105685 h 165500"/>
                <a:gd name="connsiteX9" fmla="*/ 153697 w 162712"/>
                <a:gd name="connsiteY9" fmla="*/ 112261 h 165500"/>
                <a:gd name="connsiteX10" fmla="*/ 126697 w 162712"/>
                <a:gd name="connsiteY10" fmla="*/ 157563 h 165500"/>
                <a:gd name="connsiteX11" fmla="*/ 116039 w 162712"/>
                <a:gd name="connsiteY11" fmla="*/ 140758 h 165500"/>
                <a:gd name="connsiteX12" fmla="*/ 120657 w 162712"/>
                <a:gd name="connsiteY12" fmla="*/ 113722 h 165500"/>
                <a:gd name="connsiteX13" fmla="*/ 128473 w 162712"/>
                <a:gd name="connsiteY13" fmla="*/ 80842 h 165500"/>
                <a:gd name="connsiteX14" fmla="*/ 141263 w 162712"/>
                <a:gd name="connsiteY14" fmla="*/ 29694 h 165500"/>
                <a:gd name="connsiteX15" fmla="*/ 143749 w 162712"/>
                <a:gd name="connsiteY15" fmla="*/ 17272 h 165500"/>
                <a:gd name="connsiteX16" fmla="*/ 133447 w 162712"/>
                <a:gd name="connsiteY16" fmla="*/ 7408 h 165500"/>
                <a:gd name="connsiteX17" fmla="*/ 118526 w 162712"/>
                <a:gd name="connsiteY17" fmla="*/ 23483 h 165500"/>
                <a:gd name="connsiteX18" fmla="*/ 95433 w 162712"/>
                <a:gd name="connsiteY18" fmla="*/ 118106 h 165500"/>
                <a:gd name="connsiteX19" fmla="*/ 88328 w 162712"/>
                <a:gd name="connsiteY19" fmla="*/ 131624 h 165500"/>
                <a:gd name="connsiteX20" fmla="*/ 48183 w 162712"/>
                <a:gd name="connsiteY20" fmla="*/ 157563 h 165500"/>
                <a:gd name="connsiteX21" fmla="*/ 25446 w 162712"/>
                <a:gd name="connsiteY21" fmla="*/ 123221 h 165500"/>
                <a:gd name="connsiteX22" fmla="*/ 44985 w 162712"/>
                <a:gd name="connsiteY22" fmla="*/ 43211 h 165500"/>
                <a:gd name="connsiteX23" fmla="*/ 86196 w 162712"/>
                <a:gd name="connsiteY23" fmla="*/ 8138 h 165500"/>
                <a:gd name="connsiteX24" fmla="*/ 114262 w 162712"/>
                <a:gd name="connsiteY24" fmla="*/ 40289 h 165500"/>
                <a:gd name="connsiteX25" fmla="*/ 113197 w 162712"/>
                <a:gd name="connsiteY25" fmla="*/ 46499 h 165500"/>
                <a:gd name="connsiteX26" fmla="*/ 95433 w 162712"/>
                <a:gd name="connsiteY26" fmla="*/ 118106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712" h="165500">
                  <a:moveTo>
                    <a:pt x="118526" y="23483"/>
                  </a:moveTo>
                  <a:cubicBezTo>
                    <a:pt x="112131" y="9965"/>
                    <a:pt x="101828" y="101"/>
                    <a:pt x="85841" y="101"/>
                  </a:cubicBezTo>
                  <a:cubicBezTo>
                    <a:pt x="44275" y="101"/>
                    <a:pt x="222" y="53806"/>
                    <a:pt x="222" y="107146"/>
                  </a:cubicBezTo>
                  <a:cubicBezTo>
                    <a:pt x="222" y="141488"/>
                    <a:pt x="19761" y="165601"/>
                    <a:pt x="47472" y="165601"/>
                  </a:cubicBezTo>
                  <a:cubicBezTo>
                    <a:pt x="54578" y="165601"/>
                    <a:pt x="72341" y="164140"/>
                    <a:pt x="93657" y="138200"/>
                  </a:cubicBezTo>
                  <a:cubicBezTo>
                    <a:pt x="96499" y="153545"/>
                    <a:pt x="108933" y="165601"/>
                    <a:pt x="125986" y="165601"/>
                  </a:cubicBezTo>
                  <a:cubicBezTo>
                    <a:pt x="138421" y="165601"/>
                    <a:pt x="146592" y="157198"/>
                    <a:pt x="152276" y="145507"/>
                  </a:cubicBezTo>
                  <a:cubicBezTo>
                    <a:pt x="158315" y="132355"/>
                    <a:pt x="162934" y="110069"/>
                    <a:pt x="162934" y="109338"/>
                  </a:cubicBezTo>
                  <a:cubicBezTo>
                    <a:pt x="162934" y="105685"/>
                    <a:pt x="159736" y="105685"/>
                    <a:pt x="158671" y="105685"/>
                  </a:cubicBezTo>
                  <a:cubicBezTo>
                    <a:pt x="155118" y="105685"/>
                    <a:pt x="154763" y="107146"/>
                    <a:pt x="153697" y="112261"/>
                  </a:cubicBezTo>
                  <a:cubicBezTo>
                    <a:pt x="147657" y="136008"/>
                    <a:pt x="141263" y="157563"/>
                    <a:pt x="126697" y="157563"/>
                  </a:cubicBezTo>
                  <a:cubicBezTo>
                    <a:pt x="117104" y="157563"/>
                    <a:pt x="116039" y="148065"/>
                    <a:pt x="116039" y="140758"/>
                  </a:cubicBezTo>
                  <a:cubicBezTo>
                    <a:pt x="116039" y="132720"/>
                    <a:pt x="116749" y="129797"/>
                    <a:pt x="120657" y="113722"/>
                  </a:cubicBezTo>
                  <a:cubicBezTo>
                    <a:pt x="124565" y="98378"/>
                    <a:pt x="125276" y="94725"/>
                    <a:pt x="128473" y="80842"/>
                  </a:cubicBezTo>
                  <a:lnTo>
                    <a:pt x="141263" y="29694"/>
                  </a:lnTo>
                  <a:cubicBezTo>
                    <a:pt x="143749" y="19464"/>
                    <a:pt x="143749" y="18733"/>
                    <a:pt x="143749" y="17272"/>
                  </a:cubicBezTo>
                  <a:cubicBezTo>
                    <a:pt x="143749" y="11061"/>
                    <a:pt x="139486" y="7408"/>
                    <a:pt x="133447" y="7408"/>
                  </a:cubicBezTo>
                  <a:cubicBezTo>
                    <a:pt x="124920" y="7408"/>
                    <a:pt x="119591" y="15445"/>
                    <a:pt x="118526" y="23483"/>
                  </a:cubicBezTo>
                  <a:close/>
                  <a:moveTo>
                    <a:pt x="95433" y="118106"/>
                  </a:moveTo>
                  <a:cubicBezTo>
                    <a:pt x="93657" y="124683"/>
                    <a:pt x="93657" y="125413"/>
                    <a:pt x="88328" y="131624"/>
                  </a:cubicBezTo>
                  <a:cubicBezTo>
                    <a:pt x="72696" y="151718"/>
                    <a:pt x="58130" y="157563"/>
                    <a:pt x="48183" y="157563"/>
                  </a:cubicBezTo>
                  <a:cubicBezTo>
                    <a:pt x="30419" y="157563"/>
                    <a:pt x="25446" y="137470"/>
                    <a:pt x="25446" y="123221"/>
                  </a:cubicBezTo>
                  <a:cubicBezTo>
                    <a:pt x="25446" y="104954"/>
                    <a:pt x="36814" y="60017"/>
                    <a:pt x="44985" y="43211"/>
                  </a:cubicBezTo>
                  <a:cubicBezTo>
                    <a:pt x="55999" y="21656"/>
                    <a:pt x="71986" y="8138"/>
                    <a:pt x="86196" y="8138"/>
                  </a:cubicBezTo>
                  <a:cubicBezTo>
                    <a:pt x="109289" y="8138"/>
                    <a:pt x="114262" y="38097"/>
                    <a:pt x="114262" y="40289"/>
                  </a:cubicBezTo>
                  <a:cubicBezTo>
                    <a:pt x="114262" y="42481"/>
                    <a:pt x="113552" y="44673"/>
                    <a:pt x="113197" y="46499"/>
                  </a:cubicBezTo>
                  <a:lnTo>
                    <a:pt x="95433" y="118106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755E4ACC-1C37-3A06-8DBC-E776D9703044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0664144" y="6123718"/>
              <a:ext cx="90521" cy="169811"/>
            </a:xfrm>
            <a:custGeom>
              <a:avLst/>
              <a:gdLst>
                <a:gd name="connsiteX0" fmla="*/ 56430 w 90521"/>
                <a:gd name="connsiteY0" fmla="*/ 7263 h 169811"/>
                <a:gd name="connsiteX1" fmla="*/ 48970 w 90521"/>
                <a:gd name="connsiteY1" fmla="*/ 102 h 169811"/>
                <a:gd name="connsiteX2" fmla="*/ 227 w 90521"/>
                <a:gd name="connsiteY2" fmla="*/ 16470 h 169811"/>
                <a:gd name="connsiteX3" fmla="*/ 227 w 90521"/>
                <a:gd name="connsiteY3" fmla="*/ 25676 h 169811"/>
                <a:gd name="connsiteX4" fmla="*/ 36287 w 90521"/>
                <a:gd name="connsiteY4" fmla="*/ 18516 h 169811"/>
                <a:gd name="connsiteX5" fmla="*/ 36287 w 90521"/>
                <a:gd name="connsiteY5" fmla="*/ 148943 h 169811"/>
                <a:gd name="connsiteX6" fmla="*/ 11418 w 90521"/>
                <a:gd name="connsiteY6" fmla="*/ 160707 h 169811"/>
                <a:gd name="connsiteX7" fmla="*/ 1968 w 90521"/>
                <a:gd name="connsiteY7" fmla="*/ 160707 h 169811"/>
                <a:gd name="connsiteX8" fmla="*/ 1968 w 90521"/>
                <a:gd name="connsiteY8" fmla="*/ 169914 h 169811"/>
                <a:gd name="connsiteX9" fmla="*/ 46234 w 90521"/>
                <a:gd name="connsiteY9" fmla="*/ 168891 h 169811"/>
                <a:gd name="connsiteX10" fmla="*/ 90749 w 90521"/>
                <a:gd name="connsiteY10" fmla="*/ 169914 h 169811"/>
                <a:gd name="connsiteX11" fmla="*/ 90749 w 90521"/>
                <a:gd name="connsiteY11" fmla="*/ 160707 h 169811"/>
                <a:gd name="connsiteX12" fmla="*/ 81299 w 90521"/>
                <a:gd name="connsiteY12" fmla="*/ 160707 h 169811"/>
                <a:gd name="connsiteX13" fmla="*/ 56430 w 90521"/>
                <a:gd name="connsiteY13" fmla="*/ 148943 h 169811"/>
                <a:gd name="connsiteX14" fmla="*/ 56430 w 90521"/>
                <a:gd name="connsiteY14" fmla="*/ 7263 h 169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21" h="169811">
                  <a:moveTo>
                    <a:pt x="56430" y="7263"/>
                  </a:moveTo>
                  <a:cubicBezTo>
                    <a:pt x="56430" y="358"/>
                    <a:pt x="55933" y="102"/>
                    <a:pt x="48970" y="102"/>
                  </a:cubicBezTo>
                  <a:cubicBezTo>
                    <a:pt x="33054" y="16214"/>
                    <a:pt x="10423" y="16470"/>
                    <a:pt x="227" y="16470"/>
                  </a:cubicBezTo>
                  <a:lnTo>
                    <a:pt x="227" y="25676"/>
                  </a:lnTo>
                  <a:cubicBezTo>
                    <a:pt x="6196" y="25676"/>
                    <a:pt x="22609" y="25676"/>
                    <a:pt x="36287" y="18516"/>
                  </a:cubicBezTo>
                  <a:lnTo>
                    <a:pt x="36287" y="148943"/>
                  </a:lnTo>
                  <a:cubicBezTo>
                    <a:pt x="36287" y="157382"/>
                    <a:pt x="36287" y="160707"/>
                    <a:pt x="11418" y="160707"/>
                  </a:cubicBezTo>
                  <a:lnTo>
                    <a:pt x="1968" y="160707"/>
                  </a:lnTo>
                  <a:lnTo>
                    <a:pt x="1968" y="169914"/>
                  </a:lnTo>
                  <a:cubicBezTo>
                    <a:pt x="6444" y="169658"/>
                    <a:pt x="37033" y="168891"/>
                    <a:pt x="46234" y="168891"/>
                  </a:cubicBezTo>
                  <a:cubicBezTo>
                    <a:pt x="53943" y="168891"/>
                    <a:pt x="85278" y="169658"/>
                    <a:pt x="90749" y="169914"/>
                  </a:cubicBezTo>
                  <a:lnTo>
                    <a:pt x="90749" y="160707"/>
                  </a:lnTo>
                  <a:lnTo>
                    <a:pt x="81299" y="160707"/>
                  </a:lnTo>
                  <a:cubicBezTo>
                    <a:pt x="56430" y="160707"/>
                    <a:pt x="56430" y="157382"/>
                    <a:pt x="56430" y="148943"/>
                  </a:cubicBezTo>
                  <a:lnTo>
                    <a:pt x="56430" y="7263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0BC95186-E7AB-9E87-FF8C-DE4C0BA4C061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0816309" y="5989199"/>
              <a:ext cx="216357" cy="249528"/>
            </a:xfrm>
            <a:custGeom>
              <a:avLst/>
              <a:gdLst>
                <a:gd name="connsiteX0" fmla="*/ 112496 w 216357"/>
                <a:gd name="connsiteY0" fmla="*/ 130528 h 249528"/>
                <a:gd name="connsiteX1" fmla="*/ 115693 w 216357"/>
                <a:gd name="connsiteY1" fmla="*/ 124683 h 249528"/>
                <a:gd name="connsiteX2" fmla="*/ 113206 w 216357"/>
                <a:gd name="connsiteY2" fmla="*/ 119568 h 249528"/>
                <a:gd name="connsiteX3" fmla="*/ 40377 w 216357"/>
                <a:gd name="connsiteY3" fmla="*/ 11426 h 249528"/>
                <a:gd name="connsiteX4" fmla="*/ 122443 w 216357"/>
                <a:gd name="connsiteY4" fmla="*/ 11426 h 249528"/>
                <a:gd name="connsiteX5" fmla="*/ 207707 w 216357"/>
                <a:gd name="connsiteY5" fmla="*/ 82303 h 249528"/>
                <a:gd name="connsiteX6" fmla="*/ 216589 w 216357"/>
                <a:gd name="connsiteY6" fmla="*/ 82303 h 249528"/>
                <a:gd name="connsiteX7" fmla="*/ 206641 w 216357"/>
                <a:gd name="connsiteY7" fmla="*/ 101 h 249528"/>
                <a:gd name="connsiteX8" fmla="*/ 9468 w 216357"/>
                <a:gd name="connsiteY8" fmla="*/ 101 h 249528"/>
                <a:gd name="connsiteX9" fmla="*/ 232 w 216357"/>
                <a:gd name="connsiteY9" fmla="*/ 8504 h 249528"/>
                <a:gd name="connsiteX10" fmla="*/ 88693 w 216357"/>
                <a:gd name="connsiteY10" fmla="*/ 140758 h 249528"/>
                <a:gd name="connsiteX11" fmla="*/ 4139 w 216357"/>
                <a:gd name="connsiteY11" fmla="*/ 239766 h 249528"/>
                <a:gd name="connsiteX12" fmla="*/ 587 w 216357"/>
                <a:gd name="connsiteY12" fmla="*/ 245611 h 249528"/>
                <a:gd name="connsiteX13" fmla="*/ 9468 w 216357"/>
                <a:gd name="connsiteY13" fmla="*/ 249630 h 249528"/>
                <a:gd name="connsiteX14" fmla="*/ 206641 w 216357"/>
                <a:gd name="connsiteY14" fmla="*/ 249630 h 249528"/>
                <a:gd name="connsiteX15" fmla="*/ 216589 w 216357"/>
                <a:gd name="connsiteY15" fmla="*/ 163409 h 249528"/>
                <a:gd name="connsiteX16" fmla="*/ 207707 w 216357"/>
                <a:gd name="connsiteY16" fmla="*/ 163409 h 249528"/>
                <a:gd name="connsiteX17" fmla="*/ 121377 w 216357"/>
                <a:gd name="connsiteY17" fmla="*/ 234285 h 249528"/>
                <a:gd name="connsiteX18" fmla="*/ 23324 w 216357"/>
                <a:gd name="connsiteY18" fmla="*/ 234285 h 249528"/>
                <a:gd name="connsiteX19" fmla="*/ 112496 w 216357"/>
                <a:gd name="connsiteY19" fmla="*/ 130528 h 24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6357" h="249528">
                  <a:moveTo>
                    <a:pt x="112496" y="130528"/>
                  </a:moveTo>
                  <a:cubicBezTo>
                    <a:pt x="115693" y="126875"/>
                    <a:pt x="115693" y="125413"/>
                    <a:pt x="115693" y="124683"/>
                  </a:cubicBezTo>
                  <a:cubicBezTo>
                    <a:pt x="115693" y="122856"/>
                    <a:pt x="114272" y="121029"/>
                    <a:pt x="113206" y="119568"/>
                  </a:cubicBezTo>
                  <a:lnTo>
                    <a:pt x="40377" y="11426"/>
                  </a:lnTo>
                  <a:lnTo>
                    <a:pt x="122443" y="11426"/>
                  </a:lnTo>
                  <a:cubicBezTo>
                    <a:pt x="182483" y="11426"/>
                    <a:pt x="200247" y="24579"/>
                    <a:pt x="207707" y="82303"/>
                  </a:cubicBezTo>
                  <a:lnTo>
                    <a:pt x="216589" y="82303"/>
                  </a:lnTo>
                  <a:lnTo>
                    <a:pt x="206641" y="101"/>
                  </a:lnTo>
                  <a:lnTo>
                    <a:pt x="9468" y="101"/>
                  </a:lnTo>
                  <a:cubicBezTo>
                    <a:pt x="942" y="101"/>
                    <a:pt x="232" y="101"/>
                    <a:pt x="232" y="8504"/>
                  </a:cubicBezTo>
                  <a:lnTo>
                    <a:pt x="88693" y="140758"/>
                  </a:lnTo>
                  <a:lnTo>
                    <a:pt x="4139" y="239766"/>
                  </a:lnTo>
                  <a:cubicBezTo>
                    <a:pt x="587" y="243784"/>
                    <a:pt x="587" y="244515"/>
                    <a:pt x="587" y="245611"/>
                  </a:cubicBezTo>
                  <a:cubicBezTo>
                    <a:pt x="587" y="249630"/>
                    <a:pt x="4139" y="249630"/>
                    <a:pt x="9468" y="249630"/>
                  </a:cubicBezTo>
                  <a:lnTo>
                    <a:pt x="206641" y="249630"/>
                  </a:lnTo>
                  <a:lnTo>
                    <a:pt x="216589" y="163409"/>
                  </a:lnTo>
                  <a:lnTo>
                    <a:pt x="207707" y="163409"/>
                  </a:lnTo>
                  <a:cubicBezTo>
                    <a:pt x="201312" y="224421"/>
                    <a:pt x="177154" y="234285"/>
                    <a:pt x="121377" y="234285"/>
                  </a:cubicBezTo>
                  <a:lnTo>
                    <a:pt x="23324" y="234285"/>
                  </a:lnTo>
                  <a:lnTo>
                    <a:pt x="112496" y="130528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CBDC56D-76FA-5203-46D4-209E92265B13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1071470" y="6077247"/>
              <a:ext cx="130738" cy="165500"/>
            </a:xfrm>
            <a:custGeom>
              <a:avLst/>
              <a:gdLst>
                <a:gd name="connsiteX0" fmla="*/ 120674 w 130738"/>
                <a:gd name="connsiteY0" fmla="*/ 24944 h 165500"/>
                <a:gd name="connsiteX1" fmla="*/ 103621 w 130738"/>
                <a:gd name="connsiteY1" fmla="*/ 41385 h 165500"/>
                <a:gd name="connsiteX2" fmla="*/ 114635 w 130738"/>
                <a:gd name="connsiteY2" fmla="*/ 51980 h 165500"/>
                <a:gd name="connsiteX3" fmla="*/ 130977 w 130738"/>
                <a:gd name="connsiteY3" fmla="*/ 31520 h 165500"/>
                <a:gd name="connsiteX4" fmla="*/ 88700 w 130738"/>
                <a:gd name="connsiteY4" fmla="*/ 101 h 165500"/>
                <a:gd name="connsiteX5" fmla="*/ 28660 w 130738"/>
                <a:gd name="connsiteY5" fmla="*/ 53441 h 165500"/>
                <a:gd name="connsiteX6" fmla="*/ 65253 w 130738"/>
                <a:gd name="connsiteY6" fmla="*/ 89610 h 165500"/>
                <a:gd name="connsiteX7" fmla="*/ 102200 w 130738"/>
                <a:gd name="connsiteY7" fmla="*/ 117376 h 165500"/>
                <a:gd name="connsiteX8" fmla="*/ 51397 w 130738"/>
                <a:gd name="connsiteY8" fmla="*/ 157563 h 165500"/>
                <a:gd name="connsiteX9" fmla="*/ 10897 w 130738"/>
                <a:gd name="connsiteY9" fmla="*/ 138200 h 165500"/>
                <a:gd name="connsiteX10" fmla="*/ 33279 w 130738"/>
                <a:gd name="connsiteY10" fmla="*/ 118837 h 165500"/>
                <a:gd name="connsiteX11" fmla="*/ 20134 w 130738"/>
                <a:gd name="connsiteY11" fmla="*/ 106050 h 165500"/>
                <a:gd name="connsiteX12" fmla="*/ 239 w 130738"/>
                <a:gd name="connsiteY12" fmla="*/ 130163 h 165500"/>
                <a:gd name="connsiteX13" fmla="*/ 51042 w 130738"/>
                <a:gd name="connsiteY13" fmla="*/ 165601 h 165500"/>
                <a:gd name="connsiteX14" fmla="*/ 122450 w 130738"/>
                <a:gd name="connsiteY14" fmla="*/ 104954 h 165500"/>
                <a:gd name="connsiteX15" fmla="*/ 111437 w 130738"/>
                <a:gd name="connsiteY15" fmla="*/ 78284 h 165500"/>
                <a:gd name="connsiteX16" fmla="*/ 75911 w 130738"/>
                <a:gd name="connsiteY16" fmla="*/ 62940 h 165500"/>
                <a:gd name="connsiteX17" fmla="*/ 48910 w 130738"/>
                <a:gd name="connsiteY17" fmla="*/ 41019 h 165500"/>
                <a:gd name="connsiteX18" fmla="*/ 88700 w 130738"/>
                <a:gd name="connsiteY18" fmla="*/ 8138 h 165500"/>
                <a:gd name="connsiteX19" fmla="*/ 120674 w 130738"/>
                <a:gd name="connsiteY19" fmla="*/ 24944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738" h="165500">
                  <a:moveTo>
                    <a:pt x="120674" y="24944"/>
                  </a:moveTo>
                  <a:cubicBezTo>
                    <a:pt x="110727" y="25309"/>
                    <a:pt x="103621" y="33347"/>
                    <a:pt x="103621" y="41385"/>
                  </a:cubicBezTo>
                  <a:cubicBezTo>
                    <a:pt x="103621" y="46499"/>
                    <a:pt x="106819" y="51980"/>
                    <a:pt x="114635" y="51980"/>
                  </a:cubicBezTo>
                  <a:cubicBezTo>
                    <a:pt x="122450" y="51980"/>
                    <a:pt x="130977" y="45769"/>
                    <a:pt x="130977" y="31520"/>
                  </a:cubicBezTo>
                  <a:cubicBezTo>
                    <a:pt x="130977" y="15080"/>
                    <a:pt x="115700" y="101"/>
                    <a:pt x="88700" y="101"/>
                  </a:cubicBezTo>
                  <a:cubicBezTo>
                    <a:pt x="41805" y="101"/>
                    <a:pt x="28660" y="37366"/>
                    <a:pt x="28660" y="53441"/>
                  </a:cubicBezTo>
                  <a:cubicBezTo>
                    <a:pt x="28660" y="81938"/>
                    <a:pt x="54950" y="87418"/>
                    <a:pt x="65253" y="89610"/>
                  </a:cubicBezTo>
                  <a:cubicBezTo>
                    <a:pt x="83726" y="93263"/>
                    <a:pt x="102200" y="97282"/>
                    <a:pt x="102200" y="117376"/>
                  </a:cubicBezTo>
                  <a:cubicBezTo>
                    <a:pt x="102200" y="126875"/>
                    <a:pt x="94029" y="157563"/>
                    <a:pt x="51397" y="157563"/>
                  </a:cubicBezTo>
                  <a:cubicBezTo>
                    <a:pt x="46423" y="157563"/>
                    <a:pt x="19068" y="157563"/>
                    <a:pt x="10897" y="138200"/>
                  </a:cubicBezTo>
                  <a:cubicBezTo>
                    <a:pt x="24397" y="140027"/>
                    <a:pt x="33279" y="129067"/>
                    <a:pt x="33279" y="118837"/>
                  </a:cubicBezTo>
                  <a:cubicBezTo>
                    <a:pt x="33279" y="110434"/>
                    <a:pt x="27594" y="106050"/>
                    <a:pt x="20134" y="106050"/>
                  </a:cubicBezTo>
                  <a:cubicBezTo>
                    <a:pt x="10897" y="106050"/>
                    <a:pt x="239" y="113722"/>
                    <a:pt x="239" y="130163"/>
                  </a:cubicBezTo>
                  <a:cubicBezTo>
                    <a:pt x="239" y="150987"/>
                    <a:pt x="20489" y="165601"/>
                    <a:pt x="51042" y="165601"/>
                  </a:cubicBezTo>
                  <a:cubicBezTo>
                    <a:pt x="108595" y="165601"/>
                    <a:pt x="122450" y="121395"/>
                    <a:pt x="122450" y="104954"/>
                  </a:cubicBezTo>
                  <a:cubicBezTo>
                    <a:pt x="122450" y="91802"/>
                    <a:pt x="115700" y="82668"/>
                    <a:pt x="111437" y="78284"/>
                  </a:cubicBezTo>
                  <a:cubicBezTo>
                    <a:pt x="101845" y="68055"/>
                    <a:pt x="91542" y="66228"/>
                    <a:pt x="75911" y="62940"/>
                  </a:cubicBezTo>
                  <a:cubicBezTo>
                    <a:pt x="63121" y="60017"/>
                    <a:pt x="48910" y="57460"/>
                    <a:pt x="48910" y="41019"/>
                  </a:cubicBezTo>
                  <a:cubicBezTo>
                    <a:pt x="48910" y="30424"/>
                    <a:pt x="57437" y="8138"/>
                    <a:pt x="88700" y="8138"/>
                  </a:cubicBezTo>
                  <a:cubicBezTo>
                    <a:pt x="97582" y="8138"/>
                    <a:pt x="115345" y="10696"/>
                    <a:pt x="120674" y="24944"/>
                  </a:cubicBez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FA6766E4-D8F7-4976-5FEC-0A40AE8A4D57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1235195" y="5918070"/>
              <a:ext cx="109919" cy="169811"/>
            </a:xfrm>
            <a:custGeom>
              <a:avLst/>
              <a:gdLst>
                <a:gd name="connsiteX0" fmla="*/ 110163 w 109919"/>
                <a:gd name="connsiteY0" fmla="*/ 123363 h 169811"/>
                <a:gd name="connsiteX1" fmla="*/ 101708 w 109919"/>
                <a:gd name="connsiteY1" fmla="*/ 123363 h 169811"/>
                <a:gd name="connsiteX2" fmla="*/ 95242 w 109919"/>
                <a:gd name="connsiteY2" fmla="*/ 146636 h 169811"/>
                <a:gd name="connsiteX3" fmla="*/ 70622 w 109919"/>
                <a:gd name="connsiteY3" fmla="*/ 148170 h 169811"/>
                <a:gd name="connsiteX4" fmla="*/ 24863 w 109919"/>
                <a:gd name="connsiteY4" fmla="*/ 148170 h 169811"/>
                <a:gd name="connsiteX5" fmla="*/ 74601 w 109919"/>
                <a:gd name="connsiteY5" fmla="*/ 105206 h 169811"/>
                <a:gd name="connsiteX6" fmla="*/ 110163 w 109919"/>
                <a:gd name="connsiteY6" fmla="*/ 49966 h 169811"/>
                <a:gd name="connsiteX7" fmla="*/ 51970 w 109919"/>
                <a:gd name="connsiteY7" fmla="*/ 97 h 169811"/>
                <a:gd name="connsiteX8" fmla="*/ 243 w 109919"/>
                <a:gd name="connsiteY8" fmla="*/ 45874 h 169811"/>
                <a:gd name="connsiteX9" fmla="*/ 13424 w 109919"/>
                <a:gd name="connsiteY9" fmla="*/ 60196 h 169811"/>
                <a:gd name="connsiteX10" fmla="*/ 26604 w 109919"/>
                <a:gd name="connsiteY10" fmla="*/ 46641 h 169811"/>
                <a:gd name="connsiteX11" fmla="*/ 11932 w 109919"/>
                <a:gd name="connsiteY11" fmla="*/ 33087 h 169811"/>
                <a:gd name="connsiteX12" fmla="*/ 48240 w 109919"/>
                <a:gd name="connsiteY12" fmla="*/ 9303 h 169811"/>
                <a:gd name="connsiteX13" fmla="*/ 86040 w 109919"/>
                <a:gd name="connsiteY13" fmla="*/ 49966 h 169811"/>
                <a:gd name="connsiteX14" fmla="*/ 62664 w 109919"/>
                <a:gd name="connsiteY14" fmla="*/ 99068 h 169811"/>
                <a:gd name="connsiteX15" fmla="*/ 2730 w 109919"/>
                <a:gd name="connsiteY15" fmla="*/ 159934 h 169811"/>
                <a:gd name="connsiteX16" fmla="*/ 243 w 109919"/>
                <a:gd name="connsiteY16" fmla="*/ 169908 h 169811"/>
                <a:gd name="connsiteX17" fmla="*/ 102702 w 109919"/>
                <a:gd name="connsiteY17" fmla="*/ 169908 h 169811"/>
                <a:gd name="connsiteX18" fmla="*/ 110163 w 109919"/>
                <a:gd name="connsiteY18" fmla="*/ 123363 h 169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919" h="169811">
                  <a:moveTo>
                    <a:pt x="110163" y="123363"/>
                  </a:moveTo>
                  <a:lnTo>
                    <a:pt x="101708" y="123363"/>
                  </a:lnTo>
                  <a:cubicBezTo>
                    <a:pt x="100962" y="128990"/>
                    <a:pt x="98475" y="144078"/>
                    <a:pt x="95242" y="146636"/>
                  </a:cubicBezTo>
                  <a:cubicBezTo>
                    <a:pt x="93252" y="148170"/>
                    <a:pt x="74103" y="148170"/>
                    <a:pt x="70622" y="148170"/>
                  </a:cubicBezTo>
                  <a:lnTo>
                    <a:pt x="24863" y="148170"/>
                  </a:lnTo>
                  <a:cubicBezTo>
                    <a:pt x="50975" y="124386"/>
                    <a:pt x="59680" y="117226"/>
                    <a:pt x="74601" y="105206"/>
                  </a:cubicBezTo>
                  <a:cubicBezTo>
                    <a:pt x="93004" y="90117"/>
                    <a:pt x="110163" y="74261"/>
                    <a:pt x="110163" y="49966"/>
                  </a:cubicBezTo>
                  <a:cubicBezTo>
                    <a:pt x="110163" y="19021"/>
                    <a:pt x="83802" y="97"/>
                    <a:pt x="51970" y="97"/>
                  </a:cubicBezTo>
                  <a:cubicBezTo>
                    <a:pt x="21133" y="97"/>
                    <a:pt x="243" y="22346"/>
                    <a:pt x="243" y="45874"/>
                  </a:cubicBezTo>
                  <a:cubicBezTo>
                    <a:pt x="243" y="58917"/>
                    <a:pt x="10937" y="60196"/>
                    <a:pt x="13424" y="60196"/>
                  </a:cubicBezTo>
                  <a:cubicBezTo>
                    <a:pt x="19392" y="60196"/>
                    <a:pt x="26604" y="55848"/>
                    <a:pt x="26604" y="46641"/>
                  </a:cubicBezTo>
                  <a:cubicBezTo>
                    <a:pt x="26604" y="42038"/>
                    <a:pt x="24863" y="33087"/>
                    <a:pt x="11932" y="33087"/>
                  </a:cubicBezTo>
                  <a:cubicBezTo>
                    <a:pt x="19641" y="14930"/>
                    <a:pt x="36552" y="9303"/>
                    <a:pt x="48240" y="9303"/>
                  </a:cubicBezTo>
                  <a:cubicBezTo>
                    <a:pt x="73109" y="9303"/>
                    <a:pt x="86040" y="29251"/>
                    <a:pt x="86040" y="49966"/>
                  </a:cubicBezTo>
                  <a:cubicBezTo>
                    <a:pt x="86040" y="72215"/>
                    <a:pt x="70622" y="89861"/>
                    <a:pt x="62664" y="99068"/>
                  </a:cubicBezTo>
                  <a:lnTo>
                    <a:pt x="2730" y="159934"/>
                  </a:lnTo>
                  <a:cubicBezTo>
                    <a:pt x="243" y="162236"/>
                    <a:pt x="243" y="162747"/>
                    <a:pt x="243" y="169908"/>
                  </a:cubicBezTo>
                  <a:lnTo>
                    <a:pt x="102702" y="169908"/>
                  </a:lnTo>
                  <a:lnTo>
                    <a:pt x="110163" y="123363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94C1D2EA-45AA-2F29-B9F8-143FADD6DCC4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1497483" y="6104647"/>
              <a:ext cx="236252" cy="85490"/>
            </a:xfrm>
            <a:custGeom>
              <a:avLst/>
              <a:gdLst>
                <a:gd name="connsiteX0" fmla="*/ 224424 w 236252"/>
                <a:gd name="connsiteY0" fmla="*/ 14715 h 85490"/>
                <a:gd name="connsiteX1" fmla="*/ 236503 w 236252"/>
                <a:gd name="connsiteY1" fmla="*/ 7408 h 85490"/>
                <a:gd name="connsiteX2" fmla="*/ 224779 w 236252"/>
                <a:gd name="connsiteY2" fmla="*/ 101 h 85490"/>
                <a:gd name="connsiteX3" fmla="*/ 11974 w 236252"/>
                <a:gd name="connsiteY3" fmla="*/ 101 h 85490"/>
                <a:gd name="connsiteX4" fmla="*/ 251 w 236252"/>
                <a:gd name="connsiteY4" fmla="*/ 7408 h 85490"/>
                <a:gd name="connsiteX5" fmla="*/ 12330 w 236252"/>
                <a:gd name="connsiteY5" fmla="*/ 14715 h 85490"/>
                <a:gd name="connsiteX6" fmla="*/ 224424 w 236252"/>
                <a:gd name="connsiteY6" fmla="*/ 14715 h 85490"/>
                <a:gd name="connsiteX7" fmla="*/ 224779 w 236252"/>
                <a:gd name="connsiteY7" fmla="*/ 85591 h 85490"/>
                <a:gd name="connsiteX8" fmla="*/ 236503 w 236252"/>
                <a:gd name="connsiteY8" fmla="*/ 78284 h 85490"/>
                <a:gd name="connsiteX9" fmla="*/ 224424 w 236252"/>
                <a:gd name="connsiteY9" fmla="*/ 70977 h 85490"/>
                <a:gd name="connsiteX10" fmla="*/ 12330 w 236252"/>
                <a:gd name="connsiteY10" fmla="*/ 70977 h 85490"/>
                <a:gd name="connsiteX11" fmla="*/ 251 w 236252"/>
                <a:gd name="connsiteY11" fmla="*/ 78284 h 85490"/>
                <a:gd name="connsiteX12" fmla="*/ 11974 w 236252"/>
                <a:gd name="connsiteY12" fmla="*/ 85591 h 85490"/>
                <a:gd name="connsiteX13" fmla="*/ 224779 w 236252"/>
                <a:gd name="connsiteY13" fmla="*/ 85591 h 8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252" h="85490">
                  <a:moveTo>
                    <a:pt x="224424" y="14715"/>
                  </a:moveTo>
                  <a:cubicBezTo>
                    <a:pt x="229753" y="14715"/>
                    <a:pt x="236503" y="14715"/>
                    <a:pt x="236503" y="7408"/>
                  </a:cubicBezTo>
                  <a:cubicBezTo>
                    <a:pt x="236503" y="101"/>
                    <a:pt x="229753" y="101"/>
                    <a:pt x="224779" y="101"/>
                  </a:cubicBezTo>
                  <a:lnTo>
                    <a:pt x="11974" y="101"/>
                  </a:lnTo>
                  <a:cubicBezTo>
                    <a:pt x="7001" y="101"/>
                    <a:pt x="251" y="101"/>
                    <a:pt x="251" y="7408"/>
                  </a:cubicBezTo>
                  <a:cubicBezTo>
                    <a:pt x="251" y="14715"/>
                    <a:pt x="7001" y="14715"/>
                    <a:pt x="12330" y="14715"/>
                  </a:cubicBezTo>
                  <a:lnTo>
                    <a:pt x="224424" y="14715"/>
                  </a:lnTo>
                  <a:close/>
                  <a:moveTo>
                    <a:pt x="224779" y="85591"/>
                  </a:moveTo>
                  <a:cubicBezTo>
                    <a:pt x="229753" y="85591"/>
                    <a:pt x="236503" y="85591"/>
                    <a:pt x="236503" y="78284"/>
                  </a:cubicBezTo>
                  <a:cubicBezTo>
                    <a:pt x="236503" y="70977"/>
                    <a:pt x="229753" y="70977"/>
                    <a:pt x="224424" y="70977"/>
                  </a:cubicBezTo>
                  <a:lnTo>
                    <a:pt x="12330" y="70977"/>
                  </a:lnTo>
                  <a:cubicBezTo>
                    <a:pt x="7001" y="70977"/>
                    <a:pt x="251" y="70977"/>
                    <a:pt x="251" y="78284"/>
                  </a:cubicBezTo>
                  <a:cubicBezTo>
                    <a:pt x="251" y="85591"/>
                    <a:pt x="7001" y="85591"/>
                    <a:pt x="11974" y="85591"/>
                  </a:cubicBezTo>
                  <a:lnTo>
                    <a:pt x="224779" y="85591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D1FD9E76-6AF3-70EA-DD9B-1C29D9B44EB1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1872485" y="5989199"/>
              <a:ext cx="216357" cy="249528"/>
            </a:xfrm>
            <a:custGeom>
              <a:avLst/>
              <a:gdLst>
                <a:gd name="connsiteX0" fmla="*/ 112525 w 216357"/>
                <a:gd name="connsiteY0" fmla="*/ 130528 h 249528"/>
                <a:gd name="connsiteX1" fmla="*/ 115723 w 216357"/>
                <a:gd name="connsiteY1" fmla="*/ 124683 h 249528"/>
                <a:gd name="connsiteX2" fmla="*/ 113236 w 216357"/>
                <a:gd name="connsiteY2" fmla="*/ 119568 h 249528"/>
                <a:gd name="connsiteX3" fmla="*/ 40406 w 216357"/>
                <a:gd name="connsiteY3" fmla="*/ 11426 h 249528"/>
                <a:gd name="connsiteX4" fmla="*/ 122473 w 216357"/>
                <a:gd name="connsiteY4" fmla="*/ 11426 h 249528"/>
                <a:gd name="connsiteX5" fmla="*/ 207737 w 216357"/>
                <a:gd name="connsiteY5" fmla="*/ 82303 h 249528"/>
                <a:gd name="connsiteX6" fmla="*/ 216619 w 216357"/>
                <a:gd name="connsiteY6" fmla="*/ 82303 h 249528"/>
                <a:gd name="connsiteX7" fmla="*/ 206671 w 216357"/>
                <a:gd name="connsiteY7" fmla="*/ 101 h 249528"/>
                <a:gd name="connsiteX8" fmla="*/ 9498 w 216357"/>
                <a:gd name="connsiteY8" fmla="*/ 101 h 249528"/>
                <a:gd name="connsiteX9" fmla="*/ 261 w 216357"/>
                <a:gd name="connsiteY9" fmla="*/ 8504 h 249528"/>
                <a:gd name="connsiteX10" fmla="*/ 88723 w 216357"/>
                <a:gd name="connsiteY10" fmla="*/ 140758 h 249528"/>
                <a:gd name="connsiteX11" fmla="*/ 4169 w 216357"/>
                <a:gd name="connsiteY11" fmla="*/ 239766 h 249528"/>
                <a:gd name="connsiteX12" fmla="*/ 616 w 216357"/>
                <a:gd name="connsiteY12" fmla="*/ 245611 h 249528"/>
                <a:gd name="connsiteX13" fmla="*/ 9498 w 216357"/>
                <a:gd name="connsiteY13" fmla="*/ 249630 h 249528"/>
                <a:gd name="connsiteX14" fmla="*/ 206671 w 216357"/>
                <a:gd name="connsiteY14" fmla="*/ 249630 h 249528"/>
                <a:gd name="connsiteX15" fmla="*/ 216619 w 216357"/>
                <a:gd name="connsiteY15" fmla="*/ 163409 h 249528"/>
                <a:gd name="connsiteX16" fmla="*/ 207737 w 216357"/>
                <a:gd name="connsiteY16" fmla="*/ 163409 h 249528"/>
                <a:gd name="connsiteX17" fmla="*/ 121407 w 216357"/>
                <a:gd name="connsiteY17" fmla="*/ 234285 h 249528"/>
                <a:gd name="connsiteX18" fmla="*/ 23353 w 216357"/>
                <a:gd name="connsiteY18" fmla="*/ 234285 h 249528"/>
                <a:gd name="connsiteX19" fmla="*/ 112525 w 216357"/>
                <a:gd name="connsiteY19" fmla="*/ 130528 h 24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6357" h="249528">
                  <a:moveTo>
                    <a:pt x="112525" y="130528"/>
                  </a:moveTo>
                  <a:cubicBezTo>
                    <a:pt x="115723" y="126875"/>
                    <a:pt x="115723" y="125413"/>
                    <a:pt x="115723" y="124683"/>
                  </a:cubicBezTo>
                  <a:cubicBezTo>
                    <a:pt x="115723" y="122856"/>
                    <a:pt x="114302" y="121029"/>
                    <a:pt x="113236" y="119568"/>
                  </a:cubicBezTo>
                  <a:lnTo>
                    <a:pt x="40406" y="11426"/>
                  </a:lnTo>
                  <a:lnTo>
                    <a:pt x="122473" y="11426"/>
                  </a:lnTo>
                  <a:cubicBezTo>
                    <a:pt x="182513" y="11426"/>
                    <a:pt x="200276" y="24579"/>
                    <a:pt x="207737" y="82303"/>
                  </a:cubicBezTo>
                  <a:lnTo>
                    <a:pt x="216619" y="82303"/>
                  </a:lnTo>
                  <a:lnTo>
                    <a:pt x="206671" y="101"/>
                  </a:lnTo>
                  <a:lnTo>
                    <a:pt x="9498" y="101"/>
                  </a:lnTo>
                  <a:cubicBezTo>
                    <a:pt x="972" y="101"/>
                    <a:pt x="261" y="101"/>
                    <a:pt x="261" y="8504"/>
                  </a:cubicBezTo>
                  <a:lnTo>
                    <a:pt x="88723" y="140758"/>
                  </a:lnTo>
                  <a:lnTo>
                    <a:pt x="4169" y="239766"/>
                  </a:lnTo>
                  <a:cubicBezTo>
                    <a:pt x="616" y="243784"/>
                    <a:pt x="616" y="244515"/>
                    <a:pt x="616" y="245611"/>
                  </a:cubicBezTo>
                  <a:cubicBezTo>
                    <a:pt x="616" y="249630"/>
                    <a:pt x="4169" y="249630"/>
                    <a:pt x="9498" y="249630"/>
                  </a:cubicBezTo>
                  <a:lnTo>
                    <a:pt x="206671" y="249630"/>
                  </a:lnTo>
                  <a:lnTo>
                    <a:pt x="216619" y="163409"/>
                  </a:lnTo>
                  <a:lnTo>
                    <a:pt x="207737" y="163409"/>
                  </a:lnTo>
                  <a:cubicBezTo>
                    <a:pt x="201342" y="224421"/>
                    <a:pt x="177184" y="234285"/>
                    <a:pt x="121407" y="234285"/>
                  </a:cubicBezTo>
                  <a:lnTo>
                    <a:pt x="23353" y="234285"/>
                  </a:lnTo>
                  <a:lnTo>
                    <a:pt x="112525" y="130528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B2E7153D-E635-A0A9-757D-34A3C5178FC5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2127646" y="6077247"/>
              <a:ext cx="130738" cy="165500"/>
            </a:xfrm>
            <a:custGeom>
              <a:avLst/>
              <a:gdLst>
                <a:gd name="connsiteX0" fmla="*/ 120704 w 130738"/>
                <a:gd name="connsiteY0" fmla="*/ 24944 h 165500"/>
                <a:gd name="connsiteX1" fmla="*/ 103651 w 130738"/>
                <a:gd name="connsiteY1" fmla="*/ 41385 h 165500"/>
                <a:gd name="connsiteX2" fmla="*/ 114664 w 130738"/>
                <a:gd name="connsiteY2" fmla="*/ 51980 h 165500"/>
                <a:gd name="connsiteX3" fmla="*/ 131006 w 130738"/>
                <a:gd name="connsiteY3" fmla="*/ 31520 h 165500"/>
                <a:gd name="connsiteX4" fmla="*/ 88730 w 130738"/>
                <a:gd name="connsiteY4" fmla="*/ 101 h 165500"/>
                <a:gd name="connsiteX5" fmla="*/ 28690 w 130738"/>
                <a:gd name="connsiteY5" fmla="*/ 53441 h 165500"/>
                <a:gd name="connsiteX6" fmla="*/ 65282 w 130738"/>
                <a:gd name="connsiteY6" fmla="*/ 89610 h 165500"/>
                <a:gd name="connsiteX7" fmla="*/ 102230 w 130738"/>
                <a:gd name="connsiteY7" fmla="*/ 117376 h 165500"/>
                <a:gd name="connsiteX8" fmla="*/ 51427 w 130738"/>
                <a:gd name="connsiteY8" fmla="*/ 157563 h 165500"/>
                <a:gd name="connsiteX9" fmla="*/ 10926 w 130738"/>
                <a:gd name="connsiteY9" fmla="*/ 138200 h 165500"/>
                <a:gd name="connsiteX10" fmla="*/ 33308 w 130738"/>
                <a:gd name="connsiteY10" fmla="*/ 118837 h 165500"/>
                <a:gd name="connsiteX11" fmla="*/ 20163 w 130738"/>
                <a:gd name="connsiteY11" fmla="*/ 106050 h 165500"/>
                <a:gd name="connsiteX12" fmla="*/ 268 w 130738"/>
                <a:gd name="connsiteY12" fmla="*/ 130163 h 165500"/>
                <a:gd name="connsiteX13" fmla="*/ 51071 w 130738"/>
                <a:gd name="connsiteY13" fmla="*/ 165601 h 165500"/>
                <a:gd name="connsiteX14" fmla="*/ 122480 w 130738"/>
                <a:gd name="connsiteY14" fmla="*/ 104954 h 165500"/>
                <a:gd name="connsiteX15" fmla="*/ 111467 w 130738"/>
                <a:gd name="connsiteY15" fmla="*/ 78284 h 165500"/>
                <a:gd name="connsiteX16" fmla="*/ 75940 w 130738"/>
                <a:gd name="connsiteY16" fmla="*/ 62940 h 165500"/>
                <a:gd name="connsiteX17" fmla="*/ 48940 w 130738"/>
                <a:gd name="connsiteY17" fmla="*/ 41019 h 165500"/>
                <a:gd name="connsiteX18" fmla="*/ 88730 w 130738"/>
                <a:gd name="connsiteY18" fmla="*/ 8138 h 165500"/>
                <a:gd name="connsiteX19" fmla="*/ 120704 w 130738"/>
                <a:gd name="connsiteY19" fmla="*/ 24944 h 1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738" h="165500">
                  <a:moveTo>
                    <a:pt x="120704" y="24944"/>
                  </a:moveTo>
                  <a:cubicBezTo>
                    <a:pt x="110756" y="25309"/>
                    <a:pt x="103651" y="33347"/>
                    <a:pt x="103651" y="41385"/>
                  </a:cubicBezTo>
                  <a:cubicBezTo>
                    <a:pt x="103651" y="46499"/>
                    <a:pt x="106848" y="51980"/>
                    <a:pt x="114664" y="51980"/>
                  </a:cubicBezTo>
                  <a:cubicBezTo>
                    <a:pt x="122480" y="51980"/>
                    <a:pt x="131006" y="45769"/>
                    <a:pt x="131006" y="31520"/>
                  </a:cubicBezTo>
                  <a:cubicBezTo>
                    <a:pt x="131006" y="15080"/>
                    <a:pt x="115730" y="101"/>
                    <a:pt x="88730" y="101"/>
                  </a:cubicBezTo>
                  <a:cubicBezTo>
                    <a:pt x="41835" y="101"/>
                    <a:pt x="28690" y="37366"/>
                    <a:pt x="28690" y="53441"/>
                  </a:cubicBezTo>
                  <a:cubicBezTo>
                    <a:pt x="28690" y="81938"/>
                    <a:pt x="54979" y="87418"/>
                    <a:pt x="65282" y="89610"/>
                  </a:cubicBezTo>
                  <a:cubicBezTo>
                    <a:pt x="83756" y="93263"/>
                    <a:pt x="102230" y="97282"/>
                    <a:pt x="102230" y="117376"/>
                  </a:cubicBezTo>
                  <a:cubicBezTo>
                    <a:pt x="102230" y="126875"/>
                    <a:pt x="94059" y="157563"/>
                    <a:pt x="51427" y="157563"/>
                  </a:cubicBezTo>
                  <a:cubicBezTo>
                    <a:pt x="46453" y="157563"/>
                    <a:pt x="19097" y="157563"/>
                    <a:pt x="10926" y="138200"/>
                  </a:cubicBezTo>
                  <a:cubicBezTo>
                    <a:pt x="24426" y="140027"/>
                    <a:pt x="33308" y="129067"/>
                    <a:pt x="33308" y="118837"/>
                  </a:cubicBezTo>
                  <a:cubicBezTo>
                    <a:pt x="33308" y="110434"/>
                    <a:pt x="27624" y="106050"/>
                    <a:pt x="20163" y="106050"/>
                  </a:cubicBezTo>
                  <a:cubicBezTo>
                    <a:pt x="10926" y="106050"/>
                    <a:pt x="268" y="113722"/>
                    <a:pt x="268" y="130163"/>
                  </a:cubicBezTo>
                  <a:cubicBezTo>
                    <a:pt x="268" y="150987"/>
                    <a:pt x="20519" y="165601"/>
                    <a:pt x="51071" y="165601"/>
                  </a:cubicBezTo>
                  <a:cubicBezTo>
                    <a:pt x="108625" y="165601"/>
                    <a:pt x="122480" y="121395"/>
                    <a:pt x="122480" y="104954"/>
                  </a:cubicBezTo>
                  <a:cubicBezTo>
                    <a:pt x="122480" y="91802"/>
                    <a:pt x="115730" y="82668"/>
                    <a:pt x="111467" y="78284"/>
                  </a:cubicBezTo>
                  <a:cubicBezTo>
                    <a:pt x="101875" y="68055"/>
                    <a:pt x="91572" y="66228"/>
                    <a:pt x="75940" y="62940"/>
                  </a:cubicBezTo>
                  <a:cubicBezTo>
                    <a:pt x="63151" y="60017"/>
                    <a:pt x="48940" y="57460"/>
                    <a:pt x="48940" y="41019"/>
                  </a:cubicBezTo>
                  <a:cubicBezTo>
                    <a:pt x="48940" y="30424"/>
                    <a:pt x="57466" y="8138"/>
                    <a:pt x="88730" y="8138"/>
                  </a:cubicBezTo>
                  <a:cubicBezTo>
                    <a:pt x="97611" y="8138"/>
                    <a:pt x="115375" y="10696"/>
                    <a:pt x="120704" y="24944"/>
                  </a:cubicBez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00614AC7-83F9-DECD-8D44-763F62D5DBB7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2343084" y="6010024"/>
              <a:ext cx="109066" cy="232723"/>
            </a:xfrm>
            <a:custGeom>
              <a:avLst/>
              <a:gdLst>
                <a:gd name="connsiteX0" fmla="*/ 65288 w 109066"/>
                <a:gd name="connsiteY0" fmla="*/ 82668 h 232723"/>
                <a:gd name="connsiteX1" fmla="*/ 98684 w 109066"/>
                <a:gd name="connsiteY1" fmla="*/ 82668 h 232723"/>
                <a:gd name="connsiteX2" fmla="*/ 109342 w 109066"/>
                <a:gd name="connsiteY2" fmla="*/ 75361 h 232723"/>
                <a:gd name="connsiteX3" fmla="*/ 99394 w 109066"/>
                <a:gd name="connsiteY3" fmla="*/ 71343 h 232723"/>
                <a:gd name="connsiteX4" fmla="*/ 68131 w 109066"/>
                <a:gd name="connsiteY4" fmla="*/ 71343 h 232723"/>
                <a:gd name="connsiteX5" fmla="*/ 82697 w 109066"/>
                <a:gd name="connsiteY5" fmla="*/ 9965 h 232723"/>
                <a:gd name="connsiteX6" fmla="*/ 72394 w 109066"/>
                <a:gd name="connsiteY6" fmla="*/ 101 h 232723"/>
                <a:gd name="connsiteX7" fmla="*/ 58183 w 109066"/>
                <a:gd name="connsiteY7" fmla="*/ 13253 h 232723"/>
                <a:gd name="connsiteX8" fmla="*/ 44328 w 109066"/>
                <a:gd name="connsiteY8" fmla="*/ 71343 h 232723"/>
                <a:gd name="connsiteX9" fmla="*/ 10933 w 109066"/>
                <a:gd name="connsiteY9" fmla="*/ 71343 h 232723"/>
                <a:gd name="connsiteX10" fmla="*/ 275 w 109066"/>
                <a:gd name="connsiteY10" fmla="*/ 78284 h 232723"/>
                <a:gd name="connsiteX11" fmla="*/ 10222 w 109066"/>
                <a:gd name="connsiteY11" fmla="*/ 82668 h 232723"/>
                <a:gd name="connsiteX12" fmla="*/ 41486 w 109066"/>
                <a:gd name="connsiteY12" fmla="*/ 82668 h 232723"/>
                <a:gd name="connsiteX13" fmla="*/ 14485 w 109066"/>
                <a:gd name="connsiteY13" fmla="*/ 199213 h 232723"/>
                <a:gd name="connsiteX14" fmla="*/ 47170 w 109066"/>
                <a:gd name="connsiteY14" fmla="*/ 232824 h 232723"/>
                <a:gd name="connsiteX15" fmla="*/ 103657 w 109066"/>
                <a:gd name="connsiteY15" fmla="*/ 176561 h 232723"/>
                <a:gd name="connsiteX16" fmla="*/ 99394 w 109066"/>
                <a:gd name="connsiteY16" fmla="*/ 172908 h 232723"/>
                <a:gd name="connsiteX17" fmla="*/ 94065 w 109066"/>
                <a:gd name="connsiteY17" fmla="*/ 178023 h 232723"/>
                <a:gd name="connsiteX18" fmla="*/ 47880 w 109066"/>
                <a:gd name="connsiteY18" fmla="*/ 224786 h 232723"/>
                <a:gd name="connsiteX19" fmla="*/ 36867 w 109066"/>
                <a:gd name="connsiteY19" fmla="*/ 207981 h 232723"/>
                <a:gd name="connsiteX20" fmla="*/ 38999 w 109066"/>
                <a:gd name="connsiteY20" fmla="*/ 190444 h 232723"/>
                <a:gd name="connsiteX21" fmla="*/ 65288 w 109066"/>
                <a:gd name="connsiteY21" fmla="*/ 82668 h 23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066" h="232723">
                  <a:moveTo>
                    <a:pt x="65288" y="82668"/>
                  </a:moveTo>
                  <a:lnTo>
                    <a:pt x="98684" y="82668"/>
                  </a:lnTo>
                  <a:cubicBezTo>
                    <a:pt x="105789" y="82668"/>
                    <a:pt x="109342" y="82668"/>
                    <a:pt x="109342" y="75361"/>
                  </a:cubicBezTo>
                  <a:cubicBezTo>
                    <a:pt x="109342" y="71343"/>
                    <a:pt x="105789" y="71343"/>
                    <a:pt x="99394" y="71343"/>
                  </a:cubicBezTo>
                  <a:lnTo>
                    <a:pt x="68131" y="71343"/>
                  </a:lnTo>
                  <a:cubicBezTo>
                    <a:pt x="80920" y="19464"/>
                    <a:pt x="82697" y="12157"/>
                    <a:pt x="82697" y="9965"/>
                  </a:cubicBezTo>
                  <a:cubicBezTo>
                    <a:pt x="82697" y="3754"/>
                    <a:pt x="78433" y="101"/>
                    <a:pt x="72394" y="101"/>
                  </a:cubicBezTo>
                  <a:cubicBezTo>
                    <a:pt x="71328" y="101"/>
                    <a:pt x="61381" y="466"/>
                    <a:pt x="58183" y="13253"/>
                  </a:cubicBezTo>
                  <a:lnTo>
                    <a:pt x="44328" y="71343"/>
                  </a:lnTo>
                  <a:lnTo>
                    <a:pt x="10933" y="71343"/>
                  </a:lnTo>
                  <a:cubicBezTo>
                    <a:pt x="3827" y="71343"/>
                    <a:pt x="275" y="71343"/>
                    <a:pt x="275" y="78284"/>
                  </a:cubicBezTo>
                  <a:cubicBezTo>
                    <a:pt x="275" y="82668"/>
                    <a:pt x="3117" y="82668"/>
                    <a:pt x="10222" y="82668"/>
                  </a:cubicBezTo>
                  <a:lnTo>
                    <a:pt x="41486" y="82668"/>
                  </a:lnTo>
                  <a:cubicBezTo>
                    <a:pt x="15906" y="186426"/>
                    <a:pt x="14485" y="192636"/>
                    <a:pt x="14485" y="199213"/>
                  </a:cubicBezTo>
                  <a:cubicBezTo>
                    <a:pt x="14485" y="218941"/>
                    <a:pt x="27985" y="232824"/>
                    <a:pt x="47170" y="232824"/>
                  </a:cubicBezTo>
                  <a:cubicBezTo>
                    <a:pt x="83407" y="232824"/>
                    <a:pt x="103657" y="179484"/>
                    <a:pt x="103657" y="176561"/>
                  </a:cubicBezTo>
                  <a:cubicBezTo>
                    <a:pt x="103657" y="172908"/>
                    <a:pt x="100815" y="172908"/>
                    <a:pt x="99394" y="172908"/>
                  </a:cubicBezTo>
                  <a:cubicBezTo>
                    <a:pt x="96197" y="172908"/>
                    <a:pt x="95841" y="174004"/>
                    <a:pt x="94065" y="178023"/>
                  </a:cubicBezTo>
                  <a:cubicBezTo>
                    <a:pt x="78789" y="216018"/>
                    <a:pt x="59959" y="224786"/>
                    <a:pt x="47880" y="224786"/>
                  </a:cubicBezTo>
                  <a:cubicBezTo>
                    <a:pt x="40420" y="224786"/>
                    <a:pt x="36867" y="220037"/>
                    <a:pt x="36867" y="207981"/>
                  </a:cubicBezTo>
                  <a:cubicBezTo>
                    <a:pt x="36867" y="199213"/>
                    <a:pt x="37578" y="196655"/>
                    <a:pt x="38999" y="190444"/>
                  </a:cubicBezTo>
                  <a:lnTo>
                    <a:pt x="65288" y="82668"/>
                  </a:lnTo>
                  <a:close/>
                </a:path>
              </a:pathLst>
            </a:custGeom>
            <a:solidFill>
              <a:srgbClr val="FFFFFF"/>
            </a:solidFill>
            <a:ln w="35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E2A2EDF8-D518-F8E1-305B-0ACF4C1F913B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6247732" y="4216992"/>
            <a:ext cx="4791493" cy="849897"/>
            <a:chOff x="8481664" y="5161608"/>
            <a:chExt cx="4791493" cy="849897"/>
          </a:xfrm>
        </p:grpSpPr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9670667-4CF3-9FED-EBA5-3088E75D8EDE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8481664" y="5161608"/>
              <a:ext cx="93508" cy="849897"/>
            </a:xfrm>
            <a:custGeom>
              <a:avLst/>
              <a:gdLst>
                <a:gd name="connsiteX0" fmla="*/ 164 w 93508"/>
                <a:gd name="connsiteY0" fmla="*/ 849971 h 849897"/>
                <a:gd name="connsiteX1" fmla="*/ 93673 w 93508"/>
                <a:gd name="connsiteY1" fmla="*/ 849971 h 849897"/>
                <a:gd name="connsiteX2" fmla="*/ 93673 w 93508"/>
                <a:gd name="connsiteY2" fmla="*/ 830487 h 849897"/>
                <a:gd name="connsiteX3" fmla="*/ 19719 w 93508"/>
                <a:gd name="connsiteY3" fmla="*/ 830487 h 849897"/>
                <a:gd name="connsiteX4" fmla="*/ 19719 w 93508"/>
                <a:gd name="connsiteY4" fmla="*/ 19559 h 849897"/>
                <a:gd name="connsiteX5" fmla="*/ 93673 w 93508"/>
                <a:gd name="connsiteY5" fmla="*/ 19559 h 849897"/>
                <a:gd name="connsiteX6" fmla="*/ 93673 w 93508"/>
                <a:gd name="connsiteY6" fmla="*/ 74 h 849897"/>
                <a:gd name="connsiteX7" fmla="*/ 164 w 93508"/>
                <a:gd name="connsiteY7" fmla="*/ 74 h 849897"/>
                <a:gd name="connsiteX8" fmla="*/ 164 w 93508"/>
                <a:gd name="connsiteY8" fmla="*/ 849971 h 8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508" h="849897">
                  <a:moveTo>
                    <a:pt x="164" y="849971"/>
                  </a:moveTo>
                  <a:lnTo>
                    <a:pt x="93673" y="849971"/>
                  </a:lnTo>
                  <a:lnTo>
                    <a:pt x="93673" y="830487"/>
                  </a:lnTo>
                  <a:lnTo>
                    <a:pt x="19719" y="830487"/>
                  </a:lnTo>
                  <a:lnTo>
                    <a:pt x="19719" y="19559"/>
                  </a:lnTo>
                  <a:lnTo>
                    <a:pt x="93673" y="19559"/>
                  </a:lnTo>
                  <a:lnTo>
                    <a:pt x="93673" y="74"/>
                  </a:lnTo>
                  <a:lnTo>
                    <a:pt x="164" y="74"/>
                  </a:lnTo>
                  <a:lnTo>
                    <a:pt x="164" y="849971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8E00657B-8BC9-310D-C7A5-DDB4543ADEE5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8906424" y="5219357"/>
              <a:ext cx="157506" cy="239841"/>
            </a:xfrm>
            <a:custGeom>
              <a:avLst/>
              <a:gdLst>
                <a:gd name="connsiteX0" fmla="*/ 94753 w 157506"/>
                <a:gd name="connsiteY0" fmla="*/ 181469 h 239841"/>
                <a:gd name="connsiteX1" fmla="*/ 94753 w 157506"/>
                <a:gd name="connsiteY1" fmla="*/ 212291 h 239841"/>
                <a:gd name="connsiteX2" fmla="*/ 67732 w 157506"/>
                <a:gd name="connsiteY2" fmla="*/ 228941 h 239841"/>
                <a:gd name="connsiteX3" fmla="*/ 60265 w 157506"/>
                <a:gd name="connsiteY3" fmla="*/ 228941 h 239841"/>
                <a:gd name="connsiteX4" fmla="*/ 60265 w 157506"/>
                <a:gd name="connsiteY4" fmla="*/ 239924 h 239841"/>
                <a:gd name="connsiteX5" fmla="*/ 108264 w 157506"/>
                <a:gd name="connsiteY5" fmla="*/ 238861 h 239841"/>
                <a:gd name="connsiteX6" fmla="*/ 156618 w 157506"/>
                <a:gd name="connsiteY6" fmla="*/ 239924 h 239841"/>
                <a:gd name="connsiteX7" fmla="*/ 156618 w 157506"/>
                <a:gd name="connsiteY7" fmla="*/ 228941 h 239841"/>
                <a:gd name="connsiteX8" fmla="*/ 149152 w 157506"/>
                <a:gd name="connsiteY8" fmla="*/ 228941 h 239841"/>
                <a:gd name="connsiteX9" fmla="*/ 122130 w 157506"/>
                <a:gd name="connsiteY9" fmla="*/ 212291 h 239841"/>
                <a:gd name="connsiteX10" fmla="*/ 122130 w 157506"/>
                <a:gd name="connsiteY10" fmla="*/ 181469 h 239841"/>
                <a:gd name="connsiteX11" fmla="*/ 157685 w 157506"/>
                <a:gd name="connsiteY11" fmla="*/ 181469 h 239841"/>
                <a:gd name="connsiteX12" fmla="*/ 157685 w 157506"/>
                <a:gd name="connsiteY12" fmla="*/ 170487 h 239841"/>
                <a:gd name="connsiteX13" fmla="*/ 122130 w 157506"/>
                <a:gd name="connsiteY13" fmla="*/ 170487 h 239841"/>
                <a:gd name="connsiteX14" fmla="*/ 122130 w 157506"/>
                <a:gd name="connsiteY14" fmla="*/ 9293 h 239841"/>
                <a:gd name="connsiteX15" fmla="*/ 116442 w 157506"/>
                <a:gd name="connsiteY15" fmla="*/ 82 h 239841"/>
                <a:gd name="connsiteX16" fmla="*/ 109331 w 157506"/>
                <a:gd name="connsiteY16" fmla="*/ 4333 h 239841"/>
                <a:gd name="connsiteX17" fmla="*/ 178 w 157506"/>
                <a:gd name="connsiteY17" fmla="*/ 170487 h 239841"/>
                <a:gd name="connsiteX18" fmla="*/ 178 w 157506"/>
                <a:gd name="connsiteY18" fmla="*/ 181469 h 239841"/>
                <a:gd name="connsiteX19" fmla="*/ 94753 w 157506"/>
                <a:gd name="connsiteY19" fmla="*/ 181469 h 239841"/>
                <a:gd name="connsiteX20" fmla="*/ 96887 w 157506"/>
                <a:gd name="connsiteY20" fmla="*/ 170487 h 239841"/>
                <a:gd name="connsiteX21" fmla="*/ 10133 w 157506"/>
                <a:gd name="connsiteY21" fmla="*/ 170487 h 239841"/>
                <a:gd name="connsiteX22" fmla="*/ 96887 w 157506"/>
                <a:gd name="connsiteY22" fmla="*/ 38343 h 239841"/>
                <a:gd name="connsiteX23" fmla="*/ 96887 w 157506"/>
                <a:gd name="connsiteY23" fmla="*/ 170487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7506" h="239841">
                  <a:moveTo>
                    <a:pt x="94753" y="181469"/>
                  </a:moveTo>
                  <a:lnTo>
                    <a:pt x="94753" y="212291"/>
                  </a:lnTo>
                  <a:cubicBezTo>
                    <a:pt x="94753" y="225044"/>
                    <a:pt x="94042" y="228941"/>
                    <a:pt x="67732" y="228941"/>
                  </a:cubicBezTo>
                  <a:lnTo>
                    <a:pt x="60265" y="228941"/>
                  </a:lnTo>
                  <a:lnTo>
                    <a:pt x="60265" y="239924"/>
                  </a:lnTo>
                  <a:cubicBezTo>
                    <a:pt x="74843" y="238861"/>
                    <a:pt x="93331" y="238861"/>
                    <a:pt x="108264" y="238861"/>
                  </a:cubicBezTo>
                  <a:cubicBezTo>
                    <a:pt x="123197" y="238861"/>
                    <a:pt x="142041" y="238861"/>
                    <a:pt x="156618" y="239924"/>
                  </a:cubicBezTo>
                  <a:lnTo>
                    <a:pt x="156618" y="228941"/>
                  </a:lnTo>
                  <a:lnTo>
                    <a:pt x="149152" y="228941"/>
                  </a:lnTo>
                  <a:cubicBezTo>
                    <a:pt x="122841" y="228941"/>
                    <a:pt x="122130" y="225044"/>
                    <a:pt x="122130" y="212291"/>
                  </a:cubicBezTo>
                  <a:lnTo>
                    <a:pt x="122130" y="181469"/>
                  </a:lnTo>
                  <a:lnTo>
                    <a:pt x="157685" y="181469"/>
                  </a:lnTo>
                  <a:lnTo>
                    <a:pt x="157685" y="170487"/>
                  </a:lnTo>
                  <a:lnTo>
                    <a:pt x="122130" y="170487"/>
                  </a:lnTo>
                  <a:lnTo>
                    <a:pt x="122130" y="9293"/>
                  </a:lnTo>
                  <a:cubicBezTo>
                    <a:pt x="122130" y="2208"/>
                    <a:pt x="122130" y="82"/>
                    <a:pt x="116442" y="82"/>
                  </a:cubicBezTo>
                  <a:cubicBezTo>
                    <a:pt x="113242" y="82"/>
                    <a:pt x="112175" y="82"/>
                    <a:pt x="109331" y="4333"/>
                  </a:cubicBezTo>
                  <a:lnTo>
                    <a:pt x="178" y="170487"/>
                  </a:lnTo>
                  <a:lnTo>
                    <a:pt x="178" y="181469"/>
                  </a:lnTo>
                  <a:lnTo>
                    <a:pt x="94753" y="181469"/>
                  </a:lnTo>
                  <a:close/>
                  <a:moveTo>
                    <a:pt x="96887" y="170487"/>
                  </a:moveTo>
                  <a:lnTo>
                    <a:pt x="10133" y="170487"/>
                  </a:lnTo>
                  <a:lnTo>
                    <a:pt x="96887" y="38343"/>
                  </a:lnTo>
                  <a:lnTo>
                    <a:pt x="96887" y="170487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8E6714F-8D62-59B9-B487-4099E5BF6D0D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9755785" y="5219357"/>
              <a:ext cx="157506" cy="239841"/>
            </a:xfrm>
            <a:custGeom>
              <a:avLst/>
              <a:gdLst>
                <a:gd name="connsiteX0" fmla="*/ 94777 w 157506"/>
                <a:gd name="connsiteY0" fmla="*/ 181469 h 239841"/>
                <a:gd name="connsiteX1" fmla="*/ 94777 w 157506"/>
                <a:gd name="connsiteY1" fmla="*/ 212291 h 239841"/>
                <a:gd name="connsiteX2" fmla="*/ 67756 w 157506"/>
                <a:gd name="connsiteY2" fmla="*/ 228941 h 239841"/>
                <a:gd name="connsiteX3" fmla="*/ 60289 w 157506"/>
                <a:gd name="connsiteY3" fmla="*/ 228941 h 239841"/>
                <a:gd name="connsiteX4" fmla="*/ 60289 w 157506"/>
                <a:gd name="connsiteY4" fmla="*/ 239924 h 239841"/>
                <a:gd name="connsiteX5" fmla="*/ 108288 w 157506"/>
                <a:gd name="connsiteY5" fmla="*/ 238861 h 239841"/>
                <a:gd name="connsiteX6" fmla="*/ 156642 w 157506"/>
                <a:gd name="connsiteY6" fmla="*/ 239924 h 239841"/>
                <a:gd name="connsiteX7" fmla="*/ 156642 w 157506"/>
                <a:gd name="connsiteY7" fmla="*/ 228941 h 239841"/>
                <a:gd name="connsiteX8" fmla="*/ 149176 w 157506"/>
                <a:gd name="connsiteY8" fmla="*/ 228941 h 239841"/>
                <a:gd name="connsiteX9" fmla="*/ 122154 w 157506"/>
                <a:gd name="connsiteY9" fmla="*/ 212291 h 239841"/>
                <a:gd name="connsiteX10" fmla="*/ 122154 w 157506"/>
                <a:gd name="connsiteY10" fmla="*/ 181469 h 239841"/>
                <a:gd name="connsiteX11" fmla="*/ 157709 w 157506"/>
                <a:gd name="connsiteY11" fmla="*/ 181469 h 239841"/>
                <a:gd name="connsiteX12" fmla="*/ 157709 w 157506"/>
                <a:gd name="connsiteY12" fmla="*/ 170487 h 239841"/>
                <a:gd name="connsiteX13" fmla="*/ 122154 w 157506"/>
                <a:gd name="connsiteY13" fmla="*/ 170487 h 239841"/>
                <a:gd name="connsiteX14" fmla="*/ 122154 w 157506"/>
                <a:gd name="connsiteY14" fmla="*/ 9293 h 239841"/>
                <a:gd name="connsiteX15" fmla="*/ 116465 w 157506"/>
                <a:gd name="connsiteY15" fmla="*/ 82 h 239841"/>
                <a:gd name="connsiteX16" fmla="*/ 109354 w 157506"/>
                <a:gd name="connsiteY16" fmla="*/ 4333 h 239841"/>
                <a:gd name="connsiteX17" fmla="*/ 202 w 157506"/>
                <a:gd name="connsiteY17" fmla="*/ 170487 h 239841"/>
                <a:gd name="connsiteX18" fmla="*/ 202 w 157506"/>
                <a:gd name="connsiteY18" fmla="*/ 181469 h 239841"/>
                <a:gd name="connsiteX19" fmla="*/ 94777 w 157506"/>
                <a:gd name="connsiteY19" fmla="*/ 181469 h 239841"/>
                <a:gd name="connsiteX20" fmla="*/ 96910 w 157506"/>
                <a:gd name="connsiteY20" fmla="*/ 170487 h 239841"/>
                <a:gd name="connsiteX21" fmla="*/ 10157 w 157506"/>
                <a:gd name="connsiteY21" fmla="*/ 170487 h 239841"/>
                <a:gd name="connsiteX22" fmla="*/ 96910 w 157506"/>
                <a:gd name="connsiteY22" fmla="*/ 38343 h 239841"/>
                <a:gd name="connsiteX23" fmla="*/ 96910 w 157506"/>
                <a:gd name="connsiteY23" fmla="*/ 170487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7506" h="239841">
                  <a:moveTo>
                    <a:pt x="94777" y="181469"/>
                  </a:moveTo>
                  <a:lnTo>
                    <a:pt x="94777" y="212291"/>
                  </a:lnTo>
                  <a:cubicBezTo>
                    <a:pt x="94777" y="225044"/>
                    <a:pt x="94066" y="228941"/>
                    <a:pt x="67756" y="228941"/>
                  </a:cubicBezTo>
                  <a:lnTo>
                    <a:pt x="60289" y="228941"/>
                  </a:lnTo>
                  <a:lnTo>
                    <a:pt x="60289" y="239924"/>
                  </a:lnTo>
                  <a:cubicBezTo>
                    <a:pt x="74867" y="238861"/>
                    <a:pt x="93355" y="238861"/>
                    <a:pt x="108288" y="238861"/>
                  </a:cubicBezTo>
                  <a:cubicBezTo>
                    <a:pt x="123221" y="238861"/>
                    <a:pt x="142065" y="238861"/>
                    <a:pt x="156642" y="239924"/>
                  </a:cubicBezTo>
                  <a:lnTo>
                    <a:pt x="156642" y="228941"/>
                  </a:lnTo>
                  <a:lnTo>
                    <a:pt x="149176" y="228941"/>
                  </a:lnTo>
                  <a:cubicBezTo>
                    <a:pt x="122865" y="228941"/>
                    <a:pt x="122154" y="225044"/>
                    <a:pt x="122154" y="212291"/>
                  </a:cubicBezTo>
                  <a:lnTo>
                    <a:pt x="122154" y="181469"/>
                  </a:lnTo>
                  <a:lnTo>
                    <a:pt x="157709" y="181469"/>
                  </a:lnTo>
                  <a:lnTo>
                    <a:pt x="157709" y="170487"/>
                  </a:lnTo>
                  <a:lnTo>
                    <a:pt x="122154" y="170487"/>
                  </a:lnTo>
                  <a:lnTo>
                    <a:pt x="122154" y="9293"/>
                  </a:lnTo>
                  <a:cubicBezTo>
                    <a:pt x="122154" y="2208"/>
                    <a:pt x="122154" y="82"/>
                    <a:pt x="116465" y="82"/>
                  </a:cubicBezTo>
                  <a:cubicBezTo>
                    <a:pt x="113265" y="82"/>
                    <a:pt x="112199" y="82"/>
                    <a:pt x="109354" y="4333"/>
                  </a:cubicBezTo>
                  <a:lnTo>
                    <a:pt x="202" y="170487"/>
                  </a:lnTo>
                  <a:lnTo>
                    <a:pt x="202" y="181469"/>
                  </a:lnTo>
                  <a:lnTo>
                    <a:pt x="94777" y="181469"/>
                  </a:lnTo>
                  <a:close/>
                  <a:moveTo>
                    <a:pt x="96910" y="170487"/>
                  </a:moveTo>
                  <a:lnTo>
                    <a:pt x="10157" y="170487"/>
                  </a:lnTo>
                  <a:lnTo>
                    <a:pt x="96910" y="38343"/>
                  </a:lnTo>
                  <a:lnTo>
                    <a:pt x="96910" y="170487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7F204802-3341-1506-8069-F79B23FE8192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9954181" y="5421646"/>
              <a:ext cx="37687" cy="37552"/>
            </a:xfrm>
            <a:custGeom>
              <a:avLst/>
              <a:gdLst>
                <a:gd name="connsiteX0" fmla="*/ 37895 w 37687"/>
                <a:gd name="connsiteY0" fmla="*/ 18858 h 37552"/>
                <a:gd name="connsiteX1" fmla="*/ 19051 w 37687"/>
                <a:gd name="connsiteY1" fmla="*/ 82 h 37552"/>
                <a:gd name="connsiteX2" fmla="*/ 207 w 37687"/>
                <a:gd name="connsiteY2" fmla="*/ 18858 h 37552"/>
                <a:gd name="connsiteX3" fmla="*/ 19051 w 37687"/>
                <a:gd name="connsiteY3" fmla="*/ 37635 h 37552"/>
                <a:gd name="connsiteX4" fmla="*/ 37895 w 37687"/>
                <a:gd name="connsiteY4" fmla="*/ 18858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87" h="37552">
                  <a:moveTo>
                    <a:pt x="37895" y="18858"/>
                  </a:moveTo>
                  <a:cubicBezTo>
                    <a:pt x="37895" y="8585"/>
                    <a:pt x="29362" y="82"/>
                    <a:pt x="19051" y="82"/>
                  </a:cubicBezTo>
                  <a:cubicBezTo>
                    <a:pt x="8740" y="82"/>
                    <a:pt x="207" y="8585"/>
                    <a:pt x="207" y="18858"/>
                  </a:cubicBezTo>
                  <a:cubicBezTo>
                    <a:pt x="207" y="29132"/>
                    <a:pt x="8740" y="37635"/>
                    <a:pt x="19051" y="37635"/>
                  </a:cubicBezTo>
                  <a:cubicBezTo>
                    <a:pt x="29362" y="37635"/>
                    <a:pt x="37895" y="29132"/>
                    <a:pt x="37895" y="18858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5D3B9FC9-325F-6CE5-25ED-BCE88EDE31D4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0037300" y="5223254"/>
              <a:ext cx="147551" cy="243738"/>
            </a:xfrm>
            <a:custGeom>
              <a:avLst/>
              <a:gdLst>
                <a:gd name="connsiteX0" fmla="*/ 32209 w 147551"/>
                <a:gd name="connsiteY0" fmla="*/ 119826 h 243738"/>
                <a:gd name="connsiteX1" fmla="*/ 32209 w 147551"/>
                <a:gd name="connsiteY1" fmla="*/ 111323 h 243738"/>
                <a:gd name="connsiteX2" fmla="*/ 94429 w 147551"/>
                <a:gd name="connsiteY2" fmla="*/ 8939 h 243738"/>
                <a:gd name="connsiteX3" fmla="*/ 125717 w 147551"/>
                <a:gd name="connsiteY3" fmla="*/ 23110 h 243738"/>
                <a:gd name="connsiteX4" fmla="*/ 106162 w 147551"/>
                <a:gd name="connsiteY4" fmla="*/ 39052 h 243738"/>
                <a:gd name="connsiteX5" fmla="*/ 122517 w 147551"/>
                <a:gd name="connsiteY5" fmla="*/ 55348 h 243738"/>
                <a:gd name="connsiteX6" fmla="*/ 138873 w 147551"/>
                <a:gd name="connsiteY6" fmla="*/ 38343 h 243738"/>
                <a:gd name="connsiteX7" fmla="*/ 93718 w 147551"/>
                <a:gd name="connsiteY7" fmla="*/ 82 h 243738"/>
                <a:gd name="connsiteX8" fmla="*/ 210 w 147551"/>
                <a:gd name="connsiteY8" fmla="*/ 124077 h 243738"/>
                <a:gd name="connsiteX9" fmla="*/ 74519 w 147551"/>
                <a:gd name="connsiteY9" fmla="*/ 243821 h 243738"/>
                <a:gd name="connsiteX10" fmla="*/ 147761 w 147551"/>
                <a:gd name="connsiteY10" fmla="*/ 163756 h 243738"/>
                <a:gd name="connsiteX11" fmla="*/ 76652 w 147551"/>
                <a:gd name="connsiteY11" fmla="*/ 84753 h 243738"/>
                <a:gd name="connsiteX12" fmla="*/ 32209 w 147551"/>
                <a:gd name="connsiteY12" fmla="*/ 119826 h 243738"/>
                <a:gd name="connsiteX13" fmla="*/ 74519 w 147551"/>
                <a:gd name="connsiteY13" fmla="*/ 233901 h 243738"/>
                <a:gd name="connsiteX14" fmla="*/ 39320 w 147551"/>
                <a:gd name="connsiteY14" fmla="*/ 207331 h 243738"/>
                <a:gd name="connsiteX15" fmla="*/ 32920 w 147551"/>
                <a:gd name="connsiteY15" fmla="*/ 155962 h 243738"/>
                <a:gd name="connsiteX16" fmla="*/ 76296 w 147551"/>
                <a:gd name="connsiteY16" fmla="*/ 92901 h 243738"/>
                <a:gd name="connsiteX17" fmla="*/ 109362 w 147551"/>
                <a:gd name="connsiteY17" fmla="*/ 114866 h 243738"/>
                <a:gd name="connsiteX18" fmla="*/ 115762 w 147551"/>
                <a:gd name="connsiteY18" fmla="*/ 163401 h 243738"/>
                <a:gd name="connsiteX19" fmla="*/ 109718 w 147551"/>
                <a:gd name="connsiteY19" fmla="*/ 210874 h 243738"/>
                <a:gd name="connsiteX20" fmla="*/ 74519 w 147551"/>
                <a:gd name="connsiteY20" fmla="*/ 23390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51" h="243738">
                  <a:moveTo>
                    <a:pt x="32209" y="119826"/>
                  </a:moveTo>
                  <a:lnTo>
                    <a:pt x="32209" y="111323"/>
                  </a:lnTo>
                  <a:cubicBezTo>
                    <a:pt x="32209" y="21693"/>
                    <a:pt x="76296" y="8939"/>
                    <a:pt x="94429" y="8939"/>
                  </a:cubicBezTo>
                  <a:cubicBezTo>
                    <a:pt x="102962" y="8939"/>
                    <a:pt x="117895" y="11065"/>
                    <a:pt x="125717" y="23110"/>
                  </a:cubicBezTo>
                  <a:cubicBezTo>
                    <a:pt x="120384" y="23110"/>
                    <a:pt x="106162" y="23110"/>
                    <a:pt x="106162" y="39052"/>
                  </a:cubicBezTo>
                  <a:cubicBezTo>
                    <a:pt x="106162" y="50034"/>
                    <a:pt x="114695" y="55348"/>
                    <a:pt x="122517" y="55348"/>
                  </a:cubicBezTo>
                  <a:cubicBezTo>
                    <a:pt x="128206" y="55348"/>
                    <a:pt x="138873" y="52160"/>
                    <a:pt x="138873" y="38343"/>
                  </a:cubicBezTo>
                  <a:cubicBezTo>
                    <a:pt x="138873" y="17087"/>
                    <a:pt x="123229" y="82"/>
                    <a:pt x="93718" y="82"/>
                  </a:cubicBezTo>
                  <a:cubicBezTo>
                    <a:pt x="48208" y="82"/>
                    <a:pt x="210" y="45783"/>
                    <a:pt x="210" y="124077"/>
                  </a:cubicBezTo>
                  <a:cubicBezTo>
                    <a:pt x="210" y="218668"/>
                    <a:pt x="41453" y="243821"/>
                    <a:pt x="74519" y="243821"/>
                  </a:cubicBezTo>
                  <a:cubicBezTo>
                    <a:pt x="113984" y="243821"/>
                    <a:pt x="147761" y="210519"/>
                    <a:pt x="147761" y="163756"/>
                  </a:cubicBezTo>
                  <a:cubicBezTo>
                    <a:pt x="147761" y="118763"/>
                    <a:pt x="116118" y="84753"/>
                    <a:pt x="76652" y="84753"/>
                  </a:cubicBezTo>
                  <a:cubicBezTo>
                    <a:pt x="52475" y="84753"/>
                    <a:pt x="39320" y="102821"/>
                    <a:pt x="32209" y="119826"/>
                  </a:cubicBezTo>
                  <a:close/>
                  <a:moveTo>
                    <a:pt x="74519" y="233901"/>
                  </a:moveTo>
                  <a:cubicBezTo>
                    <a:pt x="52119" y="233901"/>
                    <a:pt x="41453" y="212645"/>
                    <a:pt x="39320" y="207331"/>
                  </a:cubicBezTo>
                  <a:cubicBezTo>
                    <a:pt x="32920" y="190680"/>
                    <a:pt x="32920" y="162338"/>
                    <a:pt x="32920" y="155962"/>
                  </a:cubicBezTo>
                  <a:cubicBezTo>
                    <a:pt x="32920" y="128328"/>
                    <a:pt x="44297" y="92901"/>
                    <a:pt x="76296" y="92901"/>
                  </a:cubicBezTo>
                  <a:cubicBezTo>
                    <a:pt x="81985" y="92901"/>
                    <a:pt x="98340" y="92901"/>
                    <a:pt x="109362" y="114866"/>
                  </a:cubicBezTo>
                  <a:cubicBezTo>
                    <a:pt x="115762" y="127974"/>
                    <a:pt x="115762" y="146042"/>
                    <a:pt x="115762" y="163401"/>
                  </a:cubicBezTo>
                  <a:cubicBezTo>
                    <a:pt x="115762" y="180406"/>
                    <a:pt x="115762" y="198120"/>
                    <a:pt x="109718" y="210874"/>
                  </a:cubicBezTo>
                  <a:cubicBezTo>
                    <a:pt x="99051" y="232130"/>
                    <a:pt x="82696" y="233901"/>
                    <a:pt x="74519" y="233901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18AAA4F0-E06A-EB72-F48A-5917DC354B1D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217918" y="5223254"/>
              <a:ext cx="141862" cy="243738"/>
            </a:xfrm>
            <a:custGeom>
              <a:avLst/>
              <a:gdLst>
                <a:gd name="connsiteX0" fmla="*/ 142077 w 141862"/>
                <a:gd name="connsiteY0" fmla="*/ 164818 h 243738"/>
                <a:gd name="connsiteX1" fmla="*/ 74524 w 141862"/>
                <a:gd name="connsiteY1" fmla="*/ 87233 h 243738"/>
                <a:gd name="connsiteX2" fmla="*/ 29369 w 141862"/>
                <a:gd name="connsiteY2" fmla="*/ 105301 h 243738"/>
                <a:gd name="connsiteX3" fmla="*/ 29369 w 141862"/>
                <a:gd name="connsiteY3" fmla="*/ 36218 h 243738"/>
                <a:gd name="connsiteX4" fmla="*/ 59591 w 141862"/>
                <a:gd name="connsiteY4" fmla="*/ 40823 h 243738"/>
                <a:gd name="connsiteX5" fmla="*/ 128211 w 141862"/>
                <a:gd name="connsiteY5" fmla="*/ 3979 h 243738"/>
                <a:gd name="connsiteX6" fmla="*/ 124656 w 141862"/>
                <a:gd name="connsiteY6" fmla="*/ 82 h 243738"/>
                <a:gd name="connsiteX7" fmla="*/ 121811 w 141862"/>
                <a:gd name="connsiteY7" fmla="*/ 1145 h 243738"/>
                <a:gd name="connsiteX8" fmla="*/ 73457 w 141862"/>
                <a:gd name="connsiteY8" fmla="*/ 11419 h 243738"/>
                <a:gd name="connsiteX9" fmla="*/ 26169 w 141862"/>
                <a:gd name="connsiteY9" fmla="*/ 1499 h 243738"/>
                <a:gd name="connsiteX10" fmla="*/ 21903 w 141862"/>
                <a:gd name="connsiteY10" fmla="*/ 436 h 243738"/>
                <a:gd name="connsiteX11" fmla="*/ 18347 w 141862"/>
                <a:gd name="connsiteY11" fmla="*/ 8939 h 243738"/>
                <a:gd name="connsiteX12" fmla="*/ 18347 w 141862"/>
                <a:gd name="connsiteY12" fmla="*/ 113803 h 243738"/>
                <a:gd name="connsiteX13" fmla="*/ 23325 w 141862"/>
                <a:gd name="connsiteY13" fmla="*/ 123014 h 243738"/>
                <a:gd name="connsiteX14" fmla="*/ 27947 w 141862"/>
                <a:gd name="connsiteY14" fmla="*/ 119826 h 243738"/>
                <a:gd name="connsiteX15" fmla="*/ 73813 w 141862"/>
                <a:gd name="connsiteY15" fmla="*/ 95027 h 243738"/>
                <a:gd name="connsiteX16" fmla="*/ 104034 w 141862"/>
                <a:gd name="connsiteY16" fmla="*/ 117700 h 243738"/>
                <a:gd name="connsiteX17" fmla="*/ 110434 w 141862"/>
                <a:gd name="connsiteY17" fmla="*/ 162338 h 243738"/>
                <a:gd name="connsiteX18" fmla="*/ 101901 w 141862"/>
                <a:gd name="connsiteY18" fmla="*/ 210874 h 243738"/>
                <a:gd name="connsiteX19" fmla="*/ 63857 w 141862"/>
                <a:gd name="connsiteY19" fmla="*/ 233901 h 243738"/>
                <a:gd name="connsiteX20" fmla="*/ 11592 w 141862"/>
                <a:gd name="connsiteY20" fmla="*/ 194223 h 243738"/>
                <a:gd name="connsiteX21" fmla="*/ 17636 w 141862"/>
                <a:gd name="connsiteY21" fmla="*/ 194931 h 243738"/>
                <a:gd name="connsiteX22" fmla="*/ 35414 w 141862"/>
                <a:gd name="connsiteY22" fmla="*/ 177572 h 243738"/>
                <a:gd name="connsiteX23" fmla="*/ 17636 w 141862"/>
                <a:gd name="connsiteY23" fmla="*/ 160213 h 243738"/>
                <a:gd name="connsiteX24" fmla="*/ 215 w 141862"/>
                <a:gd name="connsiteY24" fmla="*/ 178989 h 243738"/>
                <a:gd name="connsiteX25" fmla="*/ 64568 w 141862"/>
                <a:gd name="connsiteY25" fmla="*/ 243821 h 243738"/>
                <a:gd name="connsiteX26" fmla="*/ 142077 w 141862"/>
                <a:gd name="connsiteY26" fmla="*/ 164818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862" h="243738">
                  <a:moveTo>
                    <a:pt x="142077" y="164818"/>
                  </a:moveTo>
                  <a:cubicBezTo>
                    <a:pt x="142077" y="122660"/>
                    <a:pt x="112923" y="87233"/>
                    <a:pt x="74524" y="87233"/>
                  </a:cubicBezTo>
                  <a:cubicBezTo>
                    <a:pt x="57458" y="87233"/>
                    <a:pt x="42169" y="92901"/>
                    <a:pt x="29369" y="105301"/>
                  </a:cubicBezTo>
                  <a:lnTo>
                    <a:pt x="29369" y="36218"/>
                  </a:lnTo>
                  <a:cubicBezTo>
                    <a:pt x="36480" y="38343"/>
                    <a:pt x="48213" y="40823"/>
                    <a:pt x="59591" y="40823"/>
                  </a:cubicBezTo>
                  <a:cubicBezTo>
                    <a:pt x="103323" y="40823"/>
                    <a:pt x="128211" y="8585"/>
                    <a:pt x="128211" y="3979"/>
                  </a:cubicBezTo>
                  <a:cubicBezTo>
                    <a:pt x="128211" y="1853"/>
                    <a:pt x="127145" y="82"/>
                    <a:pt x="124656" y="82"/>
                  </a:cubicBezTo>
                  <a:cubicBezTo>
                    <a:pt x="124300" y="82"/>
                    <a:pt x="123589" y="82"/>
                    <a:pt x="121811" y="1145"/>
                  </a:cubicBezTo>
                  <a:cubicBezTo>
                    <a:pt x="114700" y="4333"/>
                    <a:pt x="97279" y="11419"/>
                    <a:pt x="73457" y="11419"/>
                  </a:cubicBezTo>
                  <a:cubicBezTo>
                    <a:pt x="59235" y="11419"/>
                    <a:pt x="42880" y="8939"/>
                    <a:pt x="26169" y="1499"/>
                  </a:cubicBezTo>
                  <a:cubicBezTo>
                    <a:pt x="23325" y="436"/>
                    <a:pt x="22614" y="436"/>
                    <a:pt x="21903" y="436"/>
                  </a:cubicBezTo>
                  <a:cubicBezTo>
                    <a:pt x="18347" y="436"/>
                    <a:pt x="18347" y="3271"/>
                    <a:pt x="18347" y="8939"/>
                  </a:cubicBezTo>
                  <a:lnTo>
                    <a:pt x="18347" y="113803"/>
                  </a:lnTo>
                  <a:cubicBezTo>
                    <a:pt x="18347" y="120180"/>
                    <a:pt x="18347" y="123014"/>
                    <a:pt x="23325" y="123014"/>
                  </a:cubicBezTo>
                  <a:cubicBezTo>
                    <a:pt x="25814" y="123014"/>
                    <a:pt x="26525" y="121951"/>
                    <a:pt x="27947" y="119826"/>
                  </a:cubicBezTo>
                  <a:cubicBezTo>
                    <a:pt x="31858" y="114158"/>
                    <a:pt x="45013" y="95027"/>
                    <a:pt x="73813" y="95027"/>
                  </a:cubicBezTo>
                  <a:cubicBezTo>
                    <a:pt x="92301" y="95027"/>
                    <a:pt x="101190" y="111323"/>
                    <a:pt x="104034" y="117700"/>
                  </a:cubicBezTo>
                  <a:cubicBezTo>
                    <a:pt x="109723" y="130808"/>
                    <a:pt x="110434" y="144625"/>
                    <a:pt x="110434" y="162338"/>
                  </a:cubicBezTo>
                  <a:cubicBezTo>
                    <a:pt x="110434" y="174738"/>
                    <a:pt x="110434" y="195994"/>
                    <a:pt x="101901" y="210874"/>
                  </a:cubicBezTo>
                  <a:cubicBezTo>
                    <a:pt x="93368" y="224690"/>
                    <a:pt x="80212" y="233901"/>
                    <a:pt x="63857" y="233901"/>
                  </a:cubicBezTo>
                  <a:cubicBezTo>
                    <a:pt x="37903" y="233901"/>
                    <a:pt x="17636" y="215125"/>
                    <a:pt x="11592" y="194223"/>
                  </a:cubicBezTo>
                  <a:cubicBezTo>
                    <a:pt x="12659" y="194577"/>
                    <a:pt x="13725" y="194931"/>
                    <a:pt x="17636" y="194931"/>
                  </a:cubicBezTo>
                  <a:cubicBezTo>
                    <a:pt x="29369" y="194931"/>
                    <a:pt x="35414" y="186075"/>
                    <a:pt x="35414" y="177572"/>
                  </a:cubicBezTo>
                  <a:cubicBezTo>
                    <a:pt x="35414" y="169070"/>
                    <a:pt x="29369" y="160213"/>
                    <a:pt x="17636" y="160213"/>
                  </a:cubicBezTo>
                  <a:cubicBezTo>
                    <a:pt x="12659" y="160213"/>
                    <a:pt x="215" y="162693"/>
                    <a:pt x="215" y="178989"/>
                  </a:cubicBezTo>
                  <a:cubicBezTo>
                    <a:pt x="215" y="209457"/>
                    <a:pt x="24747" y="243821"/>
                    <a:pt x="64568" y="243821"/>
                  </a:cubicBezTo>
                  <a:cubicBezTo>
                    <a:pt x="105812" y="243821"/>
                    <a:pt x="142077" y="209811"/>
                    <a:pt x="142077" y="164818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5FB97CA9-CA3D-A34E-8CB3-88047DAE7079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387869" y="5219357"/>
              <a:ext cx="157506" cy="239841"/>
            </a:xfrm>
            <a:custGeom>
              <a:avLst/>
              <a:gdLst>
                <a:gd name="connsiteX0" fmla="*/ 94795 w 157506"/>
                <a:gd name="connsiteY0" fmla="*/ 181469 h 239841"/>
                <a:gd name="connsiteX1" fmla="*/ 94795 w 157506"/>
                <a:gd name="connsiteY1" fmla="*/ 212291 h 239841"/>
                <a:gd name="connsiteX2" fmla="*/ 67773 w 157506"/>
                <a:gd name="connsiteY2" fmla="*/ 228941 h 239841"/>
                <a:gd name="connsiteX3" fmla="*/ 60307 w 157506"/>
                <a:gd name="connsiteY3" fmla="*/ 228941 h 239841"/>
                <a:gd name="connsiteX4" fmla="*/ 60307 w 157506"/>
                <a:gd name="connsiteY4" fmla="*/ 239924 h 239841"/>
                <a:gd name="connsiteX5" fmla="*/ 108306 w 157506"/>
                <a:gd name="connsiteY5" fmla="*/ 238861 h 239841"/>
                <a:gd name="connsiteX6" fmla="*/ 156660 w 157506"/>
                <a:gd name="connsiteY6" fmla="*/ 239924 h 239841"/>
                <a:gd name="connsiteX7" fmla="*/ 156660 w 157506"/>
                <a:gd name="connsiteY7" fmla="*/ 228941 h 239841"/>
                <a:gd name="connsiteX8" fmla="*/ 149193 w 157506"/>
                <a:gd name="connsiteY8" fmla="*/ 228941 h 239841"/>
                <a:gd name="connsiteX9" fmla="*/ 122172 w 157506"/>
                <a:gd name="connsiteY9" fmla="*/ 212291 h 239841"/>
                <a:gd name="connsiteX10" fmla="*/ 122172 w 157506"/>
                <a:gd name="connsiteY10" fmla="*/ 181469 h 239841"/>
                <a:gd name="connsiteX11" fmla="*/ 157726 w 157506"/>
                <a:gd name="connsiteY11" fmla="*/ 181469 h 239841"/>
                <a:gd name="connsiteX12" fmla="*/ 157726 w 157506"/>
                <a:gd name="connsiteY12" fmla="*/ 170487 h 239841"/>
                <a:gd name="connsiteX13" fmla="*/ 122172 w 157506"/>
                <a:gd name="connsiteY13" fmla="*/ 170487 h 239841"/>
                <a:gd name="connsiteX14" fmla="*/ 122172 w 157506"/>
                <a:gd name="connsiteY14" fmla="*/ 9293 h 239841"/>
                <a:gd name="connsiteX15" fmla="*/ 116483 w 157506"/>
                <a:gd name="connsiteY15" fmla="*/ 82 h 239841"/>
                <a:gd name="connsiteX16" fmla="*/ 109372 w 157506"/>
                <a:gd name="connsiteY16" fmla="*/ 4333 h 239841"/>
                <a:gd name="connsiteX17" fmla="*/ 220 w 157506"/>
                <a:gd name="connsiteY17" fmla="*/ 170487 h 239841"/>
                <a:gd name="connsiteX18" fmla="*/ 220 w 157506"/>
                <a:gd name="connsiteY18" fmla="*/ 181469 h 239841"/>
                <a:gd name="connsiteX19" fmla="*/ 94795 w 157506"/>
                <a:gd name="connsiteY19" fmla="*/ 181469 h 239841"/>
                <a:gd name="connsiteX20" fmla="*/ 96928 w 157506"/>
                <a:gd name="connsiteY20" fmla="*/ 170487 h 239841"/>
                <a:gd name="connsiteX21" fmla="*/ 10175 w 157506"/>
                <a:gd name="connsiteY21" fmla="*/ 170487 h 239841"/>
                <a:gd name="connsiteX22" fmla="*/ 96928 w 157506"/>
                <a:gd name="connsiteY22" fmla="*/ 38343 h 239841"/>
                <a:gd name="connsiteX23" fmla="*/ 96928 w 157506"/>
                <a:gd name="connsiteY23" fmla="*/ 170487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7506" h="239841">
                  <a:moveTo>
                    <a:pt x="94795" y="181469"/>
                  </a:moveTo>
                  <a:lnTo>
                    <a:pt x="94795" y="212291"/>
                  </a:lnTo>
                  <a:cubicBezTo>
                    <a:pt x="94795" y="225044"/>
                    <a:pt x="94084" y="228941"/>
                    <a:pt x="67773" y="228941"/>
                  </a:cubicBezTo>
                  <a:lnTo>
                    <a:pt x="60307" y="228941"/>
                  </a:lnTo>
                  <a:lnTo>
                    <a:pt x="60307" y="239924"/>
                  </a:lnTo>
                  <a:cubicBezTo>
                    <a:pt x="74884" y="238861"/>
                    <a:pt x="93373" y="238861"/>
                    <a:pt x="108306" y="238861"/>
                  </a:cubicBezTo>
                  <a:cubicBezTo>
                    <a:pt x="123239" y="238861"/>
                    <a:pt x="142082" y="238861"/>
                    <a:pt x="156660" y="239924"/>
                  </a:cubicBezTo>
                  <a:lnTo>
                    <a:pt x="156660" y="228941"/>
                  </a:lnTo>
                  <a:lnTo>
                    <a:pt x="149193" y="228941"/>
                  </a:lnTo>
                  <a:cubicBezTo>
                    <a:pt x="122883" y="228941"/>
                    <a:pt x="122172" y="225044"/>
                    <a:pt x="122172" y="212291"/>
                  </a:cubicBezTo>
                  <a:lnTo>
                    <a:pt x="122172" y="181469"/>
                  </a:lnTo>
                  <a:lnTo>
                    <a:pt x="157726" y="181469"/>
                  </a:lnTo>
                  <a:lnTo>
                    <a:pt x="157726" y="170487"/>
                  </a:lnTo>
                  <a:lnTo>
                    <a:pt x="122172" y="170487"/>
                  </a:lnTo>
                  <a:lnTo>
                    <a:pt x="122172" y="9293"/>
                  </a:lnTo>
                  <a:cubicBezTo>
                    <a:pt x="122172" y="2208"/>
                    <a:pt x="122172" y="82"/>
                    <a:pt x="116483" y="82"/>
                  </a:cubicBezTo>
                  <a:cubicBezTo>
                    <a:pt x="113283" y="82"/>
                    <a:pt x="112217" y="82"/>
                    <a:pt x="109372" y="4333"/>
                  </a:cubicBezTo>
                  <a:lnTo>
                    <a:pt x="220" y="170487"/>
                  </a:lnTo>
                  <a:lnTo>
                    <a:pt x="220" y="181469"/>
                  </a:lnTo>
                  <a:lnTo>
                    <a:pt x="94795" y="181469"/>
                  </a:lnTo>
                  <a:close/>
                  <a:moveTo>
                    <a:pt x="96928" y="170487"/>
                  </a:moveTo>
                  <a:lnTo>
                    <a:pt x="10175" y="170487"/>
                  </a:lnTo>
                  <a:lnTo>
                    <a:pt x="96928" y="38343"/>
                  </a:lnTo>
                  <a:lnTo>
                    <a:pt x="96928" y="170487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75881C41-5C5C-8B9F-6270-400676FAE28A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8590383" y="5644483"/>
              <a:ext cx="157506" cy="239841"/>
            </a:xfrm>
            <a:custGeom>
              <a:avLst/>
              <a:gdLst>
                <a:gd name="connsiteX0" fmla="*/ 94744 w 157506"/>
                <a:gd name="connsiteY0" fmla="*/ 181481 h 239841"/>
                <a:gd name="connsiteX1" fmla="*/ 94744 w 157506"/>
                <a:gd name="connsiteY1" fmla="*/ 212303 h 239841"/>
                <a:gd name="connsiteX2" fmla="*/ 67723 w 157506"/>
                <a:gd name="connsiteY2" fmla="*/ 228953 h 239841"/>
                <a:gd name="connsiteX3" fmla="*/ 60257 w 157506"/>
                <a:gd name="connsiteY3" fmla="*/ 228953 h 239841"/>
                <a:gd name="connsiteX4" fmla="*/ 60257 w 157506"/>
                <a:gd name="connsiteY4" fmla="*/ 239936 h 239841"/>
                <a:gd name="connsiteX5" fmla="*/ 108255 w 157506"/>
                <a:gd name="connsiteY5" fmla="*/ 238873 h 239841"/>
                <a:gd name="connsiteX6" fmla="*/ 156609 w 157506"/>
                <a:gd name="connsiteY6" fmla="*/ 239936 h 239841"/>
                <a:gd name="connsiteX7" fmla="*/ 156609 w 157506"/>
                <a:gd name="connsiteY7" fmla="*/ 228953 h 239841"/>
                <a:gd name="connsiteX8" fmla="*/ 149143 w 157506"/>
                <a:gd name="connsiteY8" fmla="*/ 228953 h 239841"/>
                <a:gd name="connsiteX9" fmla="*/ 122121 w 157506"/>
                <a:gd name="connsiteY9" fmla="*/ 212303 h 239841"/>
                <a:gd name="connsiteX10" fmla="*/ 122121 w 157506"/>
                <a:gd name="connsiteY10" fmla="*/ 181481 h 239841"/>
                <a:gd name="connsiteX11" fmla="*/ 157676 w 157506"/>
                <a:gd name="connsiteY11" fmla="*/ 181481 h 239841"/>
                <a:gd name="connsiteX12" fmla="*/ 157676 w 157506"/>
                <a:gd name="connsiteY12" fmla="*/ 170499 h 239841"/>
                <a:gd name="connsiteX13" fmla="*/ 122121 w 157506"/>
                <a:gd name="connsiteY13" fmla="*/ 170499 h 239841"/>
                <a:gd name="connsiteX14" fmla="*/ 122121 w 157506"/>
                <a:gd name="connsiteY14" fmla="*/ 9305 h 239841"/>
                <a:gd name="connsiteX15" fmla="*/ 116433 w 157506"/>
                <a:gd name="connsiteY15" fmla="*/ 94 h 239841"/>
                <a:gd name="connsiteX16" fmla="*/ 109322 w 157506"/>
                <a:gd name="connsiteY16" fmla="*/ 4345 h 239841"/>
                <a:gd name="connsiteX17" fmla="*/ 169 w 157506"/>
                <a:gd name="connsiteY17" fmla="*/ 170499 h 239841"/>
                <a:gd name="connsiteX18" fmla="*/ 169 w 157506"/>
                <a:gd name="connsiteY18" fmla="*/ 181481 h 239841"/>
                <a:gd name="connsiteX19" fmla="*/ 94744 w 157506"/>
                <a:gd name="connsiteY19" fmla="*/ 181481 h 239841"/>
                <a:gd name="connsiteX20" fmla="*/ 96878 w 157506"/>
                <a:gd name="connsiteY20" fmla="*/ 170499 h 239841"/>
                <a:gd name="connsiteX21" fmla="*/ 10125 w 157506"/>
                <a:gd name="connsiteY21" fmla="*/ 170499 h 239841"/>
                <a:gd name="connsiteX22" fmla="*/ 96878 w 157506"/>
                <a:gd name="connsiteY22" fmla="*/ 38355 h 239841"/>
                <a:gd name="connsiteX23" fmla="*/ 96878 w 157506"/>
                <a:gd name="connsiteY23" fmla="*/ 170499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7506" h="239841">
                  <a:moveTo>
                    <a:pt x="94744" y="181481"/>
                  </a:moveTo>
                  <a:lnTo>
                    <a:pt x="94744" y="212303"/>
                  </a:lnTo>
                  <a:cubicBezTo>
                    <a:pt x="94744" y="225056"/>
                    <a:pt x="94033" y="228953"/>
                    <a:pt x="67723" y="228953"/>
                  </a:cubicBezTo>
                  <a:lnTo>
                    <a:pt x="60257" y="228953"/>
                  </a:lnTo>
                  <a:lnTo>
                    <a:pt x="60257" y="239936"/>
                  </a:lnTo>
                  <a:cubicBezTo>
                    <a:pt x="74834" y="238873"/>
                    <a:pt x="93322" y="238873"/>
                    <a:pt x="108255" y="238873"/>
                  </a:cubicBezTo>
                  <a:cubicBezTo>
                    <a:pt x="123188" y="238873"/>
                    <a:pt x="142032" y="238873"/>
                    <a:pt x="156609" y="239936"/>
                  </a:cubicBezTo>
                  <a:lnTo>
                    <a:pt x="156609" y="228953"/>
                  </a:lnTo>
                  <a:lnTo>
                    <a:pt x="149143" y="228953"/>
                  </a:lnTo>
                  <a:cubicBezTo>
                    <a:pt x="122833" y="228953"/>
                    <a:pt x="122121" y="225056"/>
                    <a:pt x="122121" y="212303"/>
                  </a:cubicBezTo>
                  <a:lnTo>
                    <a:pt x="122121" y="181481"/>
                  </a:lnTo>
                  <a:lnTo>
                    <a:pt x="157676" y="181481"/>
                  </a:lnTo>
                  <a:lnTo>
                    <a:pt x="157676" y="170499"/>
                  </a:lnTo>
                  <a:lnTo>
                    <a:pt x="122121" y="170499"/>
                  </a:lnTo>
                  <a:lnTo>
                    <a:pt x="122121" y="9305"/>
                  </a:lnTo>
                  <a:cubicBezTo>
                    <a:pt x="122121" y="2220"/>
                    <a:pt x="122121" y="94"/>
                    <a:pt x="116433" y="94"/>
                  </a:cubicBezTo>
                  <a:cubicBezTo>
                    <a:pt x="113233" y="94"/>
                    <a:pt x="112166" y="94"/>
                    <a:pt x="109322" y="4345"/>
                  </a:cubicBezTo>
                  <a:lnTo>
                    <a:pt x="169" y="170499"/>
                  </a:lnTo>
                  <a:lnTo>
                    <a:pt x="169" y="181481"/>
                  </a:lnTo>
                  <a:lnTo>
                    <a:pt x="94744" y="181481"/>
                  </a:lnTo>
                  <a:close/>
                  <a:moveTo>
                    <a:pt x="96878" y="170499"/>
                  </a:moveTo>
                  <a:lnTo>
                    <a:pt x="10125" y="170499"/>
                  </a:lnTo>
                  <a:lnTo>
                    <a:pt x="96878" y="38355"/>
                  </a:lnTo>
                  <a:lnTo>
                    <a:pt x="96878" y="170499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E9649884-EF4E-B3BD-DCF5-26FBBB07A9A7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8788778" y="5846772"/>
              <a:ext cx="37687" cy="37552"/>
            </a:xfrm>
            <a:custGeom>
              <a:avLst/>
              <a:gdLst>
                <a:gd name="connsiteX0" fmla="*/ 37862 w 37687"/>
                <a:gd name="connsiteY0" fmla="*/ 18870 h 37552"/>
                <a:gd name="connsiteX1" fmla="*/ 19018 w 37687"/>
                <a:gd name="connsiteY1" fmla="*/ 94 h 37552"/>
                <a:gd name="connsiteX2" fmla="*/ 174 w 37687"/>
                <a:gd name="connsiteY2" fmla="*/ 18870 h 37552"/>
                <a:gd name="connsiteX3" fmla="*/ 19018 w 37687"/>
                <a:gd name="connsiteY3" fmla="*/ 37647 h 37552"/>
                <a:gd name="connsiteX4" fmla="*/ 37862 w 37687"/>
                <a:gd name="connsiteY4" fmla="*/ 18870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87" h="37552">
                  <a:moveTo>
                    <a:pt x="37862" y="18870"/>
                  </a:moveTo>
                  <a:cubicBezTo>
                    <a:pt x="37862" y="8597"/>
                    <a:pt x="29329" y="94"/>
                    <a:pt x="19018" y="94"/>
                  </a:cubicBezTo>
                  <a:cubicBezTo>
                    <a:pt x="8707" y="94"/>
                    <a:pt x="174" y="8597"/>
                    <a:pt x="174" y="18870"/>
                  </a:cubicBezTo>
                  <a:cubicBezTo>
                    <a:pt x="174" y="29144"/>
                    <a:pt x="8707" y="37647"/>
                    <a:pt x="19018" y="37647"/>
                  </a:cubicBezTo>
                  <a:cubicBezTo>
                    <a:pt x="29329" y="37647"/>
                    <a:pt x="37862" y="29144"/>
                    <a:pt x="37862" y="18870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7AFF3D0F-1389-1FCB-BD51-3A2B797B3FD4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8871897" y="5648380"/>
              <a:ext cx="147551" cy="243738"/>
            </a:xfrm>
            <a:custGeom>
              <a:avLst/>
              <a:gdLst>
                <a:gd name="connsiteX0" fmla="*/ 32176 w 147551"/>
                <a:gd name="connsiteY0" fmla="*/ 119838 h 243738"/>
                <a:gd name="connsiteX1" fmla="*/ 32176 w 147551"/>
                <a:gd name="connsiteY1" fmla="*/ 111335 h 243738"/>
                <a:gd name="connsiteX2" fmla="*/ 94397 w 147551"/>
                <a:gd name="connsiteY2" fmla="*/ 8951 h 243738"/>
                <a:gd name="connsiteX3" fmla="*/ 125685 w 147551"/>
                <a:gd name="connsiteY3" fmla="*/ 23122 h 243738"/>
                <a:gd name="connsiteX4" fmla="*/ 106130 w 147551"/>
                <a:gd name="connsiteY4" fmla="*/ 39064 h 243738"/>
                <a:gd name="connsiteX5" fmla="*/ 122485 w 147551"/>
                <a:gd name="connsiteY5" fmla="*/ 55360 h 243738"/>
                <a:gd name="connsiteX6" fmla="*/ 138840 w 147551"/>
                <a:gd name="connsiteY6" fmla="*/ 38355 h 243738"/>
                <a:gd name="connsiteX7" fmla="*/ 93686 w 147551"/>
                <a:gd name="connsiteY7" fmla="*/ 94 h 243738"/>
                <a:gd name="connsiteX8" fmla="*/ 177 w 147551"/>
                <a:gd name="connsiteY8" fmla="*/ 124089 h 243738"/>
                <a:gd name="connsiteX9" fmla="*/ 74486 w 147551"/>
                <a:gd name="connsiteY9" fmla="*/ 243833 h 243738"/>
                <a:gd name="connsiteX10" fmla="*/ 147729 w 147551"/>
                <a:gd name="connsiteY10" fmla="*/ 163767 h 243738"/>
                <a:gd name="connsiteX11" fmla="*/ 76619 w 147551"/>
                <a:gd name="connsiteY11" fmla="*/ 84765 h 243738"/>
                <a:gd name="connsiteX12" fmla="*/ 32176 w 147551"/>
                <a:gd name="connsiteY12" fmla="*/ 119838 h 243738"/>
                <a:gd name="connsiteX13" fmla="*/ 74486 w 147551"/>
                <a:gd name="connsiteY13" fmla="*/ 233913 h 243738"/>
                <a:gd name="connsiteX14" fmla="*/ 39287 w 147551"/>
                <a:gd name="connsiteY14" fmla="*/ 207343 h 243738"/>
                <a:gd name="connsiteX15" fmla="*/ 32887 w 147551"/>
                <a:gd name="connsiteY15" fmla="*/ 155973 h 243738"/>
                <a:gd name="connsiteX16" fmla="*/ 76264 w 147551"/>
                <a:gd name="connsiteY16" fmla="*/ 92913 h 243738"/>
                <a:gd name="connsiteX17" fmla="*/ 109330 w 147551"/>
                <a:gd name="connsiteY17" fmla="*/ 114878 h 243738"/>
                <a:gd name="connsiteX18" fmla="*/ 115729 w 147551"/>
                <a:gd name="connsiteY18" fmla="*/ 163413 h 243738"/>
                <a:gd name="connsiteX19" fmla="*/ 109685 w 147551"/>
                <a:gd name="connsiteY19" fmla="*/ 210886 h 243738"/>
                <a:gd name="connsiteX20" fmla="*/ 74486 w 147551"/>
                <a:gd name="connsiteY20" fmla="*/ 233913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51" h="243738">
                  <a:moveTo>
                    <a:pt x="32176" y="119838"/>
                  </a:moveTo>
                  <a:lnTo>
                    <a:pt x="32176" y="111335"/>
                  </a:lnTo>
                  <a:cubicBezTo>
                    <a:pt x="32176" y="21705"/>
                    <a:pt x="76264" y="8951"/>
                    <a:pt x="94397" y="8951"/>
                  </a:cubicBezTo>
                  <a:cubicBezTo>
                    <a:pt x="102930" y="8951"/>
                    <a:pt x="117863" y="11076"/>
                    <a:pt x="125685" y="23122"/>
                  </a:cubicBezTo>
                  <a:cubicBezTo>
                    <a:pt x="120351" y="23122"/>
                    <a:pt x="106130" y="23122"/>
                    <a:pt x="106130" y="39064"/>
                  </a:cubicBezTo>
                  <a:cubicBezTo>
                    <a:pt x="106130" y="50046"/>
                    <a:pt x="114663" y="55360"/>
                    <a:pt x="122485" y="55360"/>
                  </a:cubicBezTo>
                  <a:cubicBezTo>
                    <a:pt x="128173" y="55360"/>
                    <a:pt x="138840" y="52172"/>
                    <a:pt x="138840" y="38355"/>
                  </a:cubicBezTo>
                  <a:cubicBezTo>
                    <a:pt x="138840" y="17099"/>
                    <a:pt x="123196" y="94"/>
                    <a:pt x="93686" y="94"/>
                  </a:cubicBezTo>
                  <a:cubicBezTo>
                    <a:pt x="48176" y="94"/>
                    <a:pt x="177" y="45795"/>
                    <a:pt x="177" y="124089"/>
                  </a:cubicBezTo>
                  <a:cubicBezTo>
                    <a:pt x="177" y="218680"/>
                    <a:pt x="41420" y="243833"/>
                    <a:pt x="74486" y="243833"/>
                  </a:cubicBezTo>
                  <a:cubicBezTo>
                    <a:pt x="113952" y="243833"/>
                    <a:pt x="147729" y="210531"/>
                    <a:pt x="147729" y="163767"/>
                  </a:cubicBezTo>
                  <a:cubicBezTo>
                    <a:pt x="147729" y="118775"/>
                    <a:pt x="116085" y="84765"/>
                    <a:pt x="76619" y="84765"/>
                  </a:cubicBezTo>
                  <a:cubicBezTo>
                    <a:pt x="52442" y="84765"/>
                    <a:pt x="39287" y="102833"/>
                    <a:pt x="32176" y="119838"/>
                  </a:cubicBezTo>
                  <a:close/>
                  <a:moveTo>
                    <a:pt x="74486" y="233913"/>
                  </a:moveTo>
                  <a:cubicBezTo>
                    <a:pt x="52087" y="233913"/>
                    <a:pt x="41420" y="212657"/>
                    <a:pt x="39287" y="207343"/>
                  </a:cubicBezTo>
                  <a:cubicBezTo>
                    <a:pt x="32887" y="190692"/>
                    <a:pt x="32887" y="162350"/>
                    <a:pt x="32887" y="155973"/>
                  </a:cubicBezTo>
                  <a:cubicBezTo>
                    <a:pt x="32887" y="128340"/>
                    <a:pt x="44265" y="92913"/>
                    <a:pt x="76264" y="92913"/>
                  </a:cubicBezTo>
                  <a:cubicBezTo>
                    <a:pt x="81953" y="92913"/>
                    <a:pt x="98308" y="92913"/>
                    <a:pt x="109330" y="114878"/>
                  </a:cubicBezTo>
                  <a:cubicBezTo>
                    <a:pt x="115729" y="127986"/>
                    <a:pt x="115729" y="146054"/>
                    <a:pt x="115729" y="163413"/>
                  </a:cubicBezTo>
                  <a:cubicBezTo>
                    <a:pt x="115729" y="180418"/>
                    <a:pt x="115729" y="198132"/>
                    <a:pt x="109685" y="210886"/>
                  </a:cubicBezTo>
                  <a:cubicBezTo>
                    <a:pt x="99019" y="232142"/>
                    <a:pt x="82664" y="233913"/>
                    <a:pt x="74486" y="233913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5A31346-F9DF-E92E-478A-80CBEE35208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9052515" y="5648380"/>
              <a:ext cx="141862" cy="243738"/>
            </a:xfrm>
            <a:custGeom>
              <a:avLst/>
              <a:gdLst>
                <a:gd name="connsiteX0" fmla="*/ 142045 w 141862"/>
                <a:gd name="connsiteY0" fmla="*/ 164830 h 243738"/>
                <a:gd name="connsiteX1" fmla="*/ 74491 w 141862"/>
                <a:gd name="connsiteY1" fmla="*/ 87245 h 243738"/>
                <a:gd name="connsiteX2" fmla="*/ 29337 w 141862"/>
                <a:gd name="connsiteY2" fmla="*/ 105313 h 243738"/>
                <a:gd name="connsiteX3" fmla="*/ 29337 w 141862"/>
                <a:gd name="connsiteY3" fmla="*/ 36230 h 243738"/>
                <a:gd name="connsiteX4" fmla="*/ 59558 w 141862"/>
                <a:gd name="connsiteY4" fmla="*/ 40835 h 243738"/>
                <a:gd name="connsiteX5" fmla="*/ 128178 w 141862"/>
                <a:gd name="connsiteY5" fmla="*/ 3991 h 243738"/>
                <a:gd name="connsiteX6" fmla="*/ 124623 w 141862"/>
                <a:gd name="connsiteY6" fmla="*/ 94 h 243738"/>
                <a:gd name="connsiteX7" fmla="*/ 121779 w 141862"/>
                <a:gd name="connsiteY7" fmla="*/ 1157 h 243738"/>
                <a:gd name="connsiteX8" fmla="*/ 73424 w 141862"/>
                <a:gd name="connsiteY8" fmla="*/ 11431 h 243738"/>
                <a:gd name="connsiteX9" fmla="*/ 26137 w 141862"/>
                <a:gd name="connsiteY9" fmla="*/ 1511 h 243738"/>
                <a:gd name="connsiteX10" fmla="*/ 21870 w 141862"/>
                <a:gd name="connsiteY10" fmla="*/ 448 h 243738"/>
                <a:gd name="connsiteX11" fmla="*/ 18315 w 141862"/>
                <a:gd name="connsiteY11" fmla="*/ 8951 h 243738"/>
                <a:gd name="connsiteX12" fmla="*/ 18315 w 141862"/>
                <a:gd name="connsiteY12" fmla="*/ 113815 h 243738"/>
                <a:gd name="connsiteX13" fmla="*/ 23292 w 141862"/>
                <a:gd name="connsiteY13" fmla="*/ 123026 h 243738"/>
                <a:gd name="connsiteX14" fmla="*/ 27915 w 141862"/>
                <a:gd name="connsiteY14" fmla="*/ 119838 h 243738"/>
                <a:gd name="connsiteX15" fmla="*/ 73780 w 141862"/>
                <a:gd name="connsiteY15" fmla="*/ 95039 h 243738"/>
                <a:gd name="connsiteX16" fmla="*/ 104001 w 141862"/>
                <a:gd name="connsiteY16" fmla="*/ 117712 h 243738"/>
                <a:gd name="connsiteX17" fmla="*/ 110401 w 141862"/>
                <a:gd name="connsiteY17" fmla="*/ 162350 h 243738"/>
                <a:gd name="connsiteX18" fmla="*/ 101868 w 141862"/>
                <a:gd name="connsiteY18" fmla="*/ 210886 h 243738"/>
                <a:gd name="connsiteX19" fmla="*/ 63825 w 141862"/>
                <a:gd name="connsiteY19" fmla="*/ 233913 h 243738"/>
                <a:gd name="connsiteX20" fmla="*/ 11559 w 141862"/>
                <a:gd name="connsiteY20" fmla="*/ 194235 h 243738"/>
                <a:gd name="connsiteX21" fmla="*/ 17604 w 141862"/>
                <a:gd name="connsiteY21" fmla="*/ 194943 h 243738"/>
                <a:gd name="connsiteX22" fmla="*/ 35381 w 141862"/>
                <a:gd name="connsiteY22" fmla="*/ 177584 h 243738"/>
                <a:gd name="connsiteX23" fmla="*/ 17604 w 141862"/>
                <a:gd name="connsiteY23" fmla="*/ 160225 h 243738"/>
                <a:gd name="connsiteX24" fmla="*/ 182 w 141862"/>
                <a:gd name="connsiteY24" fmla="*/ 179001 h 243738"/>
                <a:gd name="connsiteX25" fmla="*/ 64536 w 141862"/>
                <a:gd name="connsiteY25" fmla="*/ 243833 h 243738"/>
                <a:gd name="connsiteX26" fmla="*/ 142045 w 141862"/>
                <a:gd name="connsiteY26" fmla="*/ 16483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862" h="243738">
                  <a:moveTo>
                    <a:pt x="142045" y="164830"/>
                  </a:moveTo>
                  <a:cubicBezTo>
                    <a:pt x="142045" y="122672"/>
                    <a:pt x="112890" y="87245"/>
                    <a:pt x="74491" y="87245"/>
                  </a:cubicBezTo>
                  <a:cubicBezTo>
                    <a:pt x="57425" y="87245"/>
                    <a:pt x="42136" y="92913"/>
                    <a:pt x="29337" y="105313"/>
                  </a:cubicBezTo>
                  <a:lnTo>
                    <a:pt x="29337" y="36230"/>
                  </a:lnTo>
                  <a:cubicBezTo>
                    <a:pt x="36448" y="38355"/>
                    <a:pt x="48181" y="40835"/>
                    <a:pt x="59558" y="40835"/>
                  </a:cubicBezTo>
                  <a:cubicBezTo>
                    <a:pt x="103290" y="40835"/>
                    <a:pt x="128178" y="8597"/>
                    <a:pt x="128178" y="3991"/>
                  </a:cubicBezTo>
                  <a:cubicBezTo>
                    <a:pt x="128178" y="1865"/>
                    <a:pt x="127112" y="94"/>
                    <a:pt x="124623" y="94"/>
                  </a:cubicBezTo>
                  <a:cubicBezTo>
                    <a:pt x="124267" y="94"/>
                    <a:pt x="123556" y="94"/>
                    <a:pt x="121779" y="1157"/>
                  </a:cubicBezTo>
                  <a:cubicBezTo>
                    <a:pt x="114668" y="4345"/>
                    <a:pt x="97246" y="11431"/>
                    <a:pt x="73424" y="11431"/>
                  </a:cubicBezTo>
                  <a:cubicBezTo>
                    <a:pt x="59203" y="11431"/>
                    <a:pt x="42847" y="8951"/>
                    <a:pt x="26137" y="1511"/>
                  </a:cubicBezTo>
                  <a:cubicBezTo>
                    <a:pt x="23292" y="448"/>
                    <a:pt x="22581" y="448"/>
                    <a:pt x="21870" y="448"/>
                  </a:cubicBezTo>
                  <a:cubicBezTo>
                    <a:pt x="18315" y="448"/>
                    <a:pt x="18315" y="3282"/>
                    <a:pt x="18315" y="8951"/>
                  </a:cubicBezTo>
                  <a:lnTo>
                    <a:pt x="18315" y="113815"/>
                  </a:lnTo>
                  <a:cubicBezTo>
                    <a:pt x="18315" y="120192"/>
                    <a:pt x="18315" y="123026"/>
                    <a:pt x="23292" y="123026"/>
                  </a:cubicBezTo>
                  <a:cubicBezTo>
                    <a:pt x="25781" y="123026"/>
                    <a:pt x="26492" y="121963"/>
                    <a:pt x="27915" y="119838"/>
                  </a:cubicBezTo>
                  <a:cubicBezTo>
                    <a:pt x="31826" y="114169"/>
                    <a:pt x="44981" y="95039"/>
                    <a:pt x="73780" y="95039"/>
                  </a:cubicBezTo>
                  <a:cubicBezTo>
                    <a:pt x="92268" y="95039"/>
                    <a:pt x="101157" y="111335"/>
                    <a:pt x="104001" y="117712"/>
                  </a:cubicBezTo>
                  <a:cubicBezTo>
                    <a:pt x="109690" y="130820"/>
                    <a:pt x="110401" y="144637"/>
                    <a:pt x="110401" y="162350"/>
                  </a:cubicBezTo>
                  <a:cubicBezTo>
                    <a:pt x="110401" y="174750"/>
                    <a:pt x="110401" y="196006"/>
                    <a:pt x="101868" y="210886"/>
                  </a:cubicBezTo>
                  <a:cubicBezTo>
                    <a:pt x="93335" y="224702"/>
                    <a:pt x="80180" y="233913"/>
                    <a:pt x="63825" y="233913"/>
                  </a:cubicBezTo>
                  <a:cubicBezTo>
                    <a:pt x="37870" y="233913"/>
                    <a:pt x="17604" y="215137"/>
                    <a:pt x="11559" y="194235"/>
                  </a:cubicBezTo>
                  <a:cubicBezTo>
                    <a:pt x="12626" y="194589"/>
                    <a:pt x="13693" y="194943"/>
                    <a:pt x="17604" y="194943"/>
                  </a:cubicBezTo>
                  <a:cubicBezTo>
                    <a:pt x="29337" y="194943"/>
                    <a:pt x="35381" y="186087"/>
                    <a:pt x="35381" y="177584"/>
                  </a:cubicBezTo>
                  <a:cubicBezTo>
                    <a:pt x="35381" y="169082"/>
                    <a:pt x="29337" y="160225"/>
                    <a:pt x="17604" y="160225"/>
                  </a:cubicBezTo>
                  <a:cubicBezTo>
                    <a:pt x="12626" y="160225"/>
                    <a:pt x="182" y="162705"/>
                    <a:pt x="182" y="179001"/>
                  </a:cubicBezTo>
                  <a:cubicBezTo>
                    <a:pt x="182" y="209468"/>
                    <a:pt x="24715" y="243833"/>
                    <a:pt x="64536" y="243833"/>
                  </a:cubicBezTo>
                  <a:cubicBezTo>
                    <a:pt x="105779" y="243833"/>
                    <a:pt x="142045" y="209823"/>
                    <a:pt x="142045" y="164830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37818C37-6FCC-B74B-C09D-653B377CB22D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9222467" y="5644483"/>
              <a:ext cx="157506" cy="239841"/>
            </a:xfrm>
            <a:custGeom>
              <a:avLst/>
              <a:gdLst>
                <a:gd name="connsiteX0" fmla="*/ 94762 w 157506"/>
                <a:gd name="connsiteY0" fmla="*/ 181481 h 239841"/>
                <a:gd name="connsiteX1" fmla="*/ 94762 w 157506"/>
                <a:gd name="connsiteY1" fmla="*/ 212303 h 239841"/>
                <a:gd name="connsiteX2" fmla="*/ 67741 w 157506"/>
                <a:gd name="connsiteY2" fmla="*/ 228953 h 239841"/>
                <a:gd name="connsiteX3" fmla="*/ 60274 w 157506"/>
                <a:gd name="connsiteY3" fmla="*/ 228953 h 239841"/>
                <a:gd name="connsiteX4" fmla="*/ 60274 w 157506"/>
                <a:gd name="connsiteY4" fmla="*/ 239936 h 239841"/>
                <a:gd name="connsiteX5" fmla="*/ 108273 w 157506"/>
                <a:gd name="connsiteY5" fmla="*/ 238873 h 239841"/>
                <a:gd name="connsiteX6" fmla="*/ 156627 w 157506"/>
                <a:gd name="connsiteY6" fmla="*/ 239936 h 239841"/>
                <a:gd name="connsiteX7" fmla="*/ 156627 w 157506"/>
                <a:gd name="connsiteY7" fmla="*/ 228953 h 239841"/>
                <a:gd name="connsiteX8" fmla="*/ 149161 w 157506"/>
                <a:gd name="connsiteY8" fmla="*/ 228953 h 239841"/>
                <a:gd name="connsiteX9" fmla="*/ 122139 w 157506"/>
                <a:gd name="connsiteY9" fmla="*/ 212303 h 239841"/>
                <a:gd name="connsiteX10" fmla="*/ 122139 w 157506"/>
                <a:gd name="connsiteY10" fmla="*/ 181481 h 239841"/>
                <a:gd name="connsiteX11" fmla="*/ 157694 w 157506"/>
                <a:gd name="connsiteY11" fmla="*/ 181481 h 239841"/>
                <a:gd name="connsiteX12" fmla="*/ 157694 w 157506"/>
                <a:gd name="connsiteY12" fmla="*/ 170499 h 239841"/>
                <a:gd name="connsiteX13" fmla="*/ 122139 w 157506"/>
                <a:gd name="connsiteY13" fmla="*/ 170499 h 239841"/>
                <a:gd name="connsiteX14" fmla="*/ 122139 w 157506"/>
                <a:gd name="connsiteY14" fmla="*/ 9305 h 239841"/>
                <a:gd name="connsiteX15" fmla="*/ 116450 w 157506"/>
                <a:gd name="connsiteY15" fmla="*/ 94 h 239841"/>
                <a:gd name="connsiteX16" fmla="*/ 109340 w 157506"/>
                <a:gd name="connsiteY16" fmla="*/ 4345 h 239841"/>
                <a:gd name="connsiteX17" fmla="*/ 187 w 157506"/>
                <a:gd name="connsiteY17" fmla="*/ 170499 h 239841"/>
                <a:gd name="connsiteX18" fmla="*/ 187 w 157506"/>
                <a:gd name="connsiteY18" fmla="*/ 181481 h 239841"/>
                <a:gd name="connsiteX19" fmla="*/ 94762 w 157506"/>
                <a:gd name="connsiteY19" fmla="*/ 181481 h 239841"/>
                <a:gd name="connsiteX20" fmla="*/ 96895 w 157506"/>
                <a:gd name="connsiteY20" fmla="*/ 170499 h 239841"/>
                <a:gd name="connsiteX21" fmla="*/ 10142 w 157506"/>
                <a:gd name="connsiteY21" fmla="*/ 170499 h 239841"/>
                <a:gd name="connsiteX22" fmla="*/ 96895 w 157506"/>
                <a:gd name="connsiteY22" fmla="*/ 38355 h 239841"/>
                <a:gd name="connsiteX23" fmla="*/ 96895 w 157506"/>
                <a:gd name="connsiteY23" fmla="*/ 170499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7506" h="239841">
                  <a:moveTo>
                    <a:pt x="94762" y="181481"/>
                  </a:moveTo>
                  <a:lnTo>
                    <a:pt x="94762" y="212303"/>
                  </a:lnTo>
                  <a:cubicBezTo>
                    <a:pt x="94762" y="225056"/>
                    <a:pt x="94051" y="228953"/>
                    <a:pt x="67741" y="228953"/>
                  </a:cubicBezTo>
                  <a:lnTo>
                    <a:pt x="60274" y="228953"/>
                  </a:lnTo>
                  <a:lnTo>
                    <a:pt x="60274" y="239936"/>
                  </a:lnTo>
                  <a:cubicBezTo>
                    <a:pt x="74852" y="238873"/>
                    <a:pt x="93340" y="238873"/>
                    <a:pt x="108273" y="238873"/>
                  </a:cubicBezTo>
                  <a:cubicBezTo>
                    <a:pt x="123206" y="238873"/>
                    <a:pt x="142050" y="238873"/>
                    <a:pt x="156627" y="239936"/>
                  </a:cubicBezTo>
                  <a:lnTo>
                    <a:pt x="156627" y="228953"/>
                  </a:lnTo>
                  <a:lnTo>
                    <a:pt x="149161" y="228953"/>
                  </a:lnTo>
                  <a:cubicBezTo>
                    <a:pt x="122850" y="228953"/>
                    <a:pt x="122139" y="225056"/>
                    <a:pt x="122139" y="212303"/>
                  </a:cubicBezTo>
                  <a:lnTo>
                    <a:pt x="122139" y="181481"/>
                  </a:lnTo>
                  <a:lnTo>
                    <a:pt x="157694" y="181481"/>
                  </a:lnTo>
                  <a:lnTo>
                    <a:pt x="157694" y="170499"/>
                  </a:lnTo>
                  <a:lnTo>
                    <a:pt x="122139" y="170499"/>
                  </a:lnTo>
                  <a:lnTo>
                    <a:pt x="122139" y="9305"/>
                  </a:lnTo>
                  <a:cubicBezTo>
                    <a:pt x="122139" y="2220"/>
                    <a:pt x="122139" y="94"/>
                    <a:pt x="116450" y="94"/>
                  </a:cubicBezTo>
                  <a:cubicBezTo>
                    <a:pt x="113251" y="94"/>
                    <a:pt x="112184" y="94"/>
                    <a:pt x="109340" y="4345"/>
                  </a:cubicBezTo>
                  <a:lnTo>
                    <a:pt x="187" y="170499"/>
                  </a:lnTo>
                  <a:lnTo>
                    <a:pt x="187" y="181481"/>
                  </a:lnTo>
                  <a:lnTo>
                    <a:pt x="94762" y="181481"/>
                  </a:lnTo>
                  <a:close/>
                  <a:moveTo>
                    <a:pt x="96895" y="170499"/>
                  </a:moveTo>
                  <a:lnTo>
                    <a:pt x="10142" y="170499"/>
                  </a:lnTo>
                  <a:lnTo>
                    <a:pt x="96895" y="38355"/>
                  </a:lnTo>
                  <a:lnTo>
                    <a:pt x="96895" y="170499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9B152B12-44CE-B22E-98B3-4EB707094AB0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9765741" y="5644837"/>
              <a:ext cx="152529" cy="247281"/>
            </a:xfrm>
            <a:custGeom>
              <a:avLst/>
              <a:gdLst>
                <a:gd name="connsiteX0" fmla="*/ 149531 w 152529"/>
                <a:gd name="connsiteY0" fmla="*/ 23830 h 247281"/>
                <a:gd name="connsiteX1" fmla="*/ 152731 w 152529"/>
                <a:gd name="connsiteY1" fmla="*/ 11431 h 247281"/>
                <a:gd name="connsiteX2" fmla="*/ 66333 w 152529"/>
                <a:gd name="connsiteY2" fmla="*/ 11431 h 247281"/>
                <a:gd name="connsiteX3" fmla="*/ 20824 w 152529"/>
                <a:gd name="connsiteY3" fmla="*/ 94 h 247281"/>
                <a:gd name="connsiteX4" fmla="*/ 11935 w 152529"/>
                <a:gd name="connsiteY4" fmla="*/ 94 h 247281"/>
                <a:gd name="connsiteX5" fmla="*/ 202 w 152529"/>
                <a:gd name="connsiteY5" fmla="*/ 73074 h 247281"/>
                <a:gd name="connsiteX6" fmla="*/ 9091 w 152529"/>
                <a:gd name="connsiteY6" fmla="*/ 73074 h 247281"/>
                <a:gd name="connsiteX7" fmla="*/ 17979 w 152529"/>
                <a:gd name="connsiteY7" fmla="*/ 40835 h 247281"/>
                <a:gd name="connsiteX8" fmla="*/ 52823 w 152529"/>
                <a:gd name="connsiteY8" fmla="*/ 38710 h 247281"/>
                <a:gd name="connsiteX9" fmla="*/ 126421 w 152529"/>
                <a:gd name="connsiteY9" fmla="*/ 38710 h 247281"/>
                <a:gd name="connsiteX10" fmla="*/ 86600 w 152529"/>
                <a:gd name="connsiteY10" fmla="*/ 94685 h 247281"/>
                <a:gd name="connsiteX11" fmla="*/ 42867 w 152529"/>
                <a:gd name="connsiteY11" fmla="*/ 227891 h 247281"/>
                <a:gd name="connsiteX12" fmla="*/ 59223 w 152529"/>
                <a:gd name="connsiteY12" fmla="*/ 247376 h 247281"/>
                <a:gd name="connsiteX13" fmla="*/ 75578 w 152529"/>
                <a:gd name="connsiteY13" fmla="*/ 227891 h 247281"/>
                <a:gd name="connsiteX14" fmla="*/ 75578 w 152529"/>
                <a:gd name="connsiteY14" fmla="*/ 209823 h 247281"/>
                <a:gd name="connsiteX15" fmla="*/ 79489 w 152529"/>
                <a:gd name="connsiteY15" fmla="*/ 151722 h 247281"/>
                <a:gd name="connsiteX16" fmla="*/ 101532 w 152529"/>
                <a:gd name="connsiteY16" fmla="*/ 91142 h 247281"/>
                <a:gd name="connsiteX17" fmla="*/ 149531 w 152529"/>
                <a:gd name="connsiteY17" fmla="*/ 23830 h 247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2529" h="247281">
                  <a:moveTo>
                    <a:pt x="149531" y="23830"/>
                  </a:moveTo>
                  <a:cubicBezTo>
                    <a:pt x="152731" y="19579"/>
                    <a:pt x="152731" y="18870"/>
                    <a:pt x="152731" y="11431"/>
                  </a:cubicBezTo>
                  <a:lnTo>
                    <a:pt x="66333" y="11431"/>
                  </a:lnTo>
                  <a:cubicBezTo>
                    <a:pt x="22957" y="11431"/>
                    <a:pt x="22246" y="6825"/>
                    <a:pt x="20824" y="94"/>
                  </a:cubicBezTo>
                  <a:lnTo>
                    <a:pt x="11935" y="94"/>
                  </a:lnTo>
                  <a:lnTo>
                    <a:pt x="202" y="73074"/>
                  </a:lnTo>
                  <a:lnTo>
                    <a:pt x="9091" y="73074"/>
                  </a:lnTo>
                  <a:cubicBezTo>
                    <a:pt x="10157" y="67406"/>
                    <a:pt x="13357" y="45087"/>
                    <a:pt x="17979" y="40835"/>
                  </a:cubicBezTo>
                  <a:cubicBezTo>
                    <a:pt x="20468" y="38710"/>
                    <a:pt x="48201" y="38710"/>
                    <a:pt x="52823" y="38710"/>
                  </a:cubicBezTo>
                  <a:lnTo>
                    <a:pt x="126421" y="38710"/>
                  </a:lnTo>
                  <a:cubicBezTo>
                    <a:pt x="122510" y="44378"/>
                    <a:pt x="94422" y="82994"/>
                    <a:pt x="86600" y="94685"/>
                  </a:cubicBezTo>
                  <a:cubicBezTo>
                    <a:pt x="54600" y="142511"/>
                    <a:pt x="42867" y="191755"/>
                    <a:pt x="42867" y="227891"/>
                  </a:cubicBezTo>
                  <a:cubicBezTo>
                    <a:pt x="42867" y="231433"/>
                    <a:pt x="42867" y="247376"/>
                    <a:pt x="59223" y="247376"/>
                  </a:cubicBezTo>
                  <a:cubicBezTo>
                    <a:pt x="75578" y="247376"/>
                    <a:pt x="75578" y="231433"/>
                    <a:pt x="75578" y="227891"/>
                  </a:cubicBezTo>
                  <a:lnTo>
                    <a:pt x="75578" y="209823"/>
                  </a:lnTo>
                  <a:cubicBezTo>
                    <a:pt x="75578" y="190338"/>
                    <a:pt x="76644" y="170853"/>
                    <a:pt x="79489" y="151722"/>
                  </a:cubicBezTo>
                  <a:cubicBezTo>
                    <a:pt x="80911" y="143574"/>
                    <a:pt x="85888" y="113107"/>
                    <a:pt x="101532" y="91142"/>
                  </a:cubicBezTo>
                  <a:lnTo>
                    <a:pt x="149531" y="23830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A835CC0A-9D7C-2551-3922-F00708B17AF1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9954181" y="5846772"/>
              <a:ext cx="37687" cy="37552"/>
            </a:xfrm>
            <a:custGeom>
              <a:avLst/>
              <a:gdLst>
                <a:gd name="connsiteX0" fmla="*/ 37895 w 37687"/>
                <a:gd name="connsiteY0" fmla="*/ 18870 h 37552"/>
                <a:gd name="connsiteX1" fmla="*/ 19051 w 37687"/>
                <a:gd name="connsiteY1" fmla="*/ 94 h 37552"/>
                <a:gd name="connsiteX2" fmla="*/ 207 w 37687"/>
                <a:gd name="connsiteY2" fmla="*/ 18870 h 37552"/>
                <a:gd name="connsiteX3" fmla="*/ 19051 w 37687"/>
                <a:gd name="connsiteY3" fmla="*/ 37647 h 37552"/>
                <a:gd name="connsiteX4" fmla="*/ 37895 w 37687"/>
                <a:gd name="connsiteY4" fmla="*/ 18870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87" h="37552">
                  <a:moveTo>
                    <a:pt x="37895" y="18870"/>
                  </a:moveTo>
                  <a:cubicBezTo>
                    <a:pt x="37895" y="8597"/>
                    <a:pt x="29362" y="94"/>
                    <a:pt x="19051" y="94"/>
                  </a:cubicBezTo>
                  <a:cubicBezTo>
                    <a:pt x="8740" y="94"/>
                    <a:pt x="207" y="8597"/>
                    <a:pt x="207" y="18870"/>
                  </a:cubicBezTo>
                  <a:cubicBezTo>
                    <a:pt x="207" y="29144"/>
                    <a:pt x="8740" y="37647"/>
                    <a:pt x="19051" y="37647"/>
                  </a:cubicBezTo>
                  <a:cubicBezTo>
                    <a:pt x="29362" y="37647"/>
                    <a:pt x="37895" y="29144"/>
                    <a:pt x="37895" y="18870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CEEB4077-0AD3-9B8B-0634-597DC7C34DFB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0040144" y="5648380"/>
              <a:ext cx="141862" cy="243738"/>
            </a:xfrm>
            <a:custGeom>
              <a:avLst/>
              <a:gdLst>
                <a:gd name="connsiteX0" fmla="*/ 142072 w 141862"/>
                <a:gd name="connsiteY0" fmla="*/ 164830 h 243738"/>
                <a:gd name="connsiteX1" fmla="*/ 74519 w 141862"/>
                <a:gd name="connsiteY1" fmla="*/ 87245 h 243738"/>
                <a:gd name="connsiteX2" fmla="*/ 29364 w 141862"/>
                <a:gd name="connsiteY2" fmla="*/ 105313 h 243738"/>
                <a:gd name="connsiteX3" fmla="*/ 29364 w 141862"/>
                <a:gd name="connsiteY3" fmla="*/ 36230 h 243738"/>
                <a:gd name="connsiteX4" fmla="*/ 59586 w 141862"/>
                <a:gd name="connsiteY4" fmla="*/ 40835 h 243738"/>
                <a:gd name="connsiteX5" fmla="*/ 128206 w 141862"/>
                <a:gd name="connsiteY5" fmla="*/ 3991 h 243738"/>
                <a:gd name="connsiteX6" fmla="*/ 124651 w 141862"/>
                <a:gd name="connsiteY6" fmla="*/ 94 h 243738"/>
                <a:gd name="connsiteX7" fmla="*/ 121806 w 141862"/>
                <a:gd name="connsiteY7" fmla="*/ 1157 h 243738"/>
                <a:gd name="connsiteX8" fmla="*/ 73452 w 141862"/>
                <a:gd name="connsiteY8" fmla="*/ 11431 h 243738"/>
                <a:gd name="connsiteX9" fmla="*/ 26165 w 141862"/>
                <a:gd name="connsiteY9" fmla="*/ 1511 h 243738"/>
                <a:gd name="connsiteX10" fmla="*/ 21898 w 141862"/>
                <a:gd name="connsiteY10" fmla="*/ 448 h 243738"/>
                <a:gd name="connsiteX11" fmla="*/ 18343 w 141862"/>
                <a:gd name="connsiteY11" fmla="*/ 8951 h 243738"/>
                <a:gd name="connsiteX12" fmla="*/ 18343 w 141862"/>
                <a:gd name="connsiteY12" fmla="*/ 113815 h 243738"/>
                <a:gd name="connsiteX13" fmla="*/ 23320 w 141862"/>
                <a:gd name="connsiteY13" fmla="*/ 123026 h 243738"/>
                <a:gd name="connsiteX14" fmla="*/ 27942 w 141862"/>
                <a:gd name="connsiteY14" fmla="*/ 119838 h 243738"/>
                <a:gd name="connsiteX15" fmla="*/ 73808 w 141862"/>
                <a:gd name="connsiteY15" fmla="*/ 95039 h 243738"/>
                <a:gd name="connsiteX16" fmla="*/ 104029 w 141862"/>
                <a:gd name="connsiteY16" fmla="*/ 117712 h 243738"/>
                <a:gd name="connsiteX17" fmla="*/ 110429 w 141862"/>
                <a:gd name="connsiteY17" fmla="*/ 162350 h 243738"/>
                <a:gd name="connsiteX18" fmla="*/ 101896 w 141862"/>
                <a:gd name="connsiteY18" fmla="*/ 210886 h 243738"/>
                <a:gd name="connsiteX19" fmla="*/ 63852 w 141862"/>
                <a:gd name="connsiteY19" fmla="*/ 233913 h 243738"/>
                <a:gd name="connsiteX20" fmla="*/ 11587 w 141862"/>
                <a:gd name="connsiteY20" fmla="*/ 194235 h 243738"/>
                <a:gd name="connsiteX21" fmla="*/ 17631 w 141862"/>
                <a:gd name="connsiteY21" fmla="*/ 194943 h 243738"/>
                <a:gd name="connsiteX22" fmla="*/ 35409 w 141862"/>
                <a:gd name="connsiteY22" fmla="*/ 177584 h 243738"/>
                <a:gd name="connsiteX23" fmla="*/ 17631 w 141862"/>
                <a:gd name="connsiteY23" fmla="*/ 160225 h 243738"/>
                <a:gd name="connsiteX24" fmla="*/ 210 w 141862"/>
                <a:gd name="connsiteY24" fmla="*/ 179001 h 243738"/>
                <a:gd name="connsiteX25" fmla="*/ 64563 w 141862"/>
                <a:gd name="connsiteY25" fmla="*/ 243833 h 243738"/>
                <a:gd name="connsiteX26" fmla="*/ 142072 w 141862"/>
                <a:gd name="connsiteY26" fmla="*/ 16483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862" h="243738">
                  <a:moveTo>
                    <a:pt x="142072" y="164830"/>
                  </a:moveTo>
                  <a:cubicBezTo>
                    <a:pt x="142072" y="122672"/>
                    <a:pt x="112918" y="87245"/>
                    <a:pt x="74519" y="87245"/>
                  </a:cubicBezTo>
                  <a:cubicBezTo>
                    <a:pt x="57453" y="87245"/>
                    <a:pt x="42164" y="92913"/>
                    <a:pt x="29364" y="105313"/>
                  </a:cubicBezTo>
                  <a:lnTo>
                    <a:pt x="29364" y="36230"/>
                  </a:lnTo>
                  <a:cubicBezTo>
                    <a:pt x="36475" y="38355"/>
                    <a:pt x="48208" y="40835"/>
                    <a:pt x="59586" y="40835"/>
                  </a:cubicBezTo>
                  <a:cubicBezTo>
                    <a:pt x="103318" y="40835"/>
                    <a:pt x="128206" y="8597"/>
                    <a:pt x="128206" y="3991"/>
                  </a:cubicBezTo>
                  <a:cubicBezTo>
                    <a:pt x="128206" y="1865"/>
                    <a:pt x="127140" y="94"/>
                    <a:pt x="124651" y="94"/>
                  </a:cubicBezTo>
                  <a:cubicBezTo>
                    <a:pt x="124295" y="94"/>
                    <a:pt x="123584" y="94"/>
                    <a:pt x="121806" y="1157"/>
                  </a:cubicBezTo>
                  <a:cubicBezTo>
                    <a:pt x="114695" y="4345"/>
                    <a:pt x="97274" y="11431"/>
                    <a:pt x="73452" y="11431"/>
                  </a:cubicBezTo>
                  <a:cubicBezTo>
                    <a:pt x="59230" y="11431"/>
                    <a:pt x="42875" y="8951"/>
                    <a:pt x="26165" y="1511"/>
                  </a:cubicBezTo>
                  <a:cubicBezTo>
                    <a:pt x="23320" y="448"/>
                    <a:pt x="22609" y="448"/>
                    <a:pt x="21898" y="448"/>
                  </a:cubicBezTo>
                  <a:cubicBezTo>
                    <a:pt x="18343" y="448"/>
                    <a:pt x="18343" y="3282"/>
                    <a:pt x="18343" y="8951"/>
                  </a:cubicBezTo>
                  <a:lnTo>
                    <a:pt x="18343" y="113815"/>
                  </a:lnTo>
                  <a:cubicBezTo>
                    <a:pt x="18343" y="120192"/>
                    <a:pt x="18343" y="123026"/>
                    <a:pt x="23320" y="123026"/>
                  </a:cubicBezTo>
                  <a:cubicBezTo>
                    <a:pt x="25809" y="123026"/>
                    <a:pt x="26520" y="121963"/>
                    <a:pt x="27942" y="119838"/>
                  </a:cubicBezTo>
                  <a:cubicBezTo>
                    <a:pt x="31853" y="114169"/>
                    <a:pt x="45008" y="95039"/>
                    <a:pt x="73808" y="95039"/>
                  </a:cubicBezTo>
                  <a:cubicBezTo>
                    <a:pt x="92296" y="95039"/>
                    <a:pt x="101185" y="111335"/>
                    <a:pt x="104029" y="117712"/>
                  </a:cubicBezTo>
                  <a:cubicBezTo>
                    <a:pt x="109718" y="130820"/>
                    <a:pt x="110429" y="144637"/>
                    <a:pt x="110429" y="162350"/>
                  </a:cubicBezTo>
                  <a:cubicBezTo>
                    <a:pt x="110429" y="174750"/>
                    <a:pt x="110429" y="196006"/>
                    <a:pt x="101896" y="210886"/>
                  </a:cubicBezTo>
                  <a:cubicBezTo>
                    <a:pt x="93363" y="224702"/>
                    <a:pt x="80207" y="233913"/>
                    <a:pt x="63852" y="233913"/>
                  </a:cubicBezTo>
                  <a:cubicBezTo>
                    <a:pt x="37898" y="233913"/>
                    <a:pt x="17631" y="215137"/>
                    <a:pt x="11587" y="194235"/>
                  </a:cubicBezTo>
                  <a:cubicBezTo>
                    <a:pt x="12654" y="194589"/>
                    <a:pt x="13720" y="194943"/>
                    <a:pt x="17631" y="194943"/>
                  </a:cubicBezTo>
                  <a:cubicBezTo>
                    <a:pt x="29364" y="194943"/>
                    <a:pt x="35409" y="186087"/>
                    <a:pt x="35409" y="177584"/>
                  </a:cubicBezTo>
                  <a:cubicBezTo>
                    <a:pt x="35409" y="169082"/>
                    <a:pt x="29364" y="160225"/>
                    <a:pt x="17631" y="160225"/>
                  </a:cubicBezTo>
                  <a:cubicBezTo>
                    <a:pt x="12654" y="160225"/>
                    <a:pt x="210" y="162705"/>
                    <a:pt x="210" y="179001"/>
                  </a:cubicBezTo>
                  <a:cubicBezTo>
                    <a:pt x="210" y="209468"/>
                    <a:pt x="24742" y="243833"/>
                    <a:pt x="64563" y="243833"/>
                  </a:cubicBezTo>
                  <a:cubicBezTo>
                    <a:pt x="105807" y="243833"/>
                    <a:pt x="142072" y="209823"/>
                    <a:pt x="142072" y="164830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6F36107-2CF6-430A-B9D8-6625EBADDF4E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0215073" y="5648380"/>
              <a:ext cx="147551" cy="243738"/>
            </a:xfrm>
            <a:custGeom>
              <a:avLst/>
              <a:gdLst>
                <a:gd name="connsiteX0" fmla="*/ 43236 w 147551"/>
                <a:gd name="connsiteY0" fmla="*/ 74137 h 243738"/>
                <a:gd name="connsiteX1" fmla="*/ 25458 w 147551"/>
                <a:gd name="connsiteY1" fmla="*/ 45441 h 243738"/>
                <a:gd name="connsiteX2" fmla="*/ 73813 w 147551"/>
                <a:gd name="connsiteY2" fmla="*/ 8951 h 243738"/>
                <a:gd name="connsiteX3" fmla="*/ 122522 w 147551"/>
                <a:gd name="connsiteY3" fmla="*/ 52880 h 243738"/>
                <a:gd name="connsiteX4" fmla="*/ 87323 w 147551"/>
                <a:gd name="connsiteY4" fmla="*/ 102479 h 243738"/>
                <a:gd name="connsiteX5" fmla="*/ 43236 w 147551"/>
                <a:gd name="connsiteY5" fmla="*/ 74137 h 243738"/>
                <a:gd name="connsiteX6" fmla="*/ 95145 w 147551"/>
                <a:gd name="connsiteY6" fmla="*/ 107793 h 243738"/>
                <a:gd name="connsiteX7" fmla="*/ 138166 w 147551"/>
                <a:gd name="connsiteY7" fmla="*/ 52880 h 243738"/>
                <a:gd name="connsiteX8" fmla="*/ 74168 w 147551"/>
                <a:gd name="connsiteY8" fmla="*/ 94 h 243738"/>
                <a:gd name="connsiteX9" fmla="*/ 9814 w 147551"/>
                <a:gd name="connsiteY9" fmla="*/ 59257 h 243738"/>
                <a:gd name="connsiteX10" fmla="*/ 25458 w 147551"/>
                <a:gd name="connsiteY10" fmla="*/ 98227 h 243738"/>
                <a:gd name="connsiteX11" fmla="*/ 51413 w 147551"/>
                <a:gd name="connsiteY11" fmla="*/ 117358 h 243738"/>
                <a:gd name="connsiteX12" fmla="*/ 215 w 147551"/>
                <a:gd name="connsiteY12" fmla="*/ 182544 h 243738"/>
                <a:gd name="connsiteX13" fmla="*/ 73813 w 147551"/>
                <a:gd name="connsiteY13" fmla="*/ 243833 h 243738"/>
                <a:gd name="connsiteX14" fmla="*/ 147766 w 147551"/>
                <a:gd name="connsiteY14" fmla="*/ 176521 h 243738"/>
                <a:gd name="connsiteX15" fmla="*/ 130344 w 147551"/>
                <a:gd name="connsiteY15" fmla="*/ 132946 h 243738"/>
                <a:gd name="connsiteX16" fmla="*/ 95145 w 147551"/>
                <a:gd name="connsiteY16" fmla="*/ 107793 h 243738"/>
                <a:gd name="connsiteX17" fmla="*/ 59591 w 147551"/>
                <a:gd name="connsiteY17" fmla="*/ 122672 h 243738"/>
                <a:gd name="connsiteX18" fmla="*/ 103323 w 147551"/>
                <a:gd name="connsiteY18" fmla="*/ 150305 h 243738"/>
                <a:gd name="connsiteX19" fmla="*/ 129989 w 147551"/>
                <a:gd name="connsiteY19" fmla="*/ 189275 h 243738"/>
                <a:gd name="connsiteX20" fmla="*/ 74168 w 147551"/>
                <a:gd name="connsiteY20" fmla="*/ 233913 h 243738"/>
                <a:gd name="connsiteX21" fmla="*/ 17992 w 147551"/>
                <a:gd name="connsiteY21" fmla="*/ 182544 h 243738"/>
                <a:gd name="connsiteX22" fmla="*/ 59591 w 147551"/>
                <a:gd name="connsiteY22" fmla="*/ 122672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7551" h="243738">
                  <a:moveTo>
                    <a:pt x="43236" y="74137"/>
                  </a:moveTo>
                  <a:cubicBezTo>
                    <a:pt x="26881" y="63509"/>
                    <a:pt x="25458" y="51463"/>
                    <a:pt x="25458" y="45441"/>
                  </a:cubicBezTo>
                  <a:cubicBezTo>
                    <a:pt x="25458" y="23830"/>
                    <a:pt x="48569" y="8951"/>
                    <a:pt x="73813" y="8951"/>
                  </a:cubicBezTo>
                  <a:cubicBezTo>
                    <a:pt x="99767" y="8951"/>
                    <a:pt x="122522" y="27373"/>
                    <a:pt x="122522" y="52880"/>
                  </a:cubicBezTo>
                  <a:cubicBezTo>
                    <a:pt x="122522" y="73074"/>
                    <a:pt x="108656" y="90079"/>
                    <a:pt x="87323" y="102479"/>
                  </a:cubicBezTo>
                  <a:lnTo>
                    <a:pt x="43236" y="74137"/>
                  </a:lnTo>
                  <a:close/>
                  <a:moveTo>
                    <a:pt x="95145" y="107793"/>
                  </a:moveTo>
                  <a:cubicBezTo>
                    <a:pt x="120745" y="94685"/>
                    <a:pt x="138166" y="76262"/>
                    <a:pt x="138166" y="52880"/>
                  </a:cubicBezTo>
                  <a:cubicBezTo>
                    <a:pt x="138166" y="20288"/>
                    <a:pt x="106523" y="94"/>
                    <a:pt x="74168" y="94"/>
                  </a:cubicBezTo>
                  <a:cubicBezTo>
                    <a:pt x="38614" y="94"/>
                    <a:pt x="9814" y="26310"/>
                    <a:pt x="9814" y="59257"/>
                  </a:cubicBezTo>
                  <a:cubicBezTo>
                    <a:pt x="9814" y="65634"/>
                    <a:pt x="10525" y="81576"/>
                    <a:pt x="25458" y="98227"/>
                  </a:cubicBezTo>
                  <a:cubicBezTo>
                    <a:pt x="29369" y="102479"/>
                    <a:pt x="42525" y="111335"/>
                    <a:pt x="51413" y="117358"/>
                  </a:cubicBezTo>
                  <a:cubicBezTo>
                    <a:pt x="30792" y="127632"/>
                    <a:pt x="215" y="147471"/>
                    <a:pt x="215" y="182544"/>
                  </a:cubicBezTo>
                  <a:cubicBezTo>
                    <a:pt x="215" y="220097"/>
                    <a:pt x="36480" y="243833"/>
                    <a:pt x="73813" y="243833"/>
                  </a:cubicBezTo>
                  <a:cubicBezTo>
                    <a:pt x="113989" y="243833"/>
                    <a:pt x="147766" y="214428"/>
                    <a:pt x="147766" y="176521"/>
                  </a:cubicBezTo>
                  <a:cubicBezTo>
                    <a:pt x="147766" y="163767"/>
                    <a:pt x="143855" y="147825"/>
                    <a:pt x="130344" y="132946"/>
                  </a:cubicBezTo>
                  <a:cubicBezTo>
                    <a:pt x="123589" y="125506"/>
                    <a:pt x="117900" y="121963"/>
                    <a:pt x="95145" y="107793"/>
                  </a:cubicBezTo>
                  <a:close/>
                  <a:moveTo>
                    <a:pt x="59591" y="122672"/>
                  </a:moveTo>
                  <a:lnTo>
                    <a:pt x="103323" y="150305"/>
                  </a:lnTo>
                  <a:cubicBezTo>
                    <a:pt x="113278" y="157036"/>
                    <a:pt x="129989" y="167664"/>
                    <a:pt x="129989" y="189275"/>
                  </a:cubicBezTo>
                  <a:cubicBezTo>
                    <a:pt x="129989" y="215491"/>
                    <a:pt x="103323" y="233913"/>
                    <a:pt x="74168" y="233913"/>
                  </a:cubicBezTo>
                  <a:cubicBezTo>
                    <a:pt x="43591" y="233913"/>
                    <a:pt x="17992" y="211948"/>
                    <a:pt x="17992" y="182544"/>
                  </a:cubicBezTo>
                  <a:cubicBezTo>
                    <a:pt x="17992" y="161996"/>
                    <a:pt x="29369" y="139323"/>
                    <a:pt x="59591" y="122672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CC175717-9FD1-1640-FB67-09131A5C9D52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0387869" y="5644483"/>
              <a:ext cx="157506" cy="239841"/>
            </a:xfrm>
            <a:custGeom>
              <a:avLst/>
              <a:gdLst>
                <a:gd name="connsiteX0" fmla="*/ 94795 w 157506"/>
                <a:gd name="connsiteY0" fmla="*/ 181481 h 239841"/>
                <a:gd name="connsiteX1" fmla="*/ 94795 w 157506"/>
                <a:gd name="connsiteY1" fmla="*/ 212303 h 239841"/>
                <a:gd name="connsiteX2" fmla="*/ 67773 w 157506"/>
                <a:gd name="connsiteY2" fmla="*/ 228953 h 239841"/>
                <a:gd name="connsiteX3" fmla="*/ 60307 w 157506"/>
                <a:gd name="connsiteY3" fmla="*/ 228953 h 239841"/>
                <a:gd name="connsiteX4" fmla="*/ 60307 w 157506"/>
                <a:gd name="connsiteY4" fmla="*/ 239936 h 239841"/>
                <a:gd name="connsiteX5" fmla="*/ 108306 w 157506"/>
                <a:gd name="connsiteY5" fmla="*/ 238873 h 239841"/>
                <a:gd name="connsiteX6" fmla="*/ 156660 w 157506"/>
                <a:gd name="connsiteY6" fmla="*/ 239936 h 239841"/>
                <a:gd name="connsiteX7" fmla="*/ 156660 w 157506"/>
                <a:gd name="connsiteY7" fmla="*/ 228953 h 239841"/>
                <a:gd name="connsiteX8" fmla="*/ 149193 w 157506"/>
                <a:gd name="connsiteY8" fmla="*/ 228953 h 239841"/>
                <a:gd name="connsiteX9" fmla="*/ 122172 w 157506"/>
                <a:gd name="connsiteY9" fmla="*/ 212303 h 239841"/>
                <a:gd name="connsiteX10" fmla="*/ 122172 w 157506"/>
                <a:gd name="connsiteY10" fmla="*/ 181481 h 239841"/>
                <a:gd name="connsiteX11" fmla="*/ 157726 w 157506"/>
                <a:gd name="connsiteY11" fmla="*/ 181481 h 239841"/>
                <a:gd name="connsiteX12" fmla="*/ 157726 w 157506"/>
                <a:gd name="connsiteY12" fmla="*/ 170499 h 239841"/>
                <a:gd name="connsiteX13" fmla="*/ 122172 w 157506"/>
                <a:gd name="connsiteY13" fmla="*/ 170499 h 239841"/>
                <a:gd name="connsiteX14" fmla="*/ 122172 w 157506"/>
                <a:gd name="connsiteY14" fmla="*/ 9305 h 239841"/>
                <a:gd name="connsiteX15" fmla="*/ 116483 w 157506"/>
                <a:gd name="connsiteY15" fmla="*/ 94 h 239841"/>
                <a:gd name="connsiteX16" fmla="*/ 109372 w 157506"/>
                <a:gd name="connsiteY16" fmla="*/ 4345 h 239841"/>
                <a:gd name="connsiteX17" fmla="*/ 220 w 157506"/>
                <a:gd name="connsiteY17" fmla="*/ 170499 h 239841"/>
                <a:gd name="connsiteX18" fmla="*/ 220 w 157506"/>
                <a:gd name="connsiteY18" fmla="*/ 181481 h 239841"/>
                <a:gd name="connsiteX19" fmla="*/ 94795 w 157506"/>
                <a:gd name="connsiteY19" fmla="*/ 181481 h 239841"/>
                <a:gd name="connsiteX20" fmla="*/ 96928 w 157506"/>
                <a:gd name="connsiteY20" fmla="*/ 170499 h 239841"/>
                <a:gd name="connsiteX21" fmla="*/ 10175 w 157506"/>
                <a:gd name="connsiteY21" fmla="*/ 170499 h 239841"/>
                <a:gd name="connsiteX22" fmla="*/ 96928 w 157506"/>
                <a:gd name="connsiteY22" fmla="*/ 38355 h 239841"/>
                <a:gd name="connsiteX23" fmla="*/ 96928 w 157506"/>
                <a:gd name="connsiteY23" fmla="*/ 170499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7506" h="239841">
                  <a:moveTo>
                    <a:pt x="94795" y="181481"/>
                  </a:moveTo>
                  <a:lnTo>
                    <a:pt x="94795" y="212303"/>
                  </a:lnTo>
                  <a:cubicBezTo>
                    <a:pt x="94795" y="225056"/>
                    <a:pt x="94084" y="228953"/>
                    <a:pt x="67773" y="228953"/>
                  </a:cubicBezTo>
                  <a:lnTo>
                    <a:pt x="60307" y="228953"/>
                  </a:lnTo>
                  <a:lnTo>
                    <a:pt x="60307" y="239936"/>
                  </a:lnTo>
                  <a:cubicBezTo>
                    <a:pt x="74884" y="238873"/>
                    <a:pt x="93373" y="238873"/>
                    <a:pt x="108306" y="238873"/>
                  </a:cubicBezTo>
                  <a:cubicBezTo>
                    <a:pt x="123239" y="238873"/>
                    <a:pt x="142082" y="238873"/>
                    <a:pt x="156660" y="239936"/>
                  </a:cubicBezTo>
                  <a:lnTo>
                    <a:pt x="156660" y="228953"/>
                  </a:lnTo>
                  <a:lnTo>
                    <a:pt x="149193" y="228953"/>
                  </a:lnTo>
                  <a:cubicBezTo>
                    <a:pt x="122883" y="228953"/>
                    <a:pt x="122172" y="225056"/>
                    <a:pt x="122172" y="212303"/>
                  </a:cubicBezTo>
                  <a:lnTo>
                    <a:pt x="122172" y="181481"/>
                  </a:lnTo>
                  <a:lnTo>
                    <a:pt x="157726" y="181481"/>
                  </a:lnTo>
                  <a:lnTo>
                    <a:pt x="157726" y="170499"/>
                  </a:lnTo>
                  <a:lnTo>
                    <a:pt x="122172" y="170499"/>
                  </a:lnTo>
                  <a:lnTo>
                    <a:pt x="122172" y="9305"/>
                  </a:lnTo>
                  <a:cubicBezTo>
                    <a:pt x="122172" y="2220"/>
                    <a:pt x="122172" y="94"/>
                    <a:pt x="116483" y="94"/>
                  </a:cubicBezTo>
                  <a:cubicBezTo>
                    <a:pt x="113283" y="94"/>
                    <a:pt x="112217" y="94"/>
                    <a:pt x="109372" y="4345"/>
                  </a:cubicBezTo>
                  <a:lnTo>
                    <a:pt x="220" y="170499"/>
                  </a:lnTo>
                  <a:lnTo>
                    <a:pt x="220" y="181481"/>
                  </a:lnTo>
                  <a:lnTo>
                    <a:pt x="94795" y="181481"/>
                  </a:lnTo>
                  <a:close/>
                  <a:moveTo>
                    <a:pt x="96928" y="170499"/>
                  </a:moveTo>
                  <a:lnTo>
                    <a:pt x="10175" y="170499"/>
                  </a:lnTo>
                  <a:lnTo>
                    <a:pt x="96928" y="38355"/>
                  </a:lnTo>
                  <a:lnTo>
                    <a:pt x="96928" y="170499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24A7653F-31AF-8AB9-9D7D-E435B32874C9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0560665" y="5161608"/>
              <a:ext cx="93508" cy="849897"/>
            </a:xfrm>
            <a:custGeom>
              <a:avLst/>
              <a:gdLst>
                <a:gd name="connsiteX0" fmla="*/ 74178 w 93508"/>
                <a:gd name="connsiteY0" fmla="*/ 830487 h 849897"/>
                <a:gd name="connsiteX1" fmla="*/ 225 w 93508"/>
                <a:gd name="connsiteY1" fmla="*/ 830487 h 849897"/>
                <a:gd name="connsiteX2" fmla="*/ 225 w 93508"/>
                <a:gd name="connsiteY2" fmla="*/ 849971 h 849897"/>
                <a:gd name="connsiteX3" fmla="*/ 93733 w 93508"/>
                <a:gd name="connsiteY3" fmla="*/ 849971 h 849897"/>
                <a:gd name="connsiteX4" fmla="*/ 93733 w 93508"/>
                <a:gd name="connsiteY4" fmla="*/ 74 h 849897"/>
                <a:gd name="connsiteX5" fmla="*/ 225 w 93508"/>
                <a:gd name="connsiteY5" fmla="*/ 74 h 849897"/>
                <a:gd name="connsiteX6" fmla="*/ 225 w 93508"/>
                <a:gd name="connsiteY6" fmla="*/ 19559 h 849897"/>
                <a:gd name="connsiteX7" fmla="*/ 74178 w 93508"/>
                <a:gd name="connsiteY7" fmla="*/ 19559 h 849897"/>
                <a:gd name="connsiteX8" fmla="*/ 74178 w 93508"/>
                <a:gd name="connsiteY8" fmla="*/ 830487 h 8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508" h="849897">
                  <a:moveTo>
                    <a:pt x="74178" y="830487"/>
                  </a:moveTo>
                  <a:lnTo>
                    <a:pt x="225" y="830487"/>
                  </a:lnTo>
                  <a:lnTo>
                    <a:pt x="225" y="849971"/>
                  </a:lnTo>
                  <a:lnTo>
                    <a:pt x="93733" y="849971"/>
                  </a:lnTo>
                  <a:lnTo>
                    <a:pt x="93733" y="74"/>
                  </a:lnTo>
                  <a:lnTo>
                    <a:pt x="225" y="74"/>
                  </a:lnTo>
                  <a:lnTo>
                    <a:pt x="225" y="19559"/>
                  </a:lnTo>
                  <a:lnTo>
                    <a:pt x="74178" y="19559"/>
                  </a:lnTo>
                  <a:lnTo>
                    <a:pt x="74178" y="830487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0B5345EA-4C45-FC9D-3808-BD68C62036DA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0891480" y="5161608"/>
              <a:ext cx="93508" cy="849897"/>
            </a:xfrm>
            <a:custGeom>
              <a:avLst/>
              <a:gdLst>
                <a:gd name="connsiteX0" fmla="*/ 232 w 93508"/>
                <a:gd name="connsiteY0" fmla="*/ 849971 h 849897"/>
                <a:gd name="connsiteX1" fmla="*/ 93740 w 93508"/>
                <a:gd name="connsiteY1" fmla="*/ 849971 h 849897"/>
                <a:gd name="connsiteX2" fmla="*/ 93740 w 93508"/>
                <a:gd name="connsiteY2" fmla="*/ 830487 h 849897"/>
                <a:gd name="connsiteX3" fmla="*/ 19787 w 93508"/>
                <a:gd name="connsiteY3" fmla="*/ 830487 h 849897"/>
                <a:gd name="connsiteX4" fmla="*/ 19787 w 93508"/>
                <a:gd name="connsiteY4" fmla="*/ 19559 h 849897"/>
                <a:gd name="connsiteX5" fmla="*/ 93740 w 93508"/>
                <a:gd name="connsiteY5" fmla="*/ 19559 h 849897"/>
                <a:gd name="connsiteX6" fmla="*/ 93740 w 93508"/>
                <a:gd name="connsiteY6" fmla="*/ 74 h 849897"/>
                <a:gd name="connsiteX7" fmla="*/ 232 w 93508"/>
                <a:gd name="connsiteY7" fmla="*/ 74 h 849897"/>
                <a:gd name="connsiteX8" fmla="*/ 232 w 93508"/>
                <a:gd name="connsiteY8" fmla="*/ 849971 h 8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508" h="849897">
                  <a:moveTo>
                    <a:pt x="232" y="849971"/>
                  </a:moveTo>
                  <a:lnTo>
                    <a:pt x="93740" y="849971"/>
                  </a:lnTo>
                  <a:lnTo>
                    <a:pt x="93740" y="830487"/>
                  </a:lnTo>
                  <a:lnTo>
                    <a:pt x="19787" y="830487"/>
                  </a:lnTo>
                  <a:lnTo>
                    <a:pt x="19787" y="19559"/>
                  </a:lnTo>
                  <a:lnTo>
                    <a:pt x="93740" y="19559"/>
                  </a:lnTo>
                  <a:lnTo>
                    <a:pt x="93740" y="74"/>
                  </a:lnTo>
                  <a:lnTo>
                    <a:pt x="232" y="74"/>
                  </a:lnTo>
                  <a:lnTo>
                    <a:pt x="232" y="849971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960A5BB0-5229-210E-3668-4D4EB3BA3997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1021857" y="5302611"/>
              <a:ext cx="138307" cy="160484"/>
            </a:xfrm>
            <a:custGeom>
              <a:avLst/>
              <a:gdLst>
                <a:gd name="connsiteX0" fmla="*/ 126456 w 138307"/>
                <a:gd name="connsiteY0" fmla="*/ 22047 h 160484"/>
                <a:gd name="connsiteX1" fmla="*/ 110812 w 138307"/>
                <a:gd name="connsiteY1" fmla="*/ 27007 h 160484"/>
                <a:gd name="connsiteX2" fmla="*/ 104412 w 138307"/>
                <a:gd name="connsiteY2" fmla="*/ 40823 h 160484"/>
                <a:gd name="connsiteX3" fmla="*/ 117567 w 138307"/>
                <a:gd name="connsiteY3" fmla="*/ 53223 h 160484"/>
                <a:gd name="connsiteX4" fmla="*/ 137478 w 138307"/>
                <a:gd name="connsiteY4" fmla="*/ 30549 h 160484"/>
                <a:gd name="connsiteX5" fmla="*/ 95524 w 138307"/>
                <a:gd name="connsiteY5" fmla="*/ 82 h 160484"/>
                <a:gd name="connsiteX6" fmla="*/ 237 w 138307"/>
                <a:gd name="connsiteY6" fmla="*/ 100695 h 160484"/>
                <a:gd name="connsiteX7" fmla="*/ 57836 w 138307"/>
                <a:gd name="connsiteY7" fmla="*/ 160567 h 160484"/>
                <a:gd name="connsiteX8" fmla="*/ 138545 w 138307"/>
                <a:gd name="connsiteY8" fmla="*/ 118763 h 160484"/>
                <a:gd name="connsiteX9" fmla="*/ 134278 w 138307"/>
                <a:gd name="connsiteY9" fmla="*/ 114158 h 160484"/>
                <a:gd name="connsiteX10" fmla="*/ 129656 w 138307"/>
                <a:gd name="connsiteY10" fmla="*/ 117700 h 160484"/>
                <a:gd name="connsiteX11" fmla="*/ 58547 w 138307"/>
                <a:gd name="connsiteY11" fmla="*/ 152773 h 160484"/>
                <a:gd name="connsiteX12" fmla="*/ 26548 w 138307"/>
                <a:gd name="connsiteY12" fmla="*/ 114158 h 160484"/>
                <a:gd name="connsiteX13" fmla="*/ 45747 w 138307"/>
                <a:gd name="connsiteY13" fmla="*/ 43303 h 160484"/>
                <a:gd name="connsiteX14" fmla="*/ 95879 w 138307"/>
                <a:gd name="connsiteY14" fmla="*/ 7876 h 160484"/>
                <a:gd name="connsiteX15" fmla="*/ 126456 w 138307"/>
                <a:gd name="connsiteY15" fmla="*/ 22047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307" h="160484">
                  <a:moveTo>
                    <a:pt x="126456" y="22047"/>
                  </a:moveTo>
                  <a:cubicBezTo>
                    <a:pt x="120767" y="22047"/>
                    <a:pt x="115790" y="22047"/>
                    <a:pt x="110812" y="27007"/>
                  </a:cubicBezTo>
                  <a:cubicBezTo>
                    <a:pt x="105123" y="32321"/>
                    <a:pt x="104412" y="38343"/>
                    <a:pt x="104412" y="40823"/>
                  </a:cubicBezTo>
                  <a:cubicBezTo>
                    <a:pt x="104412" y="49326"/>
                    <a:pt x="110812" y="53223"/>
                    <a:pt x="117567" y="53223"/>
                  </a:cubicBezTo>
                  <a:cubicBezTo>
                    <a:pt x="127878" y="53223"/>
                    <a:pt x="137478" y="44720"/>
                    <a:pt x="137478" y="30549"/>
                  </a:cubicBezTo>
                  <a:cubicBezTo>
                    <a:pt x="137478" y="13190"/>
                    <a:pt x="120767" y="82"/>
                    <a:pt x="95524" y="82"/>
                  </a:cubicBezTo>
                  <a:cubicBezTo>
                    <a:pt x="47525" y="82"/>
                    <a:pt x="237" y="50743"/>
                    <a:pt x="237" y="100695"/>
                  </a:cubicBezTo>
                  <a:cubicBezTo>
                    <a:pt x="237" y="132580"/>
                    <a:pt x="20859" y="160567"/>
                    <a:pt x="57836" y="160567"/>
                  </a:cubicBezTo>
                  <a:cubicBezTo>
                    <a:pt x="108679" y="160567"/>
                    <a:pt x="138545" y="123014"/>
                    <a:pt x="138545" y="118763"/>
                  </a:cubicBezTo>
                  <a:cubicBezTo>
                    <a:pt x="138545" y="116637"/>
                    <a:pt x="136411" y="114158"/>
                    <a:pt x="134278" y="114158"/>
                  </a:cubicBezTo>
                  <a:cubicBezTo>
                    <a:pt x="132500" y="114158"/>
                    <a:pt x="131789" y="114866"/>
                    <a:pt x="129656" y="117700"/>
                  </a:cubicBezTo>
                  <a:cubicBezTo>
                    <a:pt x="101568" y="152773"/>
                    <a:pt x="62813" y="152773"/>
                    <a:pt x="58547" y="152773"/>
                  </a:cubicBezTo>
                  <a:cubicBezTo>
                    <a:pt x="36147" y="152773"/>
                    <a:pt x="26548" y="135414"/>
                    <a:pt x="26548" y="114158"/>
                  </a:cubicBezTo>
                  <a:cubicBezTo>
                    <a:pt x="26548" y="99632"/>
                    <a:pt x="33659" y="65268"/>
                    <a:pt x="45747" y="43303"/>
                  </a:cubicBezTo>
                  <a:cubicBezTo>
                    <a:pt x="56769" y="23110"/>
                    <a:pt x="76324" y="7876"/>
                    <a:pt x="95879" y="7876"/>
                  </a:cubicBezTo>
                  <a:cubicBezTo>
                    <a:pt x="107968" y="7876"/>
                    <a:pt x="121478" y="12482"/>
                    <a:pt x="126456" y="22047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DCCEB2C4-B027-C817-4296-45BC4ED81C04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1174087" y="5347674"/>
              <a:ext cx="115481" cy="169625"/>
            </a:xfrm>
            <a:custGeom>
              <a:avLst/>
              <a:gdLst>
                <a:gd name="connsiteX0" fmla="*/ 115723 w 115481"/>
                <a:gd name="connsiteY0" fmla="*/ 85640 h 169625"/>
                <a:gd name="connsiteX1" fmla="*/ 101039 w 115481"/>
                <a:gd name="connsiteY1" fmla="*/ 21411 h 169625"/>
                <a:gd name="connsiteX2" fmla="*/ 57982 w 115481"/>
                <a:gd name="connsiteY2" fmla="*/ 84 h 169625"/>
                <a:gd name="connsiteX3" fmla="*/ 242 w 115481"/>
                <a:gd name="connsiteY3" fmla="*/ 85640 h 169625"/>
                <a:gd name="connsiteX4" fmla="*/ 57982 w 115481"/>
                <a:gd name="connsiteY4" fmla="*/ 169709 h 169625"/>
                <a:gd name="connsiteX5" fmla="*/ 115723 w 115481"/>
                <a:gd name="connsiteY5" fmla="*/ 85640 h 169625"/>
                <a:gd name="connsiteX6" fmla="*/ 57982 w 115481"/>
                <a:gd name="connsiteY6" fmla="*/ 162765 h 169625"/>
                <a:gd name="connsiteX7" fmla="*/ 26374 w 115481"/>
                <a:gd name="connsiteY7" fmla="*/ 135734 h 169625"/>
                <a:gd name="connsiteX8" fmla="*/ 22890 w 115481"/>
                <a:gd name="connsiteY8" fmla="*/ 82416 h 169625"/>
                <a:gd name="connsiteX9" fmla="*/ 26623 w 115481"/>
                <a:gd name="connsiteY9" fmla="*/ 31826 h 169625"/>
                <a:gd name="connsiteX10" fmla="*/ 57982 w 115481"/>
                <a:gd name="connsiteY10" fmla="*/ 7027 h 169625"/>
                <a:gd name="connsiteX11" fmla="*/ 88844 w 115481"/>
                <a:gd name="connsiteY11" fmla="*/ 29594 h 169625"/>
                <a:gd name="connsiteX12" fmla="*/ 93075 w 115481"/>
                <a:gd name="connsiteY12" fmla="*/ 82416 h 169625"/>
                <a:gd name="connsiteX13" fmla="*/ 89839 w 115481"/>
                <a:gd name="connsiteY13" fmla="*/ 134742 h 169625"/>
                <a:gd name="connsiteX14" fmla="*/ 57982 w 115481"/>
                <a:gd name="connsiteY14" fmla="*/ 162765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481" h="169625">
                  <a:moveTo>
                    <a:pt x="115723" y="85640"/>
                  </a:moveTo>
                  <a:cubicBezTo>
                    <a:pt x="115723" y="58361"/>
                    <a:pt x="112487" y="38770"/>
                    <a:pt x="101039" y="21411"/>
                  </a:cubicBezTo>
                  <a:cubicBezTo>
                    <a:pt x="93323" y="10003"/>
                    <a:pt x="77893" y="84"/>
                    <a:pt x="57982" y="84"/>
                  </a:cubicBezTo>
                  <a:cubicBezTo>
                    <a:pt x="242" y="84"/>
                    <a:pt x="242" y="67785"/>
                    <a:pt x="242" y="85640"/>
                  </a:cubicBezTo>
                  <a:cubicBezTo>
                    <a:pt x="242" y="103495"/>
                    <a:pt x="242" y="169709"/>
                    <a:pt x="57982" y="169709"/>
                  </a:cubicBezTo>
                  <a:cubicBezTo>
                    <a:pt x="115723" y="169709"/>
                    <a:pt x="115723" y="103495"/>
                    <a:pt x="115723" y="85640"/>
                  </a:cubicBezTo>
                  <a:close/>
                  <a:moveTo>
                    <a:pt x="57982" y="162765"/>
                  </a:moveTo>
                  <a:cubicBezTo>
                    <a:pt x="46534" y="162765"/>
                    <a:pt x="31352" y="156069"/>
                    <a:pt x="26374" y="135734"/>
                  </a:cubicBezTo>
                  <a:cubicBezTo>
                    <a:pt x="22890" y="121103"/>
                    <a:pt x="22890" y="100768"/>
                    <a:pt x="22890" y="82416"/>
                  </a:cubicBezTo>
                  <a:cubicBezTo>
                    <a:pt x="22890" y="64313"/>
                    <a:pt x="22890" y="45466"/>
                    <a:pt x="26623" y="31826"/>
                  </a:cubicBezTo>
                  <a:cubicBezTo>
                    <a:pt x="31850" y="12235"/>
                    <a:pt x="47778" y="7027"/>
                    <a:pt x="57982" y="7027"/>
                  </a:cubicBezTo>
                  <a:cubicBezTo>
                    <a:pt x="71422" y="7027"/>
                    <a:pt x="84364" y="15211"/>
                    <a:pt x="88844" y="29594"/>
                  </a:cubicBezTo>
                  <a:cubicBezTo>
                    <a:pt x="92826" y="42986"/>
                    <a:pt x="93075" y="60841"/>
                    <a:pt x="93075" y="82416"/>
                  </a:cubicBezTo>
                  <a:cubicBezTo>
                    <a:pt x="93075" y="100768"/>
                    <a:pt x="93075" y="119119"/>
                    <a:pt x="89839" y="134742"/>
                  </a:cubicBezTo>
                  <a:cubicBezTo>
                    <a:pt x="84861" y="157309"/>
                    <a:pt x="67938" y="162765"/>
                    <a:pt x="57982" y="162765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294B2C51-3F8C-DF6A-DE0D-7A9AD1E32083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1004465" y="5727737"/>
              <a:ext cx="162839" cy="160484"/>
            </a:xfrm>
            <a:custGeom>
              <a:avLst/>
              <a:gdLst>
                <a:gd name="connsiteX0" fmla="*/ 118634 w 162839"/>
                <a:gd name="connsiteY0" fmla="*/ 22767 h 160484"/>
                <a:gd name="connsiteX1" fmla="*/ 85923 w 162839"/>
                <a:gd name="connsiteY1" fmla="*/ 94 h 160484"/>
                <a:gd name="connsiteX2" fmla="*/ 237 w 162839"/>
                <a:gd name="connsiteY2" fmla="*/ 103896 h 160484"/>
                <a:gd name="connsiteX3" fmla="*/ 47524 w 162839"/>
                <a:gd name="connsiteY3" fmla="*/ 160579 h 160484"/>
                <a:gd name="connsiteX4" fmla="*/ 93745 w 162839"/>
                <a:gd name="connsiteY4" fmla="*/ 134009 h 160484"/>
                <a:gd name="connsiteX5" fmla="*/ 126100 w 162839"/>
                <a:gd name="connsiteY5" fmla="*/ 160579 h 160484"/>
                <a:gd name="connsiteX6" fmla="*/ 152410 w 162839"/>
                <a:gd name="connsiteY6" fmla="*/ 141094 h 160484"/>
                <a:gd name="connsiteX7" fmla="*/ 163077 w 162839"/>
                <a:gd name="connsiteY7" fmla="*/ 106021 h 160484"/>
                <a:gd name="connsiteX8" fmla="*/ 158810 w 162839"/>
                <a:gd name="connsiteY8" fmla="*/ 102479 h 160484"/>
                <a:gd name="connsiteX9" fmla="*/ 153833 w 162839"/>
                <a:gd name="connsiteY9" fmla="*/ 108855 h 160484"/>
                <a:gd name="connsiteX10" fmla="*/ 126811 w 162839"/>
                <a:gd name="connsiteY10" fmla="*/ 152785 h 160484"/>
                <a:gd name="connsiteX11" fmla="*/ 116145 w 162839"/>
                <a:gd name="connsiteY11" fmla="*/ 136489 h 160484"/>
                <a:gd name="connsiteX12" fmla="*/ 120767 w 162839"/>
                <a:gd name="connsiteY12" fmla="*/ 110272 h 160484"/>
                <a:gd name="connsiteX13" fmla="*/ 128589 w 162839"/>
                <a:gd name="connsiteY13" fmla="*/ 78388 h 160484"/>
                <a:gd name="connsiteX14" fmla="*/ 141388 w 162839"/>
                <a:gd name="connsiteY14" fmla="*/ 28790 h 160484"/>
                <a:gd name="connsiteX15" fmla="*/ 143877 w 162839"/>
                <a:gd name="connsiteY15" fmla="*/ 16745 h 160484"/>
                <a:gd name="connsiteX16" fmla="*/ 133566 w 162839"/>
                <a:gd name="connsiteY16" fmla="*/ 7179 h 160484"/>
                <a:gd name="connsiteX17" fmla="*/ 118634 w 162839"/>
                <a:gd name="connsiteY17" fmla="*/ 22767 h 160484"/>
                <a:gd name="connsiteX18" fmla="*/ 95523 w 162839"/>
                <a:gd name="connsiteY18" fmla="*/ 114524 h 160484"/>
                <a:gd name="connsiteX19" fmla="*/ 88412 w 162839"/>
                <a:gd name="connsiteY19" fmla="*/ 127632 h 160484"/>
                <a:gd name="connsiteX20" fmla="*/ 48235 w 162839"/>
                <a:gd name="connsiteY20" fmla="*/ 152785 h 160484"/>
                <a:gd name="connsiteX21" fmla="*/ 25481 w 162839"/>
                <a:gd name="connsiteY21" fmla="*/ 119484 h 160484"/>
                <a:gd name="connsiteX22" fmla="*/ 45036 w 162839"/>
                <a:gd name="connsiteY22" fmla="*/ 41898 h 160484"/>
                <a:gd name="connsiteX23" fmla="*/ 86279 w 162839"/>
                <a:gd name="connsiteY23" fmla="*/ 7888 h 160484"/>
                <a:gd name="connsiteX24" fmla="*/ 114367 w 162839"/>
                <a:gd name="connsiteY24" fmla="*/ 39064 h 160484"/>
                <a:gd name="connsiteX25" fmla="*/ 113300 w 162839"/>
                <a:gd name="connsiteY25" fmla="*/ 45087 h 160484"/>
                <a:gd name="connsiteX26" fmla="*/ 95523 w 162839"/>
                <a:gd name="connsiteY26" fmla="*/ 11452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839" h="160484">
                  <a:moveTo>
                    <a:pt x="118634" y="22767"/>
                  </a:moveTo>
                  <a:cubicBezTo>
                    <a:pt x="112234" y="9659"/>
                    <a:pt x="101923" y="94"/>
                    <a:pt x="85923" y="94"/>
                  </a:cubicBezTo>
                  <a:cubicBezTo>
                    <a:pt x="44324" y="94"/>
                    <a:pt x="237" y="52172"/>
                    <a:pt x="237" y="103896"/>
                  </a:cubicBezTo>
                  <a:cubicBezTo>
                    <a:pt x="237" y="137197"/>
                    <a:pt x="19792" y="160579"/>
                    <a:pt x="47524" y="160579"/>
                  </a:cubicBezTo>
                  <a:cubicBezTo>
                    <a:pt x="54635" y="160579"/>
                    <a:pt x="72413" y="159162"/>
                    <a:pt x="93745" y="134009"/>
                  </a:cubicBezTo>
                  <a:cubicBezTo>
                    <a:pt x="96590" y="148888"/>
                    <a:pt x="109034" y="160579"/>
                    <a:pt x="126100" y="160579"/>
                  </a:cubicBezTo>
                  <a:cubicBezTo>
                    <a:pt x="138544" y="160579"/>
                    <a:pt x="146722" y="152431"/>
                    <a:pt x="152410" y="141094"/>
                  </a:cubicBezTo>
                  <a:cubicBezTo>
                    <a:pt x="158455" y="128340"/>
                    <a:pt x="163077" y="106730"/>
                    <a:pt x="163077" y="106021"/>
                  </a:cubicBezTo>
                  <a:cubicBezTo>
                    <a:pt x="163077" y="102479"/>
                    <a:pt x="159877" y="102479"/>
                    <a:pt x="158810" y="102479"/>
                  </a:cubicBezTo>
                  <a:cubicBezTo>
                    <a:pt x="155255" y="102479"/>
                    <a:pt x="154899" y="103896"/>
                    <a:pt x="153833" y="108855"/>
                  </a:cubicBezTo>
                  <a:cubicBezTo>
                    <a:pt x="147788" y="131883"/>
                    <a:pt x="141388" y="152785"/>
                    <a:pt x="126811" y="152785"/>
                  </a:cubicBezTo>
                  <a:cubicBezTo>
                    <a:pt x="117211" y="152785"/>
                    <a:pt x="116145" y="143574"/>
                    <a:pt x="116145" y="136489"/>
                  </a:cubicBezTo>
                  <a:cubicBezTo>
                    <a:pt x="116145" y="128695"/>
                    <a:pt x="116856" y="125860"/>
                    <a:pt x="120767" y="110272"/>
                  </a:cubicBezTo>
                  <a:cubicBezTo>
                    <a:pt x="124678" y="95393"/>
                    <a:pt x="125389" y="91850"/>
                    <a:pt x="128589" y="78388"/>
                  </a:cubicBezTo>
                  <a:lnTo>
                    <a:pt x="141388" y="28790"/>
                  </a:lnTo>
                  <a:cubicBezTo>
                    <a:pt x="143877" y="18870"/>
                    <a:pt x="143877" y="18162"/>
                    <a:pt x="143877" y="16745"/>
                  </a:cubicBezTo>
                  <a:cubicBezTo>
                    <a:pt x="143877" y="10722"/>
                    <a:pt x="139611" y="7179"/>
                    <a:pt x="133566" y="7179"/>
                  </a:cubicBezTo>
                  <a:cubicBezTo>
                    <a:pt x="125033" y="7179"/>
                    <a:pt x="119700" y="14973"/>
                    <a:pt x="118634" y="22767"/>
                  </a:cubicBezTo>
                  <a:close/>
                  <a:moveTo>
                    <a:pt x="95523" y="114524"/>
                  </a:moveTo>
                  <a:cubicBezTo>
                    <a:pt x="93745" y="120901"/>
                    <a:pt x="93745" y="121609"/>
                    <a:pt x="88412" y="127632"/>
                  </a:cubicBezTo>
                  <a:cubicBezTo>
                    <a:pt x="72768" y="147117"/>
                    <a:pt x="58191" y="152785"/>
                    <a:pt x="48235" y="152785"/>
                  </a:cubicBezTo>
                  <a:cubicBezTo>
                    <a:pt x="30458" y="152785"/>
                    <a:pt x="25481" y="133300"/>
                    <a:pt x="25481" y="119484"/>
                  </a:cubicBezTo>
                  <a:cubicBezTo>
                    <a:pt x="25481" y="101770"/>
                    <a:pt x="36858" y="58195"/>
                    <a:pt x="45036" y="41898"/>
                  </a:cubicBezTo>
                  <a:cubicBezTo>
                    <a:pt x="56057" y="20996"/>
                    <a:pt x="72057" y="7888"/>
                    <a:pt x="86279" y="7888"/>
                  </a:cubicBezTo>
                  <a:cubicBezTo>
                    <a:pt x="109389" y="7888"/>
                    <a:pt x="114367" y="36938"/>
                    <a:pt x="114367" y="39064"/>
                  </a:cubicBezTo>
                  <a:cubicBezTo>
                    <a:pt x="114367" y="41190"/>
                    <a:pt x="113656" y="43315"/>
                    <a:pt x="113300" y="45087"/>
                  </a:cubicBezTo>
                  <a:lnTo>
                    <a:pt x="95523" y="114524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C4AAD027-BA58-9FEB-07B7-B23A23EE5766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1205309" y="5772800"/>
              <a:ext cx="90593" cy="164665"/>
            </a:xfrm>
            <a:custGeom>
              <a:avLst/>
              <a:gdLst>
                <a:gd name="connsiteX0" fmla="*/ 56489 w 90593"/>
                <a:gd name="connsiteY0" fmla="*/ 7039 h 164665"/>
                <a:gd name="connsiteX1" fmla="*/ 49023 w 90593"/>
                <a:gd name="connsiteY1" fmla="*/ 96 h 164665"/>
                <a:gd name="connsiteX2" fmla="*/ 242 w 90593"/>
                <a:gd name="connsiteY2" fmla="*/ 15967 h 164665"/>
                <a:gd name="connsiteX3" fmla="*/ 242 w 90593"/>
                <a:gd name="connsiteY3" fmla="*/ 24895 h 164665"/>
                <a:gd name="connsiteX4" fmla="*/ 36330 w 90593"/>
                <a:gd name="connsiteY4" fmla="*/ 17951 h 164665"/>
                <a:gd name="connsiteX5" fmla="*/ 36330 w 90593"/>
                <a:gd name="connsiteY5" fmla="*/ 144426 h 164665"/>
                <a:gd name="connsiteX6" fmla="*/ 11442 w 90593"/>
                <a:gd name="connsiteY6" fmla="*/ 155833 h 164665"/>
                <a:gd name="connsiteX7" fmla="*/ 1984 w 90593"/>
                <a:gd name="connsiteY7" fmla="*/ 155833 h 164665"/>
                <a:gd name="connsiteX8" fmla="*/ 1984 w 90593"/>
                <a:gd name="connsiteY8" fmla="*/ 164761 h 164665"/>
                <a:gd name="connsiteX9" fmla="*/ 46285 w 90593"/>
                <a:gd name="connsiteY9" fmla="*/ 163769 h 164665"/>
                <a:gd name="connsiteX10" fmla="*/ 90835 w 90593"/>
                <a:gd name="connsiteY10" fmla="*/ 164761 h 164665"/>
                <a:gd name="connsiteX11" fmla="*/ 90835 w 90593"/>
                <a:gd name="connsiteY11" fmla="*/ 155833 h 164665"/>
                <a:gd name="connsiteX12" fmla="*/ 81378 w 90593"/>
                <a:gd name="connsiteY12" fmla="*/ 155833 h 164665"/>
                <a:gd name="connsiteX13" fmla="*/ 56489 w 90593"/>
                <a:gd name="connsiteY13" fmla="*/ 144426 h 164665"/>
                <a:gd name="connsiteX14" fmla="*/ 56489 w 90593"/>
                <a:gd name="connsiteY14" fmla="*/ 7039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93" h="164665">
                  <a:moveTo>
                    <a:pt x="56489" y="7039"/>
                  </a:moveTo>
                  <a:cubicBezTo>
                    <a:pt x="56489" y="344"/>
                    <a:pt x="55992" y="96"/>
                    <a:pt x="49023" y="96"/>
                  </a:cubicBezTo>
                  <a:cubicBezTo>
                    <a:pt x="33094" y="15719"/>
                    <a:pt x="10446" y="15967"/>
                    <a:pt x="242" y="15967"/>
                  </a:cubicBezTo>
                  <a:lnTo>
                    <a:pt x="242" y="24895"/>
                  </a:lnTo>
                  <a:cubicBezTo>
                    <a:pt x="6215" y="24895"/>
                    <a:pt x="22641" y="24895"/>
                    <a:pt x="36330" y="17951"/>
                  </a:cubicBezTo>
                  <a:lnTo>
                    <a:pt x="36330" y="144426"/>
                  </a:lnTo>
                  <a:cubicBezTo>
                    <a:pt x="36330" y="152609"/>
                    <a:pt x="36330" y="155833"/>
                    <a:pt x="11442" y="155833"/>
                  </a:cubicBezTo>
                  <a:lnTo>
                    <a:pt x="1984" y="155833"/>
                  </a:lnTo>
                  <a:lnTo>
                    <a:pt x="1984" y="164761"/>
                  </a:lnTo>
                  <a:cubicBezTo>
                    <a:pt x="6464" y="164513"/>
                    <a:pt x="37077" y="163769"/>
                    <a:pt x="46285" y="163769"/>
                  </a:cubicBezTo>
                  <a:cubicBezTo>
                    <a:pt x="54001" y="163769"/>
                    <a:pt x="85360" y="164513"/>
                    <a:pt x="90835" y="164761"/>
                  </a:cubicBezTo>
                  <a:lnTo>
                    <a:pt x="90835" y="155833"/>
                  </a:lnTo>
                  <a:lnTo>
                    <a:pt x="81378" y="155833"/>
                  </a:lnTo>
                  <a:cubicBezTo>
                    <a:pt x="56489" y="155833"/>
                    <a:pt x="56489" y="152609"/>
                    <a:pt x="56489" y="144426"/>
                  </a:cubicBezTo>
                  <a:lnTo>
                    <a:pt x="56489" y="7039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1804C67-A5B8-63CD-3F9A-386AE83D0F75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1342661" y="5161608"/>
              <a:ext cx="93508" cy="849897"/>
            </a:xfrm>
            <a:custGeom>
              <a:avLst/>
              <a:gdLst>
                <a:gd name="connsiteX0" fmla="*/ 74200 w 93508"/>
                <a:gd name="connsiteY0" fmla="*/ 830487 h 849897"/>
                <a:gd name="connsiteX1" fmla="*/ 247 w 93508"/>
                <a:gd name="connsiteY1" fmla="*/ 830487 h 849897"/>
                <a:gd name="connsiteX2" fmla="*/ 247 w 93508"/>
                <a:gd name="connsiteY2" fmla="*/ 849971 h 849897"/>
                <a:gd name="connsiteX3" fmla="*/ 93755 w 93508"/>
                <a:gd name="connsiteY3" fmla="*/ 849971 h 849897"/>
                <a:gd name="connsiteX4" fmla="*/ 93755 w 93508"/>
                <a:gd name="connsiteY4" fmla="*/ 74 h 849897"/>
                <a:gd name="connsiteX5" fmla="*/ 247 w 93508"/>
                <a:gd name="connsiteY5" fmla="*/ 74 h 849897"/>
                <a:gd name="connsiteX6" fmla="*/ 247 w 93508"/>
                <a:gd name="connsiteY6" fmla="*/ 19559 h 849897"/>
                <a:gd name="connsiteX7" fmla="*/ 74200 w 93508"/>
                <a:gd name="connsiteY7" fmla="*/ 19559 h 849897"/>
                <a:gd name="connsiteX8" fmla="*/ 74200 w 93508"/>
                <a:gd name="connsiteY8" fmla="*/ 830487 h 8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508" h="849897">
                  <a:moveTo>
                    <a:pt x="74200" y="830487"/>
                  </a:moveTo>
                  <a:lnTo>
                    <a:pt x="247" y="830487"/>
                  </a:lnTo>
                  <a:lnTo>
                    <a:pt x="247" y="849971"/>
                  </a:lnTo>
                  <a:lnTo>
                    <a:pt x="93755" y="849971"/>
                  </a:lnTo>
                  <a:lnTo>
                    <a:pt x="93755" y="74"/>
                  </a:lnTo>
                  <a:lnTo>
                    <a:pt x="247" y="74"/>
                  </a:lnTo>
                  <a:lnTo>
                    <a:pt x="247" y="19559"/>
                  </a:lnTo>
                  <a:lnTo>
                    <a:pt x="74200" y="19559"/>
                  </a:lnTo>
                  <a:lnTo>
                    <a:pt x="74200" y="830487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930CF8D5-E432-9708-48D1-7C0AAC7E4D12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1644004" y="5545288"/>
              <a:ext cx="236437" cy="82899"/>
            </a:xfrm>
            <a:custGeom>
              <a:avLst/>
              <a:gdLst>
                <a:gd name="connsiteX0" fmla="*/ 224604 w 236437"/>
                <a:gd name="connsiteY0" fmla="*/ 14259 h 82899"/>
                <a:gd name="connsiteX1" fmla="*/ 236693 w 236437"/>
                <a:gd name="connsiteY1" fmla="*/ 7174 h 82899"/>
                <a:gd name="connsiteX2" fmla="*/ 224960 w 236437"/>
                <a:gd name="connsiteY2" fmla="*/ 88 h 82899"/>
                <a:gd name="connsiteX3" fmla="*/ 11988 w 236437"/>
                <a:gd name="connsiteY3" fmla="*/ 88 h 82899"/>
                <a:gd name="connsiteX4" fmla="*/ 255 w 236437"/>
                <a:gd name="connsiteY4" fmla="*/ 7174 h 82899"/>
                <a:gd name="connsiteX5" fmla="*/ 12343 w 236437"/>
                <a:gd name="connsiteY5" fmla="*/ 14259 h 82899"/>
                <a:gd name="connsiteX6" fmla="*/ 224604 w 236437"/>
                <a:gd name="connsiteY6" fmla="*/ 14259 h 82899"/>
                <a:gd name="connsiteX7" fmla="*/ 224960 w 236437"/>
                <a:gd name="connsiteY7" fmla="*/ 82988 h 82899"/>
                <a:gd name="connsiteX8" fmla="*/ 236693 w 236437"/>
                <a:gd name="connsiteY8" fmla="*/ 75902 h 82899"/>
                <a:gd name="connsiteX9" fmla="*/ 224604 w 236437"/>
                <a:gd name="connsiteY9" fmla="*/ 68817 h 82899"/>
                <a:gd name="connsiteX10" fmla="*/ 12343 w 236437"/>
                <a:gd name="connsiteY10" fmla="*/ 68817 h 82899"/>
                <a:gd name="connsiteX11" fmla="*/ 255 w 236437"/>
                <a:gd name="connsiteY11" fmla="*/ 75902 h 82899"/>
                <a:gd name="connsiteX12" fmla="*/ 11988 w 236437"/>
                <a:gd name="connsiteY12" fmla="*/ 82988 h 82899"/>
                <a:gd name="connsiteX13" fmla="*/ 224960 w 236437"/>
                <a:gd name="connsiteY13" fmla="*/ 82988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437" h="82899">
                  <a:moveTo>
                    <a:pt x="224604" y="14259"/>
                  </a:moveTo>
                  <a:cubicBezTo>
                    <a:pt x="229937" y="14259"/>
                    <a:pt x="236693" y="14259"/>
                    <a:pt x="236693" y="7174"/>
                  </a:cubicBezTo>
                  <a:cubicBezTo>
                    <a:pt x="236693" y="88"/>
                    <a:pt x="229937" y="88"/>
                    <a:pt x="224960" y="88"/>
                  </a:cubicBezTo>
                  <a:lnTo>
                    <a:pt x="11988" y="88"/>
                  </a:lnTo>
                  <a:cubicBezTo>
                    <a:pt x="7010" y="88"/>
                    <a:pt x="255" y="88"/>
                    <a:pt x="255" y="7174"/>
                  </a:cubicBezTo>
                  <a:cubicBezTo>
                    <a:pt x="255" y="14259"/>
                    <a:pt x="7010" y="14259"/>
                    <a:pt x="12343" y="14259"/>
                  </a:cubicBezTo>
                  <a:lnTo>
                    <a:pt x="224604" y="14259"/>
                  </a:lnTo>
                  <a:close/>
                  <a:moveTo>
                    <a:pt x="224960" y="82988"/>
                  </a:moveTo>
                  <a:cubicBezTo>
                    <a:pt x="229937" y="82988"/>
                    <a:pt x="236693" y="82988"/>
                    <a:pt x="236693" y="75902"/>
                  </a:cubicBezTo>
                  <a:cubicBezTo>
                    <a:pt x="236693" y="68817"/>
                    <a:pt x="229937" y="68817"/>
                    <a:pt x="224604" y="68817"/>
                  </a:cubicBezTo>
                  <a:lnTo>
                    <a:pt x="12343" y="68817"/>
                  </a:lnTo>
                  <a:cubicBezTo>
                    <a:pt x="7010" y="68817"/>
                    <a:pt x="255" y="68817"/>
                    <a:pt x="255" y="75902"/>
                  </a:cubicBezTo>
                  <a:cubicBezTo>
                    <a:pt x="255" y="82988"/>
                    <a:pt x="7010" y="82988"/>
                    <a:pt x="11988" y="82988"/>
                  </a:cubicBezTo>
                  <a:lnTo>
                    <a:pt x="224960" y="82988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E819DC6D-D5ED-3A5F-B236-E01872BAC5F6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2088277" y="5161608"/>
              <a:ext cx="93508" cy="849897"/>
            </a:xfrm>
            <a:custGeom>
              <a:avLst/>
              <a:gdLst>
                <a:gd name="connsiteX0" fmla="*/ 265 w 93508"/>
                <a:gd name="connsiteY0" fmla="*/ 849971 h 849897"/>
                <a:gd name="connsiteX1" fmla="*/ 93774 w 93508"/>
                <a:gd name="connsiteY1" fmla="*/ 849971 h 849897"/>
                <a:gd name="connsiteX2" fmla="*/ 93774 w 93508"/>
                <a:gd name="connsiteY2" fmla="*/ 830487 h 849897"/>
                <a:gd name="connsiteX3" fmla="*/ 19820 w 93508"/>
                <a:gd name="connsiteY3" fmla="*/ 830487 h 849897"/>
                <a:gd name="connsiteX4" fmla="*/ 19820 w 93508"/>
                <a:gd name="connsiteY4" fmla="*/ 19559 h 849897"/>
                <a:gd name="connsiteX5" fmla="*/ 93774 w 93508"/>
                <a:gd name="connsiteY5" fmla="*/ 19559 h 849897"/>
                <a:gd name="connsiteX6" fmla="*/ 93774 w 93508"/>
                <a:gd name="connsiteY6" fmla="*/ 74 h 849897"/>
                <a:gd name="connsiteX7" fmla="*/ 265 w 93508"/>
                <a:gd name="connsiteY7" fmla="*/ 74 h 849897"/>
                <a:gd name="connsiteX8" fmla="*/ 265 w 93508"/>
                <a:gd name="connsiteY8" fmla="*/ 849971 h 8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508" h="849897">
                  <a:moveTo>
                    <a:pt x="265" y="849971"/>
                  </a:moveTo>
                  <a:lnTo>
                    <a:pt x="93774" y="849971"/>
                  </a:lnTo>
                  <a:lnTo>
                    <a:pt x="93774" y="830487"/>
                  </a:lnTo>
                  <a:lnTo>
                    <a:pt x="19820" y="830487"/>
                  </a:lnTo>
                  <a:lnTo>
                    <a:pt x="19820" y="19559"/>
                  </a:lnTo>
                  <a:lnTo>
                    <a:pt x="93774" y="19559"/>
                  </a:lnTo>
                  <a:lnTo>
                    <a:pt x="93774" y="74"/>
                  </a:lnTo>
                  <a:lnTo>
                    <a:pt x="265" y="74"/>
                  </a:lnTo>
                  <a:lnTo>
                    <a:pt x="265" y="849971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29F41206-0EBA-A20B-A2F4-35969D4E2123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2382591" y="5223254"/>
              <a:ext cx="141862" cy="243738"/>
            </a:xfrm>
            <a:custGeom>
              <a:avLst/>
              <a:gdLst>
                <a:gd name="connsiteX0" fmla="*/ 142138 w 141862"/>
                <a:gd name="connsiteY0" fmla="*/ 164818 h 243738"/>
                <a:gd name="connsiteX1" fmla="*/ 74584 w 141862"/>
                <a:gd name="connsiteY1" fmla="*/ 87233 h 243738"/>
                <a:gd name="connsiteX2" fmla="*/ 29430 w 141862"/>
                <a:gd name="connsiteY2" fmla="*/ 105301 h 243738"/>
                <a:gd name="connsiteX3" fmla="*/ 29430 w 141862"/>
                <a:gd name="connsiteY3" fmla="*/ 36218 h 243738"/>
                <a:gd name="connsiteX4" fmla="*/ 59651 w 141862"/>
                <a:gd name="connsiteY4" fmla="*/ 40823 h 243738"/>
                <a:gd name="connsiteX5" fmla="*/ 128272 w 141862"/>
                <a:gd name="connsiteY5" fmla="*/ 3979 h 243738"/>
                <a:gd name="connsiteX6" fmla="*/ 124716 w 141862"/>
                <a:gd name="connsiteY6" fmla="*/ 82 h 243738"/>
                <a:gd name="connsiteX7" fmla="*/ 121872 w 141862"/>
                <a:gd name="connsiteY7" fmla="*/ 1145 h 243738"/>
                <a:gd name="connsiteX8" fmla="*/ 73518 w 141862"/>
                <a:gd name="connsiteY8" fmla="*/ 11419 h 243738"/>
                <a:gd name="connsiteX9" fmla="*/ 26230 w 141862"/>
                <a:gd name="connsiteY9" fmla="*/ 1499 h 243738"/>
                <a:gd name="connsiteX10" fmla="*/ 21964 w 141862"/>
                <a:gd name="connsiteY10" fmla="*/ 436 h 243738"/>
                <a:gd name="connsiteX11" fmla="*/ 18408 w 141862"/>
                <a:gd name="connsiteY11" fmla="*/ 8939 h 243738"/>
                <a:gd name="connsiteX12" fmla="*/ 18408 w 141862"/>
                <a:gd name="connsiteY12" fmla="*/ 113803 h 243738"/>
                <a:gd name="connsiteX13" fmla="*/ 23386 w 141862"/>
                <a:gd name="connsiteY13" fmla="*/ 123014 h 243738"/>
                <a:gd name="connsiteX14" fmla="*/ 28008 w 141862"/>
                <a:gd name="connsiteY14" fmla="*/ 119826 h 243738"/>
                <a:gd name="connsiteX15" fmla="*/ 73873 w 141862"/>
                <a:gd name="connsiteY15" fmla="*/ 95027 h 243738"/>
                <a:gd name="connsiteX16" fmla="*/ 104095 w 141862"/>
                <a:gd name="connsiteY16" fmla="*/ 117700 h 243738"/>
                <a:gd name="connsiteX17" fmla="*/ 110494 w 141862"/>
                <a:gd name="connsiteY17" fmla="*/ 162338 h 243738"/>
                <a:gd name="connsiteX18" fmla="*/ 101961 w 141862"/>
                <a:gd name="connsiteY18" fmla="*/ 210874 h 243738"/>
                <a:gd name="connsiteX19" fmla="*/ 63918 w 141862"/>
                <a:gd name="connsiteY19" fmla="*/ 233901 h 243738"/>
                <a:gd name="connsiteX20" fmla="*/ 11653 w 141862"/>
                <a:gd name="connsiteY20" fmla="*/ 194223 h 243738"/>
                <a:gd name="connsiteX21" fmla="*/ 17697 w 141862"/>
                <a:gd name="connsiteY21" fmla="*/ 194931 h 243738"/>
                <a:gd name="connsiteX22" fmla="*/ 35474 w 141862"/>
                <a:gd name="connsiteY22" fmla="*/ 177572 h 243738"/>
                <a:gd name="connsiteX23" fmla="*/ 17697 w 141862"/>
                <a:gd name="connsiteY23" fmla="*/ 160213 h 243738"/>
                <a:gd name="connsiteX24" fmla="*/ 275 w 141862"/>
                <a:gd name="connsiteY24" fmla="*/ 178989 h 243738"/>
                <a:gd name="connsiteX25" fmla="*/ 64629 w 141862"/>
                <a:gd name="connsiteY25" fmla="*/ 243821 h 243738"/>
                <a:gd name="connsiteX26" fmla="*/ 142138 w 141862"/>
                <a:gd name="connsiteY26" fmla="*/ 164818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862" h="243738">
                  <a:moveTo>
                    <a:pt x="142138" y="164818"/>
                  </a:moveTo>
                  <a:cubicBezTo>
                    <a:pt x="142138" y="122660"/>
                    <a:pt x="112983" y="87233"/>
                    <a:pt x="74584" y="87233"/>
                  </a:cubicBezTo>
                  <a:cubicBezTo>
                    <a:pt x="57518" y="87233"/>
                    <a:pt x="42230" y="92901"/>
                    <a:pt x="29430" y="105301"/>
                  </a:cubicBezTo>
                  <a:lnTo>
                    <a:pt x="29430" y="36218"/>
                  </a:lnTo>
                  <a:cubicBezTo>
                    <a:pt x="36541" y="38343"/>
                    <a:pt x="48274" y="40823"/>
                    <a:pt x="59651" y="40823"/>
                  </a:cubicBezTo>
                  <a:cubicBezTo>
                    <a:pt x="103384" y="40823"/>
                    <a:pt x="128272" y="8585"/>
                    <a:pt x="128272" y="3979"/>
                  </a:cubicBezTo>
                  <a:cubicBezTo>
                    <a:pt x="128272" y="1853"/>
                    <a:pt x="127205" y="82"/>
                    <a:pt x="124716" y="82"/>
                  </a:cubicBezTo>
                  <a:cubicBezTo>
                    <a:pt x="124361" y="82"/>
                    <a:pt x="123650" y="82"/>
                    <a:pt x="121872" y="1145"/>
                  </a:cubicBezTo>
                  <a:cubicBezTo>
                    <a:pt x="114761" y="4333"/>
                    <a:pt x="97339" y="11419"/>
                    <a:pt x="73518" y="11419"/>
                  </a:cubicBezTo>
                  <a:cubicBezTo>
                    <a:pt x="59296" y="11419"/>
                    <a:pt x="42941" y="8939"/>
                    <a:pt x="26230" y="1499"/>
                  </a:cubicBezTo>
                  <a:cubicBezTo>
                    <a:pt x="23386" y="436"/>
                    <a:pt x="22675" y="436"/>
                    <a:pt x="21964" y="436"/>
                  </a:cubicBezTo>
                  <a:cubicBezTo>
                    <a:pt x="18408" y="436"/>
                    <a:pt x="18408" y="3271"/>
                    <a:pt x="18408" y="8939"/>
                  </a:cubicBezTo>
                  <a:lnTo>
                    <a:pt x="18408" y="113803"/>
                  </a:lnTo>
                  <a:cubicBezTo>
                    <a:pt x="18408" y="120180"/>
                    <a:pt x="18408" y="123014"/>
                    <a:pt x="23386" y="123014"/>
                  </a:cubicBezTo>
                  <a:cubicBezTo>
                    <a:pt x="25875" y="123014"/>
                    <a:pt x="26586" y="121951"/>
                    <a:pt x="28008" y="119826"/>
                  </a:cubicBezTo>
                  <a:cubicBezTo>
                    <a:pt x="31919" y="114158"/>
                    <a:pt x="45074" y="95027"/>
                    <a:pt x="73873" y="95027"/>
                  </a:cubicBezTo>
                  <a:cubicBezTo>
                    <a:pt x="92362" y="95027"/>
                    <a:pt x="101250" y="111323"/>
                    <a:pt x="104095" y="117700"/>
                  </a:cubicBezTo>
                  <a:cubicBezTo>
                    <a:pt x="109783" y="130808"/>
                    <a:pt x="110494" y="144625"/>
                    <a:pt x="110494" y="162338"/>
                  </a:cubicBezTo>
                  <a:cubicBezTo>
                    <a:pt x="110494" y="174738"/>
                    <a:pt x="110494" y="195994"/>
                    <a:pt x="101961" y="210874"/>
                  </a:cubicBezTo>
                  <a:cubicBezTo>
                    <a:pt x="93428" y="224690"/>
                    <a:pt x="80273" y="233901"/>
                    <a:pt x="63918" y="233901"/>
                  </a:cubicBezTo>
                  <a:cubicBezTo>
                    <a:pt x="37963" y="233901"/>
                    <a:pt x="17697" y="215125"/>
                    <a:pt x="11653" y="194223"/>
                  </a:cubicBezTo>
                  <a:cubicBezTo>
                    <a:pt x="12719" y="194577"/>
                    <a:pt x="13786" y="194931"/>
                    <a:pt x="17697" y="194931"/>
                  </a:cubicBezTo>
                  <a:cubicBezTo>
                    <a:pt x="29430" y="194931"/>
                    <a:pt x="35474" y="186075"/>
                    <a:pt x="35474" y="177572"/>
                  </a:cubicBezTo>
                  <a:cubicBezTo>
                    <a:pt x="35474" y="169070"/>
                    <a:pt x="29430" y="160213"/>
                    <a:pt x="17697" y="160213"/>
                  </a:cubicBezTo>
                  <a:cubicBezTo>
                    <a:pt x="12719" y="160213"/>
                    <a:pt x="275" y="162693"/>
                    <a:pt x="275" y="178989"/>
                  </a:cubicBezTo>
                  <a:cubicBezTo>
                    <a:pt x="275" y="209457"/>
                    <a:pt x="24808" y="243821"/>
                    <a:pt x="64629" y="243821"/>
                  </a:cubicBezTo>
                  <a:cubicBezTo>
                    <a:pt x="105872" y="243821"/>
                    <a:pt x="142138" y="209811"/>
                    <a:pt x="142138" y="164818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1B06EAC-5814-A4A3-4878-76A6BB567FBD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2573165" y="5421646"/>
              <a:ext cx="37687" cy="37552"/>
            </a:xfrm>
            <a:custGeom>
              <a:avLst/>
              <a:gdLst>
                <a:gd name="connsiteX0" fmla="*/ 37968 w 37687"/>
                <a:gd name="connsiteY0" fmla="*/ 18858 h 37552"/>
                <a:gd name="connsiteX1" fmla="*/ 19124 w 37687"/>
                <a:gd name="connsiteY1" fmla="*/ 82 h 37552"/>
                <a:gd name="connsiteX2" fmla="*/ 280 w 37687"/>
                <a:gd name="connsiteY2" fmla="*/ 18858 h 37552"/>
                <a:gd name="connsiteX3" fmla="*/ 19124 w 37687"/>
                <a:gd name="connsiteY3" fmla="*/ 37635 h 37552"/>
                <a:gd name="connsiteX4" fmla="*/ 37968 w 37687"/>
                <a:gd name="connsiteY4" fmla="*/ 18858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87" h="37552">
                  <a:moveTo>
                    <a:pt x="37968" y="18858"/>
                  </a:moveTo>
                  <a:cubicBezTo>
                    <a:pt x="37968" y="8585"/>
                    <a:pt x="29435" y="82"/>
                    <a:pt x="19124" y="82"/>
                  </a:cubicBezTo>
                  <a:cubicBezTo>
                    <a:pt x="8813" y="82"/>
                    <a:pt x="280" y="8585"/>
                    <a:pt x="280" y="18858"/>
                  </a:cubicBezTo>
                  <a:cubicBezTo>
                    <a:pt x="280" y="29132"/>
                    <a:pt x="8813" y="37635"/>
                    <a:pt x="19124" y="37635"/>
                  </a:cubicBezTo>
                  <a:cubicBezTo>
                    <a:pt x="29435" y="37635"/>
                    <a:pt x="37968" y="29132"/>
                    <a:pt x="37968" y="18858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6661CCFE-C02E-C9B0-D19B-D83C657AC7F3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2656284" y="5223254"/>
              <a:ext cx="147551" cy="243738"/>
            </a:xfrm>
            <a:custGeom>
              <a:avLst/>
              <a:gdLst>
                <a:gd name="connsiteX0" fmla="*/ 88458 w 147551"/>
                <a:gd name="connsiteY0" fmla="*/ 111323 h 243738"/>
                <a:gd name="connsiteX1" fmla="*/ 138235 w 147551"/>
                <a:gd name="connsiteY1" fmla="*/ 48972 h 243738"/>
                <a:gd name="connsiteX2" fmla="*/ 72814 w 147551"/>
                <a:gd name="connsiteY2" fmla="*/ 82 h 243738"/>
                <a:gd name="connsiteX3" fmla="*/ 9883 w 147551"/>
                <a:gd name="connsiteY3" fmla="*/ 48263 h 243738"/>
                <a:gd name="connsiteX4" fmla="*/ 28016 w 147551"/>
                <a:gd name="connsiteY4" fmla="*/ 66685 h 243738"/>
                <a:gd name="connsiteX5" fmla="*/ 46148 w 147551"/>
                <a:gd name="connsiteY5" fmla="*/ 48617 h 243738"/>
                <a:gd name="connsiteX6" fmla="*/ 24105 w 147551"/>
                <a:gd name="connsiteY6" fmla="*/ 30904 h 243738"/>
                <a:gd name="connsiteX7" fmla="*/ 71392 w 147551"/>
                <a:gd name="connsiteY7" fmla="*/ 8939 h 243738"/>
                <a:gd name="connsiteX8" fmla="*/ 105525 w 147551"/>
                <a:gd name="connsiteY8" fmla="*/ 48617 h 243738"/>
                <a:gd name="connsiteX9" fmla="*/ 95569 w 147551"/>
                <a:gd name="connsiteY9" fmla="*/ 89004 h 243738"/>
                <a:gd name="connsiteX10" fmla="*/ 63926 w 147551"/>
                <a:gd name="connsiteY10" fmla="*/ 107426 h 243738"/>
                <a:gd name="connsiteX11" fmla="*/ 50059 w 147551"/>
                <a:gd name="connsiteY11" fmla="*/ 108489 h 243738"/>
                <a:gd name="connsiteX12" fmla="*/ 44726 w 147551"/>
                <a:gd name="connsiteY12" fmla="*/ 112740 h 243738"/>
                <a:gd name="connsiteX13" fmla="*/ 53259 w 147551"/>
                <a:gd name="connsiteY13" fmla="*/ 116637 h 243738"/>
                <a:gd name="connsiteX14" fmla="*/ 68903 w 147551"/>
                <a:gd name="connsiteY14" fmla="*/ 116637 h 243738"/>
                <a:gd name="connsiteX15" fmla="*/ 111213 w 147551"/>
                <a:gd name="connsiteY15" fmla="*/ 175446 h 243738"/>
                <a:gd name="connsiteX16" fmla="*/ 71037 w 147551"/>
                <a:gd name="connsiteY16" fmla="*/ 233901 h 243738"/>
                <a:gd name="connsiteX17" fmla="*/ 16638 w 147551"/>
                <a:gd name="connsiteY17" fmla="*/ 206977 h 243738"/>
                <a:gd name="connsiteX18" fmla="*/ 40104 w 147551"/>
                <a:gd name="connsiteY18" fmla="*/ 187492 h 243738"/>
                <a:gd name="connsiteX19" fmla="*/ 20194 w 147551"/>
                <a:gd name="connsiteY19" fmla="*/ 167652 h 243738"/>
                <a:gd name="connsiteX20" fmla="*/ 283 w 147551"/>
                <a:gd name="connsiteY20" fmla="*/ 188200 h 243738"/>
                <a:gd name="connsiteX21" fmla="*/ 72103 w 147551"/>
                <a:gd name="connsiteY21" fmla="*/ 243821 h 243738"/>
                <a:gd name="connsiteX22" fmla="*/ 147835 w 147551"/>
                <a:gd name="connsiteY22" fmla="*/ 175446 h 243738"/>
                <a:gd name="connsiteX23" fmla="*/ 88458 w 147551"/>
                <a:gd name="connsiteY23" fmla="*/ 111323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551" h="243738">
                  <a:moveTo>
                    <a:pt x="88458" y="111323"/>
                  </a:moveTo>
                  <a:cubicBezTo>
                    <a:pt x="117613" y="101758"/>
                    <a:pt x="138235" y="76959"/>
                    <a:pt x="138235" y="48972"/>
                  </a:cubicBezTo>
                  <a:cubicBezTo>
                    <a:pt x="138235" y="19921"/>
                    <a:pt x="106947" y="82"/>
                    <a:pt x="72814" y="82"/>
                  </a:cubicBezTo>
                  <a:cubicBezTo>
                    <a:pt x="36904" y="82"/>
                    <a:pt x="9883" y="21338"/>
                    <a:pt x="9883" y="48263"/>
                  </a:cubicBezTo>
                  <a:cubicBezTo>
                    <a:pt x="9883" y="59954"/>
                    <a:pt x="17705" y="66685"/>
                    <a:pt x="28016" y="66685"/>
                  </a:cubicBezTo>
                  <a:cubicBezTo>
                    <a:pt x="39038" y="66685"/>
                    <a:pt x="46148" y="58891"/>
                    <a:pt x="46148" y="48617"/>
                  </a:cubicBezTo>
                  <a:cubicBezTo>
                    <a:pt x="46148" y="30904"/>
                    <a:pt x="29438" y="30904"/>
                    <a:pt x="24105" y="30904"/>
                  </a:cubicBezTo>
                  <a:cubicBezTo>
                    <a:pt x="35127" y="13544"/>
                    <a:pt x="58593" y="8939"/>
                    <a:pt x="71392" y="8939"/>
                  </a:cubicBezTo>
                  <a:cubicBezTo>
                    <a:pt x="85970" y="8939"/>
                    <a:pt x="105525" y="16733"/>
                    <a:pt x="105525" y="48617"/>
                  </a:cubicBezTo>
                  <a:cubicBezTo>
                    <a:pt x="105525" y="52869"/>
                    <a:pt x="104814" y="73416"/>
                    <a:pt x="95569" y="89004"/>
                  </a:cubicBezTo>
                  <a:cubicBezTo>
                    <a:pt x="84903" y="106009"/>
                    <a:pt x="72814" y="107072"/>
                    <a:pt x="63926" y="107426"/>
                  </a:cubicBezTo>
                  <a:cubicBezTo>
                    <a:pt x="61081" y="107781"/>
                    <a:pt x="52548" y="108489"/>
                    <a:pt x="50059" y="108489"/>
                  </a:cubicBezTo>
                  <a:cubicBezTo>
                    <a:pt x="47215" y="108843"/>
                    <a:pt x="44726" y="109198"/>
                    <a:pt x="44726" y="112740"/>
                  </a:cubicBezTo>
                  <a:cubicBezTo>
                    <a:pt x="44726" y="116637"/>
                    <a:pt x="47215" y="116637"/>
                    <a:pt x="53259" y="116637"/>
                  </a:cubicBezTo>
                  <a:lnTo>
                    <a:pt x="68903" y="116637"/>
                  </a:lnTo>
                  <a:cubicBezTo>
                    <a:pt x="98058" y="116637"/>
                    <a:pt x="111213" y="140728"/>
                    <a:pt x="111213" y="175446"/>
                  </a:cubicBezTo>
                  <a:cubicBezTo>
                    <a:pt x="111213" y="223627"/>
                    <a:pt x="86681" y="233901"/>
                    <a:pt x="71037" y="233901"/>
                  </a:cubicBezTo>
                  <a:cubicBezTo>
                    <a:pt x="55748" y="233901"/>
                    <a:pt x="29082" y="227879"/>
                    <a:pt x="16638" y="206977"/>
                  </a:cubicBezTo>
                  <a:cubicBezTo>
                    <a:pt x="29082" y="208748"/>
                    <a:pt x="40104" y="200954"/>
                    <a:pt x="40104" y="187492"/>
                  </a:cubicBezTo>
                  <a:cubicBezTo>
                    <a:pt x="40104" y="174738"/>
                    <a:pt x="30504" y="167652"/>
                    <a:pt x="20194" y="167652"/>
                  </a:cubicBezTo>
                  <a:cubicBezTo>
                    <a:pt x="11660" y="167652"/>
                    <a:pt x="283" y="172612"/>
                    <a:pt x="283" y="188200"/>
                  </a:cubicBezTo>
                  <a:cubicBezTo>
                    <a:pt x="283" y="220439"/>
                    <a:pt x="33349" y="243821"/>
                    <a:pt x="72103" y="243821"/>
                  </a:cubicBezTo>
                  <a:cubicBezTo>
                    <a:pt x="115480" y="243821"/>
                    <a:pt x="147835" y="211582"/>
                    <a:pt x="147835" y="175446"/>
                  </a:cubicBezTo>
                  <a:cubicBezTo>
                    <a:pt x="147835" y="146396"/>
                    <a:pt x="125435" y="118763"/>
                    <a:pt x="88458" y="111323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31596AE8-0994-CADA-62E1-5ED464168EAD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2834057" y="5223254"/>
              <a:ext cx="147551" cy="243738"/>
            </a:xfrm>
            <a:custGeom>
              <a:avLst/>
              <a:gdLst>
                <a:gd name="connsiteX0" fmla="*/ 43309 w 147551"/>
                <a:gd name="connsiteY0" fmla="*/ 74125 h 243738"/>
                <a:gd name="connsiteX1" fmla="*/ 25532 w 147551"/>
                <a:gd name="connsiteY1" fmla="*/ 45429 h 243738"/>
                <a:gd name="connsiteX2" fmla="*/ 73886 w 147551"/>
                <a:gd name="connsiteY2" fmla="*/ 8939 h 243738"/>
                <a:gd name="connsiteX3" fmla="*/ 122596 w 147551"/>
                <a:gd name="connsiteY3" fmla="*/ 52869 h 243738"/>
                <a:gd name="connsiteX4" fmla="*/ 87397 w 147551"/>
                <a:gd name="connsiteY4" fmla="*/ 102467 h 243738"/>
                <a:gd name="connsiteX5" fmla="*/ 43309 w 147551"/>
                <a:gd name="connsiteY5" fmla="*/ 74125 h 243738"/>
                <a:gd name="connsiteX6" fmla="*/ 95219 w 147551"/>
                <a:gd name="connsiteY6" fmla="*/ 107781 h 243738"/>
                <a:gd name="connsiteX7" fmla="*/ 138240 w 147551"/>
                <a:gd name="connsiteY7" fmla="*/ 52869 h 243738"/>
                <a:gd name="connsiteX8" fmla="*/ 74242 w 147551"/>
                <a:gd name="connsiteY8" fmla="*/ 82 h 243738"/>
                <a:gd name="connsiteX9" fmla="*/ 9888 w 147551"/>
                <a:gd name="connsiteY9" fmla="*/ 59245 h 243738"/>
                <a:gd name="connsiteX10" fmla="*/ 25532 w 147551"/>
                <a:gd name="connsiteY10" fmla="*/ 98215 h 243738"/>
                <a:gd name="connsiteX11" fmla="*/ 51487 w 147551"/>
                <a:gd name="connsiteY11" fmla="*/ 117346 h 243738"/>
                <a:gd name="connsiteX12" fmla="*/ 288 w 147551"/>
                <a:gd name="connsiteY12" fmla="*/ 182532 h 243738"/>
                <a:gd name="connsiteX13" fmla="*/ 73886 w 147551"/>
                <a:gd name="connsiteY13" fmla="*/ 243821 h 243738"/>
                <a:gd name="connsiteX14" fmla="*/ 147840 w 147551"/>
                <a:gd name="connsiteY14" fmla="*/ 176509 h 243738"/>
                <a:gd name="connsiteX15" fmla="*/ 130418 w 147551"/>
                <a:gd name="connsiteY15" fmla="*/ 132934 h 243738"/>
                <a:gd name="connsiteX16" fmla="*/ 95219 w 147551"/>
                <a:gd name="connsiteY16" fmla="*/ 107781 h 243738"/>
                <a:gd name="connsiteX17" fmla="*/ 59664 w 147551"/>
                <a:gd name="connsiteY17" fmla="*/ 122660 h 243738"/>
                <a:gd name="connsiteX18" fmla="*/ 103396 w 147551"/>
                <a:gd name="connsiteY18" fmla="*/ 150293 h 243738"/>
                <a:gd name="connsiteX19" fmla="*/ 130062 w 147551"/>
                <a:gd name="connsiteY19" fmla="*/ 189263 h 243738"/>
                <a:gd name="connsiteX20" fmla="*/ 74242 w 147551"/>
                <a:gd name="connsiteY20" fmla="*/ 233901 h 243738"/>
                <a:gd name="connsiteX21" fmla="*/ 18065 w 147551"/>
                <a:gd name="connsiteY21" fmla="*/ 182532 h 243738"/>
                <a:gd name="connsiteX22" fmla="*/ 59664 w 147551"/>
                <a:gd name="connsiteY22" fmla="*/ 12266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7551" h="243738">
                  <a:moveTo>
                    <a:pt x="43309" y="74125"/>
                  </a:moveTo>
                  <a:cubicBezTo>
                    <a:pt x="26954" y="63497"/>
                    <a:pt x="25532" y="51451"/>
                    <a:pt x="25532" y="45429"/>
                  </a:cubicBezTo>
                  <a:cubicBezTo>
                    <a:pt x="25532" y="23818"/>
                    <a:pt x="48642" y="8939"/>
                    <a:pt x="73886" y="8939"/>
                  </a:cubicBezTo>
                  <a:cubicBezTo>
                    <a:pt x="99841" y="8939"/>
                    <a:pt x="122596" y="27361"/>
                    <a:pt x="122596" y="52869"/>
                  </a:cubicBezTo>
                  <a:cubicBezTo>
                    <a:pt x="122596" y="73062"/>
                    <a:pt x="108730" y="90067"/>
                    <a:pt x="87397" y="102467"/>
                  </a:cubicBezTo>
                  <a:lnTo>
                    <a:pt x="43309" y="74125"/>
                  </a:lnTo>
                  <a:close/>
                  <a:moveTo>
                    <a:pt x="95219" y="107781"/>
                  </a:moveTo>
                  <a:cubicBezTo>
                    <a:pt x="120818" y="94673"/>
                    <a:pt x="138240" y="76250"/>
                    <a:pt x="138240" y="52869"/>
                  </a:cubicBezTo>
                  <a:cubicBezTo>
                    <a:pt x="138240" y="20276"/>
                    <a:pt x="106596" y="82"/>
                    <a:pt x="74242" y="82"/>
                  </a:cubicBezTo>
                  <a:cubicBezTo>
                    <a:pt x="38687" y="82"/>
                    <a:pt x="9888" y="26298"/>
                    <a:pt x="9888" y="59245"/>
                  </a:cubicBezTo>
                  <a:cubicBezTo>
                    <a:pt x="9888" y="65622"/>
                    <a:pt x="10599" y="81565"/>
                    <a:pt x="25532" y="98215"/>
                  </a:cubicBezTo>
                  <a:cubicBezTo>
                    <a:pt x="29443" y="102467"/>
                    <a:pt x="42598" y="111323"/>
                    <a:pt x="51487" y="117346"/>
                  </a:cubicBezTo>
                  <a:cubicBezTo>
                    <a:pt x="30865" y="127620"/>
                    <a:pt x="288" y="147459"/>
                    <a:pt x="288" y="182532"/>
                  </a:cubicBezTo>
                  <a:cubicBezTo>
                    <a:pt x="288" y="220085"/>
                    <a:pt x="36554" y="243821"/>
                    <a:pt x="73886" y="243821"/>
                  </a:cubicBezTo>
                  <a:cubicBezTo>
                    <a:pt x="114063" y="243821"/>
                    <a:pt x="147840" y="214416"/>
                    <a:pt x="147840" y="176509"/>
                  </a:cubicBezTo>
                  <a:cubicBezTo>
                    <a:pt x="147840" y="163756"/>
                    <a:pt x="143929" y="147813"/>
                    <a:pt x="130418" y="132934"/>
                  </a:cubicBezTo>
                  <a:cubicBezTo>
                    <a:pt x="123662" y="125494"/>
                    <a:pt x="117974" y="121951"/>
                    <a:pt x="95219" y="107781"/>
                  </a:cubicBezTo>
                  <a:close/>
                  <a:moveTo>
                    <a:pt x="59664" y="122660"/>
                  </a:moveTo>
                  <a:lnTo>
                    <a:pt x="103396" y="150293"/>
                  </a:lnTo>
                  <a:cubicBezTo>
                    <a:pt x="113352" y="157024"/>
                    <a:pt x="130062" y="167652"/>
                    <a:pt x="130062" y="189263"/>
                  </a:cubicBezTo>
                  <a:cubicBezTo>
                    <a:pt x="130062" y="215479"/>
                    <a:pt x="103396" y="233901"/>
                    <a:pt x="74242" y="233901"/>
                  </a:cubicBezTo>
                  <a:cubicBezTo>
                    <a:pt x="43665" y="233901"/>
                    <a:pt x="18065" y="211936"/>
                    <a:pt x="18065" y="182532"/>
                  </a:cubicBezTo>
                  <a:cubicBezTo>
                    <a:pt x="18065" y="161984"/>
                    <a:pt x="29443" y="139311"/>
                    <a:pt x="59664" y="122660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37D7F516-31FB-111A-8FBC-F1A91C388958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2218684" y="5648380"/>
              <a:ext cx="117330" cy="235944"/>
            </a:xfrm>
            <a:custGeom>
              <a:avLst/>
              <a:gdLst>
                <a:gd name="connsiteX0" fmla="*/ 73157 w 117330"/>
                <a:gd name="connsiteY0" fmla="*/ 9305 h 235944"/>
                <a:gd name="connsiteX1" fmla="*/ 64980 w 117330"/>
                <a:gd name="connsiteY1" fmla="*/ 94 h 235944"/>
                <a:gd name="connsiteX2" fmla="*/ 270 w 117330"/>
                <a:gd name="connsiteY2" fmla="*/ 22767 h 235944"/>
                <a:gd name="connsiteX3" fmla="*/ 270 w 117330"/>
                <a:gd name="connsiteY3" fmla="*/ 33750 h 235944"/>
                <a:gd name="connsiteX4" fmla="*/ 46847 w 117330"/>
                <a:gd name="connsiteY4" fmla="*/ 24539 h 235944"/>
                <a:gd name="connsiteX5" fmla="*/ 46847 w 117330"/>
                <a:gd name="connsiteY5" fmla="*/ 208051 h 235944"/>
                <a:gd name="connsiteX6" fmla="*/ 13781 w 117330"/>
                <a:gd name="connsiteY6" fmla="*/ 225056 h 235944"/>
                <a:gd name="connsiteX7" fmla="*/ 2404 w 117330"/>
                <a:gd name="connsiteY7" fmla="*/ 225056 h 235944"/>
                <a:gd name="connsiteX8" fmla="*/ 2404 w 117330"/>
                <a:gd name="connsiteY8" fmla="*/ 236039 h 235944"/>
                <a:gd name="connsiteX9" fmla="*/ 60002 w 117330"/>
                <a:gd name="connsiteY9" fmla="*/ 234976 h 235944"/>
                <a:gd name="connsiteX10" fmla="*/ 117600 w 117330"/>
                <a:gd name="connsiteY10" fmla="*/ 236039 h 235944"/>
                <a:gd name="connsiteX11" fmla="*/ 117600 w 117330"/>
                <a:gd name="connsiteY11" fmla="*/ 225056 h 235944"/>
                <a:gd name="connsiteX12" fmla="*/ 106223 w 117330"/>
                <a:gd name="connsiteY12" fmla="*/ 225056 h 235944"/>
                <a:gd name="connsiteX13" fmla="*/ 73157 w 117330"/>
                <a:gd name="connsiteY13" fmla="*/ 208051 h 235944"/>
                <a:gd name="connsiteX14" fmla="*/ 73157 w 117330"/>
                <a:gd name="connsiteY14" fmla="*/ 9305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330" h="235944">
                  <a:moveTo>
                    <a:pt x="73157" y="9305"/>
                  </a:moveTo>
                  <a:cubicBezTo>
                    <a:pt x="73157" y="803"/>
                    <a:pt x="73157" y="94"/>
                    <a:pt x="64980" y="94"/>
                  </a:cubicBezTo>
                  <a:cubicBezTo>
                    <a:pt x="42936" y="22767"/>
                    <a:pt x="11648" y="22767"/>
                    <a:pt x="270" y="22767"/>
                  </a:cubicBezTo>
                  <a:lnTo>
                    <a:pt x="270" y="33750"/>
                  </a:lnTo>
                  <a:cubicBezTo>
                    <a:pt x="7381" y="33750"/>
                    <a:pt x="28358" y="33750"/>
                    <a:pt x="46847" y="24539"/>
                  </a:cubicBezTo>
                  <a:lnTo>
                    <a:pt x="46847" y="208051"/>
                  </a:lnTo>
                  <a:cubicBezTo>
                    <a:pt x="46847" y="220805"/>
                    <a:pt x="45780" y="225056"/>
                    <a:pt x="13781" y="225056"/>
                  </a:cubicBezTo>
                  <a:lnTo>
                    <a:pt x="2404" y="225056"/>
                  </a:lnTo>
                  <a:lnTo>
                    <a:pt x="2404" y="236039"/>
                  </a:lnTo>
                  <a:cubicBezTo>
                    <a:pt x="14848" y="234976"/>
                    <a:pt x="45780" y="234976"/>
                    <a:pt x="60002" y="234976"/>
                  </a:cubicBezTo>
                  <a:cubicBezTo>
                    <a:pt x="74224" y="234976"/>
                    <a:pt x="105156" y="234976"/>
                    <a:pt x="117600" y="236039"/>
                  </a:cubicBezTo>
                  <a:lnTo>
                    <a:pt x="117600" y="225056"/>
                  </a:lnTo>
                  <a:lnTo>
                    <a:pt x="106223" y="225056"/>
                  </a:lnTo>
                  <a:cubicBezTo>
                    <a:pt x="74224" y="225056"/>
                    <a:pt x="73157" y="221159"/>
                    <a:pt x="73157" y="208051"/>
                  </a:cubicBezTo>
                  <a:lnTo>
                    <a:pt x="73157" y="9305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B795C636-FB75-487C-6E3F-E8A387D90F07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2378681" y="5648380"/>
              <a:ext cx="149684" cy="243738"/>
            </a:xfrm>
            <a:custGeom>
              <a:avLst/>
              <a:gdLst>
                <a:gd name="connsiteX0" fmla="*/ 149960 w 149684"/>
                <a:gd name="connsiteY0" fmla="*/ 122672 h 243738"/>
                <a:gd name="connsiteX1" fmla="*/ 135738 w 149684"/>
                <a:gd name="connsiteY1" fmla="*/ 39772 h 243738"/>
                <a:gd name="connsiteX2" fmla="*/ 75295 w 149684"/>
                <a:gd name="connsiteY2" fmla="*/ 94 h 243738"/>
                <a:gd name="connsiteX3" fmla="*/ 13431 w 149684"/>
                <a:gd name="connsiteY3" fmla="*/ 42252 h 243738"/>
                <a:gd name="connsiteX4" fmla="*/ 275 w 149684"/>
                <a:gd name="connsiteY4" fmla="*/ 122672 h 243738"/>
                <a:gd name="connsiteX5" fmla="*/ 16275 w 149684"/>
                <a:gd name="connsiteY5" fmla="*/ 208051 h 243738"/>
                <a:gd name="connsiteX6" fmla="*/ 74940 w 149684"/>
                <a:gd name="connsiteY6" fmla="*/ 243833 h 243738"/>
                <a:gd name="connsiteX7" fmla="*/ 136805 w 149684"/>
                <a:gd name="connsiteY7" fmla="*/ 202737 h 243738"/>
                <a:gd name="connsiteX8" fmla="*/ 149960 w 149684"/>
                <a:gd name="connsiteY8" fmla="*/ 122672 h 243738"/>
                <a:gd name="connsiteX9" fmla="*/ 74940 w 149684"/>
                <a:gd name="connsiteY9" fmla="*/ 236039 h 243738"/>
                <a:gd name="connsiteX10" fmla="*/ 33697 w 149684"/>
                <a:gd name="connsiteY10" fmla="*/ 193172 h 243738"/>
                <a:gd name="connsiteX11" fmla="*/ 29786 w 149684"/>
                <a:gd name="connsiteY11" fmla="*/ 118421 h 243738"/>
                <a:gd name="connsiteX12" fmla="*/ 32630 w 149684"/>
                <a:gd name="connsiteY12" fmla="*/ 53235 h 243738"/>
                <a:gd name="connsiteX13" fmla="*/ 74940 w 149684"/>
                <a:gd name="connsiteY13" fmla="*/ 7888 h 243738"/>
                <a:gd name="connsiteX14" fmla="*/ 116894 w 149684"/>
                <a:gd name="connsiteY14" fmla="*/ 49338 h 243738"/>
                <a:gd name="connsiteX15" fmla="*/ 120450 w 149684"/>
                <a:gd name="connsiteY15" fmla="*/ 118421 h 243738"/>
                <a:gd name="connsiteX16" fmla="*/ 116539 w 149684"/>
                <a:gd name="connsiteY16" fmla="*/ 191755 h 243738"/>
                <a:gd name="connsiteX17" fmla="*/ 74940 w 149684"/>
                <a:gd name="connsiteY17" fmla="*/ 236039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684" h="243738">
                  <a:moveTo>
                    <a:pt x="149960" y="122672"/>
                  </a:moveTo>
                  <a:cubicBezTo>
                    <a:pt x="149960" y="94330"/>
                    <a:pt x="148182" y="65989"/>
                    <a:pt x="135738" y="39772"/>
                  </a:cubicBezTo>
                  <a:cubicBezTo>
                    <a:pt x="119383" y="5762"/>
                    <a:pt x="90228" y="94"/>
                    <a:pt x="75295" y="94"/>
                  </a:cubicBezTo>
                  <a:cubicBezTo>
                    <a:pt x="53963" y="94"/>
                    <a:pt x="28008" y="9305"/>
                    <a:pt x="13431" y="42252"/>
                  </a:cubicBezTo>
                  <a:cubicBezTo>
                    <a:pt x="2053" y="66697"/>
                    <a:pt x="275" y="94330"/>
                    <a:pt x="275" y="122672"/>
                  </a:cubicBezTo>
                  <a:cubicBezTo>
                    <a:pt x="275" y="149242"/>
                    <a:pt x="1697" y="181127"/>
                    <a:pt x="16275" y="208051"/>
                  </a:cubicBezTo>
                  <a:cubicBezTo>
                    <a:pt x="31563" y="236747"/>
                    <a:pt x="57518" y="243833"/>
                    <a:pt x="74940" y="243833"/>
                  </a:cubicBezTo>
                  <a:cubicBezTo>
                    <a:pt x="94139" y="243833"/>
                    <a:pt x="121161" y="236393"/>
                    <a:pt x="136805" y="202737"/>
                  </a:cubicBezTo>
                  <a:cubicBezTo>
                    <a:pt x="148182" y="178293"/>
                    <a:pt x="149960" y="150659"/>
                    <a:pt x="149960" y="122672"/>
                  </a:cubicBezTo>
                  <a:close/>
                  <a:moveTo>
                    <a:pt x="74940" y="236039"/>
                  </a:moveTo>
                  <a:cubicBezTo>
                    <a:pt x="61074" y="236039"/>
                    <a:pt x="40096" y="227182"/>
                    <a:pt x="33697" y="193172"/>
                  </a:cubicBezTo>
                  <a:cubicBezTo>
                    <a:pt x="29786" y="171916"/>
                    <a:pt x="29786" y="139323"/>
                    <a:pt x="29786" y="118421"/>
                  </a:cubicBezTo>
                  <a:cubicBezTo>
                    <a:pt x="29786" y="95747"/>
                    <a:pt x="29786" y="72365"/>
                    <a:pt x="32630" y="53235"/>
                  </a:cubicBezTo>
                  <a:cubicBezTo>
                    <a:pt x="39385" y="11076"/>
                    <a:pt x="66051" y="7888"/>
                    <a:pt x="74940" y="7888"/>
                  </a:cubicBezTo>
                  <a:cubicBezTo>
                    <a:pt x="86673" y="7888"/>
                    <a:pt x="110139" y="14265"/>
                    <a:pt x="116894" y="49338"/>
                  </a:cubicBezTo>
                  <a:cubicBezTo>
                    <a:pt x="120450" y="69177"/>
                    <a:pt x="120450" y="96102"/>
                    <a:pt x="120450" y="118421"/>
                  </a:cubicBezTo>
                  <a:cubicBezTo>
                    <a:pt x="120450" y="144991"/>
                    <a:pt x="120450" y="169082"/>
                    <a:pt x="116539" y="191755"/>
                  </a:cubicBezTo>
                  <a:cubicBezTo>
                    <a:pt x="111206" y="225411"/>
                    <a:pt x="90939" y="236039"/>
                    <a:pt x="74940" y="236039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2543D0F6-B6A3-2B86-FC1B-376B34325BE5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2573165" y="5846772"/>
              <a:ext cx="37687" cy="37552"/>
            </a:xfrm>
            <a:custGeom>
              <a:avLst/>
              <a:gdLst>
                <a:gd name="connsiteX0" fmla="*/ 37968 w 37687"/>
                <a:gd name="connsiteY0" fmla="*/ 18870 h 37552"/>
                <a:gd name="connsiteX1" fmla="*/ 19124 w 37687"/>
                <a:gd name="connsiteY1" fmla="*/ 94 h 37552"/>
                <a:gd name="connsiteX2" fmla="*/ 280 w 37687"/>
                <a:gd name="connsiteY2" fmla="*/ 18870 h 37552"/>
                <a:gd name="connsiteX3" fmla="*/ 19124 w 37687"/>
                <a:gd name="connsiteY3" fmla="*/ 37647 h 37552"/>
                <a:gd name="connsiteX4" fmla="*/ 37968 w 37687"/>
                <a:gd name="connsiteY4" fmla="*/ 18870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87" h="37552">
                  <a:moveTo>
                    <a:pt x="37968" y="18870"/>
                  </a:moveTo>
                  <a:cubicBezTo>
                    <a:pt x="37968" y="8597"/>
                    <a:pt x="29435" y="94"/>
                    <a:pt x="19124" y="94"/>
                  </a:cubicBezTo>
                  <a:cubicBezTo>
                    <a:pt x="8813" y="94"/>
                    <a:pt x="280" y="8597"/>
                    <a:pt x="280" y="18870"/>
                  </a:cubicBezTo>
                  <a:cubicBezTo>
                    <a:pt x="280" y="29144"/>
                    <a:pt x="8813" y="37647"/>
                    <a:pt x="19124" y="37647"/>
                  </a:cubicBezTo>
                  <a:cubicBezTo>
                    <a:pt x="29435" y="37647"/>
                    <a:pt x="37968" y="29144"/>
                    <a:pt x="37968" y="18870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0C0FC32F-95FF-8E7C-974F-5DC2DD772D3D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2655217" y="5648380"/>
              <a:ext cx="149684" cy="243738"/>
            </a:xfrm>
            <a:custGeom>
              <a:avLst/>
              <a:gdLst>
                <a:gd name="connsiteX0" fmla="*/ 149968 w 149684"/>
                <a:gd name="connsiteY0" fmla="*/ 122672 h 243738"/>
                <a:gd name="connsiteX1" fmla="*/ 135746 w 149684"/>
                <a:gd name="connsiteY1" fmla="*/ 39772 h 243738"/>
                <a:gd name="connsiteX2" fmla="*/ 75303 w 149684"/>
                <a:gd name="connsiteY2" fmla="*/ 94 h 243738"/>
                <a:gd name="connsiteX3" fmla="*/ 13438 w 149684"/>
                <a:gd name="connsiteY3" fmla="*/ 42252 h 243738"/>
                <a:gd name="connsiteX4" fmla="*/ 283 w 149684"/>
                <a:gd name="connsiteY4" fmla="*/ 122672 h 243738"/>
                <a:gd name="connsiteX5" fmla="*/ 16283 w 149684"/>
                <a:gd name="connsiteY5" fmla="*/ 208051 h 243738"/>
                <a:gd name="connsiteX6" fmla="*/ 74948 w 149684"/>
                <a:gd name="connsiteY6" fmla="*/ 243833 h 243738"/>
                <a:gd name="connsiteX7" fmla="*/ 136813 w 149684"/>
                <a:gd name="connsiteY7" fmla="*/ 202737 h 243738"/>
                <a:gd name="connsiteX8" fmla="*/ 149968 w 149684"/>
                <a:gd name="connsiteY8" fmla="*/ 122672 h 243738"/>
                <a:gd name="connsiteX9" fmla="*/ 74948 w 149684"/>
                <a:gd name="connsiteY9" fmla="*/ 236039 h 243738"/>
                <a:gd name="connsiteX10" fmla="*/ 33704 w 149684"/>
                <a:gd name="connsiteY10" fmla="*/ 193172 h 243738"/>
                <a:gd name="connsiteX11" fmla="*/ 29793 w 149684"/>
                <a:gd name="connsiteY11" fmla="*/ 118421 h 243738"/>
                <a:gd name="connsiteX12" fmla="*/ 32638 w 149684"/>
                <a:gd name="connsiteY12" fmla="*/ 53235 h 243738"/>
                <a:gd name="connsiteX13" fmla="*/ 74948 w 149684"/>
                <a:gd name="connsiteY13" fmla="*/ 7888 h 243738"/>
                <a:gd name="connsiteX14" fmla="*/ 116902 w 149684"/>
                <a:gd name="connsiteY14" fmla="*/ 49338 h 243738"/>
                <a:gd name="connsiteX15" fmla="*/ 120458 w 149684"/>
                <a:gd name="connsiteY15" fmla="*/ 118421 h 243738"/>
                <a:gd name="connsiteX16" fmla="*/ 116547 w 149684"/>
                <a:gd name="connsiteY16" fmla="*/ 191755 h 243738"/>
                <a:gd name="connsiteX17" fmla="*/ 74948 w 149684"/>
                <a:gd name="connsiteY17" fmla="*/ 236039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684" h="243738">
                  <a:moveTo>
                    <a:pt x="149968" y="122672"/>
                  </a:moveTo>
                  <a:cubicBezTo>
                    <a:pt x="149968" y="94330"/>
                    <a:pt x="148190" y="65989"/>
                    <a:pt x="135746" y="39772"/>
                  </a:cubicBezTo>
                  <a:cubicBezTo>
                    <a:pt x="119391" y="5762"/>
                    <a:pt x="90236" y="94"/>
                    <a:pt x="75303" y="94"/>
                  </a:cubicBezTo>
                  <a:cubicBezTo>
                    <a:pt x="53970" y="94"/>
                    <a:pt x="28016" y="9305"/>
                    <a:pt x="13438" y="42252"/>
                  </a:cubicBezTo>
                  <a:cubicBezTo>
                    <a:pt x="2061" y="66697"/>
                    <a:pt x="283" y="94330"/>
                    <a:pt x="283" y="122672"/>
                  </a:cubicBezTo>
                  <a:cubicBezTo>
                    <a:pt x="283" y="149242"/>
                    <a:pt x="1705" y="181127"/>
                    <a:pt x="16283" y="208051"/>
                  </a:cubicBezTo>
                  <a:cubicBezTo>
                    <a:pt x="31571" y="236747"/>
                    <a:pt x="57526" y="243833"/>
                    <a:pt x="74948" y="243833"/>
                  </a:cubicBezTo>
                  <a:cubicBezTo>
                    <a:pt x="94147" y="243833"/>
                    <a:pt x="121169" y="236393"/>
                    <a:pt x="136813" y="202737"/>
                  </a:cubicBezTo>
                  <a:cubicBezTo>
                    <a:pt x="148190" y="178293"/>
                    <a:pt x="149968" y="150659"/>
                    <a:pt x="149968" y="122672"/>
                  </a:cubicBezTo>
                  <a:close/>
                  <a:moveTo>
                    <a:pt x="74948" y="236039"/>
                  </a:moveTo>
                  <a:cubicBezTo>
                    <a:pt x="61081" y="236039"/>
                    <a:pt x="40104" y="227182"/>
                    <a:pt x="33704" y="193172"/>
                  </a:cubicBezTo>
                  <a:cubicBezTo>
                    <a:pt x="29793" y="171916"/>
                    <a:pt x="29793" y="139323"/>
                    <a:pt x="29793" y="118421"/>
                  </a:cubicBezTo>
                  <a:cubicBezTo>
                    <a:pt x="29793" y="95747"/>
                    <a:pt x="29793" y="72365"/>
                    <a:pt x="32638" y="53235"/>
                  </a:cubicBezTo>
                  <a:cubicBezTo>
                    <a:pt x="39393" y="11076"/>
                    <a:pt x="66059" y="7888"/>
                    <a:pt x="74948" y="7888"/>
                  </a:cubicBezTo>
                  <a:cubicBezTo>
                    <a:pt x="86681" y="7888"/>
                    <a:pt x="110147" y="14265"/>
                    <a:pt x="116902" y="49338"/>
                  </a:cubicBezTo>
                  <a:cubicBezTo>
                    <a:pt x="120458" y="69177"/>
                    <a:pt x="120458" y="96102"/>
                    <a:pt x="120458" y="118421"/>
                  </a:cubicBezTo>
                  <a:cubicBezTo>
                    <a:pt x="120458" y="144991"/>
                    <a:pt x="120458" y="169082"/>
                    <a:pt x="116547" y="191755"/>
                  </a:cubicBezTo>
                  <a:cubicBezTo>
                    <a:pt x="111213" y="225411"/>
                    <a:pt x="90947" y="236039"/>
                    <a:pt x="74948" y="236039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D4558E11-D9C8-C665-8CAF-93D7B671B2C9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2834057" y="5648380"/>
              <a:ext cx="147551" cy="243738"/>
            </a:xfrm>
            <a:custGeom>
              <a:avLst/>
              <a:gdLst>
                <a:gd name="connsiteX0" fmla="*/ 32287 w 147551"/>
                <a:gd name="connsiteY0" fmla="*/ 119838 h 243738"/>
                <a:gd name="connsiteX1" fmla="*/ 32287 w 147551"/>
                <a:gd name="connsiteY1" fmla="*/ 111335 h 243738"/>
                <a:gd name="connsiteX2" fmla="*/ 94508 w 147551"/>
                <a:gd name="connsiteY2" fmla="*/ 8951 h 243738"/>
                <a:gd name="connsiteX3" fmla="*/ 125796 w 147551"/>
                <a:gd name="connsiteY3" fmla="*/ 23122 h 243738"/>
                <a:gd name="connsiteX4" fmla="*/ 106241 w 147551"/>
                <a:gd name="connsiteY4" fmla="*/ 39064 h 243738"/>
                <a:gd name="connsiteX5" fmla="*/ 122596 w 147551"/>
                <a:gd name="connsiteY5" fmla="*/ 55360 h 243738"/>
                <a:gd name="connsiteX6" fmla="*/ 138951 w 147551"/>
                <a:gd name="connsiteY6" fmla="*/ 38355 h 243738"/>
                <a:gd name="connsiteX7" fmla="*/ 93797 w 147551"/>
                <a:gd name="connsiteY7" fmla="*/ 94 h 243738"/>
                <a:gd name="connsiteX8" fmla="*/ 288 w 147551"/>
                <a:gd name="connsiteY8" fmla="*/ 124089 h 243738"/>
                <a:gd name="connsiteX9" fmla="*/ 74597 w 147551"/>
                <a:gd name="connsiteY9" fmla="*/ 243833 h 243738"/>
                <a:gd name="connsiteX10" fmla="*/ 147840 w 147551"/>
                <a:gd name="connsiteY10" fmla="*/ 163767 h 243738"/>
                <a:gd name="connsiteX11" fmla="*/ 76730 w 147551"/>
                <a:gd name="connsiteY11" fmla="*/ 84765 h 243738"/>
                <a:gd name="connsiteX12" fmla="*/ 32287 w 147551"/>
                <a:gd name="connsiteY12" fmla="*/ 119838 h 243738"/>
                <a:gd name="connsiteX13" fmla="*/ 74597 w 147551"/>
                <a:gd name="connsiteY13" fmla="*/ 233913 h 243738"/>
                <a:gd name="connsiteX14" fmla="*/ 39398 w 147551"/>
                <a:gd name="connsiteY14" fmla="*/ 207343 h 243738"/>
                <a:gd name="connsiteX15" fmla="*/ 32998 w 147551"/>
                <a:gd name="connsiteY15" fmla="*/ 155973 h 243738"/>
                <a:gd name="connsiteX16" fmla="*/ 76375 w 147551"/>
                <a:gd name="connsiteY16" fmla="*/ 92913 h 243738"/>
                <a:gd name="connsiteX17" fmla="*/ 109441 w 147551"/>
                <a:gd name="connsiteY17" fmla="*/ 114878 h 243738"/>
                <a:gd name="connsiteX18" fmla="*/ 115840 w 147551"/>
                <a:gd name="connsiteY18" fmla="*/ 163413 h 243738"/>
                <a:gd name="connsiteX19" fmla="*/ 109796 w 147551"/>
                <a:gd name="connsiteY19" fmla="*/ 210886 h 243738"/>
                <a:gd name="connsiteX20" fmla="*/ 74597 w 147551"/>
                <a:gd name="connsiteY20" fmla="*/ 233913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51" h="243738">
                  <a:moveTo>
                    <a:pt x="32287" y="119838"/>
                  </a:moveTo>
                  <a:lnTo>
                    <a:pt x="32287" y="111335"/>
                  </a:lnTo>
                  <a:cubicBezTo>
                    <a:pt x="32287" y="21705"/>
                    <a:pt x="76375" y="8951"/>
                    <a:pt x="94508" y="8951"/>
                  </a:cubicBezTo>
                  <a:cubicBezTo>
                    <a:pt x="103041" y="8951"/>
                    <a:pt x="117974" y="11076"/>
                    <a:pt x="125796" y="23122"/>
                  </a:cubicBezTo>
                  <a:cubicBezTo>
                    <a:pt x="120463" y="23122"/>
                    <a:pt x="106241" y="23122"/>
                    <a:pt x="106241" y="39064"/>
                  </a:cubicBezTo>
                  <a:cubicBezTo>
                    <a:pt x="106241" y="50046"/>
                    <a:pt x="114774" y="55360"/>
                    <a:pt x="122596" y="55360"/>
                  </a:cubicBezTo>
                  <a:cubicBezTo>
                    <a:pt x="128285" y="55360"/>
                    <a:pt x="138951" y="52172"/>
                    <a:pt x="138951" y="38355"/>
                  </a:cubicBezTo>
                  <a:cubicBezTo>
                    <a:pt x="138951" y="17099"/>
                    <a:pt x="123307" y="94"/>
                    <a:pt x="93797" y="94"/>
                  </a:cubicBezTo>
                  <a:cubicBezTo>
                    <a:pt x="48287" y="94"/>
                    <a:pt x="288" y="45795"/>
                    <a:pt x="288" y="124089"/>
                  </a:cubicBezTo>
                  <a:cubicBezTo>
                    <a:pt x="288" y="218680"/>
                    <a:pt x="41531" y="243833"/>
                    <a:pt x="74597" y="243833"/>
                  </a:cubicBezTo>
                  <a:cubicBezTo>
                    <a:pt x="114063" y="243833"/>
                    <a:pt x="147840" y="210531"/>
                    <a:pt x="147840" y="163767"/>
                  </a:cubicBezTo>
                  <a:cubicBezTo>
                    <a:pt x="147840" y="118775"/>
                    <a:pt x="116196" y="84765"/>
                    <a:pt x="76730" y="84765"/>
                  </a:cubicBezTo>
                  <a:cubicBezTo>
                    <a:pt x="52553" y="84765"/>
                    <a:pt x="39398" y="102833"/>
                    <a:pt x="32287" y="119838"/>
                  </a:cubicBezTo>
                  <a:close/>
                  <a:moveTo>
                    <a:pt x="74597" y="233913"/>
                  </a:moveTo>
                  <a:cubicBezTo>
                    <a:pt x="52198" y="233913"/>
                    <a:pt x="41531" y="212657"/>
                    <a:pt x="39398" y="207343"/>
                  </a:cubicBezTo>
                  <a:cubicBezTo>
                    <a:pt x="32998" y="190692"/>
                    <a:pt x="32998" y="162350"/>
                    <a:pt x="32998" y="155973"/>
                  </a:cubicBezTo>
                  <a:cubicBezTo>
                    <a:pt x="32998" y="128340"/>
                    <a:pt x="44376" y="92913"/>
                    <a:pt x="76375" y="92913"/>
                  </a:cubicBezTo>
                  <a:cubicBezTo>
                    <a:pt x="82064" y="92913"/>
                    <a:pt x="98419" y="92913"/>
                    <a:pt x="109441" y="114878"/>
                  </a:cubicBezTo>
                  <a:cubicBezTo>
                    <a:pt x="115840" y="127986"/>
                    <a:pt x="115840" y="146054"/>
                    <a:pt x="115840" y="163413"/>
                  </a:cubicBezTo>
                  <a:cubicBezTo>
                    <a:pt x="115840" y="180418"/>
                    <a:pt x="115840" y="198132"/>
                    <a:pt x="109796" y="210886"/>
                  </a:cubicBezTo>
                  <a:cubicBezTo>
                    <a:pt x="99130" y="232142"/>
                    <a:pt x="82775" y="233913"/>
                    <a:pt x="74597" y="233913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40715813-C187-5D06-3435-56AA79C141E5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3014675" y="5648380"/>
              <a:ext cx="141862" cy="243738"/>
            </a:xfrm>
            <a:custGeom>
              <a:avLst/>
              <a:gdLst>
                <a:gd name="connsiteX0" fmla="*/ 142156 w 141862"/>
                <a:gd name="connsiteY0" fmla="*/ 164830 h 243738"/>
                <a:gd name="connsiteX1" fmla="*/ 74602 w 141862"/>
                <a:gd name="connsiteY1" fmla="*/ 87245 h 243738"/>
                <a:gd name="connsiteX2" fmla="*/ 29448 w 141862"/>
                <a:gd name="connsiteY2" fmla="*/ 105313 h 243738"/>
                <a:gd name="connsiteX3" fmla="*/ 29448 w 141862"/>
                <a:gd name="connsiteY3" fmla="*/ 36230 h 243738"/>
                <a:gd name="connsiteX4" fmla="*/ 59669 w 141862"/>
                <a:gd name="connsiteY4" fmla="*/ 40835 h 243738"/>
                <a:gd name="connsiteX5" fmla="*/ 128290 w 141862"/>
                <a:gd name="connsiteY5" fmla="*/ 3991 h 243738"/>
                <a:gd name="connsiteX6" fmla="*/ 124734 w 141862"/>
                <a:gd name="connsiteY6" fmla="*/ 94 h 243738"/>
                <a:gd name="connsiteX7" fmla="*/ 121890 w 141862"/>
                <a:gd name="connsiteY7" fmla="*/ 1157 h 243738"/>
                <a:gd name="connsiteX8" fmla="*/ 73535 w 141862"/>
                <a:gd name="connsiteY8" fmla="*/ 11431 h 243738"/>
                <a:gd name="connsiteX9" fmla="*/ 26248 w 141862"/>
                <a:gd name="connsiteY9" fmla="*/ 1511 h 243738"/>
                <a:gd name="connsiteX10" fmla="*/ 21981 w 141862"/>
                <a:gd name="connsiteY10" fmla="*/ 448 h 243738"/>
                <a:gd name="connsiteX11" fmla="*/ 18426 w 141862"/>
                <a:gd name="connsiteY11" fmla="*/ 8951 h 243738"/>
                <a:gd name="connsiteX12" fmla="*/ 18426 w 141862"/>
                <a:gd name="connsiteY12" fmla="*/ 113815 h 243738"/>
                <a:gd name="connsiteX13" fmla="*/ 23404 w 141862"/>
                <a:gd name="connsiteY13" fmla="*/ 123026 h 243738"/>
                <a:gd name="connsiteX14" fmla="*/ 28026 w 141862"/>
                <a:gd name="connsiteY14" fmla="*/ 119838 h 243738"/>
                <a:gd name="connsiteX15" fmla="*/ 73891 w 141862"/>
                <a:gd name="connsiteY15" fmla="*/ 95039 h 243738"/>
                <a:gd name="connsiteX16" fmla="*/ 104112 w 141862"/>
                <a:gd name="connsiteY16" fmla="*/ 117712 h 243738"/>
                <a:gd name="connsiteX17" fmla="*/ 110512 w 141862"/>
                <a:gd name="connsiteY17" fmla="*/ 162350 h 243738"/>
                <a:gd name="connsiteX18" fmla="*/ 101979 w 141862"/>
                <a:gd name="connsiteY18" fmla="*/ 210886 h 243738"/>
                <a:gd name="connsiteX19" fmla="*/ 63936 w 141862"/>
                <a:gd name="connsiteY19" fmla="*/ 233913 h 243738"/>
                <a:gd name="connsiteX20" fmla="*/ 11670 w 141862"/>
                <a:gd name="connsiteY20" fmla="*/ 194235 h 243738"/>
                <a:gd name="connsiteX21" fmla="*/ 17715 w 141862"/>
                <a:gd name="connsiteY21" fmla="*/ 194943 h 243738"/>
                <a:gd name="connsiteX22" fmla="*/ 35492 w 141862"/>
                <a:gd name="connsiteY22" fmla="*/ 177584 h 243738"/>
                <a:gd name="connsiteX23" fmla="*/ 17715 w 141862"/>
                <a:gd name="connsiteY23" fmla="*/ 160225 h 243738"/>
                <a:gd name="connsiteX24" fmla="*/ 293 w 141862"/>
                <a:gd name="connsiteY24" fmla="*/ 179001 h 243738"/>
                <a:gd name="connsiteX25" fmla="*/ 64647 w 141862"/>
                <a:gd name="connsiteY25" fmla="*/ 243833 h 243738"/>
                <a:gd name="connsiteX26" fmla="*/ 142156 w 141862"/>
                <a:gd name="connsiteY26" fmla="*/ 16483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862" h="243738">
                  <a:moveTo>
                    <a:pt x="142156" y="164830"/>
                  </a:moveTo>
                  <a:cubicBezTo>
                    <a:pt x="142156" y="122672"/>
                    <a:pt x="113001" y="87245"/>
                    <a:pt x="74602" y="87245"/>
                  </a:cubicBezTo>
                  <a:cubicBezTo>
                    <a:pt x="57536" y="87245"/>
                    <a:pt x="42247" y="92913"/>
                    <a:pt x="29448" y="105313"/>
                  </a:cubicBezTo>
                  <a:lnTo>
                    <a:pt x="29448" y="36230"/>
                  </a:lnTo>
                  <a:cubicBezTo>
                    <a:pt x="36559" y="38355"/>
                    <a:pt x="48292" y="40835"/>
                    <a:pt x="59669" y="40835"/>
                  </a:cubicBezTo>
                  <a:cubicBezTo>
                    <a:pt x="103401" y="40835"/>
                    <a:pt x="128290" y="8597"/>
                    <a:pt x="128290" y="3991"/>
                  </a:cubicBezTo>
                  <a:cubicBezTo>
                    <a:pt x="128290" y="1865"/>
                    <a:pt x="127223" y="94"/>
                    <a:pt x="124734" y="94"/>
                  </a:cubicBezTo>
                  <a:cubicBezTo>
                    <a:pt x="124378" y="94"/>
                    <a:pt x="123667" y="94"/>
                    <a:pt x="121890" y="1157"/>
                  </a:cubicBezTo>
                  <a:cubicBezTo>
                    <a:pt x="114779" y="4345"/>
                    <a:pt x="97357" y="11431"/>
                    <a:pt x="73535" y="11431"/>
                  </a:cubicBezTo>
                  <a:cubicBezTo>
                    <a:pt x="59314" y="11431"/>
                    <a:pt x="42959" y="8951"/>
                    <a:pt x="26248" y="1511"/>
                  </a:cubicBezTo>
                  <a:cubicBezTo>
                    <a:pt x="23404" y="448"/>
                    <a:pt x="22692" y="448"/>
                    <a:pt x="21981" y="448"/>
                  </a:cubicBezTo>
                  <a:cubicBezTo>
                    <a:pt x="18426" y="448"/>
                    <a:pt x="18426" y="3282"/>
                    <a:pt x="18426" y="8951"/>
                  </a:cubicBezTo>
                  <a:lnTo>
                    <a:pt x="18426" y="113815"/>
                  </a:lnTo>
                  <a:cubicBezTo>
                    <a:pt x="18426" y="120192"/>
                    <a:pt x="18426" y="123026"/>
                    <a:pt x="23404" y="123026"/>
                  </a:cubicBezTo>
                  <a:cubicBezTo>
                    <a:pt x="25892" y="123026"/>
                    <a:pt x="26603" y="121963"/>
                    <a:pt x="28026" y="119838"/>
                  </a:cubicBezTo>
                  <a:cubicBezTo>
                    <a:pt x="31937" y="114169"/>
                    <a:pt x="45092" y="95039"/>
                    <a:pt x="73891" y="95039"/>
                  </a:cubicBezTo>
                  <a:cubicBezTo>
                    <a:pt x="92379" y="95039"/>
                    <a:pt x="101268" y="111335"/>
                    <a:pt x="104112" y="117712"/>
                  </a:cubicBezTo>
                  <a:cubicBezTo>
                    <a:pt x="109801" y="130820"/>
                    <a:pt x="110512" y="144637"/>
                    <a:pt x="110512" y="162350"/>
                  </a:cubicBezTo>
                  <a:cubicBezTo>
                    <a:pt x="110512" y="174750"/>
                    <a:pt x="110512" y="196006"/>
                    <a:pt x="101979" y="210886"/>
                  </a:cubicBezTo>
                  <a:cubicBezTo>
                    <a:pt x="93446" y="224702"/>
                    <a:pt x="80291" y="233913"/>
                    <a:pt x="63936" y="233913"/>
                  </a:cubicBezTo>
                  <a:cubicBezTo>
                    <a:pt x="37981" y="233913"/>
                    <a:pt x="17715" y="215137"/>
                    <a:pt x="11670" y="194235"/>
                  </a:cubicBezTo>
                  <a:cubicBezTo>
                    <a:pt x="12737" y="194589"/>
                    <a:pt x="13804" y="194943"/>
                    <a:pt x="17715" y="194943"/>
                  </a:cubicBezTo>
                  <a:cubicBezTo>
                    <a:pt x="29448" y="194943"/>
                    <a:pt x="35492" y="186087"/>
                    <a:pt x="35492" y="177584"/>
                  </a:cubicBezTo>
                  <a:cubicBezTo>
                    <a:pt x="35492" y="169082"/>
                    <a:pt x="29448" y="160225"/>
                    <a:pt x="17715" y="160225"/>
                  </a:cubicBezTo>
                  <a:cubicBezTo>
                    <a:pt x="12737" y="160225"/>
                    <a:pt x="293" y="162705"/>
                    <a:pt x="293" y="179001"/>
                  </a:cubicBezTo>
                  <a:cubicBezTo>
                    <a:pt x="293" y="209468"/>
                    <a:pt x="24826" y="243833"/>
                    <a:pt x="64647" y="243833"/>
                  </a:cubicBezTo>
                  <a:cubicBezTo>
                    <a:pt x="105890" y="243833"/>
                    <a:pt x="142156" y="209823"/>
                    <a:pt x="142156" y="164830"/>
                  </a:cubicBez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A4B3FC53-DC89-45F3-05E4-DB7B2D542B7A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3179649" y="5161608"/>
              <a:ext cx="93508" cy="849897"/>
            </a:xfrm>
            <a:custGeom>
              <a:avLst/>
              <a:gdLst>
                <a:gd name="connsiteX0" fmla="*/ 74252 w 93508"/>
                <a:gd name="connsiteY0" fmla="*/ 830487 h 849897"/>
                <a:gd name="connsiteX1" fmla="*/ 298 w 93508"/>
                <a:gd name="connsiteY1" fmla="*/ 830487 h 849897"/>
                <a:gd name="connsiteX2" fmla="*/ 298 w 93508"/>
                <a:gd name="connsiteY2" fmla="*/ 849971 h 849897"/>
                <a:gd name="connsiteX3" fmla="*/ 93807 w 93508"/>
                <a:gd name="connsiteY3" fmla="*/ 849971 h 849897"/>
                <a:gd name="connsiteX4" fmla="*/ 93807 w 93508"/>
                <a:gd name="connsiteY4" fmla="*/ 74 h 849897"/>
                <a:gd name="connsiteX5" fmla="*/ 298 w 93508"/>
                <a:gd name="connsiteY5" fmla="*/ 74 h 849897"/>
                <a:gd name="connsiteX6" fmla="*/ 298 w 93508"/>
                <a:gd name="connsiteY6" fmla="*/ 19559 h 849897"/>
                <a:gd name="connsiteX7" fmla="*/ 74252 w 93508"/>
                <a:gd name="connsiteY7" fmla="*/ 19559 h 849897"/>
                <a:gd name="connsiteX8" fmla="*/ 74252 w 93508"/>
                <a:gd name="connsiteY8" fmla="*/ 830487 h 8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508" h="849897">
                  <a:moveTo>
                    <a:pt x="74252" y="830487"/>
                  </a:moveTo>
                  <a:lnTo>
                    <a:pt x="298" y="830487"/>
                  </a:lnTo>
                  <a:lnTo>
                    <a:pt x="298" y="849971"/>
                  </a:lnTo>
                  <a:lnTo>
                    <a:pt x="93807" y="849971"/>
                  </a:lnTo>
                  <a:lnTo>
                    <a:pt x="93807" y="74"/>
                  </a:lnTo>
                  <a:lnTo>
                    <a:pt x="298" y="74"/>
                  </a:lnTo>
                  <a:lnTo>
                    <a:pt x="298" y="19559"/>
                  </a:lnTo>
                  <a:lnTo>
                    <a:pt x="74252" y="19559"/>
                  </a:lnTo>
                  <a:lnTo>
                    <a:pt x="74252" y="830487"/>
                  </a:lnTo>
                  <a:close/>
                </a:path>
              </a:pathLst>
            </a:custGeom>
            <a:solidFill>
              <a:srgbClr val="FFFFFF"/>
            </a:solidFill>
            <a:ln w="356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846" name="Group 845">
            <a:extLst>
              <a:ext uri="{FF2B5EF4-FFF2-40B4-BE49-F238E27FC236}">
                <a16:creationId xmlns:a16="http://schemas.microsoft.com/office/drawing/2014/main" id="{75AFA7C5-4FE9-8FD1-7B71-B48030578253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537322" y="5458773"/>
            <a:ext cx="7589578" cy="318135"/>
            <a:chOff x="7160957" y="8659878"/>
            <a:chExt cx="7589578" cy="31813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C568949C-0D34-0AAC-430B-BE1911B27023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160957" y="8659878"/>
              <a:ext cx="156577" cy="257555"/>
            </a:xfrm>
            <a:custGeom>
              <a:avLst/>
              <a:gdLst>
                <a:gd name="connsiteX0" fmla="*/ 103686 w 156577"/>
                <a:gd name="connsiteY0" fmla="*/ 112389 h 257555"/>
                <a:gd name="connsiteX1" fmla="*/ 58445 w 156577"/>
                <a:gd name="connsiteY1" fmla="*/ 101406 h 257555"/>
                <a:gd name="connsiteX2" fmla="*/ 22747 w 156577"/>
                <a:gd name="connsiteY2" fmla="*/ 56414 h 257555"/>
                <a:gd name="connsiteX3" fmla="*/ 69402 w 156577"/>
                <a:gd name="connsiteY3" fmla="*/ 10004 h 257555"/>
                <a:gd name="connsiteX4" fmla="*/ 138324 w 156577"/>
                <a:gd name="connsiteY4" fmla="*/ 84047 h 257555"/>
                <a:gd name="connsiteX5" fmla="*/ 142566 w 156577"/>
                <a:gd name="connsiteY5" fmla="*/ 88298 h 257555"/>
                <a:gd name="connsiteX6" fmla="*/ 147160 w 156577"/>
                <a:gd name="connsiteY6" fmla="*/ 79796 h 257555"/>
                <a:gd name="connsiteX7" fmla="*/ 147160 w 156577"/>
                <a:gd name="connsiteY7" fmla="*/ 8587 h 257555"/>
                <a:gd name="connsiteX8" fmla="*/ 143273 w 156577"/>
                <a:gd name="connsiteY8" fmla="*/ 85 h 257555"/>
                <a:gd name="connsiteX9" fmla="*/ 137971 w 156577"/>
                <a:gd name="connsiteY9" fmla="*/ 4690 h 257555"/>
                <a:gd name="connsiteX10" fmla="*/ 125600 w 156577"/>
                <a:gd name="connsiteY10" fmla="*/ 24884 h 257555"/>
                <a:gd name="connsiteX11" fmla="*/ 69049 w 156577"/>
                <a:gd name="connsiteY11" fmla="*/ 85 h 257555"/>
                <a:gd name="connsiteX12" fmla="*/ 126 w 156577"/>
                <a:gd name="connsiteY12" fmla="*/ 68813 h 257555"/>
                <a:gd name="connsiteX13" fmla="*/ 46428 w 156577"/>
                <a:gd name="connsiteY13" fmla="*/ 133645 h 257555"/>
                <a:gd name="connsiteX14" fmla="*/ 93083 w 156577"/>
                <a:gd name="connsiteY14" fmla="*/ 145336 h 257555"/>
                <a:gd name="connsiteX15" fmla="*/ 123126 w 156577"/>
                <a:gd name="connsiteY15" fmla="*/ 163404 h 257555"/>
                <a:gd name="connsiteX16" fmla="*/ 134083 w 156577"/>
                <a:gd name="connsiteY16" fmla="*/ 195997 h 257555"/>
                <a:gd name="connsiteX17" fmla="*/ 86721 w 156577"/>
                <a:gd name="connsiteY17" fmla="*/ 246658 h 257555"/>
                <a:gd name="connsiteX18" fmla="*/ 30876 w 156577"/>
                <a:gd name="connsiteY18" fmla="*/ 227527 h 257555"/>
                <a:gd name="connsiteX19" fmla="*/ 8962 w 156577"/>
                <a:gd name="connsiteY19" fmla="*/ 172969 h 257555"/>
                <a:gd name="connsiteX20" fmla="*/ 4721 w 156577"/>
                <a:gd name="connsiteY20" fmla="*/ 169426 h 257555"/>
                <a:gd name="connsiteX21" fmla="*/ 126 w 156577"/>
                <a:gd name="connsiteY21" fmla="*/ 178283 h 257555"/>
                <a:gd name="connsiteX22" fmla="*/ 126 w 156577"/>
                <a:gd name="connsiteY22" fmla="*/ 249138 h 257555"/>
                <a:gd name="connsiteX23" fmla="*/ 4014 w 156577"/>
                <a:gd name="connsiteY23" fmla="*/ 257640 h 257555"/>
                <a:gd name="connsiteX24" fmla="*/ 9316 w 156577"/>
                <a:gd name="connsiteY24" fmla="*/ 253035 h 257555"/>
                <a:gd name="connsiteX25" fmla="*/ 22040 w 156577"/>
                <a:gd name="connsiteY25" fmla="*/ 232841 h 257555"/>
                <a:gd name="connsiteX26" fmla="*/ 87074 w 156577"/>
                <a:gd name="connsiteY26" fmla="*/ 257640 h 257555"/>
                <a:gd name="connsiteX27" fmla="*/ 156704 w 156577"/>
                <a:gd name="connsiteY27" fmla="*/ 183952 h 257555"/>
                <a:gd name="connsiteX28" fmla="*/ 103686 w 156577"/>
                <a:gd name="connsiteY28" fmla="*/ 112389 h 25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6577" h="257555">
                  <a:moveTo>
                    <a:pt x="103686" y="112389"/>
                  </a:moveTo>
                  <a:lnTo>
                    <a:pt x="58445" y="101406"/>
                  </a:lnTo>
                  <a:cubicBezTo>
                    <a:pt x="36531" y="96092"/>
                    <a:pt x="22747" y="76962"/>
                    <a:pt x="22747" y="56414"/>
                  </a:cubicBezTo>
                  <a:cubicBezTo>
                    <a:pt x="22747" y="31615"/>
                    <a:pt x="41833" y="10004"/>
                    <a:pt x="69402" y="10004"/>
                  </a:cubicBezTo>
                  <a:cubicBezTo>
                    <a:pt x="128428" y="10004"/>
                    <a:pt x="136204" y="68105"/>
                    <a:pt x="138324" y="84047"/>
                  </a:cubicBezTo>
                  <a:cubicBezTo>
                    <a:pt x="138678" y="86173"/>
                    <a:pt x="138678" y="88298"/>
                    <a:pt x="142566" y="88298"/>
                  </a:cubicBezTo>
                  <a:cubicBezTo>
                    <a:pt x="147160" y="88298"/>
                    <a:pt x="147160" y="86527"/>
                    <a:pt x="147160" y="79796"/>
                  </a:cubicBezTo>
                  <a:lnTo>
                    <a:pt x="147160" y="8587"/>
                  </a:lnTo>
                  <a:cubicBezTo>
                    <a:pt x="147160" y="2565"/>
                    <a:pt x="147160" y="85"/>
                    <a:pt x="143273" y="85"/>
                  </a:cubicBezTo>
                  <a:cubicBezTo>
                    <a:pt x="140798" y="85"/>
                    <a:pt x="140445" y="439"/>
                    <a:pt x="137971" y="4690"/>
                  </a:cubicBezTo>
                  <a:lnTo>
                    <a:pt x="125600" y="24884"/>
                  </a:lnTo>
                  <a:cubicBezTo>
                    <a:pt x="114997" y="14610"/>
                    <a:pt x="100505" y="85"/>
                    <a:pt x="69049" y="85"/>
                  </a:cubicBezTo>
                  <a:cubicBezTo>
                    <a:pt x="29816" y="85"/>
                    <a:pt x="126" y="31261"/>
                    <a:pt x="126" y="68813"/>
                  </a:cubicBezTo>
                  <a:cubicBezTo>
                    <a:pt x="126" y="98218"/>
                    <a:pt x="18859" y="124080"/>
                    <a:pt x="46428" y="133645"/>
                  </a:cubicBezTo>
                  <a:cubicBezTo>
                    <a:pt x="50316" y="135062"/>
                    <a:pt x="68342" y="139313"/>
                    <a:pt x="93083" y="145336"/>
                  </a:cubicBezTo>
                  <a:cubicBezTo>
                    <a:pt x="102626" y="147816"/>
                    <a:pt x="113229" y="150296"/>
                    <a:pt x="123126" y="163404"/>
                  </a:cubicBezTo>
                  <a:cubicBezTo>
                    <a:pt x="130548" y="172615"/>
                    <a:pt x="134083" y="184306"/>
                    <a:pt x="134083" y="195997"/>
                  </a:cubicBezTo>
                  <a:cubicBezTo>
                    <a:pt x="134083" y="221150"/>
                    <a:pt x="116410" y="246658"/>
                    <a:pt x="86721" y="246658"/>
                  </a:cubicBezTo>
                  <a:cubicBezTo>
                    <a:pt x="76471" y="246658"/>
                    <a:pt x="49609" y="244886"/>
                    <a:pt x="30876" y="227527"/>
                  </a:cubicBezTo>
                  <a:cubicBezTo>
                    <a:pt x="10376" y="208396"/>
                    <a:pt x="9316" y="185723"/>
                    <a:pt x="8962" y="172969"/>
                  </a:cubicBezTo>
                  <a:cubicBezTo>
                    <a:pt x="8609" y="169426"/>
                    <a:pt x="5781" y="169426"/>
                    <a:pt x="4721" y="169426"/>
                  </a:cubicBezTo>
                  <a:cubicBezTo>
                    <a:pt x="126" y="169426"/>
                    <a:pt x="126" y="171906"/>
                    <a:pt x="126" y="178283"/>
                  </a:cubicBezTo>
                  <a:lnTo>
                    <a:pt x="126" y="249138"/>
                  </a:lnTo>
                  <a:cubicBezTo>
                    <a:pt x="126" y="255160"/>
                    <a:pt x="126" y="257640"/>
                    <a:pt x="4014" y="257640"/>
                  </a:cubicBezTo>
                  <a:cubicBezTo>
                    <a:pt x="6488" y="257640"/>
                    <a:pt x="6842" y="256932"/>
                    <a:pt x="9316" y="253035"/>
                  </a:cubicBezTo>
                  <a:cubicBezTo>
                    <a:pt x="9316" y="252680"/>
                    <a:pt x="10376" y="251617"/>
                    <a:pt x="22040" y="232841"/>
                  </a:cubicBezTo>
                  <a:cubicBezTo>
                    <a:pt x="32997" y="244886"/>
                    <a:pt x="55617" y="257640"/>
                    <a:pt x="87074" y="257640"/>
                  </a:cubicBezTo>
                  <a:cubicBezTo>
                    <a:pt x="128428" y="257640"/>
                    <a:pt x="156704" y="222921"/>
                    <a:pt x="156704" y="183952"/>
                  </a:cubicBezTo>
                  <a:cubicBezTo>
                    <a:pt x="156704" y="148524"/>
                    <a:pt x="133376" y="119474"/>
                    <a:pt x="103686" y="112389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8DEEA253-7456-FD71-1615-5FD661AFB7E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347421" y="8750925"/>
              <a:ext cx="156577" cy="162610"/>
            </a:xfrm>
            <a:custGeom>
              <a:avLst/>
              <a:gdLst>
                <a:gd name="connsiteX0" fmla="*/ 156709 w 156577"/>
                <a:gd name="connsiteY0" fmla="*/ 82984 h 162610"/>
                <a:gd name="connsiteX1" fmla="*/ 78597 w 156577"/>
                <a:gd name="connsiteY1" fmla="*/ 85 h 162610"/>
                <a:gd name="connsiteX2" fmla="*/ 132 w 156577"/>
                <a:gd name="connsiteY2" fmla="*/ 82984 h 162610"/>
                <a:gd name="connsiteX3" fmla="*/ 78244 w 156577"/>
                <a:gd name="connsiteY3" fmla="*/ 162695 h 162610"/>
                <a:gd name="connsiteX4" fmla="*/ 156709 w 156577"/>
                <a:gd name="connsiteY4" fmla="*/ 82984 h 162610"/>
                <a:gd name="connsiteX5" fmla="*/ 78597 w 156577"/>
                <a:gd name="connsiteY5" fmla="*/ 153839 h 162610"/>
                <a:gd name="connsiteX6" fmla="*/ 38304 w 156577"/>
                <a:gd name="connsiteY6" fmla="*/ 130102 h 162610"/>
                <a:gd name="connsiteX7" fmla="*/ 29468 w 156577"/>
                <a:gd name="connsiteY7" fmla="*/ 80150 h 162610"/>
                <a:gd name="connsiteX8" fmla="*/ 37951 w 156577"/>
                <a:gd name="connsiteY8" fmla="*/ 31615 h 162610"/>
                <a:gd name="connsiteX9" fmla="*/ 78244 w 156577"/>
                <a:gd name="connsiteY9" fmla="*/ 7879 h 162610"/>
                <a:gd name="connsiteX10" fmla="*/ 118183 w 156577"/>
                <a:gd name="connsiteY10" fmla="*/ 30906 h 162610"/>
                <a:gd name="connsiteX11" fmla="*/ 127373 w 156577"/>
                <a:gd name="connsiteY11" fmla="*/ 80150 h 162610"/>
                <a:gd name="connsiteX12" fmla="*/ 119597 w 156577"/>
                <a:gd name="connsiteY12" fmla="*/ 127622 h 162610"/>
                <a:gd name="connsiteX13" fmla="*/ 78597 w 156577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577" h="162610">
                  <a:moveTo>
                    <a:pt x="156709" y="82984"/>
                  </a:moveTo>
                  <a:cubicBezTo>
                    <a:pt x="156709" y="37637"/>
                    <a:pt x="121364" y="85"/>
                    <a:pt x="78597" y="85"/>
                  </a:cubicBezTo>
                  <a:cubicBezTo>
                    <a:pt x="34416" y="85"/>
                    <a:pt x="132" y="38700"/>
                    <a:pt x="132" y="82984"/>
                  </a:cubicBezTo>
                  <a:cubicBezTo>
                    <a:pt x="132" y="128685"/>
                    <a:pt x="36890" y="162695"/>
                    <a:pt x="78244" y="162695"/>
                  </a:cubicBezTo>
                  <a:cubicBezTo>
                    <a:pt x="121011" y="162695"/>
                    <a:pt x="156709" y="127977"/>
                    <a:pt x="156709" y="82984"/>
                  </a:cubicBezTo>
                  <a:close/>
                  <a:moveTo>
                    <a:pt x="78597" y="153839"/>
                  </a:moveTo>
                  <a:cubicBezTo>
                    <a:pt x="63399" y="153839"/>
                    <a:pt x="47847" y="146399"/>
                    <a:pt x="38304" y="130102"/>
                  </a:cubicBezTo>
                  <a:cubicBezTo>
                    <a:pt x="29468" y="114514"/>
                    <a:pt x="29468" y="92904"/>
                    <a:pt x="29468" y="80150"/>
                  </a:cubicBezTo>
                  <a:cubicBezTo>
                    <a:pt x="29468" y="66333"/>
                    <a:pt x="29468" y="47203"/>
                    <a:pt x="37951" y="31615"/>
                  </a:cubicBezTo>
                  <a:cubicBezTo>
                    <a:pt x="47494" y="15318"/>
                    <a:pt x="64106" y="7879"/>
                    <a:pt x="78244" y="7879"/>
                  </a:cubicBezTo>
                  <a:cubicBezTo>
                    <a:pt x="93795" y="7879"/>
                    <a:pt x="108994" y="15673"/>
                    <a:pt x="118183" y="30906"/>
                  </a:cubicBezTo>
                  <a:cubicBezTo>
                    <a:pt x="127373" y="46140"/>
                    <a:pt x="127373" y="66688"/>
                    <a:pt x="127373" y="80150"/>
                  </a:cubicBezTo>
                  <a:cubicBezTo>
                    <a:pt x="127373" y="92904"/>
                    <a:pt x="127373" y="112035"/>
                    <a:pt x="119597" y="127622"/>
                  </a:cubicBezTo>
                  <a:cubicBezTo>
                    <a:pt x="111821" y="143565"/>
                    <a:pt x="96270" y="153839"/>
                    <a:pt x="78597" y="153839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5B65F043-5504-0CAB-6636-36C4166A5C5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525913" y="8663775"/>
              <a:ext cx="78465" cy="245864"/>
            </a:xfrm>
            <a:custGeom>
              <a:avLst/>
              <a:gdLst>
                <a:gd name="connsiteX0" fmla="*/ 51033 w 78465"/>
                <a:gd name="connsiteY0" fmla="*/ 85 h 245864"/>
                <a:gd name="connsiteX1" fmla="*/ 137 w 78465"/>
                <a:gd name="connsiteY1" fmla="*/ 3982 h 245864"/>
                <a:gd name="connsiteX2" fmla="*/ 137 w 78465"/>
                <a:gd name="connsiteY2" fmla="*/ 14964 h 245864"/>
                <a:gd name="connsiteX3" fmla="*/ 27706 w 78465"/>
                <a:gd name="connsiteY3" fmla="*/ 34803 h 245864"/>
                <a:gd name="connsiteX4" fmla="*/ 27706 w 78465"/>
                <a:gd name="connsiteY4" fmla="*/ 219024 h 245864"/>
                <a:gd name="connsiteX5" fmla="*/ 137 w 78465"/>
                <a:gd name="connsiteY5" fmla="*/ 234967 h 245864"/>
                <a:gd name="connsiteX6" fmla="*/ 137 w 78465"/>
                <a:gd name="connsiteY6" fmla="*/ 245949 h 245864"/>
                <a:gd name="connsiteX7" fmla="*/ 39369 w 78465"/>
                <a:gd name="connsiteY7" fmla="*/ 244886 h 245864"/>
                <a:gd name="connsiteX8" fmla="*/ 78602 w 78465"/>
                <a:gd name="connsiteY8" fmla="*/ 245949 h 245864"/>
                <a:gd name="connsiteX9" fmla="*/ 78602 w 78465"/>
                <a:gd name="connsiteY9" fmla="*/ 234967 h 245864"/>
                <a:gd name="connsiteX10" fmla="*/ 51033 w 78465"/>
                <a:gd name="connsiteY10" fmla="*/ 219024 h 245864"/>
                <a:gd name="connsiteX11" fmla="*/ 51033 w 78465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465" h="245864">
                  <a:moveTo>
                    <a:pt x="51033" y="85"/>
                  </a:moveTo>
                  <a:lnTo>
                    <a:pt x="137" y="3982"/>
                  </a:lnTo>
                  <a:lnTo>
                    <a:pt x="137" y="14964"/>
                  </a:lnTo>
                  <a:cubicBezTo>
                    <a:pt x="24878" y="14964"/>
                    <a:pt x="27706" y="17444"/>
                    <a:pt x="27706" y="34803"/>
                  </a:cubicBezTo>
                  <a:lnTo>
                    <a:pt x="27706" y="219024"/>
                  </a:lnTo>
                  <a:cubicBezTo>
                    <a:pt x="27706" y="234967"/>
                    <a:pt x="23818" y="234967"/>
                    <a:pt x="137" y="234967"/>
                  </a:cubicBezTo>
                  <a:lnTo>
                    <a:pt x="137" y="245949"/>
                  </a:lnTo>
                  <a:cubicBezTo>
                    <a:pt x="11801" y="245595"/>
                    <a:pt x="30533" y="244886"/>
                    <a:pt x="39369" y="244886"/>
                  </a:cubicBezTo>
                  <a:cubicBezTo>
                    <a:pt x="48206" y="244886"/>
                    <a:pt x="65525" y="245595"/>
                    <a:pt x="78602" y="245949"/>
                  </a:cubicBezTo>
                  <a:lnTo>
                    <a:pt x="78602" y="234967"/>
                  </a:lnTo>
                  <a:cubicBezTo>
                    <a:pt x="54921" y="234967"/>
                    <a:pt x="51033" y="234967"/>
                    <a:pt x="51033" y="219024"/>
                  </a:cubicBezTo>
                  <a:lnTo>
                    <a:pt x="51033" y="85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40440B75-78A9-F5B3-E57A-A9D881524EFA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3739" y="8753051"/>
              <a:ext cx="177784" cy="160484"/>
            </a:xfrm>
            <a:custGeom>
              <a:avLst/>
              <a:gdLst>
                <a:gd name="connsiteX0" fmla="*/ 127027 w 177784"/>
                <a:gd name="connsiteY0" fmla="*/ 128685 h 160484"/>
                <a:gd name="connsiteX1" fmla="*/ 127027 w 177784"/>
                <a:gd name="connsiteY1" fmla="*/ 160570 h 160484"/>
                <a:gd name="connsiteX2" fmla="*/ 177924 w 177784"/>
                <a:gd name="connsiteY2" fmla="*/ 156673 h 160484"/>
                <a:gd name="connsiteX3" fmla="*/ 177924 w 177784"/>
                <a:gd name="connsiteY3" fmla="*/ 145690 h 160484"/>
                <a:gd name="connsiteX4" fmla="*/ 150355 w 177784"/>
                <a:gd name="connsiteY4" fmla="*/ 125851 h 160484"/>
                <a:gd name="connsiteX5" fmla="*/ 150355 w 177784"/>
                <a:gd name="connsiteY5" fmla="*/ 85 h 160484"/>
                <a:gd name="connsiteX6" fmla="*/ 98398 w 177784"/>
                <a:gd name="connsiteY6" fmla="*/ 3982 h 160484"/>
                <a:gd name="connsiteX7" fmla="*/ 98398 w 177784"/>
                <a:gd name="connsiteY7" fmla="*/ 14964 h 160484"/>
                <a:gd name="connsiteX8" fmla="*/ 125967 w 177784"/>
                <a:gd name="connsiteY8" fmla="*/ 34803 h 160484"/>
                <a:gd name="connsiteX9" fmla="*/ 125967 w 177784"/>
                <a:gd name="connsiteY9" fmla="*/ 97864 h 160484"/>
                <a:gd name="connsiteX10" fmla="*/ 83200 w 177784"/>
                <a:gd name="connsiteY10" fmla="*/ 152776 h 160484"/>
                <a:gd name="connsiteX11" fmla="*/ 52096 w 177784"/>
                <a:gd name="connsiteY11" fmla="*/ 117703 h 160484"/>
                <a:gd name="connsiteX12" fmla="*/ 52096 w 177784"/>
                <a:gd name="connsiteY12" fmla="*/ 85 h 160484"/>
                <a:gd name="connsiteX13" fmla="*/ 140 w 177784"/>
                <a:gd name="connsiteY13" fmla="*/ 3982 h 160484"/>
                <a:gd name="connsiteX14" fmla="*/ 140 w 177784"/>
                <a:gd name="connsiteY14" fmla="*/ 14964 h 160484"/>
                <a:gd name="connsiteX15" fmla="*/ 27708 w 177784"/>
                <a:gd name="connsiteY15" fmla="*/ 47557 h 160484"/>
                <a:gd name="connsiteX16" fmla="*/ 27708 w 177784"/>
                <a:gd name="connsiteY16" fmla="*/ 100698 h 160484"/>
                <a:gd name="connsiteX17" fmla="*/ 81433 w 177784"/>
                <a:gd name="connsiteY17" fmla="*/ 160570 h 160484"/>
                <a:gd name="connsiteX18" fmla="*/ 127027 w 177784"/>
                <a:gd name="connsiteY18" fmla="*/ 128685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7784" h="160484">
                  <a:moveTo>
                    <a:pt x="127027" y="128685"/>
                  </a:moveTo>
                  <a:lnTo>
                    <a:pt x="127027" y="160570"/>
                  </a:lnTo>
                  <a:lnTo>
                    <a:pt x="177924" y="156673"/>
                  </a:lnTo>
                  <a:lnTo>
                    <a:pt x="177924" y="145690"/>
                  </a:lnTo>
                  <a:cubicBezTo>
                    <a:pt x="153182" y="145690"/>
                    <a:pt x="150355" y="143210"/>
                    <a:pt x="150355" y="125851"/>
                  </a:cubicBezTo>
                  <a:lnTo>
                    <a:pt x="150355" y="85"/>
                  </a:lnTo>
                  <a:lnTo>
                    <a:pt x="98398" y="3982"/>
                  </a:lnTo>
                  <a:lnTo>
                    <a:pt x="98398" y="14964"/>
                  </a:lnTo>
                  <a:cubicBezTo>
                    <a:pt x="123139" y="14964"/>
                    <a:pt x="125967" y="17444"/>
                    <a:pt x="125967" y="34803"/>
                  </a:cubicBezTo>
                  <a:lnTo>
                    <a:pt x="125967" y="97864"/>
                  </a:lnTo>
                  <a:cubicBezTo>
                    <a:pt x="125967" y="128685"/>
                    <a:pt x="109001" y="152776"/>
                    <a:pt x="83200" y="152776"/>
                  </a:cubicBezTo>
                  <a:cubicBezTo>
                    <a:pt x="53510" y="152776"/>
                    <a:pt x="52096" y="136125"/>
                    <a:pt x="52096" y="117703"/>
                  </a:cubicBezTo>
                  <a:lnTo>
                    <a:pt x="52096" y="85"/>
                  </a:lnTo>
                  <a:lnTo>
                    <a:pt x="140" y="3982"/>
                  </a:lnTo>
                  <a:lnTo>
                    <a:pt x="140" y="14964"/>
                  </a:lnTo>
                  <a:cubicBezTo>
                    <a:pt x="27708" y="14964"/>
                    <a:pt x="27708" y="16027"/>
                    <a:pt x="27708" y="47557"/>
                  </a:cubicBezTo>
                  <a:lnTo>
                    <a:pt x="27708" y="100698"/>
                  </a:lnTo>
                  <a:cubicBezTo>
                    <a:pt x="27708" y="128331"/>
                    <a:pt x="27708" y="160570"/>
                    <a:pt x="81433" y="160570"/>
                  </a:cubicBezTo>
                  <a:cubicBezTo>
                    <a:pt x="101226" y="160570"/>
                    <a:pt x="116777" y="150650"/>
                    <a:pt x="127027" y="128685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8D692A11-ED1E-A5B5-CCE2-67DDF93D6A9B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7815505" y="8691762"/>
              <a:ext cx="110629" cy="221773"/>
            </a:xfrm>
            <a:custGeom>
              <a:avLst/>
              <a:gdLst>
                <a:gd name="connsiteX0" fmla="*/ 54576 w 110629"/>
                <a:gd name="connsiteY0" fmla="*/ 76253 h 221773"/>
                <a:gd name="connsiteX1" fmla="*/ 105119 w 110629"/>
                <a:gd name="connsiteY1" fmla="*/ 76253 h 221773"/>
                <a:gd name="connsiteX2" fmla="*/ 105119 w 110629"/>
                <a:gd name="connsiteY2" fmla="*/ 65271 h 221773"/>
                <a:gd name="connsiteX3" fmla="*/ 54576 w 110629"/>
                <a:gd name="connsiteY3" fmla="*/ 65271 h 221773"/>
                <a:gd name="connsiteX4" fmla="*/ 54576 w 110629"/>
                <a:gd name="connsiteY4" fmla="*/ 85 h 221773"/>
                <a:gd name="connsiteX5" fmla="*/ 45740 w 110629"/>
                <a:gd name="connsiteY5" fmla="*/ 85 h 221773"/>
                <a:gd name="connsiteX6" fmla="*/ 145 w 110629"/>
                <a:gd name="connsiteY6" fmla="*/ 68459 h 221773"/>
                <a:gd name="connsiteX7" fmla="*/ 145 w 110629"/>
                <a:gd name="connsiteY7" fmla="*/ 76253 h 221773"/>
                <a:gd name="connsiteX8" fmla="*/ 30188 w 110629"/>
                <a:gd name="connsiteY8" fmla="*/ 76253 h 221773"/>
                <a:gd name="connsiteX9" fmla="*/ 30188 w 110629"/>
                <a:gd name="connsiteY9" fmla="*/ 174032 h 221773"/>
                <a:gd name="connsiteX10" fmla="*/ 75783 w 110629"/>
                <a:gd name="connsiteY10" fmla="*/ 221859 h 221773"/>
                <a:gd name="connsiteX11" fmla="*/ 110774 w 110629"/>
                <a:gd name="connsiteY11" fmla="*/ 174032 h 221773"/>
                <a:gd name="connsiteX12" fmla="*/ 110774 w 110629"/>
                <a:gd name="connsiteY12" fmla="*/ 153839 h 221773"/>
                <a:gd name="connsiteX13" fmla="*/ 101938 w 110629"/>
                <a:gd name="connsiteY13" fmla="*/ 153839 h 221773"/>
                <a:gd name="connsiteX14" fmla="*/ 101938 w 110629"/>
                <a:gd name="connsiteY14" fmla="*/ 173323 h 221773"/>
                <a:gd name="connsiteX15" fmla="*/ 78257 w 110629"/>
                <a:gd name="connsiteY15" fmla="*/ 213002 h 221773"/>
                <a:gd name="connsiteX16" fmla="*/ 54576 w 110629"/>
                <a:gd name="connsiteY16" fmla="*/ 174741 h 221773"/>
                <a:gd name="connsiteX17" fmla="*/ 54576 w 110629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629" h="221773">
                  <a:moveTo>
                    <a:pt x="54576" y="76253"/>
                  </a:moveTo>
                  <a:lnTo>
                    <a:pt x="105119" y="76253"/>
                  </a:lnTo>
                  <a:lnTo>
                    <a:pt x="105119" y="65271"/>
                  </a:lnTo>
                  <a:lnTo>
                    <a:pt x="54576" y="65271"/>
                  </a:lnTo>
                  <a:lnTo>
                    <a:pt x="54576" y="85"/>
                  </a:lnTo>
                  <a:lnTo>
                    <a:pt x="45740" y="85"/>
                  </a:lnTo>
                  <a:cubicBezTo>
                    <a:pt x="45386" y="29135"/>
                    <a:pt x="34783" y="67042"/>
                    <a:pt x="145" y="68459"/>
                  </a:cubicBezTo>
                  <a:lnTo>
                    <a:pt x="145" y="76253"/>
                  </a:lnTo>
                  <a:lnTo>
                    <a:pt x="30188" y="76253"/>
                  </a:lnTo>
                  <a:lnTo>
                    <a:pt x="30188" y="174032"/>
                  </a:lnTo>
                  <a:cubicBezTo>
                    <a:pt x="30188" y="217607"/>
                    <a:pt x="63059" y="221859"/>
                    <a:pt x="75783" y="221859"/>
                  </a:cubicBezTo>
                  <a:cubicBezTo>
                    <a:pt x="100878" y="221859"/>
                    <a:pt x="110774" y="196705"/>
                    <a:pt x="110774" y="174032"/>
                  </a:cubicBezTo>
                  <a:lnTo>
                    <a:pt x="110774" y="153839"/>
                  </a:lnTo>
                  <a:lnTo>
                    <a:pt x="101938" y="153839"/>
                  </a:lnTo>
                  <a:lnTo>
                    <a:pt x="101938" y="173323"/>
                  </a:lnTo>
                  <a:cubicBezTo>
                    <a:pt x="101938" y="199540"/>
                    <a:pt x="91335" y="213002"/>
                    <a:pt x="78257" y="213002"/>
                  </a:cubicBezTo>
                  <a:cubicBezTo>
                    <a:pt x="54576" y="213002"/>
                    <a:pt x="54576" y="180763"/>
                    <a:pt x="54576" y="174741"/>
                  </a:cubicBezTo>
                  <a:lnTo>
                    <a:pt x="54576" y="76253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CB6306DB-B60A-4917-5207-5675769A68FA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7957906" y="8672631"/>
              <a:ext cx="75637" cy="237007"/>
            </a:xfrm>
            <a:custGeom>
              <a:avLst/>
              <a:gdLst>
                <a:gd name="connsiteX0" fmla="*/ 51045 w 75637"/>
                <a:gd name="connsiteY0" fmla="*/ 80504 h 237007"/>
                <a:gd name="connsiteX1" fmla="*/ 1563 w 75637"/>
                <a:gd name="connsiteY1" fmla="*/ 84401 h 237007"/>
                <a:gd name="connsiteX2" fmla="*/ 1563 w 75637"/>
                <a:gd name="connsiteY2" fmla="*/ 95384 h 237007"/>
                <a:gd name="connsiteX3" fmla="*/ 27718 w 75637"/>
                <a:gd name="connsiteY3" fmla="*/ 114869 h 237007"/>
                <a:gd name="connsiteX4" fmla="*/ 27718 w 75637"/>
                <a:gd name="connsiteY4" fmla="*/ 210168 h 237007"/>
                <a:gd name="connsiteX5" fmla="*/ 149 w 75637"/>
                <a:gd name="connsiteY5" fmla="*/ 226110 h 237007"/>
                <a:gd name="connsiteX6" fmla="*/ 149 w 75637"/>
                <a:gd name="connsiteY6" fmla="*/ 237092 h 237007"/>
                <a:gd name="connsiteX7" fmla="*/ 39028 w 75637"/>
                <a:gd name="connsiteY7" fmla="*/ 236029 h 237007"/>
                <a:gd name="connsiteX8" fmla="*/ 75787 w 75637"/>
                <a:gd name="connsiteY8" fmla="*/ 237092 h 237007"/>
                <a:gd name="connsiteX9" fmla="*/ 75787 w 75637"/>
                <a:gd name="connsiteY9" fmla="*/ 226110 h 237007"/>
                <a:gd name="connsiteX10" fmla="*/ 51045 w 75637"/>
                <a:gd name="connsiteY10" fmla="*/ 210522 h 237007"/>
                <a:gd name="connsiteX11" fmla="*/ 51045 w 75637"/>
                <a:gd name="connsiteY11" fmla="*/ 80504 h 237007"/>
                <a:gd name="connsiteX12" fmla="*/ 52459 w 75637"/>
                <a:gd name="connsiteY12" fmla="*/ 18861 h 237007"/>
                <a:gd name="connsiteX13" fmla="*/ 33726 w 75637"/>
                <a:gd name="connsiteY13" fmla="*/ 85 h 237007"/>
                <a:gd name="connsiteX14" fmla="*/ 14994 w 75637"/>
                <a:gd name="connsiteY14" fmla="*/ 18861 h 237007"/>
                <a:gd name="connsiteX15" fmla="*/ 33726 w 75637"/>
                <a:gd name="connsiteY15" fmla="*/ 37637 h 237007"/>
                <a:gd name="connsiteX16" fmla="*/ 52459 w 75637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637" h="237007">
                  <a:moveTo>
                    <a:pt x="51045" y="80504"/>
                  </a:moveTo>
                  <a:lnTo>
                    <a:pt x="1563" y="84401"/>
                  </a:lnTo>
                  <a:lnTo>
                    <a:pt x="1563" y="95384"/>
                  </a:lnTo>
                  <a:cubicBezTo>
                    <a:pt x="24537" y="95384"/>
                    <a:pt x="27718" y="97509"/>
                    <a:pt x="27718" y="114869"/>
                  </a:cubicBezTo>
                  <a:lnTo>
                    <a:pt x="27718" y="210168"/>
                  </a:lnTo>
                  <a:cubicBezTo>
                    <a:pt x="27718" y="226110"/>
                    <a:pt x="23830" y="226110"/>
                    <a:pt x="149" y="226110"/>
                  </a:cubicBezTo>
                  <a:lnTo>
                    <a:pt x="149" y="237092"/>
                  </a:lnTo>
                  <a:cubicBezTo>
                    <a:pt x="11459" y="236738"/>
                    <a:pt x="30545" y="236029"/>
                    <a:pt x="39028" y="236029"/>
                  </a:cubicBezTo>
                  <a:cubicBezTo>
                    <a:pt x="51399" y="236029"/>
                    <a:pt x="63769" y="236738"/>
                    <a:pt x="75787" y="237092"/>
                  </a:cubicBezTo>
                  <a:lnTo>
                    <a:pt x="75787" y="226110"/>
                  </a:lnTo>
                  <a:cubicBezTo>
                    <a:pt x="52459" y="226110"/>
                    <a:pt x="51045" y="224339"/>
                    <a:pt x="51045" y="210522"/>
                  </a:cubicBezTo>
                  <a:lnTo>
                    <a:pt x="51045" y="80504"/>
                  </a:lnTo>
                  <a:close/>
                  <a:moveTo>
                    <a:pt x="52459" y="18861"/>
                  </a:moveTo>
                  <a:cubicBezTo>
                    <a:pt x="52459" y="7524"/>
                    <a:pt x="43623" y="85"/>
                    <a:pt x="33726" y="85"/>
                  </a:cubicBezTo>
                  <a:cubicBezTo>
                    <a:pt x="22770" y="85"/>
                    <a:pt x="14994" y="9650"/>
                    <a:pt x="14994" y="18861"/>
                  </a:cubicBezTo>
                  <a:cubicBezTo>
                    <a:pt x="14994" y="28426"/>
                    <a:pt x="22770" y="37637"/>
                    <a:pt x="33726" y="37637"/>
                  </a:cubicBezTo>
                  <a:cubicBezTo>
                    <a:pt x="43623" y="37637"/>
                    <a:pt x="52459" y="30198"/>
                    <a:pt x="52459" y="18861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E730E8E2-39FC-6DCC-8880-AD2055C1DA8C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054319" y="8750925"/>
              <a:ext cx="156577" cy="162610"/>
            </a:xfrm>
            <a:custGeom>
              <a:avLst/>
              <a:gdLst>
                <a:gd name="connsiteX0" fmla="*/ 156729 w 156577"/>
                <a:gd name="connsiteY0" fmla="*/ 82984 h 162610"/>
                <a:gd name="connsiteX1" fmla="*/ 78617 w 156577"/>
                <a:gd name="connsiteY1" fmla="*/ 85 h 162610"/>
                <a:gd name="connsiteX2" fmla="*/ 152 w 156577"/>
                <a:gd name="connsiteY2" fmla="*/ 82984 h 162610"/>
                <a:gd name="connsiteX3" fmla="*/ 78264 w 156577"/>
                <a:gd name="connsiteY3" fmla="*/ 162695 h 162610"/>
                <a:gd name="connsiteX4" fmla="*/ 156729 w 156577"/>
                <a:gd name="connsiteY4" fmla="*/ 82984 h 162610"/>
                <a:gd name="connsiteX5" fmla="*/ 78617 w 156577"/>
                <a:gd name="connsiteY5" fmla="*/ 153839 h 162610"/>
                <a:gd name="connsiteX6" fmla="*/ 38324 w 156577"/>
                <a:gd name="connsiteY6" fmla="*/ 130102 h 162610"/>
                <a:gd name="connsiteX7" fmla="*/ 29488 w 156577"/>
                <a:gd name="connsiteY7" fmla="*/ 80150 h 162610"/>
                <a:gd name="connsiteX8" fmla="*/ 37971 w 156577"/>
                <a:gd name="connsiteY8" fmla="*/ 31615 h 162610"/>
                <a:gd name="connsiteX9" fmla="*/ 78264 w 156577"/>
                <a:gd name="connsiteY9" fmla="*/ 7879 h 162610"/>
                <a:gd name="connsiteX10" fmla="*/ 118203 w 156577"/>
                <a:gd name="connsiteY10" fmla="*/ 30906 h 162610"/>
                <a:gd name="connsiteX11" fmla="*/ 127393 w 156577"/>
                <a:gd name="connsiteY11" fmla="*/ 80150 h 162610"/>
                <a:gd name="connsiteX12" fmla="*/ 119617 w 156577"/>
                <a:gd name="connsiteY12" fmla="*/ 127622 h 162610"/>
                <a:gd name="connsiteX13" fmla="*/ 78617 w 156577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577" h="162610">
                  <a:moveTo>
                    <a:pt x="156729" y="82984"/>
                  </a:moveTo>
                  <a:cubicBezTo>
                    <a:pt x="156729" y="37637"/>
                    <a:pt x="121384" y="85"/>
                    <a:pt x="78617" y="85"/>
                  </a:cubicBezTo>
                  <a:cubicBezTo>
                    <a:pt x="34436" y="85"/>
                    <a:pt x="152" y="38700"/>
                    <a:pt x="152" y="82984"/>
                  </a:cubicBezTo>
                  <a:cubicBezTo>
                    <a:pt x="152" y="128685"/>
                    <a:pt x="36910" y="162695"/>
                    <a:pt x="78264" y="162695"/>
                  </a:cubicBezTo>
                  <a:cubicBezTo>
                    <a:pt x="121031" y="162695"/>
                    <a:pt x="156729" y="127977"/>
                    <a:pt x="156729" y="82984"/>
                  </a:cubicBezTo>
                  <a:close/>
                  <a:moveTo>
                    <a:pt x="78617" y="153839"/>
                  </a:moveTo>
                  <a:cubicBezTo>
                    <a:pt x="63419" y="153839"/>
                    <a:pt x="47867" y="146399"/>
                    <a:pt x="38324" y="130102"/>
                  </a:cubicBezTo>
                  <a:cubicBezTo>
                    <a:pt x="29488" y="114514"/>
                    <a:pt x="29488" y="92904"/>
                    <a:pt x="29488" y="80150"/>
                  </a:cubicBezTo>
                  <a:cubicBezTo>
                    <a:pt x="29488" y="66333"/>
                    <a:pt x="29488" y="47203"/>
                    <a:pt x="37971" y="31615"/>
                  </a:cubicBezTo>
                  <a:cubicBezTo>
                    <a:pt x="47514" y="15318"/>
                    <a:pt x="64126" y="7879"/>
                    <a:pt x="78264" y="7879"/>
                  </a:cubicBezTo>
                  <a:cubicBezTo>
                    <a:pt x="93815" y="7879"/>
                    <a:pt x="109014" y="15673"/>
                    <a:pt x="118203" y="30906"/>
                  </a:cubicBezTo>
                  <a:cubicBezTo>
                    <a:pt x="127393" y="46140"/>
                    <a:pt x="127393" y="66688"/>
                    <a:pt x="127393" y="80150"/>
                  </a:cubicBezTo>
                  <a:cubicBezTo>
                    <a:pt x="127393" y="92904"/>
                    <a:pt x="127393" y="112035"/>
                    <a:pt x="119617" y="127622"/>
                  </a:cubicBezTo>
                  <a:cubicBezTo>
                    <a:pt x="111841" y="143565"/>
                    <a:pt x="96289" y="153839"/>
                    <a:pt x="78617" y="153839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67B2764C-B686-89C4-A226-1DA07E84EE1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8232457" y="8753051"/>
              <a:ext cx="177784" cy="156588"/>
            </a:xfrm>
            <a:custGeom>
              <a:avLst/>
              <a:gdLst>
                <a:gd name="connsiteX0" fmla="*/ 27726 w 177784"/>
                <a:gd name="connsiteY0" fmla="*/ 34803 h 156588"/>
                <a:gd name="connsiteX1" fmla="*/ 27726 w 177784"/>
                <a:gd name="connsiteY1" fmla="*/ 129748 h 156588"/>
                <a:gd name="connsiteX2" fmla="*/ 157 w 177784"/>
                <a:gd name="connsiteY2" fmla="*/ 145690 h 156588"/>
                <a:gd name="connsiteX3" fmla="*/ 157 w 177784"/>
                <a:gd name="connsiteY3" fmla="*/ 156673 h 156588"/>
                <a:gd name="connsiteX4" fmla="*/ 40096 w 177784"/>
                <a:gd name="connsiteY4" fmla="*/ 155610 h 156588"/>
                <a:gd name="connsiteX5" fmla="*/ 79682 w 177784"/>
                <a:gd name="connsiteY5" fmla="*/ 156673 h 156588"/>
                <a:gd name="connsiteX6" fmla="*/ 79682 w 177784"/>
                <a:gd name="connsiteY6" fmla="*/ 145690 h 156588"/>
                <a:gd name="connsiteX7" fmla="*/ 52114 w 177784"/>
                <a:gd name="connsiteY7" fmla="*/ 129748 h 156588"/>
                <a:gd name="connsiteX8" fmla="*/ 52114 w 177784"/>
                <a:gd name="connsiteY8" fmla="*/ 64562 h 156588"/>
                <a:gd name="connsiteX9" fmla="*/ 99829 w 177784"/>
                <a:gd name="connsiteY9" fmla="*/ 7879 h 156588"/>
                <a:gd name="connsiteX10" fmla="*/ 125984 w 177784"/>
                <a:gd name="connsiteY10" fmla="*/ 47203 h 156588"/>
                <a:gd name="connsiteX11" fmla="*/ 125984 w 177784"/>
                <a:gd name="connsiteY11" fmla="*/ 129748 h 156588"/>
                <a:gd name="connsiteX12" fmla="*/ 98415 w 177784"/>
                <a:gd name="connsiteY12" fmla="*/ 145690 h 156588"/>
                <a:gd name="connsiteX13" fmla="*/ 98415 w 177784"/>
                <a:gd name="connsiteY13" fmla="*/ 156673 h 156588"/>
                <a:gd name="connsiteX14" fmla="*/ 138355 w 177784"/>
                <a:gd name="connsiteY14" fmla="*/ 155610 h 156588"/>
                <a:gd name="connsiteX15" fmla="*/ 177941 w 177784"/>
                <a:gd name="connsiteY15" fmla="*/ 156673 h 156588"/>
                <a:gd name="connsiteX16" fmla="*/ 177941 w 177784"/>
                <a:gd name="connsiteY16" fmla="*/ 145690 h 156588"/>
                <a:gd name="connsiteX17" fmla="*/ 150372 w 177784"/>
                <a:gd name="connsiteY17" fmla="*/ 135062 h 156588"/>
                <a:gd name="connsiteX18" fmla="*/ 150372 w 177784"/>
                <a:gd name="connsiteY18" fmla="*/ 67396 h 156588"/>
                <a:gd name="connsiteX19" fmla="*/ 139415 w 177784"/>
                <a:gd name="connsiteY19" fmla="*/ 13193 h 156588"/>
                <a:gd name="connsiteX20" fmla="*/ 102303 w 177784"/>
                <a:gd name="connsiteY20" fmla="*/ 85 h 156588"/>
                <a:gd name="connsiteX21" fmla="*/ 49993 w 177784"/>
                <a:gd name="connsiteY21" fmla="*/ 37283 h 156588"/>
                <a:gd name="connsiteX22" fmla="*/ 49993 w 177784"/>
                <a:gd name="connsiteY22" fmla="*/ 85 h 156588"/>
                <a:gd name="connsiteX23" fmla="*/ 157 w 177784"/>
                <a:gd name="connsiteY23" fmla="*/ 3982 h 156588"/>
                <a:gd name="connsiteX24" fmla="*/ 157 w 177784"/>
                <a:gd name="connsiteY24" fmla="*/ 14964 h 156588"/>
                <a:gd name="connsiteX25" fmla="*/ 27726 w 177784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784" h="156588">
                  <a:moveTo>
                    <a:pt x="27726" y="34803"/>
                  </a:moveTo>
                  <a:lnTo>
                    <a:pt x="27726" y="129748"/>
                  </a:lnTo>
                  <a:cubicBezTo>
                    <a:pt x="27726" y="145690"/>
                    <a:pt x="23838" y="145690"/>
                    <a:pt x="157" y="145690"/>
                  </a:cubicBezTo>
                  <a:lnTo>
                    <a:pt x="157" y="156673"/>
                  </a:lnTo>
                  <a:cubicBezTo>
                    <a:pt x="12527" y="156318"/>
                    <a:pt x="30553" y="155610"/>
                    <a:pt x="40096" y="155610"/>
                  </a:cubicBezTo>
                  <a:cubicBezTo>
                    <a:pt x="49286" y="155610"/>
                    <a:pt x="67665" y="156318"/>
                    <a:pt x="79682" y="156673"/>
                  </a:cubicBezTo>
                  <a:lnTo>
                    <a:pt x="79682" y="145690"/>
                  </a:lnTo>
                  <a:cubicBezTo>
                    <a:pt x="56001" y="145690"/>
                    <a:pt x="52114" y="145690"/>
                    <a:pt x="52114" y="129748"/>
                  </a:cubicBezTo>
                  <a:lnTo>
                    <a:pt x="52114" y="64562"/>
                  </a:lnTo>
                  <a:cubicBezTo>
                    <a:pt x="52114" y="27718"/>
                    <a:pt x="77208" y="7879"/>
                    <a:pt x="99829" y="7879"/>
                  </a:cubicBezTo>
                  <a:cubicBezTo>
                    <a:pt x="122096" y="7879"/>
                    <a:pt x="125984" y="27009"/>
                    <a:pt x="125984" y="47203"/>
                  </a:cubicBezTo>
                  <a:lnTo>
                    <a:pt x="125984" y="129748"/>
                  </a:lnTo>
                  <a:cubicBezTo>
                    <a:pt x="125984" y="145690"/>
                    <a:pt x="122096" y="145690"/>
                    <a:pt x="98415" y="145690"/>
                  </a:cubicBezTo>
                  <a:lnTo>
                    <a:pt x="98415" y="156673"/>
                  </a:lnTo>
                  <a:cubicBezTo>
                    <a:pt x="110786" y="156318"/>
                    <a:pt x="128812" y="155610"/>
                    <a:pt x="138355" y="155610"/>
                  </a:cubicBezTo>
                  <a:cubicBezTo>
                    <a:pt x="147544" y="155610"/>
                    <a:pt x="165924" y="156318"/>
                    <a:pt x="177941" y="156673"/>
                  </a:cubicBezTo>
                  <a:lnTo>
                    <a:pt x="177941" y="145690"/>
                  </a:lnTo>
                  <a:cubicBezTo>
                    <a:pt x="159562" y="145690"/>
                    <a:pt x="150725" y="145690"/>
                    <a:pt x="150372" y="135062"/>
                  </a:cubicBezTo>
                  <a:lnTo>
                    <a:pt x="150372" y="67396"/>
                  </a:lnTo>
                  <a:cubicBezTo>
                    <a:pt x="150372" y="36929"/>
                    <a:pt x="150372" y="25947"/>
                    <a:pt x="139415" y="13193"/>
                  </a:cubicBezTo>
                  <a:cubicBezTo>
                    <a:pt x="134467" y="7170"/>
                    <a:pt x="122803" y="85"/>
                    <a:pt x="102303" y="85"/>
                  </a:cubicBezTo>
                  <a:cubicBezTo>
                    <a:pt x="76501" y="85"/>
                    <a:pt x="59889" y="15318"/>
                    <a:pt x="49993" y="37283"/>
                  </a:cubicBezTo>
                  <a:lnTo>
                    <a:pt x="49993" y="85"/>
                  </a:lnTo>
                  <a:lnTo>
                    <a:pt x="157" y="3982"/>
                  </a:lnTo>
                  <a:lnTo>
                    <a:pt x="157" y="14964"/>
                  </a:lnTo>
                  <a:cubicBezTo>
                    <a:pt x="24898" y="14964"/>
                    <a:pt x="27726" y="17444"/>
                    <a:pt x="27726" y="34803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2DD96716-5A7F-343F-B615-13AF6A8F052F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8447903" y="8756948"/>
              <a:ext cx="37465" cy="152691"/>
            </a:xfrm>
            <a:custGeom>
              <a:avLst/>
              <a:gdLst>
                <a:gd name="connsiteX0" fmla="*/ 37628 w 37465"/>
                <a:gd name="connsiteY0" fmla="*/ 18861 h 152691"/>
                <a:gd name="connsiteX1" fmla="*/ 18895 w 37465"/>
                <a:gd name="connsiteY1" fmla="*/ 85 h 152691"/>
                <a:gd name="connsiteX2" fmla="*/ 162 w 37465"/>
                <a:gd name="connsiteY2" fmla="*/ 18861 h 152691"/>
                <a:gd name="connsiteX3" fmla="*/ 18895 w 37465"/>
                <a:gd name="connsiteY3" fmla="*/ 37637 h 152691"/>
                <a:gd name="connsiteX4" fmla="*/ 37628 w 37465"/>
                <a:gd name="connsiteY4" fmla="*/ 18861 h 152691"/>
                <a:gd name="connsiteX5" fmla="*/ 37628 w 37465"/>
                <a:gd name="connsiteY5" fmla="*/ 133999 h 152691"/>
                <a:gd name="connsiteX6" fmla="*/ 18895 w 37465"/>
                <a:gd name="connsiteY6" fmla="*/ 115223 h 152691"/>
                <a:gd name="connsiteX7" fmla="*/ 162 w 37465"/>
                <a:gd name="connsiteY7" fmla="*/ 133999 h 152691"/>
                <a:gd name="connsiteX8" fmla="*/ 18895 w 37465"/>
                <a:gd name="connsiteY8" fmla="*/ 152776 h 152691"/>
                <a:gd name="connsiteX9" fmla="*/ 37628 w 37465"/>
                <a:gd name="connsiteY9" fmla="*/ 133999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65" h="152691">
                  <a:moveTo>
                    <a:pt x="37628" y="18861"/>
                  </a:moveTo>
                  <a:cubicBezTo>
                    <a:pt x="37628" y="8587"/>
                    <a:pt x="29145" y="85"/>
                    <a:pt x="18895" y="85"/>
                  </a:cubicBezTo>
                  <a:cubicBezTo>
                    <a:pt x="8645" y="85"/>
                    <a:pt x="162" y="8587"/>
                    <a:pt x="162" y="18861"/>
                  </a:cubicBezTo>
                  <a:cubicBezTo>
                    <a:pt x="162" y="29135"/>
                    <a:pt x="8645" y="37637"/>
                    <a:pt x="18895" y="37637"/>
                  </a:cubicBezTo>
                  <a:cubicBezTo>
                    <a:pt x="29145" y="37637"/>
                    <a:pt x="37628" y="29135"/>
                    <a:pt x="37628" y="18861"/>
                  </a:cubicBezTo>
                  <a:close/>
                  <a:moveTo>
                    <a:pt x="37628" y="133999"/>
                  </a:moveTo>
                  <a:cubicBezTo>
                    <a:pt x="37628" y="123725"/>
                    <a:pt x="29145" y="115223"/>
                    <a:pt x="18895" y="115223"/>
                  </a:cubicBezTo>
                  <a:cubicBezTo>
                    <a:pt x="8645" y="115223"/>
                    <a:pt x="162" y="123725"/>
                    <a:pt x="162" y="133999"/>
                  </a:cubicBezTo>
                  <a:cubicBezTo>
                    <a:pt x="162" y="144273"/>
                    <a:pt x="8645" y="152776"/>
                    <a:pt x="18895" y="152776"/>
                  </a:cubicBezTo>
                  <a:cubicBezTo>
                    <a:pt x="29145" y="152776"/>
                    <a:pt x="37628" y="144273"/>
                    <a:pt x="37628" y="133999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F25C5685-5127-B787-E7C5-7045EDF89E2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647991" y="8753051"/>
              <a:ext cx="137491" cy="160484"/>
            </a:xfrm>
            <a:custGeom>
              <a:avLst/>
              <a:gdLst>
                <a:gd name="connsiteX0" fmla="*/ 125642 w 137491"/>
                <a:gd name="connsiteY0" fmla="*/ 22050 h 160484"/>
                <a:gd name="connsiteX1" fmla="*/ 110091 w 137491"/>
                <a:gd name="connsiteY1" fmla="*/ 27009 h 160484"/>
                <a:gd name="connsiteX2" fmla="*/ 103728 w 137491"/>
                <a:gd name="connsiteY2" fmla="*/ 40826 h 160484"/>
                <a:gd name="connsiteX3" fmla="*/ 116806 w 137491"/>
                <a:gd name="connsiteY3" fmla="*/ 53225 h 160484"/>
                <a:gd name="connsiteX4" fmla="*/ 136599 w 137491"/>
                <a:gd name="connsiteY4" fmla="*/ 30552 h 160484"/>
                <a:gd name="connsiteX5" fmla="*/ 94892 w 137491"/>
                <a:gd name="connsiteY5" fmla="*/ 85 h 160484"/>
                <a:gd name="connsiteX6" fmla="*/ 168 w 137491"/>
                <a:gd name="connsiteY6" fmla="*/ 100698 h 160484"/>
                <a:gd name="connsiteX7" fmla="*/ 57427 w 137491"/>
                <a:gd name="connsiteY7" fmla="*/ 160570 h 160484"/>
                <a:gd name="connsiteX8" fmla="*/ 137659 w 137491"/>
                <a:gd name="connsiteY8" fmla="*/ 118766 h 160484"/>
                <a:gd name="connsiteX9" fmla="*/ 133418 w 137491"/>
                <a:gd name="connsiteY9" fmla="*/ 114160 h 160484"/>
                <a:gd name="connsiteX10" fmla="*/ 128823 w 137491"/>
                <a:gd name="connsiteY10" fmla="*/ 117703 h 160484"/>
                <a:gd name="connsiteX11" fmla="*/ 58134 w 137491"/>
                <a:gd name="connsiteY11" fmla="*/ 152776 h 160484"/>
                <a:gd name="connsiteX12" fmla="*/ 26323 w 137491"/>
                <a:gd name="connsiteY12" fmla="*/ 114160 h 160484"/>
                <a:gd name="connsiteX13" fmla="*/ 45410 w 137491"/>
                <a:gd name="connsiteY13" fmla="*/ 43306 h 160484"/>
                <a:gd name="connsiteX14" fmla="*/ 95246 w 137491"/>
                <a:gd name="connsiteY14" fmla="*/ 7879 h 160484"/>
                <a:gd name="connsiteX15" fmla="*/ 125642 w 137491"/>
                <a:gd name="connsiteY15" fmla="*/ 22050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491" h="160484">
                  <a:moveTo>
                    <a:pt x="125642" y="22050"/>
                  </a:moveTo>
                  <a:cubicBezTo>
                    <a:pt x="119987" y="22050"/>
                    <a:pt x="115039" y="22050"/>
                    <a:pt x="110091" y="27009"/>
                  </a:cubicBezTo>
                  <a:cubicBezTo>
                    <a:pt x="104435" y="32323"/>
                    <a:pt x="103728" y="38346"/>
                    <a:pt x="103728" y="40826"/>
                  </a:cubicBezTo>
                  <a:cubicBezTo>
                    <a:pt x="103728" y="49328"/>
                    <a:pt x="110091" y="53225"/>
                    <a:pt x="116806" y="53225"/>
                  </a:cubicBezTo>
                  <a:cubicBezTo>
                    <a:pt x="127056" y="53225"/>
                    <a:pt x="136599" y="44723"/>
                    <a:pt x="136599" y="30552"/>
                  </a:cubicBezTo>
                  <a:cubicBezTo>
                    <a:pt x="136599" y="13193"/>
                    <a:pt x="119987" y="85"/>
                    <a:pt x="94892" y="85"/>
                  </a:cubicBezTo>
                  <a:cubicBezTo>
                    <a:pt x="47177" y="85"/>
                    <a:pt x="168" y="50746"/>
                    <a:pt x="168" y="100698"/>
                  </a:cubicBezTo>
                  <a:cubicBezTo>
                    <a:pt x="168" y="132582"/>
                    <a:pt x="20668" y="160570"/>
                    <a:pt x="57427" y="160570"/>
                  </a:cubicBezTo>
                  <a:cubicBezTo>
                    <a:pt x="107970" y="160570"/>
                    <a:pt x="137659" y="123017"/>
                    <a:pt x="137659" y="118766"/>
                  </a:cubicBezTo>
                  <a:cubicBezTo>
                    <a:pt x="137659" y="116640"/>
                    <a:pt x="135539" y="114160"/>
                    <a:pt x="133418" y="114160"/>
                  </a:cubicBezTo>
                  <a:cubicBezTo>
                    <a:pt x="131651" y="114160"/>
                    <a:pt x="130944" y="114869"/>
                    <a:pt x="128823" y="117703"/>
                  </a:cubicBezTo>
                  <a:cubicBezTo>
                    <a:pt x="100901" y="152776"/>
                    <a:pt x="62375" y="152776"/>
                    <a:pt x="58134" y="152776"/>
                  </a:cubicBezTo>
                  <a:cubicBezTo>
                    <a:pt x="35867" y="152776"/>
                    <a:pt x="26323" y="135416"/>
                    <a:pt x="26323" y="114160"/>
                  </a:cubicBezTo>
                  <a:cubicBezTo>
                    <a:pt x="26323" y="99635"/>
                    <a:pt x="33392" y="65271"/>
                    <a:pt x="45410" y="43306"/>
                  </a:cubicBezTo>
                  <a:cubicBezTo>
                    <a:pt x="56366" y="23112"/>
                    <a:pt x="75806" y="7879"/>
                    <a:pt x="95246" y="7879"/>
                  </a:cubicBezTo>
                  <a:cubicBezTo>
                    <a:pt x="107263" y="7879"/>
                    <a:pt x="120694" y="12484"/>
                    <a:pt x="125642" y="22050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4B685C22-4E6F-5899-E9B2-D7DE17612617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8799322" y="8798114"/>
              <a:ext cx="114799" cy="169625"/>
            </a:xfrm>
            <a:custGeom>
              <a:avLst/>
              <a:gdLst>
                <a:gd name="connsiteX0" fmla="*/ 114972 w 114799"/>
                <a:gd name="connsiteY0" fmla="*/ 85643 h 169625"/>
                <a:gd name="connsiteX1" fmla="*/ 100375 w 114799"/>
                <a:gd name="connsiteY1" fmla="*/ 21413 h 169625"/>
                <a:gd name="connsiteX2" fmla="*/ 57573 w 114799"/>
                <a:gd name="connsiteY2" fmla="*/ 86 h 169625"/>
                <a:gd name="connsiteX3" fmla="*/ 173 w 114799"/>
                <a:gd name="connsiteY3" fmla="*/ 85643 h 169625"/>
                <a:gd name="connsiteX4" fmla="*/ 57573 w 114799"/>
                <a:gd name="connsiteY4" fmla="*/ 169711 h 169625"/>
                <a:gd name="connsiteX5" fmla="*/ 114972 w 114799"/>
                <a:gd name="connsiteY5" fmla="*/ 85643 h 169625"/>
                <a:gd name="connsiteX6" fmla="*/ 57573 w 114799"/>
                <a:gd name="connsiteY6" fmla="*/ 162768 h 169625"/>
                <a:gd name="connsiteX7" fmla="*/ 26151 w 114799"/>
                <a:gd name="connsiteY7" fmla="*/ 135737 h 169625"/>
                <a:gd name="connsiteX8" fmla="*/ 22687 w 114799"/>
                <a:gd name="connsiteY8" fmla="*/ 82419 h 169625"/>
                <a:gd name="connsiteX9" fmla="*/ 26398 w 114799"/>
                <a:gd name="connsiteY9" fmla="*/ 31829 h 169625"/>
                <a:gd name="connsiteX10" fmla="*/ 57573 w 114799"/>
                <a:gd name="connsiteY10" fmla="*/ 7030 h 169625"/>
                <a:gd name="connsiteX11" fmla="*/ 88252 w 114799"/>
                <a:gd name="connsiteY11" fmla="*/ 29597 h 169625"/>
                <a:gd name="connsiteX12" fmla="*/ 92458 w 114799"/>
                <a:gd name="connsiteY12" fmla="*/ 82419 h 169625"/>
                <a:gd name="connsiteX13" fmla="*/ 89241 w 114799"/>
                <a:gd name="connsiteY13" fmla="*/ 134745 h 169625"/>
                <a:gd name="connsiteX14" fmla="*/ 57573 w 114799"/>
                <a:gd name="connsiteY14" fmla="*/ 162768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799" h="169625">
                  <a:moveTo>
                    <a:pt x="114972" y="85643"/>
                  </a:moveTo>
                  <a:cubicBezTo>
                    <a:pt x="114972" y="58364"/>
                    <a:pt x="111756" y="38773"/>
                    <a:pt x="100375" y="21413"/>
                  </a:cubicBezTo>
                  <a:cubicBezTo>
                    <a:pt x="92705" y="10006"/>
                    <a:pt x="77366" y="86"/>
                    <a:pt x="57573" y="86"/>
                  </a:cubicBezTo>
                  <a:cubicBezTo>
                    <a:pt x="173" y="86"/>
                    <a:pt x="173" y="67787"/>
                    <a:pt x="173" y="85643"/>
                  </a:cubicBezTo>
                  <a:cubicBezTo>
                    <a:pt x="173" y="103498"/>
                    <a:pt x="173" y="169711"/>
                    <a:pt x="57573" y="169711"/>
                  </a:cubicBezTo>
                  <a:cubicBezTo>
                    <a:pt x="114972" y="169711"/>
                    <a:pt x="114972" y="103498"/>
                    <a:pt x="114972" y="85643"/>
                  </a:cubicBezTo>
                  <a:close/>
                  <a:moveTo>
                    <a:pt x="57573" y="162768"/>
                  </a:moveTo>
                  <a:cubicBezTo>
                    <a:pt x="46192" y="162768"/>
                    <a:pt x="31099" y="156072"/>
                    <a:pt x="26151" y="135737"/>
                  </a:cubicBezTo>
                  <a:cubicBezTo>
                    <a:pt x="22687" y="121105"/>
                    <a:pt x="22687" y="100770"/>
                    <a:pt x="22687" y="82419"/>
                  </a:cubicBezTo>
                  <a:cubicBezTo>
                    <a:pt x="22687" y="64316"/>
                    <a:pt x="22687" y="45468"/>
                    <a:pt x="26398" y="31829"/>
                  </a:cubicBezTo>
                  <a:cubicBezTo>
                    <a:pt x="31594" y="12238"/>
                    <a:pt x="47429" y="7030"/>
                    <a:pt x="57573" y="7030"/>
                  </a:cubicBezTo>
                  <a:cubicBezTo>
                    <a:pt x="70933" y="7030"/>
                    <a:pt x="83798" y="15214"/>
                    <a:pt x="88252" y="29597"/>
                  </a:cubicBezTo>
                  <a:cubicBezTo>
                    <a:pt x="92210" y="42988"/>
                    <a:pt x="92458" y="60844"/>
                    <a:pt x="92458" y="82419"/>
                  </a:cubicBezTo>
                  <a:cubicBezTo>
                    <a:pt x="92458" y="100770"/>
                    <a:pt x="92458" y="119121"/>
                    <a:pt x="89241" y="134745"/>
                  </a:cubicBezTo>
                  <a:cubicBezTo>
                    <a:pt x="84293" y="157312"/>
                    <a:pt x="67469" y="162768"/>
                    <a:pt x="57573" y="162768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128D0949-E896-98AF-30AB-BFD5F4314915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062988" y="8779621"/>
              <a:ext cx="235042" cy="82899"/>
            </a:xfrm>
            <a:custGeom>
              <a:avLst/>
              <a:gdLst>
                <a:gd name="connsiteX0" fmla="*/ 223205 w 235042"/>
                <a:gd name="connsiteY0" fmla="*/ 14256 h 82899"/>
                <a:gd name="connsiteX1" fmla="*/ 235223 w 235042"/>
                <a:gd name="connsiteY1" fmla="*/ 7170 h 82899"/>
                <a:gd name="connsiteX2" fmla="*/ 223559 w 235042"/>
                <a:gd name="connsiteY2" fmla="*/ 85 h 82899"/>
                <a:gd name="connsiteX3" fmla="*/ 11844 w 235042"/>
                <a:gd name="connsiteY3" fmla="*/ 85 h 82899"/>
                <a:gd name="connsiteX4" fmla="*/ 180 w 235042"/>
                <a:gd name="connsiteY4" fmla="*/ 7170 h 82899"/>
                <a:gd name="connsiteX5" fmla="*/ 12197 w 235042"/>
                <a:gd name="connsiteY5" fmla="*/ 14256 h 82899"/>
                <a:gd name="connsiteX6" fmla="*/ 223205 w 235042"/>
                <a:gd name="connsiteY6" fmla="*/ 14256 h 82899"/>
                <a:gd name="connsiteX7" fmla="*/ 223559 w 235042"/>
                <a:gd name="connsiteY7" fmla="*/ 82984 h 82899"/>
                <a:gd name="connsiteX8" fmla="*/ 235223 w 235042"/>
                <a:gd name="connsiteY8" fmla="*/ 75899 h 82899"/>
                <a:gd name="connsiteX9" fmla="*/ 223205 w 235042"/>
                <a:gd name="connsiteY9" fmla="*/ 68813 h 82899"/>
                <a:gd name="connsiteX10" fmla="*/ 12197 w 235042"/>
                <a:gd name="connsiteY10" fmla="*/ 68813 h 82899"/>
                <a:gd name="connsiteX11" fmla="*/ 180 w 235042"/>
                <a:gd name="connsiteY11" fmla="*/ 75899 h 82899"/>
                <a:gd name="connsiteX12" fmla="*/ 11844 w 235042"/>
                <a:gd name="connsiteY12" fmla="*/ 82984 h 82899"/>
                <a:gd name="connsiteX13" fmla="*/ 223559 w 235042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042" h="82899">
                  <a:moveTo>
                    <a:pt x="223205" y="14256"/>
                  </a:moveTo>
                  <a:cubicBezTo>
                    <a:pt x="228507" y="14256"/>
                    <a:pt x="235223" y="14256"/>
                    <a:pt x="235223" y="7170"/>
                  </a:cubicBezTo>
                  <a:cubicBezTo>
                    <a:pt x="235223" y="85"/>
                    <a:pt x="228507" y="85"/>
                    <a:pt x="223559" y="85"/>
                  </a:cubicBezTo>
                  <a:lnTo>
                    <a:pt x="11844" y="85"/>
                  </a:lnTo>
                  <a:cubicBezTo>
                    <a:pt x="6895" y="85"/>
                    <a:pt x="180" y="85"/>
                    <a:pt x="180" y="7170"/>
                  </a:cubicBezTo>
                  <a:cubicBezTo>
                    <a:pt x="180" y="14256"/>
                    <a:pt x="6895" y="14256"/>
                    <a:pt x="12197" y="14256"/>
                  </a:cubicBezTo>
                  <a:lnTo>
                    <a:pt x="223205" y="14256"/>
                  </a:lnTo>
                  <a:close/>
                  <a:moveTo>
                    <a:pt x="223559" y="82984"/>
                  </a:moveTo>
                  <a:cubicBezTo>
                    <a:pt x="228507" y="82984"/>
                    <a:pt x="235223" y="82984"/>
                    <a:pt x="235223" y="75899"/>
                  </a:cubicBezTo>
                  <a:cubicBezTo>
                    <a:pt x="235223" y="68813"/>
                    <a:pt x="228507" y="68813"/>
                    <a:pt x="223205" y="68813"/>
                  </a:cubicBezTo>
                  <a:lnTo>
                    <a:pt x="12197" y="68813"/>
                  </a:lnTo>
                  <a:cubicBezTo>
                    <a:pt x="6895" y="68813"/>
                    <a:pt x="180" y="68813"/>
                    <a:pt x="180" y="75899"/>
                  </a:cubicBezTo>
                  <a:cubicBezTo>
                    <a:pt x="180" y="82984"/>
                    <a:pt x="6895" y="82984"/>
                    <a:pt x="11844" y="82984"/>
                  </a:cubicBezTo>
                  <a:lnTo>
                    <a:pt x="223559" y="82984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D0AEFC68-2987-4C11-37A1-1809488E85F1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9445614" y="8813986"/>
              <a:ext cx="215956" cy="14170"/>
            </a:xfrm>
            <a:custGeom>
              <a:avLst/>
              <a:gdLst>
                <a:gd name="connsiteX0" fmla="*/ 203776 w 215956"/>
                <a:gd name="connsiteY0" fmla="*/ 14256 h 14170"/>
                <a:gd name="connsiteX1" fmla="*/ 216147 w 215956"/>
                <a:gd name="connsiteY1" fmla="*/ 7170 h 14170"/>
                <a:gd name="connsiteX2" fmla="*/ 203776 w 215956"/>
                <a:gd name="connsiteY2" fmla="*/ 85 h 14170"/>
                <a:gd name="connsiteX3" fmla="*/ 12561 w 215956"/>
                <a:gd name="connsiteY3" fmla="*/ 85 h 14170"/>
                <a:gd name="connsiteX4" fmla="*/ 190 w 215956"/>
                <a:gd name="connsiteY4" fmla="*/ 7170 h 14170"/>
                <a:gd name="connsiteX5" fmla="*/ 12561 w 215956"/>
                <a:gd name="connsiteY5" fmla="*/ 14256 h 14170"/>
                <a:gd name="connsiteX6" fmla="*/ 203776 w 215956"/>
                <a:gd name="connsiteY6" fmla="*/ 14256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56" h="14170">
                  <a:moveTo>
                    <a:pt x="203776" y="14256"/>
                  </a:moveTo>
                  <a:cubicBezTo>
                    <a:pt x="209785" y="14256"/>
                    <a:pt x="216147" y="14256"/>
                    <a:pt x="216147" y="7170"/>
                  </a:cubicBezTo>
                  <a:cubicBezTo>
                    <a:pt x="216147" y="85"/>
                    <a:pt x="209785" y="85"/>
                    <a:pt x="203776" y="85"/>
                  </a:cubicBezTo>
                  <a:lnTo>
                    <a:pt x="12561" y="85"/>
                  </a:lnTo>
                  <a:cubicBezTo>
                    <a:pt x="6552" y="85"/>
                    <a:pt x="190" y="85"/>
                    <a:pt x="190" y="7170"/>
                  </a:cubicBezTo>
                  <a:cubicBezTo>
                    <a:pt x="190" y="14256"/>
                    <a:pt x="6552" y="14256"/>
                    <a:pt x="12561" y="14256"/>
                  </a:cubicBezTo>
                  <a:lnTo>
                    <a:pt x="203776" y="14256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752FE086-5029-0687-B231-769ACE01AD61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9704967" y="8673694"/>
              <a:ext cx="148801" cy="243738"/>
            </a:xfrm>
            <a:custGeom>
              <a:avLst/>
              <a:gdLst>
                <a:gd name="connsiteX0" fmla="*/ 149000 w 148801"/>
                <a:gd name="connsiteY0" fmla="*/ 122663 h 243738"/>
                <a:gd name="connsiteX1" fmla="*/ 134862 w 148801"/>
                <a:gd name="connsiteY1" fmla="*/ 39763 h 243738"/>
                <a:gd name="connsiteX2" fmla="*/ 74776 w 148801"/>
                <a:gd name="connsiteY2" fmla="*/ 85 h 243738"/>
                <a:gd name="connsiteX3" fmla="*/ 13276 w 148801"/>
                <a:gd name="connsiteY3" fmla="*/ 42243 h 243738"/>
                <a:gd name="connsiteX4" fmla="*/ 198 w 148801"/>
                <a:gd name="connsiteY4" fmla="*/ 122663 h 243738"/>
                <a:gd name="connsiteX5" fmla="*/ 16103 w 148801"/>
                <a:gd name="connsiteY5" fmla="*/ 208042 h 243738"/>
                <a:gd name="connsiteX6" fmla="*/ 74422 w 148801"/>
                <a:gd name="connsiteY6" fmla="*/ 243823 h 243738"/>
                <a:gd name="connsiteX7" fmla="*/ 135922 w 148801"/>
                <a:gd name="connsiteY7" fmla="*/ 202728 h 243738"/>
                <a:gd name="connsiteX8" fmla="*/ 149000 w 148801"/>
                <a:gd name="connsiteY8" fmla="*/ 122663 h 243738"/>
                <a:gd name="connsiteX9" fmla="*/ 74422 w 148801"/>
                <a:gd name="connsiteY9" fmla="*/ 236029 h 243738"/>
                <a:gd name="connsiteX10" fmla="*/ 33422 w 148801"/>
                <a:gd name="connsiteY10" fmla="*/ 193163 h 243738"/>
                <a:gd name="connsiteX11" fmla="*/ 29534 w 148801"/>
                <a:gd name="connsiteY11" fmla="*/ 118411 h 243738"/>
                <a:gd name="connsiteX12" fmla="*/ 32362 w 148801"/>
                <a:gd name="connsiteY12" fmla="*/ 53225 h 243738"/>
                <a:gd name="connsiteX13" fmla="*/ 74422 w 148801"/>
                <a:gd name="connsiteY13" fmla="*/ 7879 h 243738"/>
                <a:gd name="connsiteX14" fmla="*/ 116129 w 148801"/>
                <a:gd name="connsiteY14" fmla="*/ 49328 h 243738"/>
                <a:gd name="connsiteX15" fmla="*/ 119663 w 148801"/>
                <a:gd name="connsiteY15" fmla="*/ 118411 h 243738"/>
                <a:gd name="connsiteX16" fmla="*/ 115775 w 148801"/>
                <a:gd name="connsiteY16" fmla="*/ 191746 h 243738"/>
                <a:gd name="connsiteX17" fmla="*/ 74422 w 148801"/>
                <a:gd name="connsiteY17" fmla="*/ 236029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801" h="243738">
                  <a:moveTo>
                    <a:pt x="149000" y="122663"/>
                  </a:moveTo>
                  <a:cubicBezTo>
                    <a:pt x="149000" y="94321"/>
                    <a:pt x="147232" y="65979"/>
                    <a:pt x="134862" y="39763"/>
                  </a:cubicBezTo>
                  <a:cubicBezTo>
                    <a:pt x="118603" y="5753"/>
                    <a:pt x="89620" y="85"/>
                    <a:pt x="74776" y="85"/>
                  </a:cubicBezTo>
                  <a:cubicBezTo>
                    <a:pt x="53569" y="85"/>
                    <a:pt x="27767" y="9296"/>
                    <a:pt x="13276" y="42243"/>
                  </a:cubicBezTo>
                  <a:cubicBezTo>
                    <a:pt x="1965" y="66688"/>
                    <a:pt x="198" y="94321"/>
                    <a:pt x="198" y="122663"/>
                  </a:cubicBezTo>
                  <a:cubicBezTo>
                    <a:pt x="198" y="149233"/>
                    <a:pt x="1612" y="181117"/>
                    <a:pt x="16103" y="208042"/>
                  </a:cubicBezTo>
                  <a:cubicBezTo>
                    <a:pt x="31301" y="236738"/>
                    <a:pt x="57103" y="243823"/>
                    <a:pt x="74422" y="243823"/>
                  </a:cubicBezTo>
                  <a:cubicBezTo>
                    <a:pt x="93508" y="243823"/>
                    <a:pt x="120370" y="236384"/>
                    <a:pt x="135922" y="202728"/>
                  </a:cubicBezTo>
                  <a:cubicBezTo>
                    <a:pt x="147232" y="178283"/>
                    <a:pt x="149000" y="150650"/>
                    <a:pt x="149000" y="122663"/>
                  </a:cubicBezTo>
                  <a:close/>
                  <a:moveTo>
                    <a:pt x="74422" y="236029"/>
                  </a:moveTo>
                  <a:cubicBezTo>
                    <a:pt x="60638" y="236029"/>
                    <a:pt x="39784" y="227173"/>
                    <a:pt x="33422" y="193163"/>
                  </a:cubicBezTo>
                  <a:cubicBezTo>
                    <a:pt x="29534" y="171906"/>
                    <a:pt x="29534" y="139313"/>
                    <a:pt x="29534" y="118411"/>
                  </a:cubicBezTo>
                  <a:cubicBezTo>
                    <a:pt x="29534" y="95738"/>
                    <a:pt x="29534" y="72356"/>
                    <a:pt x="32362" y="53225"/>
                  </a:cubicBezTo>
                  <a:cubicBezTo>
                    <a:pt x="39077" y="11067"/>
                    <a:pt x="65586" y="7879"/>
                    <a:pt x="74422" y="7879"/>
                  </a:cubicBezTo>
                  <a:cubicBezTo>
                    <a:pt x="86086" y="7879"/>
                    <a:pt x="109413" y="14256"/>
                    <a:pt x="116129" y="49328"/>
                  </a:cubicBezTo>
                  <a:cubicBezTo>
                    <a:pt x="119663" y="69168"/>
                    <a:pt x="119663" y="96092"/>
                    <a:pt x="119663" y="118411"/>
                  </a:cubicBezTo>
                  <a:cubicBezTo>
                    <a:pt x="119663" y="144982"/>
                    <a:pt x="119663" y="169072"/>
                    <a:pt x="115775" y="191746"/>
                  </a:cubicBezTo>
                  <a:cubicBezTo>
                    <a:pt x="110474" y="225401"/>
                    <a:pt x="90327" y="236029"/>
                    <a:pt x="74422" y="236029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40440274-FD20-ABB4-DC8D-60BFA79FAB27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9898303" y="8872086"/>
              <a:ext cx="37465" cy="37552"/>
            </a:xfrm>
            <a:custGeom>
              <a:avLst/>
              <a:gdLst>
                <a:gd name="connsiteX0" fmla="*/ 37669 w 37465"/>
                <a:gd name="connsiteY0" fmla="*/ 18861 h 37552"/>
                <a:gd name="connsiteX1" fmla="*/ 18936 w 37465"/>
                <a:gd name="connsiteY1" fmla="*/ 85 h 37552"/>
                <a:gd name="connsiteX2" fmla="*/ 203 w 37465"/>
                <a:gd name="connsiteY2" fmla="*/ 18861 h 37552"/>
                <a:gd name="connsiteX3" fmla="*/ 18936 w 37465"/>
                <a:gd name="connsiteY3" fmla="*/ 37637 h 37552"/>
                <a:gd name="connsiteX4" fmla="*/ 37669 w 37465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" h="37552">
                  <a:moveTo>
                    <a:pt x="37669" y="18861"/>
                  </a:moveTo>
                  <a:cubicBezTo>
                    <a:pt x="37669" y="8587"/>
                    <a:pt x="29186" y="85"/>
                    <a:pt x="18936" y="85"/>
                  </a:cubicBezTo>
                  <a:cubicBezTo>
                    <a:pt x="8686" y="85"/>
                    <a:pt x="203" y="8587"/>
                    <a:pt x="203" y="18861"/>
                  </a:cubicBezTo>
                  <a:cubicBezTo>
                    <a:pt x="203" y="29135"/>
                    <a:pt x="8686" y="37637"/>
                    <a:pt x="18936" y="37637"/>
                  </a:cubicBezTo>
                  <a:cubicBezTo>
                    <a:pt x="29186" y="37637"/>
                    <a:pt x="37669" y="29135"/>
                    <a:pt x="37669" y="18861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DF892E63-25F2-1BA6-D65E-990754F5AAE0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9980932" y="8673694"/>
              <a:ext cx="146680" cy="243738"/>
            </a:xfrm>
            <a:custGeom>
              <a:avLst/>
              <a:gdLst>
                <a:gd name="connsiteX0" fmla="*/ 32016 w 146680"/>
                <a:gd name="connsiteY0" fmla="*/ 119828 h 243738"/>
                <a:gd name="connsiteX1" fmla="*/ 32016 w 146680"/>
                <a:gd name="connsiteY1" fmla="*/ 111326 h 243738"/>
                <a:gd name="connsiteX2" fmla="*/ 93870 w 146680"/>
                <a:gd name="connsiteY2" fmla="*/ 8941 h 243738"/>
                <a:gd name="connsiteX3" fmla="*/ 124973 w 146680"/>
                <a:gd name="connsiteY3" fmla="*/ 23112 h 243738"/>
                <a:gd name="connsiteX4" fmla="*/ 105533 w 146680"/>
                <a:gd name="connsiteY4" fmla="*/ 39055 h 243738"/>
                <a:gd name="connsiteX5" fmla="*/ 121792 w 146680"/>
                <a:gd name="connsiteY5" fmla="*/ 55351 h 243738"/>
                <a:gd name="connsiteX6" fmla="*/ 138050 w 146680"/>
                <a:gd name="connsiteY6" fmla="*/ 38346 h 243738"/>
                <a:gd name="connsiteX7" fmla="*/ 93163 w 146680"/>
                <a:gd name="connsiteY7" fmla="*/ 85 h 243738"/>
                <a:gd name="connsiteX8" fmla="*/ 206 w 146680"/>
                <a:gd name="connsiteY8" fmla="*/ 124080 h 243738"/>
                <a:gd name="connsiteX9" fmla="*/ 74076 w 146680"/>
                <a:gd name="connsiteY9" fmla="*/ 243823 h 243738"/>
                <a:gd name="connsiteX10" fmla="*/ 146887 w 146680"/>
                <a:gd name="connsiteY10" fmla="*/ 163758 h 243738"/>
                <a:gd name="connsiteX11" fmla="*/ 76197 w 146680"/>
                <a:gd name="connsiteY11" fmla="*/ 84756 h 243738"/>
                <a:gd name="connsiteX12" fmla="*/ 32016 w 146680"/>
                <a:gd name="connsiteY12" fmla="*/ 119828 h 243738"/>
                <a:gd name="connsiteX13" fmla="*/ 74076 w 146680"/>
                <a:gd name="connsiteY13" fmla="*/ 233904 h 243738"/>
                <a:gd name="connsiteX14" fmla="*/ 39085 w 146680"/>
                <a:gd name="connsiteY14" fmla="*/ 207333 h 243738"/>
                <a:gd name="connsiteX15" fmla="*/ 32723 w 146680"/>
                <a:gd name="connsiteY15" fmla="*/ 155964 h 243738"/>
                <a:gd name="connsiteX16" fmla="*/ 75844 w 146680"/>
                <a:gd name="connsiteY16" fmla="*/ 92904 h 243738"/>
                <a:gd name="connsiteX17" fmla="*/ 108714 w 146680"/>
                <a:gd name="connsiteY17" fmla="*/ 114869 h 243738"/>
                <a:gd name="connsiteX18" fmla="*/ 115076 w 146680"/>
                <a:gd name="connsiteY18" fmla="*/ 163404 h 243738"/>
                <a:gd name="connsiteX19" fmla="*/ 109068 w 146680"/>
                <a:gd name="connsiteY19" fmla="*/ 210876 h 243738"/>
                <a:gd name="connsiteX20" fmla="*/ 74076 w 146680"/>
                <a:gd name="connsiteY20" fmla="*/ 233904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6680" h="243738">
                  <a:moveTo>
                    <a:pt x="32016" y="119828"/>
                  </a:moveTo>
                  <a:lnTo>
                    <a:pt x="32016" y="111326"/>
                  </a:lnTo>
                  <a:cubicBezTo>
                    <a:pt x="32016" y="21695"/>
                    <a:pt x="75844" y="8941"/>
                    <a:pt x="93870" y="8941"/>
                  </a:cubicBezTo>
                  <a:cubicBezTo>
                    <a:pt x="102352" y="8941"/>
                    <a:pt x="117197" y="11067"/>
                    <a:pt x="124973" y="23112"/>
                  </a:cubicBezTo>
                  <a:cubicBezTo>
                    <a:pt x="119671" y="23112"/>
                    <a:pt x="105533" y="23112"/>
                    <a:pt x="105533" y="39055"/>
                  </a:cubicBezTo>
                  <a:cubicBezTo>
                    <a:pt x="105533" y="50037"/>
                    <a:pt x="114016" y="55351"/>
                    <a:pt x="121792" y="55351"/>
                  </a:cubicBezTo>
                  <a:cubicBezTo>
                    <a:pt x="127447" y="55351"/>
                    <a:pt x="138050" y="52163"/>
                    <a:pt x="138050" y="38346"/>
                  </a:cubicBezTo>
                  <a:cubicBezTo>
                    <a:pt x="138050" y="17090"/>
                    <a:pt x="122499" y="85"/>
                    <a:pt x="93163" y="85"/>
                  </a:cubicBezTo>
                  <a:cubicBezTo>
                    <a:pt x="47921" y="85"/>
                    <a:pt x="206" y="45786"/>
                    <a:pt x="206" y="124080"/>
                  </a:cubicBezTo>
                  <a:cubicBezTo>
                    <a:pt x="206" y="218670"/>
                    <a:pt x="41206" y="243823"/>
                    <a:pt x="74076" y="243823"/>
                  </a:cubicBezTo>
                  <a:cubicBezTo>
                    <a:pt x="113309" y="243823"/>
                    <a:pt x="146887" y="210522"/>
                    <a:pt x="146887" y="163758"/>
                  </a:cubicBezTo>
                  <a:cubicBezTo>
                    <a:pt x="146887" y="118766"/>
                    <a:pt x="115430" y="84756"/>
                    <a:pt x="76197" y="84756"/>
                  </a:cubicBezTo>
                  <a:cubicBezTo>
                    <a:pt x="52163" y="84756"/>
                    <a:pt x="39085" y="102823"/>
                    <a:pt x="32016" y="119828"/>
                  </a:cubicBezTo>
                  <a:close/>
                  <a:moveTo>
                    <a:pt x="74076" y="233904"/>
                  </a:moveTo>
                  <a:cubicBezTo>
                    <a:pt x="51809" y="233904"/>
                    <a:pt x="41206" y="212648"/>
                    <a:pt x="39085" y="207333"/>
                  </a:cubicBezTo>
                  <a:cubicBezTo>
                    <a:pt x="32723" y="190683"/>
                    <a:pt x="32723" y="162341"/>
                    <a:pt x="32723" y="155964"/>
                  </a:cubicBezTo>
                  <a:cubicBezTo>
                    <a:pt x="32723" y="128331"/>
                    <a:pt x="44033" y="92904"/>
                    <a:pt x="75844" y="92904"/>
                  </a:cubicBezTo>
                  <a:cubicBezTo>
                    <a:pt x="81499" y="92904"/>
                    <a:pt x="97757" y="92904"/>
                    <a:pt x="108714" y="114869"/>
                  </a:cubicBezTo>
                  <a:cubicBezTo>
                    <a:pt x="115076" y="127977"/>
                    <a:pt x="115076" y="146045"/>
                    <a:pt x="115076" y="163404"/>
                  </a:cubicBezTo>
                  <a:cubicBezTo>
                    <a:pt x="115076" y="180409"/>
                    <a:pt x="115076" y="198122"/>
                    <a:pt x="109068" y="210876"/>
                  </a:cubicBezTo>
                  <a:cubicBezTo>
                    <a:pt x="98464" y="232133"/>
                    <a:pt x="82206" y="233904"/>
                    <a:pt x="74076" y="233904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8DF334AD-FF08-B7D4-A345-BFAC5C38FAFF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157656" y="8673694"/>
              <a:ext cx="146680" cy="243738"/>
            </a:xfrm>
            <a:custGeom>
              <a:avLst/>
              <a:gdLst>
                <a:gd name="connsiteX0" fmla="*/ 115081 w 146680"/>
                <a:gd name="connsiteY0" fmla="*/ 123371 h 243738"/>
                <a:gd name="connsiteX1" fmla="*/ 115081 w 146680"/>
                <a:gd name="connsiteY1" fmla="*/ 134708 h 243738"/>
                <a:gd name="connsiteX2" fmla="*/ 57823 w 146680"/>
                <a:gd name="connsiteY2" fmla="*/ 233904 h 243738"/>
                <a:gd name="connsiteX3" fmla="*/ 23185 w 146680"/>
                <a:gd name="connsiteY3" fmla="*/ 221150 h 243738"/>
                <a:gd name="connsiteX4" fmla="*/ 41564 w 146680"/>
                <a:gd name="connsiteY4" fmla="*/ 204854 h 243738"/>
                <a:gd name="connsiteX5" fmla="*/ 25306 w 146680"/>
                <a:gd name="connsiteY5" fmla="*/ 188557 h 243738"/>
                <a:gd name="connsiteX6" fmla="*/ 9047 w 146680"/>
                <a:gd name="connsiteY6" fmla="*/ 205562 h 243738"/>
                <a:gd name="connsiteX7" fmla="*/ 58176 w 146680"/>
                <a:gd name="connsiteY7" fmla="*/ 243823 h 243738"/>
                <a:gd name="connsiteX8" fmla="*/ 146892 w 146680"/>
                <a:gd name="connsiteY8" fmla="*/ 119474 h 243738"/>
                <a:gd name="connsiteX9" fmla="*/ 74788 w 146680"/>
                <a:gd name="connsiteY9" fmla="*/ 85 h 243738"/>
                <a:gd name="connsiteX10" fmla="*/ 22831 w 146680"/>
                <a:gd name="connsiteY10" fmla="*/ 22404 h 243738"/>
                <a:gd name="connsiteX11" fmla="*/ 211 w 146680"/>
                <a:gd name="connsiteY11" fmla="*/ 79796 h 243738"/>
                <a:gd name="connsiteX12" fmla="*/ 70900 w 146680"/>
                <a:gd name="connsiteY12" fmla="*/ 158798 h 243738"/>
                <a:gd name="connsiteX13" fmla="*/ 115081 w 146680"/>
                <a:gd name="connsiteY13" fmla="*/ 123371 h 243738"/>
                <a:gd name="connsiteX14" fmla="*/ 71254 w 146680"/>
                <a:gd name="connsiteY14" fmla="*/ 150650 h 243738"/>
                <a:gd name="connsiteX15" fmla="*/ 38383 w 146680"/>
                <a:gd name="connsiteY15" fmla="*/ 128331 h 243738"/>
                <a:gd name="connsiteX16" fmla="*/ 32021 w 146680"/>
                <a:gd name="connsiteY16" fmla="*/ 80150 h 243738"/>
                <a:gd name="connsiteX17" fmla="*/ 39444 w 146680"/>
                <a:gd name="connsiteY17" fmla="*/ 31261 h 243738"/>
                <a:gd name="connsiteX18" fmla="*/ 74788 w 146680"/>
                <a:gd name="connsiteY18" fmla="*/ 8941 h 243738"/>
                <a:gd name="connsiteX19" fmla="*/ 108719 w 146680"/>
                <a:gd name="connsiteY19" fmla="*/ 36929 h 243738"/>
                <a:gd name="connsiteX20" fmla="*/ 114374 w 146680"/>
                <a:gd name="connsiteY20" fmla="*/ 86881 h 243738"/>
                <a:gd name="connsiteX21" fmla="*/ 71254 w 146680"/>
                <a:gd name="connsiteY21" fmla="*/ 15065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680" h="243738">
                  <a:moveTo>
                    <a:pt x="115081" y="123371"/>
                  </a:moveTo>
                  <a:lnTo>
                    <a:pt x="115081" y="134708"/>
                  </a:lnTo>
                  <a:cubicBezTo>
                    <a:pt x="115081" y="217607"/>
                    <a:pt x="78323" y="233904"/>
                    <a:pt x="57823" y="233904"/>
                  </a:cubicBezTo>
                  <a:cubicBezTo>
                    <a:pt x="51814" y="233904"/>
                    <a:pt x="32728" y="233195"/>
                    <a:pt x="23185" y="221150"/>
                  </a:cubicBezTo>
                  <a:cubicBezTo>
                    <a:pt x="38737" y="221150"/>
                    <a:pt x="41564" y="210876"/>
                    <a:pt x="41564" y="204854"/>
                  </a:cubicBezTo>
                  <a:cubicBezTo>
                    <a:pt x="41564" y="193871"/>
                    <a:pt x="33081" y="188557"/>
                    <a:pt x="25306" y="188557"/>
                  </a:cubicBezTo>
                  <a:cubicBezTo>
                    <a:pt x="19650" y="188557"/>
                    <a:pt x="9047" y="191746"/>
                    <a:pt x="9047" y="205562"/>
                  </a:cubicBezTo>
                  <a:cubicBezTo>
                    <a:pt x="9047" y="229298"/>
                    <a:pt x="28133" y="243823"/>
                    <a:pt x="58176" y="243823"/>
                  </a:cubicBezTo>
                  <a:cubicBezTo>
                    <a:pt x="103771" y="243823"/>
                    <a:pt x="146892" y="195643"/>
                    <a:pt x="146892" y="119474"/>
                  </a:cubicBezTo>
                  <a:cubicBezTo>
                    <a:pt x="146892" y="24175"/>
                    <a:pt x="106245" y="85"/>
                    <a:pt x="74788" y="85"/>
                  </a:cubicBezTo>
                  <a:cubicBezTo>
                    <a:pt x="55349" y="85"/>
                    <a:pt x="38030" y="6462"/>
                    <a:pt x="22831" y="22404"/>
                  </a:cubicBezTo>
                  <a:cubicBezTo>
                    <a:pt x="8340" y="38346"/>
                    <a:pt x="211" y="53225"/>
                    <a:pt x="211" y="79796"/>
                  </a:cubicBezTo>
                  <a:cubicBezTo>
                    <a:pt x="211" y="124080"/>
                    <a:pt x="31314" y="158798"/>
                    <a:pt x="70900" y="158798"/>
                  </a:cubicBezTo>
                  <a:cubicBezTo>
                    <a:pt x="92461" y="158798"/>
                    <a:pt x="106952" y="143919"/>
                    <a:pt x="115081" y="123371"/>
                  </a:cubicBezTo>
                  <a:close/>
                  <a:moveTo>
                    <a:pt x="71254" y="150650"/>
                  </a:moveTo>
                  <a:cubicBezTo>
                    <a:pt x="65599" y="150650"/>
                    <a:pt x="49340" y="150650"/>
                    <a:pt x="38383" y="128331"/>
                  </a:cubicBezTo>
                  <a:cubicBezTo>
                    <a:pt x="32021" y="115223"/>
                    <a:pt x="32021" y="97509"/>
                    <a:pt x="32021" y="80150"/>
                  </a:cubicBezTo>
                  <a:cubicBezTo>
                    <a:pt x="32021" y="61019"/>
                    <a:pt x="32021" y="44369"/>
                    <a:pt x="39444" y="31261"/>
                  </a:cubicBezTo>
                  <a:cubicBezTo>
                    <a:pt x="48987" y="13547"/>
                    <a:pt x="62418" y="8941"/>
                    <a:pt x="74788" y="8941"/>
                  </a:cubicBezTo>
                  <a:cubicBezTo>
                    <a:pt x="91047" y="8941"/>
                    <a:pt x="102711" y="20987"/>
                    <a:pt x="108719" y="36929"/>
                  </a:cubicBezTo>
                  <a:cubicBezTo>
                    <a:pt x="112961" y="48266"/>
                    <a:pt x="114374" y="70585"/>
                    <a:pt x="114374" y="86881"/>
                  </a:cubicBezTo>
                  <a:cubicBezTo>
                    <a:pt x="114374" y="116286"/>
                    <a:pt x="102357" y="150650"/>
                    <a:pt x="71254" y="150650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6B26B2E-A828-BCF4-AD3D-6B15AF0FE75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0334381" y="8673694"/>
              <a:ext cx="146680" cy="243738"/>
            </a:xfrm>
            <a:custGeom>
              <a:avLst/>
              <a:gdLst>
                <a:gd name="connsiteX0" fmla="*/ 32026 w 146680"/>
                <a:gd name="connsiteY0" fmla="*/ 119828 h 243738"/>
                <a:gd name="connsiteX1" fmla="*/ 32026 w 146680"/>
                <a:gd name="connsiteY1" fmla="*/ 111326 h 243738"/>
                <a:gd name="connsiteX2" fmla="*/ 93879 w 146680"/>
                <a:gd name="connsiteY2" fmla="*/ 8941 h 243738"/>
                <a:gd name="connsiteX3" fmla="*/ 124983 w 146680"/>
                <a:gd name="connsiteY3" fmla="*/ 23112 h 243738"/>
                <a:gd name="connsiteX4" fmla="*/ 105543 w 146680"/>
                <a:gd name="connsiteY4" fmla="*/ 39055 h 243738"/>
                <a:gd name="connsiteX5" fmla="*/ 121802 w 146680"/>
                <a:gd name="connsiteY5" fmla="*/ 55351 h 243738"/>
                <a:gd name="connsiteX6" fmla="*/ 138060 w 146680"/>
                <a:gd name="connsiteY6" fmla="*/ 38346 h 243738"/>
                <a:gd name="connsiteX7" fmla="*/ 93173 w 146680"/>
                <a:gd name="connsiteY7" fmla="*/ 85 h 243738"/>
                <a:gd name="connsiteX8" fmla="*/ 216 w 146680"/>
                <a:gd name="connsiteY8" fmla="*/ 124080 h 243738"/>
                <a:gd name="connsiteX9" fmla="*/ 74086 w 146680"/>
                <a:gd name="connsiteY9" fmla="*/ 243823 h 243738"/>
                <a:gd name="connsiteX10" fmla="*/ 146897 w 146680"/>
                <a:gd name="connsiteY10" fmla="*/ 163758 h 243738"/>
                <a:gd name="connsiteX11" fmla="*/ 76207 w 146680"/>
                <a:gd name="connsiteY11" fmla="*/ 84756 h 243738"/>
                <a:gd name="connsiteX12" fmla="*/ 32026 w 146680"/>
                <a:gd name="connsiteY12" fmla="*/ 119828 h 243738"/>
                <a:gd name="connsiteX13" fmla="*/ 74086 w 146680"/>
                <a:gd name="connsiteY13" fmla="*/ 233904 h 243738"/>
                <a:gd name="connsiteX14" fmla="*/ 39095 w 146680"/>
                <a:gd name="connsiteY14" fmla="*/ 207333 h 243738"/>
                <a:gd name="connsiteX15" fmla="*/ 32733 w 146680"/>
                <a:gd name="connsiteY15" fmla="*/ 155964 h 243738"/>
                <a:gd name="connsiteX16" fmla="*/ 75854 w 146680"/>
                <a:gd name="connsiteY16" fmla="*/ 92904 h 243738"/>
                <a:gd name="connsiteX17" fmla="*/ 108724 w 146680"/>
                <a:gd name="connsiteY17" fmla="*/ 114869 h 243738"/>
                <a:gd name="connsiteX18" fmla="*/ 115086 w 146680"/>
                <a:gd name="connsiteY18" fmla="*/ 163404 h 243738"/>
                <a:gd name="connsiteX19" fmla="*/ 109078 w 146680"/>
                <a:gd name="connsiteY19" fmla="*/ 210876 h 243738"/>
                <a:gd name="connsiteX20" fmla="*/ 74086 w 146680"/>
                <a:gd name="connsiteY20" fmla="*/ 233904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6680" h="243738">
                  <a:moveTo>
                    <a:pt x="32026" y="119828"/>
                  </a:moveTo>
                  <a:lnTo>
                    <a:pt x="32026" y="111326"/>
                  </a:lnTo>
                  <a:cubicBezTo>
                    <a:pt x="32026" y="21695"/>
                    <a:pt x="75854" y="8941"/>
                    <a:pt x="93879" y="8941"/>
                  </a:cubicBezTo>
                  <a:cubicBezTo>
                    <a:pt x="102362" y="8941"/>
                    <a:pt x="117207" y="11067"/>
                    <a:pt x="124983" y="23112"/>
                  </a:cubicBezTo>
                  <a:cubicBezTo>
                    <a:pt x="119681" y="23112"/>
                    <a:pt x="105543" y="23112"/>
                    <a:pt x="105543" y="39055"/>
                  </a:cubicBezTo>
                  <a:cubicBezTo>
                    <a:pt x="105543" y="50037"/>
                    <a:pt x="114026" y="55351"/>
                    <a:pt x="121802" y="55351"/>
                  </a:cubicBezTo>
                  <a:cubicBezTo>
                    <a:pt x="127457" y="55351"/>
                    <a:pt x="138060" y="52163"/>
                    <a:pt x="138060" y="38346"/>
                  </a:cubicBezTo>
                  <a:cubicBezTo>
                    <a:pt x="138060" y="17090"/>
                    <a:pt x="122509" y="85"/>
                    <a:pt x="93173" y="85"/>
                  </a:cubicBezTo>
                  <a:cubicBezTo>
                    <a:pt x="47931" y="85"/>
                    <a:pt x="216" y="45786"/>
                    <a:pt x="216" y="124080"/>
                  </a:cubicBezTo>
                  <a:cubicBezTo>
                    <a:pt x="216" y="218670"/>
                    <a:pt x="41216" y="243823"/>
                    <a:pt x="74086" y="243823"/>
                  </a:cubicBezTo>
                  <a:cubicBezTo>
                    <a:pt x="113319" y="243823"/>
                    <a:pt x="146897" y="210522"/>
                    <a:pt x="146897" y="163758"/>
                  </a:cubicBezTo>
                  <a:cubicBezTo>
                    <a:pt x="146897" y="118766"/>
                    <a:pt x="115440" y="84756"/>
                    <a:pt x="76207" y="84756"/>
                  </a:cubicBezTo>
                  <a:cubicBezTo>
                    <a:pt x="52173" y="84756"/>
                    <a:pt x="39095" y="102823"/>
                    <a:pt x="32026" y="119828"/>
                  </a:cubicBezTo>
                  <a:close/>
                  <a:moveTo>
                    <a:pt x="74086" y="233904"/>
                  </a:moveTo>
                  <a:cubicBezTo>
                    <a:pt x="51819" y="233904"/>
                    <a:pt x="41216" y="212648"/>
                    <a:pt x="39095" y="207333"/>
                  </a:cubicBezTo>
                  <a:cubicBezTo>
                    <a:pt x="32733" y="190683"/>
                    <a:pt x="32733" y="162341"/>
                    <a:pt x="32733" y="155964"/>
                  </a:cubicBezTo>
                  <a:cubicBezTo>
                    <a:pt x="32733" y="128331"/>
                    <a:pt x="44043" y="92904"/>
                    <a:pt x="75854" y="92904"/>
                  </a:cubicBezTo>
                  <a:cubicBezTo>
                    <a:pt x="81509" y="92904"/>
                    <a:pt x="97767" y="92904"/>
                    <a:pt x="108724" y="114869"/>
                  </a:cubicBezTo>
                  <a:cubicBezTo>
                    <a:pt x="115086" y="127977"/>
                    <a:pt x="115086" y="146045"/>
                    <a:pt x="115086" y="163404"/>
                  </a:cubicBezTo>
                  <a:cubicBezTo>
                    <a:pt x="115086" y="180409"/>
                    <a:pt x="115086" y="198122"/>
                    <a:pt x="109078" y="210876"/>
                  </a:cubicBezTo>
                  <a:cubicBezTo>
                    <a:pt x="98474" y="232133"/>
                    <a:pt x="82216" y="233904"/>
                    <a:pt x="74086" y="233904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0E29FB93-A9E0-11DD-EA77-AAC028E4171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0526657" y="8872086"/>
              <a:ext cx="41353" cy="105927"/>
            </a:xfrm>
            <a:custGeom>
              <a:avLst/>
              <a:gdLst>
                <a:gd name="connsiteX0" fmla="*/ 41574 w 41353"/>
                <a:gd name="connsiteY0" fmla="*/ 37283 h 105927"/>
                <a:gd name="connsiteX1" fmla="*/ 18954 w 41353"/>
                <a:gd name="connsiteY1" fmla="*/ 85 h 105927"/>
                <a:gd name="connsiteX2" fmla="*/ 221 w 41353"/>
                <a:gd name="connsiteY2" fmla="*/ 18861 h 105927"/>
                <a:gd name="connsiteX3" fmla="*/ 18954 w 41353"/>
                <a:gd name="connsiteY3" fmla="*/ 37637 h 105927"/>
                <a:gd name="connsiteX4" fmla="*/ 31324 w 41353"/>
                <a:gd name="connsiteY4" fmla="*/ 33032 h 105927"/>
                <a:gd name="connsiteX5" fmla="*/ 33091 w 41353"/>
                <a:gd name="connsiteY5" fmla="*/ 31969 h 105927"/>
                <a:gd name="connsiteX6" fmla="*/ 33798 w 41353"/>
                <a:gd name="connsiteY6" fmla="*/ 37283 h 105927"/>
                <a:gd name="connsiteX7" fmla="*/ 9764 w 41353"/>
                <a:gd name="connsiteY7" fmla="*/ 96447 h 105927"/>
                <a:gd name="connsiteX8" fmla="*/ 5876 w 41353"/>
                <a:gd name="connsiteY8" fmla="*/ 102115 h 105927"/>
                <a:gd name="connsiteX9" fmla="*/ 9410 w 41353"/>
                <a:gd name="connsiteY9" fmla="*/ 106012 h 105927"/>
                <a:gd name="connsiteX10" fmla="*/ 41574 w 41353"/>
                <a:gd name="connsiteY10" fmla="*/ 3728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53" h="105927">
                  <a:moveTo>
                    <a:pt x="41574" y="37283"/>
                  </a:moveTo>
                  <a:cubicBezTo>
                    <a:pt x="41574" y="13901"/>
                    <a:pt x="32738" y="85"/>
                    <a:pt x="18954" y="85"/>
                  </a:cubicBezTo>
                  <a:cubicBezTo>
                    <a:pt x="7290" y="85"/>
                    <a:pt x="221" y="8941"/>
                    <a:pt x="221" y="18861"/>
                  </a:cubicBezTo>
                  <a:cubicBezTo>
                    <a:pt x="221" y="28426"/>
                    <a:pt x="7290" y="37637"/>
                    <a:pt x="18954" y="37637"/>
                  </a:cubicBezTo>
                  <a:cubicBezTo>
                    <a:pt x="23195" y="37637"/>
                    <a:pt x="27790" y="36220"/>
                    <a:pt x="31324" y="33032"/>
                  </a:cubicBezTo>
                  <a:cubicBezTo>
                    <a:pt x="32385" y="32323"/>
                    <a:pt x="32738" y="31969"/>
                    <a:pt x="33091" y="31969"/>
                  </a:cubicBezTo>
                  <a:cubicBezTo>
                    <a:pt x="33445" y="31969"/>
                    <a:pt x="33798" y="32323"/>
                    <a:pt x="33798" y="37283"/>
                  </a:cubicBezTo>
                  <a:cubicBezTo>
                    <a:pt x="33798" y="63499"/>
                    <a:pt x="21428" y="84756"/>
                    <a:pt x="9764" y="96447"/>
                  </a:cubicBezTo>
                  <a:cubicBezTo>
                    <a:pt x="5876" y="100344"/>
                    <a:pt x="5876" y="101052"/>
                    <a:pt x="5876" y="102115"/>
                  </a:cubicBezTo>
                  <a:cubicBezTo>
                    <a:pt x="5876" y="104595"/>
                    <a:pt x="7643" y="106012"/>
                    <a:pt x="9410" y="106012"/>
                  </a:cubicBezTo>
                  <a:cubicBezTo>
                    <a:pt x="13298" y="106012"/>
                    <a:pt x="41574" y="78733"/>
                    <a:pt x="41574" y="37283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B7301E-51BC-6952-E52D-58ECB8FEFE1B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020933" y="8753051"/>
              <a:ext cx="161879" cy="160484"/>
            </a:xfrm>
            <a:custGeom>
              <a:avLst/>
              <a:gdLst>
                <a:gd name="connsiteX0" fmla="*/ 117933 w 161879"/>
                <a:gd name="connsiteY0" fmla="*/ 22758 h 160484"/>
                <a:gd name="connsiteX1" fmla="*/ 85416 w 161879"/>
                <a:gd name="connsiteY1" fmla="*/ 85 h 160484"/>
                <a:gd name="connsiteX2" fmla="*/ 235 w 161879"/>
                <a:gd name="connsiteY2" fmla="*/ 103886 h 160484"/>
                <a:gd name="connsiteX3" fmla="*/ 47244 w 161879"/>
                <a:gd name="connsiteY3" fmla="*/ 160570 h 160484"/>
                <a:gd name="connsiteX4" fmla="*/ 93192 w 161879"/>
                <a:gd name="connsiteY4" fmla="*/ 133999 h 160484"/>
                <a:gd name="connsiteX5" fmla="*/ 125356 w 161879"/>
                <a:gd name="connsiteY5" fmla="*/ 160570 h 160484"/>
                <a:gd name="connsiteX6" fmla="*/ 151511 w 161879"/>
                <a:gd name="connsiteY6" fmla="*/ 141085 h 160484"/>
                <a:gd name="connsiteX7" fmla="*/ 162114 w 161879"/>
                <a:gd name="connsiteY7" fmla="*/ 106012 h 160484"/>
                <a:gd name="connsiteX8" fmla="*/ 157873 w 161879"/>
                <a:gd name="connsiteY8" fmla="*/ 102469 h 160484"/>
                <a:gd name="connsiteX9" fmla="*/ 152925 w 161879"/>
                <a:gd name="connsiteY9" fmla="*/ 108846 h 160484"/>
                <a:gd name="connsiteX10" fmla="*/ 126063 w 161879"/>
                <a:gd name="connsiteY10" fmla="*/ 152776 h 160484"/>
                <a:gd name="connsiteX11" fmla="*/ 115459 w 161879"/>
                <a:gd name="connsiteY11" fmla="*/ 136479 h 160484"/>
                <a:gd name="connsiteX12" fmla="*/ 120054 w 161879"/>
                <a:gd name="connsiteY12" fmla="*/ 110263 h 160484"/>
                <a:gd name="connsiteX13" fmla="*/ 127830 w 161879"/>
                <a:gd name="connsiteY13" fmla="*/ 78379 h 160484"/>
                <a:gd name="connsiteX14" fmla="*/ 140554 w 161879"/>
                <a:gd name="connsiteY14" fmla="*/ 28781 h 160484"/>
                <a:gd name="connsiteX15" fmla="*/ 143028 w 161879"/>
                <a:gd name="connsiteY15" fmla="*/ 16735 h 160484"/>
                <a:gd name="connsiteX16" fmla="*/ 132778 w 161879"/>
                <a:gd name="connsiteY16" fmla="*/ 7170 h 160484"/>
                <a:gd name="connsiteX17" fmla="*/ 117933 w 161879"/>
                <a:gd name="connsiteY17" fmla="*/ 22758 h 160484"/>
                <a:gd name="connsiteX18" fmla="*/ 94959 w 161879"/>
                <a:gd name="connsiteY18" fmla="*/ 114514 h 160484"/>
                <a:gd name="connsiteX19" fmla="*/ 87890 w 161879"/>
                <a:gd name="connsiteY19" fmla="*/ 127622 h 160484"/>
                <a:gd name="connsiteX20" fmla="*/ 47951 w 161879"/>
                <a:gd name="connsiteY20" fmla="*/ 152776 h 160484"/>
                <a:gd name="connsiteX21" fmla="*/ 25330 w 161879"/>
                <a:gd name="connsiteY21" fmla="*/ 119474 h 160484"/>
                <a:gd name="connsiteX22" fmla="*/ 44770 w 161879"/>
                <a:gd name="connsiteY22" fmla="*/ 41889 h 160484"/>
                <a:gd name="connsiteX23" fmla="*/ 85770 w 161879"/>
                <a:gd name="connsiteY23" fmla="*/ 7879 h 160484"/>
                <a:gd name="connsiteX24" fmla="*/ 113692 w 161879"/>
                <a:gd name="connsiteY24" fmla="*/ 39055 h 160484"/>
                <a:gd name="connsiteX25" fmla="*/ 112632 w 161879"/>
                <a:gd name="connsiteY25" fmla="*/ 45077 h 160484"/>
                <a:gd name="connsiteX26" fmla="*/ 94959 w 161879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879" h="160484">
                  <a:moveTo>
                    <a:pt x="117933" y="22758"/>
                  </a:moveTo>
                  <a:cubicBezTo>
                    <a:pt x="111571" y="9650"/>
                    <a:pt x="101321" y="85"/>
                    <a:pt x="85416" y="85"/>
                  </a:cubicBezTo>
                  <a:cubicBezTo>
                    <a:pt x="44063" y="85"/>
                    <a:pt x="235" y="52163"/>
                    <a:pt x="235" y="103886"/>
                  </a:cubicBezTo>
                  <a:cubicBezTo>
                    <a:pt x="235" y="137188"/>
                    <a:pt x="19675" y="160570"/>
                    <a:pt x="47244" y="160570"/>
                  </a:cubicBezTo>
                  <a:cubicBezTo>
                    <a:pt x="54313" y="160570"/>
                    <a:pt x="71985" y="159153"/>
                    <a:pt x="93192" y="133999"/>
                  </a:cubicBezTo>
                  <a:cubicBezTo>
                    <a:pt x="96019" y="148879"/>
                    <a:pt x="108390" y="160570"/>
                    <a:pt x="125356" y="160570"/>
                  </a:cubicBezTo>
                  <a:cubicBezTo>
                    <a:pt x="137726" y="160570"/>
                    <a:pt x="145856" y="152421"/>
                    <a:pt x="151511" y="141085"/>
                  </a:cubicBezTo>
                  <a:cubicBezTo>
                    <a:pt x="157519" y="128331"/>
                    <a:pt x="162114" y="106720"/>
                    <a:pt x="162114" y="106012"/>
                  </a:cubicBezTo>
                  <a:cubicBezTo>
                    <a:pt x="162114" y="102469"/>
                    <a:pt x="158933" y="102469"/>
                    <a:pt x="157873" y="102469"/>
                  </a:cubicBezTo>
                  <a:cubicBezTo>
                    <a:pt x="154338" y="102469"/>
                    <a:pt x="153985" y="103886"/>
                    <a:pt x="152925" y="108846"/>
                  </a:cubicBezTo>
                  <a:cubicBezTo>
                    <a:pt x="146916" y="131874"/>
                    <a:pt x="140554" y="152776"/>
                    <a:pt x="126063" y="152776"/>
                  </a:cubicBezTo>
                  <a:cubicBezTo>
                    <a:pt x="116519" y="152776"/>
                    <a:pt x="115459" y="143565"/>
                    <a:pt x="115459" y="136479"/>
                  </a:cubicBezTo>
                  <a:cubicBezTo>
                    <a:pt x="115459" y="128685"/>
                    <a:pt x="116166" y="125851"/>
                    <a:pt x="120054" y="110263"/>
                  </a:cubicBezTo>
                  <a:cubicBezTo>
                    <a:pt x="123942" y="95384"/>
                    <a:pt x="124649" y="91841"/>
                    <a:pt x="127830" y="78379"/>
                  </a:cubicBezTo>
                  <a:lnTo>
                    <a:pt x="140554" y="28781"/>
                  </a:lnTo>
                  <a:cubicBezTo>
                    <a:pt x="143028" y="18861"/>
                    <a:pt x="143028" y="18153"/>
                    <a:pt x="143028" y="16735"/>
                  </a:cubicBezTo>
                  <a:cubicBezTo>
                    <a:pt x="143028" y="10713"/>
                    <a:pt x="138787" y="7170"/>
                    <a:pt x="132778" y="7170"/>
                  </a:cubicBezTo>
                  <a:cubicBezTo>
                    <a:pt x="124295" y="7170"/>
                    <a:pt x="118994" y="14964"/>
                    <a:pt x="117933" y="22758"/>
                  </a:cubicBezTo>
                  <a:close/>
                  <a:moveTo>
                    <a:pt x="94959" y="114514"/>
                  </a:moveTo>
                  <a:cubicBezTo>
                    <a:pt x="93192" y="120891"/>
                    <a:pt x="93192" y="121600"/>
                    <a:pt x="87890" y="127622"/>
                  </a:cubicBezTo>
                  <a:cubicBezTo>
                    <a:pt x="72338" y="147107"/>
                    <a:pt x="57847" y="152776"/>
                    <a:pt x="47951" y="152776"/>
                  </a:cubicBezTo>
                  <a:cubicBezTo>
                    <a:pt x="30278" y="152776"/>
                    <a:pt x="25330" y="133291"/>
                    <a:pt x="25330" y="119474"/>
                  </a:cubicBezTo>
                  <a:cubicBezTo>
                    <a:pt x="25330" y="101761"/>
                    <a:pt x="36640" y="58185"/>
                    <a:pt x="44770" y="41889"/>
                  </a:cubicBezTo>
                  <a:cubicBezTo>
                    <a:pt x="55726" y="20987"/>
                    <a:pt x="71632" y="7879"/>
                    <a:pt x="85770" y="7879"/>
                  </a:cubicBezTo>
                  <a:cubicBezTo>
                    <a:pt x="108744" y="7879"/>
                    <a:pt x="113692" y="36929"/>
                    <a:pt x="113692" y="39055"/>
                  </a:cubicBezTo>
                  <a:cubicBezTo>
                    <a:pt x="113692" y="41180"/>
                    <a:pt x="112985" y="43306"/>
                    <a:pt x="112632" y="45077"/>
                  </a:cubicBezTo>
                  <a:lnTo>
                    <a:pt x="94959" y="114514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2FB33B92-9110-1150-9B23-F95721F1C356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206490" y="8798114"/>
              <a:ext cx="114799" cy="169625"/>
            </a:xfrm>
            <a:custGeom>
              <a:avLst/>
              <a:gdLst>
                <a:gd name="connsiteX0" fmla="*/ 115040 w 114799"/>
                <a:gd name="connsiteY0" fmla="*/ 85643 h 169625"/>
                <a:gd name="connsiteX1" fmla="*/ 100443 w 114799"/>
                <a:gd name="connsiteY1" fmla="*/ 21413 h 169625"/>
                <a:gd name="connsiteX2" fmla="*/ 57640 w 114799"/>
                <a:gd name="connsiteY2" fmla="*/ 86 h 169625"/>
                <a:gd name="connsiteX3" fmla="*/ 240 w 114799"/>
                <a:gd name="connsiteY3" fmla="*/ 85643 h 169625"/>
                <a:gd name="connsiteX4" fmla="*/ 57640 w 114799"/>
                <a:gd name="connsiteY4" fmla="*/ 169711 h 169625"/>
                <a:gd name="connsiteX5" fmla="*/ 115040 w 114799"/>
                <a:gd name="connsiteY5" fmla="*/ 85643 h 169625"/>
                <a:gd name="connsiteX6" fmla="*/ 57640 w 114799"/>
                <a:gd name="connsiteY6" fmla="*/ 162768 h 169625"/>
                <a:gd name="connsiteX7" fmla="*/ 26219 w 114799"/>
                <a:gd name="connsiteY7" fmla="*/ 135737 h 169625"/>
                <a:gd name="connsiteX8" fmla="*/ 22755 w 114799"/>
                <a:gd name="connsiteY8" fmla="*/ 82419 h 169625"/>
                <a:gd name="connsiteX9" fmla="*/ 26466 w 114799"/>
                <a:gd name="connsiteY9" fmla="*/ 31829 h 169625"/>
                <a:gd name="connsiteX10" fmla="*/ 57640 w 114799"/>
                <a:gd name="connsiteY10" fmla="*/ 7030 h 169625"/>
                <a:gd name="connsiteX11" fmla="*/ 88320 w 114799"/>
                <a:gd name="connsiteY11" fmla="*/ 29597 h 169625"/>
                <a:gd name="connsiteX12" fmla="*/ 92526 w 114799"/>
                <a:gd name="connsiteY12" fmla="*/ 82419 h 169625"/>
                <a:gd name="connsiteX13" fmla="*/ 89309 w 114799"/>
                <a:gd name="connsiteY13" fmla="*/ 134745 h 169625"/>
                <a:gd name="connsiteX14" fmla="*/ 57640 w 114799"/>
                <a:gd name="connsiteY14" fmla="*/ 162768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799" h="169625">
                  <a:moveTo>
                    <a:pt x="115040" y="85643"/>
                  </a:moveTo>
                  <a:cubicBezTo>
                    <a:pt x="115040" y="58364"/>
                    <a:pt x="111824" y="38773"/>
                    <a:pt x="100443" y="21413"/>
                  </a:cubicBezTo>
                  <a:cubicBezTo>
                    <a:pt x="92773" y="10006"/>
                    <a:pt x="77433" y="86"/>
                    <a:pt x="57640" y="86"/>
                  </a:cubicBezTo>
                  <a:cubicBezTo>
                    <a:pt x="240" y="86"/>
                    <a:pt x="240" y="67787"/>
                    <a:pt x="240" y="85643"/>
                  </a:cubicBezTo>
                  <a:cubicBezTo>
                    <a:pt x="240" y="103498"/>
                    <a:pt x="240" y="169711"/>
                    <a:pt x="57640" y="169711"/>
                  </a:cubicBezTo>
                  <a:cubicBezTo>
                    <a:pt x="115040" y="169711"/>
                    <a:pt x="115040" y="103498"/>
                    <a:pt x="115040" y="85643"/>
                  </a:cubicBezTo>
                  <a:close/>
                  <a:moveTo>
                    <a:pt x="57640" y="162768"/>
                  </a:moveTo>
                  <a:cubicBezTo>
                    <a:pt x="46259" y="162768"/>
                    <a:pt x="31167" y="156072"/>
                    <a:pt x="26219" y="135737"/>
                  </a:cubicBezTo>
                  <a:cubicBezTo>
                    <a:pt x="22755" y="121105"/>
                    <a:pt x="22755" y="100770"/>
                    <a:pt x="22755" y="82419"/>
                  </a:cubicBezTo>
                  <a:cubicBezTo>
                    <a:pt x="22755" y="64316"/>
                    <a:pt x="22755" y="45468"/>
                    <a:pt x="26466" y="31829"/>
                  </a:cubicBezTo>
                  <a:cubicBezTo>
                    <a:pt x="31662" y="12238"/>
                    <a:pt x="47496" y="7030"/>
                    <a:pt x="57640" y="7030"/>
                  </a:cubicBezTo>
                  <a:cubicBezTo>
                    <a:pt x="71001" y="7030"/>
                    <a:pt x="83866" y="15214"/>
                    <a:pt x="88320" y="29597"/>
                  </a:cubicBezTo>
                  <a:cubicBezTo>
                    <a:pt x="92278" y="42988"/>
                    <a:pt x="92526" y="60844"/>
                    <a:pt x="92526" y="82419"/>
                  </a:cubicBezTo>
                  <a:cubicBezTo>
                    <a:pt x="92526" y="100770"/>
                    <a:pt x="92526" y="119121"/>
                    <a:pt x="89309" y="134745"/>
                  </a:cubicBezTo>
                  <a:cubicBezTo>
                    <a:pt x="84361" y="157312"/>
                    <a:pt x="67537" y="162768"/>
                    <a:pt x="57640" y="162768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8CD5B851-506B-C477-B660-6A7830618848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470156" y="8779621"/>
              <a:ext cx="235042" cy="82899"/>
            </a:xfrm>
            <a:custGeom>
              <a:avLst/>
              <a:gdLst>
                <a:gd name="connsiteX0" fmla="*/ 223273 w 235042"/>
                <a:gd name="connsiteY0" fmla="*/ 14256 h 82899"/>
                <a:gd name="connsiteX1" fmla="*/ 235290 w 235042"/>
                <a:gd name="connsiteY1" fmla="*/ 7170 h 82899"/>
                <a:gd name="connsiteX2" fmla="*/ 223627 w 235042"/>
                <a:gd name="connsiteY2" fmla="*/ 85 h 82899"/>
                <a:gd name="connsiteX3" fmla="*/ 11911 w 235042"/>
                <a:gd name="connsiteY3" fmla="*/ 85 h 82899"/>
                <a:gd name="connsiteX4" fmla="*/ 248 w 235042"/>
                <a:gd name="connsiteY4" fmla="*/ 7170 h 82899"/>
                <a:gd name="connsiteX5" fmla="*/ 12265 w 235042"/>
                <a:gd name="connsiteY5" fmla="*/ 14256 h 82899"/>
                <a:gd name="connsiteX6" fmla="*/ 223273 w 235042"/>
                <a:gd name="connsiteY6" fmla="*/ 14256 h 82899"/>
                <a:gd name="connsiteX7" fmla="*/ 223627 w 235042"/>
                <a:gd name="connsiteY7" fmla="*/ 82984 h 82899"/>
                <a:gd name="connsiteX8" fmla="*/ 235290 w 235042"/>
                <a:gd name="connsiteY8" fmla="*/ 75899 h 82899"/>
                <a:gd name="connsiteX9" fmla="*/ 223273 w 235042"/>
                <a:gd name="connsiteY9" fmla="*/ 68813 h 82899"/>
                <a:gd name="connsiteX10" fmla="*/ 12265 w 235042"/>
                <a:gd name="connsiteY10" fmla="*/ 68813 h 82899"/>
                <a:gd name="connsiteX11" fmla="*/ 248 w 235042"/>
                <a:gd name="connsiteY11" fmla="*/ 75899 h 82899"/>
                <a:gd name="connsiteX12" fmla="*/ 11911 w 235042"/>
                <a:gd name="connsiteY12" fmla="*/ 82984 h 82899"/>
                <a:gd name="connsiteX13" fmla="*/ 223627 w 235042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042" h="82899">
                  <a:moveTo>
                    <a:pt x="223273" y="14256"/>
                  </a:moveTo>
                  <a:cubicBezTo>
                    <a:pt x="228575" y="14256"/>
                    <a:pt x="235290" y="14256"/>
                    <a:pt x="235290" y="7170"/>
                  </a:cubicBezTo>
                  <a:cubicBezTo>
                    <a:pt x="235290" y="85"/>
                    <a:pt x="228575" y="85"/>
                    <a:pt x="223627" y="85"/>
                  </a:cubicBezTo>
                  <a:lnTo>
                    <a:pt x="11911" y="85"/>
                  </a:lnTo>
                  <a:cubicBezTo>
                    <a:pt x="6963" y="85"/>
                    <a:pt x="248" y="85"/>
                    <a:pt x="248" y="7170"/>
                  </a:cubicBezTo>
                  <a:cubicBezTo>
                    <a:pt x="248" y="14256"/>
                    <a:pt x="6963" y="14256"/>
                    <a:pt x="12265" y="14256"/>
                  </a:cubicBezTo>
                  <a:lnTo>
                    <a:pt x="223273" y="14256"/>
                  </a:lnTo>
                  <a:close/>
                  <a:moveTo>
                    <a:pt x="223627" y="82984"/>
                  </a:moveTo>
                  <a:cubicBezTo>
                    <a:pt x="228575" y="82984"/>
                    <a:pt x="235290" y="82984"/>
                    <a:pt x="235290" y="75899"/>
                  </a:cubicBezTo>
                  <a:cubicBezTo>
                    <a:pt x="235290" y="68813"/>
                    <a:pt x="228575" y="68813"/>
                    <a:pt x="223273" y="68813"/>
                  </a:cubicBezTo>
                  <a:lnTo>
                    <a:pt x="12265" y="68813"/>
                  </a:lnTo>
                  <a:cubicBezTo>
                    <a:pt x="6963" y="68813"/>
                    <a:pt x="248" y="68813"/>
                    <a:pt x="248" y="75899"/>
                  </a:cubicBezTo>
                  <a:cubicBezTo>
                    <a:pt x="248" y="82984"/>
                    <a:pt x="6963" y="82984"/>
                    <a:pt x="11911" y="82984"/>
                  </a:cubicBezTo>
                  <a:lnTo>
                    <a:pt x="223627" y="82984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3AAA644F-6042-2186-75ED-7337E3561B93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1837229" y="8673694"/>
              <a:ext cx="148801" cy="243738"/>
            </a:xfrm>
            <a:custGeom>
              <a:avLst/>
              <a:gdLst>
                <a:gd name="connsiteX0" fmla="*/ 149060 w 148801"/>
                <a:gd name="connsiteY0" fmla="*/ 122663 h 243738"/>
                <a:gd name="connsiteX1" fmla="*/ 134922 w 148801"/>
                <a:gd name="connsiteY1" fmla="*/ 39763 h 243738"/>
                <a:gd name="connsiteX2" fmla="*/ 74836 w 148801"/>
                <a:gd name="connsiteY2" fmla="*/ 85 h 243738"/>
                <a:gd name="connsiteX3" fmla="*/ 13336 w 148801"/>
                <a:gd name="connsiteY3" fmla="*/ 42243 h 243738"/>
                <a:gd name="connsiteX4" fmla="*/ 258 w 148801"/>
                <a:gd name="connsiteY4" fmla="*/ 122663 h 243738"/>
                <a:gd name="connsiteX5" fmla="*/ 16163 w 148801"/>
                <a:gd name="connsiteY5" fmla="*/ 208042 h 243738"/>
                <a:gd name="connsiteX6" fmla="*/ 74482 w 148801"/>
                <a:gd name="connsiteY6" fmla="*/ 243823 h 243738"/>
                <a:gd name="connsiteX7" fmla="*/ 135982 w 148801"/>
                <a:gd name="connsiteY7" fmla="*/ 202728 h 243738"/>
                <a:gd name="connsiteX8" fmla="*/ 149060 w 148801"/>
                <a:gd name="connsiteY8" fmla="*/ 122663 h 243738"/>
                <a:gd name="connsiteX9" fmla="*/ 74482 w 148801"/>
                <a:gd name="connsiteY9" fmla="*/ 236029 h 243738"/>
                <a:gd name="connsiteX10" fmla="*/ 33482 w 148801"/>
                <a:gd name="connsiteY10" fmla="*/ 193163 h 243738"/>
                <a:gd name="connsiteX11" fmla="*/ 29594 w 148801"/>
                <a:gd name="connsiteY11" fmla="*/ 118411 h 243738"/>
                <a:gd name="connsiteX12" fmla="*/ 32422 w 148801"/>
                <a:gd name="connsiteY12" fmla="*/ 53225 h 243738"/>
                <a:gd name="connsiteX13" fmla="*/ 74482 w 148801"/>
                <a:gd name="connsiteY13" fmla="*/ 7879 h 243738"/>
                <a:gd name="connsiteX14" fmla="*/ 116189 w 148801"/>
                <a:gd name="connsiteY14" fmla="*/ 49328 h 243738"/>
                <a:gd name="connsiteX15" fmla="*/ 119724 w 148801"/>
                <a:gd name="connsiteY15" fmla="*/ 118411 h 243738"/>
                <a:gd name="connsiteX16" fmla="*/ 115836 w 148801"/>
                <a:gd name="connsiteY16" fmla="*/ 191746 h 243738"/>
                <a:gd name="connsiteX17" fmla="*/ 74482 w 148801"/>
                <a:gd name="connsiteY17" fmla="*/ 236029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801" h="243738">
                  <a:moveTo>
                    <a:pt x="149060" y="122663"/>
                  </a:moveTo>
                  <a:cubicBezTo>
                    <a:pt x="149060" y="94321"/>
                    <a:pt x="147292" y="65979"/>
                    <a:pt x="134922" y="39763"/>
                  </a:cubicBezTo>
                  <a:cubicBezTo>
                    <a:pt x="118663" y="5753"/>
                    <a:pt x="89680" y="85"/>
                    <a:pt x="74836" y="85"/>
                  </a:cubicBezTo>
                  <a:cubicBezTo>
                    <a:pt x="53629" y="85"/>
                    <a:pt x="27827" y="9296"/>
                    <a:pt x="13336" y="42243"/>
                  </a:cubicBezTo>
                  <a:cubicBezTo>
                    <a:pt x="2025" y="66688"/>
                    <a:pt x="258" y="94321"/>
                    <a:pt x="258" y="122663"/>
                  </a:cubicBezTo>
                  <a:cubicBezTo>
                    <a:pt x="258" y="149233"/>
                    <a:pt x="1672" y="181117"/>
                    <a:pt x="16163" y="208042"/>
                  </a:cubicBezTo>
                  <a:cubicBezTo>
                    <a:pt x="31362" y="236738"/>
                    <a:pt x="57163" y="243823"/>
                    <a:pt x="74482" y="243823"/>
                  </a:cubicBezTo>
                  <a:cubicBezTo>
                    <a:pt x="93568" y="243823"/>
                    <a:pt x="120430" y="236384"/>
                    <a:pt x="135982" y="202728"/>
                  </a:cubicBezTo>
                  <a:cubicBezTo>
                    <a:pt x="147292" y="178283"/>
                    <a:pt x="149060" y="150650"/>
                    <a:pt x="149060" y="122663"/>
                  </a:cubicBezTo>
                  <a:close/>
                  <a:moveTo>
                    <a:pt x="74482" y="236029"/>
                  </a:moveTo>
                  <a:cubicBezTo>
                    <a:pt x="60698" y="236029"/>
                    <a:pt x="39844" y="227173"/>
                    <a:pt x="33482" y="193163"/>
                  </a:cubicBezTo>
                  <a:cubicBezTo>
                    <a:pt x="29594" y="171906"/>
                    <a:pt x="29594" y="139313"/>
                    <a:pt x="29594" y="118411"/>
                  </a:cubicBezTo>
                  <a:cubicBezTo>
                    <a:pt x="29594" y="95738"/>
                    <a:pt x="29594" y="72356"/>
                    <a:pt x="32422" y="53225"/>
                  </a:cubicBezTo>
                  <a:cubicBezTo>
                    <a:pt x="39137" y="11067"/>
                    <a:pt x="65646" y="7879"/>
                    <a:pt x="74482" y="7879"/>
                  </a:cubicBezTo>
                  <a:cubicBezTo>
                    <a:pt x="86146" y="7879"/>
                    <a:pt x="109474" y="14256"/>
                    <a:pt x="116189" y="49328"/>
                  </a:cubicBezTo>
                  <a:cubicBezTo>
                    <a:pt x="119724" y="69168"/>
                    <a:pt x="119724" y="96092"/>
                    <a:pt x="119724" y="118411"/>
                  </a:cubicBezTo>
                  <a:cubicBezTo>
                    <a:pt x="119724" y="144982"/>
                    <a:pt x="119724" y="169072"/>
                    <a:pt x="115836" y="191746"/>
                  </a:cubicBezTo>
                  <a:cubicBezTo>
                    <a:pt x="110534" y="225401"/>
                    <a:pt x="90387" y="236029"/>
                    <a:pt x="74482" y="236029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54DDE703-9C74-9745-3546-265CF803A6B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2030566" y="8872086"/>
              <a:ext cx="37465" cy="37552"/>
            </a:xfrm>
            <a:custGeom>
              <a:avLst/>
              <a:gdLst>
                <a:gd name="connsiteX0" fmla="*/ 37729 w 37465"/>
                <a:gd name="connsiteY0" fmla="*/ 18861 h 37552"/>
                <a:gd name="connsiteX1" fmla="*/ 18996 w 37465"/>
                <a:gd name="connsiteY1" fmla="*/ 85 h 37552"/>
                <a:gd name="connsiteX2" fmla="*/ 263 w 37465"/>
                <a:gd name="connsiteY2" fmla="*/ 18861 h 37552"/>
                <a:gd name="connsiteX3" fmla="*/ 18996 w 37465"/>
                <a:gd name="connsiteY3" fmla="*/ 37637 h 37552"/>
                <a:gd name="connsiteX4" fmla="*/ 37729 w 37465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" h="37552">
                  <a:moveTo>
                    <a:pt x="37729" y="18861"/>
                  </a:moveTo>
                  <a:cubicBezTo>
                    <a:pt x="37729" y="8587"/>
                    <a:pt x="29246" y="85"/>
                    <a:pt x="18996" y="85"/>
                  </a:cubicBezTo>
                  <a:cubicBezTo>
                    <a:pt x="8746" y="85"/>
                    <a:pt x="263" y="8587"/>
                    <a:pt x="263" y="18861"/>
                  </a:cubicBezTo>
                  <a:cubicBezTo>
                    <a:pt x="263" y="29135"/>
                    <a:pt x="8746" y="37637"/>
                    <a:pt x="18996" y="37637"/>
                  </a:cubicBezTo>
                  <a:cubicBezTo>
                    <a:pt x="29246" y="37637"/>
                    <a:pt x="37729" y="29135"/>
                    <a:pt x="37729" y="18861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A01917A3-3D58-FA1D-AFE6-9A386F02D165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2108246" y="8669797"/>
              <a:ext cx="156577" cy="239841"/>
            </a:xfrm>
            <a:custGeom>
              <a:avLst/>
              <a:gdLst>
                <a:gd name="connsiteX0" fmla="*/ 94283 w 156577"/>
                <a:gd name="connsiteY0" fmla="*/ 181472 h 239841"/>
                <a:gd name="connsiteX1" fmla="*/ 94283 w 156577"/>
                <a:gd name="connsiteY1" fmla="*/ 212293 h 239841"/>
                <a:gd name="connsiteX2" fmla="*/ 67421 w 156577"/>
                <a:gd name="connsiteY2" fmla="*/ 228944 h 239841"/>
                <a:gd name="connsiteX3" fmla="*/ 59999 w 156577"/>
                <a:gd name="connsiteY3" fmla="*/ 228944 h 239841"/>
                <a:gd name="connsiteX4" fmla="*/ 59999 w 156577"/>
                <a:gd name="connsiteY4" fmla="*/ 239926 h 239841"/>
                <a:gd name="connsiteX5" fmla="*/ 107714 w 156577"/>
                <a:gd name="connsiteY5" fmla="*/ 238864 h 239841"/>
                <a:gd name="connsiteX6" fmla="*/ 155783 w 156577"/>
                <a:gd name="connsiteY6" fmla="*/ 239926 h 239841"/>
                <a:gd name="connsiteX7" fmla="*/ 155783 w 156577"/>
                <a:gd name="connsiteY7" fmla="*/ 228944 h 239841"/>
                <a:gd name="connsiteX8" fmla="*/ 148361 w 156577"/>
                <a:gd name="connsiteY8" fmla="*/ 228944 h 239841"/>
                <a:gd name="connsiteX9" fmla="*/ 121498 w 156577"/>
                <a:gd name="connsiteY9" fmla="*/ 212293 h 239841"/>
                <a:gd name="connsiteX10" fmla="*/ 121498 w 156577"/>
                <a:gd name="connsiteY10" fmla="*/ 181472 h 239841"/>
                <a:gd name="connsiteX11" fmla="*/ 156843 w 156577"/>
                <a:gd name="connsiteY11" fmla="*/ 181472 h 239841"/>
                <a:gd name="connsiteX12" fmla="*/ 156843 w 156577"/>
                <a:gd name="connsiteY12" fmla="*/ 170489 h 239841"/>
                <a:gd name="connsiteX13" fmla="*/ 121498 w 156577"/>
                <a:gd name="connsiteY13" fmla="*/ 170489 h 239841"/>
                <a:gd name="connsiteX14" fmla="*/ 121498 w 156577"/>
                <a:gd name="connsiteY14" fmla="*/ 9296 h 239841"/>
                <a:gd name="connsiteX15" fmla="*/ 115843 w 156577"/>
                <a:gd name="connsiteY15" fmla="*/ 85 h 239841"/>
                <a:gd name="connsiteX16" fmla="*/ 108774 w 156577"/>
                <a:gd name="connsiteY16" fmla="*/ 4336 h 239841"/>
                <a:gd name="connsiteX17" fmla="*/ 266 w 156577"/>
                <a:gd name="connsiteY17" fmla="*/ 170489 h 239841"/>
                <a:gd name="connsiteX18" fmla="*/ 266 w 156577"/>
                <a:gd name="connsiteY18" fmla="*/ 181472 h 239841"/>
                <a:gd name="connsiteX19" fmla="*/ 94283 w 156577"/>
                <a:gd name="connsiteY19" fmla="*/ 181472 h 239841"/>
                <a:gd name="connsiteX20" fmla="*/ 96404 w 156577"/>
                <a:gd name="connsiteY20" fmla="*/ 170489 h 239841"/>
                <a:gd name="connsiteX21" fmla="*/ 10163 w 156577"/>
                <a:gd name="connsiteY21" fmla="*/ 170489 h 239841"/>
                <a:gd name="connsiteX22" fmla="*/ 96404 w 156577"/>
                <a:gd name="connsiteY22" fmla="*/ 38346 h 239841"/>
                <a:gd name="connsiteX23" fmla="*/ 96404 w 156577"/>
                <a:gd name="connsiteY23" fmla="*/ 170489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577" h="239841">
                  <a:moveTo>
                    <a:pt x="94283" y="181472"/>
                  </a:moveTo>
                  <a:lnTo>
                    <a:pt x="94283" y="212293"/>
                  </a:lnTo>
                  <a:cubicBezTo>
                    <a:pt x="94283" y="225047"/>
                    <a:pt x="93576" y="228944"/>
                    <a:pt x="67421" y="228944"/>
                  </a:cubicBezTo>
                  <a:lnTo>
                    <a:pt x="59999" y="228944"/>
                  </a:lnTo>
                  <a:lnTo>
                    <a:pt x="59999" y="239926"/>
                  </a:lnTo>
                  <a:cubicBezTo>
                    <a:pt x="74490" y="238864"/>
                    <a:pt x="92869" y="238864"/>
                    <a:pt x="107714" y="238864"/>
                  </a:cubicBezTo>
                  <a:cubicBezTo>
                    <a:pt x="122559" y="238864"/>
                    <a:pt x="141292" y="238864"/>
                    <a:pt x="155783" y="239926"/>
                  </a:cubicBezTo>
                  <a:lnTo>
                    <a:pt x="155783" y="228944"/>
                  </a:lnTo>
                  <a:lnTo>
                    <a:pt x="148361" y="228944"/>
                  </a:lnTo>
                  <a:cubicBezTo>
                    <a:pt x="122205" y="228944"/>
                    <a:pt x="121498" y="225047"/>
                    <a:pt x="121498" y="212293"/>
                  </a:cubicBezTo>
                  <a:lnTo>
                    <a:pt x="121498" y="181472"/>
                  </a:lnTo>
                  <a:lnTo>
                    <a:pt x="156843" y="181472"/>
                  </a:lnTo>
                  <a:lnTo>
                    <a:pt x="156843" y="170489"/>
                  </a:lnTo>
                  <a:lnTo>
                    <a:pt x="121498" y="170489"/>
                  </a:lnTo>
                  <a:lnTo>
                    <a:pt x="121498" y="9296"/>
                  </a:lnTo>
                  <a:cubicBezTo>
                    <a:pt x="121498" y="2210"/>
                    <a:pt x="121498" y="85"/>
                    <a:pt x="115843" y="85"/>
                  </a:cubicBezTo>
                  <a:cubicBezTo>
                    <a:pt x="112662" y="85"/>
                    <a:pt x="111602" y="85"/>
                    <a:pt x="108774" y="4336"/>
                  </a:cubicBezTo>
                  <a:lnTo>
                    <a:pt x="266" y="170489"/>
                  </a:lnTo>
                  <a:lnTo>
                    <a:pt x="266" y="181472"/>
                  </a:lnTo>
                  <a:lnTo>
                    <a:pt x="94283" y="181472"/>
                  </a:lnTo>
                  <a:close/>
                  <a:moveTo>
                    <a:pt x="96404" y="170489"/>
                  </a:moveTo>
                  <a:lnTo>
                    <a:pt x="10163" y="170489"/>
                  </a:lnTo>
                  <a:lnTo>
                    <a:pt x="96404" y="38346"/>
                  </a:lnTo>
                  <a:lnTo>
                    <a:pt x="96404" y="170489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55758BDF-BDB1-41B3-D8F1-7860D0F5CEC5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289919" y="8673694"/>
              <a:ext cx="146680" cy="243738"/>
            </a:xfrm>
            <a:custGeom>
              <a:avLst/>
              <a:gdLst>
                <a:gd name="connsiteX0" fmla="*/ 115141 w 146680"/>
                <a:gd name="connsiteY0" fmla="*/ 123371 h 243738"/>
                <a:gd name="connsiteX1" fmla="*/ 115141 w 146680"/>
                <a:gd name="connsiteY1" fmla="*/ 134708 h 243738"/>
                <a:gd name="connsiteX2" fmla="*/ 57883 w 146680"/>
                <a:gd name="connsiteY2" fmla="*/ 233904 h 243738"/>
                <a:gd name="connsiteX3" fmla="*/ 23245 w 146680"/>
                <a:gd name="connsiteY3" fmla="*/ 221150 h 243738"/>
                <a:gd name="connsiteX4" fmla="*/ 41624 w 146680"/>
                <a:gd name="connsiteY4" fmla="*/ 204854 h 243738"/>
                <a:gd name="connsiteX5" fmla="*/ 25366 w 146680"/>
                <a:gd name="connsiteY5" fmla="*/ 188557 h 243738"/>
                <a:gd name="connsiteX6" fmla="*/ 9107 w 146680"/>
                <a:gd name="connsiteY6" fmla="*/ 205562 h 243738"/>
                <a:gd name="connsiteX7" fmla="*/ 58236 w 146680"/>
                <a:gd name="connsiteY7" fmla="*/ 243823 h 243738"/>
                <a:gd name="connsiteX8" fmla="*/ 146952 w 146680"/>
                <a:gd name="connsiteY8" fmla="*/ 119474 h 243738"/>
                <a:gd name="connsiteX9" fmla="*/ 74848 w 146680"/>
                <a:gd name="connsiteY9" fmla="*/ 85 h 243738"/>
                <a:gd name="connsiteX10" fmla="*/ 22892 w 146680"/>
                <a:gd name="connsiteY10" fmla="*/ 22404 h 243738"/>
                <a:gd name="connsiteX11" fmla="*/ 271 w 146680"/>
                <a:gd name="connsiteY11" fmla="*/ 79796 h 243738"/>
                <a:gd name="connsiteX12" fmla="*/ 70960 w 146680"/>
                <a:gd name="connsiteY12" fmla="*/ 158798 h 243738"/>
                <a:gd name="connsiteX13" fmla="*/ 115141 w 146680"/>
                <a:gd name="connsiteY13" fmla="*/ 123371 h 243738"/>
                <a:gd name="connsiteX14" fmla="*/ 71314 w 146680"/>
                <a:gd name="connsiteY14" fmla="*/ 150650 h 243738"/>
                <a:gd name="connsiteX15" fmla="*/ 38443 w 146680"/>
                <a:gd name="connsiteY15" fmla="*/ 128331 h 243738"/>
                <a:gd name="connsiteX16" fmla="*/ 32081 w 146680"/>
                <a:gd name="connsiteY16" fmla="*/ 80150 h 243738"/>
                <a:gd name="connsiteX17" fmla="*/ 39504 w 146680"/>
                <a:gd name="connsiteY17" fmla="*/ 31261 h 243738"/>
                <a:gd name="connsiteX18" fmla="*/ 74848 w 146680"/>
                <a:gd name="connsiteY18" fmla="*/ 8941 h 243738"/>
                <a:gd name="connsiteX19" fmla="*/ 108779 w 146680"/>
                <a:gd name="connsiteY19" fmla="*/ 36929 h 243738"/>
                <a:gd name="connsiteX20" fmla="*/ 114435 w 146680"/>
                <a:gd name="connsiteY20" fmla="*/ 86881 h 243738"/>
                <a:gd name="connsiteX21" fmla="*/ 71314 w 146680"/>
                <a:gd name="connsiteY21" fmla="*/ 15065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680" h="243738">
                  <a:moveTo>
                    <a:pt x="115141" y="123371"/>
                  </a:moveTo>
                  <a:lnTo>
                    <a:pt x="115141" y="134708"/>
                  </a:lnTo>
                  <a:cubicBezTo>
                    <a:pt x="115141" y="217607"/>
                    <a:pt x="78383" y="233904"/>
                    <a:pt x="57883" y="233904"/>
                  </a:cubicBezTo>
                  <a:cubicBezTo>
                    <a:pt x="51874" y="233904"/>
                    <a:pt x="32788" y="233195"/>
                    <a:pt x="23245" y="221150"/>
                  </a:cubicBezTo>
                  <a:cubicBezTo>
                    <a:pt x="38797" y="221150"/>
                    <a:pt x="41624" y="210876"/>
                    <a:pt x="41624" y="204854"/>
                  </a:cubicBezTo>
                  <a:cubicBezTo>
                    <a:pt x="41624" y="193871"/>
                    <a:pt x="33142" y="188557"/>
                    <a:pt x="25366" y="188557"/>
                  </a:cubicBezTo>
                  <a:cubicBezTo>
                    <a:pt x="19711" y="188557"/>
                    <a:pt x="9107" y="191746"/>
                    <a:pt x="9107" y="205562"/>
                  </a:cubicBezTo>
                  <a:cubicBezTo>
                    <a:pt x="9107" y="229298"/>
                    <a:pt x="28193" y="243823"/>
                    <a:pt x="58236" y="243823"/>
                  </a:cubicBezTo>
                  <a:cubicBezTo>
                    <a:pt x="103831" y="243823"/>
                    <a:pt x="146952" y="195643"/>
                    <a:pt x="146952" y="119474"/>
                  </a:cubicBezTo>
                  <a:cubicBezTo>
                    <a:pt x="146952" y="24175"/>
                    <a:pt x="106305" y="85"/>
                    <a:pt x="74848" y="85"/>
                  </a:cubicBezTo>
                  <a:cubicBezTo>
                    <a:pt x="55409" y="85"/>
                    <a:pt x="38090" y="6462"/>
                    <a:pt x="22892" y="22404"/>
                  </a:cubicBezTo>
                  <a:cubicBezTo>
                    <a:pt x="8400" y="38346"/>
                    <a:pt x="271" y="53225"/>
                    <a:pt x="271" y="79796"/>
                  </a:cubicBezTo>
                  <a:cubicBezTo>
                    <a:pt x="271" y="124080"/>
                    <a:pt x="31374" y="158798"/>
                    <a:pt x="70960" y="158798"/>
                  </a:cubicBezTo>
                  <a:cubicBezTo>
                    <a:pt x="92521" y="158798"/>
                    <a:pt x="107012" y="143919"/>
                    <a:pt x="115141" y="123371"/>
                  </a:cubicBezTo>
                  <a:close/>
                  <a:moveTo>
                    <a:pt x="71314" y="150650"/>
                  </a:moveTo>
                  <a:cubicBezTo>
                    <a:pt x="65659" y="150650"/>
                    <a:pt x="49400" y="150650"/>
                    <a:pt x="38443" y="128331"/>
                  </a:cubicBezTo>
                  <a:cubicBezTo>
                    <a:pt x="32081" y="115223"/>
                    <a:pt x="32081" y="97509"/>
                    <a:pt x="32081" y="80150"/>
                  </a:cubicBezTo>
                  <a:cubicBezTo>
                    <a:pt x="32081" y="61019"/>
                    <a:pt x="32081" y="44369"/>
                    <a:pt x="39504" y="31261"/>
                  </a:cubicBezTo>
                  <a:cubicBezTo>
                    <a:pt x="49047" y="13547"/>
                    <a:pt x="62478" y="8941"/>
                    <a:pt x="74848" y="8941"/>
                  </a:cubicBezTo>
                  <a:cubicBezTo>
                    <a:pt x="91107" y="8941"/>
                    <a:pt x="102771" y="20987"/>
                    <a:pt x="108779" y="36929"/>
                  </a:cubicBezTo>
                  <a:cubicBezTo>
                    <a:pt x="113021" y="48266"/>
                    <a:pt x="114435" y="70585"/>
                    <a:pt x="114435" y="86881"/>
                  </a:cubicBezTo>
                  <a:cubicBezTo>
                    <a:pt x="114435" y="116286"/>
                    <a:pt x="102417" y="150650"/>
                    <a:pt x="71314" y="150650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DB6184DC-93BB-17F7-704A-CC62E71C1B4C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466643" y="8673694"/>
              <a:ext cx="146680" cy="243738"/>
            </a:xfrm>
            <a:custGeom>
              <a:avLst/>
              <a:gdLst>
                <a:gd name="connsiteX0" fmla="*/ 43043 w 146680"/>
                <a:gd name="connsiteY0" fmla="*/ 74127 h 243738"/>
                <a:gd name="connsiteX1" fmla="*/ 25371 w 146680"/>
                <a:gd name="connsiteY1" fmla="*/ 45431 h 243738"/>
                <a:gd name="connsiteX2" fmla="*/ 73440 w 146680"/>
                <a:gd name="connsiteY2" fmla="*/ 8941 h 243738"/>
                <a:gd name="connsiteX3" fmla="*/ 121862 w 146680"/>
                <a:gd name="connsiteY3" fmla="*/ 52871 h 243738"/>
                <a:gd name="connsiteX4" fmla="*/ 86871 w 146680"/>
                <a:gd name="connsiteY4" fmla="*/ 102469 h 243738"/>
                <a:gd name="connsiteX5" fmla="*/ 43043 w 146680"/>
                <a:gd name="connsiteY5" fmla="*/ 74127 h 243738"/>
                <a:gd name="connsiteX6" fmla="*/ 94646 w 146680"/>
                <a:gd name="connsiteY6" fmla="*/ 107783 h 243738"/>
                <a:gd name="connsiteX7" fmla="*/ 137414 w 146680"/>
                <a:gd name="connsiteY7" fmla="*/ 52871 h 243738"/>
                <a:gd name="connsiteX8" fmla="*/ 73793 w 146680"/>
                <a:gd name="connsiteY8" fmla="*/ 85 h 243738"/>
                <a:gd name="connsiteX9" fmla="*/ 9819 w 146680"/>
                <a:gd name="connsiteY9" fmla="*/ 59248 h 243738"/>
                <a:gd name="connsiteX10" fmla="*/ 25371 w 146680"/>
                <a:gd name="connsiteY10" fmla="*/ 98218 h 243738"/>
                <a:gd name="connsiteX11" fmla="*/ 51172 w 146680"/>
                <a:gd name="connsiteY11" fmla="*/ 117349 h 243738"/>
                <a:gd name="connsiteX12" fmla="*/ 276 w 146680"/>
                <a:gd name="connsiteY12" fmla="*/ 182534 h 243738"/>
                <a:gd name="connsiteX13" fmla="*/ 73440 w 146680"/>
                <a:gd name="connsiteY13" fmla="*/ 243823 h 243738"/>
                <a:gd name="connsiteX14" fmla="*/ 146957 w 146680"/>
                <a:gd name="connsiteY14" fmla="*/ 176512 h 243738"/>
                <a:gd name="connsiteX15" fmla="*/ 129638 w 146680"/>
                <a:gd name="connsiteY15" fmla="*/ 132936 h 243738"/>
                <a:gd name="connsiteX16" fmla="*/ 94646 w 146680"/>
                <a:gd name="connsiteY16" fmla="*/ 107783 h 243738"/>
                <a:gd name="connsiteX17" fmla="*/ 59302 w 146680"/>
                <a:gd name="connsiteY17" fmla="*/ 122663 h 243738"/>
                <a:gd name="connsiteX18" fmla="*/ 102776 w 146680"/>
                <a:gd name="connsiteY18" fmla="*/ 150296 h 243738"/>
                <a:gd name="connsiteX19" fmla="*/ 129284 w 146680"/>
                <a:gd name="connsiteY19" fmla="*/ 189266 h 243738"/>
                <a:gd name="connsiteX20" fmla="*/ 73793 w 146680"/>
                <a:gd name="connsiteY20" fmla="*/ 233904 h 243738"/>
                <a:gd name="connsiteX21" fmla="*/ 17948 w 146680"/>
                <a:gd name="connsiteY21" fmla="*/ 182534 h 243738"/>
                <a:gd name="connsiteX22" fmla="*/ 59302 w 146680"/>
                <a:gd name="connsiteY22" fmla="*/ 122663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6680" h="243738">
                  <a:moveTo>
                    <a:pt x="43043" y="74127"/>
                  </a:moveTo>
                  <a:cubicBezTo>
                    <a:pt x="26785" y="63499"/>
                    <a:pt x="25371" y="51454"/>
                    <a:pt x="25371" y="45431"/>
                  </a:cubicBezTo>
                  <a:cubicBezTo>
                    <a:pt x="25371" y="23821"/>
                    <a:pt x="48345" y="8941"/>
                    <a:pt x="73440" y="8941"/>
                  </a:cubicBezTo>
                  <a:cubicBezTo>
                    <a:pt x="99241" y="8941"/>
                    <a:pt x="121862" y="27364"/>
                    <a:pt x="121862" y="52871"/>
                  </a:cubicBezTo>
                  <a:cubicBezTo>
                    <a:pt x="121862" y="73065"/>
                    <a:pt x="108077" y="90070"/>
                    <a:pt x="86871" y="102469"/>
                  </a:cubicBezTo>
                  <a:lnTo>
                    <a:pt x="43043" y="74127"/>
                  </a:lnTo>
                  <a:close/>
                  <a:moveTo>
                    <a:pt x="94646" y="107783"/>
                  </a:moveTo>
                  <a:cubicBezTo>
                    <a:pt x="120095" y="94675"/>
                    <a:pt x="137414" y="76253"/>
                    <a:pt x="137414" y="52871"/>
                  </a:cubicBezTo>
                  <a:cubicBezTo>
                    <a:pt x="137414" y="20278"/>
                    <a:pt x="105957" y="85"/>
                    <a:pt x="73793" y="85"/>
                  </a:cubicBezTo>
                  <a:cubicBezTo>
                    <a:pt x="38448" y="85"/>
                    <a:pt x="9819" y="26301"/>
                    <a:pt x="9819" y="59248"/>
                  </a:cubicBezTo>
                  <a:cubicBezTo>
                    <a:pt x="9819" y="65625"/>
                    <a:pt x="10526" y="81567"/>
                    <a:pt x="25371" y="98218"/>
                  </a:cubicBezTo>
                  <a:cubicBezTo>
                    <a:pt x="29259" y="102469"/>
                    <a:pt x="42336" y="111326"/>
                    <a:pt x="51172" y="117349"/>
                  </a:cubicBezTo>
                  <a:cubicBezTo>
                    <a:pt x="30672" y="127622"/>
                    <a:pt x="276" y="147462"/>
                    <a:pt x="276" y="182534"/>
                  </a:cubicBezTo>
                  <a:cubicBezTo>
                    <a:pt x="276" y="220087"/>
                    <a:pt x="36328" y="243823"/>
                    <a:pt x="73440" y="243823"/>
                  </a:cubicBezTo>
                  <a:cubicBezTo>
                    <a:pt x="113379" y="243823"/>
                    <a:pt x="146957" y="214419"/>
                    <a:pt x="146957" y="176512"/>
                  </a:cubicBezTo>
                  <a:cubicBezTo>
                    <a:pt x="146957" y="163758"/>
                    <a:pt x="143069" y="147816"/>
                    <a:pt x="129638" y="132936"/>
                  </a:cubicBezTo>
                  <a:cubicBezTo>
                    <a:pt x="122922" y="125497"/>
                    <a:pt x="117267" y="121954"/>
                    <a:pt x="94646" y="107783"/>
                  </a:cubicBezTo>
                  <a:close/>
                  <a:moveTo>
                    <a:pt x="59302" y="122663"/>
                  </a:moveTo>
                  <a:lnTo>
                    <a:pt x="102776" y="150296"/>
                  </a:lnTo>
                  <a:cubicBezTo>
                    <a:pt x="112672" y="157027"/>
                    <a:pt x="129284" y="167655"/>
                    <a:pt x="129284" y="189266"/>
                  </a:cubicBezTo>
                  <a:cubicBezTo>
                    <a:pt x="129284" y="215482"/>
                    <a:pt x="102776" y="233904"/>
                    <a:pt x="73793" y="233904"/>
                  </a:cubicBezTo>
                  <a:cubicBezTo>
                    <a:pt x="43397" y="233904"/>
                    <a:pt x="17948" y="211939"/>
                    <a:pt x="17948" y="182534"/>
                  </a:cubicBezTo>
                  <a:cubicBezTo>
                    <a:pt x="17948" y="161987"/>
                    <a:pt x="29259" y="139313"/>
                    <a:pt x="59302" y="122663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78F3DF0B-3DC8-FD21-FA62-0AFA23F616BE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2658920" y="8872086"/>
              <a:ext cx="41353" cy="105927"/>
            </a:xfrm>
            <a:custGeom>
              <a:avLst/>
              <a:gdLst>
                <a:gd name="connsiteX0" fmla="*/ 41634 w 41353"/>
                <a:gd name="connsiteY0" fmla="*/ 37283 h 105927"/>
                <a:gd name="connsiteX1" fmla="*/ 19014 w 41353"/>
                <a:gd name="connsiteY1" fmla="*/ 85 h 105927"/>
                <a:gd name="connsiteX2" fmla="*/ 281 w 41353"/>
                <a:gd name="connsiteY2" fmla="*/ 18861 h 105927"/>
                <a:gd name="connsiteX3" fmla="*/ 19014 w 41353"/>
                <a:gd name="connsiteY3" fmla="*/ 37637 h 105927"/>
                <a:gd name="connsiteX4" fmla="*/ 31384 w 41353"/>
                <a:gd name="connsiteY4" fmla="*/ 33032 h 105927"/>
                <a:gd name="connsiteX5" fmla="*/ 33152 w 41353"/>
                <a:gd name="connsiteY5" fmla="*/ 31969 h 105927"/>
                <a:gd name="connsiteX6" fmla="*/ 33858 w 41353"/>
                <a:gd name="connsiteY6" fmla="*/ 37283 h 105927"/>
                <a:gd name="connsiteX7" fmla="*/ 9824 w 41353"/>
                <a:gd name="connsiteY7" fmla="*/ 96447 h 105927"/>
                <a:gd name="connsiteX8" fmla="*/ 5936 w 41353"/>
                <a:gd name="connsiteY8" fmla="*/ 102115 h 105927"/>
                <a:gd name="connsiteX9" fmla="*/ 9471 w 41353"/>
                <a:gd name="connsiteY9" fmla="*/ 106012 h 105927"/>
                <a:gd name="connsiteX10" fmla="*/ 41634 w 41353"/>
                <a:gd name="connsiteY10" fmla="*/ 3728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53" h="105927">
                  <a:moveTo>
                    <a:pt x="41634" y="37283"/>
                  </a:moveTo>
                  <a:cubicBezTo>
                    <a:pt x="41634" y="13901"/>
                    <a:pt x="32798" y="85"/>
                    <a:pt x="19014" y="85"/>
                  </a:cubicBezTo>
                  <a:cubicBezTo>
                    <a:pt x="7350" y="85"/>
                    <a:pt x="281" y="8941"/>
                    <a:pt x="281" y="18861"/>
                  </a:cubicBezTo>
                  <a:cubicBezTo>
                    <a:pt x="281" y="28426"/>
                    <a:pt x="7350" y="37637"/>
                    <a:pt x="19014" y="37637"/>
                  </a:cubicBezTo>
                  <a:cubicBezTo>
                    <a:pt x="23255" y="37637"/>
                    <a:pt x="27850" y="36220"/>
                    <a:pt x="31384" y="33032"/>
                  </a:cubicBezTo>
                  <a:cubicBezTo>
                    <a:pt x="32445" y="32323"/>
                    <a:pt x="32798" y="31969"/>
                    <a:pt x="33152" y="31969"/>
                  </a:cubicBezTo>
                  <a:cubicBezTo>
                    <a:pt x="33505" y="31969"/>
                    <a:pt x="33858" y="32323"/>
                    <a:pt x="33858" y="37283"/>
                  </a:cubicBezTo>
                  <a:cubicBezTo>
                    <a:pt x="33858" y="63499"/>
                    <a:pt x="21488" y="84756"/>
                    <a:pt x="9824" y="96447"/>
                  </a:cubicBezTo>
                  <a:cubicBezTo>
                    <a:pt x="5936" y="100344"/>
                    <a:pt x="5936" y="101052"/>
                    <a:pt x="5936" y="102115"/>
                  </a:cubicBezTo>
                  <a:cubicBezTo>
                    <a:pt x="5936" y="104595"/>
                    <a:pt x="7703" y="106012"/>
                    <a:pt x="9471" y="106012"/>
                  </a:cubicBezTo>
                  <a:cubicBezTo>
                    <a:pt x="13358" y="106012"/>
                    <a:pt x="41634" y="78733"/>
                    <a:pt x="41634" y="37283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F0866ABE-3F0A-C417-1FEF-F85FFC8EBA48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3153196" y="8753051"/>
              <a:ext cx="161879" cy="160484"/>
            </a:xfrm>
            <a:custGeom>
              <a:avLst/>
              <a:gdLst>
                <a:gd name="connsiteX0" fmla="*/ 117993 w 161879"/>
                <a:gd name="connsiteY0" fmla="*/ 22758 h 160484"/>
                <a:gd name="connsiteX1" fmla="*/ 85476 w 161879"/>
                <a:gd name="connsiteY1" fmla="*/ 85 h 160484"/>
                <a:gd name="connsiteX2" fmla="*/ 295 w 161879"/>
                <a:gd name="connsiteY2" fmla="*/ 103886 h 160484"/>
                <a:gd name="connsiteX3" fmla="*/ 47304 w 161879"/>
                <a:gd name="connsiteY3" fmla="*/ 160570 h 160484"/>
                <a:gd name="connsiteX4" fmla="*/ 93252 w 161879"/>
                <a:gd name="connsiteY4" fmla="*/ 133999 h 160484"/>
                <a:gd name="connsiteX5" fmla="*/ 125416 w 161879"/>
                <a:gd name="connsiteY5" fmla="*/ 160570 h 160484"/>
                <a:gd name="connsiteX6" fmla="*/ 151571 w 161879"/>
                <a:gd name="connsiteY6" fmla="*/ 141085 h 160484"/>
                <a:gd name="connsiteX7" fmla="*/ 162174 w 161879"/>
                <a:gd name="connsiteY7" fmla="*/ 106012 h 160484"/>
                <a:gd name="connsiteX8" fmla="*/ 157933 w 161879"/>
                <a:gd name="connsiteY8" fmla="*/ 102469 h 160484"/>
                <a:gd name="connsiteX9" fmla="*/ 152985 w 161879"/>
                <a:gd name="connsiteY9" fmla="*/ 108846 h 160484"/>
                <a:gd name="connsiteX10" fmla="*/ 126123 w 161879"/>
                <a:gd name="connsiteY10" fmla="*/ 152776 h 160484"/>
                <a:gd name="connsiteX11" fmla="*/ 115519 w 161879"/>
                <a:gd name="connsiteY11" fmla="*/ 136479 h 160484"/>
                <a:gd name="connsiteX12" fmla="*/ 120114 w 161879"/>
                <a:gd name="connsiteY12" fmla="*/ 110263 h 160484"/>
                <a:gd name="connsiteX13" fmla="*/ 127890 w 161879"/>
                <a:gd name="connsiteY13" fmla="*/ 78379 h 160484"/>
                <a:gd name="connsiteX14" fmla="*/ 140614 w 161879"/>
                <a:gd name="connsiteY14" fmla="*/ 28781 h 160484"/>
                <a:gd name="connsiteX15" fmla="*/ 143088 w 161879"/>
                <a:gd name="connsiteY15" fmla="*/ 16735 h 160484"/>
                <a:gd name="connsiteX16" fmla="*/ 132838 w 161879"/>
                <a:gd name="connsiteY16" fmla="*/ 7170 h 160484"/>
                <a:gd name="connsiteX17" fmla="*/ 117993 w 161879"/>
                <a:gd name="connsiteY17" fmla="*/ 22758 h 160484"/>
                <a:gd name="connsiteX18" fmla="*/ 95019 w 161879"/>
                <a:gd name="connsiteY18" fmla="*/ 114514 h 160484"/>
                <a:gd name="connsiteX19" fmla="*/ 87950 w 161879"/>
                <a:gd name="connsiteY19" fmla="*/ 127622 h 160484"/>
                <a:gd name="connsiteX20" fmla="*/ 48011 w 161879"/>
                <a:gd name="connsiteY20" fmla="*/ 152776 h 160484"/>
                <a:gd name="connsiteX21" fmla="*/ 25390 w 161879"/>
                <a:gd name="connsiteY21" fmla="*/ 119474 h 160484"/>
                <a:gd name="connsiteX22" fmla="*/ 44830 w 161879"/>
                <a:gd name="connsiteY22" fmla="*/ 41889 h 160484"/>
                <a:gd name="connsiteX23" fmla="*/ 85830 w 161879"/>
                <a:gd name="connsiteY23" fmla="*/ 7879 h 160484"/>
                <a:gd name="connsiteX24" fmla="*/ 113752 w 161879"/>
                <a:gd name="connsiteY24" fmla="*/ 39055 h 160484"/>
                <a:gd name="connsiteX25" fmla="*/ 112692 w 161879"/>
                <a:gd name="connsiteY25" fmla="*/ 45077 h 160484"/>
                <a:gd name="connsiteX26" fmla="*/ 95019 w 161879"/>
                <a:gd name="connsiteY26" fmla="*/ 114514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879" h="160484">
                  <a:moveTo>
                    <a:pt x="117993" y="22758"/>
                  </a:moveTo>
                  <a:cubicBezTo>
                    <a:pt x="111631" y="9650"/>
                    <a:pt x="101381" y="85"/>
                    <a:pt x="85476" y="85"/>
                  </a:cubicBezTo>
                  <a:cubicBezTo>
                    <a:pt x="44123" y="85"/>
                    <a:pt x="295" y="52163"/>
                    <a:pt x="295" y="103886"/>
                  </a:cubicBezTo>
                  <a:cubicBezTo>
                    <a:pt x="295" y="137188"/>
                    <a:pt x="19735" y="160570"/>
                    <a:pt x="47304" y="160570"/>
                  </a:cubicBezTo>
                  <a:cubicBezTo>
                    <a:pt x="54373" y="160570"/>
                    <a:pt x="72045" y="159153"/>
                    <a:pt x="93252" y="133999"/>
                  </a:cubicBezTo>
                  <a:cubicBezTo>
                    <a:pt x="96080" y="148879"/>
                    <a:pt x="108450" y="160570"/>
                    <a:pt x="125416" y="160570"/>
                  </a:cubicBezTo>
                  <a:cubicBezTo>
                    <a:pt x="137786" y="160570"/>
                    <a:pt x="145916" y="152421"/>
                    <a:pt x="151571" y="141085"/>
                  </a:cubicBezTo>
                  <a:cubicBezTo>
                    <a:pt x="157579" y="128331"/>
                    <a:pt x="162174" y="106720"/>
                    <a:pt x="162174" y="106012"/>
                  </a:cubicBezTo>
                  <a:cubicBezTo>
                    <a:pt x="162174" y="102469"/>
                    <a:pt x="158993" y="102469"/>
                    <a:pt x="157933" y="102469"/>
                  </a:cubicBezTo>
                  <a:cubicBezTo>
                    <a:pt x="154398" y="102469"/>
                    <a:pt x="154045" y="103886"/>
                    <a:pt x="152985" y="108846"/>
                  </a:cubicBezTo>
                  <a:cubicBezTo>
                    <a:pt x="146976" y="131874"/>
                    <a:pt x="140614" y="152776"/>
                    <a:pt x="126123" y="152776"/>
                  </a:cubicBezTo>
                  <a:cubicBezTo>
                    <a:pt x="116580" y="152776"/>
                    <a:pt x="115519" y="143565"/>
                    <a:pt x="115519" y="136479"/>
                  </a:cubicBezTo>
                  <a:cubicBezTo>
                    <a:pt x="115519" y="128685"/>
                    <a:pt x="116226" y="125851"/>
                    <a:pt x="120114" y="110263"/>
                  </a:cubicBezTo>
                  <a:cubicBezTo>
                    <a:pt x="124002" y="95384"/>
                    <a:pt x="124709" y="91841"/>
                    <a:pt x="127890" y="78379"/>
                  </a:cubicBezTo>
                  <a:lnTo>
                    <a:pt x="140614" y="28781"/>
                  </a:lnTo>
                  <a:cubicBezTo>
                    <a:pt x="143088" y="18861"/>
                    <a:pt x="143088" y="18153"/>
                    <a:pt x="143088" y="16735"/>
                  </a:cubicBezTo>
                  <a:cubicBezTo>
                    <a:pt x="143088" y="10713"/>
                    <a:pt x="138847" y="7170"/>
                    <a:pt x="132838" y="7170"/>
                  </a:cubicBezTo>
                  <a:cubicBezTo>
                    <a:pt x="124355" y="7170"/>
                    <a:pt x="119054" y="14964"/>
                    <a:pt x="117993" y="22758"/>
                  </a:cubicBezTo>
                  <a:close/>
                  <a:moveTo>
                    <a:pt x="95019" y="114514"/>
                  </a:moveTo>
                  <a:cubicBezTo>
                    <a:pt x="93252" y="120891"/>
                    <a:pt x="93252" y="121600"/>
                    <a:pt x="87950" y="127622"/>
                  </a:cubicBezTo>
                  <a:cubicBezTo>
                    <a:pt x="72399" y="147107"/>
                    <a:pt x="57907" y="152776"/>
                    <a:pt x="48011" y="152776"/>
                  </a:cubicBezTo>
                  <a:cubicBezTo>
                    <a:pt x="30338" y="152776"/>
                    <a:pt x="25390" y="133291"/>
                    <a:pt x="25390" y="119474"/>
                  </a:cubicBezTo>
                  <a:cubicBezTo>
                    <a:pt x="25390" y="101761"/>
                    <a:pt x="36700" y="58185"/>
                    <a:pt x="44830" y="41889"/>
                  </a:cubicBezTo>
                  <a:cubicBezTo>
                    <a:pt x="55787" y="20987"/>
                    <a:pt x="71692" y="7879"/>
                    <a:pt x="85830" y="7879"/>
                  </a:cubicBezTo>
                  <a:cubicBezTo>
                    <a:pt x="108804" y="7879"/>
                    <a:pt x="113752" y="36929"/>
                    <a:pt x="113752" y="39055"/>
                  </a:cubicBezTo>
                  <a:cubicBezTo>
                    <a:pt x="113752" y="41180"/>
                    <a:pt x="113045" y="43306"/>
                    <a:pt x="112692" y="45077"/>
                  </a:cubicBezTo>
                  <a:lnTo>
                    <a:pt x="95019" y="114514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8AA1586D-B736-821A-8DA3-77F5A9518D0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3352855" y="8798114"/>
              <a:ext cx="90058" cy="164665"/>
            </a:xfrm>
            <a:custGeom>
              <a:avLst/>
              <a:gdLst>
                <a:gd name="connsiteX0" fmla="*/ 56216 w 90058"/>
                <a:gd name="connsiteY0" fmla="*/ 7030 h 164665"/>
                <a:gd name="connsiteX1" fmla="*/ 48794 w 90058"/>
                <a:gd name="connsiteY1" fmla="*/ 86 h 164665"/>
                <a:gd name="connsiteX2" fmla="*/ 301 w 90058"/>
                <a:gd name="connsiteY2" fmla="*/ 15958 h 164665"/>
                <a:gd name="connsiteX3" fmla="*/ 301 w 90058"/>
                <a:gd name="connsiteY3" fmla="*/ 24885 h 164665"/>
                <a:gd name="connsiteX4" fmla="*/ 36176 w 90058"/>
                <a:gd name="connsiteY4" fmla="*/ 17941 h 164665"/>
                <a:gd name="connsiteX5" fmla="*/ 36176 w 90058"/>
                <a:gd name="connsiteY5" fmla="*/ 144416 h 164665"/>
                <a:gd name="connsiteX6" fmla="*/ 11434 w 90058"/>
                <a:gd name="connsiteY6" fmla="*/ 155824 h 164665"/>
                <a:gd name="connsiteX7" fmla="*/ 2032 w 90058"/>
                <a:gd name="connsiteY7" fmla="*/ 155824 h 164665"/>
                <a:gd name="connsiteX8" fmla="*/ 2032 w 90058"/>
                <a:gd name="connsiteY8" fmla="*/ 164752 h 164665"/>
                <a:gd name="connsiteX9" fmla="*/ 46072 w 90058"/>
                <a:gd name="connsiteY9" fmla="*/ 163760 h 164665"/>
                <a:gd name="connsiteX10" fmla="*/ 90359 w 90058"/>
                <a:gd name="connsiteY10" fmla="*/ 164752 h 164665"/>
                <a:gd name="connsiteX11" fmla="*/ 90359 w 90058"/>
                <a:gd name="connsiteY11" fmla="*/ 155824 h 164665"/>
                <a:gd name="connsiteX12" fmla="*/ 80957 w 90058"/>
                <a:gd name="connsiteY12" fmla="*/ 155824 h 164665"/>
                <a:gd name="connsiteX13" fmla="*/ 56216 w 90058"/>
                <a:gd name="connsiteY13" fmla="*/ 144416 h 164665"/>
                <a:gd name="connsiteX14" fmla="*/ 56216 w 90058"/>
                <a:gd name="connsiteY14" fmla="*/ 7030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058" h="164665">
                  <a:moveTo>
                    <a:pt x="56216" y="7030"/>
                  </a:moveTo>
                  <a:cubicBezTo>
                    <a:pt x="56216" y="334"/>
                    <a:pt x="55721" y="86"/>
                    <a:pt x="48794" y="86"/>
                  </a:cubicBezTo>
                  <a:cubicBezTo>
                    <a:pt x="32959" y="15710"/>
                    <a:pt x="10445" y="15958"/>
                    <a:pt x="301" y="15958"/>
                  </a:cubicBezTo>
                  <a:lnTo>
                    <a:pt x="301" y="24885"/>
                  </a:lnTo>
                  <a:cubicBezTo>
                    <a:pt x="6239" y="24885"/>
                    <a:pt x="22568" y="24885"/>
                    <a:pt x="36176" y="17941"/>
                  </a:cubicBezTo>
                  <a:lnTo>
                    <a:pt x="36176" y="144416"/>
                  </a:lnTo>
                  <a:cubicBezTo>
                    <a:pt x="36176" y="152600"/>
                    <a:pt x="36176" y="155824"/>
                    <a:pt x="11434" y="155824"/>
                  </a:cubicBezTo>
                  <a:lnTo>
                    <a:pt x="2032" y="155824"/>
                  </a:lnTo>
                  <a:lnTo>
                    <a:pt x="2032" y="164752"/>
                  </a:lnTo>
                  <a:cubicBezTo>
                    <a:pt x="6486" y="164504"/>
                    <a:pt x="36918" y="163760"/>
                    <a:pt x="46072" y="163760"/>
                  </a:cubicBezTo>
                  <a:cubicBezTo>
                    <a:pt x="53742" y="163760"/>
                    <a:pt x="84916" y="164504"/>
                    <a:pt x="90359" y="164752"/>
                  </a:cubicBezTo>
                  <a:lnTo>
                    <a:pt x="90359" y="155824"/>
                  </a:lnTo>
                  <a:lnTo>
                    <a:pt x="80957" y="155824"/>
                  </a:lnTo>
                  <a:cubicBezTo>
                    <a:pt x="56216" y="155824"/>
                    <a:pt x="56216" y="152600"/>
                    <a:pt x="56216" y="144416"/>
                  </a:cubicBezTo>
                  <a:lnTo>
                    <a:pt x="56216" y="7030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13E8E2A9-6CEC-1FCF-06BC-85357FC9F049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3602419" y="8779621"/>
              <a:ext cx="235042" cy="82899"/>
            </a:xfrm>
            <a:custGeom>
              <a:avLst/>
              <a:gdLst>
                <a:gd name="connsiteX0" fmla="*/ 223333 w 235042"/>
                <a:gd name="connsiteY0" fmla="*/ 14256 h 82899"/>
                <a:gd name="connsiteX1" fmla="*/ 235351 w 235042"/>
                <a:gd name="connsiteY1" fmla="*/ 7170 h 82899"/>
                <a:gd name="connsiteX2" fmla="*/ 223687 w 235042"/>
                <a:gd name="connsiteY2" fmla="*/ 85 h 82899"/>
                <a:gd name="connsiteX3" fmla="*/ 11972 w 235042"/>
                <a:gd name="connsiteY3" fmla="*/ 85 h 82899"/>
                <a:gd name="connsiteX4" fmla="*/ 308 w 235042"/>
                <a:gd name="connsiteY4" fmla="*/ 7170 h 82899"/>
                <a:gd name="connsiteX5" fmla="*/ 12325 w 235042"/>
                <a:gd name="connsiteY5" fmla="*/ 14256 h 82899"/>
                <a:gd name="connsiteX6" fmla="*/ 223333 w 235042"/>
                <a:gd name="connsiteY6" fmla="*/ 14256 h 82899"/>
                <a:gd name="connsiteX7" fmla="*/ 223687 w 235042"/>
                <a:gd name="connsiteY7" fmla="*/ 82984 h 82899"/>
                <a:gd name="connsiteX8" fmla="*/ 235351 w 235042"/>
                <a:gd name="connsiteY8" fmla="*/ 75899 h 82899"/>
                <a:gd name="connsiteX9" fmla="*/ 223333 w 235042"/>
                <a:gd name="connsiteY9" fmla="*/ 68813 h 82899"/>
                <a:gd name="connsiteX10" fmla="*/ 12325 w 235042"/>
                <a:gd name="connsiteY10" fmla="*/ 68813 h 82899"/>
                <a:gd name="connsiteX11" fmla="*/ 308 w 235042"/>
                <a:gd name="connsiteY11" fmla="*/ 75899 h 82899"/>
                <a:gd name="connsiteX12" fmla="*/ 11972 w 235042"/>
                <a:gd name="connsiteY12" fmla="*/ 82984 h 82899"/>
                <a:gd name="connsiteX13" fmla="*/ 223687 w 235042"/>
                <a:gd name="connsiteY13" fmla="*/ 8298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042" h="82899">
                  <a:moveTo>
                    <a:pt x="223333" y="14256"/>
                  </a:moveTo>
                  <a:cubicBezTo>
                    <a:pt x="228635" y="14256"/>
                    <a:pt x="235351" y="14256"/>
                    <a:pt x="235351" y="7170"/>
                  </a:cubicBezTo>
                  <a:cubicBezTo>
                    <a:pt x="235351" y="85"/>
                    <a:pt x="228635" y="85"/>
                    <a:pt x="223687" y="85"/>
                  </a:cubicBezTo>
                  <a:lnTo>
                    <a:pt x="11972" y="85"/>
                  </a:lnTo>
                  <a:cubicBezTo>
                    <a:pt x="7023" y="85"/>
                    <a:pt x="308" y="85"/>
                    <a:pt x="308" y="7170"/>
                  </a:cubicBezTo>
                  <a:cubicBezTo>
                    <a:pt x="308" y="14256"/>
                    <a:pt x="7023" y="14256"/>
                    <a:pt x="12325" y="14256"/>
                  </a:cubicBezTo>
                  <a:lnTo>
                    <a:pt x="223333" y="14256"/>
                  </a:lnTo>
                  <a:close/>
                  <a:moveTo>
                    <a:pt x="223687" y="82984"/>
                  </a:moveTo>
                  <a:cubicBezTo>
                    <a:pt x="228635" y="82984"/>
                    <a:pt x="235351" y="82984"/>
                    <a:pt x="235351" y="75899"/>
                  </a:cubicBezTo>
                  <a:cubicBezTo>
                    <a:pt x="235351" y="68813"/>
                    <a:pt x="228635" y="68813"/>
                    <a:pt x="223333" y="68813"/>
                  </a:cubicBezTo>
                  <a:lnTo>
                    <a:pt x="12325" y="68813"/>
                  </a:lnTo>
                  <a:cubicBezTo>
                    <a:pt x="7023" y="68813"/>
                    <a:pt x="308" y="68813"/>
                    <a:pt x="308" y="75899"/>
                  </a:cubicBezTo>
                  <a:cubicBezTo>
                    <a:pt x="308" y="82984"/>
                    <a:pt x="7023" y="82984"/>
                    <a:pt x="11972" y="82984"/>
                  </a:cubicBezTo>
                  <a:lnTo>
                    <a:pt x="223687" y="82984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28AD6040-641C-B3B1-77D8-563C7AB35F51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3987165" y="8673694"/>
              <a:ext cx="116637" cy="235944"/>
            </a:xfrm>
            <a:custGeom>
              <a:avLst/>
              <a:gdLst>
                <a:gd name="connsiteX0" fmla="*/ 72775 w 116637"/>
                <a:gd name="connsiteY0" fmla="*/ 9296 h 235944"/>
                <a:gd name="connsiteX1" fmla="*/ 64646 w 116637"/>
                <a:gd name="connsiteY1" fmla="*/ 85 h 235944"/>
                <a:gd name="connsiteX2" fmla="*/ 318 w 116637"/>
                <a:gd name="connsiteY2" fmla="*/ 22758 h 235944"/>
                <a:gd name="connsiteX3" fmla="*/ 318 w 116637"/>
                <a:gd name="connsiteY3" fmla="*/ 33740 h 235944"/>
                <a:gd name="connsiteX4" fmla="*/ 46620 w 116637"/>
                <a:gd name="connsiteY4" fmla="*/ 24529 h 235944"/>
                <a:gd name="connsiteX5" fmla="*/ 46620 w 116637"/>
                <a:gd name="connsiteY5" fmla="*/ 208042 h 235944"/>
                <a:gd name="connsiteX6" fmla="*/ 13749 w 116637"/>
                <a:gd name="connsiteY6" fmla="*/ 225047 h 235944"/>
                <a:gd name="connsiteX7" fmla="*/ 2439 w 116637"/>
                <a:gd name="connsiteY7" fmla="*/ 225047 h 235944"/>
                <a:gd name="connsiteX8" fmla="*/ 2439 w 116637"/>
                <a:gd name="connsiteY8" fmla="*/ 236029 h 235944"/>
                <a:gd name="connsiteX9" fmla="*/ 59698 w 116637"/>
                <a:gd name="connsiteY9" fmla="*/ 234967 h 235944"/>
                <a:gd name="connsiteX10" fmla="*/ 116956 w 116637"/>
                <a:gd name="connsiteY10" fmla="*/ 236029 h 235944"/>
                <a:gd name="connsiteX11" fmla="*/ 116956 w 116637"/>
                <a:gd name="connsiteY11" fmla="*/ 225047 h 235944"/>
                <a:gd name="connsiteX12" fmla="*/ 105646 w 116637"/>
                <a:gd name="connsiteY12" fmla="*/ 225047 h 235944"/>
                <a:gd name="connsiteX13" fmla="*/ 72775 w 116637"/>
                <a:gd name="connsiteY13" fmla="*/ 208042 h 235944"/>
                <a:gd name="connsiteX14" fmla="*/ 72775 w 116637"/>
                <a:gd name="connsiteY14" fmla="*/ 9296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637" h="235944">
                  <a:moveTo>
                    <a:pt x="72775" y="9296"/>
                  </a:moveTo>
                  <a:cubicBezTo>
                    <a:pt x="72775" y="793"/>
                    <a:pt x="72775" y="85"/>
                    <a:pt x="64646" y="85"/>
                  </a:cubicBezTo>
                  <a:cubicBezTo>
                    <a:pt x="42732" y="22758"/>
                    <a:pt x="11629" y="22758"/>
                    <a:pt x="318" y="22758"/>
                  </a:cubicBezTo>
                  <a:lnTo>
                    <a:pt x="318" y="33740"/>
                  </a:lnTo>
                  <a:cubicBezTo>
                    <a:pt x="7387" y="33740"/>
                    <a:pt x="28241" y="33740"/>
                    <a:pt x="46620" y="24529"/>
                  </a:cubicBezTo>
                  <a:lnTo>
                    <a:pt x="46620" y="208042"/>
                  </a:lnTo>
                  <a:cubicBezTo>
                    <a:pt x="46620" y="220796"/>
                    <a:pt x="45560" y="225047"/>
                    <a:pt x="13749" y="225047"/>
                  </a:cubicBezTo>
                  <a:lnTo>
                    <a:pt x="2439" y="225047"/>
                  </a:lnTo>
                  <a:lnTo>
                    <a:pt x="2439" y="236029"/>
                  </a:lnTo>
                  <a:cubicBezTo>
                    <a:pt x="14810" y="234967"/>
                    <a:pt x="45560" y="234967"/>
                    <a:pt x="59698" y="234967"/>
                  </a:cubicBezTo>
                  <a:cubicBezTo>
                    <a:pt x="73835" y="234967"/>
                    <a:pt x="104585" y="234967"/>
                    <a:pt x="116956" y="236029"/>
                  </a:cubicBezTo>
                  <a:lnTo>
                    <a:pt x="116956" y="225047"/>
                  </a:lnTo>
                  <a:lnTo>
                    <a:pt x="105646" y="225047"/>
                  </a:lnTo>
                  <a:cubicBezTo>
                    <a:pt x="73835" y="225047"/>
                    <a:pt x="72775" y="221150"/>
                    <a:pt x="72775" y="208042"/>
                  </a:cubicBezTo>
                  <a:lnTo>
                    <a:pt x="72775" y="9296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61CF0E-891C-F73E-C160-53A2F62B07FA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4162829" y="8872086"/>
              <a:ext cx="37465" cy="37552"/>
            </a:xfrm>
            <a:custGeom>
              <a:avLst/>
              <a:gdLst>
                <a:gd name="connsiteX0" fmla="*/ 37789 w 37465"/>
                <a:gd name="connsiteY0" fmla="*/ 18861 h 37552"/>
                <a:gd name="connsiteX1" fmla="*/ 19056 w 37465"/>
                <a:gd name="connsiteY1" fmla="*/ 85 h 37552"/>
                <a:gd name="connsiteX2" fmla="*/ 323 w 37465"/>
                <a:gd name="connsiteY2" fmla="*/ 18861 h 37552"/>
                <a:gd name="connsiteX3" fmla="*/ 19056 w 37465"/>
                <a:gd name="connsiteY3" fmla="*/ 37637 h 37552"/>
                <a:gd name="connsiteX4" fmla="*/ 37789 w 37465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" h="37552">
                  <a:moveTo>
                    <a:pt x="37789" y="18861"/>
                  </a:moveTo>
                  <a:cubicBezTo>
                    <a:pt x="37789" y="8587"/>
                    <a:pt x="29306" y="85"/>
                    <a:pt x="19056" y="85"/>
                  </a:cubicBezTo>
                  <a:cubicBezTo>
                    <a:pt x="8806" y="85"/>
                    <a:pt x="323" y="8587"/>
                    <a:pt x="323" y="18861"/>
                  </a:cubicBezTo>
                  <a:cubicBezTo>
                    <a:pt x="323" y="29135"/>
                    <a:pt x="8806" y="37637"/>
                    <a:pt x="19056" y="37637"/>
                  </a:cubicBezTo>
                  <a:cubicBezTo>
                    <a:pt x="29306" y="37637"/>
                    <a:pt x="37789" y="29135"/>
                    <a:pt x="37789" y="18861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61E5E873-9B25-E501-B357-FF2EB3ECAAFF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4250406" y="8670152"/>
              <a:ext cx="151629" cy="247281"/>
            </a:xfrm>
            <a:custGeom>
              <a:avLst/>
              <a:gdLst>
                <a:gd name="connsiteX0" fmla="*/ 148774 w 151629"/>
                <a:gd name="connsiteY0" fmla="*/ 23821 h 247281"/>
                <a:gd name="connsiteX1" fmla="*/ 151955 w 151629"/>
                <a:gd name="connsiteY1" fmla="*/ 11421 h 247281"/>
                <a:gd name="connsiteX2" fmla="*/ 66067 w 151629"/>
                <a:gd name="connsiteY2" fmla="*/ 11421 h 247281"/>
                <a:gd name="connsiteX3" fmla="*/ 20826 w 151629"/>
                <a:gd name="connsiteY3" fmla="*/ 85 h 247281"/>
                <a:gd name="connsiteX4" fmla="*/ 11990 w 151629"/>
                <a:gd name="connsiteY4" fmla="*/ 85 h 247281"/>
                <a:gd name="connsiteX5" fmla="*/ 326 w 151629"/>
                <a:gd name="connsiteY5" fmla="*/ 73065 h 247281"/>
                <a:gd name="connsiteX6" fmla="*/ 9162 w 151629"/>
                <a:gd name="connsiteY6" fmla="*/ 73065 h 247281"/>
                <a:gd name="connsiteX7" fmla="*/ 17998 w 151629"/>
                <a:gd name="connsiteY7" fmla="*/ 40826 h 247281"/>
                <a:gd name="connsiteX8" fmla="*/ 52636 w 151629"/>
                <a:gd name="connsiteY8" fmla="*/ 38700 h 247281"/>
                <a:gd name="connsiteX9" fmla="*/ 125800 w 151629"/>
                <a:gd name="connsiteY9" fmla="*/ 38700 h 247281"/>
                <a:gd name="connsiteX10" fmla="*/ 86214 w 151629"/>
                <a:gd name="connsiteY10" fmla="*/ 94675 h 247281"/>
                <a:gd name="connsiteX11" fmla="*/ 42740 w 151629"/>
                <a:gd name="connsiteY11" fmla="*/ 227881 h 247281"/>
                <a:gd name="connsiteX12" fmla="*/ 58998 w 151629"/>
                <a:gd name="connsiteY12" fmla="*/ 247366 h 247281"/>
                <a:gd name="connsiteX13" fmla="*/ 75257 w 151629"/>
                <a:gd name="connsiteY13" fmla="*/ 227881 h 247281"/>
                <a:gd name="connsiteX14" fmla="*/ 75257 w 151629"/>
                <a:gd name="connsiteY14" fmla="*/ 209813 h 247281"/>
                <a:gd name="connsiteX15" fmla="*/ 79145 w 151629"/>
                <a:gd name="connsiteY15" fmla="*/ 151713 h 247281"/>
                <a:gd name="connsiteX16" fmla="*/ 101059 w 151629"/>
                <a:gd name="connsiteY16" fmla="*/ 91132 h 247281"/>
                <a:gd name="connsiteX17" fmla="*/ 148774 w 151629"/>
                <a:gd name="connsiteY17" fmla="*/ 23821 h 247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629" h="247281">
                  <a:moveTo>
                    <a:pt x="148774" y="23821"/>
                  </a:moveTo>
                  <a:cubicBezTo>
                    <a:pt x="151955" y="19570"/>
                    <a:pt x="151955" y="18861"/>
                    <a:pt x="151955" y="11421"/>
                  </a:cubicBezTo>
                  <a:lnTo>
                    <a:pt x="66067" y="11421"/>
                  </a:lnTo>
                  <a:cubicBezTo>
                    <a:pt x="22947" y="11421"/>
                    <a:pt x="22240" y="6816"/>
                    <a:pt x="20826" y="85"/>
                  </a:cubicBezTo>
                  <a:lnTo>
                    <a:pt x="11990" y="85"/>
                  </a:lnTo>
                  <a:lnTo>
                    <a:pt x="326" y="73065"/>
                  </a:lnTo>
                  <a:lnTo>
                    <a:pt x="9162" y="73065"/>
                  </a:lnTo>
                  <a:cubicBezTo>
                    <a:pt x="10223" y="67396"/>
                    <a:pt x="13404" y="45077"/>
                    <a:pt x="17998" y="40826"/>
                  </a:cubicBezTo>
                  <a:cubicBezTo>
                    <a:pt x="20473" y="38700"/>
                    <a:pt x="48041" y="38700"/>
                    <a:pt x="52636" y="38700"/>
                  </a:cubicBezTo>
                  <a:lnTo>
                    <a:pt x="125800" y="38700"/>
                  </a:lnTo>
                  <a:cubicBezTo>
                    <a:pt x="121912" y="44369"/>
                    <a:pt x="93990" y="82984"/>
                    <a:pt x="86214" y="94675"/>
                  </a:cubicBezTo>
                  <a:cubicBezTo>
                    <a:pt x="54404" y="142502"/>
                    <a:pt x="42740" y="191746"/>
                    <a:pt x="42740" y="227881"/>
                  </a:cubicBezTo>
                  <a:cubicBezTo>
                    <a:pt x="42740" y="231424"/>
                    <a:pt x="42740" y="247366"/>
                    <a:pt x="58998" y="247366"/>
                  </a:cubicBezTo>
                  <a:cubicBezTo>
                    <a:pt x="75257" y="247366"/>
                    <a:pt x="75257" y="231424"/>
                    <a:pt x="75257" y="227881"/>
                  </a:cubicBezTo>
                  <a:lnTo>
                    <a:pt x="75257" y="209813"/>
                  </a:lnTo>
                  <a:cubicBezTo>
                    <a:pt x="75257" y="190328"/>
                    <a:pt x="76317" y="170844"/>
                    <a:pt x="79145" y="151713"/>
                  </a:cubicBezTo>
                  <a:cubicBezTo>
                    <a:pt x="80559" y="143565"/>
                    <a:pt x="85507" y="113097"/>
                    <a:pt x="101059" y="91132"/>
                  </a:cubicBezTo>
                  <a:lnTo>
                    <a:pt x="148774" y="23821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7141AAF-9B46-D4BB-65DE-4D43824CC639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4425009" y="8673694"/>
              <a:ext cx="141025" cy="243738"/>
            </a:xfrm>
            <a:custGeom>
              <a:avLst/>
              <a:gdLst>
                <a:gd name="connsiteX0" fmla="*/ 141357 w 141025"/>
                <a:gd name="connsiteY0" fmla="*/ 164821 h 243738"/>
                <a:gd name="connsiteX1" fmla="*/ 74202 w 141025"/>
                <a:gd name="connsiteY1" fmla="*/ 87235 h 243738"/>
                <a:gd name="connsiteX2" fmla="*/ 29314 w 141025"/>
                <a:gd name="connsiteY2" fmla="*/ 105303 h 243738"/>
                <a:gd name="connsiteX3" fmla="*/ 29314 w 141025"/>
                <a:gd name="connsiteY3" fmla="*/ 36220 h 243738"/>
                <a:gd name="connsiteX4" fmla="*/ 59357 w 141025"/>
                <a:gd name="connsiteY4" fmla="*/ 40826 h 243738"/>
                <a:gd name="connsiteX5" fmla="*/ 127572 w 141025"/>
                <a:gd name="connsiteY5" fmla="*/ 3982 h 243738"/>
                <a:gd name="connsiteX6" fmla="*/ 124038 w 141025"/>
                <a:gd name="connsiteY6" fmla="*/ 85 h 243738"/>
                <a:gd name="connsiteX7" fmla="*/ 121210 w 141025"/>
                <a:gd name="connsiteY7" fmla="*/ 1148 h 243738"/>
                <a:gd name="connsiteX8" fmla="*/ 73141 w 141025"/>
                <a:gd name="connsiteY8" fmla="*/ 11421 h 243738"/>
                <a:gd name="connsiteX9" fmla="*/ 26133 w 141025"/>
                <a:gd name="connsiteY9" fmla="*/ 1502 h 243738"/>
                <a:gd name="connsiteX10" fmla="*/ 21891 w 141025"/>
                <a:gd name="connsiteY10" fmla="*/ 439 h 243738"/>
                <a:gd name="connsiteX11" fmla="*/ 18357 w 141025"/>
                <a:gd name="connsiteY11" fmla="*/ 8941 h 243738"/>
                <a:gd name="connsiteX12" fmla="*/ 18357 w 141025"/>
                <a:gd name="connsiteY12" fmla="*/ 113806 h 243738"/>
                <a:gd name="connsiteX13" fmla="*/ 23305 w 141025"/>
                <a:gd name="connsiteY13" fmla="*/ 123017 h 243738"/>
                <a:gd name="connsiteX14" fmla="*/ 27900 w 141025"/>
                <a:gd name="connsiteY14" fmla="*/ 119828 h 243738"/>
                <a:gd name="connsiteX15" fmla="*/ 73495 w 141025"/>
                <a:gd name="connsiteY15" fmla="*/ 95029 h 243738"/>
                <a:gd name="connsiteX16" fmla="*/ 103538 w 141025"/>
                <a:gd name="connsiteY16" fmla="*/ 117703 h 243738"/>
                <a:gd name="connsiteX17" fmla="*/ 109900 w 141025"/>
                <a:gd name="connsiteY17" fmla="*/ 162341 h 243738"/>
                <a:gd name="connsiteX18" fmla="*/ 101417 w 141025"/>
                <a:gd name="connsiteY18" fmla="*/ 210876 h 243738"/>
                <a:gd name="connsiteX19" fmla="*/ 63598 w 141025"/>
                <a:gd name="connsiteY19" fmla="*/ 233904 h 243738"/>
                <a:gd name="connsiteX20" fmla="*/ 11641 w 141025"/>
                <a:gd name="connsiteY20" fmla="*/ 194225 h 243738"/>
                <a:gd name="connsiteX21" fmla="*/ 17650 w 141025"/>
                <a:gd name="connsiteY21" fmla="*/ 194934 h 243738"/>
                <a:gd name="connsiteX22" fmla="*/ 35322 w 141025"/>
                <a:gd name="connsiteY22" fmla="*/ 177575 h 243738"/>
                <a:gd name="connsiteX23" fmla="*/ 17650 w 141025"/>
                <a:gd name="connsiteY23" fmla="*/ 160215 h 243738"/>
                <a:gd name="connsiteX24" fmla="*/ 331 w 141025"/>
                <a:gd name="connsiteY24" fmla="*/ 178992 h 243738"/>
                <a:gd name="connsiteX25" fmla="*/ 64305 w 141025"/>
                <a:gd name="connsiteY25" fmla="*/ 243823 h 243738"/>
                <a:gd name="connsiteX26" fmla="*/ 141357 w 141025"/>
                <a:gd name="connsiteY26" fmla="*/ 16482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025" h="243738">
                  <a:moveTo>
                    <a:pt x="141357" y="164821"/>
                  </a:moveTo>
                  <a:cubicBezTo>
                    <a:pt x="141357" y="122663"/>
                    <a:pt x="112374" y="87235"/>
                    <a:pt x="74202" y="87235"/>
                  </a:cubicBezTo>
                  <a:cubicBezTo>
                    <a:pt x="57236" y="87235"/>
                    <a:pt x="42038" y="92904"/>
                    <a:pt x="29314" y="105303"/>
                  </a:cubicBezTo>
                  <a:lnTo>
                    <a:pt x="29314" y="36220"/>
                  </a:lnTo>
                  <a:cubicBezTo>
                    <a:pt x="36383" y="38346"/>
                    <a:pt x="48046" y="40826"/>
                    <a:pt x="59357" y="40826"/>
                  </a:cubicBezTo>
                  <a:cubicBezTo>
                    <a:pt x="102831" y="40826"/>
                    <a:pt x="127572" y="8587"/>
                    <a:pt x="127572" y="3982"/>
                  </a:cubicBezTo>
                  <a:cubicBezTo>
                    <a:pt x="127572" y="1856"/>
                    <a:pt x="126512" y="85"/>
                    <a:pt x="124038" y="85"/>
                  </a:cubicBezTo>
                  <a:cubicBezTo>
                    <a:pt x="123684" y="85"/>
                    <a:pt x="122977" y="85"/>
                    <a:pt x="121210" y="1148"/>
                  </a:cubicBezTo>
                  <a:cubicBezTo>
                    <a:pt x="114141" y="4336"/>
                    <a:pt x="96822" y="11421"/>
                    <a:pt x="73141" y="11421"/>
                  </a:cubicBezTo>
                  <a:cubicBezTo>
                    <a:pt x="59003" y="11421"/>
                    <a:pt x="42745" y="8941"/>
                    <a:pt x="26133" y="1502"/>
                  </a:cubicBezTo>
                  <a:cubicBezTo>
                    <a:pt x="23305" y="439"/>
                    <a:pt x="22598" y="439"/>
                    <a:pt x="21891" y="439"/>
                  </a:cubicBezTo>
                  <a:cubicBezTo>
                    <a:pt x="18357" y="439"/>
                    <a:pt x="18357" y="3273"/>
                    <a:pt x="18357" y="8941"/>
                  </a:cubicBezTo>
                  <a:lnTo>
                    <a:pt x="18357" y="113806"/>
                  </a:lnTo>
                  <a:cubicBezTo>
                    <a:pt x="18357" y="120183"/>
                    <a:pt x="18357" y="123017"/>
                    <a:pt x="23305" y="123017"/>
                  </a:cubicBezTo>
                  <a:cubicBezTo>
                    <a:pt x="25779" y="123017"/>
                    <a:pt x="26486" y="121954"/>
                    <a:pt x="27900" y="119828"/>
                  </a:cubicBezTo>
                  <a:cubicBezTo>
                    <a:pt x="31788" y="114160"/>
                    <a:pt x="44865" y="95029"/>
                    <a:pt x="73495" y="95029"/>
                  </a:cubicBezTo>
                  <a:cubicBezTo>
                    <a:pt x="91874" y="95029"/>
                    <a:pt x="100710" y="111326"/>
                    <a:pt x="103538" y="117703"/>
                  </a:cubicBezTo>
                  <a:cubicBezTo>
                    <a:pt x="109193" y="130811"/>
                    <a:pt x="109900" y="144627"/>
                    <a:pt x="109900" y="162341"/>
                  </a:cubicBezTo>
                  <a:cubicBezTo>
                    <a:pt x="109900" y="174741"/>
                    <a:pt x="109900" y="195997"/>
                    <a:pt x="101417" y="210876"/>
                  </a:cubicBezTo>
                  <a:cubicBezTo>
                    <a:pt x="92934" y="224693"/>
                    <a:pt x="79857" y="233904"/>
                    <a:pt x="63598" y="233904"/>
                  </a:cubicBezTo>
                  <a:cubicBezTo>
                    <a:pt x="37797" y="233904"/>
                    <a:pt x="17650" y="215127"/>
                    <a:pt x="11641" y="194225"/>
                  </a:cubicBezTo>
                  <a:cubicBezTo>
                    <a:pt x="12702" y="194580"/>
                    <a:pt x="13762" y="194934"/>
                    <a:pt x="17650" y="194934"/>
                  </a:cubicBezTo>
                  <a:cubicBezTo>
                    <a:pt x="29314" y="194934"/>
                    <a:pt x="35322" y="186077"/>
                    <a:pt x="35322" y="177575"/>
                  </a:cubicBezTo>
                  <a:cubicBezTo>
                    <a:pt x="35322" y="169072"/>
                    <a:pt x="29314" y="160215"/>
                    <a:pt x="17650" y="160215"/>
                  </a:cubicBezTo>
                  <a:cubicBezTo>
                    <a:pt x="12702" y="160215"/>
                    <a:pt x="331" y="162695"/>
                    <a:pt x="331" y="178992"/>
                  </a:cubicBezTo>
                  <a:cubicBezTo>
                    <a:pt x="331" y="209459"/>
                    <a:pt x="24719" y="243823"/>
                    <a:pt x="64305" y="243823"/>
                  </a:cubicBezTo>
                  <a:cubicBezTo>
                    <a:pt x="105305" y="243823"/>
                    <a:pt x="141357" y="209813"/>
                    <a:pt x="141357" y="164821"/>
                  </a:cubicBez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D756A7A-46D7-5084-5828-65DF30A599A3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4593958" y="8669797"/>
              <a:ext cx="156577" cy="239841"/>
            </a:xfrm>
            <a:custGeom>
              <a:avLst/>
              <a:gdLst>
                <a:gd name="connsiteX0" fmla="*/ 94353 w 156577"/>
                <a:gd name="connsiteY0" fmla="*/ 181472 h 239841"/>
                <a:gd name="connsiteX1" fmla="*/ 94353 w 156577"/>
                <a:gd name="connsiteY1" fmla="*/ 212293 h 239841"/>
                <a:gd name="connsiteX2" fmla="*/ 67491 w 156577"/>
                <a:gd name="connsiteY2" fmla="*/ 228944 h 239841"/>
                <a:gd name="connsiteX3" fmla="*/ 60069 w 156577"/>
                <a:gd name="connsiteY3" fmla="*/ 228944 h 239841"/>
                <a:gd name="connsiteX4" fmla="*/ 60069 w 156577"/>
                <a:gd name="connsiteY4" fmla="*/ 239926 h 239841"/>
                <a:gd name="connsiteX5" fmla="*/ 107784 w 156577"/>
                <a:gd name="connsiteY5" fmla="*/ 238864 h 239841"/>
                <a:gd name="connsiteX6" fmla="*/ 155853 w 156577"/>
                <a:gd name="connsiteY6" fmla="*/ 239926 h 239841"/>
                <a:gd name="connsiteX7" fmla="*/ 155853 w 156577"/>
                <a:gd name="connsiteY7" fmla="*/ 228944 h 239841"/>
                <a:gd name="connsiteX8" fmla="*/ 148431 w 156577"/>
                <a:gd name="connsiteY8" fmla="*/ 228944 h 239841"/>
                <a:gd name="connsiteX9" fmla="*/ 121569 w 156577"/>
                <a:gd name="connsiteY9" fmla="*/ 212293 h 239841"/>
                <a:gd name="connsiteX10" fmla="*/ 121569 w 156577"/>
                <a:gd name="connsiteY10" fmla="*/ 181472 h 239841"/>
                <a:gd name="connsiteX11" fmla="*/ 156913 w 156577"/>
                <a:gd name="connsiteY11" fmla="*/ 181472 h 239841"/>
                <a:gd name="connsiteX12" fmla="*/ 156913 w 156577"/>
                <a:gd name="connsiteY12" fmla="*/ 170489 h 239841"/>
                <a:gd name="connsiteX13" fmla="*/ 121569 w 156577"/>
                <a:gd name="connsiteY13" fmla="*/ 170489 h 239841"/>
                <a:gd name="connsiteX14" fmla="*/ 121569 w 156577"/>
                <a:gd name="connsiteY14" fmla="*/ 9296 h 239841"/>
                <a:gd name="connsiteX15" fmla="*/ 115913 w 156577"/>
                <a:gd name="connsiteY15" fmla="*/ 85 h 239841"/>
                <a:gd name="connsiteX16" fmla="*/ 108844 w 156577"/>
                <a:gd name="connsiteY16" fmla="*/ 4336 h 239841"/>
                <a:gd name="connsiteX17" fmla="*/ 336 w 156577"/>
                <a:gd name="connsiteY17" fmla="*/ 170489 h 239841"/>
                <a:gd name="connsiteX18" fmla="*/ 336 w 156577"/>
                <a:gd name="connsiteY18" fmla="*/ 181472 h 239841"/>
                <a:gd name="connsiteX19" fmla="*/ 94353 w 156577"/>
                <a:gd name="connsiteY19" fmla="*/ 181472 h 239841"/>
                <a:gd name="connsiteX20" fmla="*/ 96474 w 156577"/>
                <a:gd name="connsiteY20" fmla="*/ 170489 h 239841"/>
                <a:gd name="connsiteX21" fmla="*/ 10233 w 156577"/>
                <a:gd name="connsiteY21" fmla="*/ 170489 h 239841"/>
                <a:gd name="connsiteX22" fmla="*/ 96474 w 156577"/>
                <a:gd name="connsiteY22" fmla="*/ 38346 h 239841"/>
                <a:gd name="connsiteX23" fmla="*/ 96474 w 156577"/>
                <a:gd name="connsiteY23" fmla="*/ 170489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577" h="239841">
                  <a:moveTo>
                    <a:pt x="94353" y="181472"/>
                  </a:moveTo>
                  <a:lnTo>
                    <a:pt x="94353" y="212293"/>
                  </a:lnTo>
                  <a:cubicBezTo>
                    <a:pt x="94353" y="225047"/>
                    <a:pt x="93646" y="228944"/>
                    <a:pt x="67491" y="228944"/>
                  </a:cubicBezTo>
                  <a:lnTo>
                    <a:pt x="60069" y="228944"/>
                  </a:lnTo>
                  <a:lnTo>
                    <a:pt x="60069" y="239926"/>
                  </a:lnTo>
                  <a:cubicBezTo>
                    <a:pt x="74560" y="238864"/>
                    <a:pt x="92939" y="238864"/>
                    <a:pt x="107784" y="238864"/>
                  </a:cubicBezTo>
                  <a:cubicBezTo>
                    <a:pt x="122629" y="238864"/>
                    <a:pt x="141362" y="238864"/>
                    <a:pt x="155853" y="239926"/>
                  </a:cubicBezTo>
                  <a:lnTo>
                    <a:pt x="155853" y="228944"/>
                  </a:lnTo>
                  <a:lnTo>
                    <a:pt x="148431" y="228944"/>
                  </a:lnTo>
                  <a:cubicBezTo>
                    <a:pt x="122275" y="228944"/>
                    <a:pt x="121569" y="225047"/>
                    <a:pt x="121569" y="212293"/>
                  </a:cubicBezTo>
                  <a:lnTo>
                    <a:pt x="121569" y="181472"/>
                  </a:lnTo>
                  <a:lnTo>
                    <a:pt x="156913" y="181472"/>
                  </a:lnTo>
                  <a:lnTo>
                    <a:pt x="156913" y="170489"/>
                  </a:lnTo>
                  <a:lnTo>
                    <a:pt x="121569" y="170489"/>
                  </a:lnTo>
                  <a:lnTo>
                    <a:pt x="121569" y="9296"/>
                  </a:lnTo>
                  <a:cubicBezTo>
                    <a:pt x="121569" y="2210"/>
                    <a:pt x="121569" y="85"/>
                    <a:pt x="115913" y="85"/>
                  </a:cubicBezTo>
                  <a:cubicBezTo>
                    <a:pt x="112732" y="85"/>
                    <a:pt x="111672" y="85"/>
                    <a:pt x="108844" y="4336"/>
                  </a:cubicBezTo>
                  <a:lnTo>
                    <a:pt x="336" y="170489"/>
                  </a:lnTo>
                  <a:lnTo>
                    <a:pt x="336" y="181472"/>
                  </a:lnTo>
                  <a:lnTo>
                    <a:pt x="94353" y="181472"/>
                  </a:lnTo>
                  <a:close/>
                  <a:moveTo>
                    <a:pt x="96474" y="170489"/>
                  </a:moveTo>
                  <a:lnTo>
                    <a:pt x="10233" y="170489"/>
                  </a:lnTo>
                  <a:lnTo>
                    <a:pt x="96474" y="38346"/>
                  </a:lnTo>
                  <a:lnTo>
                    <a:pt x="96474" y="170489"/>
                  </a:lnTo>
                  <a:close/>
                </a:path>
              </a:pathLst>
            </a:custGeom>
            <a:grpFill/>
            <a:ln w="3540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918" name="Group 917">
            <a:extLst>
              <a:ext uri="{FF2B5EF4-FFF2-40B4-BE49-F238E27FC236}">
                <a16:creationId xmlns:a16="http://schemas.microsoft.com/office/drawing/2014/main" id="{707BA662-7F5B-D044-A94F-9FCD597208BA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3083475" y="6151254"/>
            <a:ext cx="6729938" cy="411633"/>
            <a:chOff x="7516041" y="5298693"/>
            <a:chExt cx="6729938" cy="41163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38A3464F-EA41-2FD7-CAF2-F535EFF6446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516041" y="5459598"/>
              <a:ext cx="163967" cy="234423"/>
            </a:xfrm>
            <a:custGeom>
              <a:avLst/>
              <a:gdLst>
                <a:gd name="connsiteX0" fmla="*/ 162684 w 163967"/>
                <a:gd name="connsiteY0" fmla="*/ 22186 h 234423"/>
                <a:gd name="connsiteX1" fmla="*/ 164106 w 163967"/>
                <a:gd name="connsiteY1" fmla="*/ 13853 h 234423"/>
                <a:gd name="connsiteX2" fmla="*/ 153792 w 163967"/>
                <a:gd name="connsiteY2" fmla="*/ 4070 h 234423"/>
                <a:gd name="connsiteX3" fmla="*/ 141343 w 163967"/>
                <a:gd name="connsiteY3" fmla="*/ 11679 h 234423"/>
                <a:gd name="connsiteX4" fmla="*/ 136364 w 163967"/>
                <a:gd name="connsiteY4" fmla="*/ 31244 h 234423"/>
                <a:gd name="connsiteX5" fmla="*/ 129250 w 163967"/>
                <a:gd name="connsiteY5" fmla="*/ 60230 h 234423"/>
                <a:gd name="connsiteX6" fmla="*/ 113244 w 163967"/>
                <a:gd name="connsiteY6" fmla="*/ 125449 h 234423"/>
                <a:gd name="connsiteX7" fmla="*/ 73053 w 163967"/>
                <a:gd name="connsiteY7" fmla="*/ 156246 h 234423"/>
                <a:gd name="connsiteX8" fmla="*/ 51001 w 163967"/>
                <a:gd name="connsiteY8" fmla="*/ 126898 h 234423"/>
                <a:gd name="connsiteX9" fmla="*/ 69140 w 163967"/>
                <a:gd name="connsiteY9" fmla="*/ 55882 h 234423"/>
                <a:gd name="connsiteX10" fmla="*/ 76254 w 163967"/>
                <a:gd name="connsiteY10" fmla="*/ 29795 h 234423"/>
                <a:gd name="connsiteX11" fmla="*/ 47088 w 163967"/>
                <a:gd name="connsiteY11" fmla="*/ 85 h 234423"/>
                <a:gd name="connsiteX12" fmla="*/ 139 w 163967"/>
                <a:gd name="connsiteY12" fmla="*/ 55882 h 234423"/>
                <a:gd name="connsiteX13" fmla="*/ 4407 w 163967"/>
                <a:gd name="connsiteY13" fmla="*/ 59506 h 234423"/>
                <a:gd name="connsiteX14" fmla="*/ 10098 w 163967"/>
                <a:gd name="connsiteY14" fmla="*/ 52984 h 234423"/>
                <a:gd name="connsiteX15" fmla="*/ 46021 w 163967"/>
                <a:gd name="connsiteY15" fmla="*/ 8056 h 234423"/>
                <a:gd name="connsiteX16" fmla="*/ 54913 w 163967"/>
                <a:gd name="connsiteY16" fmla="*/ 19650 h 234423"/>
                <a:gd name="connsiteX17" fmla="*/ 48867 w 163967"/>
                <a:gd name="connsiteY17" fmla="*/ 45013 h 234423"/>
                <a:gd name="connsiteX18" fmla="*/ 28238 w 163967"/>
                <a:gd name="connsiteY18" fmla="*/ 121101 h 234423"/>
                <a:gd name="connsiteX19" fmla="*/ 71630 w 163967"/>
                <a:gd name="connsiteY19" fmla="*/ 164217 h 234423"/>
                <a:gd name="connsiteX20" fmla="*/ 107554 w 163967"/>
                <a:gd name="connsiteY20" fmla="*/ 147913 h 234423"/>
                <a:gd name="connsiteX21" fmla="*/ 84435 w 163967"/>
                <a:gd name="connsiteY21" fmla="*/ 203710 h 234423"/>
                <a:gd name="connsiteX22" fmla="*/ 45310 w 163967"/>
                <a:gd name="connsiteY22" fmla="*/ 226537 h 234423"/>
                <a:gd name="connsiteX23" fmla="*/ 18279 w 163967"/>
                <a:gd name="connsiteY23" fmla="*/ 211319 h 234423"/>
                <a:gd name="connsiteX24" fmla="*/ 33573 w 163967"/>
                <a:gd name="connsiteY24" fmla="*/ 206971 h 234423"/>
                <a:gd name="connsiteX25" fmla="*/ 40686 w 163967"/>
                <a:gd name="connsiteY25" fmla="*/ 192116 h 234423"/>
                <a:gd name="connsiteX26" fmla="*/ 27526 w 163967"/>
                <a:gd name="connsiteY26" fmla="*/ 179435 h 234423"/>
                <a:gd name="connsiteX27" fmla="*/ 7608 w 163967"/>
                <a:gd name="connsiteY27" fmla="*/ 202986 h 234423"/>
                <a:gd name="connsiteX28" fmla="*/ 45310 w 163967"/>
                <a:gd name="connsiteY28" fmla="*/ 234508 h 234423"/>
                <a:gd name="connsiteX29" fmla="*/ 128539 w 163967"/>
                <a:gd name="connsiteY29" fmla="*/ 160594 h 234423"/>
                <a:gd name="connsiteX30" fmla="*/ 162684 w 163967"/>
                <a:gd name="connsiteY30" fmla="*/ 22186 h 23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967" h="234423">
                  <a:moveTo>
                    <a:pt x="162684" y="22186"/>
                  </a:moveTo>
                  <a:cubicBezTo>
                    <a:pt x="164106" y="17114"/>
                    <a:pt x="164106" y="16389"/>
                    <a:pt x="164106" y="13853"/>
                  </a:cubicBezTo>
                  <a:cubicBezTo>
                    <a:pt x="164106" y="7331"/>
                    <a:pt x="159127" y="4070"/>
                    <a:pt x="153792" y="4070"/>
                  </a:cubicBezTo>
                  <a:cubicBezTo>
                    <a:pt x="150235" y="4070"/>
                    <a:pt x="144544" y="6244"/>
                    <a:pt x="141343" y="11679"/>
                  </a:cubicBezTo>
                  <a:cubicBezTo>
                    <a:pt x="140632" y="13491"/>
                    <a:pt x="137786" y="24723"/>
                    <a:pt x="136364" y="31244"/>
                  </a:cubicBezTo>
                  <a:cubicBezTo>
                    <a:pt x="133874" y="40665"/>
                    <a:pt x="131384" y="50448"/>
                    <a:pt x="129250" y="60230"/>
                  </a:cubicBezTo>
                  <a:lnTo>
                    <a:pt x="113244" y="125449"/>
                  </a:lnTo>
                  <a:cubicBezTo>
                    <a:pt x="111822" y="130883"/>
                    <a:pt x="96528" y="156246"/>
                    <a:pt x="73053" y="156246"/>
                  </a:cubicBezTo>
                  <a:cubicBezTo>
                    <a:pt x="54913" y="156246"/>
                    <a:pt x="51001" y="140304"/>
                    <a:pt x="51001" y="126898"/>
                  </a:cubicBezTo>
                  <a:cubicBezTo>
                    <a:pt x="51001" y="110231"/>
                    <a:pt x="57047" y="87767"/>
                    <a:pt x="69140" y="55882"/>
                  </a:cubicBezTo>
                  <a:cubicBezTo>
                    <a:pt x="74831" y="41027"/>
                    <a:pt x="76254" y="37042"/>
                    <a:pt x="76254" y="29795"/>
                  </a:cubicBezTo>
                  <a:cubicBezTo>
                    <a:pt x="76254" y="13491"/>
                    <a:pt x="64872" y="85"/>
                    <a:pt x="47088" y="85"/>
                  </a:cubicBezTo>
                  <a:cubicBezTo>
                    <a:pt x="13299" y="85"/>
                    <a:pt x="139" y="52622"/>
                    <a:pt x="139" y="55882"/>
                  </a:cubicBezTo>
                  <a:cubicBezTo>
                    <a:pt x="139" y="59506"/>
                    <a:pt x="3696" y="59506"/>
                    <a:pt x="4407" y="59506"/>
                  </a:cubicBezTo>
                  <a:cubicBezTo>
                    <a:pt x="7964" y="59506"/>
                    <a:pt x="8320" y="58781"/>
                    <a:pt x="10098" y="52984"/>
                  </a:cubicBezTo>
                  <a:cubicBezTo>
                    <a:pt x="19701" y="18925"/>
                    <a:pt x="33928" y="8056"/>
                    <a:pt x="46021" y="8056"/>
                  </a:cubicBezTo>
                  <a:cubicBezTo>
                    <a:pt x="48867" y="8056"/>
                    <a:pt x="54913" y="8056"/>
                    <a:pt x="54913" y="19650"/>
                  </a:cubicBezTo>
                  <a:cubicBezTo>
                    <a:pt x="54913" y="28708"/>
                    <a:pt x="51357" y="38129"/>
                    <a:pt x="48867" y="45013"/>
                  </a:cubicBezTo>
                  <a:cubicBezTo>
                    <a:pt x="34640" y="83419"/>
                    <a:pt x="28238" y="104071"/>
                    <a:pt x="28238" y="121101"/>
                  </a:cubicBezTo>
                  <a:cubicBezTo>
                    <a:pt x="28238" y="153347"/>
                    <a:pt x="50645" y="164217"/>
                    <a:pt x="71630" y="164217"/>
                  </a:cubicBezTo>
                  <a:cubicBezTo>
                    <a:pt x="85502" y="164217"/>
                    <a:pt x="97595" y="158058"/>
                    <a:pt x="107554" y="147913"/>
                  </a:cubicBezTo>
                  <a:cubicBezTo>
                    <a:pt x="102930" y="166753"/>
                    <a:pt x="98662" y="184507"/>
                    <a:pt x="84435" y="203710"/>
                  </a:cubicBezTo>
                  <a:cubicBezTo>
                    <a:pt x="75187" y="216029"/>
                    <a:pt x="61671" y="226537"/>
                    <a:pt x="45310" y="226537"/>
                  </a:cubicBezTo>
                  <a:cubicBezTo>
                    <a:pt x="40331" y="226537"/>
                    <a:pt x="24325" y="225450"/>
                    <a:pt x="18279" y="211319"/>
                  </a:cubicBezTo>
                  <a:cubicBezTo>
                    <a:pt x="23969" y="211319"/>
                    <a:pt x="28593" y="211319"/>
                    <a:pt x="33573" y="206971"/>
                  </a:cubicBezTo>
                  <a:cubicBezTo>
                    <a:pt x="37130" y="203710"/>
                    <a:pt x="40686" y="199000"/>
                    <a:pt x="40686" y="192116"/>
                  </a:cubicBezTo>
                  <a:cubicBezTo>
                    <a:pt x="40686" y="180884"/>
                    <a:pt x="31083" y="179435"/>
                    <a:pt x="27526" y="179435"/>
                  </a:cubicBezTo>
                  <a:cubicBezTo>
                    <a:pt x="19346" y="179435"/>
                    <a:pt x="7608" y="185232"/>
                    <a:pt x="7608" y="202986"/>
                  </a:cubicBezTo>
                  <a:cubicBezTo>
                    <a:pt x="7608" y="221102"/>
                    <a:pt x="23258" y="234508"/>
                    <a:pt x="45310" y="234508"/>
                  </a:cubicBezTo>
                  <a:cubicBezTo>
                    <a:pt x="81945" y="234508"/>
                    <a:pt x="118580" y="201536"/>
                    <a:pt x="128539" y="160594"/>
                  </a:cubicBezTo>
                  <a:lnTo>
                    <a:pt x="162684" y="22186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9D86B305-0ECA-8682-2978-D5604A3E2F6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811584" y="5486772"/>
              <a:ext cx="236525" cy="84783"/>
            </a:xfrm>
            <a:custGeom>
              <a:avLst/>
              <a:gdLst>
                <a:gd name="connsiteX0" fmla="*/ 224580 w 236525"/>
                <a:gd name="connsiteY0" fmla="*/ 14578 h 84783"/>
                <a:gd name="connsiteX1" fmla="*/ 236673 w 236525"/>
                <a:gd name="connsiteY1" fmla="*/ 7331 h 84783"/>
                <a:gd name="connsiteX2" fmla="*/ 224935 w 236525"/>
                <a:gd name="connsiteY2" fmla="*/ 85 h 84783"/>
                <a:gd name="connsiteX3" fmla="*/ 11884 w 236525"/>
                <a:gd name="connsiteY3" fmla="*/ 85 h 84783"/>
                <a:gd name="connsiteX4" fmla="*/ 147 w 236525"/>
                <a:gd name="connsiteY4" fmla="*/ 7331 h 84783"/>
                <a:gd name="connsiteX5" fmla="*/ 12240 w 236525"/>
                <a:gd name="connsiteY5" fmla="*/ 14578 h 84783"/>
                <a:gd name="connsiteX6" fmla="*/ 224580 w 236525"/>
                <a:gd name="connsiteY6" fmla="*/ 14578 h 84783"/>
                <a:gd name="connsiteX7" fmla="*/ 224935 w 236525"/>
                <a:gd name="connsiteY7" fmla="*/ 84868 h 84783"/>
                <a:gd name="connsiteX8" fmla="*/ 236673 w 236525"/>
                <a:gd name="connsiteY8" fmla="*/ 77622 h 84783"/>
                <a:gd name="connsiteX9" fmla="*/ 224580 w 236525"/>
                <a:gd name="connsiteY9" fmla="*/ 70375 h 84783"/>
                <a:gd name="connsiteX10" fmla="*/ 12240 w 236525"/>
                <a:gd name="connsiteY10" fmla="*/ 70375 h 84783"/>
                <a:gd name="connsiteX11" fmla="*/ 147 w 236525"/>
                <a:gd name="connsiteY11" fmla="*/ 77622 h 84783"/>
                <a:gd name="connsiteX12" fmla="*/ 11884 w 236525"/>
                <a:gd name="connsiteY12" fmla="*/ 84868 h 84783"/>
                <a:gd name="connsiteX13" fmla="*/ 224935 w 236525"/>
                <a:gd name="connsiteY13" fmla="*/ 84868 h 84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525" h="84783">
                  <a:moveTo>
                    <a:pt x="224580" y="14578"/>
                  </a:moveTo>
                  <a:cubicBezTo>
                    <a:pt x="229915" y="14578"/>
                    <a:pt x="236673" y="14578"/>
                    <a:pt x="236673" y="7331"/>
                  </a:cubicBezTo>
                  <a:cubicBezTo>
                    <a:pt x="236673" y="85"/>
                    <a:pt x="229915" y="85"/>
                    <a:pt x="224935" y="85"/>
                  </a:cubicBezTo>
                  <a:lnTo>
                    <a:pt x="11884" y="85"/>
                  </a:lnTo>
                  <a:cubicBezTo>
                    <a:pt x="6905" y="85"/>
                    <a:pt x="147" y="85"/>
                    <a:pt x="147" y="7331"/>
                  </a:cubicBezTo>
                  <a:cubicBezTo>
                    <a:pt x="147" y="14578"/>
                    <a:pt x="6905" y="14578"/>
                    <a:pt x="12240" y="14578"/>
                  </a:cubicBezTo>
                  <a:lnTo>
                    <a:pt x="224580" y="14578"/>
                  </a:lnTo>
                  <a:close/>
                  <a:moveTo>
                    <a:pt x="224935" y="84868"/>
                  </a:moveTo>
                  <a:cubicBezTo>
                    <a:pt x="229915" y="84868"/>
                    <a:pt x="236673" y="84868"/>
                    <a:pt x="236673" y="77622"/>
                  </a:cubicBezTo>
                  <a:cubicBezTo>
                    <a:pt x="236673" y="70375"/>
                    <a:pt x="229915" y="70375"/>
                    <a:pt x="224580" y="70375"/>
                  </a:cubicBezTo>
                  <a:lnTo>
                    <a:pt x="12240" y="70375"/>
                  </a:lnTo>
                  <a:cubicBezTo>
                    <a:pt x="6905" y="70375"/>
                    <a:pt x="147" y="70375"/>
                    <a:pt x="147" y="77622"/>
                  </a:cubicBezTo>
                  <a:cubicBezTo>
                    <a:pt x="147" y="84868"/>
                    <a:pt x="6905" y="84868"/>
                    <a:pt x="11884" y="84868"/>
                  </a:cubicBezTo>
                  <a:lnTo>
                    <a:pt x="224935" y="84868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7AEC01D9-271D-D9E7-9718-0B205D44448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181329" y="5459598"/>
              <a:ext cx="162900" cy="164132"/>
            </a:xfrm>
            <a:custGeom>
              <a:avLst/>
              <a:gdLst>
                <a:gd name="connsiteX0" fmla="*/ 118598 w 162900"/>
                <a:gd name="connsiteY0" fmla="*/ 23273 h 164132"/>
                <a:gd name="connsiteX1" fmla="*/ 85876 w 162900"/>
                <a:gd name="connsiteY1" fmla="*/ 85 h 164132"/>
                <a:gd name="connsiteX2" fmla="*/ 158 w 162900"/>
                <a:gd name="connsiteY2" fmla="*/ 106245 h 164132"/>
                <a:gd name="connsiteX3" fmla="*/ 47463 w 162900"/>
                <a:gd name="connsiteY3" fmla="*/ 164217 h 164132"/>
                <a:gd name="connsiteX4" fmla="*/ 93701 w 162900"/>
                <a:gd name="connsiteY4" fmla="*/ 137043 h 164132"/>
                <a:gd name="connsiteX5" fmla="*/ 126067 w 162900"/>
                <a:gd name="connsiteY5" fmla="*/ 164217 h 164132"/>
                <a:gd name="connsiteX6" fmla="*/ 152388 w 162900"/>
                <a:gd name="connsiteY6" fmla="*/ 144289 h 164132"/>
                <a:gd name="connsiteX7" fmla="*/ 163058 w 162900"/>
                <a:gd name="connsiteY7" fmla="*/ 108419 h 164132"/>
                <a:gd name="connsiteX8" fmla="*/ 158790 w 162900"/>
                <a:gd name="connsiteY8" fmla="*/ 104796 h 164132"/>
                <a:gd name="connsiteX9" fmla="*/ 153810 w 162900"/>
                <a:gd name="connsiteY9" fmla="*/ 111318 h 164132"/>
                <a:gd name="connsiteX10" fmla="*/ 126779 w 162900"/>
                <a:gd name="connsiteY10" fmla="*/ 156246 h 164132"/>
                <a:gd name="connsiteX11" fmla="*/ 116108 w 162900"/>
                <a:gd name="connsiteY11" fmla="*/ 139579 h 164132"/>
                <a:gd name="connsiteX12" fmla="*/ 120732 w 162900"/>
                <a:gd name="connsiteY12" fmla="*/ 112767 h 164132"/>
                <a:gd name="connsiteX13" fmla="*/ 128557 w 162900"/>
                <a:gd name="connsiteY13" fmla="*/ 80158 h 164132"/>
                <a:gd name="connsiteX14" fmla="*/ 141362 w 162900"/>
                <a:gd name="connsiteY14" fmla="*/ 29433 h 164132"/>
                <a:gd name="connsiteX15" fmla="*/ 143851 w 162900"/>
                <a:gd name="connsiteY15" fmla="*/ 17114 h 164132"/>
                <a:gd name="connsiteX16" fmla="*/ 133537 w 162900"/>
                <a:gd name="connsiteY16" fmla="*/ 7331 h 164132"/>
                <a:gd name="connsiteX17" fmla="*/ 118598 w 162900"/>
                <a:gd name="connsiteY17" fmla="*/ 23273 h 164132"/>
                <a:gd name="connsiteX18" fmla="*/ 95479 w 162900"/>
                <a:gd name="connsiteY18" fmla="*/ 117115 h 164132"/>
                <a:gd name="connsiteX19" fmla="*/ 88366 w 162900"/>
                <a:gd name="connsiteY19" fmla="*/ 130521 h 164132"/>
                <a:gd name="connsiteX20" fmla="*/ 48174 w 162900"/>
                <a:gd name="connsiteY20" fmla="*/ 156246 h 164132"/>
                <a:gd name="connsiteX21" fmla="*/ 25411 w 162900"/>
                <a:gd name="connsiteY21" fmla="*/ 122188 h 164132"/>
                <a:gd name="connsiteX22" fmla="*/ 44973 w 162900"/>
                <a:gd name="connsiteY22" fmla="*/ 42839 h 164132"/>
                <a:gd name="connsiteX23" fmla="*/ 86232 w 162900"/>
                <a:gd name="connsiteY23" fmla="*/ 8056 h 164132"/>
                <a:gd name="connsiteX24" fmla="*/ 114330 w 162900"/>
                <a:gd name="connsiteY24" fmla="*/ 39940 h 164132"/>
                <a:gd name="connsiteX25" fmla="*/ 113263 w 162900"/>
                <a:gd name="connsiteY25" fmla="*/ 46100 h 164132"/>
                <a:gd name="connsiteX26" fmla="*/ 95479 w 162900"/>
                <a:gd name="connsiteY26" fmla="*/ 117115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900" h="164132">
                  <a:moveTo>
                    <a:pt x="118598" y="23273"/>
                  </a:moveTo>
                  <a:cubicBezTo>
                    <a:pt x="112196" y="9867"/>
                    <a:pt x="101881" y="85"/>
                    <a:pt x="85876" y="85"/>
                  </a:cubicBezTo>
                  <a:cubicBezTo>
                    <a:pt x="44262" y="85"/>
                    <a:pt x="158" y="53346"/>
                    <a:pt x="158" y="106245"/>
                  </a:cubicBezTo>
                  <a:cubicBezTo>
                    <a:pt x="158" y="140304"/>
                    <a:pt x="19720" y="164217"/>
                    <a:pt x="47463" y="164217"/>
                  </a:cubicBezTo>
                  <a:cubicBezTo>
                    <a:pt x="54576" y="164217"/>
                    <a:pt x="72360" y="162768"/>
                    <a:pt x="93701" y="137043"/>
                  </a:cubicBezTo>
                  <a:cubicBezTo>
                    <a:pt x="96546" y="152260"/>
                    <a:pt x="108995" y="164217"/>
                    <a:pt x="126067" y="164217"/>
                  </a:cubicBezTo>
                  <a:cubicBezTo>
                    <a:pt x="138516" y="164217"/>
                    <a:pt x="146697" y="155884"/>
                    <a:pt x="152388" y="144289"/>
                  </a:cubicBezTo>
                  <a:cubicBezTo>
                    <a:pt x="158434" y="131246"/>
                    <a:pt x="163058" y="109144"/>
                    <a:pt x="163058" y="108419"/>
                  </a:cubicBezTo>
                  <a:cubicBezTo>
                    <a:pt x="163058" y="104796"/>
                    <a:pt x="159857" y="104796"/>
                    <a:pt x="158790" y="104796"/>
                  </a:cubicBezTo>
                  <a:cubicBezTo>
                    <a:pt x="155233" y="104796"/>
                    <a:pt x="154877" y="106245"/>
                    <a:pt x="153810" y="111318"/>
                  </a:cubicBezTo>
                  <a:cubicBezTo>
                    <a:pt x="147764" y="134869"/>
                    <a:pt x="141362" y="156246"/>
                    <a:pt x="126779" y="156246"/>
                  </a:cubicBezTo>
                  <a:cubicBezTo>
                    <a:pt x="117175" y="156246"/>
                    <a:pt x="116108" y="146826"/>
                    <a:pt x="116108" y="139579"/>
                  </a:cubicBezTo>
                  <a:cubicBezTo>
                    <a:pt x="116108" y="131608"/>
                    <a:pt x="116820" y="128709"/>
                    <a:pt x="120732" y="112767"/>
                  </a:cubicBezTo>
                  <a:cubicBezTo>
                    <a:pt x="124645" y="97550"/>
                    <a:pt x="125356" y="93926"/>
                    <a:pt x="128557" y="80158"/>
                  </a:cubicBezTo>
                  <a:lnTo>
                    <a:pt x="141362" y="29433"/>
                  </a:lnTo>
                  <a:cubicBezTo>
                    <a:pt x="143851" y="19288"/>
                    <a:pt x="143851" y="18563"/>
                    <a:pt x="143851" y="17114"/>
                  </a:cubicBezTo>
                  <a:cubicBezTo>
                    <a:pt x="143851" y="10954"/>
                    <a:pt x="139583" y="7331"/>
                    <a:pt x="133537" y="7331"/>
                  </a:cubicBezTo>
                  <a:cubicBezTo>
                    <a:pt x="125000" y="7331"/>
                    <a:pt x="119665" y="15302"/>
                    <a:pt x="118598" y="23273"/>
                  </a:cubicBezTo>
                  <a:close/>
                  <a:moveTo>
                    <a:pt x="95479" y="117115"/>
                  </a:moveTo>
                  <a:cubicBezTo>
                    <a:pt x="93701" y="123637"/>
                    <a:pt x="93701" y="124362"/>
                    <a:pt x="88366" y="130521"/>
                  </a:cubicBezTo>
                  <a:cubicBezTo>
                    <a:pt x="72716" y="150449"/>
                    <a:pt x="58133" y="156246"/>
                    <a:pt x="48174" y="156246"/>
                  </a:cubicBezTo>
                  <a:cubicBezTo>
                    <a:pt x="30390" y="156246"/>
                    <a:pt x="25411" y="136318"/>
                    <a:pt x="25411" y="122188"/>
                  </a:cubicBezTo>
                  <a:cubicBezTo>
                    <a:pt x="25411" y="104071"/>
                    <a:pt x="36792" y="59506"/>
                    <a:pt x="44973" y="42839"/>
                  </a:cubicBezTo>
                  <a:cubicBezTo>
                    <a:pt x="55999" y="21462"/>
                    <a:pt x="72004" y="8056"/>
                    <a:pt x="86232" y="8056"/>
                  </a:cubicBezTo>
                  <a:cubicBezTo>
                    <a:pt x="109351" y="8056"/>
                    <a:pt x="114330" y="37766"/>
                    <a:pt x="114330" y="39940"/>
                  </a:cubicBezTo>
                  <a:cubicBezTo>
                    <a:pt x="114330" y="42114"/>
                    <a:pt x="113619" y="44288"/>
                    <a:pt x="113263" y="46100"/>
                  </a:cubicBezTo>
                  <a:lnTo>
                    <a:pt x="95479" y="117115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263FD865-5FD3-B08D-4FA2-1AFD0D6D9CD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368056" y="5505685"/>
              <a:ext cx="115524" cy="173480"/>
            </a:xfrm>
            <a:custGeom>
              <a:avLst/>
              <a:gdLst>
                <a:gd name="connsiteX0" fmla="*/ 115687 w 115524"/>
                <a:gd name="connsiteY0" fmla="*/ 87587 h 173480"/>
                <a:gd name="connsiteX1" fmla="*/ 100997 w 115524"/>
                <a:gd name="connsiteY1" fmla="*/ 21898 h 173480"/>
                <a:gd name="connsiteX2" fmla="*/ 57925 w 115524"/>
                <a:gd name="connsiteY2" fmla="*/ 86 h 173480"/>
                <a:gd name="connsiteX3" fmla="*/ 163 w 115524"/>
                <a:gd name="connsiteY3" fmla="*/ 87587 h 173480"/>
                <a:gd name="connsiteX4" fmla="*/ 57925 w 115524"/>
                <a:gd name="connsiteY4" fmla="*/ 173566 h 173480"/>
                <a:gd name="connsiteX5" fmla="*/ 115687 w 115524"/>
                <a:gd name="connsiteY5" fmla="*/ 87587 h 173480"/>
                <a:gd name="connsiteX6" fmla="*/ 57925 w 115524"/>
                <a:gd name="connsiteY6" fmla="*/ 166465 h 173480"/>
                <a:gd name="connsiteX7" fmla="*/ 26305 w 115524"/>
                <a:gd name="connsiteY7" fmla="*/ 138820 h 173480"/>
                <a:gd name="connsiteX8" fmla="*/ 22820 w 115524"/>
                <a:gd name="connsiteY8" fmla="*/ 84290 h 173480"/>
                <a:gd name="connsiteX9" fmla="*/ 26554 w 115524"/>
                <a:gd name="connsiteY9" fmla="*/ 32550 h 173480"/>
                <a:gd name="connsiteX10" fmla="*/ 57925 w 115524"/>
                <a:gd name="connsiteY10" fmla="*/ 7188 h 173480"/>
                <a:gd name="connsiteX11" fmla="*/ 88798 w 115524"/>
                <a:gd name="connsiteY11" fmla="*/ 30268 h 173480"/>
                <a:gd name="connsiteX12" fmla="*/ 93030 w 115524"/>
                <a:gd name="connsiteY12" fmla="*/ 84290 h 173480"/>
                <a:gd name="connsiteX13" fmla="*/ 89794 w 115524"/>
                <a:gd name="connsiteY13" fmla="*/ 137805 h 173480"/>
                <a:gd name="connsiteX14" fmla="*/ 57925 w 115524"/>
                <a:gd name="connsiteY14" fmla="*/ 166465 h 17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24" h="173480">
                  <a:moveTo>
                    <a:pt x="115687" y="87587"/>
                  </a:moveTo>
                  <a:cubicBezTo>
                    <a:pt x="115687" y="59688"/>
                    <a:pt x="112450" y="39652"/>
                    <a:pt x="100997" y="21898"/>
                  </a:cubicBezTo>
                  <a:cubicBezTo>
                    <a:pt x="93279" y="10231"/>
                    <a:pt x="77843" y="86"/>
                    <a:pt x="57925" y="86"/>
                  </a:cubicBezTo>
                  <a:cubicBezTo>
                    <a:pt x="163" y="86"/>
                    <a:pt x="163" y="69326"/>
                    <a:pt x="163" y="87587"/>
                  </a:cubicBezTo>
                  <a:cubicBezTo>
                    <a:pt x="163" y="105848"/>
                    <a:pt x="163" y="173566"/>
                    <a:pt x="57925" y="173566"/>
                  </a:cubicBezTo>
                  <a:cubicBezTo>
                    <a:pt x="115687" y="173566"/>
                    <a:pt x="115687" y="105848"/>
                    <a:pt x="115687" y="87587"/>
                  </a:cubicBezTo>
                  <a:close/>
                  <a:moveTo>
                    <a:pt x="57925" y="166465"/>
                  </a:moveTo>
                  <a:cubicBezTo>
                    <a:pt x="46472" y="166465"/>
                    <a:pt x="31285" y="159617"/>
                    <a:pt x="26305" y="138820"/>
                  </a:cubicBezTo>
                  <a:cubicBezTo>
                    <a:pt x="22820" y="123856"/>
                    <a:pt x="22820" y="103058"/>
                    <a:pt x="22820" y="84290"/>
                  </a:cubicBezTo>
                  <a:cubicBezTo>
                    <a:pt x="22820" y="65775"/>
                    <a:pt x="22820" y="46500"/>
                    <a:pt x="26554" y="32550"/>
                  </a:cubicBezTo>
                  <a:cubicBezTo>
                    <a:pt x="31783" y="12514"/>
                    <a:pt x="47717" y="7188"/>
                    <a:pt x="57925" y="7188"/>
                  </a:cubicBezTo>
                  <a:cubicBezTo>
                    <a:pt x="71370" y="7188"/>
                    <a:pt x="84316" y="15557"/>
                    <a:pt x="88798" y="30268"/>
                  </a:cubicBezTo>
                  <a:cubicBezTo>
                    <a:pt x="92781" y="43964"/>
                    <a:pt x="93030" y="62225"/>
                    <a:pt x="93030" y="84290"/>
                  </a:cubicBezTo>
                  <a:cubicBezTo>
                    <a:pt x="93030" y="103058"/>
                    <a:pt x="93030" y="121827"/>
                    <a:pt x="89794" y="137805"/>
                  </a:cubicBezTo>
                  <a:cubicBezTo>
                    <a:pt x="84814" y="160885"/>
                    <a:pt x="67884" y="166465"/>
                    <a:pt x="57925" y="166465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D6F6D4E1-9529-159C-367C-BA31AA627A0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584264" y="5459598"/>
              <a:ext cx="177127" cy="164132"/>
            </a:xfrm>
            <a:custGeom>
              <a:avLst/>
              <a:gdLst>
                <a:gd name="connsiteX0" fmla="*/ 108651 w 177127"/>
                <a:gd name="connsiteY0" fmla="*/ 50810 h 164132"/>
                <a:gd name="connsiteX1" fmla="*/ 143863 w 177127"/>
                <a:gd name="connsiteY1" fmla="*/ 8056 h 164132"/>
                <a:gd name="connsiteX2" fmla="*/ 161647 w 177127"/>
                <a:gd name="connsiteY2" fmla="*/ 12766 h 164132"/>
                <a:gd name="connsiteX3" fmla="*/ 144574 w 177127"/>
                <a:gd name="connsiteY3" fmla="*/ 32331 h 164132"/>
                <a:gd name="connsiteX4" fmla="*/ 158090 w 177127"/>
                <a:gd name="connsiteY4" fmla="*/ 45013 h 164132"/>
                <a:gd name="connsiteX5" fmla="*/ 177296 w 177127"/>
                <a:gd name="connsiteY5" fmla="*/ 23998 h 164132"/>
                <a:gd name="connsiteX6" fmla="*/ 144218 w 177127"/>
                <a:gd name="connsiteY6" fmla="*/ 85 h 164132"/>
                <a:gd name="connsiteX7" fmla="*/ 106872 w 177127"/>
                <a:gd name="connsiteY7" fmla="*/ 27621 h 164132"/>
                <a:gd name="connsiteX8" fmla="*/ 68459 w 177127"/>
                <a:gd name="connsiteY8" fmla="*/ 85 h 164132"/>
                <a:gd name="connsiteX9" fmla="*/ 11195 w 177127"/>
                <a:gd name="connsiteY9" fmla="*/ 55882 h 164132"/>
                <a:gd name="connsiteX10" fmla="*/ 15463 w 177127"/>
                <a:gd name="connsiteY10" fmla="*/ 59506 h 164132"/>
                <a:gd name="connsiteX11" fmla="*/ 20087 w 177127"/>
                <a:gd name="connsiteY11" fmla="*/ 55520 h 164132"/>
                <a:gd name="connsiteX12" fmla="*/ 67748 w 177127"/>
                <a:gd name="connsiteY12" fmla="*/ 8056 h 164132"/>
                <a:gd name="connsiteX13" fmla="*/ 86954 w 177127"/>
                <a:gd name="connsiteY13" fmla="*/ 32331 h 164132"/>
                <a:gd name="connsiteX14" fmla="*/ 67748 w 177127"/>
                <a:gd name="connsiteY14" fmla="*/ 118564 h 164132"/>
                <a:gd name="connsiteX15" fmla="*/ 33958 w 177127"/>
                <a:gd name="connsiteY15" fmla="*/ 156246 h 164132"/>
                <a:gd name="connsiteX16" fmla="*/ 16174 w 177127"/>
                <a:gd name="connsiteY16" fmla="*/ 151536 h 164132"/>
                <a:gd name="connsiteX17" fmla="*/ 32891 w 177127"/>
                <a:gd name="connsiteY17" fmla="*/ 131970 h 164132"/>
                <a:gd name="connsiteX18" fmla="*/ 19731 w 177127"/>
                <a:gd name="connsiteY18" fmla="*/ 119289 h 164132"/>
                <a:gd name="connsiteX19" fmla="*/ 169 w 177127"/>
                <a:gd name="connsiteY19" fmla="*/ 140304 h 164132"/>
                <a:gd name="connsiteX20" fmla="*/ 33603 w 177127"/>
                <a:gd name="connsiteY20" fmla="*/ 164217 h 164132"/>
                <a:gd name="connsiteX21" fmla="*/ 70949 w 177127"/>
                <a:gd name="connsiteY21" fmla="*/ 136680 h 164132"/>
                <a:gd name="connsiteX22" fmla="*/ 109362 w 177127"/>
                <a:gd name="connsiteY22" fmla="*/ 164217 h 164132"/>
                <a:gd name="connsiteX23" fmla="*/ 166270 w 177127"/>
                <a:gd name="connsiteY23" fmla="*/ 108419 h 164132"/>
                <a:gd name="connsiteX24" fmla="*/ 162002 w 177127"/>
                <a:gd name="connsiteY24" fmla="*/ 104796 h 164132"/>
                <a:gd name="connsiteX25" fmla="*/ 157378 w 177127"/>
                <a:gd name="connsiteY25" fmla="*/ 108782 h 164132"/>
                <a:gd name="connsiteX26" fmla="*/ 110073 w 177127"/>
                <a:gd name="connsiteY26" fmla="*/ 156246 h 164132"/>
                <a:gd name="connsiteX27" fmla="*/ 90511 w 177127"/>
                <a:gd name="connsiteY27" fmla="*/ 132333 h 164132"/>
                <a:gd name="connsiteX28" fmla="*/ 96558 w 177127"/>
                <a:gd name="connsiteY28" fmla="*/ 100448 h 164132"/>
                <a:gd name="connsiteX29" fmla="*/ 108651 w 177127"/>
                <a:gd name="connsiteY29" fmla="*/ 50810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127" h="164132">
                  <a:moveTo>
                    <a:pt x="108651" y="50810"/>
                  </a:moveTo>
                  <a:cubicBezTo>
                    <a:pt x="110785" y="41390"/>
                    <a:pt x="118965" y="8056"/>
                    <a:pt x="143863" y="8056"/>
                  </a:cubicBezTo>
                  <a:cubicBezTo>
                    <a:pt x="145641" y="8056"/>
                    <a:pt x="154177" y="8056"/>
                    <a:pt x="161647" y="12766"/>
                  </a:cubicBezTo>
                  <a:cubicBezTo>
                    <a:pt x="151688" y="14578"/>
                    <a:pt x="144574" y="23636"/>
                    <a:pt x="144574" y="32331"/>
                  </a:cubicBezTo>
                  <a:cubicBezTo>
                    <a:pt x="144574" y="38129"/>
                    <a:pt x="148486" y="45013"/>
                    <a:pt x="158090" y="45013"/>
                  </a:cubicBezTo>
                  <a:cubicBezTo>
                    <a:pt x="165915" y="45013"/>
                    <a:pt x="177296" y="38491"/>
                    <a:pt x="177296" y="23998"/>
                  </a:cubicBezTo>
                  <a:cubicBezTo>
                    <a:pt x="177296" y="5157"/>
                    <a:pt x="156311" y="85"/>
                    <a:pt x="144218" y="85"/>
                  </a:cubicBezTo>
                  <a:cubicBezTo>
                    <a:pt x="123589" y="85"/>
                    <a:pt x="111140" y="19288"/>
                    <a:pt x="106872" y="27621"/>
                  </a:cubicBezTo>
                  <a:cubicBezTo>
                    <a:pt x="97980" y="3708"/>
                    <a:pt x="78774" y="85"/>
                    <a:pt x="68459" y="85"/>
                  </a:cubicBezTo>
                  <a:cubicBezTo>
                    <a:pt x="31469" y="85"/>
                    <a:pt x="11195" y="46824"/>
                    <a:pt x="11195" y="55882"/>
                  </a:cubicBezTo>
                  <a:cubicBezTo>
                    <a:pt x="11195" y="59506"/>
                    <a:pt x="14752" y="59506"/>
                    <a:pt x="15463" y="59506"/>
                  </a:cubicBezTo>
                  <a:cubicBezTo>
                    <a:pt x="18309" y="59506"/>
                    <a:pt x="19376" y="58781"/>
                    <a:pt x="20087" y="55520"/>
                  </a:cubicBezTo>
                  <a:cubicBezTo>
                    <a:pt x="32180" y="17114"/>
                    <a:pt x="55655" y="8056"/>
                    <a:pt x="67748" y="8056"/>
                  </a:cubicBezTo>
                  <a:cubicBezTo>
                    <a:pt x="74506" y="8056"/>
                    <a:pt x="86954" y="11317"/>
                    <a:pt x="86954" y="32331"/>
                  </a:cubicBezTo>
                  <a:cubicBezTo>
                    <a:pt x="86954" y="43563"/>
                    <a:pt x="80908" y="67839"/>
                    <a:pt x="67748" y="118564"/>
                  </a:cubicBezTo>
                  <a:cubicBezTo>
                    <a:pt x="62057" y="141028"/>
                    <a:pt x="49608" y="156246"/>
                    <a:pt x="33958" y="156246"/>
                  </a:cubicBezTo>
                  <a:cubicBezTo>
                    <a:pt x="31824" y="156246"/>
                    <a:pt x="23644" y="156246"/>
                    <a:pt x="16174" y="151536"/>
                  </a:cubicBezTo>
                  <a:cubicBezTo>
                    <a:pt x="25066" y="149724"/>
                    <a:pt x="32891" y="142115"/>
                    <a:pt x="32891" y="131970"/>
                  </a:cubicBezTo>
                  <a:cubicBezTo>
                    <a:pt x="32891" y="122188"/>
                    <a:pt x="25066" y="119289"/>
                    <a:pt x="19731" y="119289"/>
                  </a:cubicBezTo>
                  <a:cubicBezTo>
                    <a:pt x="9061" y="119289"/>
                    <a:pt x="169" y="128709"/>
                    <a:pt x="169" y="140304"/>
                  </a:cubicBezTo>
                  <a:cubicBezTo>
                    <a:pt x="169" y="156971"/>
                    <a:pt x="17953" y="164217"/>
                    <a:pt x="33603" y="164217"/>
                  </a:cubicBezTo>
                  <a:cubicBezTo>
                    <a:pt x="57077" y="164217"/>
                    <a:pt x="69882" y="138854"/>
                    <a:pt x="70949" y="136680"/>
                  </a:cubicBezTo>
                  <a:cubicBezTo>
                    <a:pt x="75217" y="150086"/>
                    <a:pt x="88021" y="164217"/>
                    <a:pt x="109362" y="164217"/>
                  </a:cubicBezTo>
                  <a:cubicBezTo>
                    <a:pt x="145997" y="164217"/>
                    <a:pt x="166270" y="117477"/>
                    <a:pt x="166270" y="108419"/>
                  </a:cubicBezTo>
                  <a:cubicBezTo>
                    <a:pt x="166270" y="104796"/>
                    <a:pt x="163069" y="104796"/>
                    <a:pt x="162002" y="104796"/>
                  </a:cubicBezTo>
                  <a:cubicBezTo>
                    <a:pt x="158801" y="104796"/>
                    <a:pt x="158090" y="106245"/>
                    <a:pt x="157378" y="108782"/>
                  </a:cubicBezTo>
                  <a:cubicBezTo>
                    <a:pt x="145641" y="147550"/>
                    <a:pt x="121455" y="156246"/>
                    <a:pt x="110073" y="156246"/>
                  </a:cubicBezTo>
                  <a:cubicBezTo>
                    <a:pt x="96202" y="156246"/>
                    <a:pt x="90511" y="144652"/>
                    <a:pt x="90511" y="132333"/>
                  </a:cubicBezTo>
                  <a:cubicBezTo>
                    <a:pt x="90511" y="124362"/>
                    <a:pt x="92645" y="116390"/>
                    <a:pt x="96558" y="100448"/>
                  </a:cubicBezTo>
                  <a:lnTo>
                    <a:pt x="108651" y="50810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1CAD93B2-A1D6-0913-172D-553B52B7CDD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792416" y="5358295"/>
              <a:ext cx="126976" cy="114385"/>
            </a:xfrm>
            <a:custGeom>
              <a:avLst/>
              <a:gdLst>
                <a:gd name="connsiteX0" fmla="*/ 90054 w 126976"/>
                <a:gd name="connsiteY0" fmla="*/ 15045 h 114385"/>
                <a:gd name="connsiteX1" fmla="*/ 64410 w 126976"/>
                <a:gd name="connsiteY1" fmla="*/ 81 h 114385"/>
                <a:gd name="connsiteX2" fmla="*/ 175 w 126976"/>
                <a:gd name="connsiteY2" fmla="*/ 72364 h 114385"/>
                <a:gd name="connsiteX3" fmla="*/ 37770 w 126976"/>
                <a:gd name="connsiteY3" fmla="*/ 114466 h 114385"/>
                <a:gd name="connsiteX4" fmla="*/ 73124 w 126976"/>
                <a:gd name="connsiteY4" fmla="*/ 96712 h 114385"/>
                <a:gd name="connsiteX5" fmla="*/ 98768 w 126976"/>
                <a:gd name="connsiteY5" fmla="*/ 114466 h 114385"/>
                <a:gd name="connsiteX6" fmla="*/ 118437 w 126976"/>
                <a:gd name="connsiteY6" fmla="*/ 101024 h 114385"/>
                <a:gd name="connsiteX7" fmla="*/ 127152 w 126976"/>
                <a:gd name="connsiteY7" fmla="*/ 75661 h 114385"/>
                <a:gd name="connsiteX8" fmla="*/ 123168 w 126976"/>
                <a:gd name="connsiteY8" fmla="*/ 72364 h 114385"/>
                <a:gd name="connsiteX9" fmla="*/ 117690 w 126976"/>
                <a:gd name="connsiteY9" fmla="*/ 80226 h 114385"/>
                <a:gd name="connsiteX10" fmla="*/ 99515 w 126976"/>
                <a:gd name="connsiteY10" fmla="*/ 107364 h 114385"/>
                <a:gd name="connsiteX11" fmla="*/ 91299 w 126976"/>
                <a:gd name="connsiteY11" fmla="*/ 94937 h 114385"/>
                <a:gd name="connsiteX12" fmla="*/ 95034 w 126976"/>
                <a:gd name="connsiteY12" fmla="*/ 74900 h 114385"/>
                <a:gd name="connsiteX13" fmla="*/ 100511 w 126976"/>
                <a:gd name="connsiteY13" fmla="*/ 52074 h 114385"/>
                <a:gd name="connsiteX14" fmla="*/ 105491 w 126976"/>
                <a:gd name="connsiteY14" fmla="*/ 32798 h 114385"/>
                <a:gd name="connsiteX15" fmla="*/ 109972 w 126976"/>
                <a:gd name="connsiteY15" fmla="*/ 13016 h 114385"/>
                <a:gd name="connsiteX16" fmla="*/ 101507 w 126976"/>
                <a:gd name="connsiteY16" fmla="*/ 4899 h 114385"/>
                <a:gd name="connsiteX17" fmla="*/ 90054 w 126976"/>
                <a:gd name="connsiteY17" fmla="*/ 15045 h 114385"/>
                <a:gd name="connsiteX18" fmla="*/ 74120 w 126976"/>
                <a:gd name="connsiteY18" fmla="*/ 80226 h 114385"/>
                <a:gd name="connsiteX19" fmla="*/ 61422 w 126976"/>
                <a:gd name="connsiteY19" fmla="*/ 97219 h 114385"/>
                <a:gd name="connsiteX20" fmla="*/ 38517 w 126976"/>
                <a:gd name="connsiteY20" fmla="*/ 107364 h 114385"/>
                <a:gd name="connsiteX21" fmla="*/ 20342 w 126976"/>
                <a:gd name="connsiteY21" fmla="*/ 82763 h 114385"/>
                <a:gd name="connsiteX22" fmla="*/ 33288 w 126976"/>
                <a:gd name="connsiteY22" fmla="*/ 31277 h 114385"/>
                <a:gd name="connsiteX23" fmla="*/ 64410 w 126976"/>
                <a:gd name="connsiteY23" fmla="*/ 7182 h 114385"/>
                <a:gd name="connsiteX24" fmla="*/ 86569 w 126976"/>
                <a:gd name="connsiteY24" fmla="*/ 29248 h 114385"/>
                <a:gd name="connsiteX25" fmla="*/ 85822 w 126976"/>
                <a:gd name="connsiteY25" fmla="*/ 32798 h 114385"/>
                <a:gd name="connsiteX26" fmla="*/ 74120 w 126976"/>
                <a:gd name="connsiteY26" fmla="*/ 80226 h 11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6976" h="114385">
                  <a:moveTo>
                    <a:pt x="90054" y="15045"/>
                  </a:moveTo>
                  <a:cubicBezTo>
                    <a:pt x="84826" y="6675"/>
                    <a:pt x="76361" y="81"/>
                    <a:pt x="64410" y="81"/>
                  </a:cubicBezTo>
                  <a:cubicBezTo>
                    <a:pt x="32541" y="81"/>
                    <a:pt x="175" y="35842"/>
                    <a:pt x="175" y="72364"/>
                  </a:cubicBezTo>
                  <a:cubicBezTo>
                    <a:pt x="175" y="96966"/>
                    <a:pt x="16358" y="114466"/>
                    <a:pt x="37770" y="114466"/>
                  </a:cubicBezTo>
                  <a:cubicBezTo>
                    <a:pt x="51214" y="114466"/>
                    <a:pt x="63165" y="106604"/>
                    <a:pt x="73124" y="96712"/>
                  </a:cubicBezTo>
                  <a:cubicBezTo>
                    <a:pt x="77855" y="111930"/>
                    <a:pt x="92295" y="114466"/>
                    <a:pt x="98768" y="114466"/>
                  </a:cubicBezTo>
                  <a:cubicBezTo>
                    <a:pt x="107732" y="114466"/>
                    <a:pt x="113956" y="108886"/>
                    <a:pt x="118437" y="101024"/>
                  </a:cubicBezTo>
                  <a:cubicBezTo>
                    <a:pt x="123915" y="91132"/>
                    <a:pt x="127152" y="76676"/>
                    <a:pt x="127152" y="75661"/>
                  </a:cubicBezTo>
                  <a:cubicBezTo>
                    <a:pt x="127152" y="72364"/>
                    <a:pt x="123915" y="72364"/>
                    <a:pt x="123168" y="72364"/>
                  </a:cubicBezTo>
                  <a:cubicBezTo>
                    <a:pt x="119682" y="72364"/>
                    <a:pt x="119433" y="73379"/>
                    <a:pt x="117690" y="80226"/>
                  </a:cubicBezTo>
                  <a:cubicBezTo>
                    <a:pt x="114703" y="92401"/>
                    <a:pt x="109972" y="107364"/>
                    <a:pt x="99515" y="107364"/>
                  </a:cubicBezTo>
                  <a:cubicBezTo>
                    <a:pt x="93042" y="107364"/>
                    <a:pt x="91299" y="101785"/>
                    <a:pt x="91299" y="94937"/>
                  </a:cubicBezTo>
                  <a:cubicBezTo>
                    <a:pt x="91299" y="90625"/>
                    <a:pt x="93291" y="81495"/>
                    <a:pt x="95034" y="74900"/>
                  </a:cubicBezTo>
                  <a:cubicBezTo>
                    <a:pt x="96777" y="68052"/>
                    <a:pt x="99266" y="57654"/>
                    <a:pt x="100511" y="52074"/>
                  </a:cubicBezTo>
                  <a:lnTo>
                    <a:pt x="105491" y="32798"/>
                  </a:lnTo>
                  <a:cubicBezTo>
                    <a:pt x="106985" y="26204"/>
                    <a:pt x="109972" y="14284"/>
                    <a:pt x="109972" y="13016"/>
                  </a:cubicBezTo>
                  <a:cubicBezTo>
                    <a:pt x="109972" y="7436"/>
                    <a:pt x="105491" y="4899"/>
                    <a:pt x="101507" y="4899"/>
                  </a:cubicBezTo>
                  <a:cubicBezTo>
                    <a:pt x="97275" y="4899"/>
                    <a:pt x="91548" y="7943"/>
                    <a:pt x="90054" y="15045"/>
                  </a:cubicBezTo>
                  <a:close/>
                  <a:moveTo>
                    <a:pt x="74120" y="80226"/>
                  </a:moveTo>
                  <a:cubicBezTo>
                    <a:pt x="72377" y="87328"/>
                    <a:pt x="66900" y="92401"/>
                    <a:pt x="61422" y="97219"/>
                  </a:cubicBezTo>
                  <a:cubicBezTo>
                    <a:pt x="59182" y="99248"/>
                    <a:pt x="49223" y="107364"/>
                    <a:pt x="38517" y="107364"/>
                  </a:cubicBezTo>
                  <a:cubicBezTo>
                    <a:pt x="29305" y="107364"/>
                    <a:pt x="20342" y="100770"/>
                    <a:pt x="20342" y="82763"/>
                  </a:cubicBezTo>
                  <a:cubicBezTo>
                    <a:pt x="20342" y="69321"/>
                    <a:pt x="27562" y="41422"/>
                    <a:pt x="33288" y="31277"/>
                  </a:cubicBezTo>
                  <a:cubicBezTo>
                    <a:pt x="44741" y="10986"/>
                    <a:pt x="57439" y="7182"/>
                    <a:pt x="64410" y="7182"/>
                  </a:cubicBezTo>
                  <a:cubicBezTo>
                    <a:pt x="81838" y="7182"/>
                    <a:pt x="86569" y="26458"/>
                    <a:pt x="86569" y="29248"/>
                  </a:cubicBezTo>
                  <a:cubicBezTo>
                    <a:pt x="86569" y="30262"/>
                    <a:pt x="86071" y="32037"/>
                    <a:pt x="85822" y="32798"/>
                  </a:cubicBezTo>
                  <a:lnTo>
                    <a:pt x="74120" y="80226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0EDA3255-3BD8-2D4E-754C-DA90A20CABE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956940" y="5385723"/>
              <a:ext cx="73091" cy="120653"/>
            </a:xfrm>
            <a:custGeom>
              <a:avLst/>
              <a:gdLst>
                <a:gd name="connsiteX0" fmla="*/ 45528 w 73091"/>
                <a:gd name="connsiteY0" fmla="*/ 5516 h 120653"/>
                <a:gd name="connsiteX1" fmla="*/ 39126 w 73091"/>
                <a:gd name="connsiteY1" fmla="*/ 82 h 120653"/>
                <a:gd name="connsiteX2" fmla="*/ 3202 w 73091"/>
                <a:gd name="connsiteY2" fmla="*/ 11676 h 120653"/>
                <a:gd name="connsiteX3" fmla="*/ 179 w 73091"/>
                <a:gd name="connsiteY3" fmla="*/ 11676 h 120653"/>
                <a:gd name="connsiteX4" fmla="*/ 179 w 73091"/>
                <a:gd name="connsiteY4" fmla="*/ 19647 h 120653"/>
                <a:gd name="connsiteX5" fmla="*/ 3202 w 73091"/>
                <a:gd name="connsiteY5" fmla="*/ 19647 h 120653"/>
                <a:gd name="connsiteX6" fmla="*/ 29167 w 73091"/>
                <a:gd name="connsiteY6" fmla="*/ 14574 h 120653"/>
                <a:gd name="connsiteX7" fmla="*/ 29167 w 73091"/>
                <a:gd name="connsiteY7" fmla="*/ 105155 h 120653"/>
                <a:gd name="connsiteX8" fmla="*/ 10316 w 73091"/>
                <a:gd name="connsiteY8" fmla="*/ 112764 h 120653"/>
                <a:gd name="connsiteX9" fmla="*/ 1424 w 73091"/>
                <a:gd name="connsiteY9" fmla="*/ 112764 h 120653"/>
                <a:gd name="connsiteX10" fmla="*/ 1424 w 73091"/>
                <a:gd name="connsiteY10" fmla="*/ 120735 h 120653"/>
                <a:gd name="connsiteX11" fmla="*/ 37347 w 73091"/>
                <a:gd name="connsiteY11" fmla="*/ 120011 h 120653"/>
                <a:gd name="connsiteX12" fmla="*/ 73271 w 73091"/>
                <a:gd name="connsiteY12" fmla="*/ 120735 h 120653"/>
                <a:gd name="connsiteX13" fmla="*/ 73271 w 73091"/>
                <a:gd name="connsiteY13" fmla="*/ 112764 h 120653"/>
                <a:gd name="connsiteX14" fmla="*/ 64379 w 73091"/>
                <a:gd name="connsiteY14" fmla="*/ 112764 h 120653"/>
                <a:gd name="connsiteX15" fmla="*/ 45528 w 73091"/>
                <a:gd name="connsiteY15" fmla="*/ 105155 h 120653"/>
                <a:gd name="connsiteX16" fmla="*/ 45528 w 73091"/>
                <a:gd name="connsiteY16" fmla="*/ 5516 h 12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091" h="120653">
                  <a:moveTo>
                    <a:pt x="45528" y="5516"/>
                  </a:moveTo>
                  <a:cubicBezTo>
                    <a:pt x="45528" y="82"/>
                    <a:pt x="44994" y="82"/>
                    <a:pt x="39126" y="82"/>
                  </a:cubicBezTo>
                  <a:cubicBezTo>
                    <a:pt x="26499" y="11676"/>
                    <a:pt x="6759" y="11676"/>
                    <a:pt x="3202" y="11676"/>
                  </a:cubicBezTo>
                  <a:lnTo>
                    <a:pt x="179" y="11676"/>
                  </a:lnTo>
                  <a:lnTo>
                    <a:pt x="179" y="19647"/>
                  </a:lnTo>
                  <a:lnTo>
                    <a:pt x="3202" y="19647"/>
                  </a:lnTo>
                  <a:cubicBezTo>
                    <a:pt x="7293" y="19647"/>
                    <a:pt x="18852" y="19104"/>
                    <a:pt x="29167" y="14574"/>
                  </a:cubicBezTo>
                  <a:lnTo>
                    <a:pt x="29167" y="105155"/>
                  </a:lnTo>
                  <a:cubicBezTo>
                    <a:pt x="29167" y="110771"/>
                    <a:pt x="29167" y="112764"/>
                    <a:pt x="10316" y="112764"/>
                  </a:cubicBezTo>
                  <a:lnTo>
                    <a:pt x="1424" y="112764"/>
                  </a:lnTo>
                  <a:lnTo>
                    <a:pt x="1424" y="120735"/>
                  </a:lnTo>
                  <a:cubicBezTo>
                    <a:pt x="11205" y="120011"/>
                    <a:pt x="27033" y="120011"/>
                    <a:pt x="37347" y="120011"/>
                  </a:cubicBezTo>
                  <a:cubicBezTo>
                    <a:pt x="47662" y="120011"/>
                    <a:pt x="63490" y="120011"/>
                    <a:pt x="73271" y="120735"/>
                  </a:cubicBezTo>
                  <a:lnTo>
                    <a:pt x="73271" y="112764"/>
                  </a:lnTo>
                  <a:lnTo>
                    <a:pt x="64379" y="112764"/>
                  </a:lnTo>
                  <a:cubicBezTo>
                    <a:pt x="45528" y="112764"/>
                    <a:pt x="45528" y="110771"/>
                    <a:pt x="45528" y="105155"/>
                  </a:cubicBezTo>
                  <a:lnTo>
                    <a:pt x="45528" y="5516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B7BB8D56-A04D-285C-0EFD-1008E9201B1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06823" y="5486772"/>
              <a:ext cx="236525" cy="84783"/>
            </a:xfrm>
            <a:custGeom>
              <a:avLst/>
              <a:gdLst>
                <a:gd name="connsiteX0" fmla="*/ 224619 w 236525"/>
                <a:gd name="connsiteY0" fmla="*/ 14578 h 84783"/>
                <a:gd name="connsiteX1" fmla="*/ 236712 w 236525"/>
                <a:gd name="connsiteY1" fmla="*/ 7331 h 84783"/>
                <a:gd name="connsiteX2" fmla="*/ 224974 w 236525"/>
                <a:gd name="connsiteY2" fmla="*/ 85 h 84783"/>
                <a:gd name="connsiteX3" fmla="*/ 11924 w 236525"/>
                <a:gd name="connsiteY3" fmla="*/ 85 h 84783"/>
                <a:gd name="connsiteX4" fmla="*/ 186 w 236525"/>
                <a:gd name="connsiteY4" fmla="*/ 7331 h 84783"/>
                <a:gd name="connsiteX5" fmla="*/ 12279 w 236525"/>
                <a:gd name="connsiteY5" fmla="*/ 14578 h 84783"/>
                <a:gd name="connsiteX6" fmla="*/ 224619 w 236525"/>
                <a:gd name="connsiteY6" fmla="*/ 14578 h 84783"/>
                <a:gd name="connsiteX7" fmla="*/ 224974 w 236525"/>
                <a:gd name="connsiteY7" fmla="*/ 84868 h 84783"/>
                <a:gd name="connsiteX8" fmla="*/ 236712 w 236525"/>
                <a:gd name="connsiteY8" fmla="*/ 77622 h 84783"/>
                <a:gd name="connsiteX9" fmla="*/ 224619 w 236525"/>
                <a:gd name="connsiteY9" fmla="*/ 70375 h 84783"/>
                <a:gd name="connsiteX10" fmla="*/ 12279 w 236525"/>
                <a:gd name="connsiteY10" fmla="*/ 70375 h 84783"/>
                <a:gd name="connsiteX11" fmla="*/ 186 w 236525"/>
                <a:gd name="connsiteY11" fmla="*/ 77622 h 84783"/>
                <a:gd name="connsiteX12" fmla="*/ 11924 w 236525"/>
                <a:gd name="connsiteY12" fmla="*/ 84868 h 84783"/>
                <a:gd name="connsiteX13" fmla="*/ 224974 w 236525"/>
                <a:gd name="connsiteY13" fmla="*/ 84868 h 84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525" h="84783">
                  <a:moveTo>
                    <a:pt x="224619" y="14578"/>
                  </a:moveTo>
                  <a:cubicBezTo>
                    <a:pt x="229954" y="14578"/>
                    <a:pt x="236712" y="14578"/>
                    <a:pt x="236712" y="7331"/>
                  </a:cubicBezTo>
                  <a:cubicBezTo>
                    <a:pt x="236712" y="85"/>
                    <a:pt x="229954" y="85"/>
                    <a:pt x="224974" y="85"/>
                  </a:cubicBezTo>
                  <a:lnTo>
                    <a:pt x="11924" y="85"/>
                  </a:lnTo>
                  <a:cubicBezTo>
                    <a:pt x="6944" y="85"/>
                    <a:pt x="186" y="85"/>
                    <a:pt x="186" y="7331"/>
                  </a:cubicBezTo>
                  <a:cubicBezTo>
                    <a:pt x="186" y="14578"/>
                    <a:pt x="6944" y="14578"/>
                    <a:pt x="12279" y="14578"/>
                  </a:cubicBezTo>
                  <a:lnTo>
                    <a:pt x="224619" y="14578"/>
                  </a:lnTo>
                  <a:close/>
                  <a:moveTo>
                    <a:pt x="224974" y="84868"/>
                  </a:moveTo>
                  <a:cubicBezTo>
                    <a:pt x="229954" y="84868"/>
                    <a:pt x="236712" y="84868"/>
                    <a:pt x="236712" y="77622"/>
                  </a:cubicBezTo>
                  <a:cubicBezTo>
                    <a:pt x="236712" y="70375"/>
                    <a:pt x="229954" y="70375"/>
                    <a:pt x="224619" y="70375"/>
                  </a:cubicBezTo>
                  <a:lnTo>
                    <a:pt x="12279" y="70375"/>
                  </a:lnTo>
                  <a:cubicBezTo>
                    <a:pt x="6944" y="70375"/>
                    <a:pt x="186" y="70375"/>
                    <a:pt x="186" y="77622"/>
                  </a:cubicBezTo>
                  <a:cubicBezTo>
                    <a:pt x="186" y="84868"/>
                    <a:pt x="6944" y="84868"/>
                    <a:pt x="11924" y="84868"/>
                  </a:cubicBezTo>
                  <a:lnTo>
                    <a:pt x="224974" y="84868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D1064488-DE80-672F-33F3-94D2E70D68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576212" y="5378438"/>
              <a:ext cx="149740" cy="249278"/>
            </a:xfrm>
            <a:custGeom>
              <a:avLst/>
              <a:gdLst>
                <a:gd name="connsiteX0" fmla="*/ 149937 w 149740"/>
                <a:gd name="connsiteY0" fmla="*/ 125448 h 249278"/>
                <a:gd name="connsiteX1" fmla="*/ 135710 w 149740"/>
                <a:gd name="connsiteY1" fmla="*/ 40665 h 249278"/>
                <a:gd name="connsiteX2" fmla="*/ 75245 w 149740"/>
                <a:gd name="connsiteY2" fmla="*/ 85 h 249278"/>
                <a:gd name="connsiteX3" fmla="*/ 13357 w 149740"/>
                <a:gd name="connsiteY3" fmla="*/ 43201 h 249278"/>
                <a:gd name="connsiteX4" fmla="*/ 197 w 149740"/>
                <a:gd name="connsiteY4" fmla="*/ 125448 h 249278"/>
                <a:gd name="connsiteX5" fmla="*/ 16202 w 149740"/>
                <a:gd name="connsiteY5" fmla="*/ 212768 h 249278"/>
                <a:gd name="connsiteX6" fmla="*/ 74889 w 149740"/>
                <a:gd name="connsiteY6" fmla="*/ 249363 h 249278"/>
                <a:gd name="connsiteX7" fmla="*/ 136777 w 149740"/>
                <a:gd name="connsiteY7" fmla="*/ 207334 h 249278"/>
                <a:gd name="connsiteX8" fmla="*/ 149937 w 149740"/>
                <a:gd name="connsiteY8" fmla="*/ 125448 h 249278"/>
                <a:gd name="connsiteX9" fmla="*/ 74889 w 149740"/>
                <a:gd name="connsiteY9" fmla="*/ 241392 h 249278"/>
                <a:gd name="connsiteX10" fmla="*/ 33630 w 149740"/>
                <a:gd name="connsiteY10" fmla="*/ 197551 h 249278"/>
                <a:gd name="connsiteX11" fmla="*/ 29718 w 149740"/>
                <a:gd name="connsiteY11" fmla="*/ 121101 h 249278"/>
                <a:gd name="connsiteX12" fmla="*/ 32563 w 149740"/>
                <a:gd name="connsiteY12" fmla="*/ 54433 h 249278"/>
                <a:gd name="connsiteX13" fmla="*/ 74889 w 149740"/>
                <a:gd name="connsiteY13" fmla="*/ 8056 h 249278"/>
                <a:gd name="connsiteX14" fmla="*/ 116859 w 149740"/>
                <a:gd name="connsiteY14" fmla="*/ 50448 h 249278"/>
                <a:gd name="connsiteX15" fmla="*/ 120416 w 149740"/>
                <a:gd name="connsiteY15" fmla="*/ 121101 h 249278"/>
                <a:gd name="connsiteX16" fmla="*/ 116503 w 149740"/>
                <a:gd name="connsiteY16" fmla="*/ 196101 h 249278"/>
                <a:gd name="connsiteX17" fmla="*/ 74889 w 149740"/>
                <a:gd name="connsiteY17" fmla="*/ 241392 h 249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740" h="249278">
                  <a:moveTo>
                    <a:pt x="149937" y="125448"/>
                  </a:moveTo>
                  <a:cubicBezTo>
                    <a:pt x="149937" y="96463"/>
                    <a:pt x="148158" y="67477"/>
                    <a:pt x="135710" y="40665"/>
                  </a:cubicBezTo>
                  <a:cubicBezTo>
                    <a:pt x="119349" y="5882"/>
                    <a:pt x="90183" y="85"/>
                    <a:pt x="75245" y="85"/>
                  </a:cubicBezTo>
                  <a:cubicBezTo>
                    <a:pt x="53904" y="85"/>
                    <a:pt x="27940" y="9505"/>
                    <a:pt x="13357" y="43201"/>
                  </a:cubicBezTo>
                  <a:cubicBezTo>
                    <a:pt x="1975" y="68201"/>
                    <a:pt x="197" y="96463"/>
                    <a:pt x="197" y="125448"/>
                  </a:cubicBezTo>
                  <a:cubicBezTo>
                    <a:pt x="197" y="152623"/>
                    <a:pt x="1619" y="185232"/>
                    <a:pt x="16202" y="212768"/>
                  </a:cubicBezTo>
                  <a:cubicBezTo>
                    <a:pt x="31496" y="242117"/>
                    <a:pt x="57461" y="249363"/>
                    <a:pt x="74889" y="249363"/>
                  </a:cubicBezTo>
                  <a:cubicBezTo>
                    <a:pt x="94096" y="249363"/>
                    <a:pt x="121127" y="241754"/>
                    <a:pt x="136777" y="207334"/>
                  </a:cubicBezTo>
                  <a:cubicBezTo>
                    <a:pt x="148158" y="182333"/>
                    <a:pt x="149937" y="154072"/>
                    <a:pt x="149937" y="125448"/>
                  </a:cubicBezTo>
                  <a:close/>
                  <a:moveTo>
                    <a:pt x="74889" y="241392"/>
                  </a:moveTo>
                  <a:cubicBezTo>
                    <a:pt x="61018" y="241392"/>
                    <a:pt x="40033" y="232334"/>
                    <a:pt x="33630" y="197551"/>
                  </a:cubicBezTo>
                  <a:cubicBezTo>
                    <a:pt x="29718" y="175811"/>
                    <a:pt x="29718" y="142478"/>
                    <a:pt x="29718" y="121101"/>
                  </a:cubicBezTo>
                  <a:cubicBezTo>
                    <a:pt x="29718" y="97912"/>
                    <a:pt x="29718" y="73999"/>
                    <a:pt x="32563" y="54433"/>
                  </a:cubicBezTo>
                  <a:cubicBezTo>
                    <a:pt x="39321" y="11317"/>
                    <a:pt x="65997" y="8056"/>
                    <a:pt x="74889" y="8056"/>
                  </a:cubicBezTo>
                  <a:cubicBezTo>
                    <a:pt x="86626" y="8056"/>
                    <a:pt x="110101" y="14578"/>
                    <a:pt x="116859" y="50448"/>
                  </a:cubicBezTo>
                  <a:cubicBezTo>
                    <a:pt x="120416" y="70738"/>
                    <a:pt x="120416" y="98274"/>
                    <a:pt x="120416" y="121101"/>
                  </a:cubicBezTo>
                  <a:cubicBezTo>
                    <a:pt x="120416" y="148275"/>
                    <a:pt x="120416" y="172913"/>
                    <a:pt x="116503" y="196101"/>
                  </a:cubicBezTo>
                  <a:cubicBezTo>
                    <a:pt x="111168" y="230522"/>
                    <a:pt x="90894" y="241392"/>
                    <a:pt x="74889" y="241392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65DF0CC7-A867-9014-5619-84FB9F0DFA4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770768" y="5581339"/>
              <a:ext cx="37701" cy="38406"/>
            </a:xfrm>
            <a:custGeom>
              <a:avLst/>
              <a:gdLst>
                <a:gd name="connsiteX0" fmla="*/ 37903 w 37701"/>
                <a:gd name="connsiteY0" fmla="*/ 19288 h 38406"/>
                <a:gd name="connsiteX1" fmla="*/ 19053 w 37701"/>
                <a:gd name="connsiteY1" fmla="*/ 85 h 38406"/>
                <a:gd name="connsiteX2" fmla="*/ 202 w 37701"/>
                <a:gd name="connsiteY2" fmla="*/ 19288 h 38406"/>
                <a:gd name="connsiteX3" fmla="*/ 19053 w 37701"/>
                <a:gd name="connsiteY3" fmla="*/ 38491 h 38406"/>
                <a:gd name="connsiteX4" fmla="*/ 37903 w 37701"/>
                <a:gd name="connsiteY4" fmla="*/ 19288 h 3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01" h="38406">
                  <a:moveTo>
                    <a:pt x="37903" y="19288"/>
                  </a:moveTo>
                  <a:cubicBezTo>
                    <a:pt x="37903" y="8780"/>
                    <a:pt x="29367" y="85"/>
                    <a:pt x="19053" y="85"/>
                  </a:cubicBezTo>
                  <a:cubicBezTo>
                    <a:pt x="8738" y="85"/>
                    <a:pt x="202" y="8780"/>
                    <a:pt x="202" y="19288"/>
                  </a:cubicBezTo>
                  <a:cubicBezTo>
                    <a:pt x="202" y="29795"/>
                    <a:pt x="8738" y="38491"/>
                    <a:pt x="19053" y="38491"/>
                  </a:cubicBezTo>
                  <a:cubicBezTo>
                    <a:pt x="29367" y="38491"/>
                    <a:pt x="37903" y="29795"/>
                    <a:pt x="37903" y="19288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D312863A-097B-EBEE-8B97-150A88ECB80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848938" y="5374452"/>
              <a:ext cx="157565" cy="245292"/>
            </a:xfrm>
            <a:custGeom>
              <a:avLst/>
              <a:gdLst>
                <a:gd name="connsiteX0" fmla="*/ 94815 w 157565"/>
                <a:gd name="connsiteY0" fmla="*/ 185594 h 245292"/>
                <a:gd name="connsiteX1" fmla="*/ 94815 w 157565"/>
                <a:gd name="connsiteY1" fmla="*/ 217116 h 245292"/>
                <a:gd name="connsiteX2" fmla="*/ 67783 w 157565"/>
                <a:gd name="connsiteY2" fmla="*/ 234145 h 245292"/>
                <a:gd name="connsiteX3" fmla="*/ 60314 w 157565"/>
                <a:gd name="connsiteY3" fmla="*/ 234145 h 245292"/>
                <a:gd name="connsiteX4" fmla="*/ 60314 w 157565"/>
                <a:gd name="connsiteY4" fmla="*/ 245377 h 245292"/>
                <a:gd name="connsiteX5" fmla="*/ 108330 w 157565"/>
                <a:gd name="connsiteY5" fmla="*/ 244290 h 245292"/>
                <a:gd name="connsiteX6" fmla="*/ 156702 w 157565"/>
                <a:gd name="connsiteY6" fmla="*/ 245377 h 245292"/>
                <a:gd name="connsiteX7" fmla="*/ 156702 w 157565"/>
                <a:gd name="connsiteY7" fmla="*/ 234145 h 245292"/>
                <a:gd name="connsiteX8" fmla="*/ 149233 w 157565"/>
                <a:gd name="connsiteY8" fmla="*/ 234145 h 245292"/>
                <a:gd name="connsiteX9" fmla="*/ 122202 w 157565"/>
                <a:gd name="connsiteY9" fmla="*/ 217116 h 245292"/>
                <a:gd name="connsiteX10" fmla="*/ 122202 w 157565"/>
                <a:gd name="connsiteY10" fmla="*/ 185594 h 245292"/>
                <a:gd name="connsiteX11" fmla="*/ 157769 w 157565"/>
                <a:gd name="connsiteY11" fmla="*/ 185594 h 245292"/>
                <a:gd name="connsiteX12" fmla="*/ 157769 w 157565"/>
                <a:gd name="connsiteY12" fmla="*/ 174362 h 245292"/>
                <a:gd name="connsiteX13" fmla="*/ 122202 w 157565"/>
                <a:gd name="connsiteY13" fmla="*/ 174362 h 245292"/>
                <a:gd name="connsiteX14" fmla="*/ 122202 w 157565"/>
                <a:gd name="connsiteY14" fmla="*/ 9505 h 245292"/>
                <a:gd name="connsiteX15" fmla="*/ 116511 w 157565"/>
                <a:gd name="connsiteY15" fmla="*/ 85 h 245292"/>
                <a:gd name="connsiteX16" fmla="*/ 109397 w 157565"/>
                <a:gd name="connsiteY16" fmla="*/ 4433 h 245292"/>
                <a:gd name="connsiteX17" fmla="*/ 204 w 157565"/>
                <a:gd name="connsiteY17" fmla="*/ 174362 h 245292"/>
                <a:gd name="connsiteX18" fmla="*/ 204 w 157565"/>
                <a:gd name="connsiteY18" fmla="*/ 185594 h 245292"/>
                <a:gd name="connsiteX19" fmla="*/ 94815 w 157565"/>
                <a:gd name="connsiteY19" fmla="*/ 185594 h 245292"/>
                <a:gd name="connsiteX20" fmla="*/ 96949 w 157565"/>
                <a:gd name="connsiteY20" fmla="*/ 174362 h 245292"/>
                <a:gd name="connsiteX21" fmla="*/ 10163 w 157565"/>
                <a:gd name="connsiteY21" fmla="*/ 174362 h 245292"/>
                <a:gd name="connsiteX22" fmla="*/ 96949 w 157565"/>
                <a:gd name="connsiteY22" fmla="*/ 39216 h 245292"/>
                <a:gd name="connsiteX23" fmla="*/ 96949 w 157565"/>
                <a:gd name="connsiteY23" fmla="*/ 174362 h 24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7565" h="245292">
                  <a:moveTo>
                    <a:pt x="94815" y="185594"/>
                  </a:moveTo>
                  <a:lnTo>
                    <a:pt x="94815" y="217116"/>
                  </a:lnTo>
                  <a:cubicBezTo>
                    <a:pt x="94815" y="230160"/>
                    <a:pt x="94103" y="234145"/>
                    <a:pt x="67783" y="234145"/>
                  </a:cubicBezTo>
                  <a:lnTo>
                    <a:pt x="60314" y="234145"/>
                  </a:lnTo>
                  <a:lnTo>
                    <a:pt x="60314" y="245377"/>
                  </a:lnTo>
                  <a:cubicBezTo>
                    <a:pt x="74897" y="244290"/>
                    <a:pt x="93392" y="244290"/>
                    <a:pt x="108330" y="244290"/>
                  </a:cubicBezTo>
                  <a:cubicBezTo>
                    <a:pt x="123269" y="244290"/>
                    <a:pt x="142120" y="244290"/>
                    <a:pt x="156702" y="245377"/>
                  </a:cubicBezTo>
                  <a:lnTo>
                    <a:pt x="156702" y="234145"/>
                  </a:lnTo>
                  <a:lnTo>
                    <a:pt x="149233" y="234145"/>
                  </a:lnTo>
                  <a:cubicBezTo>
                    <a:pt x="122913" y="234145"/>
                    <a:pt x="122202" y="230160"/>
                    <a:pt x="122202" y="217116"/>
                  </a:cubicBezTo>
                  <a:lnTo>
                    <a:pt x="122202" y="185594"/>
                  </a:lnTo>
                  <a:lnTo>
                    <a:pt x="157769" y="185594"/>
                  </a:lnTo>
                  <a:lnTo>
                    <a:pt x="157769" y="174362"/>
                  </a:lnTo>
                  <a:lnTo>
                    <a:pt x="122202" y="174362"/>
                  </a:lnTo>
                  <a:lnTo>
                    <a:pt x="122202" y="9505"/>
                  </a:lnTo>
                  <a:cubicBezTo>
                    <a:pt x="122202" y="2259"/>
                    <a:pt x="122202" y="85"/>
                    <a:pt x="116511" y="85"/>
                  </a:cubicBezTo>
                  <a:cubicBezTo>
                    <a:pt x="113310" y="85"/>
                    <a:pt x="112243" y="85"/>
                    <a:pt x="109397" y="4433"/>
                  </a:cubicBezTo>
                  <a:lnTo>
                    <a:pt x="204" y="174362"/>
                  </a:lnTo>
                  <a:lnTo>
                    <a:pt x="204" y="185594"/>
                  </a:lnTo>
                  <a:lnTo>
                    <a:pt x="94815" y="185594"/>
                  </a:lnTo>
                  <a:close/>
                  <a:moveTo>
                    <a:pt x="96949" y="174362"/>
                  </a:moveTo>
                  <a:lnTo>
                    <a:pt x="10163" y="174362"/>
                  </a:lnTo>
                  <a:lnTo>
                    <a:pt x="96949" y="39216"/>
                  </a:lnTo>
                  <a:lnTo>
                    <a:pt x="96949" y="174362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1E0F8EA4-703C-D81D-F7F9-B137C7BA8A6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031757" y="5378438"/>
              <a:ext cx="147606" cy="249278"/>
            </a:xfrm>
            <a:custGeom>
              <a:avLst/>
              <a:gdLst>
                <a:gd name="connsiteX0" fmla="*/ 115805 w 147606"/>
                <a:gd name="connsiteY0" fmla="*/ 126173 h 249278"/>
                <a:gd name="connsiteX1" fmla="*/ 115805 w 147606"/>
                <a:gd name="connsiteY1" fmla="*/ 137767 h 249278"/>
                <a:gd name="connsiteX2" fmla="*/ 58185 w 147606"/>
                <a:gd name="connsiteY2" fmla="*/ 239218 h 249278"/>
                <a:gd name="connsiteX3" fmla="*/ 23328 w 147606"/>
                <a:gd name="connsiteY3" fmla="*/ 226174 h 249278"/>
                <a:gd name="connsiteX4" fmla="*/ 41824 w 147606"/>
                <a:gd name="connsiteY4" fmla="*/ 209507 h 249278"/>
                <a:gd name="connsiteX5" fmla="*/ 25463 w 147606"/>
                <a:gd name="connsiteY5" fmla="*/ 192841 h 249278"/>
                <a:gd name="connsiteX6" fmla="*/ 9101 w 147606"/>
                <a:gd name="connsiteY6" fmla="*/ 210232 h 249278"/>
                <a:gd name="connsiteX7" fmla="*/ 58541 w 147606"/>
                <a:gd name="connsiteY7" fmla="*/ 249363 h 249278"/>
                <a:gd name="connsiteX8" fmla="*/ 147816 w 147606"/>
                <a:gd name="connsiteY8" fmla="*/ 122188 h 249278"/>
                <a:gd name="connsiteX9" fmla="*/ 75257 w 147606"/>
                <a:gd name="connsiteY9" fmla="*/ 85 h 249278"/>
                <a:gd name="connsiteX10" fmla="*/ 22973 w 147606"/>
                <a:gd name="connsiteY10" fmla="*/ 22911 h 249278"/>
                <a:gd name="connsiteX11" fmla="*/ 209 w 147606"/>
                <a:gd name="connsiteY11" fmla="*/ 81607 h 249278"/>
                <a:gd name="connsiteX12" fmla="*/ 71345 w 147606"/>
                <a:gd name="connsiteY12" fmla="*/ 162405 h 249278"/>
                <a:gd name="connsiteX13" fmla="*/ 115805 w 147606"/>
                <a:gd name="connsiteY13" fmla="*/ 126173 h 249278"/>
                <a:gd name="connsiteX14" fmla="*/ 71701 w 147606"/>
                <a:gd name="connsiteY14" fmla="*/ 154072 h 249278"/>
                <a:gd name="connsiteX15" fmla="*/ 38623 w 147606"/>
                <a:gd name="connsiteY15" fmla="*/ 131246 h 249278"/>
                <a:gd name="connsiteX16" fmla="*/ 32220 w 147606"/>
                <a:gd name="connsiteY16" fmla="*/ 81970 h 249278"/>
                <a:gd name="connsiteX17" fmla="*/ 39690 w 147606"/>
                <a:gd name="connsiteY17" fmla="*/ 31969 h 249278"/>
                <a:gd name="connsiteX18" fmla="*/ 75257 w 147606"/>
                <a:gd name="connsiteY18" fmla="*/ 9143 h 249278"/>
                <a:gd name="connsiteX19" fmla="*/ 109402 w 147606"/>
                <a:gd name="connsiteY19" fmla="*/ 37766 h 249278"/>
                <a:gd name="connsiteX20" fmla="*/ 115093 w 147606"/>
                <a:gd name="connsiteY20" fmla="*/ 88854 h 249278"/>
                <a:gd name="connsiteX21" fmla="*/ 71701 w 147606"/>
                <a:gd name="connsiteY21" fmla="*/ 154072 h 249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606" h="249278">
                  <a:moveTo>
                    <a:pt x="115805" y="126173"/>
                  </a:moveTo>
                  <a:lnTo>
                    <a:pt x="115805" y="137767"/>
                  </a:lnTo>
                  <a:cubicBezTo>
                    <a:pt x="115805" y="222551"/>
                    <a:pt x="78814" y="239218"/>
                    <a:pt x="58185" y="239218"/>
                  </a:cubicBezTo>
                  <a:cubicBezTo>
                    <a:pt x="52138" y="239218"/>
                    <a:pt x="32932" y="238493"/>
                    <a:pt x="23328" y="226174"/>
                  </a:cubicBezTo>
                  <a:cubicBezTo>
                    <a:pt x="38978" y="226174"/>
                    <a:pt x="41824" y="215667"/>
                    <a:pt x="41824" y="209507"/>
                  </a:cubicBezTo>
                  <a:cubicBezTo>
                    <a:pt x="41824" y="198275"/>
                    <a:pt x="33287" y="192841"/>
                    <a:pt x="25463" y="192841"/>
                  </a:cubicBezTo>
                  <a:cubicBezTo>
                    <a:pt x="19772" y="192841"/>
                    <a:pt x="9101" y="196101"/>
                    <a:pt x="9101" y="210232"/>
                  </a:cubicBezTo>
                  <a:cubicBezTo>
                    <a:pt x="9101" y="234508"/>
                    <a:pt x="28308" y="249363"/>
                    <a:pt x="58541" y="249363"/>
                  </a:cubicBezTo>
                  <a:cubicBezTo>
                    <a:pt x="104423" y="249363"/>
                    <a:pt x="147816" y="200087"/>
                    <a:pt x="147816" y="122188"/>
                  </a:cubicBezTo>
                  <a:cubicBezTo>
                    <a:pt x="147816" y="24723"/>
                    <a:pt x="106913" y="85"/>
                    <a:pt x="75257" y="85"/>
                  </a:cubicBezTo>
                  <a:cubicBezTo>
                    <a:pt x="55695" y="85"/>
                    <a:pt x="38267" y="6606"/>
                    <a:pt x="22973" y="22911"/>
                  </a:cubicBezTo>
                  <a:cubicBezTo>
                    <a:pt x="8390" y="39216"/>
                    <a:pt x="209" y="54433"/>
                    <a:pt x="209" y="81607"/>
                  </a:cubicBezTo>
                  <a:cubicBezTo>
                    <a:pt x="209" y="126898"/>
                    <a:pt x="31509" y="162405"/>
                    <a:pt x="71345" y="162405"/>
                  </a:cubicBezTo>
                  <a:cubicBezTo>
                    <a:pt x="93041" y="162405"/>
                    <a:pt x="107624" y="147188"/>
                    <a:pt x="115805" y="126173"/>
                  </a:cubicBezTo>
                  <a:close/>
                  <a:moveTo>
                    <a:pt x="71701" y="154072"/>
                  </a:moveTo>
                  <a:cubicBezTo>
                    <a:pt x="66010" y="154072"/>
                    <a:pt x="49649" y="154072"/>
                    <a:pt x="38623" y="131246"/>
                  </a:cubicBezTo>
                  <a:cubicBezTo>
                    <a:pt x="32220" y="117840"/>
                    <a:pt x="32220" y="99724"/>
                    <a:pt x="32220" y="81970"/>
                  </a:cubicBezTo>
                  <a:cubicBezTo>
                    <a:pt x="32220" y="62404"/>
                    <a:pt x="32220" y="45375"/>
                    <a:pt x="39690" y="31969"/>
                  </a:cubicBezTo>
                  <a:cubicBezTo>
                    <a:pt x="49293" y="13853"/>
                    <a:pt x="62809" y="9143"/>
                    <a:pt x="75257" y="9143"/>
                  </a:cubicBezTo>
                  <a:cubicBezTo>
                    <a:pt x="91618" y="9143"/>
                    <a:pt x="103356" y="21462"/>
                    <a:pt x="109402" y="37766"/>
                  </a:cubicBezTo>
                  <a:cubicBezTo>
                    <a:pt x="113670" y="49361"/>
                    <a:pt x="115093" y="72187"/>
                    <a:pt x="115093" y="88854"/>
                  </a:cubicBezTo>
                  <a:cubicBezTo>
                    <a:pt x="115093" y="118927"/>
                    <a:pt x="103000" y="154072"/>
                    <a:pt x="71701" y="154072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3FD90286-1536-C147-9483-E43AC73C593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209596" y="5378438"/>
              <a:ext cx="147606" cy="249278"/>
            </a:xfrm>
            <a:custGeom>
              <a:avLst/>
              <a:gdLst>
                <a:gd name="connsiteX0" fmla="*/ 43251 w 147606"/>
                <a:gd name="connsiteY0" fmla="*/ 75810 h 249278"/>
                <a:gd name="connsiteX1" fmla="*/ 25467 w 147606"/>
                <a:gd name="connsiteY1" fmla="*/ 46462 h 249278"/>
                <a:gd name="connsiteX2" fmla="*/ 73840 w 147606"/>
                <a:gd name="connsiteY2" fmla="*/ 9143 h 249278"/>
                <a:gd name="connsiteX3" fmla="*/ 122567 w 147606"/>
                <a:gd name="connsiteY3" fmla="*/ 54071 h 249278"/>
                <a:gd name="connsiteX4" fmla="*/ 87355 w 147606"/>
                <a:gd name="connsiteY4" fmla="*/ 104796 h 249278"/>
                <a:gd name="connsiteX5" fmla="*/ 43251 w 147606"/>
                <a:gd name="connsiteY5" fmla="*/ 75810 h 249278"/>
                <a:gd name="connsiteX6" fmla="*/ 95180 w 147606"/>
                <a:gd name="connsiteY6" fmla="*/ 110231 h 249278"/>
                <a:gd name="connsiteX7" fmla="*/ 138217 w 147606"/>
                <a:gd name="connsiteY7" fmla="*/ 54071 h 249278"/>
                <a:gd name="connsiteX8" fmla="*/ 74195 w 147606"/>
                <a:gd name="connsiteY8" fmla="*/ 85 h 249278"/>
                <a:gd name="connsiteX9" fmla="*/ 9818 w 147606"/>
                <a:gd name="connsiteY9" fmla="*/ 60593 h 249278"/>
                <a:gd name="connsiteX10" fmla="*/ 25467 w 147606"/>
                <a:gd name="connsiteY10" fmla="*/ 100448 h 249278"/>
                <a:gd name="connsiteX11" fmla="*/ 51432 w 147606"/>
                <a:gd name="connsiteY11" fmla="*/ 120014 h 249278"/>
                <a:gd name="connsiteX12" fmla="*/ 214 w 147606"/>
                <a:gd name="connsiteY12" fmla="*/ 186681 h 249278"/>
                <a:gd name="connsiteX13" fmla="*/ 73840 w 147606"/>
                <a:gd name="connsiteY13" fmla="*/ 249363 h 249278"/>
                <a:gd name="connsiteX14" fmla="*/ 147821 w 147606"/>
                <a:gd name="connsiteY14" fmla="*/ 180522 h 249278"/>
                <a:gd name="connsiteX15" fmla="*/ 130392 w 147606"/>
                <a:gd name="connsiteY15" fmla="*/ 135956 h 249278"/>
                <a:gd name="connsiteX16" fmla="*/ 95180 w 147606"/>
                <a:gd name="connsiteY16" fmla="*/ 110231 h 249278"/>
                <a:gd name="connsiteX17" fmla="*/ 59613 w 147606"/>
                <a:gd name="connsiteY17" fmla="*/ 125448 h 249278"/>
                <a:gd name="connsiteX18" fmla="*/ 103361 w 147606"/>
                <a:gd name="connsiteY18" fmla="*/ 153710 h 249278"/>
                <a:gd name="connsiteX19" fmla="*/ 130037 w 147606"/>
                <a:gd name="connsiteY19" fmla="*/ 193565 h 249278"/>
                <a:gd name="connsiteX20" fmla="*/ 74195 w 147606"/>
                <a:gd name="connsiteY20" fmla="*/ 239218 h 249278"/>
                <a:gd name="connsiteX21" fmla="*/ 17998 w 147606"/>
                <a:gd name="connsiteY21" fmla="*/ 186681 h 249278"/>
                <a:gd name="connsiteX22" fmla="*/ 59613 w 147606"/>
                <a:gd name="connsiteY22" fmla="*/ 125448 h 249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7606" h="249278">
                  <a:moveTo>
                    <a:pt x="43251" y="75810"/>
                  </a:moveTo>
                  <a:cubicBezTo>
                    <a:pt x="26890" y="64940"/>
                    <a:pt x="25467" y="52622"/>
                    <a:pt x="25467" y="46462"/>
                  </a:cubicBezTo>
                  <a:cubicBezTo>
                    <a:pt x="25467" y="24360"/>
                    <a:pt x="48587" y="9143"/>
                    <a:pt x="73840" y="9143"/>
                  </a:cubicBezTo>
                  <a:cubicBezTo>
                    <a:pt x="99804" y="9143"/>
                    <a:pt x="122567" y="27984"/>
                    <a:pt x="122567" y="54071"/>
                  </a:cubicBezTo>
                  <a:cubicBezTo>
                    <a:pt x="122567" y="74723"/>
                    <a:pt x="108696" y="92115"/>
                    <a:pt x="87355" y="104796"/>
                  </a:cubicBezTo>
                  <a:lnTo>
                    <a:pt x="43251" y="75810"/>
                  </a:lnTo>
                  <a:close/>
                  <a:moveTo>
                    <a:pt x="95180" y="110231"/>
                  </a:moveTo>
                  <a:cubicBezTo>
                    <a:pt x="120789" y="96825"/>
                    <a:pt x="138217" y="77984"/>
                    <a:pt x="138217" y="54071"/>
                  </a:cubicBezTo>
                  <a:cubicBezTo>
                    <a:pt x="138217" y="20737"/>
                    <a:pt x="106562" y="85"/>
                    <a:pt x="74195" y="85"/>
                  </a:cubicBezTo>
                  <a:cubicBezTo>
                    <a:pt x="38628" y="85"/>
                    <a:pt x="9818" y="26897"/>
                    <a:pt x="9818" y="60593"/>
                  </a:cubicBezTo>
                  <a:cubicBezTo>
                    <a:pt x="9818" y="67114"/>
                    <a:pt x="10529" y="83419"/>
                    <a:pt x="25467" y="100448"/>
                  </a:cubicBezTo>
                  <a:cubicBezTo>
                    <a:pt x="29380" y="104796"/>
                    <a:pt x="42540" y="113854"/>
                    <a:pt x="51432" y="120014"/>
                  </a:cubicBezTo>
                  <a:cubicBezTo>
                    <a:pt x="30803" y="130521"/>
                    <a:pt x="214" y="150811"/>
                    <a:pt x="214" y="186681"/>
                  </a:cubicBezTo>
                  <a:cubicBezTo>
                    <a:pt x="214" y="225087"/>
                    <a:pt x="36493" y="249363"/>
                    <a:pt x="73840" y="249363"/>
                  </a:cubicBezTo>
                  <a:cubicBezTo>
                    <a:pt x="114031" y="249363"/>
                    <a:pt x="147821" y="219290"/>
                    <a:pt x="147821" y="180522"/>
                  </a:cubicBezTo>
                  <a:cubicBezTo>
                    <a:pt x="147821" y="167478"/>
                    <a:pt x="143908" y="151173"/>
                    <a:pt x="130392" y="135956"/>
                  </a:cubicBezTo>
                  <a:cubicBezTo>
                    <a:pt x="123634" y="128347"/>
                    <a:pt x="117944" y="124724"/>
                    <a:pt x="95180" y="110231"/>
                  </a:cubicBezTo>
                  <a:close/>
                  <a:moveTo>
                    <a:pt x="59613" y="125448"/>
                  </a:moveTo>
                  <a:lnTo>
                    <a:pt x="103361" y="153710"/>
                  </a:lnTo>
                  <a:cubicBezTo>
                    <a:pt x="113320" y="160594"/>
                    <a:pt x="130037" y="171463"/>
                    <a:pt x="130037" y="193565"/>
                  </a:cubicBezTo>
                  <a:cubicBezTo>
                    <a:pt x="130037" y="220377"/>
                    <a:pt x="103361" y="239218"/>
                    <a:pt x="74195" y="239218"/>
                  </a:cubicBezTo>
                  <a:cubicBezTo>
                    <a:pt x="43607" y="239218"/>
                    <a:pt x="17998" y="216754"/>
                    <a:pt x="17998" y="186681"/>
                  </a:cubicBezTo>
                  <a:cubicBezTo>
                    <a:pt x="17998" y="165666"/>
                    <a:pt x="29380" y="142478"/>
                    <a:pt x="59613" y="125448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91055C2C-06CF-9293-9AF3-DFB6D921084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442090" y="5459598"/>
              <a:ext cx="177127" cy="164132"/>
            </a:xfrm>
            <a:custGeom>
              <a:avLst/>
              <a:gdLst>
                <a:gd name="connsiteX0" fmla="*/ 108703 w 177127"/>
                <a:gd name="connsiteY0" fmla="*/ 50810 h 164132"/>
                <a:gd name="connsiteX1" fmla="*/ 143915 w 177127"/>
                <a:gd name="connsiteY1" fmla="*/ 8056 h 164132"/>
                <a:gd name="connsiteX2" fmla="*/ 161699 w 177127"/>
                <a:gd name="connsiteY2" fmla="*/ 12766 h 164132"/>
                <a:gd name="connsiteX3" fmla="*/ 144626 w 177127"/>
                <a:gd name="connsiteY3" fmla="*/ 32331 h 164132"/>
                <a:gd name="connsiteX4" fmla="*/ 158142 w 177127"/>
                <a:gd name="connsiteY4" fmla="*/ 45013 h 164132"/>
                <a:gd name="connsiteX5" fmla="*/ 177348 w 177127"/>
                <a:gd name="connsiteY5" fmla="*/ 23998 h 164132"/>
                <a:gd name="connsiteX6" fmla="*/ 144270 w 177127"/>
                <a:gd name="connsiteY6" fmla="*/ 85 h 164132"/>
                <a:gd name="connsiteX7" fmla="*/ 106924 w 177127"/>
                <a:gd name="connsiteY7" fmla="*/ 27621 h 164132"/>
                <a:gd name="connsiteX8" fmla="*/ 68511 w 177127"/>
                <a:gd name="connsiteY8" fmla="*/ 85 h 164132"/>
                <a:gd name="connsiteX9" fmla="*/ 11247 w 177127"/>
                <a:gd name="connsiteY9" fmla="*/ 55882 h 164132"/>
                <a:gd name="connsiteX10" fmla="*/ 15515 w 177127"/>
                <a:gd name="connsiteY10" fmla="*/ 59506 h 164132"/>
                <a:gd name="connsiteX11" fmla="*/ 20139 w 177127"/>
                <a:gd name="connsiteY11" fmla="*/ 55520 h 164132"/>
                <a:gd name="connsiteX12" fmla="*/ 67800 w 177127"/>
                <a:gd name="connsiteY12" fmla="*/ 8056 h 164132"/>
                <a:gd name="connsiteX13" fmla="*/ 87006 w 177127"/>
                <a:gd name="connsiteY13" fmla="*/ 32331 h 164132"/>
                <a:gd name="connsiteX14" fmla="*/ 67800 w 177127"/>
                <a:gd name="connsiteY14" fmla="*/ 118564 h 164132"/>
                <a:gd name="connsiteX15" fmla="*/ 34010 w 177127"/>
                <a:gd name="connsiteY15" fmla="*/ 156246 h 164132"/>
                <a:gd name="connsiteX16" fmla="*/ 16227 w 177127"/>
                <a:gd name="connsiteY16" fmla="*/ 151536 h 164132"/>
                <a:gd name="connsiteX17" fmla="*/ 32943 w 177127"/>
                <a:gd name="connsiteY17" fmla="*/ 131970 h 164132"/>
                <a:gd name="connsiteX18" fmla="*/ 19783 w 177127"/>
                <a:gd name="connsiteY18" fmla="*/ 119289 h 164132"/>
                <a:gd name="connsiteX19" fmla="*/ 221 w 177127"/>
                <a:gd name="connsiteY19" fmla="*/ 140304 h 164132"/>
                <a:gd name="connsiteX20" fmla="*/ 33655 w 177127"/>
                <a:gd name="connsiteY20" fmla="*/ 164217 h 164132"/>
                <a:gd name="connsiteX21" fmla="*/ 71001 w 177127"/>
                <a:gd name="connsiteY21" fmla="*/ 136680 h 164132"/>
                <a:gd name="connsiteX22" fmla="*/ 109414 w 177127"/>
                <a:gd name="connsiteY22" fmla="*/ 164217 h 164132"/>
                <a:gd name="connsiteX23" fmla="*/ 166322 w 177127"/>
                <a:gd name="connsiteY23" fmla="*/ 108419 h 164132"/>
                <a:gd name="connsiteX24" fmla="*/ 162054 w 177127"/>
                <a:gd name="connsiteY24" fmla="*/ 104796 h 164132"/>
                <a:gd name="connsiteX25" fmla="*/ 157430 w 177127"/>
                <a:gd name="connsiteY25" fmla="*/ 108782 h 164132"/>
                <a:gd name="connsiteX26" fmla="*/ 110125 w 177127"/>
                <a:gd name="connsiteY26" fmla="*/ 156246 h 164132"/>
                <a:gd name="connsiteX27" fmla="*/ 90563 w 177127"/>
                <a:gd name="connsiteY27" fmla="*/ 132333 h 164132"/>
                <a:gd name="connsiteX28" fmla="*/ 96610 w 177127"/>
                <a:gd name="connsiteY28" fmla="*/ 100448 h 164132"/>
                <a:gd name="connsiteX29" fmla="*/ 108703 w 177127"/>
                <a:gd name="connsiteY29" fmla="*/ 50810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127" h="164132">
                  <a:moveTo>
                    <a:pt x="108703" y="50810"/>
                  </a:moveTo>
                  <a:cubicBezTo>
                    <a:pt x="110837" y="41390"/>
                    <a:pt x="119017" y="8056"/>
                    <a:pt x="143915" y="8056"/>
                  </a:cubicBezTo>
                  <a:cubicBezTo>
                    <a:pt x="145693" y="8056"/>
                    <a:pt x="154229" y="8056"/>
                    <a:pt x="161699" y="12766"/>
                  </a:cubicBezTo>
                  <a:cubicBezTo>
                    <a:pt x="151740" y="14578"/>
                    <a:pt x="144626" y="23636"/>
                    <a:pt x="144626" y="32331"/>
                  </a:cubicBezTo>
                  <a:cubicBezTo>
                    <a:pt x="144626" y="38129"/>
                    <a:pt x="148538" y="45013"/>
                    <a:pt x="158142" y="45013"/>
                  </a:cubicBezTo>
                  <a:cubicBezTo>
                    <a:pt x="165967" y="45013"/>
                    <a:pt x="177348" y="38491"/>
                    <a:pt x="177348" y="23998"/>
                  </a:cubicBezTo>
                  <a:cubicBezTo>
                    <a:pt x="177348" y="5157"/>
                    <a:pt x="156363" y="85"/>
                    <a:pt x="144270" y="85"/>
                  </a:cubicBezTo>
                  <a:cubicBezTo>
                    <a:pt x="123641" y="85"/>
                    <a:pt x="111192" y="19288"/>
                    <a:pt x="106924" y="27621"/>
                  </a:cubicBezTo>
                  <a:cubicBezTo>
                    <a:pt x="98032" y="3708"/>
                    <a:pt x="78826" y="85"/>
                    <a:pt x="68511" y="85"/>
                  </a:cubicBezTo>
                  <a:cubicBezTo>
                    <a:pt x="31521" y="85"/>
                    <a:pt x="11247" y="46824"/>
                    <a:pt x="11247" y="55882"/>
                  </a:cubicBezTo>
                  <a:cubicBezTo>
                    <a:pt x="11247" y="59506"/>
                    <a:pt x="14804" y="59506"/>
                    <a:pt x="15515" y="59506"/>
                  </a:cubicBezTo>
                  <a:cubicBezTo>
                    <a:pt x="18361" y="59506"/>
                    <a:pt x="19428" y="58781"/>
                    <a:pt x="20139" y="55520"/>
                  </a:cubicBezTo>
                  <a:cubicBezTo>
                    <a:pt x="32232" y="17114"/>
                    <a:pt x="55707" y="8056"/>
                    <a:pt x="67800" y="8056"/>
                  </a:cubicBezTo>
                  <a:cubicBezTo>
                    <a:pt x="74558" y="8056"/>
                    <a:pt x="87006" y="11317"/>
                    <a:pt x="87006" y="32331"/>
                  </a:cubicBezTo>
                  <a:cubicBezTo>
                    <a:pt x="87006" y="43563"/>
                    <a:pt x="80960" y="67839"/>
                    <a:pt x="67800" y="118564"/>
                  </a:cubicBezTo>
                  <a:cubicBezTo>
                    <a:pt x="62109" y="141028"/>
                    <a:pt x="49660" y="156246"/>
                    <a:pt x="34010" y="156246"/>
                  </a:cubicBezTo>
                  <a:cubicBezTo>
                    <a:pt x="31876" y="156246"/>
                    <a:pt x="23696" y="156246"/>
                    <a:pt x="16227" y="151536"/>
                  </a:cubicBezTo>
                  <a:cubicBezTo>
                    <a:pt x="25118" y="149724"/>
                    <a:pt x="32943" y="142115"/>
                    <a:pt x="32943" y="131970"/>
                  </a:cubicBezTo>
                  <a:cubicBezTo>
                    <a:pt x="32943" y="122188"/>
                    <a:pt x="25118" y="119289"/>
                    <a:pt x="19783" y="119289"/>
                  </a:cubicBezTo>
                  <a:cubicBezTo>
                    <a:pt x="9113" y="119289"/>
                    <a:pt x="221" y="128709"/>
                    <a:pt x="221" y="140304"/>
                  </a:cubicBezTo>
                  <a:cubicBezTo>
                    <a:pt x="221" y="156971"/>
                    <a:pt x="18005" y="164217"/>
                    <a:pt x="33655" y="164217"/>
                  </a:cubicBezTo>
                  <a:cubicBezTo>
                    <a:pt x="57129" y="164217"/>
                    <a:pt x="69934" y="138854"/>
                    <a:pt x="71001" y="136680"/>
                  </a:cubicBezTo>
                  <a:cubicBezTo>
                    <a:pt x="75269" y="150086"/>
                    <a:pt x="88073" y="164217"/>
                    <a:pt x="109414" y="164217"/>
                  </a:cubicBezTo>
                  <a:cubicBezTo>
                    <a:pt x="146049" y="164217"/>
                    <a:pt x="166322" y="117477"/>
                    <a:pt x="166322" y="108419"/>
                  </a:cubicBezTo>
                  <a:cubicBezTo>
                    <a:pt x="166322" y="104796"/>
                    <a:pt x="163121" y="104796"/>
                    <a:pt x="162054" y="104796"/>
                  </a:cubicBezTo>
                  <a:cubicBezTo>
                    <a:pt x="158853" y="104796"/>
                    <a:pt x="158142" y="106245"/>
                    <a:pt x="157430" y="108782"/>
                  </a:cubicBezTo>
                  <a:cubicBezTo>
                    <a:pt x="145693" y="147550"/>
                    <a:pt x="121507" y="156246"/>
                    <a:pt x="110125" y="156246"/>
                  </a:cubicBezTo>
                  <a:cubicBezTo>
                    <a:pt x="96254" y="156246"/>
                    <a:pt x="90563" y="144652"/>
                    <a:pt x="90563" y="132333"/>
                  </a:cubicBezTo>
                  <a:cubicBezTo>
                    <a:pt x="90563" y="124362"/>
                    <a:pt x="92697" y="116390"/>
                    <a:pt x="96610" y="100448"/>
                  </a:cubicBezTo>
                  <a:lnTo>
                    <a:pt x="108703" y="50810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8BFD1EE1-4CCC-C0D1-9EE4-9E0F1E35A8D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662193" y="5301737"/>
              <a:ext cx="90626" cy="168407"/>
            </a:xfrm>
            <a:custGeom>
              <a:avLst/>
              <a:gdLst>
                <a:gd name="connsiteX0" fmla="*/ 56495 w 90626"/>
                <a:gd name="connsiteY0" fmla="*/ 7182 h 168407"/>
                <a:gd name="connsiteX1" fmla="*/ 49026 w 90626"/>
                <a:gd name="connsiteY1" fmla="*/ 81 h 168407"/>
                <a:gd name="connsiteX2" fmla="*/ 227 w 90626"/>
                <a:gd name="connsiteY2" fmla="*/ 16313 h 168407"/>
                <a:gd name="connsiteX3" fmla="*/ 227 w 90626"/>
                <a:gd name="connsiteY3" fmla="*/ 25443 h 168407"/>
                <a:gd name="connsiteX4" fmla="*/ 36328 w 90626"/>
                <a:gd name="connsiteY4" fmla="*/ 18342 h 168407"/>
                <a:gd name="connsiteX5" fmla="*/ 36328 w 90626"/>
                <a:gd name="connsiteY5" fmla="*/ 147691 h 168407"/>
                <a:gd name="connsiteX6" fmla="*/ 11431 w 90626"/>
                <a:gd name="connsiteY6" fmla="*/ 159358 h 168407"/>
                <a:gd name="connsiteX7" fmla="*/ 1970 w 90626"/>
                <a:gd name="connsiteY7" fmla="*/ 159358 h 168407"/>
                <a:gd name="connsiteX8" fmla="*/ 1970 w 90626"/>
                <a:gd name="connsiteY8" fmla="*/ 168488 h 168407"/>
                <a:gd name="connsiteX9" fmla="*/ 46287 w 90626"/>
                <a:gd name="connsiteY9" fmla="*/ 167474 h 168407"/>
                <a:gd name="connsiteX10" fmla="*/ 90853 w 90626"/>
                <a:gd name="connsiteY10" fmla="*/ 168488 h 168407"/>
                <a:gd name="connsiteX11" fmla="*/ 90853 w 90626"/>
                <a:gd name="connsiteY11" fmla="*/ 159358 h 168407"/>
                <a:gd name="connsiteX12" fmla="*/ 81392 w 90626"/>
                <a:gd name="connsiteY12" fmla="*/ 159358 h 168407"/>
                <a:gd name="connsiteX13" fmla="*/ 56495 w 90626"/>
                <a:gd name="connsiteY13" fmla="*/ 147691 h 168407"/>
                <a:gd name="connsiteX14" fmla="*/ 56495 w 90626"/>
                <a:gd name="connsiteY14" fmla="*/ 7182 h 16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626" h="168407">
                  <a:moveTo>
                    <a:pt x="56495" y="7182"/>
                  </a:moveTo>
                  <a:cubicBezTo>
                    <a:pt x="56495" y="334"/>
                    <a:pt x="55997" y="81"/>
                    <a:pt x="49026" y="81"/>
                  </a:cubicBezTo>
                  <a:cubicBezTo>
                    <a:pt x="33091" y="16059"/>
                    <a:pt x="10435" y="16313"/>
                    <a:pt x="227" y="16313"/>
                  </a:cubicBezTo>
                  <a:lnTo>
                    <a:pt x="227" y="25443"/>
                  </a:lnTo>
                  <a:cubicBezTo>
                    <a:pt x="6202" y="25443"/>
                    <a:pt x="22634" y="25443"/>
                    <a:pt x="36328" y="18342"/>
                  </a:cubicBezTo>
                  <a:lnTo>
                    <a:pt x="36328" y="147691"/>
                  </a:lnTo>
                  <a:cubicBezTo>
                    <a:pt x="36328" y="156061"/>
                    <a:pt x="36328" y="159358"/>
                    <a:pt x="11431" y="159358"/>
                  </a:cubicBezTo>
                  <a:lnTo>
                    <a:pt x="1970" y="159358"/>
                  </a:lnTo>
                  <a:lnTo>
                    <a:pt x="1970" y="168488"/>
                  </a:lnTo>
                  <a:cubicBezTo>
                    <a:pt x="6451" y="168235"/>
                    <a:pt x="37075" y="167474"/>
                    <a:pt x="46287" y="167474"/>
                  </a:cubicBezTo>
                  <a:cubicBezTo>
                    <a:pt x="54005" y="167474"/>
                    <a:pt x="85376" y="168235"/>
                    <a:pt x="90853" y="168488"/>
                  </a:cubicBezTo>
                  <a:lnTo>
                    <a:pt x="90853" y="159358"/>
                  </a:lnTo>
                  <a:lnTo>
                    <a:pt x="81392" y="159358"/>
                  </a:lnTo>
                  <a:cubicBezTo>
                    <a:pt x="56495" y="159358"/>
                    <a:pt x="56495" y="156061"/>
                    <a:pt x="56495" y="147691"/>
                  </a:cubicBezTo>
                  <a:lnTo>
                    <a:pt x="56495" y="7182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F7742-7815-D2FA-AB05-220A2F83D81F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804718" y="5440978"/>
              <a:ext cx="28632" cy="29167"/>
            </a:xfrm>
            <a:custGeom>
              <a:avLst/>
              <a:gdLst>
                <a:gd name="connsiteX0" fmla="*/ 28863 w 28632"/>
                <a:gd name="connsiteY0" fmla="*/ 14791 h 29167"/>
                <a:gd name="connsiteX1" fmla="*/ 14671 w 28632"/>
                <a:gd name="connsiteY1" fmla="*/ 81 h 29167"/>
                <a:gd name="connsiteX2" fmla="*/ 231 w 28632"/>
                <a:gd name="connsiteY2" fmla="*/ 14537 h 29167"/>
                <a:gd name="connsiteX3" fmla="*/ 14422 w 28632"/>
                <a:gd name="connsiteY3" fmla="*/ 29248 h 29167"/>
                <a:gd name="connsiteX4" fmla="*/ 28863 w 28632"/>
                <a:gd name="connsiteY4" fmla="*/ 14791 h 2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32" h="29167">
                  <a:moveTo>
                    <a:pt x="28863" y="14791"/>
                  </a:moveTo>
                  <a:cubicBezTo>
                    <a:pt x="28863" y="5660"/>
                    <a:pt x="21394" y="81"/>
                    <a:pt x="14671" y="81"/>
                  </a:cubicBezTo>
                  <a:cubicBezTo>
                    <a:pt x="6455" y="81"/>
                    <a:pt x="231" y="6928"/>
                    <a:pt x="231" y="14537"/>
                  </a:cubicBezTo>
                  <a:cubicBezTo>
                    <a:pt x="231" y="23668"/>
                    <a:pt x="7700" y="29248"/>
                    <a:pt x="14422" y="29248"/>
                  </a:cubicBezTo>
                  <a:cubicBezTo>
                    <a:pt x="22638" y="29248"/>
                    <a:pt x="28863" y="22400"/>
                    <a:pt x="28863" y="14791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DA7C0DC9-3625-D87E-4EA9-00C47C4C6DE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878735" y="5298693"/>
              <a:ext cx="118262" cy="176523"/>
            </a:xfrm>
            <a:custGeom>
              <a:avLst/>
              <a:gdLst>
                <a:gd name="connsiteX0" fmla="*/ 116006 w 118262"/>
                <a:gd name="connsiteY0" fmla="*/ 18342 h 176523"/>
                <a:gd name="connsiteX1" fmla="*/ 118496 w 118262"/>
                <a:gd name="connsiteY1" fmla="*/ 8197 h 176523"/>
                <a:gd name="connsiteX2" fmla="*/ 53265 w 118262"/>
                <a:gd name="connsiteY2" fmla="*/ 8197 h 176523"/>
                <a:gd name="connsiteX3" fmla="*/ 31604 w 118262"/>
                <a:gd name="connsiteY3" fmla="*/ 7182 h 176523"/>
                <a:gd name="connsiteX4" fmla="*/ 17412 w 118262"/>
                <a:gd name="connsiteY4" fmla="*/ 81 h 176523"/>
                <a:gd name="connsiteX5" fmla="*/ 8947 w 118262"/>
                <a:gd name="connsiteY5" fmla="*/ 81 h 176523"/>
                <a:gd name="connsiteX6" fmla="*/ 233 w 118262"/>
                <a:gd name="connsiteY6" fmla="*/ 54357 h 176523"/>
                <a:gd name="connsiteX7" fmla="*/ 8698 w 118262"/>
                <a:gd name="connsiteY7" fmla="*/ 54357 h 176523"/>
                <a:gd name="connsiteX8" fmla="*/ 15669 w 118262"/>
                <a:gd name="connsiteY8" fmla="*/ 31277 h 176523"/>
                <a:gd name="connsiteX9" fmla="*/ 41563 w 118262"/>
                <a:gd name="connsiteY9" fmla="*/ 29755 h 176523"/>
                <a:gd name="connsiteX10" fmla="*/ 95839 w 118262"/>
                <a:gd name="connsiteY10" fmla="*/ 29755 h 176523"/>
                <a:gd name="connsiteX11" fmla="*/ 69946 w 118262"/>
                <a:gd name="connsiteY11" fmla="*/ 63233 h 176523"/>
                <a:gd name="connsiteX12" fmla="*/ 34343 w 118262"/>
                <a:gd name="connsiteY12" fmla="*/ 162148 h 176523"/>
                <a:gd name="connsiteX13" fmla="*/ 46044 w 118262"/>
                <a:gd name="connsiteY13" fmla="*/ 176604 h 176523"/>
                <a:gd name="connsiteX14" fmla="*/ 57995 w 118262"/>
                <a:gd name="connsiteY14" fmla="*/ 161894 h 176523"/>
                <a:gd name="connsiteX15" fmla="*/ 57995 w 118262"/>
                <a:gd name="connsiteY15" fmla="*/ 151749 h 176523"/>
                <a:gd name="connsiteX16" fmla="*/ 78660 w 118262"/>
                <a:gd name="connsiteY16" fmla="*/ 66277 h 176523"/>
                <a:gd name="connsiteX17" fmla="*/ 116006 w 118262"/>
                <a:gd name="connsiteY17" fmla="*/ 18342 h 176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8262" h="176523">
                  <a:moveTo>
                    <a:pt x="116006" y="18342"/>
                  </a:moveTo>
                  <a:cubicBezTo>
                    <a:pt x="118496" y="15298"/>
                    <a:pt x="118496" y="14791"/>
                    <a:pt x="118496" y="8197"/>
                  </a:cubicBezTo>
                  <a:lnTo>
                    <a:pt x="53265" y="8197"/>
                  </a:lnTo>
                  <a:cubicBezTo>
                    <a:pt x="43306" y="8197"/>
                    <a:pt x="40567" y="7943"/>
                    <a:pt x="31604" y="7182"/>
                  </a:cubicBezTo>
                  <a:cubicBezTo>
                    <a:pt x="18657" y="6168"/>
                    <a:pt x="18159" y="4392"/>
                    <a:pt x="17412" y="81"/>
                  </a:cubicBezTo>
                  <a:lnTo>
                    <a:pt x="8947" y="81"/>
                  </a:lnTo>
                  <a:lnTo>
                    <a:pt x="233" y="54357"/>
                  </a:lnTo>
                  <a:lnTo>
                    <a:pt x="8698" y="54357"/>
                  </a:lnTo>
                  <a:cubicBezTo>
                    <a:pt x="9196" y="50552"/>
                    <a:pt x="11686" y="33813"/>
                    <a:pt x="15669" y="31277"/>
                  </a:cubicBezTo>
                  <a:cubicBezTo>
                    <a:pt x="17661" y="29755"/>
                    <a:pt x="37828" y="29755"/>
                    <a:pt x="41563" y="29755"/>
                  </a:cubicBezTo>
                  <a:lnTo>
                    <a:pt x="95839" y="29755"/>
                  </a:lnTo>
                  <a:cubicBezTo>
                    <a:pt x="87872" y="40407"/>
                    <a:pt x="75174" y="56132"/>
                    <a:pt x="69946" y="63233"/>
                  </a:cubicBezTo>
                  <a:cubicBezTo>
                    <a:pt x="37330" y="106857"/>
                    <a:pt x="34343" y="147184"/>
                    <a:pt x="34343" y="162148"/>
                  </a:cubicBezTo>
                  <a:cubicBezTo>
                    <a:pt x="34343" y="164938"/>
                    <a:pt x="34343" y="176604"/>
                    <a:pt x="46044" y="176604"/>
                  </a:cubicBezTo>
                  <a:cubicBezTo>
                    <a:pt x="57995" y="176604"/>
                    <a:pt x="57995" y="165191"/>
                    <a:pt x="57995" y="161894"/>
                  </a:cubicBezTo>
                  <a:lnTo>
                    <a:pt x="57995" y="151749"/>
                  </a:lnTo>
                  <a:cubicBezTo>
                    <a:pt x="57995" y="102546"/>
                    <a:pt x="67954" y="79973"/>
                    <a:pt x="78660" y="66277"/>
                  </a:cubicBezTo>
                  <a:lnTo>
                    <a:pt x="116006" y="18342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C46AC01B-B359-C969-D8E2-49A416B7BB0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1018770" y="5301737"/>
              <a:ext cx="110046" cy="173480"/>
            </a:xfrm>
            <a:custGeom>
              <a:avLst/>
              <a:gdLst>
                <a:gd name="connsiteX0" fmla="*/ 23143 w 110046"/>
                <a:gd name="connsiteY0" fmla="*/ 26965 h 173480"/>
                <a:gd name="connsiteX1" fmla="*/ 47293 w 110046"/>
                <a:gd name="connsiteY1" fmla="*/ 30262 h 173480"/>
                <a:gd name="connsiteX2" fmla="*/ 99578 w 110046"/>
                <a:gd name="connsiteY2" fmla="*/ 3631 h 173480"/>
                <a:gd name="connsiteX3" fmla="*/ 96590 w 110046"/>
                <a:gd name="connsiteY3" fmla="*/ 81 h 173480"/>
                <a:gd name="connsiteX4" fmla="*/ 94598 w 110046"/>
                <a:gd name="connsiteY4" fmla="*/ 841 h 173480"/>
                <a:gd name="connsiteX5" fmla="*/ 57003 w 110046"/>
                <a:gd name="connsiteY5" fmla="*/ 8197 h 173480"/>
                <a:gd name="connsiteX6" fmla="*/ 20653 w 110046"/>
                <a:gd name="connsiteY6" fmla="*/ 1349 h 173480"/>
                <a:gd name="connsiteX7" fmla="*/ 17416 w 110046"/>
                <a:gd name="connsiteY7" fmla="*/ 81 h 173480"/>
                <a:gd name="connsiteX8" fmla="*/ 14180 w 110046"/>
                <a:gd name="connsiteY8" fmla="*/ 6928 h 173480"/>
                <a:gd name="connsiteX9" fmla="*/ 14180 w 110046"/>
                <a:gd name="connsiteY9" fmla="*/ 81748 h 173480"/>
                <a:gd name="connsiteX10" fmla="*/ 18163 w 110046"/>
                <a:gd name="connsiteY10" fmla="*/ 89103 h 173480"/>
                <a:gd name="connsiteX11" fmla="*/ 23143 w 110046"/>
                <a:gd name="connsiteY11" fmla="*/ 85553 h 173480"/>
                <a:gd name="connsiteX12" fmla="*/ 57750 w 110046"/>
                <a:gd name="connsiteY12" fmla="*/ 69574 h 173480"/>
                <a:gd name="connsiteX13" fmla="*/ 80656 w 110046"/>
                <a:gd name="connsiteY13" fmla="*/ 83777 h 173480"/>
                <a:gd name="connsiteX14" fmla="*/ 86631 w 110046"/>
                <a:gd name="connsiteY14" fmla="*/ 116495 h 173480"/>
                <a:gd name="connsiteX15" fmla="*/ 79162 w 110046"/>
                <a:gd name="connsiteY15" fmla="*/ 150227 h 173480"/>
                <a:gd name="connsiteX16" fmla="*/ 50032 w 110046"/>
                <a:gd name="connsiteY16" fmla="*/ 165445 h 173480"/>
                <a:gd name="connsiteX17" fmla="*/ 10943 w 110046"/>
                <a:gd name="connsiteY17" fmla="*/ 139575 h 173480"/>
                <a:gd name="connsiteX18" fmla="*/ 25134 w 110046"/>
                <a:gd name="connsiteY18" fmla="*/ 127147 h 173480"/>
                <a:gd name="connsiteX19" fmla="*/ 12686 w 110046"/>
                <a:gd name="connsiteY19" fmla="*/ 114212 h 173480"/>
                <a:gd name="connsiteX20" fmla="*/ 237 w 110046"/>
                <a:gd name="connsiteY20" fmla="*/ 127908 h 173480"/>
                <a:gd name="connsiteX21" fmla="*/ 50530 w 110046"/>
                <a:gd name="connsiteY21" fmla="*/ 173561 h 173480"/>
                <a:gd name="connsiteX22" fmla="*/ 110284 w 110046"/>
                <a:gd name="connsiteY22" fmla="*/ 117509 h 173480"/>
                <a:gd name="connsiteX23" fmla="*/ 57999 w 110046"/>
                <a:gd name="connsiteY23" fmla="*/ 62473 h 173480"/>
                <a:gd name="connsiteX24" fmla="*/ 23143 w 110046"/>
                <a:gd name="connsiteY24" fmla="*/ 74900 h 173480"/>
                <a:gd name="connsiteX25" fmla="*/ 23143 w 110046"/>
                <a:gd name="connsiteY25" fmla="*/ 26965 h 17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0046" h="173480">
                  <a:moveTo>
                    <a:pt x="23143" y="26965"/>
                  </a:moveTo>
                  <a:cubicBezTo>
                    <a:pt x="35840" y="30262"/>
                    <a:pt x="43310" y="30262"/>
                    <a:pt x="47293" y="30262"/>
                  </a:cubicBezTo>
                  <a:cubicBezTo>
                    <a:pt x="80158" y="30262"/>
                    <a:pt x="99578" y="7436"/>
                    <a:pt x="99578" y="3631"/>
                  </a:cubicBezTo>
                  <a:cubicBezTo>
                    <a:pt x="99578" y="841"/>
                    <a:pt x="97835" y="81"/>
                    <a:pt x="96590" y="81"/>
                  </a:cubicBezTo>
                  <a:cubicBezTo>
                    <a:pt x="96092" y="81"/>
                    <a:pt x="95594" y="81"/>
                    <a:pt x="94598" y="841"/>
                  </a:cubicBezTo>
                  <a:cubicBezTo>
                    <a:pt x="88623" y="3124"/>
                    <a:pt x="75427" y="8197"/>
                    <a:pt x="57003" y="8197"/>
                  </a:cubicBezTo>
                  <a:cubicBezTo>
                    <a:pt x="50032" y="8197"/>
                    <a:pt x="36836" y="7689"/>
                    <a:pt x="20653" y="1349"/>
                  </a:cubicBezTo>
                  <a:cubicBezTo>
                    <a:pt x="18163" y="81"/>
                    <a:pt x="17665" y="81"/>
                    <a:pt x="17416" y="81"/>
                  </a:cubicBezTo>
                  <a:cubicBezTo>
                    <a:pt x="14180" y="81"/>
                    <a:pt x="14180" y="2870"/>
                    <a:pt x="14180" y="6928"/>
                  </a:cubicBezTo>
                  <a:lnTo>
                    <a:pt x="14180" y="81748"/>
                  </a:lnTo>
                  <a:cubicBezTo>
                    <a:pt x="14180" y="86060"/>
                    <a:pt x="14180" y="89103"/>
                    <a:pt x="18163" y="89103"/>
                  </a:cubicBezTo>
                  <a:cubicBezTo>
                    <a:pt x="20404" y="89103"/>
                    <a:pt x="20653" y="88596"/>
                    <a:pt x="23143" y="85553"/>
                  </a:cubicBezTo>
                  <a:cubicBezTo>
                    <a:pt x="33849" y="71603"/>
                    <a:pt x="49036" y="69574"/>
                    <a:pt x="57750" y="69574"/>
                  </a:cubicBezTo>
                  <a:cubicBezTo>
                    <a:pt x="72689" y="69574"/>
                    <a:pt x="79411" y="81748"/>
                    <a:pt x="80656" y="83777"/>
                  </a:cubicBezTo>
                  <a:cubicBezTo>
                    <a:pt x="85137" y="92147"/>
                    <a:pt x="86631" y="101785"/>
                    <a:pt x="86631" y="116495"/>
                  </a:cubicBezTo>
                  <a:cubicBezTo>
                    <a:pt x="86631" y="124104"/>
                    <a:pt x="86631" y="139068"/>
                    <a:pt x="79162" y="150227"/>
                  </a:cubicBezTo>
                  <a:cubicBezTo>
                    <a:pt x="72938" y="159358"/>
                    <a:pt x="62232" y="165445"/>
                    <a:pt x="50032" y="165445"/>
                  </a:cubicBezTo>
                  <a:cubicBezTo>
                    <a:pt x="33849" y="165445"/>
                    <a:pt x="17167" y="156314"/>
                    <a:pt x="10943" y="139575"/>
                  </a:cubicBezTo>
                  <a:cubicBezTo>
                    <a:pt x="20404" y="140336"/>
                    <a:pt x="25134" y="133995"/>
                    <a:pt x="25134" y="127147"/>
                  </a:cubicBezTo>
                  <a:cubicBezTo>
                    <a:pt x="25134" y="116241"/>
                    <a:pt x="15922" y="114212"/>
                    <a:pt x="12686" y="114212"/>
                  </a:cubicBezTo>
                  <a:cubicBezTo>
                    <a:pt x="12188" y="114212"/>
                    <a:pt x="237" y="114212"/>
                    <a:pt x="237" y="127908"/>
                  </a:cubicBezTo>
                  <a:cubicBezTo>
                    <a:pt x="237" y="150735"/>
                    <a:pt x="20653" y="173561"/>
                    <a:pt x="50530" y="173561"/>
                  </a:cubicBezTo>
                  <a:cubicBezTo>
                    <a:pt x="82399" y="173561"/>
                    <a:pt x="110284" y="149466"/>
                    <a:pt x="110284" y="117509"/>
                  </a:cubicBezTo>
                  <a:cubicBezTo>
                    <a:pt x="110284" y="88850"/>
                    <a:pt x="88872" y="62473"/>
                    <a:pt x="57999" y="62473"/>
                  </a:cubicBezTo>
                  <a:cubicBezTo>
                    <a:pt x="47044" y="62473"/>
                    <a:pt x="34098" y="65262"/>
                    <a:pt x="23143" y="74900"/>
                  </a:cubicBezTo>
                  <a:lnTo>
                    <a:pt x="23143" y="26965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A5E94FFC-09E0-920C-2CB4-BC163E6ED02F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154572" y="5299200"/>
              <a:ext cx="121997" cy="170944"/>
            </a:xfrm>
            <a:custGeom>
              <a:avLst/>
              <a:gdLst>
                <a:gd name="connsiteX0" fmla="*/ 122238 w 121997"/>
                <a:gd name="connsiteY0" fmla="*/ 129430 h 170944"/>
                <a:gd name="connsiteX1" fmla="*/ 122238 w 121997"/>
                <a:gd name="connsiteY1" fmla="*/ 120299 h 170944"/>
                <a:gd name="connsiteX2" fmla="*/ 94602 w 121997"/>
                <a:gd name="connsiteY2" fmla="*/ 120299 h 170944"/>
                <a:gd name="connsiteX3" fmla="*/ 94602 w 121997"/>
                <a:gd name="connsiteY3" fmla="*/ 7182 h 170944"/>
                <a:gd name="connsiteX4" fmla="*/ 89125 w 121997"/>
                <a:gd name="connsiteY4" fmla="*/ 81 h 170944"/>
                <a:gd name="connsiteX5" fmla="*/ 82651 w 121997"/>
                <a:gd name="connsiteY5" fmla="*/ 3631 h 170944"/>
                <a:gd name="connsiteX6" fmla="*/ 241 w 121997"/>
                <a:gd name="connsiteY6" fmla="*/ 120299 h 170944"/>
                <a:gd name="connsiteX7" fmla="*/ 241 w 121997"/>
                <a:gd name="connsiteY7" fmla="*/ 129430 h 170944"/>
                <a:gd name="connsiteX8" fmla="*/ 73439 w 121997"/>
                <a:gd name="connsiteY8" fmla="*/ 129430 h 170944"/>
                <a:gd name="connsiteX9" fmla="*/ 73439 w 121997"/>
                <a:gd name="connsiteY9" fmla="*/ 150227 h 170944"/>
                <a:gd name="connsiteX10" fmla="*/ 53273 w 121997"/>
                <a:gd name="connsiteY10" fmla="*/ 161894 h 170944"/>
                <a:gd name="connsiteX11" fmla="*/ 46550 w 121997"/>
                <a:gd name="connsiteY11" fmla="*/ 161894 h 170944"/>
                <a:gd name="connsiteX12" fmla="*/ 46550 w 121997"/>
                <a:gd name="connsiteY12" fmla="*/ 171025 h 170944"/>
                <a:gd name="connsiteX13" fmla="*/ 83896 w 121997"/>
                <a:gd name="connsiteY13" fmla="*/ 170010 h 170944"/>
                <a:gd name="connsiteX14" fmla="*/ 121491 w 121997"/>
                <a:gd name="connsiteY14" fmla="*/ 171025 h 170944"/>
                <a:gd name="connsiteX15" fmla="*/ 121491 w 121997"/>
                <a:gd name="connsiteY15" fmla="*/ 161894 h 170944"/>
                <a:gd name="connsiteX16" fmla="*/ 114769 w 121997"/>
                <a:gd name="connsiteY16" fmla="*/ 161894 h 170944"/>
                <a:gd name="connsiteX17" fmla="*/ 94602 w 121997"/>
                <a:gd name="connsiteY17" fmla="*/ 150227 h 170944"/>
                <a:gd name="connsiteX18" fmla="*/ 94602 w 121997"/>
                <a:gd name="connsiteY18" fmla="*/ 129430 h 170944"/>
                <a:gd name="connsiteX19" fmla="*/ 122238 w 121997"/>
                <a:gd name="connsiteY19" fmla="*/ 129430 h 170944"/>
                <a:gd name="connsiteX20" fmla="*/ 75182 w 121997"/>
                <a:gd name="connsiteY20" fmla="*/ 27472 h 170944"/>
                <a:gd name="connsiteX21" fmla="*/ 75182 w 121997"/>
                <a:gd name="connsiteY21" fmla="*/ 120299 h 170944"/>
                <a:gd name="connsiteX22" fmla="*/ 9453 w 121997"/>
                <a:gd name="connsiteY22" fmla="*/ 120299 h 170944"/>
                <a:gd name="connsiteX23" fmla="*/ 75182 w 121997"/>
                <a:gd name="connsiteY23" fmla="*/ 27472 h 17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1997" h="170944">
                  <a:moveTo>
                    <a:pt x="122238" y="129430"/>
                  </a:moveTo>
                  <a:lnTo>
                    <a:pt x="122238" y="120299"/>
                  </a:lnTo>
                  <a:lnTo>
                    <a:pt x="94602" y="120299"/>
                  </a:lnTo>
                  <a:lnTo>
                    <a:pt x="94602" y="7182"/>
                  </a:lnTo>
                  <a:cubicBezTo>
                    <a:pt x="94602" y="1856"/>
                    <a:pt x="94602" y="81"/>
                    <a:pt x="89125" y="81"/>
                  </a:cubicBezTo>
                  <a:cubicBezTo>
                    <a:pt x="86137" y="81"/>
                    <a:pt x="85141" y="81"/>
                    <a:pt x="82651" y="3631"/>
                  </a:cubicBezTo>
                  <a:lnTo>
                    <a:pt x="241" y="120299"/>
                  </a:lnTo>
                  <a:lnTo>
                    <a:pt x="241" y="129430"/>
                  </a:lnTo>
                  <a:lnTo>
                    <a:pt x="73439" y="129430"/>
                  </a:lnTo>
                  <a:lnTo>
                    <a:pt x="73439" y="150227"/>
                  </a:lnTo>
                  <a:cubicBezTo>
                    <a:pt x="73439" y="158851"/>
                    <a:pt x="73439" y="161894"/>
                    <a:pt x="53273" y="161894"/>
                  </a:cubicBezTo>
                  <a:lnTo>
                    <a:pt x="46550" y="161894"/>
                  </a:lnTo>
                  <a:lnTo>
                    <a:pt x="46550" y="171025"/>
                  </a:lnTo>
                  <a:cubicBezTo>
                    <a:pt x="58999" y="170517"/>
                    <a:pt x="74933" y="170010"/>
                    <a:pt x="83896" y="170010"/>
                  </a:cubicBezTo>
                  <a:cubicBezTo>
                    <a:pt x="93108" y="170010"/>
                    <a:pt x="109043" y="170517"/>
                    <a:pt x="121491" y="171025"/>
                  </a:cubicBezTo>
                  <a:lnTo>
                    <a:pt x="121491" y="161894"/>
                  </a:lnTo>
                  <a:lnTo>
                    <a:pt x="114769" y="161894"/>
                  </a:lnTo>
                  <a:cubicBezTo>
                    <a:pt x="94602" y="161894"/>
                    <a:pt x="94602" y="158851"/>
                    <a:pt x="94602" y="150227"/>
                  </a:cubicBezTo>
                  <a:lnTo>
                    <a:pt x="94602" y="129430"/>
                  </a:lnTo>
                  <a:lnTo>
                    <a:pt x="122238" y="129430"/>
                  </a:lnTo>
                  <a:close/>
                  <a:moveTo>
                    <a:pt x="75182" y="27472"/>
                  </a:moveTo>
                  <a:lnTo>
                    <a:pt x="75182" y="120299"/>
                  </a:lnTo>
                  <a:lnTo>
                    <a:pt x="9453" y="120299"/>
                  </a:lnTo>
                  <a:lnTo>
                    <a:pt x="75182" y="27472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1A46B96D-B609-1565-08D1-E6E05EBE3D84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714164" y="5348003"/>
              <a:ext cx="129466" cy="362323"/>
            </a:xfrm>
            <a:custGeom>
              <a:avLst/>
              <a:gdLst>
                <a:gd name="connsiteX0" fmla="*/ 42581 w 129466"/>
                <a:gd name="connsiteY0" fmla="*/ 358785 h 362323"/>
                <a:gd name="connsiteX1" fmla="*/ 40091 w 129466"/>
                <a:gd name="connsiteY1" fmla="*/ 353712 h 362323"/>
                <a:gd name="connsiteX2" fmla="*/ 18039 w 129466"/>
                <a:gd name="connsiteY2" fmla="*/ 267841 h 362323"/>
                <a:gd name="connsiteX3" fmla="*/ 124387 w 129466"/>
                <a:gd name="connsiteY3" fmla="*/ 10230 h 362323"/>
                <a:gd name="connsiteX4" fmla="*/ 129722 w 129466"/>
                <a:gd name="connsiteY4" fmla="*/ 3708 h 362323"/>
                <a:gd name="connsiteX5" fmla="*/ 126165 w 129466"/>
                <a:gd name="connsiteY5" fmla="*/ 85 h 362323"/>
                <a:gd name="connsiteX6" fmla="*/ 50406 w 129466"/>
                <a:gd name="connsiteY6" fmla="*/ 80883 h 362323"/>
                <a:gd name="connsiteX7" fmla="*/ 255 w 129466"/>
                <a:gd name="connsiteY7" fmla="*/ 254798 h 362323"/>
                <a:gd name="connsiteX8" fmla="*/ 9859 w 129466"/>
                <a:gd name="connsiteY8" fmla="*/ 317117 h 362323"/>
                <a:gd name="connsiteX9" fmla="*/ 39024 w 129466"/>
                <a:gd name="connsiteY9" fmla="*/ 362408 h 362323"/>
                <a:gd name="connsiteX10" fmla="*/ 42581 w 129466"/>
                <a:gd name="connsiteY10" fmla="*/ 358785 h 36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9466" h="362323">
                  <a:moveTo>
                    <a:pt x="42581" y="358785"/>
                  </a:moveTo>
                  <a:cubicBezTo>
                    <a:pt x="42581" y="358060"/>
                    <a:pt x="42581" y="357335"/>
                    <a:pt x="40091" y="353712"/>
                  </a:cubicBezTo>
                  <a:cubicBezTo>
                    <a:pt x="20885" y="324002"/>
                    <a:pt x="18039" y="293204"/>
                    <a:pt x="18039" y="267841"/>
                  </a:cubicBezTo>
                  <a:cubicBezTo>
                    <a:pt x="18039" y="218566"/>
                    <a:pt x="39024" y="84144"/>
                    <a:pt x="124387" y="10230"/>
                  </a:cubicBezTo>
                  <a:cubicBezTo>
                    <a:pt x="129366" y="5157"/>
                    <a:pt x="129722" y="4795"/>
                    <a:pt x="129722" y="3708"/>
                  </a:cubicBezTo>
                  <a:cubicBezTo>
                    <a:pt x="129722" y="1172"/>
                    <a:pt x="128299" y="85"/>
                    <a:pt x="126165" y="85"/>
                  </a:cubicBezTo>
                  <a:cubicBezTo>
                    <a:pt x="122253" y="85"/>
                    <a:pt x="81350" y="29433"/>
                    <a:pt x="50406" y="80883"/>
                  </a:cubicBezTo>
                  <a:cubicBezTo>
                    <a:pt x="11281" y="146463"/>
                    <a:pt x="255" y="216029"/>
                    <a:pt x="255" y="254798"/>
                  </a:cubicBezTo>
                  <a:cubicBezTo>
                    <a:pt x="255" y="276175"/>
                    <a:pt x="3457" y="299001"/>
                    <a:pt x="9859" y="317117"/>
                  </a:cubicBezTo>
                  <a:cubicBezTo>
                    <a:pt x="18751" y="341393"/>
                    <a:pt x="34045" y="362408"/>
                    <a:pt x="39024" y="362408"/>
                  </a:cubicBezTo>
                  <a:cubicBezTo>
                    <a:pt x="41158" y="362408"/>
                    <a:pt x="42581" y="360958"/>
                    <a:pt x="42581" y="358785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15D928E0-55F2-C27D-AFB8-F9465647BBFF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1827584" y="5373365"/>
              <a:ext cx="237850" cy="246379"/>
            </a:xfrm>
            <a:custGeom>
              <a:avLst/>
              <a:gdLst>
                <a:gd name="connsiteX0" fmla="*/ 90602 w 237850"/>
                <a:gd name="connsiteY0" fmla="*/ 128709 h 246379"/>
                <a:gd name="connsiteX1" fmla="*/ 120123 w 237850"/>
                <a:gd name="connsiteY1" fmla="*/ 128709 h 246379"/>
                <a:gd name="connsiteX2" fmla="*/ 146443 w 237850"/>
                <a:gd name="connsiteY2" fmla="*/ 143927 h 246379"/>
                <a:gd name="connsiteX3" fmla="*/ 143597 w 237850"/>
                <a:gd name="connsiteY3" fmla="*/ 161681 h 246379"/>
                <a:gd name="connsiteX4" fmla="*/ 142530 w 237850"/>
                <a:gd name="connsiteY4" fmla="*/ 166753 h 246379"/>
                <a:gd name="connsiteX5" fmla="*/ 147866 w 237850"/>
                <a:gd name="connsiteY5" fmla="*/ 171101 h 246379"/>
                <a:gd name="connsiteX6" fmla="*/ 154623 w 237850"/>
                <a:gd name="connsiteY6" fmla="*/ 163855 h 246379"/>
                <a:gd name="connsiteX7" fmla="*/ 174186 w 237850"/>
                <a:gd name="connsiteY7" fmla="*/ 84144 h 246379"/>
                <a:gd name="connsiteX8" fmla="*/ 174897 w 237850"/>
                <a:gd name="connsiteY8" fmla="*/ 79071 h 246379"/>
                <a:gd name="connsiteX9" fmla="*/ 169562 w 237850"/>
                <a:gd name="connsiteY9" fmla="*/ 75086 h 246379"/>
                <a:gd name="connsiteX10" fmla="*/ 162804 w 237850"/>
                <a:gd name="connsiteY10" fmla="*/ 82694 h 246379"/>
                <a:gd name="connsiteX11" fmla="*/ 121190 w 237850"/>
                <a:gd name="connsiteY11" fmla="*/ 117477 h 246379"/>
                <a:gd name="connsiteX12" fmla="*/ 93447 w 237850"/>
                <a:gd name="connsiteY12" fmla="*/ 117477 h 246379"/>
                <a:gd name="connsiteX13" fmla="*/ 116210 w 237850"/>
                <a:gd name="connsiteY13" fmla="*/ 23636 h 246379"/>
                <a:gd name="connsiteX14" fmla="*/ 133283 w 237850"/>
                <a:gd name="connsiteY14" fmla="*/ 11317 h 246379"/>
                <a:gd name="connsiteX15" fmla="*/ 174897 w 237850"/>
                <a:gd name="connsiteY15" fmla="*/ 11317 h 246379"/>
                <a:gd name="connsiteX16" fmla="*/ 220779 w 237850"/>
                <a:gd name="connsiteY16" fmla="*/ 47549 h 246379"/>
                <a:gd name="connsiteX17" fmla="*/ 218645 w 237850"/>
                <a:gd name="connsiteY17" fmla="*/ 71462 h 246379"/>
                <a:gd name="connsiteX18" fmla="*/ 218290 w 237850"/>
                <a:gd name="connsiteY18" fmla="*/ 77259 h 246379"/>
                <a:gd name="connsiteX19" fmla="*/ 223625 w 237850"/>
                <a:gd name="connsiteY19" fmla="*/ 81607 h 246379"/>
                <a:gd name="connsiteX20" fmla="*/ 229671 w 237850"/>
                <a:gd name="connsiteY20" fmla="*/ 73636 h 246379"/>
                <a:gd name="connsiteX21" fmla="*/ 237852 w 237850"/>
                <a:gd name="connsiteY21" fmla="*/ 9505 h 246379"/>
                <a:gd name="connsiteX22" fmla="*/ 229316 w 237850"/>
                <a:gd name="connsiteY22" fmla="*/ 85 h 246379"/>
                <a:gd name="connsiteX23" fmla="*/ 67483 w 237850"/>
                <a:gd name="connsiteY23" fmla="*/ 85 h 246379"/>
                <a:gd name="connsiteX24" fmla="*/ 57879 w 237850"/>
                <a:gd name="connsiteY24" fmla="*/ 6606 h 246379"/>
                <a:gd name="connsiteX25" fmla="*/ 67483 w 237850"/>
                <a:gd name="connsiteY25" fmla="*/ 11317 h 246379"/>
                <a:gd name="connsiteX26" fmla="*/ 88112 w 237850"/>
                <a:gd name="connsiteY26" fmla="*/ 17476 h 246379"/>
                <a:gd name="connsiteX27" fmla="*/ 86689 w 237850"/>
                <a:gd name="connsiteY27" fmla="*/ 25810 h 246379"/>
                <a:gd name="connsiteX28" fmla="*/ 39028 w 237850"/>
                <a:gd name="connsiteY28" fmla="*/ 220015 h 246379"/>
                <a:gd name="connsiteX29" fmla="*/ 9863 w 237850"/>
                <a:gd name="connsiteY29" fmla="*/ 235232 h 246379"/>
                <a:gd name="connsiteX30" fmla="*/ 260 w 237850"/>
                <a:gd name="connsiteY30" fmla="*/ 242116 h 246379"/>
                <a:gd name="connsiteX31" fmla="*/ 5239 w 237850"/>
                <a:gd name="connsiteY31" fmla="*/ 246464 h 246379"/>
                <a:gd name="connsiteX32" fmla="*/ 48632 w 237850"/>
                <a:gd name="connsiteY32" fmla="*/ 245377 h 246379"/>
                <a:gd name="connsiteX33" fmla="*/ 97715 w 237850"/>
                <a:gd name="connsiteY33" fmla="*/ 246464 h 246379"/>
                <a:gd name="connsiteX34" fmla="*/ 105184 w 237850"/>
                <a:gd name="connsiteY34" fmla="*/ 239580 h 246379"/>
                <a:gd name="connsiteX35" fmla="*/ 96292 w 237850"/>
                <a:gd name="connsiteY35" fmla="*/ 235232 h 246379"/>
                <a:gd name="connsiteX36" fmla="*/ 92736 w 237850"/>
                <a:gd name="connsiteY36" fmla="*/ 235232 h 246379"/>
                <a:gd name="connsiteX37" fmla="*/ 66771 w 237850"/>
                <a:gd name="connsiteY37" fmla="*/ 227624 h 246379"/>
                <a:gd name="connsiteX38" fmla="*/ 68194 w 237850"/>
                <a:gd name="connsiteY38" fmla="*/ 220015 h 246379"/>
                <a:gd name="connsiteX39" fmla="*/ 90602 w 237850"/>
                <a:gd name="connsiteY39" fmla="*/ 128709 h 24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37850" h="246379">
                  <a:moveTo>
                    <a:pt x="90602" y="128709"/>
                  </a:moveTo>
                  <a:lnTo>
                    <a:pt x="120123" y="128709"/>
                  </a:lnTo>
                  <a:cubicBezTo>
                    <a:pt x="143242" y="128709"/>
                    <a:pt x="146443" y="134144"/>
                    <a:pt x="146443" y="143927"/>
                  </a:cubicBezTo>
                  <a:cubicBezTo>
                    <a:pt x="146443" y="150086"/>
                    <a:pt x="145020" y="155884"/>
                    <a:pt x="143597" y="161681"/>
                  </a:cubicBezTo>
                  <a:cubicBezTo>
                    <a:pt x="142886" y="164217"/>
                    <a:pt x="142530" y="165666"/>
                    <a:pt x="142530" y="166753"/>
                  </a:cubicBezTo>
                  <a:cubicBezTo>
                    <a:pt x="142530" y="171101"/>
                    <a:pt x="146443" y="171101"/>
                    <a:pt x="147866" y="171101"/>
                  </a:cubicBezTo>
                  <a:cubicBezTo>
                    <a:pt x="151778" y="171101"/>
                    <a:pt x="152845" y="170739"/>
                    <a:pt x="154623" y="163855"/>
                  </a:cubicBezTo>
                  <a:lnTo>
                    <a:pt x="174186" y="84144"/>
                  </a:lnTo>
                  <a:cubicBezTo>
                    <a:pt x="174541" y="82694"/>
                    <a:pt x="174897" y="80883"/>
                    <a:pt x="174897" y="79071"/>
                  </a:cubicBezTo>
                  <a:cubicBezTo>
                    <a:pt x="174897" y="75086"/>
                    <a:pt x="170629" y="75086"/>
                    <a:pt x="169562" y="75086"/>
                  </a:cubicBezTo>
                  <a:cubicBezTo>
                    <a:pt x="164938" y="75086"/>
                    <a:pt x="164582" y="76173"/>
                    <a:pt x="162804" y="82694"/>
                  </a:cubicBezTo>
                  <a:cubicBezTo>
                    <a:pt x="156402" y="108419"/>
                    <a:pt x="150711" y="117477"/>
                    <a:pt x="121190" y="117477"/>
                  </a:cubicBezTo>
                  <a:lnTo>
                    <a:pt x="93447" y="117477"/>
                  </a:lnTo>
                  <a:lnTo>
                    <a:pt x="116210" y="23636"/>
                  </a:lnTo>
                  <a:cubicBezTo>
                    <a:pt x="119056" y="11679"/>
                    <a:pt x="121545" y="11317"/>
                    <a:pt x="133283" y="11317"/>
                  </a:cubicBezTo>
                  <a:lnTo>
                    <a:pt x="174897" y="11317"/>
                  </a:lnTo>
                  <a:cubicBezTo>
                    <a:pt x="212955" y="11317"/>
                    <a:pt x="220779" y="22549"/>
                    <a:pt x="220779" y="47549"/>
                  </a:cubicBezTo>
                  <a:cubicBezTo>
                    <a:pt x="220779" y="56245"/>
                    <a:pt x="219712" y="63129"/>
                    <a:pt x="218645" y="71462"/>
                  </a:cubicBezTo>
                  <a:lnTo>
                    <a:pt x="218290" y="77259"/>
                  </a:lnTo>
                  <a:cubicBezTo>
                    <a:pt x="218290" y="81607"/>
                    <a:pt x="222202" y="81607"/>
                    <a:pt x="223625" y="81607"/>
                  </a:cubicBezTo>
                  <a:cubicBezTo>
                    <a:pt x="228604" y="81607"/>
                    <a:pt x="228960" y="80158"/>
                    <a:pt x="229671" y="73636"/>
                  </a:cubicBezTo>
                  <a:lnTo>
                    <a:pt x="237852" y="9505"/>
                  </a:lnTo>
                  <a:cubicBezTo>
                    <a:pt x="238919" y="85"/>
                    <a:pt x="236785" y="85"/>
                    <a:pt x="229316" y="85"/>
                  </a:cubicBezTo>
                  <a:lnTo>
                    <a:pt x="67483" y="85"/>
                  </a:lnTo>
                  <a:cubicBezTo>
                    <a:pt x="61436" y="85"/>
                    <a:pt x="57879" y="85"/>
                    <a:pt x="57879" y="6606"/>
                  </a:cubicBezTo>
                  <a:cubicBezTo>
                    <a:pt x="57879" y="11317"/>
                    <a:pt x="60369" y="11317"/>
                    <a:pt x="67483" y="11317"/>
                  </a:cubicBezTo>
                  <a:cubicBezTo>
                    <a:pt x="88112" y="11317"/>
                    <a:pt x="88112" y="14215"/>
                    <a:pt x="88112" y="17476"/>
                  </a:cubicBezTo>
                  <a:cubicBezTo>
                    <a:pt x="88112" y="17838"/>
                    <a:pt x="88112" y="20375"/>
                    <a:pt x="86689" y="25810"/>
                  </a:cubicBezTo>
                  <a:lnTo>
                    <a:pt x="39028" y="220015"/>
                  </a:lnTo>
                  <a:cubicBezTo>
                    <a:pt x="36183" y="232334"/>
                    <a:pt x="34049" y="235232"/>
                    <a:pt x="9863" y="235232"/>
                  </a:cubicBezTo>
                  <a:cubicBezTo>
                    <a:pt x="4172" y="235232"/>
                    <a:pt x="260" y="235232"/>
                    <a:pt x="260" y="242116"/>
                  </a:cubicBezTo>
                  <a:cubicBezTo>
                    <a:pt x="260" y="246464"/>
                    <a:pt x="4172" y="246464"/>
                    <a:pt x="5239" y="246464"/>
                  </a:cubicBezTo>
                  <a:cubicBezTo>
                    <a:pt x="19466" y="246464"/>
                    <a:pt x="34405" y="245377"/>
                    <a:pt x="48632" y="245377"/>
                  </a:cubicBezTo>
                  <a:cubicBezTo>
                    <a:pt x="64993" y="245377"/>
                    <a:pt x="81710" y="246464"/>
                    <a:pt x="97715" y="246464"/>
                  </a:cubicBezTo>
                  <a:cubicBezTo>
                    <a:pt x="100916" y="246464"/>
                    <a:pt x="105184" y="246464"/>
                    <a:pt x="105184" y="239580"/>
                  </a:cubicBezTo>
                  <a:cubicBezTo>
                    <a:pt x="105184" y="235232"/>
                    <a:pt x="101983" y="235232"/>
                    <a:pt x="96292" y="235232"/>
                  </a:cubicBezTo>
                  <a:lnTo>
                    <a:pt x="92736" y="235232"/>
                  </a:lnTo>
                  <a:cubicBezTo>
                    <a:pt x="66771" y="235232"/>
                    <a:pt x="66771" y="232334"/>
                    <a:pt x="66771" y="227624"/>
                  </a:cubicBezTo>
                  <a:cubicBezTo>
                    <a:pt x="66771" y="226174"/>
                    <a:pt x="66771" y="225450"/>
                    <a:pt x="68194" y="220015"/>
                  </a:cubicBezTo>
                  <a:lnTo>
                    <a:pt x="90602" y="128709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F3CD6FC7-3B2C-F806-C60A-E0816C70F0F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067231" y="5382061"/>
              <a:ext cx="88207" cy="241669"/>
            </a:xfrm>
            <a:custGeom>
              <a:avLst/>
              <a:gdLst>
                <a:gd name="connsiteX0" fmla="*/ 88474 w 88207"/>
                <a:gd name="connsiteY0" fmla="*/ 185956 h 241669"/>
                <a:gd name="connsiteX1" fmla="*/ 83139 w 88207"/>
                <a:gd name="connsiteY1" fmla="*/ 182333 h 241669"/>
                <a:gd name="connsiteX2" fmla="*/ 77092 w 88207"/>
                <a:gd name="connsiteY2" fmla="*/ 188493 h 241669"/>
                <a:gd name="connsiteX3" fmla="*/ 44014 w 88207"/>
                <a:gd name="connsiteY3" fmla="*/ 233783 h 241669"/>
                <a:gd name="connsiteX4" fmla="*/ 36189 w 88207"/>
                <a:gd name="connsiteY4" fmla="*/ 223638 h 241669"/>
                <a:gd name="connsiteX5" fmla="*/ 45437 w 88207"/>
                <a:gd name="connsiteY5" fmla="*/ 188855 h 241669"/>
                <a:gd name="connsiteX6" fmla="*/ 68200 w 88207"/>
                <a:gd name="connsiteY6" fmla="*/ 126898 h 241669"/>
                <a:gd name="connsiteX7" fmla="*/ 72469 w 88207"/>
                <a:gd name="connsiteY7" fmla="*/ 106608 h 241669"/>
                <a:gd name="connsiteX8" fmla="*/ 45793 w 88207"/>
                <a:gd name="connsiteY8" fmla="*/ 77622 h 241669"/>
                <a:gd name="connsiteX9" fmla="*/ 266 w 88207"/>
                <a:gd name="connsiteY9" fmla="*/ 133420 h 241669"/>
                <a:gd name="connsiteX10" fmla="*/ 5601 w 88207"/>
                <a:gd name="connsiteY10" fmla="*/ 137043 h 241669"/>
                <a:gd name="connsiteX11" fmla="*/ 12003 w 88207"/>
                <a:gd name="connsiteY11" fmla="*/ 131246 h 241669"/>
                <a:gd name="connsiteX12" fmla="*/ 45081 w 88207"/>
                <a:gd name="connsiteY12" fmla="*/ 85593 h 241669"/>
                <a:gd name="connsiteX13" fmla="*/ 52906 w 88207"/>
                <a:gd name="connsiteY13" fmla="*/ 95738 h 241669"/>
                <a:gd name="connsiteX14" fmla="*/ 46504 w 88207"/>
                <a:gd name="connsiteY14" fmla="*/ 121825 h 241669"/>
                <a:gd name="connsiteX15" fmla="*/ 35834 w 88207"/>
                <a:gd name="connsiteY15" fmla="*/ 151898 h 241669"/>
                <a:gd name="connsiteX16" fmla="*/ 22674 w 88207"/>
                <a:gd name="connsiteY16" fmla="*/ 187768 h 241669"/>
                <a:gd name="connsiteX17" fmla="*/ 16272 w 88207"/>
                <a:gd name="connsiteY17" fmla="*/ 212768 h 241669"/>
                <a:gd name="connsiteX18" fmla="*/ 43303 w 88207"/>
                <a:gd name="connsiteY18" fmla="*/ 241754 h 241669"/>
                <a:gd name="connsiteX19" fmla="*/ 88474 w 88207"/>
                <a:gd name="connsiteY19" fmla="*/ 185956 h 241669"/>
                <a:gd name="connsiteX20" fmla="*/ 86696 w 88207"/>
                <a:gd name="connsiteY20" fmla="*/ 12041 h 241669"/>
                <a:gd name="connsiteX21" fmla="*/ 74603 w 88207"/>
                <a:gd name="connsiteY21" fmla="*/ 85 h 241669"/>
                <a:gd name="connsiteX22" fmla="*/ 57530 w 88207"/>
                <a:gd name="connsiteY22" fmla="*/ 17476 h 241669"/>
                <a:gd name="connsiteX23" fmla="*/ 69623 w 88207"/>
                <a:gd name="connsiteY23" fmla="*/ 29433 h 241669"/>
                <a:gd name="connsiteX24" fmla="*/ 86696 w 88207"/>
                <a:gd name="connsiteY24" fmla="*/ 12041 h 241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8207" h="241669">
                  <a:moveTo>
                    <a:pt x="88474" y="185956"/>
                  </a:moveTo>
                  <a:cubicBezTo>
                    <a:pt x="88474" y="182333"/>
                    <a:pt x="85629" y="182333"/>
                    <a:pt x="83139" y="182333"/>
                  </a:cubicBezTo>
                  <a:cubicBezTo>
                    <a:pt x="78515" y="182333"/>
                    <a:pt x="78515" y="183058"/>
                    <a:pt x="77092" y="188493"/>
                  </a:cubicBezTo>
                  <a:cubicBezTo>
                    <a:pt x="74247" y="199000"/>
                    <a:pt x="64644" y="233783"/>
                    <a:pt x="44014" y="233783"/>
                  </a:cubicBezTo>
                  <a:cubicBezTo>
                    <a:pt x="41169" y="233783"/>
                    <a:pt x="36189" y="233421"/>
                    <a:pt x="36189" y="223638"/>
                  </a:cubicBezTo>
                  <a:cubicBezTo>
                    <a:pt x="36189" y="214218"/>
                    <a:pt x="40813" y="202261"/>
                    <a:pt x="45437" y="188855"/>
                  </a:cubicBezTo>
                  <a:lnTo>
                    <a:pt x="68200" y="126898"/>
                  </a:lnTo>
                  <a:cubicBezTo>
                    <a:pt x="71757" y="116390"/>
                    <a:pt x="72469" y="113492"/>
                    <a:pt x="72469" y="106608"/>
                  </a:cubicBezTo>
                  <a:cubicBezTo>
                    <a:pt x="72469" y="86680"/>
                    <a:pt x="58953" y="77622"/>
                    <a:pt x="45793" y="77622"/>
                  </a:cubicBezTo>
                  <a:cubicBezTo>
                    <a:pt x="12359" y="77622"/>
                    <a:pt x="266" y="131608"/>
                    <a:pt x="266" y="133420"/>
                  </a:cubicBezTo>
                  <a:cubicBezTo>
                    <a:pt x="266" y="137043"/>
                    <a:pt x="3823" y="137043"/>
                    <a:pt x="5601" y="137043"/>
                  </a:cubicBezTo>
                  <a:cubicBezTo>
                    <a:pt x="10225" y="137043"/>
                    <a:pt x="10581" y="136318"/>
                    <a:pt x="12003" y="131246"/>
                  </a:cubicBezTo>
                  <a:cubicBezTo>
                    <a:pt x="15204" y="119289"/>
                    <a:pt x="24452" y="85593"/>
                    <a:pt x="45081" y="85593"/>
                  </a:cubicBezTo>
                  <a:cubicBezTo>
                    <a:pt x="48994" y="85593"/>
                    <a:pt x="52906" y="87405"/>
                    <a:pt x="52906" y="95738"/>
                  </a:cubicBezTo>
                  <a:cubicBezTo>
                    <a:pt x="52906" y="104434"/>
                    <a:pt x="48994" y="114941"/>
                    <a:pt x="46504" y="121825"/>
                  </a:cubicBezTo>
                  <a:lnTo>
                    <a:pt x="35834" y="151898"/>
                  </a:lnTo>
                  <a:cubicBezTo>
                    <a:pt x="31210" y="163855"/>
                    <a:pt x="26942" y="175811"/>
                    <a:pt x="22674" y="187768"/>
                  </a:cubicBezTo>
                  <a:cubicBezTo>
                    <a:pt x="17694" y="201536"/>
                    <a:pt x="16272" y="205522"/>
                    <a:pt x="16272" y="212768"/>
                  </a:cubicBezTo>
                  <a:cubicBezTo>
                    <a:pt x="16272" y="226899"/>
                    <a:pt x="24808" y="241754"/>
                    <a:pt x="43303" y="241754"/>
                  </a:cubicBezTo>
                  <a:cubicBezTo>
                    <a:pt x="76737" y="241754"/>
                    <a:pt x="88474" y="187406"/>
                    <a:pt x="88474" y="185956"/>
                  </a:cubicBezTo>
                  <a:close/>
                  <a:moveTo>
                    <a:pt x="86696" y="12041"/>
                  </a:moveTo>
                  <a:cubicBezTo>
                    <a:pt x="86696" y="2983"/>
                    <a:pt x="79582" y="85"/>
                    <a:pt x="74603" y="85"/>
                  </a:cubicBezTo>
                  <a:cubicBezTo>
                    <a:pt x="67133" y="85"/>
                    <a:pt x="57530" y="7331"/>
                    <a:pt x="57530" y="17476"/>
                  </a:cubicBezTo>
                  <a:cubicBezTo>
                    <a:pt x="57530" y="26534"/>
                    <a:pt x="64644" y="29433"/>
                    <a:pt x="69623" y="29433"/>
                  </a:cubicBezTo>
                  <a:cubicBezTo>
                    <a:pt x="76737" y="29433"/>
                    <a:pt x="86696" y="22549"/>
                    <a:pt x="86696" y="12041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3F2E94F1-97DE-F3C3-DE3C-687F9DF8274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2179150" y="5392931"/>
              <a:ext cx="100301" cy="230799"/>
            </a:xfrm>
            <a:custGeom>
              <a:avLst/>
              <a:gdLst>
                <a:gd name="connsiteX0" fmla="*/ 60379 w 100301"/>
                <a:gd name="connsiteY0" fmla="*/ 81970 h 230799"/>
                <a:gd name="connsiteX1" fmla="*/ 90611 w 100301"/>
                <a:gd name="connsiteY1" fmla="*/ 81970 h 230799"/>
                <a:gd name="connsiteX2" fmla="*/ 100570 w 100301"/>
                <a:gd name="connsiteY2" fmla="*/ 75086 h 230799"/>
                <a:gd name="connsiteX3" fmla="*/ 91678 w 100301"/>
                <a:gd name="connsiteY3" fmla="*/ 70738 h 230799"/>
                <a:gd name="connsiteX4" fmla="*/ 63224 w 100301"/>
                <a:gd name="connsiteY4" fmla="*/ 70738 h 230799"/>
                <a:gd name="connsiteX5" fmla="*/ 76384 w 100301"/>
                <a:gd name="connsiteY5" fmla="*/ 17114 h 230799"/>
                <a:gd name="connsiteX6" fmla="*/ 77807 w 100301"/>
                <a:gd name="connsiteY6" fmla="*/ 9505 h 230799"/>
                <a:gd name="connsiteX7" fmla="*/ 68203 w 100301"/>
                <a:gd name="connsiteY7" fmla="*/ 85 h 230799"/>
                <a:gd name="connsiteX8" fmla="*/ 54332 w 100301"/>
                <a:gd name="connsiteY8" fmla="*/ 13128 h 230799"/>
                <a:gd name="connsiteX9" fmla="*/ 40461 w 100301"/>
                <a:gd name="connsiteY9" fmla="*/ 70738 h 230799"/>
                <a:gd name="connsiteX10" fmla="*/ 10228 w 100301"/>
                <a:gd name="connsiteY10" fmla="*/ 70738 h 230799"/>
                <a:gd name="connsiteX11" fmla="*/ 269 w 100301"/>
                <a:gd name="connsiteY11" fmla="*/ 77622 h 230799"/>
                <a:gd name="connsiteX12" fmla="*/ 9161 w 100301"/>
                <a:gd name="connsiteY12" fmla="*/ 81970 h 230799"/>
                <a:gd name="connsiteX13" fmla="*/ 37615 w 100301"/>
                <a:gd name="connsiteY13" fmla="*/ 81970 h 230799"/>
                <a:gd name="connsiteX14" fmla="*/ 12006 w 100301"/>
                <a:gd name="connsiteY14" fmla="*/ 185956 h 230799"/>
                <a:gd name="connsiteX15" fmla="*/ 10228 w 100301"/>
                <a:gd name="connsiteY15" fmla="*/ 198275 h 230799"/>
                <a:gd name="connsiteX16" fmla="*/ 40461 w 100301"/>
                <a:gd name="connsiteY16" fmla="*/ 230885 h 230799"/>
                <a:gd name="connsiteX17" fmla="*/ 94524 w 100301"/>
                <a:gd name="connsiteY17" fmla="*/ 175087 h 230799"/>
                <a:gd name="connsiteX18" fmla="*/ 89188 w 100301"/>
                <a:gd name="connsiteY18" fmla="*/ 171464 h 230799"/>
                <a:gd name="connsiteX19" fmla="*/ 82075 w 100301"/>
                <a:gd name="connsiteY19" fmla="*/ 178348 h 230799"/>
                <a:gd name="connsiteX20" fmla="*/ 41172 w 100301"/>
                <a:gd name="connsiteY20" fmla="*/ 222913 h 230799"/>
                <a:gd name="connsiteX21" fmla="*/ 31569 w 100301"/>
                <a:gd name="connsiteY21" fmla="*/ 208058 h 230799"/>
                <a:gd name="connsiteX22" fmla="*/ 34058 w 100301"/>
                <a:gd name="connsiteY22" fmla="*/ 189580 h 230799"/>
                <a:gd name="connsiteX23" fmla="*/ 60379 w 100301"/>
                <a:gd name="connsiteY23" fmla="*/ 81970 h 23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0301" h="230799">
                  <a:moveTo>
                    <a:pt x="60379" y="81970"/>
                  </a:moveTo>
                  <a:lnTo>
                    <a:pt x="90611" y="81970"/>
                  </a:lnTo>
                  <a:cubicBezTo>
                    <a:pt x="96658" y="81970"/>
                    <a:pt x="100570" y="81970"/>
                    <a:pt x="100570" y="75086"/>
                  </a:cubicBezTo>
                  <a:cubicBezTo>
                    <a:pt x="100570" y="70738"/>
                    <a:pt x="97369" y="70738"/>
                    <a:pt x="91678" y="70738"/>
                  </a:cubicBezTo>
                  <a:lnTo>
                    <a:pt x="63224" y="70738"/>
                  </a:lnTo>
                  <a:lnTo>
                    <a:pt x="76384" y="17114"/>
                  </a:lnTo>
                  <a:cubicBezTo>
                    <a:pt x="77807" y="12041"/>
                    <a:pt x="77807" y="11317"/>
                    <a:pt x="77807" y="9505"/>
                  </a:cubicBezTo>
                  <a:cubicBezTo>
                    <a:pt x="77807" y="1896"/>
                    <a:pt x="71760" y="85"/>
                    <a:pt x="68203" y="85"/>
                  </a:cubicBezTo>
                  <a:cubicBezTo>
                    <a:pt x="59312" y="85"/>
                    <a:pt x="55755" y="7693"/>
                    <a:pt x="54332" y="13128"/>
                  </a:cubicBezTo>
                  <a:lnTo>
                    <a:pt x="40461" y="70738"/>
                  </a:lnTo>
                  <a:lnTo>
                    <a:pt x="10228" y="70738"/>
                  </a:lnTo>
                  <a:cubicBezTo>
                    <a:pt x="4182" y="70738"/>
                    <a:pt x="269" y="70738"/>
                    <a:pt x="269" y="77622"/>
                  </a:cubicBezTo>
                  <a:cubicBezTo>
                    <a:pt x="269" y="81970"/>
                    <a:pt x="3470" y="81970"/>
                    <a:pt x="9161" y="81970"/>
                  </a:cubicBezTo>
                  <a:lnTo>
                    <a:pt x="37615" y="81970"/>
                  </a:lnTo>
                  <a:lnTo>
                    <a:pt x="12006" y="185956"/>
                  </a:lnTo>
                  <a:cubicBezTo>
                    <a:pt x="11651" y="187406"/>
                    <a:pt x="10228" y="193203"/>
                    <a:pt x="10228" y="198275"/>
                  </a:cubicBezTo>
                  <a:cubicBezTo>
                    <a:pt x="10228" y="216392"/>
                    <a:pt x="21965" y="230885"/>
                    <a:pt x="40461" y="230885"/>
                  </a:cubicBezTo>
                  <a:cubicBezTo>
                    <a:pt x="76384" y="230885"/>
                    <a:pt x="94524" y="176898"/>
                    <a:pt x="94524" y="175087"/>
                  </a:cubicBezTo>
                  <a:cubicBezTo>
                    <a:pt x="94524" y="171464"/>
                    <a:pt x="91678" y="171464"/>
                    <a:pt x="89188" y="171464"/>
                  </a:cubicBezTo>
                  <a:cubicBezTo>
                    <a:pt x="84920" y="171464"/>
                    <a:pt x="84920" y="171826"/>
                    <a:pt x="82075" y="178348"/>
                  </a:cubicBezTo>
                  <a:cubicBezTo>
                    <a:pt x="75673" y="195739"/>
                    <a:pt x="61446" y="222913"/>
                    <a:pt x="41172" y="222913"/>
                  </a:cubicBezTo>
                  <a:cubicBezTo>
                    <a:pt x="31569" y="222913"/>
                    <a:pt x="31569" y="213855"/>
                    <a:pt x="31569" y="208058"/>
                  </a:cubicBezTo>
                  <a:cubicBezTo>
                    <a:pt x="31569" y="205522"/>
                    <a:pt x="31569" y="199725"/>
                    <a:pt x="34058" y="189580"/>
                  </a:cubicBezTo>
                  <a:lnTo>
                    <a:pt x="60379" y="81970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AF356A03-8267-80D8-32E1-5DF01B256A9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2297313" y="5392931"/>
              <a:ext cx="100301" cy="230799"/>
            </a:xfrm>
            <a:custGeom>
              <a:avLst/>
              <a:gdLst>
                <a:gd name="connsiteX0" fmla="*/ 60382 w 100301"/>
                <a:gd name="connsiteY0" fmla="*/ 81970 h 230799"/>
                <a:gd name="connsiteX1" fmla="*/ 90614 w 100301"/>
                <a:gd name="connsiteY1" fmla="*/ 81970 h 230799"/>
                <a:gd name="connsiteX2" fmla="*/ 100573 w 100301"/>
                <a:gd name="connsiteY2" fmla="*/ 75086 h 230799"/>
                <a:gd name="connsiteX3" fmla="*/ 91681 w 100301"/>
                <a:gd name="connsiteY3" fmla="*/ 70738 h 230799"/>
                <a:gd name="connsiteX4" fmla="*/ 63227 w 100301"/>
                <a:gd name="connsiteY4" fmla="*/ 70738 h 230799"/>
                <a:gd name="connsiteX5" fmla="*/ 76387 w 100301"/>
                <a:gd name="connsiteY5" fmla="*/ 17114 h 230799"/>
                <a:gd name="connsiteX6" fmla="*/ 77810 w 100301"/>
                <a:gd name="connsiteY6" fmla="*/ 9505 h 230799"/>
                <a:gd name="connsiteX7" fmla="*/ 68207 w 100301"/>
                <a:gd name="connsiteY7" fmla="*/ 85 h 230799"/>
                <a:gd name="connsiteX8" fmla="*/ 54335 w 100301"/>
                <a:gd name="connsiteY8" fmla="*/ 13128 h 230799"/>
                <a:gd name="connsiteX9" fmla="*/ 40464 w 100301"/>
                <a:gd name="connsiteY9" fmla="*/ 70738 h 230799"/>
                <a:gd name="connsiteX10" fmla="*/ 10231 w 100301"/>
                <a:gd name="connsiteY10" fmla="*/ 70738 h 230799"/>
                <a:gd name="connsiteX11" fmla="*/ 272 w 100301"/>
                <a:gd name="connsiteY11" fmla="*/ 77622 h 230799"/>
                <a:gd name="connsiteX12" fmla="*/ 9164 w 100301"/>
                <a:gd name="connsiteY12" fmla="*/ 81970 h 230799"/>
                <a:gd name="connsiteX13" fmla="*/ 37619 w 100301"/>
                <a:gd name="connsiteY13" fmla="*/ 81970 h 230799"/>
                <a:gd name="connsiteX14" fmla="*/ 12010 w 100301"/>
                <a:gd name="connsiteY14" fmla="*/ 185956 h 230799"/>
                <a:gd name="connsiteX15" fmla="*/ 10231 w 100301"/>
                <a:gd name="connsiteY15" fmla="*/ 198275 h 230799"/>
                <a:gd name="connsiteX16" fmla="*/ 40464 w 100301"/>
                <a:gd name="connsiteY16" fmla="*/ 230885 h 230799"/>
                <a:gd name="connsiteX17" fmla="*/ 94527 w 100301"/>
                <a:gd name="connsiteY17" fmla="*/ 175087 h 230799"/>
                <a:gd name="connsiteX18" fmla="*/ 89192 w 100301"/>
                <a:gd name="connsiteY18" fmla="*/ 171464 h 230799"/>
                <a:gd name="connsiteX19" fmla="*/ 82078 w 100301"/>
                <a:gd name="connsiteY19" fmla="*/ 178348 h 230799"/>
                <a:gd name="connsiteX20" fmla="*/ 41175 w 100301"/>
                <a:gd name="connsiteY20" fmla="*/ 222913 h 230799"/>
                <a:gd name="connsiteX21" fmla="*/ 31572 w 100301"/>
                <a:gd name="connsiteY21" fmla="*/ 208058 h 230799"/>
                <a:gd name="connsiteX22" fmla="*/ 34062 w 100301"/>
                <a:gd name="connsiteY22" fmla="*/ 189580 h 230799"/>
                <a:gd name="connsiteX23" fmla="*/ 60382 w 100301"/>
                <a:gd name="connsiteY23" fmla="*/ 81970 h 23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0301" h="230799">
                  <a:moveTo>
                    <a:pt x="60382" y="81970"/>
                  </a:moveTo>
                  <a:lnTo>
                    <a:pt x="90614" y="81970"/>
                  </a:lnTo>
                  <a:cubicBezTo>
                    <a:pt x="96661" y="81970"/>
                    <a:pt x="100573" y="81970"/>
                    <a:pt x="100573" y="75086"/>
                  </a:cubicBezTo>
                  <a:cubicBezTo>
                    <a:pt x="100573" y="70738"/>
                    <a:pt x="97372" y="70738"/>
                    <a:pt x="91681" y="70738"/>
                  </a:cubicBezTo>
                  <a:lnTo>
                    <a:pt x="63227" y="70738"/>
                  </a:lnTo>
                  <a:lnTo>
                    <a:pt x="76387" y="17114"/>
                  </a:lnTo>
                  <a:cubicBezTo>
                    <a:pt x="77810" y="12041"/>
                    <a:pt x="77810" y="11317"/>
                    <a:pt x="77810" y="9505"/>
                  </a:cubicBezTo>
                  <a:cubicBezTo>
                    <a:pt x="77810" y="1896"/>
                    <a:pt x="71764" y="85"/>
                    <a:pt x="68207" y="85"/>
                  </a:cubicBezTo>
                  <a:cubicBezTo>
                    <a:pt x="59315" y="85"/>
                    <a:pt x="55758" y="7693"/>
                    <a:pt x="54335" y="13128"/>
                  </a:cubicBezTo>
                  <a:lnTo>
                    <a:pt x="40464" y="70738"/>
                  </a:lnTo>
                  <a:lnTo>
                    <a:pt x="10231" y="70738"/>
                  </a:lnTo>
                  <a:cubicBezTo>
                    <a:pt x="4185" y="70738"/>
                    <a:pt x="272" y="70738"/>
                    <a:pt x="272" y="77622"/>
                  </a:cubicBezTo>
                  <a:cubicBezTo>
                    <a:pt x="272" y="81970"/>
                    <a:pt x="3474" y="81970"/>
                    <a:pt x="9164" y="81970"/>
                  </a:cubicBezTo>
                  <a:lnTo>
                    <a:pt x="37619" y="81970"/>
                  </a:lnTo>
                  <a:lnTo>
                    <a:pt x="12010" y="185956"/>
                  </a:lnTo>
                  <a:cubicBezTo>
                    <a:pt x="11654" y="187406"/>
                    <a:pt x="10231" y="193203"/>
                    <a:pt x="10231" y="198275"/>
                  </a:cubicBezTo>
                  <a:cubicBezTo>
                    <a:pt x="10231" y="216392"/>
                    <a:pt x="21969" y="230885"/>
                    <a:pt x="40464" y="230885"/>
                  </a:cubicBezTo>
                  <a:cubicBezTo>
                    <a:pt x="76387" y="230885"/>
                    <a:pt x="94527" y="176898"/>
                    <a:pt x="94527" y="175087"/>
                  </a:cubicBezTo>
                  <a:cubicBezTo>
                    <a:pt x="94527" y="171464"/>
                    <a:pt x="91681" y="171464"/>
                    <a:pt x="89192" y="171464"/>
                  </a:cubicBezTo>
                  <a:cubicBezTo>
                    <a:pt x="84924" y="171464"/>
                    <a:pt x="84924" y="171826"/>
                    <a:pt x="82078" y="178348"/>
                  </a:cubicBezTo>
                  <a:cubicBezTo>
                    <a:pt x="75676" y="195739"/>
                    <a:pt x="61449" y="222913"/>
                    <a:pt x="41175" y="222913"/>
                  </a:cubicBezTo>
                  <a:cubicBezTo>
                    <a:pt x="31572" y="222913"/>
                    <a:pt x="31572" y="213855"/>
                    <a:pt x="31572" y="208058"/>
                  </a:cubicBezTo>
                  <a:cubicBezTo>
                    <a:pt x="31572" y="205522"/>
                    <a:pt x="31572" y="199725"/>
                    <a:pt x="34062" y="189580"/>
                  </a:cubicBezTo>
                  <a:lnTo>
                    <a:pt x="60382" y="81970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0A5132D0-A307-794F-C120-A7C9BCA8F55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2423657" y="5459598"/>
              <a:ext cx="125909" cy="164132"/>
            </a:xfrm>
            <a:custGeom>
              <a:avLst/>
              <a:gdLst>
                <a:gd name="connsiteX0" fmla="*/ 44735 w 125909"/>
                <a:gd name="connsiteY0" fmla="*/ 76535 h 164132"/>
                <a:gd name="connsiteX1" fmla="*/ 96309 w 125909"/>
                <a:gd name="connsiteY1" fmla="*/ 68564 h 164132"/>
                <a:gd name="connsiteX2" fmla="*/ 124407 w 125909"/>
                <a:gd name="connsiteY2" fmla="*/ 30882 h 164132"/>
                <a:gd name="connsiteX3" fmla="*/ 88484 w 125909"/>
                <a:gd name="connsiteY3" fmla="*/ 85 h 164132"/>
                <a:gd name="connsiteX4" fmla="*/ 276 w 125909"/>
                <a:gd name="connsiteY4" fmla="*/ 100811 h 164132"/>
                <a:gd name="connsiteX5" fmla="*/ 51138 w 125909"/>
                <a:gd name="connsiteY5" fmla="*/ 164217 h 164132"/>
                <a:gd name="connsiteX6" fmla="*/ 126186 w 125909"/>
                <a:gd name="connsiteY6" fmla="*/ 122550 h 164132"/>
                <a:gd name="connsiteX7" fmla="*/ 120495 w 125909"/>
                <a:gd name="connsiteY7" fmla="*/ 116753 h 164132"/>
                <a:gd name="connsiteX8" fmla="*/ 115871 w 125909"/>
                <a:gd name="connsiteY8" fmla="*/ 120738 h 164132"/>
                <a:gd name="connsiteX9" fmla="*/ 51849 w 125909"/>
                <a:gd name="connsiteY9" fmla="*/ 156246 h 164132"/>
                <a:gd name="connsiteX10" fmla="*/ 24817 w 125909"/>
                <a:gd name="connsiteY10" fmla="*/ 116390 h 164132"/>
                <a:gd name="connsiteX11" fmla="*/ 30864 w 125909"/>
                <a:gd name="connsiteY11" fmla="*/ 76535 h 164132"/>
                <a:gd name="connsiteX12" fmla="*/ 44735 w 125909"/>
                <a:gd name="connsiteY12" fmla="*/ 76535 h 164132"/>
                <a:gd name="connsiteX13" fmla="*/ 32998 w 125909"/>
                <a:gd name="connsiteY13" fmla="*/ 68564 h 164132"/>
                <a:gd name="connsiteX14" fmla="*/ 88484 w 125909"/>
                <a:gd name="connsiteY14" fmla="*/ 8056 h 164132"/>
                <a:gd name="connsiteX15" fmla="*/ 110891 w 125909"/>
                <a:gd name="connsiteY15" fmla="*/ 30158 h 164132"/>
                <a:gd name="connsiteX16" fmla="*/ 40467 w 125909"/>
                <a:gd name="connsiteY16" fmla="*/ 68564 h 164132"/>
                <a:gd name="connsiteX17" fmla="*/ 32998 w 125909"/>
                <a:gd name="connsiteY17" fmla="*/ 68564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5909" h="164132">
                  <a:moveTo>
                    <a:pt x="44735" y="76535"/>
                  </a:moveTo>
                  <a:cubicBezTo>
                    <a:pt x="55406" y="76535"/>
                    <a:pt x="79236" y="75448"/>
                    <a:pt x="96309" y="68564"/>
                  </a:cubicBezTo>
                  <a:cubicBezTo>
                    <a:pt x="124407" y="56969"/>
                    <a:pt x="124407" y="33418"/>
                    <a:pt x="124407" y="30882"/>
                  </a:cubicBezTo>
                  <a:cubicBezTo>
                    <a:pt x="124407" y="14215"/>
                    <a:pt x="111247" y="85"/>
                    <a:pt x="88484" y="85"/>
                  </a:cubicBezTo>
                  <a:cubicBezTo>
                    <a:pt x="51138" y="85"/>
                    <a:pt x="276" y="36679"/>
                    <a:pt x="276" y="100811"/>
                  </a:cubicBezTo>
                  <a:cubicBezTo>
                    <a:pt x="276" y="133420"/>
                    <a:pt x="17348" y="164217"/>
                    <a:pt x="51138" y="164217"/>
                  </a:cubicBezTo>
                  <a:cubicBezTo>
                    <a:pt x="96664" y="164217"/>
                    <a:pt x="126186" y="127985"/>
                    <a:pt x="126186" y="122550"/>
                  </a:cubicBezTo>
                  <a:cubicBezTo>
                    <a:pt x="126186" y="120738"/>
                    <a:pt x="123340" y="116753"/>
                    <a:pt x="120495" y="116753"/>
                  </a:cubicBezTo>
                  <a:cubicBezTo>
                    <a:pt x="119072" y="116753"/>
                    <a:pt x="118716" y="117115"/>
                    <a:pt x="115871" y="120738"/>
                  </a:cubicBezTo>
                  <a:cubicBezTo>
                    <a:pt x="89551" y="154797"/>
                    <a:pt x="57895" y="156246"/>
                    <a:pt x="51849" y="156246"/>
                  </a:cubicBezTo>
                  <a:cubicBezTo>
                    <a:pt x="28730" y="156246"/>
                    <a:pt x="24817" y="130521"/>
                    <a:pt x="24817" y="116390"/>
                  </a:cubicBezTo>
                  <a:cubicBezTo>
                    <a:pt x="24817" y="102622"/>
                    <a:pt x="28374" y="86318"/>
                    <a:pt x="30864" y="76535"/>
                  </a:cubicBezTo>
                  <a:lnTo>
                    <a:pt x="44735" y="76535"/>
                  </a:lnTo>
                  <a:close/>
                  <a:moveTo>
                    <a:pt x="32998" y="68564"/>
                  </a:moveTo>
                  <a:cubicBezTo>
                    <a:pt x="48292" y="9143"/>
                    <a:pt x="84927" y="8056"/>
                    <a:pt x="88484" y="8056"/>
                  </a:cubicBezTo>
                  <a:cubicBezTo>
                    <a:pt x="102711" y="8056"/>
                    <a:pt x="110891" y="17839"/>
                    <a:pt x="110891" y="30158"/>
                  </a:cubicBezTo>
                  <a:cubicBezTo>
                    <a:pt x="110891" y="68564"/>
                    <a:pt x="52205" y="68564"/>
                    <a:pt x="40467" y="68564"/>
                  </a:cubicBezTo>
                  <a:lnTo>
                    <a:pt x="32998" y="68564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C3EF6959-1B8B-1472-8E4C-585F9156E1B9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566954" y="5368293"/>
              <a:ext cx="160766" cy="255437"/>
            </a:xfrm>
            <a:custGeom>
              <a:avLst/>
              <a:gdLst>
                <a:gd name="connsiteX0" fmla="*/ 159979 w 160766"/>
                <a:gd name="connsiteY0" fmla="*/ 9143 h 255437"/>
                <a:gd name="connsiteX1" fmla="*/ 161046 w 160766"/>
                <a:gd name="connsiteY1" fmla="*/ 4433 h 255437"/>
                <a:gd name="connsiteX2" fmla="*/ 156066 w 160766"/>
                <a:gd name="connsiteY2" fmla="*/ 85 h 255437"/>
                <a:gd name="connsiteX3" fmla="*/ 150376 w 160766"/>
                <a:gd name="connsiteY3" fmla="*/ 809 h 255437"/>
                <a:gd name="connsiteX4" fmla="*/ 115164 w 160766"/>
                <a:gd name="connsiteY4" fmla="*/ 3708 h 255437"/>
                <a:gd name="connsiteX5" fmla="*/ 106983 w 160766"/>
                <a:gd name="connsiteY5" fmla="*/ 11317 h 255437"/>
                <a:gd name="connsiteX6" fmla="*/ 115519 w 160766"/>
                <a:gd name="connsiteY6" fmla="*/ 15302 h 255437"/>
                <a:gd name="connsiteX7" fmla="*/ 133303 w 160766"/>
                <a:gd name="connsiteY7" fmla="*/ 21462 h 255437"/>
                <a:gd name="connsiteX8" fmla="*/ 132236 w 160766"/>
                <a:gd name="connsiteY8" fmla="*/ 27621 h 255437"/>
                <a:gd name="connsiteX9" fmla="*/ 111607 w 160766"/>
                <a:gd name="connsiteY9" fmla="*/ 112405 h 255437"/>
                <a:gd name="connsiteX10" fmla="*/ 81730 w 160766"/>
                <a:gd name="connsiteY10" fmla="*/ 91390 h 255437"/>
                <a:gd name="connsiteX11" fmla="*/ 280 w 160766"/>
                <a:gd name="connsiteY11" fmla="*/ 199362 h 255437"/>
                <a:gd name="connsiteX12" fmla="*/ 43317 w 160766"/>
                <a:gd name="connsiteY12" fmla="*/ 255522 h 255437"/>
                <a:gd name="connsiteX13" fmla="*/ 85998 w 160766"/>
                <a:gd name="connsiteY13" fmla="*/ 230160 h 255437"/>
                <a:gd name="connsiteX14" fmla="*/ 115519 w 160766"/>
                <a:gd name="connsiteY14" fmla="*/ 255522 h 255437"/>
                <a:gd name="connsiteX15" fmla="*/ 141484 w 160766"/>
                <a:gd name="connsiteY15" fmla="*/ 235232 h 255437"/>
                <a:gd name="connsiteX16" fmla="*/ 152154 w 160766"/>
                <a:gd name="connsiteY16" fmla="*/ 199725 h 255437"/>
                <a:gd name="connsiteX17" fmla="*/ 146819 w 160766"/>
                <a:gd name="connsiteY17" fmla="*/ 196101 h 255437"/>
                <a:gd name="connsiteX18" fmla="*/ 140061 w 160766"/>
                <a:gd name="connsiteY18" fmla="*/ 204435 h 255437"/>
                <a:gd name="connsiteX19" fmla="*/ 116231 w 160766"/>
                <a:gd name="connsiteY19" fmla="*/ 247551 h 255437"/>
                <a:gd name="connsiteX20" fmla="*/ 106983 w 160766"/>
                <a:gd name="connsiteY20" fmla="*/ 232696 h 255437"/>
                <a:gd name="connsiteX21" fmla="*/ 109117 w 160766"/>
                <a:gd name="connsiteY21" fmla="*/ 216029 h 255437"/>
                <a:gd name="connsiteX22" fmla="*/ 159979 w 160766"/>
                <a:gd name="connsiteY22" fmla="*/ 9143 h 255437"/>
                <a:gd name="connsiteX23" fmla="*/ 88132 w 160766"/>
                <a:gd name="connsiteY23" fmla="*/ 207334 h 255437"/>
                <a:gd name="connsiteX24" fmla="*/ 44028 w 160766"/>
                <a:gd name="connsiteY24" fmla="*/ 247551 h 255437"/>
                <a:gd name="connsiteX25" fmla="*/ 24466 w 160766"/>
                <a:gd name="connsiteY25" fmla="*/ 215305 h 255437"/>
                <a:gd name="connsiteX26" fmla="*/ 41894 w 160766"/>
                <a:gd name="connsiteY26" fmla="*/ 139579 h 255437"/>
                <a:gd name="connsiteX27" fmla="*/ 81730 w 160766"/>
                <a:gd name="connsiteY27" fmla="*/ 99361 h 255437"/>
                <a:gd name="connsiteX28" fmla="*/ 99158 w 160766"/>
                <a:gd name="connsiteY28" fmla="*/ 109869 h 255437"/>
                <a:gd name="connsiteX29" fmla="*/ 106272 w 160766"/>
                <a:gd name="connsiteY29" fmla="*/ 133057 h 255437"/>
                <a:gd name="connsiteX30" fmla="*/ 105205 w 160766"/>
                <a:gd name="connsiteY30" fmla="*/ 137767 h 255437"/>
                <a:gd name="connsiteX31" fmla="*/ 88132 w 160766"/>
                <a:gd name="connsiteY31" fmla="*/ 207334 h 25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766" h="255437">
                  <a:moveTo>
                    <a:pt x="159979" y="9143"/>
                  </a:moveTo>
                  <a:cubicBezTo>
                    <a:pt x="160335" y="8056"/>
                    <a:pt x="161046" y="5157"/>
                    <a:pt x="161046" y="4433"/>
                  </a:cubicBezTo>
                  <a:cubicBezTo>
                    <a:pt x="161046" y="1172"/>
                    <a:pt x="158912" y="85"/>
                    <a:pt x="156066" y="85"/>
                  </a:cubicBezTo>
                  <a:cubicBezTo>
                    <a:pt x="154999" y="85"/>
                    <a:pt x="151443" y="447"/>
                    <a:pt x="150376" y="809"/>
                  </a:cubicBezTo>
                  <a:lnTo>
                    <a:pt x="115164" y="3708"/>
                  </a:lnTo>
                  <a:cubicBezTo>
                    <a:pt x="110895" y="4070"/>
                    <a:pt x="106983" y="4433"/>
                    <a:pt x="106983" y="11317"/>
                  </a:cubicBezTo>
                  <a:cubicBezTo>
                    <a:pt x="106983" y="15302"/>
                    <a:pt x="110540" y="15302"/>
                    <a:pt x="115519" y="15302"/>
                  </a:cubicBezTo>
                  <a:cubicBezTo>
                    <a:pt x="132592" y="15302"/>
                    <a:pt x="133303" y="17839"/>
                    <a:pt x="133303" y="21462"/>
                  </a:cubicBezTo>
                  <a:cubicBezTo>
                    <a:pt x="133303" y="22549"/>
                    <a:pt x="132236" y="27259"/>
                    <a:pt x="132236" y="27621"/>
                  </a:cubicBezTo>
                  <a:lnTo>
                    <a:pt x="111607" y="112405"/>
                  </a:lnTo>
                  <a:cubicBezTo>
                    <a:pt x="106272" y="101173"/>
                    <a:pt x="96668" y="91390"/>
                    <a:pt x="81730" y="91390"/>
                  </a:cubicBezTo>
                  <a:cubicBezTo>
                    <a:pt x="42250" y="91390"/>
                    <a:pt x="280" y="146463"/>
                    <a:pt x="280" y="199362"/>
                  </a:cubicBezTo>
                  <a:cubicBezTo>
                    <a:pt x="280" y="230160"/>
                    <a:pt x="16641" y="255522"/>
                    <a:pt x="43317" y="255522"/>
                  </a:cubicBezTo>
                  <a:cubicBezTo>
                    <a:pt x="56121" y="255522"/>
                    <a:pt x="71771" y="247914"/>
                    <a:pt x="85998" y="230160"/>
                  </a:cubicBezTo>
                  <a:cubicBezTo>
                    <a:pt x="89910" y="247914"/>
                    <a:pt x="103071" y="255522"/>
                    <a:pt x="115519" y="255522"/>
                  </a:cubicBezTo>
                  <a:cubicBezTo>
                    <a:pt x="128679" y="255522"/>
                    <a:pt x="136149" y="246464"/>
                    <a:pt x="141484" y="235232"/>
                  </a:cubicBezTo>
                  <a:cubicBezTo>
                    <a:pt x="147886" y="221464"/>
                    <a:pt x="152154" y="200449"/>
                    <a:pt x="152154" y="199725"/>
                  </a:cubicBezTo>
                  <a:cubicBezTo>
                    <a:pt x="152154" y="196101"/>
                    <a:pt x="149309" y="196101"/>
                    <a:pt x="146819" y="196101"/>
                  </a:cubicBezTo>
                  <a:cubicBezTo>
                    <a:pt x="142551" y="196101"/>
                    <a:pt x="142195" y="196464"/>
                    <a:pt x="140061" y="204435"/>
                  </a:cubicBezTo>
                  <a:cubicBezTo>
                    <a:pt x="135082" y="224725"/>
                    <a:pt x="128324" y="247551"/>
                    <a:pt x="116231" y="247551"/>
                  </a:cubicBezTo>
                  <a:cubicBezTo>
                    <a:pt x="106983" y="247551"/>
                    <a:pt x="106983" y="237769"/>
                    <a:pt x="106983" y="232696"/>
                  </a:cubicBezTo>
                  <a:cubicBezTo>
                    <a:pt x="106983" y="230160"/>
                    <a:pt x="106983" y="224725"/>
                    <a:pt x="109117" y="216029"/>
                  </a:cubicBezTo>
                  <a:lnTo>
                    <a:pt x="159979" y="9143"/>
                  </a:lnTo>
                  <a:close/>
                  <a:moveTo>
                    <a:pt x="88132" y="207334"/>
                  </a:moveTo>
                  <a:cubicBezTo>
                    <a:pt x="85287" y="218566"/>
                    <a:pt x="63590" y="247551"/>
                    <a:pt x="44028" y="247551"/>
                  </a:cubicBezTo>
                  <a:cubicBezTo>
                    <a:pt x="27311" y="247551"/>
                    <a:pt x="24466" y="226174"/>
                    <a:pt x="24466" y="215305"/>
                  </a:cubicBezTo>
                  <a:cubicBezTo>
                    <a:pt x="24466" y="197188"/>
                    <a:pt x="35492" y="154797"/>
                    <a:pt x="41894" y="139579"/>
                  </a:cubicBezTo>
                  <a:cubicBezTo>
                    <a:pt x="50786" y="117477"/>
                    <a:pt x="67147" y="99361"/>
                    <a:pt x="81730" y="99361"/>
                  </a:cubicBezTo>
                  <a:cubicBezTo>
                    <a:pt x="84575" y="99361"/>
                    <a:pt x="92756" y="99724"/>
                    <a:pt x="99158" y="109869"/>
                  </a:cubicBezTo>
                  <a:cubicBezTo>
                    <a:pt x="102715" y="115666"/>
                    <a:pt x="106272" y="126173"/>
                    <a:pt x="106272" y="133057"/>
                  </a:cubicBezTo>
                  <a:cubicBezTo>
                    <a:pt x="106272" y="134144"/>
                    <a:pt x="105916" y="135594"/>
                    <a:pt x="105205" y="137767"/>
                  </a:cubicBezTo>
                  <a:lnTo>
                    <a:pt x="88132" y="207334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BC45D7AB-4852-51D5-BE49-1E16EFA57C90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2828691" y="5364307"/>
              <a:ext cx="169658" cy="329714"/>
            </a:xfrm>
            <a:custGeom>
              <a:avLst/>
              <a:gdLst>
                <a:gd name="connsiteX0" fmla="*/ 107703 w 169658"/>
                <a:gd name="connsiteY0" fmla="*/ 110593 h 329714"/>
                <a:gd name="connsiteX1" fmla="*/ 136869 w 169658"/>
                <a:gd name="connsiteY1" fmla="*/ 110593 h 329714"/>
                <a:gd name="connsiteX2" fmla="*/ 146472 w 169658"/>
                <a:gd name="connsiteY2" fmla="*/ 104071 h 329714"/>
                <a:gd name="connsiteX3" fmla="*/ 137580 w 169658"/>
                <a:gd name="connsiteY3" fmla="*/ 99361 h 329714"/>
                <a:gd name="connsiteX4" fmla="*/ 109837 w 169658"/>
                <a:gd name="connsiteY4" fmla="*/ 99361 h 329714"/>
                <a:gd name="connsiteX5" fmla="*/ 121219 w 169658"/>
                <a:gd name="connsiteY5" fmla="*/ 40665 h 329714"/>
                <a:gd name="connsiteX6" fmla="*/ 140781 w 169658"/>
                <a:gd name="connsiteY6" fmla="*/ 8056 h 329714"/>
                <a:gd name="connsiteX7" fmla="*/ 155719 w 169658"/>
                <a:gd name="connsiteY7" fmla="*/ 14578 h 329714"/>
                <a:gd name="connsiteX8" fmla="*/ 140070 w 169658"/>
                <a:gd name="connsiteY8" fmla="*/ 32331 h 329714"/>
                <a:gd name="connsiteX9" fmla="*/ 152163 w 169658"/>
                <a:gd name="connsiteY9" fmla="*/ 43926 h 329714"/>
                <a:gd name="connsiteX10" fmla="*/ 169947 w 169658"/>
                <a:gd name="connsiteY10" fmla="*/ 23998 h 329714"/>
                <a:gd name="connsiteX11" fmla="*/ 140781 w 169658"/>
                <a:gd name="connsiteY11" fmla="*/ 85 h 329714"/>
                <a:gd name="connsiteX12" fmla="*/ 94543 w 169658"/>
                <a:gd name="connsiteY12" fmla="*/ 59506 h 329714"/>
                <a:gd name="connsiteX13" fmla="*/ 87074 w 169658"/>
                <a:gd name="connsiteY13" fmla="*/ 99361 h 329714"/>
                <a:gd name="connsiteX14" fmla="*/ 63599 w 169658"/>
                <a:gd name="connsiteY14" fmla="*/ 99361 h 329714"/>
                <a:gd name="connsiteX15" fmla="*/ 53996 w 169658"/>
                <a:gd name="connsiteY15" fmla="*/ 106608 h 329714"/>
                <a:gd name="connsiteX16" fmla="*/ 62888 w 169658"/>
                <a:gd name="connsiteY16" fmla="*/ 110593 h 329714"/>
                <a:gd name="connsiteX17" fmla="*/ 84940 w 169658"/>
                <a:gd name="connsiteY17" fmla="*/ 110593 h 329714"/>
                <a:gd name="connsiteX18" fmla="*/ 58975 w 169658"/>
                <a:gd name="connsiteY18" fmla="*/ 245740 h 329714"/>
                <a:gd name="connsiteX19" fmla="*/ 49016 w 169658"/>
                <a:gd name="connsiteY19" fmla="*/ 290668 h 329714"/>
                <a:gd name="connsiteX20" fmla="*/ 28743 w 169658"/>
                <a:gd name="connsiteY20" fmla="*/ 321828 h 329714"/>
                <a:gd name="connsiteX21" fmla="*/ 14516 w 169658"/>
                <a:gd name="connsiteY21" fmla="*/ 315306 h 329714"/>
                <a:gd name="connsiteX22" fmla="*/ 30165 w 169658"/>
                <a:gd name="connsiteY22" fmla="*/ 297552 h 329714"/>
                <a:gd name="connsiteX23" fmla="*/ 18072 w 169658"/>
                <a:gd name="connsiteY23" fmla="*/ 285958 h 329714"/>
                <a:gd name="connsiteX24" fmla="*/ 288 w 169658"/>
                <a:gd name="connsiteY24" fmla="*/ 305885 h 329714"/>
                <a:gd name="connsiteX25" fmla="*/ 28743 w 169658"/>
                <a:gd name="connsiteY25" fmla="*/ 329799 h 329714"/>
                <a:gd name="connsiteX26" fmla="*/ 82806 w 169658"/>
                <a:gd name="connsiteY26" fmla="*/ 240667 h 329714"/>
                <a:gd name="connsiteX27" fmla="*/ 107703 w 169658"/>
                <a:gd name="connsiteY27" fmla="*/ 110593 h 32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9658" h="329714">
                  <a:moveTo>
                    <a:pt x="107703" y="110593"/>
                  </a:moveTo>
                  <a:lnTo>
                    <a:pt x="136869" y="110593"/>
                  </a:lnTo>
                  <a:cubicBezTo>
                    <a:pt x="142915" y="110593"/>
                    <a:pt x="146472" y="110593"/>
                    <a:pt x="146472" y="104071"/>
                  </a:cubicBezTo>
                  <a:cubicBezTo>
                    <a:pt x="146472" y="99361"/>
                    <a:pt x="143626" y="99361"/>
                    <a:pt x="137580" y="99361"/>
                  </a:cubicBezTo>
                  <a:lnTo>
                    <a:pt x="109837" y="99361"/>
                  </a:lnTo>
                  <a:cubicBezTo>
                    <a:pt x="114817" y="72549"/>
                    <a:pt x="115884" y="66027"/>
                    <a:pt x="121219" y="40665"/>
                  </a:cubicBezTo>
                  <a:cubicBezTo>
                    <a:pt x="124064" y="27259"/>
                    <a:pt x="127977" y="8056"/>
                    <a:pt x="140781" y="8056"/>
                  </a:cubicBezTo>
                  <a:cubicBezTo>
                    <a:pt x="143626" y="8056"/>
                    <a:pt x="151096" y="8780"/>
                    <a:pt x="155719" y="14578"/>
                  </a:cubicBezTo>
                  <a:cubicBezTo>
                    <a:pt x="145049" y="16389"/>
                    <a:pt x="140070" y="25085"/>
                    <a:pt x="140070" y="32331"/>
                  </a:cubicBezTo>
                  <a:cubicBezTo>
                    <a:pt x="140070" y="40303"/>
                    <a:pt x="146472" y="43926"/>
                    <a:pt x="152163" y="43926"/>
                  </a:cubicBezTo>
                  <a:cubicBezTo>
                    <a:pt x="161055" y="43926"/>
                    <a:pt x="169947" y="36679"/>
                    <a:pt x="169947" y="23998"/>
                  </a:cubicBezTo>
                  <a:cubicBezTo>
                    <a:pt x="169947" y="8418"/>
                    <a:pt x="155364" y="85"/>
                    <a:pt x="140781" y="85"/>
                  </a:cubicBezTo>
                  <a:cubicBezTo>
                    <a:pt x="105925" y="85"/>
                    <a:pt x="97033" y="47187"/>
                    <a:pt x="94543" y="59506"/>
                  </a:cubicBezTo>
                  <a:lnTo>
                    <a:pt x="87074" y="99361"/>
                  </a:lnTo>
                  <a:lnTo>
                    <a:pt x="63599" y="99361"/>
                  </a:lnTo>
                  <a:cubicBezTo>
                    <a:pt x="57908" y="99361"/>
                    <a:pt x="53996" y="99361"/>
                    <a:pt x="53996" y="106608"/>
                  </a:cubicBezTo>
                  <a:cubicBezTo>
                    <a:pt x="53996" y="110593"/>
                    <a:pt x="57552" y="110593"/>
                    <a:pt x="62888" y="110593"/>
                  </a:cubicBezTo>
                  <a:lnTo>
                    <a:pt x="84940" y="110593"/>
                  </a:lnTo>
                  <a:lnTo>
                    <a:pt x="58975" y="245740"/>
                  </a:lnTo>
                  <a:cubicBezTo>
                    <a:pt x="54707" y="268204"/>
                    <a:pt x="51150" y="283059"/>
                    <a:pt x="49016" y="290668"/>
                  </a:cubicBezTo>
                  <a:cubicBezTo>
                    <a:pt x="46171" y="302987"/>
                    <a:pt x="41547" y="321828"/>
                    <a:pt x="28743" y="321828"/>
                  </a:cubicBezTo>
                  <a:cubicBezTo>
                    <a:pt x="25186" y="321828"/>
                    <a:pt x="18428" y="320741"/>
                    <a:pt x="14516" y="315306"/>
                  </a:cubicBezTo>
                  <a:cubicBezTo>
                    <a:pt x="25186" y="313494"/>
                    <a:pt x="30165" y="304798"/>
                    <a:pt x="30165" y="297552"/>
                  </a:cubicBezTo>
                  <a:cubicBezTo>
                    <a:pt x="30165" y="289581"/>
                    <a:pt x="23763" y="285958"/>
                    <a:pt x="18072" y="285958"/>
                  </a:cubicBezTo>
                  <a:cubicBezTo>
                    <a:pt x="9180" y="285958"/>
                    <a:pt x="288" y="293204"/>
                    <a:pt x="288" y="305885"/>
                  </a:cubicBezTo>
                  <a:cubicBezTo>
                    <a:pt x="288" y="322190"/>
                    <a:pt x="15583" y="329799"/>
                    <a:pt x="28743" y="329799"/>
                  </a:cubicBezTo>
                  <a:cubicBezTo>
                    <a:pt x="65733" y="329799"/>
                    <a:pt x="80316" y="253711"/>
                    <a:pt x="82806" y="240667"/>
                  </a:cubicBezTo>
                  <a:lnTo>
                    <a:pt x="107703" y="110593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29E01A4D-1122-29FA-ACF8-10697E5341BC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2976178" y="5459598"/>
              <a:ext cx="170013" cy="164132"/>
            </a:xfrm>
            <a:custGeom>
              <a:avLst/>
              <a:gdLst>
                <a:gd name="connsiteX0" fmla="*/ 153233 w 170013"/>
                <a:gd name="connsiteY0" fmla="*/ 18563 h 164132"/>
                <a:gd name="connsiteX1" fmla="*/ 154300 w 170013"/>
                <a:gd name="connsiteY1" fmla="*/ 13491 h 164132"/>
                <a:gd name="connsiteX2" fmla="*/ 144341 w 170013"/>
                <a:gd name="connsiteY2" fmla="*/ 4070 h 164132"/>
                <a:gd name="connsiteX3" fmla="*/ 130469 w 170013"/>
                <a:gd name="connsiteY3" fmla="*/ 17476 h 164132"/>
                <a:gd name="connsiteX4" fmla="*/ 104505 w 170013"/>
                <a:gd name="connsiteY4" fmla="*/ 123275 h 164132"/>
                <a:gd name="connsiteX5" fmla="*/ 99525 w 170013"/>
                <a:gd name="connsiteY5" fmla="*/ 135231 h 164132"/>
                <a:gd name="connsiteX6" fmla="*/ 66803 w 170013"/>
                <a:gd name="connsiteY6" fmla="*/ 156246 h 164132"/>
                <a:gd name="connsiteX7" fmla="*/ 47597 w 170013"/>
                <a:gd name="connsiteY7" fmla="*/ 128347 h 164132"/>
                <a:gd name="connsiteX8" fmla="*/ 68226 w 170013"/>
                <a:gd name="connsiteY8" fmla="*/ 48998 h 164132"/>
                <a:gd name="connsiteX9" fmla="*/ 72850 w 170013"/>
                <a:gd name="connsiteY9" fmla="*/ 29433 h 164132"/>
                <a:gd name="connsiteX10" fmla="*/ 45818 w 170013"/>
                <a:gd name="connsiteY10" fmla="*/ 85 h 164132"/>
                <a:gd name="connsiteX11" fmla="*/ 291 w 170013"/>
                <a:gd name="connsiteY11" fmla="*/ 55882 h 164132"/>
                <a:gd name="connsiteX12" fmla="*/ 5627 w 170013"/>
                <a:gd name="connsiteY12" fmla="*/ 59506 h 164132"/>
                <a:gd name="connsiteX13" fmla="*/ 12029 w 170013"/>
                <a:gd name="connsiteY13" fmla="*/ 53709 h 164132"/>
                <a:gd name="connsiteX14" fmla="*/ 45107 w 170013"/>
                <a:gd name="connsiteY14" fmla="*/ 8056 h 164132"/>
                <a:gd name="connsiteX15" fmla="*/ 52932 w 170013"/>
                <a:gd name="connsiteY15" fmla="*/ 18563 h 164132"/>
                <a:gd name="connsiteX16" fmla="*/ 44396 w 170013"/>
                <a:gd name="connsiteY16" fmla="*/ 51172 h 164132"/>
                <a:gd name="connsiteX17" fmla="*/ 25900 w 170013"/>
                <a:gd name="connsiteY17" fmla="*/ 122188 h 164132"/>
                <a:gd name="connsiteX18" fmla="*/ 65736 w 170013"/>
                <a:gd name="connsiteY18" fmla="*/ 164217 h 164132"/>
                <a:gd name="connsiteX19" fmla="*/ 105216 w 170013"/>
                <a:gd name="connsiteY19" fmla="*/ 142478 h 164132"/>
                <a:gd name="connsiteX20" fmla="*/ 133670 w 170013"/>
                <a:gd name="connsiteY20" fmla="*/ 164217 h 164132"/>
                <a:gd name="connsiteX21" fmla="*/ 159635 w 170013"/>
                <a:gd name="connsiteY21" fmla="*/ 143927 h 164132"/>
                <a:gd name="connsiteX22" fmla="*/ 170305 w 170013"/>
                <a:gd name="connsiteY22" fmla="*/ 108419 h 164132"/>
                <a:gd name="connsiteX23" fmla="*/ 164970 w 170013"/>
                <a:gd name="connsiteY23" fmla="*/ 104796 h 164132"/>
                <a:gd name="connsiteX24" fmla="*/ 158212 w 170013"/>
                <a:gd name="connsiteY24" fmla="*/ 113130 h 164132"/>
                <a:gd name="connsiteX25" fmla="*/ 134382 w 170013"/>
                <a:gd name="connsiteY25" fmla="*/ 156246 h 164132"/>
                <a:gd name="connsiteX26" fmla="*/ 125134 w 170013"/>
                <a:gd name="connsiteY26" fmla="*/ 141391 h 164132"/>
                <a:gd name="connsiteX27" fmla="*/ 127624 w 170013"/>
                <a:gd name="connsiteY27" fmla="*/ 122912 h 164132"/>
                <a:gd name="connsiteX28" fmla="*/ 153233 w 170013"/>
                <a:gd name="connsiteY28" fmla="*/ 18563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0013" h="164132">
                  <a:moveTo>
                    <a:pt x="153233" y="18563"/>
                  </a:moveTo>
                  <a:cubicBezTo>
                    <a:pt x="153944" y="16389"/>
                    <a:pt x="154300" y="14578"/>
                    <a:pt x="154300" y="13491"/>
                  </a:cubicBezTo>
                  <a:cubicBezTo>
                    <a:pt x="154300" y="9505"/>
                    <a:pt x="151454" y="4070"/>
                    <a:pt x="144341" y="4070"/>
                  </a:cubicBezTo>
                  <a:cubicBezTo>
                    <a:pt x="133670" y="4070"/>
                    <a:pt x="131181" y="14578"/>
                    <a:pt x="130469" y="17476"/>
                  </a:cubicBezTo>
                  <a:lnTo>
                    <a:pt x="104505" y="123275"/>
                  </a:lnTo>
                  <a:cubicBezTo>
                    <a:pt x="102727" y="129796"/>
                    <a:pt x="102727" y="130521"/>
                    <a:pt x="99525" y="135231"/>
                  </a:cubicBezTo>
                  <a:cubicBezTo>
                    <a:pt x="92768" y="145376"/>
                    <a:pt x="82453" y="156246"/>
                    <a:pt x="66803" y="156246"/>
                  </a:cubicBezTo>
                  <a:cubicBezTo>
                    <a:pt x="50798" y="156246"/>
                    <a:pt x="47597" y="140304"/>
                    <a:pt x="47597" y="128347"/>
                  </a:cubicBezTo>
                  <a:cubicBezTo>
                    <a:pt x="47597" y="106245"/>
                    <a:pt x="59334" y="73636"/>
                    <a:pt x="68226" y="48998"/>
                  </a:cubicBezTo>
                  <a:cubicBezTo>
                    <a:pt x="71071" y="41390"/>
                    <a:pt x="72850" y="36317"/>
                    <a:pt x="72850" y="29433"/>
                  </a:cubicBezTo>
                  <a:cubicBezTo>
                    <a:pt x="72850" y="11317"/>
                    <a:pt x="61112" y="85"/>
                    <a:pt x="45818" y="85"/>
                  </a:cubicBezTo>
                  <a:cubicBezTo>
                    <a:pt x="12740" y="85"/>
                    <a:pt x="291" y="53709"/>
                    <a:pt x="291" y="55882"/>
                  </a:cubicBezTo>
                  <a:cubicBezTo>
                    <a:pt x="291" y="59506"/>
                    <a:pt x="3848" y="59506"/>
                    <a:pt x="5627" y="59506"/>
                  </a:cubicBezTo>
                  <a:cubicBezTo>
                    <a:pt x="10250" y="59506"/>
                    <a:pt x="10606" y="58781"/>
                    <a:pt x="12029" y="53709"/>
                  </a:cubicBezTo>
                  <a:cubicBezTo>
                    <a:pt x="14874" y="42476"/>
                    <a:pt x="24478" y="8056"/>
                    <a:pt x="45107" y="8056"/>
                  </a:cubicBezTo>
                  <a:cubicBezTo>
                    <a:pt x="49019" y="8056"/>
                    <a:pt x="52932" y="9143"/>
                    <a:pt x="52932" y="18563"/>
                  </a:cubicBezTo>
                  <a:cubicBezTo>
                    <a:pt x="52932" y="27259"/>
                    <a:pt x="49375" y="37042"/>
                    <a:pt x="44396" y="51172"/>
                  </a:cubicBezTo>
                  <a:cubicBezTo>
                    <a:pt x="35148" y="76535"/>
                    <a:pt x="25900" y="103347"/>
                    <a:pt x="25900" y="122188"/>
                  </a:cubicBezTo>
                  <a:cubicBezTo>
                    <a:pt x="25900" y="153710"/>
                    <a:pt x="46530" y="164217"/>
                    <a:pt x="65736" y="164217"/>
                  </a:cubicBezTo>
                  <a:cubicBezTo>
                    <a:pt x="84587" y="164217"/>
                    <a:pt x="96680" y="153347"/>
                    <a:pt x="105216" y="142478"/>
                  </a:cubicBezTo>
                  <a:cubicBezTo>
                    <a:pt x="111618" y="162043"/>
                    <a:pt x="126913" y="164217"/>
                    <a:pt x="133670" y="164217"/>
                  </a:cubicBezTo>
                  <a:cubicBezTo>
                    <a:pt x="146831" y="164217"/>
                    <a:pt x="154300" y="155159"/>
                    <a:pt x="159635" y="143927"/>
                  </a:cubicBezTo>
                  <a:cubicBezTo>
                    <a:pt x="166037" y="130159"/>
                    <a:pt x="170305" y="109144"/>
                    <a:pt x="170305" y="108419"/>
                  </a:cubicBezTo>
                  <a:cubicBezTo>
                    <a:pt x="170305" y="104796"/>
                    <a:pt x="167460" y="104796"/>
                    <a:pt x="164970" y="104796"/>
                  </a:cubicBezTo>
                  <a:cubicBezTo>
                    <a:pt x="160702" y="104796"/>
                    <a:pt x="160346" y="105158"/>
                    <a:pt x="158212" y="113130"/>
                  </a:cubicBezTo>
                  <a:cubicBezTo>
                    <a:pt x="153233" y="133420"/>
                    <a:pt x="146475" y="156246"/>
                    <a:pt x="134382" y="156246"/>
                  </a:cubicBezTo>
                  <a:cubicBezTo>
                    <a:pt x="125134" y="156246"/>
                    <a:pt x="125134" y="146463"/>
                    <a:pt x="125134" y="141391"/>
                  </a:cubicBezTo>
                  <a:cubicBezTo>
                    <a:pt x="125134" y="138854"/>
                    <a:pt x="125134" y="133057"/>
                    <a:pt x="127624" y="122912"/>
                  </a:cubicBezTo>
                  <a:lnTo>
                    <a:pt x="153233" y="18563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A30B984E-9918-BB19-56FE-9E6B1A32DF99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167057" y="5459598"/>
              <a:ext cx="178905" cy="164132"/>
            </a:xfrm>
            <a:custGeom>
              <a:avLst/>
              <a:gdLst>
                <a:gd name="connsiteX0" fmla="*/ 52581 w 178905"/>
                <a:gd name="connsiteY0" fmla="*/ 96825 h 164132"/>
                <a:gd name="connsiteX1" fmla="*/ 58272 w 178905"/>
                <a:gd name="connsiteY1" fmla="*/ 73274 h 164132"/>
                <a:gd name="connsiteX2" fmla="*/ 68943 w 178905"/>
                <a:gd name="connsiteY2" fmla="*/ 43926 h 164132"/>
                <a:gd name="connsiteX3" fmla="*/ 116959 w 178905"/>
                <a:gd name="connsiteY3" fmla="*/ 8056 h 164132"/>
                <a:gd name="connsiteX4" fmla="*/ 133320 w 178905"/>
                <a:gd name="connsiteY4" fmla="*/ 31969 h 164132"/>
                <a:gd name="connsiteX5" fmla="*/ 112691 w 178905"/>
                <a:gd name="connsiteY5" fmla="*/ 112043 h 164132"/>
                <a:gd name="connsiteX6" fmla="*/ 107000 w 178905"/>
                <a:gd name="connsiteY6" fmla="*/ 135231 h 164132"/>
                <a:gd name="connsiteX7" fmla="*/ 134032 w 178905"/>
                <a:gd name="connsiteY7" fmla="*/ 164217 h 164132"/>
                <a:gd name="connsiteX8" fmla="*/ 179203 w 178905"/>
                <a:gd name="connsiteY8" fmla="*/ 108419 h 164132"/>
                <a:gd name="connsiteX9" fmla="*/ 173867 w 178905"/>
                <a:gd name="connsiteY9" fmla="*/ 104796 h 164132"/>
                <a:gd name="connsiteX10" fmla="*/ 167821 w 178905"/>
                <a:gd name="connsiteY10" fmla="*/ 110956 h 164132"/>
                <a:gd name="connsiteX11" fmla="*/ 134743 w 178905"/>
                <a:gd name="connsiteY11" fmla="*/ 156246 h 164132"/>
                <a:gd name="connsiteX12" fmla="*/ 126918 w 178905"/>
                <a:gd name="connsiteY12" fmla="*/ 145739 h 164132"/>
                <a:gd name="connsiteX13" fmla="*/ 133320 w 178905"/>
                <a:gd name="connsiteY13" fmla="*/ 118564 h 164132"/>
                <a:gd name="connsiteX14" fmla="*/ 155016 w 178905"/>
                <a:gd name="connsiteY14" fmla="*/ 37766 h 164132"/>
                <a:gd name="connsiteX15" fmla="*/ 118026 w 178905"/>
                <a:gd name="connsiteY15" fmla="*/ 85 h 164132"/>
                <a:gd name="connsiteX16" fmla="*/ 67164 w 178905"/>
                <a:gd name="connsiteY16" fmla="*/ 28708 h 164132"/>
                <a:gd name="connsiteX17" fmla="*/ 37287 w 178905"/>
                <a:gd name="connsiteY17" fmla="*/ 85 h 164132"/>
                <a:gd name="connsiteX18" fmla="*/ 11679 w 178905"/>
                <a:gd name="connsiteY18" fmla="*/ 19288 h 164132"/>
                <a:gd name="connsiteX19" fmla="*/ 297 w 178905"/>
                <a:gd name="connsiteY19" fmla="*/ 55882 h 164132"/>
                <a:gd name="connsiteX20" fmla="*/ 5632 w 178905"/>
                <a:gd name="connsiteY20" fmla="*/ 59506 h 164132"/>
                <a:gd name="connsiteX21" fmla="*/ 12390 w 178905"/>
                <a:gd name="connsiteY21" fmla="*/ 51172 h 164132"/>
                <a:gd name="connsiteX22" fmla="*/ 36576 w 178905"/>
                <a:gd name="connsiteY22" fmla="*/ 8056 h 164132"/>
                <a:gd name="connsiteX23" fmla="*/ 45824 w 178905"/>
                <a:gd name="connsiteY23" fmla="*/ 22549 h 164132"/>
                <a:gd name="connsiteX24" fmla="*/ 43334 w 178905"/>
                <a:gd name="connsiteY24" fmla="*/ 41027 h 164132"/>
                <a:gd name="connsiteX25" fmla="*/ 16658 w 178905"/>
                <a:gd name="connsiteY25" fmla="*/ 149724 h 164132"/>
                <a:gd name="connsiteX26" fmla="*/ 15591 w 178905"/>
                <a:gd name="connsiteY26" fmla="*/ 154797 h 164132"/>
                <a:gd name="connsiteX27" fmla="*/ 25550 w 178905"/>
                <a:gd name="connsiteY27" fmla="*/ 164217 h 164132"/>
                <a:gd name="connsiteX28" fmla="*/ 38354 w 178905"/>
                <a:gd name="connsiteY28" fmla="*/ 154797 h 164132"/>
                <a:gd name="connsiteX29" fmla="*/ 52581 w 178905"/>
                <a:gd name="connsiteY29" fmla="*/ 96825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905" h="164132">
                  <a:moveTo>
                    <a:pt x="52581" y="96825"/>
                  </a:moveTo>
                  <a:cubicBezTo>
                    <a:pt x="54360" y="88854"/>
                    <a:pt x="56494" y="81245"/>
                    <a:pt x="58272" y="73274"/>
                  </a:cubicBezTo>
                  <a:cubicBezTo>
                    <a:pt x="62896" y="54795"/>
                    <a:pt x="62896" y="54433"/>
                    <a:pt x="68943" y="43926"/>
                  </a:cubicBezTo>
                  <a:cubicBezTo>
                    <a:pt x="73922" y="35230"/>
                    <a:pt x="89928" y="8056"/>
                    <a:pt x="116959" y="8056"/>
                  </a:cubicBezTo>
                  <a:cubicBezTo>
                    <a:pt x="132609" y="8056"/>
                    <a:pt x="133320" y="24360"/>
                    <a:pt x="133320" y="31969"/>
                  </a:cubicBezTo>
                  <a:cubicBezTo>
                    <a:pt x="133320" y="54433"/>
                    <a:pt x="117670" y="97550"/>
                    <a:pt x="112691" y="112043"/>
                  </a:cubicBezTo>
                  <a:cubicBezTo>
                    <a:pt x="108067" y="124362"/>
                    <a:pt x="107000" y="127622"/>
                    <a:pt x="107000" y="135231"/>
                  </a:cubicBezTo>
                  <a:cubicBezTo>
                    <a:pt x="107000" y="151173"/>
                    <a:pt x="116959" y="164217"/>
                    <a:pt x="134032" y="164217"/>
                  </a:cubicBezTo>
                  <a:cubicBezTo>
                    <a:pt x="167109" y="164217"/>
                    <a:pt x="179203" y="110231"/>
                    <a:pt x="179203" y="108419"/>
                  </a:cubicBezTo>
                  <a:cubicBezTo>
                    <a:pt x="179203" y="104796"/>
                    <a:pt x="176357" y="104796"/>
                    <a:pt x="173867" y="104796"/>
                  </a:cubicBezTo>
                  <a:cubicBezTo>
                    <a:pt x="169244" y="104796"/>
                    <a:pt x="169244" y="105521"/>
                    <a:pt x="167821" y="110956"/>
                  </a:cubicBezTo>
                  <a:cubicBezTo>
                    <a:pt x="164975" y="120738"/>
                    <a:pt x="155372" y="156246"/>
                    <a:pt x="134743" y="156246"/>
                  </a:cubicBezTo>
                  <a:cubicBezTo>
                    <a:pt x="127274" y="156246"/>
                    <a:pt x="126918" y="150811"/>
                    <a:pt x="126918" y="145739"/>
                  </a:cubicBezTo>
                  <a:cubicBezTo>
                    <a:pt x="126918" y="136680"/>
                    <a:pt x="130475" y="127260"/>
                    <a:pt x="133320" y="118564"/>
                  </a:cubicBezTo>
                  <a:cubicBezTo>
                    <a:pt x="140434" y="99361"/>
                    <a:pt x="155016" y="58781"/>
                    <a:pt x="155016" y="37766"/>
                  </a:cubicBezTo>
                  <a:cubicBezTo>
                    <a:pt x="155016" y="8056"/>
                    <a:pt x="135454" y="85"/>
                    <a:pt x="118026" y="85"/>
                  </a:cubicBezTo>
                  <a:cubicBezTo>
                    <a:pt x="88861" y="85"/>
                    <a:pt x="71788" y="21824"/>
                    <a:pt x="67164" y="28708"/>
                  </a:cubicBezTo>
                  <a:cubicBezTo>
                    <a:pt x="64674" y="10954"/>
                    <a:pt x="52581" y="85"/>
                    <a:pt x="37287" y="85"/>
                  </a:cubicBezTo>
                  <a:cubicBezTo>
                    <a:pt x="24483" y="85"/>
                    <a:pt x="17369" y="8418"/>
                    <a:pt x="11679" y="19288"/>
                  </a:cubicBezTo>
                  <a:cubicBezTo>
                    <a:pt x="4921" y="33781"/>
                    <a:pt x="297" y="55158"/>
                    <a:pt x="297" y="55882"/>
                  </a:cubicBezTo>
                  <a:cubicBezTo>
                    <a:pt x="297" y="59506"/>
                    <a:pt x="3854" y="59506"/>
                    <a:pt x="5632" y="59506"/>
                  </a:cubicBezTo>
                  <a:cubicBezTo>
                    <a:pt x="10256" y="59506"/>
                    <a:pt x="10611" y="59143"/>
                    <a:pt x="12390" y="51172"/>
                  </a:cubicBezTo>
                  <a:cubicBezTo>
                    <a:pt x="18792" y="25810"/>
                    <a:pt x="25550" y="8056"/>
                    <a:pt x="36576" y="8056"/>
                  </a:cubicBezTo>
                  <a:cubicBezTo>
                    <a:pt x="45824" y="8056"/>
                    <a:pt x="45824" y="18563"/>
                    <a:pt x="45824" y="22549"/>
                  </a:cubicBezTo>
                  <a:cubicBezTo>
                    <a:pt x="45824" y="28346"/>
                    <a:pt x="44757" y="35230"/>
                    <a:pt x="43334" y="41027"/>
                  </a:cubicBezTo>
                  <a:lnTo>
                    <a:pt x="16658" y="149724"/>
                  </a:lnTo>
                  <a:cubicBezTo>
                    <a:pt x="15947" y="151898"/>
                    <a:pt x="15591" y="153710"/>
                    <a:pt x="15591" y="154797"/>
                  </a:cubicBezTo>
                  <a:cubicBezTo>
                    <a:pt x="15591" y="158782"/>
                    <a:pt x="18436" y="164217"/>
                    <a:pt x="25550" y="164217"/>
                  </a:cubicBezTo>
                  <a:cubicBezTo>
                    <a:pt x="29818" y="164217"/>
                    <a:pt x="35865" y="161681"/>
                    <a:pt x="38354" y="154797"/>
                  </a:cubicBezTo>
                  <a:lnTo>
                    <a:pt x="52581" y="96825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44CABC45-6D96-3991-1DA9-0F9FE7097B5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3376629" y="5459598"/>
              <a:ext cx="128043" cy="164132"/>
            </a:xfrm>
            <a:custGeom>
              <a:avLst/>
              <a:gdLst>
                <a:gd name="connsiteX0" fmla="*/ 115898 w 128043"/>
                <a:gd name="connsiteY0" fmla="*/ 23636 h 164132"/>
                <a:gd name="connsiteX1" fmla="*/ 98114 w 128043"/>
                <a:gd name="connsiteY1" fmla="*/ 41390 h 164132"/>
                <a:gd name="connsiteX2" fmla="*/ 110207 w 128043"/>
                <a:gd name="connsiteY2" fmla="*/ 52984 h 164132"/>
                <a:gd name="connsiteX3" fmla="*/ 128346 w 128043"/>
                <a:gd name="connsiteY3" fmla="*/ 31244 h 164132"/>
                <a:gd name="connsiteX4" fmla="*/ 90289 w 128043"/>
                <a:gd name="connsiteY4" fmla="*/ 85 h 164132"/>
                <a:gd name="connsiteX5" fmla="*/ 302 w 128043"/>
                <a:gd name="connsiteY5" fmla="*/ 104434 h 164132"/>
                <a:gd name="connsiteX6" fmla="*/ 52587 w 128043"/>
                <a:gd name="connsiteY6" fmla="*/ 164217 h 164132"/>
                <a:gd name="connsiteX7" fmla="*/ 127635 w 128043"/>
                <a:gd name="connsiteY7" fmla="*/ 122550 h 164132"/>
                <a:gd name="connsiteX8" fmla="*/ 121944 w 128043"/>
                <a:gd name="connsiteY8" fmla="*/ 116753 h 164132"/>
                <a:gd name="connsiteX9" fmla="*/ 117320 w 128043"/>
                <a:gd name="connsiteY9" fmla="*/ 120738 h 164132"/>
                <a:gd name="connsiteX10" fmla="*/ 53298 w 128043"/>
                <a:gd name="connsiteY10" fmla="*/ 156246 h 164132"/>
                <a:gd name="connsiteX11" fmla="*/ 25200 w 128043"/>
                <a:gd name="connsiteY11" fmla="*/ 118927 h 164132"/>
                <a:gd name="connsiteX12" fmla="*/ 44051 w 128043"/>
                <a:gd name="connsiteY12" fmla="*/ 44288 h 164132"/>
                <a:gd name="connsiteX13" fmla="*/ 90644 w 128043"/>
                <a:gd name="connsiteY13" fmla="*/ 8056 h 164132"/>
                <a:gd name="connsiteX14" fmla="*/ 115898 w 128043"/>
                <a:gd name="connsiteY14" fmla="*/ 23636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043" h="164132">
                  <a:moveTo>
                    <a:pt x="115898" y="23636"/>
                  </a:moveTo>
                  <a:cubicBezTo>
                    <a:pt x="98114" y="25810"/>
                    <a:pt x="98114" y="40665"/>
                    <a:pt x="98114" y="41390"/>
                  </a:cubicBezTo>
                  <a:cubicBezTo>
                    <a:pt x="98114" y="47187"/>
                    <a:pt x="102026" y="52984"/>
                    <a:pt x="110207" y="52984"/>
                  </a:cubicBezTo>
                  <a:cubicBezTo>
                    <a:pt x="119810" y="52984"/>
                    <a:pt x="128346" y="45013"/>
                    <a:pt x="128346" y="31244"/>
                  </a:cubicBezTo>
                  <a:cubicBezTo>
                    <a:pt x="128346" y="13491"/>
                    <a:pt x="113052" y="85"/>
                    <a:pt x="90289" y="85"/>
                  </a:cubicBezTo>
                  <a:cubicBezTo>
                    <a:pt x="46185" y="85"/>
                    <a:pt x="302" y="51535"/>
                    <a:pt x="302" y="104434"/>
                  </a:cubicBezTo>
                  <a:cubicBezTo>
                    <a:pt x="302" y="140304"/>
                    <a:pt x="21287" y="164217"/>
                    <a:pt x="52587" y="164217"/>
                  </a:cubicBezTo>
                  <a:cubicBezTo>
                    <a:pt x="98114" y="164217"/>
                    <a:pt x="127635" y="127985"/>
                    <a:pt x="127635" y="122550"/>
                  </a:cubicBezTo>
                  <a:cubicBezTo>
                    <a:pt x="127635" y="120738"/>
                    <a:pt x="124790" y="116753"/>
                    <a:pt x="121944" y="116753"/>
                  </a:cubicBezTo>
                  <a:cubicBezTo>
                    <a:pt x="120521" y="116753"/>
                    <a:pt x="120166" y="117115"/>
                    <a:pt x="117320" y="120738"/>
                  </a:cubicBezTo>
                  <a:cubicBezTo>
                    <a:pt x="91000" y="154797"/>
                    <a:pt x="59345" y="156246"/>
                    <a:pt x="53298" y="156246"/>
                  </a:cubicBezTo>
                  <a:cubicBezTo>
                    <a:pt x="34092" y="156246"/>
                    <a:pt x="25200" y="139941"/>
                    <a:pt x="25200" y="118927"/>
                  </a:cubicBezTo>
                  <a:cubicBezTo>
                    <a:pt x="25200" y="99724"/>
                    <a:pt x="34803" y="61680"/>
                    <a:pt x="44051" y="44288"/>
                  </a:cubicBezTo>
                  <a:cubicBezTo>
                    <a:pt x="56855" y="20737"/>
                    <a:pt x="74639" y="8056"/>
                    <a:pt x="90644" y="8056"/>
                  </a:cubicBezTo>
                  <a:cubicBezTo>
                    <a:pt x="94557" y="8056"/>
                    <a:pt x="110562" y="8780"/>
                    <a:pt x="115898" y="23636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C7E7E179-91BA-C8B4-7168-5326CC046DFD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3533482" y="5392931"/>
              <a:ext cx="100301" cy="230799"/>
            </a:xfrm>
            <a:custGeom>
              <a:avLst/>
              <a:gdLst>
                <a:gd name="connsiteX0" fmla="*/ 60416 w 100301"/>
                <a:gd name="connsiteY0" fmla="*/ 81970 h 230799"/>
                <a:gd name="connsiteX1" fmla="*/ 90649 w 100301"/>
                <a:gd name="connsiteY1" fmla="*/ 81970 h 230799"/>
                <a:gd name="connsiteX2" fmla="*/ 100608 w 100301"/>
                <a:gd name="connsiteY2" fmla="*/ 75086 h 230799"/>
                <a:gd name="connsiteX3" fmla="*/ 91716 w 100301"/>
                <a:gd name="connsiteY3" fmla="*/ 70738 h 230799"/>
                <a:gd name="connsiteX4" fmla="*/ 63262 w 100301"/>
                <a:gd name="connsiteY4" fmla="*/ 70738 h 230799"/>
                <a:gd name="connsiteX5" fmla="*/ 76422 w 100301"/>
                <a:gd name="connsiteY5" fmla="*/ 17114 h 230799"/>
                <a:gd name="connsiteX6" fmla="*/ 77845 w 100301"/>
                <a:gd name="connsiteY6" fmla="*/ 9505 h 230799"/>
                <a:gd name="connsiteX7" fmla="*/ 68241 w 100301"/>
                <a:gd name="connsiteY7" fmla="*/ 85 h 230799"/>
                <a:gd name="connsiteX8" fmla="*/ 54370 w 100301"/>
                <a:gd name="connsiteY8" fmla="*/ 13128 h 230799"/>
                <a:gd name="connsiteX9" fmla="*/ 40499 w 100301"/>
                <a:gd name="connsiteY9" fmla="*/ 70738 h 230799"/>
                <a:gd name="connsiteX10" fmla="*/ 10266 w 100301"/>
                <a:gd name="connsiteY10" fmla="*/ 70738 h 230799"/>
                <a:gd name="connsiteX11" fmla="*/ 307 w 100301"/>
                <a:gd name="connsiteY11" fmla="*/ 77622 h 230799"/>
                <a:gd name="connsiteX12" fmla="*/ 9199 w 100301"/>
                <a:gd name="connsiteY12" fmla="*/ 81970 h 230799"/>
                <a:gd name="connsiteX13" fmla="*/ 37653 w 100301"/>
                <a:gd name="connsiteY13" fmla="*/ 81970 h 230799"/>
                <a:gd name="connsiteX14" fmla="*/ 12044 w 100301"/>
                <a:gd name="connsiteY14" fmla="*/ 185956 h 230799"/>
                <a:gd name="connsiteX15" fmla="*/ 10266 w 100301"/>
                <a:gd name="connsiteY15" fmla="*/ 198275 h 230799"/>
                <a:gd name="connsiteX16" fmla="*/ 40499 w 100301"/>
                <a:gd name="connsiteY16" fmla="*/ 230885 h 230799"/>
                <a:gd name="connsiteX17" fmla="*/ 94562 w 100301"/>
                <a:gd name="connsiteY17" fmla="*/ 175087 h 230799"/>
                <a:gd name="connsiteX18" fmla="*/ 89226 w 100301"/>
                <a:gd name="connsiteY18" fmla="*/ 171464 h 230799"/>
                <a:gd name="connsiteX19" fmla="*/ 82113 w 100301"/>
                <a:gd name="connsiteY19" fmla="*/ 178348 h 230799"/>
                <a:gd name="connsiteX20" fmla="*/ 41210 w 100301"/>
                <a:gd name="connsiteY20" fmla="*/ 222913 h 230799"/>
                <a:gd name="connsiteX21" fmla="*/ 31607 w 100301"/>
                <a:gd name="connsiteY21" fmla="*/ 208058 h 230799"/>
                <a:gd name="connsiteX22" fmla="*/ 34096 w 100301"/>
                <a:gd name="connsiteY22" fmla="*/ 189580 h 230799"/>
                <a:gd name="connsiteX23" fmla="*/ 60416 w 100301"/>
                <a:gd name="connsiteY23" fmla="*/ 81970 h 23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0301" h="230799">
                  <a:moveTo>
                    <a:pt x="60416" y="81970"/>
                  </a:moveTo>
                  <a:lnTo>
                    <a:pt x="90649" y="81970"/>
                  </a:lnTo>
                  <a:cubicBezTo>
                    <a:pt x="96696" y="81970"/>
                    <a:pt x="100608" y="81970"/>
                    <a:pt x="100608" y="75086"/>
                  </a:cubicBezTo>
                  <a:cubicBezTo>
                    <a:pt x="100608" y="70738"/>
                    <a:pt x="97407" y="70738"/>
                    <a:pt x="91716" y="70738"/>
                  </a:cubicBezTo>
                  <a:lnTo>
                    <a:pt x="63262" y="70738"/>
                  </a:lnTo>
                  <a:lnTo>
                    <a:pt x="76422" y="17114"/>
                  </a:lnTo>
                  <a:cubicBezTo>
                    <a:pt x="77845" y="12041"/>
                    <a:pt x="77845" y="11317"/>
                    <a:pt x="77845" y="9505"/>
                  </a:cubicBezTo>
                  <a:cubicBezTo>
                    <a:pt x="77845" y="1896"/>
                    <a:pt x="71798" y="85"/>
                    <a:pt x="68241" y="85"/>
                  </a:cubicBezTo>
                  <a:cubicBezTo>
                    <a:pt x="59349" y="85"/>
                    <a:pt x="55793" y="7693"/>
                    <a:pt x="54370" y="13128"/>
                  </a:cubicBezTo>
                  <a:lnTo>
                    <a:pt x="40499" y="70738"/>
                  </a:lnTo>
                  <a:lnTo>
                    <a:pt x="10266" y="70738"/>
                  </a:lnTo>
                  <a:cubicBezTo>
                    <a:pt x="4219" y="70738"/>
                    <a:pt x="307" y="70738"/>
                    <a:pt x="307" y="77622"/>
                  </a:cubicBezTo>
                  <a:cubicBezTo>
                    <a:pt x="307" y="81970"/>
                    <a:pt x="3508" y="81970"/>
                    <a:pt x="9199" y="81970"/>
                  </a:cubicBezTo>
                  <a:lnTo>
                    <a:pt x="37653" y="81970"/>
                  </a:lnTo>
                  <a:lnTo>
                    <a:pt x="12044" y="185956"/>
                  </a:lnTo>
                  <a:cubicBezTo>
                    <a:pt x="11689" y="187406"/>
                    <a:pt x="10266" y="193203"/>
                    <a:pt x="10266" y="198275"/>
                  </a:cubicBezTo>
                  <a:cubicBezTo>
                    <a:pt x="10266" y="216392"/>
                    <a:pt x="22003" y="230885"/>
                    <a:pt x="40499" y="230885"/>
                  </a:cubicBezTo>
                  <a:cubicBezTo>
                    <a:pt x="76422" y="230885"/>
                    <a:pt x="94562" y="176898"/>
                    <a:pt x="94562" y="175087"/>
                  </a:cubicBezTo>
                  <a:cubicBezTo>
                    <a:pt x="94562" y="171464"/>
                    <a:pt x="91716" y="171464"/>
                    <a:pt x="89226" y="171464"/>
                  </a:cubicBezTo>
                  <a:cubicBezTo>
                    <a:pt x="84958" y="171464"/>
                    <a:pt x="84958" y="171826"/>
                    <a:pt x="82113" y="178348"/>
                  </a:cubicBezTo>
                  <a:cubicBezTo>
                    <a:pt x="75711" y="195739"/>
                    <a:pt x="61484" y="222913"/>
                    <a:pt x="41210" y="222913"/>
                  </a:cubicBezTo>
                  <a:cubicBezTo>
                    <a:pt x="31607" y="222913"/>
                    <a:pt x="31607" y="213855"/>
                    <a:pt x="31607" y="208058"/>
                  </a:cubicBezTo>
                  <a:cubicBezTo>
                    <a:pt x="31607" y="205522"/>
                    <a:pt x="31607" y="199725"/>
                    <a:pt x="34096" y="189580"/>
                  </a:cubicBezTo>
                  <a:lnTo>
                    <a:pt x="60416" y="81970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8B5FCDC0-B940-54DF-76F6-3690E01527EF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3648799" y="5382061"/>
              <a:ext cx="88207" cy="241669"/>
            </a:xfrm>
            <a:custGeom>
              <a:avLst/>
              <a:gdLst>
                <a:gd name="connsiteX0" fmla="*/ 88518 w 88207"/>
                <a:gd name="connsiteY0" fmla="*/ 185956 h 241669"/>
                <a:gd name="connsiteX1" fmla="*/ 83183 w 88207"/>
                <a:gd name="connsiteY1" fmla="*/ 182333 h 241669"/>
                <a:gd name="connsiteX2" fmla="*/ 77137 w 88207"/>
                <a:gd name="connsiteY2" fmla="*/ 188493 h 241669"/>
                <a:gd name="connsiteX3" fmla="*/ 44059 w 88207"/>
                <a:gd name="connsiteY3" fmla="*/ 233783 h 241669"/>
                <a:gd name="connsiteX4" fmla="*/ 36234 w 88207"/>
                <a:gd name="connsiteY4" fmla="*/ 223638 h 241669"/>
                <a:gd name="connsiteX5" fmla="*/ 45481 w 88207"/>
                <a:gd name="connsiteY5" fmla="*/ 188855 h 241669"/>
                <a:gd name="connsiteX6" fmla="*/ 68245 w 88207"/>
                <a:gd name="connsiteY6" fmla="*/ 126898 h 241669"/>
                <a:gd name="connsiteX7" fmla="*/ 72513 w 88207"/>
                <a:gd name="connsiteY7" fmla="*/ 106608 h 241669"/>
                <a:gd name="connsiteX8" fmla="*/ 45837 w 88207"/>
                <a:gd name="connsiteY8" fmla="*/ 77622 h 241669"/>
                <a:gd name="connsiteX9" fmla="*/ 310 w 88207"/>
                <a:gd name="connsiteY9" fmla="*/ 133420 h 241669"/>
                <a:gd name="connsiteX10" fmla="*/ 5646 w 88207"/>
                <a:gd name="connsiteY10" fmla="*/ 137043 h 241669"/>
                <a:gd name="connsiteX11" fmla="*/ 12048 w 88207"/>
                <a:gd name="connsiteY11" fmla="*/ 131246 h 241669"/>
                <a:gd name="connsiteX12" fmla="*/ 45126 w 88207"/>
                <a:gd name="connsiteY12" fmla="*/ 85593 h 241669"/>
                <a:gd name="connsiteX13" fmla="*/ 52951 w 88207"/>
                <a:gd name="connsiteY13" fmla="*/ 95738 h 241669"/>
                <a:gd name="connsiteX14" fmla="*/ 46548 w 88207"/>
                <a:gd name="connsiteY14" fmla="*/ 121825 h 241669"/>
                <a:gd name="connsiteX15" fmla="*/ 35878 w 88207"/>
                <a:gd name="connsiteY15" fmla="*/ 151898 h 241669"/>
                <a:gd name="connsiteX16" fmla="*/ 22718 w 88207"/>
                <a:gd name="connsiteY16" fmla="*/ 187768 h 241669"/>
                <a:gd name="connsiteX17" fmla="*/ 16316 w 88207"/>
                <a:gd name="connsiteY17" fmla="*/ 212768 h 241669"/>
                <a:gd name="connsiteX18" fmla="*/ 43347 w 88207"/>
                <a:gd name="connsiteY18" fmla="*/ 241754 h 241669"/>
                <a:gd name="connsiteX19" fmla="*/ 88518 w 88207"/>
                <a:gd name="connsiteY19" fmla="*/ 185956 h 241669"/>
                <a:gd name="connsiteX20" fmla="*/ 86740 w 88207"/>
                <a:gd name="connsiteY20" fmla="*/ 12041 h 241669"/>
                <a:gd name="connsiteX21" fmla="*/ 74647 w 88207"/>
                <a:gd name="connsiteY21" fmla="*/ 85 h 241669"/>
                <a:gd name="connsiteX22" fmla="*/ 57574 w 88207"/>
                <a:gd name="connsiteY22" fmla="*/ 17476 h 241669"/>
                <a:gd name="connsiteX23" fmla="*/ 69667 w 88207"/>
                <a:gd name="connsiteY23" fmla="*/ 29433 h 241669"/>
                <a:gd name="connsiteX24" fmla="*/ 86740 w 88207"/>
                <a:gd name="connsiteY24" fmla="*/ 12041 h 241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8207" h="241669">
                  <a:moveTo>
                    <a:pt x="88518" y="185956"/>
                  </a:moveTo>
                  <a:cubicBezTo>
                    <a:pt x="88518" y="182333"/>
                    <a:pt x="85673" y="182333"/>
                    <a:pt x="83183" y="182333"/>
                  </a:cubicBezTo>
                  <a:cubicBezTo>
                    <a:pt x="78559" y="182333"/>
                    <a:pt x="78559" y="183058"/>
                    <a:pt x="77137" y="188493"/>
                  </a:cubicBezTo>
                  <a:cubicBezTo>
                    <a:pt x="74291" y="199000"/>
                    <a:pt x="64688" y="233783"/>
                    <a:pt x="44059" y="233783"/>
                  </a:cubicBezTo>
                  <a:cubicBezTo>
                    <a:pt x="41213" y="233783"/>
                    <a:pt x="36234" y="233421"/>
                    <a:pt x="36234" y="223638"/>
                  </a:cubicBezTo>
                  <a:cubicBezTo>
                    <a:pt x="36234" y="214218"/>
                    <a:pt x="40858" y="202261"/>
                    <a:pt x="45481" y="188855"/>
                  </a:cubicBezTo>
                  <a:lnTo>
                    <a:pt x="68245" y="126898"/>
                  </a:lnTo>
                  <a:cubicBezTo>
                    <a:pt x="71801" y="116390"/>
                    <a:pt x="72513" y="113492"/>
                    <a:pt x="72513" y="106608"/>
                  </a:cubicBezTo>
                  <a:cubicBezTo>
                    <a:pt x="72513" y="86680"/>
                    <a:pt x="58997" y="77622"/>
                    <a:pt x="45837" y="77622"/>
                  </a:cubicBezTo>
                  <a:cubicBezTo>
                    <a:pt x="12403" y="77622"/>
                    <a:pt x="310" y="131608"/>
                    <a:pt x="310" y="133420"/>
                  </a:cubicBezTo>
                  <a:cubicBezTo>
                    <a:pt x="310" y="137043"/>
                    <a:pt x="3867" y="137043"/>
                    <a:pt x="5646" y="137043"/>
                  </a:cubicBezTo>
                  <a:cubicBezTo>
                    <a:pt x="10269" y="137043"/>
                    <a:pt x="10625" y="136318"/>
                    <a:pt x="12048" y="131246"/>
                  </a:cubicBezTo>
                  <a:cubicBezTo>
                    <a:pt x="15249" y="119289"/>
                    <a:pt x="24496" y="85593"/>
                    <a:pt x="45126" y="85593"/>
                  </a:cubicBezTo>
                  <a:cubicBezTo>
                    <a:pt x="49038" y="85593"/>
                    <a:pt x="52951" y="87405"/>
                    <a:pt x="52951" y="95738"/>
                  </a:cubicBezTo>
                  <a:cubicBezTo>
                    <a:pt x="52951" y="104434"/>
                    <a:pt x="49038" y="114941"/>
                    <a:pt x="46548" y="121825"/>
                  </a:cubicBezTo>
                  <a:lnTo>
                    <a:pt x="35878" y="151898"/>
                  </a:lnTo>
                  <a:cubicBezTo>
                    <a:pt x="31254" y="163855"/>
                    <a:pt x="26986" y="175811"/>
                    <a:pt x="22718" y="187768"/>
                  </a:cubicBezTo>
                  <a:cubicBezTo>
                    <a:pt x="17739" y="201536"/>
                    <a:pt x="16316" y="205522"/>
                    <a:pt x="16316" y="212768"/>
                  </a:cubicBezTo>
                  <a:cubicBezTo>
                    <a:pt x="16316" y="226899"/>
                    <a:pt x="24852" y="241754"/>
                    <a:pt x="43347" y="241754"/>
                  </a:cubicBezTo>
                  <a:cubicBezTo>
                    <a:pt x="76781" y="241754"/>
                    <a:pt x="88518" y="187406"/>
                    <a:pt x="88518" y="185956"/>
                  </a:cubicBezTo>
                  <a:close/>
                  <a:moveTo>
                    <a:pt x="86740" y="12041"/>
                  </a:moveTo>
                  <a:cubicBezTo>
                    <a:pt x="86740" y="2983"/>
                    <a:pt x="79626" y="85"/>
                    <a:pt x="74647" y="85"/>
                  </a:cubicBezTo>
                  <a:cubicBezTo>
                    <a:pt x="67178" y="85"/>
                    <a:pt x="57574" y="7331"/>
                    <a:pt x="57574" y="17476"/>
                  </a:cubicBezTo>
                  <a:cubicBezTo>
                    <a:pt x="57574" y="26534"/>
                    <a:pt x="64688" y="29433"/>
                    <a:pt x="69667" y="29433"/>
                  </a:cubicBezTo>
                  <a:cubicBezTo>
                    <a:pt x="76781" y="29433"/>
                    <a:pt x="86740" y="22549"/>
                    <a:pt x="86740" y="12041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D83770AC-826F-CABC-1397-C6A2AC0BFBD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3767477" y="5459598"/>
              <a:ext cx="141915" cy="164132"/>
            </a:xfrm>
            <a:custGeom>
              <a:avLst/>
              <a:gdLst>
                <a:gd name="connsiteX0" fmla="*/ 142229 w 141915"/>
                <a:gd name="connsiteY0" fmla="*/ 59506 h 164132"/>
                <a:gd name="connsiteX1" fmla="*/ 90300 w 141915"/>
                <a:gd name="connsiteY1" fmla="*/ 85 h 164132"/>
                <a:gd name="connsiteX2" fmla="*/ 313 w 141915"/>
                <a:gd name="connsiteY2" fmla="*/ 104434 h 164132"/>
                <a:gd name="connsiteX3" fmla="*/ 52242 w 141915"/>
                <a:gd name="connsiteY3" fmla="*/ 164217 h 164132"/>
                <a:gd name="connsiteX4" fmla="*/ 142229 w 141915"/>
                <a:gd name="connsiteY4" fmla="*/ 59506 h 164132"/>
                <a:gd name="connsiteX5" fmla="*/ 52242 w 141915"/>
                <a:gd name="connsiteY5" fmla="*/ 156246 h 164132"/>
                <a:gd name="connsiteX6" fmla="*/ 25211 w 141915"/>
                <a:gd name="connsiteY6" fmla="*/ 118927 h 164132"/>
                <a:gd name="connsiteX7" fmla="*/ 45840 w 141915"/>
                <a:gd name="connsiteY7" fmla="*/ 41027 h 164132"/>
                <a:gd name="connsiteX8" fmla="*/ 89944 w 141915"/>
                <a:gd name="connsiteY8" fmla="*/ 8056 h 164132"/>
                <a:gd name="connsiteX9" fmla="*/ 117331 w 141915"/>
                <a:gd name="connsiteY9" fmla="*/ 45375 h 164132"/>
                <a:gd name="connsiteX10" fmla="*/ 98125 w 141915"/>
                <a:gd name="connsiteY10" fmla="*/ 120014 h 164132"/>
                <a:gd name="connsiteX11" fmla="*/ 52242 w 141915"/>
                <a:gd name="connsiteY11" fmla="*/ 156246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915" h="164132">
                  <a:moveTo>
                    <a:pt x="142229" y="59506"/>
                  </a:moveTo>
                  <a:cubicBezTo>
                    <a:pt x="142229" y="25085"/>
                    <a:pt x="121244" y="85"/>
                    <a:pt x="90300" y="85"/>
                  </a:cubicBezTo>
                  <a:cubicBezTo>
                    <a:pt x="46196" y="85"/>
                    <a:pt x="313" y="51535"/>
                    <a:pt x="313" y="104434"/>
                  </a:cubicBezTo>
                  <a:cubicBezTo>
                    <a:pt x="313" y="141753"/>
                    <a:pt x="22721" y="164217"/>
                    <a:pt x="52242" y="164217"/>
                  </a:cubicBezTo>
                  <a:cubicBezTo>
                    <a:pt x="96346" y="164217"/>
                    <a:pt x="142229" y="112767"/>
                    <a:pt x="142229" y="59506"/>
                  </a:cubicBezTo>
                  <a:close/>
                  <a:moveTo>
                    <a:pt x="52242" y="156246"/>
                  </a:moveTo>
                  <a:cubicBezTo>
                    <a:pt x="38371" y="156246"/>
                    <a:pt x="25211" y="145014"/>
                    <a:pt x="25211" y="118927"/>
                  </a:cubicBezTo>
                  <a:cubicBezTo>
                    <a:pt x="25211" y="100811"/>
                    <a:pt x="34458" y="60593"/>
                    <a:pt x="45840" y="41027"/>
                  </a:cubicBezTo>
                  <a:cubicBezTo>
                    <a:pt x="59000" y="18925"/>
                    <a:pt x="76073" y="8056"/>
                    <a:pt x="89944" y="8056"/>
                  </a:cubicBezTo>
                  <a:cubicBezTo>
                    <a:pt x="107372" y="8056"/>
                    <a:pt x="117331" y="23998"/>
                    <a:pt x="117331" y="45375"/>
                  </a:cubicBezTo>
                  <a:cubicBezTo>
                    <a:pt x="117331" y="60955"/>
                    <a:pt x="109506" y="98274"/>
                    <a:pt x="98125" y="120014"/>
                  </a:cubicBezTo>
                  <a:cubicBezTo>
                    <a:pt x="87810" y="139941"/>
                    <a:pt x="69670" y="156246"/>
                    <a:pt x="52242" y="156246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D2A7B037-CFB3-C26C-0487-7EE095F8009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3939663" y="5459598"/>
              <a:ext cx="178905" cy="164132"/>
            </a:xfrm>
            <a:custGeom>
              <a:avLst/>
              <a:gdLst>
                <a:gd name="connsiteX0" fmla="*/ 52603 w 178905"/>
                <a:gd name="connsiteY0" fmla="*/ 96825 h 164132"/>
                <a:gd name="connsiteX1" fmla="*/ 58294 w 178905"/>
                <a:gd name="connsiteY1" fmla="*/ 73274 h 164132"/>
                <a:gd name="connsiteX2" fmla="*/ 68964 w 178905"/>
                <a:gd name="connsiteY2" fmla="*/ 43926 h 164132"/>
                <a:gd name="connsiteX3" fmla="*/ 116981 w 178905"/>
                <a:gd name="connsiteY3" fmla="*/ 8056 h 164132"/>
                <a:gd name="connsiteX4" fmla="*/ 133342 w 178905"/>
                <a:gd name="connsiteY4" fmla="*/ 31969 h 164132"/>
                <a:gd name="connsiteX5" fmla="*/ 112713 w 178905"/>
                <a:gd name="connsiteY5" fmla="*/ 112043 h 164132"/>
                <a:gd name="connsiteX6" fmla="*/ 107022 w 178905"/>
                <a:gd name="connsiteY6" fmla="*/ 135231 h 164132"/>
                <a:gd name="connsiteX7" fmla="*/ 134053 w 178905"/>
                <a:gd name="connsiteY7" fmla="*/ 164217 h 164132"/>
                <a:gd name="connsiteX8" fmla="*/ 179224 w 178905"/>
                <a:gd name="connsiteY8" fmla="*/ 108419 h 164132"/>
                <a:gd name="connsiteX9" fmla="*/ 173889 w 178905"/>
                <a:gd name="connsiteY9" fmla="*/ 104796 h 164132"/>
                <a:gd name="connsiteX10" fmla="*/ 167843 w 178905"/>
                <a:gd name="connsiteY10" fmla="*/ 110956 h 164132"/>
                <a:gd name="connsiteX11" fmla="*/ 134765 w 178905"/>
                <a:gd name="connsiteY11" fmla="*/ 156246 h 164132"/>
                <a:gd name="connsiteX12" fmla="*/ 126940 w 178905"/>
                <a:gd name="connsiteY12" fmla="*/ 145739 h 164132"/>
                <a:gd name="connsiteX13" fmla="*/ 133342 w 178905"/>
                <a:gd name="connsiteY13" fmla="*/ 118564 h 164132"/>
                <a:gd name="connsiteX14" fmla="*/ 155038 w 178905"/>
                <a:gd name="connsiteY14" fmla="*/ 37766 h 164132"/>
                <a:gd name="connsiteX15" fmla="*/ 118048 w 178905"/>
                <a:gd name="connsiteY15" fmla="*/ 85 h 164132"/>
                <a:gd name="connsiteX16" fmla="*/ 67186 w 178905"/>
                <a:gd name="connsiteY16" fmla="*/ 28708 h 164132"/>
                <a:gd name="connsiteX17" fmla="*/ 37309 w 178905"/>
                <a:gd name="connsiteY17" fmla="*/ 85 h 164132"/>
                <a:gd name="connsiteX18" fmla="*/ 11700 w 178905"/>
                <a:gd name="connsiteY18" fmla="*/ 19288 h 164132"/>
                <a:gd name="connsiteX19" fmla="*/ 318 w 178905"/>
                <a:gd name="connsiteY19" fmla="*/ 55882 h 164132"/>
                <a:gd name="connsiteX20" fmla="*/ 5654 w 178905"/>
                <a:gd name="connsiteY20" fmla="*/ 59506 h 164132"/>
                <a:gd name="connsiteX21" fmla="*/ 12412 w 178905"/>
                <a:gd name="connsiteY21" fmla="*/ 51172 h 164132"/>
                <a:gd name="connsiteX22" fmla="*/ 36598 w 178905"/>
                <a:gd name="connsiteY22" fmla="*/ 8056 h 164132"/>
                <a:gd name="connsiteX23" fmla="*/ 45845 w 178905"/>
                <a:gd name="connsiteY23" fmla="*/ 22549 h 164132"/>
                <a:gd name="connsiteX24" fmla="*/ 43355 w 178905"/>
                <a:gd name="connsiteY24" fmla="*/ 41027 h 164132"/>
                <a:gd name="connsiteX25" fmla="*/ 16680 w 178905"/>
                <a:gd name="connsiteY25" fmla="*/ 149724 h 164132"/>
                <a:gd name="connsiteX26" fmla="*/ 15613 w 178905"/>
                <a:gd name="connsiteY26" fmla="*/ 154797 h 164132"/>
                <a:gd name="connsiteX27" fmla="*/ 25572 w 178905"/>
                <a:gd name="connsiteY27" fmla="*/ 164217 h 164132"/>
                <a:gd name="connsiteX28" fmla="*/ 38376 w 178905"/>
                <a:gd name="connsiteY28" fmla="*/ 154797 h 164132"/>
                <a:gd name="connsiteX29" fmla="*/ 52603 w 178905"/>
                <a:gd name="connsiteY29" fmla="*/ 96825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905" h="164132">
                  <a:moveTo>
                    <a:pt x="52603" y="96825"/>
                  </a:moveTo>
                  <a:cubicBezTo>
                    <a:pt x="54381" y="88854"/>
                    <a:pt x="56515" y="81245"/>
                    <a:pt x="58294" y="73274"/>
                  </a:cubicBezTo>
                  <a:cubicBezTo>
                    <a:pt x="62918" y="54795"/>
                    <a:pt x="62918" y="54433"/>
                    <a:pt x="68964" y="43926"/>
                  </a:cubicBezTo>
                  <a:cubicBezTo>
                    <a:pt x="73944" y="35230"/>
                    <a:pt x="89949" y="8056"/>
                    <a:pt x="116981" y="8056"/>
                  </a:cubicBezTo>
                  <a:cubicBezTo>
                    <a:pt x="132630" y="8056"/>
                    <a:pt x="133342" y="24360"/>
                    <a:pt x="133342" y="31969"/>
                  </a:cubicBezTo>
                  <a:cubicBezTo>
                    <a:pt x="133342" y="54433"/>
                    <a:pt x="117692" y="97550"/>
                    <a:pt x="112713" y="112043"/>
                  </a:cubicBezTo>
                  <a:cubicBezTo>
                    <a:pt x="108089" y="124362"/>
                    <a:pt x="107022" y="127622"/>
                    <a:pt x="107022" y="135231"/>
                  </a:cubicBezTo>
                  <a:cubicBezTo>
                    <a:pt x="107022" y="151173"/>
                    <a:pt x="116981" y="164217"/>
                    <a:pt x="134053" y="164217"/>
                  </a:cubicBezTo>
                  <a:cubicBezTo>
                    <a:pt x="167131" y="164217"/>
                    <a:pt x="179224" y="110231"/>
                    <a:pt x="179224" y="108419"/>
                  </a:cubicBezTo>
                  <a:cubicBezTo>
                    <a:pt x="179224" y="104796"/>
                    <a:pt x="176379" y="104796"/>
                    <a:pt x="173889" y="104796"/>
                  </a:cubicBezTo>
                  <a:cubicBezTo>
                    <a:pt x="169265" y="104796"/>
                    <a:pt x="169265" y="105521"/>
                    <a:pt x="167843" y="110956"/>
                  </a:cubicBezTo>
                  <a:cubicBezTo>
                    <a:pt x="164997" y="120738"/>
                    <a:pt x="155394" y="156246"/>
                    <a:pt x="134765" y="156246"/>
                  </a:cubicBezTo>
                  <a:cubicBezTo>
                    <a:pt x="127295" y="156246"/>
                    <a:pt x="126940" y="150811"/>
                    <a:pt x="126940" y="145739"/>
                  </a:cubicBezTo>
                  <a:cubicBezTo>
                    <a:pt x="126940" y="136680"/>
                    <a:pt x="130496" y="127260"/>
                    <a:pt x="133342" y="118564"/>
                  </a:cubicBezTo>
                  <a:cubicBezTo>
                    <a:pt x="140455" y="99361"/>
                    <a:pt x="155038" y="58781"/>
                    <a:pt x="155038" y="37766"/>
                  </a:cubicBezTo>
                  <a:cubicBezTo>
                    <a:pt x="155038" y="8056"/>
                    <a:pt x="135476" y="85"/>
                    <a:pt x="118048" y="85"/>
                  </a:cubicBezTo>
                  <a:cubicBezTo>
                    <a:pt x="88882" y="85"/>
                    <a:pt x="71810" y="21824"/>
                    <a:pt x="67186" y="28708"/>
                  </a:cubicBezTo>
                  <a:cubicBezTo>
                    <a:pt x="64696" y="10954"/>
                    <a:pt x="52603" y="85"/>
                    <a:pt x="37309" y="85"/>
                  </a:cubicBezTo>
                  <a:cubicBezTo>
                    <a:pt x="24505" y="85"/>
                    <a:pt x="17391" y="8418"/>
                    <a:pt x="11700" y="19288"/>
                  </a:cubicBezTo>
                  <a:cubicBezTo>
                    <a:pt x="4942" y="33781"/>
                    <a:pt x="318" y="55158"/>
                    <a:pt x="318" y="55882"/>
                  </a:cubicBezTo>
                  <a:cubicBezTo>
                    <a:pt x="318" y="59506"/>
                    <a:pt x="3875" y="59506"/>
                    <a:pt x="5654" y="59506"/>
                  </a:cubicBezTo>
                  <a:cubicBezTo>
                    <a:pt x="10277" y="59506"/>
                    <a:pt x="10633" y="59143"/>
                    <a:pt x="12412" y="51172"/>
                  </a:cubicBezTo>
                  <a:cubicBezTo>
                    <a:pt x="18814" y="25810"/>
                    <a:pt x="25572" y="8056"/>
                    <a:pt x="36598" y="8056"/>
                  </a:cubicBezTo>
                  <a:cubicBezTo>
                    <a:pt x="45845" y="8056"/>
                    <a:pt x="45845" y="18563"/>
                    <a:pt x="45845" y="22549"/>
                  </a:cubicBezTo>
                  <a:cubicBezTo>
                    <a:pt x="45845" y="28346"/>
                    <a:pt x="44778" y="35230"/>
                    <a:pt x="43355" y="41027"/>
                  </a:cubicBezTo>
                  <a:lnTo>
                    <a:pt x="16680" y="149724"/>
                  </a:lnTo>
                  <a:cubicBezTo>
                    <a:pt x="15968" y="151898"/>
                    <a:pt x="15613" y="153710"/>
                    <a:pt x="15613" y="154797"/>
                  </a:cubicBezTo>
                  <a:cubicBezTo>
                    <a:pt x="15613" y="158782"/>
                    <a:pt x="18458" y="164217"/>
                    <a:pt x="25572" y="164217"/>
                  </a:cubicBezTo>
                  <a:cubicBezTo>
                    <a:pt x="29840" y="164217"/>
                    <a:pt x="35886" y="161681"/>
                    <a:pt x="38376" y="154797"/>
                  </a:cubicBezTo>
                  <a:lnTo>
                    <a:pt x="52603" y="96825"/>
                  </a:ln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E6E0DF5A-2211-0664-CCBF-EC0605355B58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4116513" y="5348003"/>
              <a:ext cx="129466" cy="362323"/>
            </a:xfrm>
            <a:custGeom>
              <a:avLst/>
              <a:gdLst>
                <a:gd name="connsiteX0" fmla="*/ 129791 w 129466"/>
                <a:gd name="connsiteY0" fmla="*/ 107695 h 362323"/>
                <a:gd name="connsiteX1" fmla="*/ 120187 w 129466"/>
                <a:gd name="connsiteY1" fmla="*/ 45375 h 362323"/>
                <a:gd name="connsiteX2" fmla="*/ 91022 w 129466"/>
                <a:gd name="connsiteY2" fmla="*/ 85 h 362323"/>
                <a:gd name="connsiteX3" fmla="*/ 87465 w 129466"/>
                <a:gd name="connsiteY3" fmla="*/ 3708 h 362323"/>
                <a:gd name="connsiteX4" fmla="*/ 89955 w 129466"/>
                <a:gd name="connsiteY4" fmla="*/ 8780 h 362323"/>
                <a:gd name="connsiteX5" fmla="*/ 112007 w 129466"/>
                <a:gd name="connsiteY5" fmla="*/ 94651 h 362323"/>
                <a:gd name="connsiteX6" fmla="*/ 5659 w 129466"/>
                <a:gd name="connsiteY6" fmla="*/ 352263 h 362323"/>
                <a:gd name="connsiteX7" fmla="*/ 324 w 129466"/>
                <a:gd name="connsiteY7" fmla="*/ 358785 h 362323"/>
                <a:gd name="connsiteX8" fmla="*/ 3881 w 129466"/>
                <a:gd name="connsiteY8" fmla="*/ 362408 h 362323"/>
                <a:gd name="connsiteX9" fmla="*/ 79640 w 129466"/>
                <a:gd name="connsiteY9" fmla="*/ 281610 h 362323"/>
                <a:gd name="connsiteX10" fmla="*/ 129791 w 129466"/>
                <a:gd name="connsiteY10" fmla="*/ 107695 h 36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9466" h="362323">
                  <a:moveTo>
                    <a:pt x="129791" y="107695"/>
                  </a:moveTo>
                  <a:cubicBezTo>
                    <a:pt x="129791" y="86318"/>
                    <a:pt x="126590" y="63491"/>
                    <a:pt x="120187" y="45375"/>
                  </a:cubicBezTo>
                  <a:cubicBezTo>
                    <a:pt x="111295" y="21099"/>
                    <a:pt x="96001" y="85"/>
                    <a:pt x="91022" y="85"/>
                  </a:cubicBezTo>
                  <a:cubicBezTo>
                    <a:pt x="88888" y="85"/>
                    <a:pt x="87465" y="1534"/>
                    <a:pt x="87465" y="3708"/>
                  </a:cubicBezTo>
                  <a:cubicBezTo>
                    <a:pt x="87465" y="4433"/>
                    <a:pt x="87465" y="5157"/>
                    <a:pt x="89955" y="8780"/>
                  </a:cubicBezTo>
                  <a:cubicBezTo>
                    <a:pt x="109161" y="38491"/>
                    <a:pt x="112007" y="69288"/>
                    <a:pt x="112007" y="94651"/>
                  </a:cubicBezTo>
                  <a:cubicBezTo>
                    <a:pt x="112007" y="143927"/>
                    <a:pt x="91022" y="278349"/>
                    <a:pt x="5659" y="352263"/>
                  </a:cubicBezTo>
                  <a:cubicBezTo>
                    <a:pt x="680" y="357335"/>
                    <a:pt x="324" y="357698"/>
                    <a:pt x="324" y="358785"/>
                  </a:cubicBezTo>
                  <a:cubicBezTo>
                    <a:pt x="324" y="361321"/>
                    <a:pt x="1747" y="362408"/>
                    <a:pt x="3881" y="362408"/>
                  </a:cubicBezTo>
                  <a:cubicBezTo>
                    <a:pt x="7793" y="362408"/>
                    <a:pt x="48696" y="333060"/>
                    <a:pt x="79640" y="281610"/>
                  </a:cubicBezTo>
                  <a:cubicBezTo>
                    <a:pt x="118765" y="216029"/>
                    <a:pt x="129791" y="146463"/>
                    <a:pt x="129791" y="107695"/>
                  </a:cubicBezTo>
                  <a:close/>
                </a:path>
              </a:pathLst>
            </a:custGeom>
            <a:grpFill/>
            <a:ln w="35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4236179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Error Analysis: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3E68FBD-F04E-5C93-7ADD-9BD67183CBC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21453" y="1444822"/>
            <a:ext cx="7250651" cy="1350060"/>
            <a:chOff x="7222341" y="5197036"/>
            <a:chExt cx="7250651" cy="1350060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FF3EC71-7114-704E-D0DF-A58343B709A4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222341" y="5197036"/>
              <a:ext cx="7250651" cy="14362"/>
            </a:xfrm>
            <a:custGeom>
              <a:avLst/>
              <a:gdLst>
                <a:gd name="connsiteX0" fmla="*/ 0 w 7250651"/>
                <a:gd name="connsiteY0" fmla="*/ 0 h 14362"/>
                <a:gd name="connsiteX1" fmla="*/ 7250652 w 7250651"/>
                <a:gd name="connsiteY1" fmla="*/ 0 h 14362"/>
                <a:gd name="connsiteX2" fmla="*/ 7250652 w 7250651"/>
                <a:gd name="connsiteY2" fmla="*/ 14362 h 14362"/>
                <a:gd name="connsiteX3" fmla="*/ 0 w 7250651"/>
                <a:gd name="connsiteY3" fmla="*/ 14362 h 1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1" h="14362">
                  <a:moveTo>
                    <a:pt x="0" y="0"/>
                  </a:moveTo>
                  <a:lnTo>
                    <a:pt x="7250652" y="0"/>
                  </a:lnTo>
                  <a:lnTo>
                    <a:pt x="7250652" y="14362"/>
                  </a:lnTo>
                  <a:lnTo>
                    <a:pt x="0" y="14362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1DC46AE-A955-5436-B77A-62433856CDD0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7222341" y="5211398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C0643A0-5404-D1AD-4F3C-3E7CE72F05B4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7862111" y="5354302"/>
              <a:ext cx="176427" cy="162653"/>
            </a:xfrm>
            <a:custGeom>
              <a:avLst/>
              <a:gdLst>
                <a:gd name="connsiteX0" fmla="*/ 108202 w 176427"/>
                <a:gd name="connsiteY0" fmla="*/ 50351 h 162653"/>
                <a:gd name="connsiteX1" fmla="*/ 143275 w 176427"/>
                <a:gd name="connsiteY1" fmla="*/ 7982 h 162653"/>
                <a:gd name="connsiteX2" fmla="*/ 160989 w 176427"/>
                <a:gd name="connsiteY2" fmla="*/ 12650 h 162653"/>
                <a:gd name="connsiteX3" fmla="*/ 143984 w 176427"/>
                <a:gd name="connsiteY3" fmla="*/ 32039 h 162653"/>
                <a:gd name="connsiteX4" fmla="*/ 157446 w 176427"/>
                <a:gd name="connsiteY4" fmla="*/ 44606 h 162653"/>
                <a:gd name="connsiteX5" fmla="*/ 176577 w 176427"/>
                <a:gd name="connsiteY5" fmla="*/ 23780 h 162653"/>
                <a:gd name="connsiteX6" fmla="*/ 143629 w 176427"/>
                <a:gd name="connsiteY6" fmla="*/ 82 h 162653"/>
                <a:gd name="connsiteX7" fmla="*/ 106431 w 176427"/>
                <a:gd name="connsiteY7" fmla="*/ 27371 h 162653"/>
                <a:gd name="connsiteX8" fmla="*/ 68169 w 176427"/>
                <a:gd name="connsiteY8" fmla="*/ 82 h 162653"/>
                <a:gd name="connsiteX9" fmla="*/ 11132 w 176427"/>
                <a:gd name="connsiteY9" fmla="*/ 55378 h 162653"/>
                <a:gd name="connsiteX10" fmla="*/ 15383 w 176427"/>
                <a:gd name="connsiteY10" fmla="*/ 58968 h 162653"/>
                <a:gd name="connsiteX11" fmla="*/ 19989 w 176427"/>
                <a:gd name="connsiteY11" fmla="*/ 55019 h 162653"/>
                <a:gd name="connsiteX12" fmla="*/ 67461 w 176427"/>
                <a:gd name="connsiteY12" fmla="*/ 7982 h 162653"/>
                <a:gd name="connsiteX13" fmla="*/ 86592 w 176427"/>
                <a:gd name="connsiteY13" fmla="*/ 32039 h 162653"/>
                <a:gd name="connsiteX14" fmla="*/ 67461 w 176427"/>
                <a:gd name="connsiteY14" fmla="*/ 117495 h 162653"/>
                <a:gd name="connsiteX15" fmla="*/ 33805 w 176427"/>
                <a:gd name="connsiteY15" fmla="*/ 154837 h 162653"/>
                <a:gd name="connsiteX16" fmla="*/ 16092 w 176427"/>
                <a:gd name="connsiteY16" fmla="*/ 150169 h 162653"/>
                <a:gd name="connsiteX17" fmla="*/ 32742 w 176427"/>
                <a:gd name="connsiteY17" fmla="*/ 130780 h 162653"/>
                <a:gd name="connsiteX18" fmla="*/ 19634 w 176427"/>
                <a:gd name="connsiteY18" fmla="*/ 118213 h 162653"/>
                <a:gd name="connsiteX19" fmla="*/ 149 w 176427"/>
                <a:gd name="connsiteY19" fmla="*/ 139038 h 162653"/>
                <a:gd name="connsiteX20" fmla="*/ 33451 w 176427"/>
                <a:gd name="connsiteY20" fmla="*/ 162736 h 162653"/>
                <a:gd name="connsiteX21" fmla="*/ 70649 w 176427"/>
                <a:gd name="connsiteY21" fmla="*/ 135448 h 162653"/>
                <a:gd name="connsiteX22" fmla="*/ 108911 w 176427"/>
                <a:gd name="connsiteY22" fmla="*/ 162736 h 162653"/>
                <a:gd name="connsiteX23" fmla="*/ 165594 w 176427"/>
                <a:gd name="connsiteY23" fmla="*/ 107441 h 162653"/>
                <a:gd name="connsiteX24" fmla="*/ 161343 w 176427"/>
                <a:gd name="connsiteY24" fmla="*/ 103851 h 162653"/>
                <a:gd name="connsiteX25" fmla="*/ 156737 w 176427"/>
                <a:gd name="connsiteY25" fmla="*/ 107800 h 162653"/>
                <a:gd name="connsiteX26" fmla="*/ 109619 w 176427"/>
                <a:gd name="connsiteY26" fmla="*/ 154837 h 162653"/>
                <a:gd name="connsiteX27" fmla="*/ 90134 w 176427"/>
                <a:gd name="connsiteY27" fmla="*/ 131139 h 162653"/>
                <a:gd name="connsiteX28" fmla="*/ 96157 w 176427"/>
                <a:gd name="connsiteY28" fmla="*/ 99542 h 162653"/>
                <a:gd name="connsiteX29" fmla="*/ 108202 w 176427"/>
                <a:gd name="connsiteY29" fmla="*/ 50351 h 16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2653">
                  <a:moveTo>
                    <a:pt x="108202" y="50351"/>
                  </a:moveTo>
                  <a:cubicBezTo>
                    <a:pt x="110328" y="41015"/>
                    <a:pt x="118476" y="7982"/>
                    <a:pt x="143275" y="7982"/>
                  </a:cubicBezTo>
                  <a:cubicBezTo>
                    <a:pt x="145046" y="7982"/>
                    <a:pt x="153549" y="7982"/>
                    <a:pt x="160989" y="12650"/>
                  </a:cubicBezTo>
                  <a:cubicBezTo>
                    <a:pt x="151069" y="14445"/>
                    <a:pt x="143984" y="23421"/>
                    <a:pt x="143984" y="32039"/>
                  </a:cubicBezTo>
                  <a:cubicBezTo>
                    <a:pt x="143984" y="37784"/>
                    <a:pt x="147881" y="44606"/>
                    <a:pt x="157446" y="44606"/>
                  </a:cubicBezTo>
                  <a:cubicBezTo>
                    <a:pt x="165240" y="44606"/>
                    <a:pt x="176577" y="38143"/>
                    <a:pt x="176577" y="23780"/>
                  </a:cubicBezTo>
                  <a:cubicBezTo>
                    <a:pt x="176577" y="5109"/>
                    <a:pt x="155675" y="82"/>
                    <a:pt x="143629" y="82"/>
                  </a:cubicBezTo>
                  <a:cubicBezTo>
                    <a:pt x="123082" y="82"/>
                    <a:pt x="110682" y="19113"/>
                    <a:pt x="106431" y="27371"/>
                  </a:cubicBezTo>
                  <a:cubicBezTo>
                    <a:pt x="97574" y="3673"/>
                    <a:pt x="78443" y="82"/>
                    <a:pt x="68169" y="82"/>
                  </a:cubicBezTo>
                  <a:cubicBezTo>
                    <a:pt x="31325" y="82"/>
                    <a:pt x="11132" y="46401"/>
                    <a:pt x="11132" y="55378"/>
                  </a:cubicBezTo>
                  <a:cubicBezTo>
                    <a:pt x="11132" y="58968"/>
                    <a:pt x="14675" y="58968"/>
                    <a:pt x="15383" y="58968"/>
                  </a:cubicBezTo>
                  <a:cubicBezTo>
                    <a:pt x="18217" y="58968"/>
                    <a:pt x="19280" y="58250"/>
                    <a:pt x="19989" y="55019"/>
                  </a:cubicBezTo>
                  <a:cubicBezTo>
                    <a:pt x="32034" y="16958"/>
                    <a:pt x="55416" y="7982"/>
                    <a:pt x="67461" y="7982"/>
                  </a:cubicBezTo>
                  <a:cubicBezTo>
                    <a:pt x="74192" y="7982"/>
                    <a:pt x="86592" y="11213"/>
                    <a:pt x="86592" y="32039"/>
                  </a:cubicBezTo>
                  <a:cubicBezTo>
                    <a:pt x="86592" y="43170"/>
                    <a:pt x="80569" y="67227"/>
                    <a:pt x="67461" y="117495"/>
                  </a:cubicBezTo>
                  <a:cubicBezTo>
                    <a:pt x="61793" y="139756"/>
                    <a:pt x="49393" y="154837"/>
                    <a:pt x="33805" y="154837"/>
                  </a:cubicBezTo>
                  <a:cubicBezTo>
                    <a:pt x="31680" y="154837"/>
                    <a:pt x="23531" y="154837"/>
                    <a:pt x="16092" y="150169"/>
                  </a:cubicBezTo>
                  <a:cubicBezTo>
                    <a:pt x="24948" y="148374"/>
                    <a:pt x="32742" y="140834"/>
                    <a:pt x="32742" y="130780"/>
                  </a:cubicBezTo>
                  <a:cubicBezTo>
                    <a:pt x="32742" y="121085"/>
                    <a:pt x="24948" y="118213"/>
                    <a:pt x="19634" y="118213"/>
                  </a:cubicBezTo>
                  <a:cubicBezTo>
                    <a:pt x="9006" y="118213"/>
                    <a:pt x="149" y="127548"/>
                    <a:pt x="149" y="139038"/>
                  </a:cubicBezTo>
                  <a:cubicBezTo>
                    <a:pt x="149" y="155555"/>
                    <a:pt x="17863" y="162736"/>
                    <a:pt x="33451" y="162736"/>
                  </a:cubicBezTo>
                  <a:cubicBezTo>
                    <a:pt x="56833" y="162736"/>
                    <a:pt x="69587" y="137602"/>
                    <a:pt x="70649" y="135448"/>
                  </a:cubicBezTo>
                  <a:cubicBezTo>
                    <a:pt x="74901" y="148733"/>
                    <a:pt x="87654" y="162736"/>
                    <a:pt x="108911" y="162736"/>
                  </a:cubicBezTo>
                  <a:cubicBezTo>
                    <a:pt x="145401" y="162736"/>
                    <a:pt x="165594" y="116418"/>
                    <a:pt x="165594" y="107441"/>
                  </a:cubicBezTo>
                  <a:cubicBezTo>
                    <a:pt x="165594" y="103851"/>
                    <a:pt x="162406" y="103851"/>
                    <a:pt x="161343" y="103851"/>
                  </a:cubicBezTo>
                  <a:cubicBezTo>
                    <a:pt x="158154" y="103851"/>
                    <a:pt x="157446" y="105287"/>
                    <a:pt x="156737" y="107800"/>
                  </a:cubicBezTo>
                  <a:cubicBezTo>
                    <a:pt x="145046" y="146220"/>
                    <a:pt x="120956" y="154837"/>
                    <a:pt x="109619" y="154837"/>
                  </a:cubicBezTo>
                  <a:cubicBezTo>
                    <a:pt x="95803" y="154837"/>
                    <a:pt x="90134" y="143347"/>
                    <a:pt x="90134" y="131139"/>
                  </a:cubicBezTo>
                  <a:cubicBezTo>
                    <a:pt x="90134" y="123240"/>
                    <a:pt x="92260" y="115340"/>
                    <a:pt x="96157" y="99542"/>
                  </a:cubicBezTo>
                  <a:lnTo>
                    <a:pt x="108202" y="5035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23E5C9D-5AAC-C266-C920-C1D579D5EC27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8669637" y="5211398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FEF5E5D-3B41-1DDD-6AC9-768CC35141EB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9343332" y="5273873"/>
              <a:ext cx="116909" cy="239133"/>
            </a:xfrm>
            <a:custGeom>
              <a:avLst/>
              <a:gdLst>
                <a:gd name="connsiteX0" fmla="*/ 72816 w 116909"/>
                <a:gd name="connsiteY0" fmla="*/ 9418 h 239133"/>
                <a:gd name="connsiteX1" fmla="*/ 64668 w 116909"/>
                <a:gd name="connsiteY1" fmla="*/ 82 h 239133"/>
                <a:gd name="connsiteX2" fmla="*/ 190 w 116909"/>
                <a:gd name="connsiteY2" fmla="*/ 23062 h 239133"/>
                <a:gd name="connsiteX3" fmla="*/ 190 w 116909"/>
                <a:gd name="connsiteY3" fmla="*/ 34193 h 239133"/>
                <a:gd name="connsiteX4" fmla="*/ 46600 w 116909"/>
                <a:gd name="connsiteY4" fmla="*/ 24858 h 239133"/>
                <a:gd name="connsiteX5" fmla="*/ 46600 w 116909"/>
                <a:gd name="connsiteY5" fmla="*/ 210850 h 239133"/>
                <a:gd name="connsiteX6" fmla="*/ 13653 w 116909"/>
                <a:gd name="connsiteY6" fmla="*/ 228085 h 239133"/>
                <a:gd name="connsiteX7" fmla="*/ 2316 w 116909"/>
                <a:gd name="connsiteY7" fmla="*/ 228085 h 239133"/>
                <a:gd name="connsiteX8" fmla="*/ 2316 w 116909"/>
                <a:gd name="connsiteY8" fmla="*/ 239216 h 239133"/>
                <a:gd name="connsiteX9" fmla="*/ 59708 w 116909"/>
                <a:gd name="connsiteY9" fmla="*/ 238139 h 239133"/>
                <a:gd name="connsiteX10" fmla="*/ 117100 w 116909"/>
                <a:gd name="connsiteY10" fmla="*/ 239216 h 239133"/>
                <a:gd name="connsiteX11" fmla="*/ 117100 w 116909"/>
                <a:gd name="connsiteY11" fmla="*/ 228085 h 239133"/>
                <a:gd name="connsiteX12" fmla="*/ 105763 w 116909"/>
                <a:gd name="connsiteY12" fmla="*/ 228085 h 239133"/>
                <a:gd name="connsiteX13" fmla="*/ 72816 w 116909"/>
                <a:gd name="connsiteY13" fmla="*/ 210850 h 239133"/>
                <a:gd name="connsiteX14" fmla="*/ 72816 w 116909"/>
                <a:gd name="connsiteY14" fmla="*/ 9418 h 23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9133">
                  <a:moveTo>
                    <a:pt x="72816" y="9418"/>
                  </a:moveTo>
                  <a:cubicBezTo>
                    <a:pt x="72816" y="801"/>
                    <a:pt x="72816" y="82"/>
                    <a:pt x="64668" y="82"/>
                  </a:cubicBezTo>
                  <a:cubicBezTo>
                    <a:pt x="42703" y="23062"/>
                    <a:pt x="11527" y="23062"/>
                    <a:pt x="190" y="23062"/>
                  </a:cubicBezTo>
                  <a:lnTo>
                    <a:pt x="190" y="34193"/>
                  </a:lnTo>
                  <a:cubicBezTo>
                    <a:pt x="7276" y="34193"/>
                    <a:pt x="28178" y="34193"/>
                    <a:pt x="46600" y="24858"/>
                  </a:cubicBezTo>
                  <a:lnTo>
                    <a:pt x="46600" y="210850"/>
                  </a:lnTo>
                  <a:cubicBezTo>
                    <a:pt x="46600" y="223776"/>
                    <a:pt x="45537" y="228085"/>
                    <a:pt x="13653" y="228085"/>
                  </a:cubicBezTo>
                  <a:lnTo>
                    <a:pt x="2316" y="228085"/>
                  </a:lnTo>
                  <a:lnTo>
                    <a:pt x="2316" y="239216"/>
                  </a:lnTo>
                  <a:cubicBezTo>
                    <a:pt x="14716" y="238139"/>
                    <a:pt x="45537" y="238139"/>
                    <a:pt x="59708" y="238139"/>
                  </a:cubicBezTo>
                  <a:cubicBezTo>
                    <a:pt x="73879" y="238139"/>
                    <a:pt x="104701" y="238139"/>
                    <a:pt x="117100" y="239216"/>
                  </a:cubicBezTo>
                  <a:lnTo>
                    <a:pt x="117100" y="228085"/>
                  </a:lnTo>
                  <a:lnTo>
                    <a:pt x="105763" y="228085"/>
                  </a:lnTo>
                  <a:cubicBezTo>
                    <a:pt x="73879" y="228085"/>
                    <a:pt x="72816" y="224135"/>
                    <a:pt x="72816" y="210850"/>
                  </a:cubicBezTo>
                  <a:lnTo>
                    <a:pt x="72816" y="9418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D6C647D-7C1F-41CD-3755-C888B60E1DE4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116933" y="5211398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26E2FAD-C475-21B0-BE80-F9CAC2BAE10F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773978" y="5273873"/>
              <a:ext cx="147022" cy="247032"/>
            </a:xfrm>
            <a:custGeom>
              <a:avLst/>
              <a:gdLst>
                <a:gd name="connsiteX0" fmla="*/ 88090 w 147022"/>
                <a:gd name="connsiteY0" fmla="*/ 112827 h 247032"/>
                <a:gd name="connsiteX1" fmla="*/ 137688 w 147022"/>
                <a:gd name="connsiteY1" fmla="*/ 49633 h 247032"/>
                <a:gd name="connsiteX2" fmla="*/ 72503 w 147022"/>
                <a:gd name="connsiteY2" fmla="*/ 82 h 247032"/>
                <a:gd name="connsiteX3" fmla="*/ 9796 w 147022"/>
                <a:gd name="connsiteY3" fmla="*/ 48915 h 247032"/>
                <a:gd name="connsiteX4" fmla="*/ 27864 w 147022"/>
                <a:gd name="connsiteY4" fmla="*/ 67586 h 247032"/>
                <a:gd name="connsiteX5" fmla="*/ 45932 w 147022"/>
                <a:gd name="connsiteY5" fmla="*/ 49274 h 247032"/>
                <a:gd name="connsiteX6" fmla="*/ 23967 w 147022"/>
                <a:gd name="connsiteY6" fmla="*/ 31321 h 247032"/>
                <a:gd name="connsiteX7" fmla="*/ 71085 w 147022"/>
                <a:gd name="connsiteY7" fmla="*/ 9059 h 247032"/>
                <a:gd name="connsiteX8" fmla="*/ 105095 w 147022"/>
                <a:gd name="connsiteY8" fmla="*/ 49274 h 247032"/>
                <a:gd name="connsiteX9" fmla="*/ 95176 w 147022"/>
                <a:gd name="connsiteY9" fmla="*/ 90206 h 247032"/>
                <a:gd name="connsiteX10" fmla="*/ 63646 w 147022"/>
                <a:gd name="connsiteY10" fmla="*/ 108877 h 247032"/>
                <a:gd name="connsiteX11" fmla="*/ 49829 w 147022"/>
                <a:gd name="connsiteY11" fmla="*/ 109955 h 247032"/>
                <a:gd name="connsiteX12" fmla="*/ 44515 w 147022"/>
                <a:gd name="connsiteY12" fmla="*/ 114263 h 247032"/>
                <a:gd name="connsiteX13" fmla="*/ 53018 w 147022"/>
                <a:gd name="connsiteY13" fmla="*/ 118213 h 247032"/>
                <a:gd name="connsiteX14" fmla="*/ 68606 w 147022"/>
                <a:gd name="connsiteY14" fmla="*/ 118213 h 247032"/>
                <a:gd name="connsiteX15" fmla="*/ 110764 w 147022"/>
                <a:gd name="connsiteY15" fmla="*/ 177817 h 247032"/>
                <a:gd name="connsiteX16" fmla="*/ 70731 w 147022"/>
                <a:gd name="connsiteY16" fmla="*/ 237061 h 247032"/>
                <a:gd name="connsiteX17" fmla="*/ 16528 w 147022"/>
                <a:gd name="connsiteY17" fmla="*/ 209773 h 247032"/>
                <a:gd name="connsiteX18" fmla="*/ 39910 w 147022"/>
                <a:gd name="connsiteY18" fmla="*/ 190025 h 247032"/>
                <a:gd name="connsiteX19" fmla="*/ 20070 w 147022"/>
                <a:gd name="connsiteY19" fmla="*/ 169917 h 247032"/>
                <a:gd name="connsiteX20" fmla="*/ 231 w 147022"/>
                <a:gd name="connsiteY20" fmla="*/ 190743 h 247032"/>
                <a:gd name="connsiteX21" fmla="*/ 71794 w 147022"/>
                <a:gd name="connsiteY21" fmla="*/ 247115 h 247032"/>
                <a:gd name="connsiteX22" fmla="*/ 147254 w 147022"/>
                <a:gd name="connsiteY22" fmla="*/ 177817 h 247032"/>
                <a:gd name="connsiteX23" fmla="*/ 88090 w 147022"/>
                <a:gd name="connsiteY23" fmla="*/ 112827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7032">
                  <a:moveTo>
                    <a:pt x="88090" y="112827"/>
                  </a:moveTo>
                  <a:cubicBezTo>
                    <a:pt x="117141" y="103132"/>
                    <a:pt x="137688" y="77998"/>
                    <a:pt x="137688" y="49633"/>
                  </a:cubicBezTo>
                  <a:cubicBezTo>
                    <a:pt x="137688" y="20190"/>
                    <a:pt x="106513" y="82"/>
                    <a:pt x="72503" y="82"/>
                  </a:cubicBezTo>
                  <a:cubicBezTo>
                    <a:pt x="36721" y="82"/>
                    <a:pt x="9796" y="21626"/>
                    <a:pt x="9796" y="48915"/>
                  </a:cubicBezTo>
                  <a:cubicBezTo>
                    <a:pt x="9796" y="60763"/>
                    <a:pt x="17590" y="67586"/>
                    <a:pt x="27864" y="67586"/>
                  </a:cubicBezTo>
                  <a:cubicBezTo>
                    <a:pt x="38847" y="67586"/>
                    <a:pt x="45932" y="59686"/>
                    <a:pt x="45932" y="49274"/>
                  </a:cubicBezTo>
                  <a:cubicBezTo>
                    <a:pt x="45932" y="31321"/>
                    <a:pt x="29281" y="31321"/>
                    <a:pt x="23967" y="31321"/>
                  </a:cubicBezTo>
                  <a:cubicBezTo>
                    <a:pt x="34950" y="13727"/>
                    <a:pt x="58332" y="9059"/>
                    <a:pt x="71085" y="9059"/>
                  </a:cubicBezTo>
                  <a:cubicBezTo>
                    <a:pt x="85611" y="9059"/>
                    <a:pt x="105095" y="16958"/>
                    <a:pt x="105095" y="49274"/>
                  </a:cubicBezTo>
                  <a:cubicBezTo>
                    <a:pt x="105095" y="53582"/>
                    <a:pt x="104387" y="74408"/>
                    <a:pt x="95176" y="90206"/>
                  </a:cubicBezTo>
                  <a:cubicBezTo>
                    <a:pt x="84548" y="107441"/>
                    <a:pt x="72503" y="108518"/>
                    <a:pt x="63646" y="108877"/>
                  </a:cubicBezTo>
                  <a:cubicBezTo>
                    <a:pt x="60812" y="109236"/>
                    <a:pt x="52309" y="109955"/>
                    <a:pt x="49829" y="109955"/>
                  </a:cubicBezTo>
                  <a:cubicBezTo>
                    <a:pt x="46995" y="110314"/>
                    <a:pt x="44515" y="110673"/>
                    <a:pt x="44515" y="114263"/>
                  </a:cubicBezTo>
                  <a:cubicBezTo>
                    <a:pt x="44515" y="118213"/>
                    <a:pt x="46995" y="118213"/>
                    <a:pt x="53018" y="118213"/>
                  </a:cubicBezTo>
                  <a:lnTo>
                    <a:pt x="68606" y="118213"/>
                  </a:lnTo>
                  <a:cubicBezTo>
                    <a:pt x="97656" y="118213"/>
                    <a:pt x="110764" y="142629"/>
                    <a:pt x="110764" y="177817"/>
                  </a:cubicBezTo>
                  <a:cubicBezTo>
                    <a:pt x="110764" y="226649"/>
                    <a:pt x="86319" y="237061"/>
                    <a:pt x="70731" y="237061"/>
                  </a:cubicBezTo>
                  <a:cubicBezTo>
                    <a:pt x="55497" y="237061"/>
                    <a:pt x="28927" y="230957"/>
                    <a:pt x="16528" y="209773"/>
                  </a:cubicBezTo>
                  <a:cubicBezTo>
                    <a:pt x="28927" y="211568"/>
                    <a:pt x="39910" y="203669"/>
                    <a:pt x="39910" y="190025"/>
                  </a:cubicBezTo>
                  <a:cubicBezTo>
                    <a:pt x="39910" y="177099"/>
                    <a:pt x="30344" y="169917"/>
                    <a:pt x="20070" y="169917"/>
                  </a:cubicBezTo>
                  <a:cubicBezTo>
                    <a:pt x="11568" y="169917"/>
                    <a:pt x="231" y="174944"/>
                    <a:pt x="231" y="190743"/>
                  </a:cubicBezTo>
                  <a:cubicBezTo>
                    <a:pt x="231" y="223417"/>
                    <a:pt x="33178" y="247115"/>
                    <a:pt x="71794" y="247115"/>
                  </a:cubicBezTo>
                  <a:cubicBezTo>
                    <a:pt x="115015" y="247115"/>
                    <a:pt x="147254" y="214441"/>
                    <a:pt x="147254" y="177817"/>
                  </a:cubicBezTo>
                  <a:cubicBezTo>
                    <a:pt x="147254" y="148374"/>
                    <a:pt x="124935" y="120367"/>
                    <a:pt x="88090" y="11282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7C3001A-E65C-BAB9-6BFF-D18751DFB37A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1564229" y="5211398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201CDB-A98F-1E23-1C7C-8651DCEA8AF3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2224108" y="5273873"/>
              <a:ext cx="141354" cy="247032"/>
            </a:xfrm>
            <a:custGeom>
              <a:avLst/>
              <a:gdLst>
                <a:gd name="connsiteX0" fmla="*/ 141626 w 141354"/>
                <a:gd name="connsiteY0" fmla="*/ 167045 h 247032"/>
                <a:gd name="connsiteX1" fmla="*/ 74315 w 141354"/>
                <a:gd name="connsiteY1" fmla="*/ 88411 h 247032"/>
                <a:gd name="connsiteX2" fmla="*/ 29322 w 141354"/>
                <a:gd name="connsiteY2" fmla="*/ 106723 h 247032"/>
                <a:gd name="connsiteX3" fmla="*/ 29322 w 141354"/>
                <a:gd name="connsiteY3" fmla="*/ 36706 h 247032"/>
                <a:gd name="connsiteX4" fmla="*/ 59435 w 141354"/>
                <a:gd name="connsiteY4" fmla="*/ 41374 h 247032"/>
                <a:gd name="connsiteX5" fmla="*/ 127810 w 141354"/>
                <a:gd name="connsiteY5" fmla="*/ 4032 h 247032"/>
                <a:gd name="connsiteX6" fmla="*/ 124267 w 141354"/>
                <a:gd name="connsiteY6" fmla="*/ 82 h 247032"/>
                <a:gd name="connsiteX7" fmla="*/ 121433 w 141354"/>
                <a:gd name="connsiteY7" fmla="*/ 1160 h 247032"/>
                <a:gd name="connsiteX8" fmla="*/ 73252 w 141354"/>
                <a:gd name="connsiteY8" fmla="*/ 11572 h 247032"/>
                <a:gd name="connsiteX9" fmla="*/ 26134 w 141354"/>
                <a:gd name="connsiteY9" fmla="*/ 1519 h 247032"/>
                <a:gd name="connsiteX10" fmla="*/ 21882 w 141354"/>
                <a:gd name="connsiteY10" fmla="*/ 442 h 247032"/>
                <a:gd name="connsiteX11" fmla="*/ 18340 w 141354"/>
                <a:gd name="connsiteY11" fmla="*/ 9059 h 247032"/>
                <a:gd name="connsiteX12" fmla="*/ 18340 w 141354"/>
                <a:gd name="connsiteY12" fmla="*/ 115340 h 247032"/>
                <a:gd name="connsiteX13" fmla="*/ 23299 w 141354"/>
                <a:gd name="connsiteY13" fmla="*/ 124676 h 247032"/>
                <a:gd name="connsiteX14" fmla="*/ 27905 w 141354"/>
                <a:gd name="connsiteY14" fmla="*/ 121444 h 247032"/>
                <a:gd name="connsiteX15" fmla="*/ 73606 w 141354"/>
                <a:gd name="connsiteY15" fmla="*/ 96310 h 247032"/>
                <a:gd name="connsiteX16" fmla="*/ 103719 w 141354"/>
                <a:gd name="connsiteY16" fmla="*/ 119290 h 247032"/>
                <a:gd name="connsiteX17" fmla="*/ 110096 w 141354"/>
                <a:gd name="connsiteY17" fmla="*/ 164531 h 247032"/>
                <a:gd name="connsiteX18" fmla="*/ 101593 w 141354"/>
                <a:gd name="connsiteY18" fmla="*/ 213723 h 247032"/>
                <a:gd name="connsiteX19" fmla="*/ 63686 w 141354"/>
                <a:gd name="connsiteY19" fmla="*/ 237061 h 247032"/>
                <a:gd name="connsiteX20" fmla="*/ 11609 w 141354"/>
                <a:gd name="connsiteY20" fmla="*/ 196847 h 247032"/>
                <a:gd name="connsiteX21" fmla="*/ 17631 w 141354"/>
                <a:gd name="connsiteY21" fmla="*/ 197565 h 247032"/>
                <a:gd name="connsiteX22" fmla="*/ 35345 w 141354"/>
                <a:gd name="connsiteY22" fmla="*/ 179971 h 247032"/>
                <a:gd name="connsiteX23" fmla="*/ 17631 w 141354"/>
                <a:gd name="connsiteY23" fmla="*/ 162377 h 247032"/>
                <a:gd name="connsiteX24" fmla="*/ 272 w 141354"/>
                <a:gd name="connsiteY24" fmla="*/ 181407 h 247032"/>
                <a:gd name="connsiteX25" fmla="*/ 64395 w 141354"/>
                <a:gd name="connsiteY25" fmla="*/ 247115 h 247032"/>
                <a:gd name="connsiteX26" fmla="*/ 141626 w 141354"/>
                <a:gd name="connsiteY26" fmla="*/ 167045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7032">
                  <a:moveTo>
                    <a:pt x="141626" y="167045"/>
                  </a:moveTo>
                  <a:cubicBezTo>
                    <a:pt x="141626" y="124317"/>
                    <a:pt x="112576" y="88411"/>
                    <a:pt x="74315" y="88411"/>
                  </a:cubicBezTo>
                  <a:cubicBezTo>
                    <a:pt x="57310" y="88411"/>
                    <a:pt x="42076" y="94156"/>
                    <a:pt x="29322" y="106723"/>
                  </a:cubicBezTo>
                  <a:lnTo>
                    <a:pt x="29322" y="36706"/>
                  </a:lnTo>
                  <a:cubicBezTo>
                    <a:pt x="36408" y="38861"/>
                    <a:pt x="48098" y="41374"/>
                    <a:pt x="59435" y="41374"/>
                  </a:cubicBezTo>
                  <a:cubicBezTo>
                    <a:pt x="103011" y="41374"/>
                    <a:pt x="127810" y="8700"/>
                    <a:pt x="127810" y="4032"/>
                  </a:cubicBezTo>
                  <a:cubicBezTo>
                    <a:pt x="127810" y="1878"/>
                    <a:pt x="126747" y="82"/>
                    <a:pt x="124267" y="82"/>
                  </a:cubicBezTo>
                  <a:cubicBezTo>
                    <a:pt x="123913" y="82"/>
                    <a:pt x="123204" y="82"/>
                    <a:pt x="121433" y="1160"/>
                  </a:cubicBezTo>
                  <a:cubicBezTo>
                    <a:pt x="114347" y="4391"/>
                    <a:pt x="96988" y="11572"/>
                    <a:pt x="73252" y="11572"/>
                  </a:cubicBezTo>
                  <a:cubicBezTo>
                    <a:pt x="59081" y="11572"/>
                    <a:pt x="42784" y="9059"/>
                    <a:pt x="26134" y="1519"/>
                  </a:cubicBezTo>
                  <a:cubicBezTo>
                    <a:pt x="23299" y="442"/>
                    <a:pt x="22591" y="442"/>
                    <a:pt x="21882" y="442"/>
                  </a:cubicBezTo>
                  <a:cubicBezTo>
                    <a:pt x="18340" y="442"/>
                    <a:pt x="18340" y="3314"/>
                    <a:pt x="18340" y="9059"/>
                  </a:cubicBezTo>
                  <a:lnTo>
                    <a:pt x="18340" y="115340"/>
                  </a:lnTo>
                  <a:cubicBezTo>
                    <a:pt x="18340" y="121803"/>
                    <a:pt x="18340" y="124676"/>
                    <a:pt x="23299" y="124676"/>
                  </a:cubicBezTo>
                  <a:cubicBezTo>
                    <a:pt x="25779" y="124676"/>
                    <a:pt x="26488" y="123599"/>
                    <a:pt x="27905" y="121444"/>
                  </a:cubicBezTo>
                  <a:cubicBezTo>
                    <a:pt x="31802" y="115699"/>
                    <a:pt x="44910" y="96310"/>
                    <a:pt x="73606" y="96310"/>
                  </a:cubicBezTo>
                  <a:cubicBezTo>
                    <a:pt x="92028" y="96310"/>
                    <a:pt x="100885" y="112827"/>
                    <a:pt x="103719" y="119290"/>
                  </a:cubicBezTo>
                  <a:cubicBezTo>
                    <a:pt x="109387" y="132575"/>
                    <a:pt x="110096" y="146579"/>
                    <a:pt x="110096" y="164531"/>
                  </a:cubicBezTo>
                  <a:cubicBezTo>
                    <a:pt x="110096" y="177099"/>
                    <a:pt x="110096" y="198642"/>
                    <a:pt x="101593" y="213723"/>
                  </a:cubicBezTo>
                  <a:cubicBezTo>
                    <a:pt x="93091" y="227726"/>
                    <a:pt x="79983" y="237061"/>
                    <a:pt x="63686" y="237061"/>
                  </a:cubicBezTo>
                  <a:cubicBezTo>
                    <a:pt x="37825" y="237061"/>
                    <a:pt x="17631" y="218031"/>
                    <a:pt x="11609" y="196847"/>
                  </a:cubicBezTo>
                  <a:cubicBezTo>
                    <a:pt x="12671" y="197206"/>
                    <a:pt x="13734" y="197565"/>
                    <a:pt x="17631" y="197565"/>
                  </a:cubicBezTo>
                  <a:cubicBezTo>
                    <a:pt x="29322" y="197565"/>
                    <a:pt x="35345" y="188588"/>
                    <a:pt x="35345" y="179971"/>
                  </a:cubicBezTo>
                  <a:cubicBezTo>
                    <a:pt x="35345" y="171354"/>
                    <a:pt x="29322" y="162377"/>
                    <a:pt x="17631" y="162377"/>
                  </a:cubicBezTo>
                  <a:cubicBezTo>
                    <a:pt x="12671" y="162377"/>
                    <a:pt x="272" y="164891"/>
                    <a:pt x="272" y="181407"/>
                  </a:cubicBezTo>
                  <a:cubicBezTo>
                    <a:pt x="272" y="212286"/>
                    <a:pt x="24717" y="247115"/>
                    <a:pt x="64395" y="247115"/>
                  </a:cubicBezTo>
                  <a:cubicBezTo>
                    <a:pt x="105490" y="247115"/>
                    <a:pt x="141626" y="212645"/>
                    <a:pt x="141626" y="167045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02AB760-B600-8E51-30D9-719389C31212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3011526" y="5211398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DAAFBEA-2DFF-A8DC-F676-BD8D269A2C62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3673530" y="5270282"/>
              <a:ext cx="151982" cy="250623"/>
            </a:xfrm>
            <a:custGeom>
              <a:avLst/>
              <a:gdLst>
                <a:gd name="connsiteX0" fmla="*/ 149107 w 151982"/>
                <a:gd name="connsiteY0" fmla="*/ 24139 h 250623"/>
                <a:gd name="connsiteX1" fmla="*/ 152295 w 151982"/>
                <a:gd name="connsiteY1" fmla="*/ 11572 h 250623"/>
                <a:gd name="connsiteX2" fmla="*/ 66207 w 151982"/>
                <a:gd name="connsiteY2" fmla="*/ 11572 h 250623"/>
                <a:gd name="connsiteX3" fmla="*/ 20860 w 151982"/>
                <a:gd name="connsiteY3" fmla="*/ 82 h 250623"/>
                <a:gd name="connsiteX4" fmla="*/ 12003 w 151982"/>
                <a:gd name="connsiteY4" fmla="*/ 82 h 250623"/>
                <a:gd name="connsiteX5" fmla="*/ 313 w 151982"/>
                <a:gd name="connsiteY5" fmla="*/ 74049 h 250623"/>
                <a:gd name="connsiteX6" fmla="*/ 9169 w 151982"/>
                <a:gd name="connsiteY6" fmla="*/ 74049 h 250623"/>
                <a:gd name="connsiteX7" fmla="*/ 18026 w 151982"/>
                <a:gd name="connsiteY7" fmla="*/ 41374 h 250623"/>
                <a:gd name="connsiteX8" fmla="*/ 52745 w 151982"/>
                <a:gd name="connsiteY8" fmla="*/ 39220 h 250623"/>
                <a:gd name="connsiteX9" fmla="*/ 126079 w 151982"/>
                <a:gd name="connsiteY9" fmla="*/ 39220 h 250623"/>
                <a:gd name="connsiteX10" fmla="*/ 86400 w 151982"/>
                <a:gd name="connsiteY10" fmla="*/ 95951 h 250623"/>
                <a:gd name="connsiteX11" fmla="*/ 42825 w 151982"/>
                <a:gd name="connsiteY11" fmla="*/ 230957 h 250623"/>
                <a:gd name="connsiteX12" fmla="*/ 59122 w 151982"/>
                <a:gd name="connsiteY12" fmla="*/ 250706 h 250623"/>
                <a:gd name="connsiteX13" fmla="*/ 75418 w 151982"/>
                <a:gd name="connsiteY13" fmla="*/ 230957 h 250623"/>
                <a:gd name="connsiteX14" fmla="*/ 75418 w 151982"/>
                <a:gd name="connsiteY14" fmla="*/ 212645 h 250623"/>
                <a:gd name="connsiteX15" fmla="*/ 79315 w 151982"/>
                <a:gd name="connsiteY15" fmla="*/ 153760 h 250623"/>
                <a:gd name="connsiteX16" fmla="*/ 101280 w 151982"/>
                <a:gd name="connsiteY16" fmla="*/ 92361 h 250623"/>
                <a:gd name="connsiteX17" fmla="*/ 149107 w 151982"/>
                <a:gd name="connsiteY17" fmla="*/ 24139 h 25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982" h="250623">
                  <a:moveTo>
                    <a:pt x="149107" y="24139"/>
                  </a:moveTo>
                  <a:cubicBezTo>
                    <a:pt x="152295" y="19831"/>
                    <a:pt x="152295" y="19113"/>
                    <a:pt x="152295" y="11572"/>
                  </a:cubicBezTo>
                  <a:lnTo>
                    <a:pt x="66207" y="11572"/>
                  </a:lnTo>
                  <a:cubicBezTo>
                    <a:pt x="22986" y="11572"/>
                    <a:pt x="22277" y="6905"/>
                    <a:pt x="20860" y="82"/>
                  </a:cubicBezTo>
                  <a:lnTo>
                    <a:pt x="12003" y="82"/>
                  </a:lnTo>
                  <a:lnTo>
                    <a:pt x="313" y="74049"/>
                  </a:lnTo>
                  <a:lnTo>
                    <a:pt x="9169" y="74049"/>
                  </a:lnTo>
                  <a:cubicBezTo>
                    <a:pt x="10232" y="68304"/>
                    <a:pt x="13421" y="45683"/>
                    <a:pt x="18026" y="41374"/>
                  </a:cubicBezTo>
                  <a:cubicBezTo>
                    <a:pt x="20506" y="39220"/>
                    <a:pt x="48139" y="39220"/>
                    <a:pt x="52745" y="39220"/>
                  </a:cubicBezTo>
                  <a:lnTo>
                    <a:pt x="126079" y="39220"/>
                  </a:lnTo>
                  <a:cubicBezTo>
                    <a:pt x="122182" y="44965"/>
                    <a:pt x="94194" y="84102"/>
                    <a:pt x="86400" y="95951"/>
                  </a:cubicBezTo>
                  <a:cubicBezTo>
                    <a:pt x="54516" y="144424"/>
                    <a:pt x="42825" y="194333"/>
                    <a:pt x="42825" y="230957"/>
                  </a:cubicBezTo>
                  <a:cubicBezTo>
                    <a:pt x="42825" y="234548"/>
                    <a:pt x="42825" y="250706"/>
                    <a:pt x="59122" y="250706"/>
                  </a:cubicBezTo>
                  <a:cubicBezTo>
                    <a:pt x="75418" y="250706"/>
                    <a:pt x="75418" y="234548"/>
                    <a:pt x="75418" y="230957"/>
                  </a:cubicBezTo>
                  <a:lnTo>
                    <a:pt x="75418" y="212645"/>
                  </a:lnTo>
                  <a:cubicBezTo>
                    <a:pt x="75418" y="192897"/>
                    <a:pt x="76481" y="173149"/>
                    <a:pt x="79315" y="153760"/>
                  </a:cubicBezTo>
                  <a:cubicBezTo>
                    <a:pt x="80732" y="145501"/>
                    <a:pt x="85692" y="114622"/>
                    <a:pt x="101280" y="92361"/>
                  </a:cubicBezTo>
                  <a:lnTo>
                    <a:pt x="149107" y="24139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DB6F6AA-ABB8-2BD0-B197-45CFFCFD4183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4458822" y="5211398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592FE52-4AB9-F840-2C7A-EB331037B7C0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7222341" y="5642268"/>
              <a:ext cx="7250651" cy="14362"/>
            </a:xfrm>
            <a:custGeom>
              <a:avLst/>
              <a:gdLst>
                <a:gd name="connsiteX0" fmla="*/ 0 w 7250651"/>
                <a:gd name="connsiteY0" fmla="*/ 0 h 14362"/>
                <a:gd name="connsiteX1" fmla="*/ 7250652 w 7250651"/>
                <a:gd name="connsiteY1" fmla="*/ 0 h 14362"/>
                <a:gd name="connsiteX2" fmla="*/ 7250652 w 7250651"/>
                <a:gd name="connsiteY2" fmla="*/ 14362 h 14362"/>
                <a:gd name="connsiteX3" fmla="*/ 0 w 7250651"/>
                <a:gd name="connsiteY3" fmla="*/ 14362 h 1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1" h="14362">
                  <a:moveTo>
                    <a:pt x="0" y="0"/>
                  </a:moveTo>
                  <a:lnTo>
                    <a:pt x="7250652" y="0"/>
                  </a:lnTo>
                  <a:lnTo>
                    <a:pt x="7250652" y="14362"/>
                  </a:lnTo>
                  <a:lnTo>
                    <a:pt x="0" y="14362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08AA953-C6CA-9D3C-DBCA-DA5E54110621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222341" y="5656631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0535663-1CA7-3786-F8A1-34D428D5F9E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7870147" y="5799535"/>
              <a:ext cx="163319" cy="232311"/>
            </a:xfrm>
            <a:custGeom>
              <a:avLst/>
              <a:gdLst>
                <a:gd name="connsiteX0" fmla="*/ 162052 w 163319"/>
                <a:gd name="connsiteY0" fmla="*/ 21997 h 232311"/>
                <a:gd name="connsiteX1" fmla="*/ 163469 w 163319"/>
                <a:gd name="connsiteY1" fmla="*/ 13739 h 232311"/>
                <a:gd name="connsiteX2" fmla="*/ 153195 w 163319"/>
                <a:gd name="connsiteY2" fmla="*/ 4044 h 232311"/>
                <a:gd name="connsiteX3" fmla="*/ 140795 w 163319"/>
                <a:gd name="connsiteY3" fmla="*/ 11585 h 232311"/>
                <a:gd name="connsiteX4" fmla="*/ 135836 w 163319"/>
                <a:gd name="connsiteY4" fmla="*/ 30974 h 232311"/>
                <a:gd name="connsiteX5" fmla="*/ 128750 w 163319"/>
                <a:gd name="connsiteY5" fmla="*/ 59699 h 232311"/>
                <a:gd name="connsiteX6" fmla="*/ 112808 w 163319"/>
                <a:gd name="connsiteY6" fmla="*/ 124329 h 232311"/>
                <a:gd name="connsiteX7" fmla="*/ 72775 w 163319"/>
                <a:gd name="connsiteY7" fmla="*/ 154849 h 232311"/>
                <a:gd name="connsiteX8" fmla="*/ 50810 w 163319"/>
                <a:gd name="connsiteY8" fmla="*/ 125765 h 232311"/>
                <a:gd name="connsiteX9" fmla="*/ 68878 w 163319"/>
                <a:gd name="connsiteY9" fmla="*/ 55390 h 232311"/>
                <a:gd name="connsiteX10" fmla="*/ 75964 w 163319"/>
                <a:gd name="connsiteY10" fmla="*/ 29538 h 232311"/>
                <a:gd name="connsiteX11" fmla="*/ 46913 w 163319"/>
                <a:gd name="connsiteY11" fmla="*/ 95 h 232311"/>
                <a:gd name="connsiteX12" fmla="*/ 150 w 163319"/>
                <a:gd name="connsiteY12" fmla="*/ 55390 h 232311"/>
                <a:gd name="connsiteX13" fmla="*/ 4401 w 163319"/>
                <a:gd name="connsiteY13" fmla="*/ 58981 h 232311"/>
                <a:gd name="connsiteX14" fmla="*/ 10069 w 163319"/>
                <a:gd name="connsiteY14" fmla="*/ 52517 h 232311"/>
                <a:gd name="connsiteX15" fmla="*/ 45851 w 163319"/>
                <a:gd name="connsiteY15" fmla="*/ 7994 h 232311"/>
                <a:gd name="connsiteX16" fmla="*/ 54707 w 163319"/>
                <a:gd name="connsiteY16" fmla="*/ 19484 h 232311"/>
                <a:gd name="connsiteX17" fmla="*/ 48685 w 163319"/>
                <a:gd name="connsiteY17" fmla="*/ 44618 h 232311"/>
                <a:gd name="connsiteX18" fmla="*/ 28137 w 163319"/>
                <a:gd name="connsiteY18" fmla="*/ 120021 h 232311"/>
                <a:gd name="connsiteX19" fmla="*/ 71358 w 163319"/>
                <a:gd name="connsiteY19" fmla="*/ 162749 h 232311"/>
                <a:gd name="connsiteX20" fmla="*/ 107140 w 163319"/>
                <a:gd name="connsiteY20" fmla="*/ 146591 h 232311"/>
                <a:gd name="connsiteX21" fmla="*/ 84112 w 163319"/>
                <a:gd name="connsiteY21" fmla="*/ 201886 h 232311"/>
                <a:gd name="connsiteX22" fmla="*/ 45142 w 163319"/>
                <a:gd name="connsiteY22" fmla="*/ 224507 h 232311"/>
                <a:gd name="connsiteX23" fmla="*/ 18217 w 163319"/>
                <a:gd name="connsiteY23" fmla="*/ 209426 h 232311"/>
                <a:gd name="connsiteX24" fmla="*/ 33451 w 163319"/>
                <a:gd name="connsiteY24" fmla="*/ 205118 h 232311"/>
                <a:gd name="connsiteX25" fmla="*/ 40537 w 163319"/>
                <a:gd name="connsiteY25" fmla="*/ 190396 h 232311"/>
                <a:gd name="connsiteX26" fmla="*/ 27429 w 163319"/>
                <a:gd name="connsiteY26" fmla="*/ 177829 h 232311"/>
                <a:gd name="connsiteX27" fmla="*/ 7589 w 163319"/>
                <a:gd name="connsiteY27" fmla="*/ 201168 h 232311"/>
                <a:gd name="connsiteX28" fmla="*/ 45142 w 163319"/>
                <a:gd name="connsiteY28" fmla="*/ 232406 h 232311"/>
                <a:gd name="connsiteX29" fmla="*/ 128042 w 163319"/>
                <a:gd name="connsiteY29" fmla="*/ 159158 h 232311"/>
                <a:gd name="connsiteX30" fmla="*/ 162052 w 163319"/>
                <a:gd name="connsiteY30" fmla="*/ 21997 h 23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32311">
                  <a:moveTo>
                    <a:pt x="162052" y="21997"/>
                  </a:moveTo>
                  <a:cubicBezTo>
                    <a:pt x="163469" y="16971"/>
                    <a:pt x="163469" y="16253"/>
                    <a:pt x="163469" y="13739"/>
                  </a:cubicBezTo>
                  <a:cubicBezTo>
                    <a:pt x="163469" y="7276"/>
                    <a:pt x="158509" y="4044"/>
                    <a:pt x="153195" y="4044"/>
                  </a:cubicBezTo>
                  <a:cubicBezTo>
                    <a:pt x="149652" y="4044"/>
                    <a:pt x="143984" y="6199"/>
                    <a:pt x="140795" y="11585"/>
                  </a:cubicBezTo>
                  <a:cubicBezTo>
                    <a:pt x="140087" y="13380"/>
                    <a:pt x="137253" y="24511"/>
                    <a:pt x="135836" y="30974"/>
                  </a:cubicBezTo>
                  <a:cubicBezTo>
                    <a:pt x="133356" y="40309"/>
                    <a:pt x="130876" y="50004"/>
                    <a:pt x="128750" y="59699"/>
                  </a:cubicBezTo>
                  <a:lnTo>
                    <a:pt x="112808" y="124329"/>
                  </a:lnTo>
                  <a:cubicBezTo>
                    <a:pt x="111391" y="129715"/>
                    <a:pt x="96157" y="154849"/>
                    <a:pt x="72775" y="154849"/>
                  </a:cubicBezTo>
                  <a:cubicBezTo>
                    <a:pt x="54707" y="154849"/>
                    <a:pt x="50810" y="139051"/>
                    <a:pt x="50810" y="125765"/>
                  </a:cubicBezTo>
                  <a:cubicBezTo>
                    <a:pt x="50810" y="109249"/>
                    <a:pt x="56833" y="86987"/>
                    <a:pt x="68878" y="55390"/>
                  </a:cubicBezTo>
                  <a:cubicBezTo>
                    <a:pt x="74547" y="40669"/>
                    <a:pt x="75964" y="36719"/>
                    <a:pt x="75964" y="29538"/>
                  </a:cubicBezTo>
                  <a:cubicBezTo>
                    <a:pt x="75964" y="13380"/>
                    <a:pt x="64627" y="95"/>
                    <a:pt x="46913" y="95"/>
                  </a:cubicBezTo>
                  <a:cubicBezTo>
                    <a:pt x="13258" y="95"/>
                    <a:pt x="150" y="52158"/>
                    <a:pt x="150" y="55390"/>
                  </a:cubicBezTo>
                  <a:cubicBezTo>
                    <a:pt x="150" y="58981"/>
                    <a:pt x="3692" y="58981"/>
                    <a:pt x="4401" y="58981"/>
                  </a:cubicBezTo>
                  <a:cubicBezTo>
                    <a:pt x="7944" y="58981"/>
                    <a:pt x="8298" y="58262"/>
                    <a:pt x="10069" y="52517"/>
                  </a:cubicBezTo>
                  <a:cubicBezTo>
                    <a:pt x="19635" y="18766"/>
                    <a:pt x="33805" y="7994"/>
                    <a:pt x="45851" y="7994"/>
                  </a:cubicBezTo>
                  <a:cubicBezTo>
                    <a:pt x="48685" y="7994"/>
                    <a:pt x="54707" y="7994"/>
                    <a:pt x="54707" y="19484"/>
                  </a:cubicBezTo>
                  <a:cubicBezTo>
                    <a:pt x="54707" y="28461"/>
                    <a:pt x="51165" y="37796"/>
                    <a:pt x="48685" y="44618"/>
                  </a:cubicBezTo>
                  <a:cubicBezTo>
                    <a:pt x="34514" y="82678"/>
                    <a:pt x="28137" y="103145"/>
                    <a:pt x="28137" y="120021"/>
                  </a:cubicBezTo>
                  <a:cubicBezTo>
                    <a:pt x="28137" y="151977"/>
                    <a:pt x="50456" y="162749"/>
                    <a:pt x="71358" y="162749"/>
                  </a:cubicBezTo>
                  <a:cubicBezTo>
                    <a:pt x="85175" y="162749"/>
                    <a:pt x="97220" y="156645"/>
                    <a:pt x="107140" y="146591"/>
                  </a:cubicBezTo>
                  <a:cubicBezTo>
                    <a:pt x="102534" y="165262"/>
                    <a:pt x="98283" y="182856"/>
                    <a:pt x="84112" y="201886"/>
                  </a:cubicBezTo>
                  <a:cubicBezTo>
                    <a:pt x="74901" y="214094"/>
                    <a:pt x="61439" y="224507"/>
                    <a:pt x="45142" y="224507"/>
                  </a:cubicBezTo>
                  <a:cubicBezTo>
                    <a:pt x="40182" y="224507"/>
                    <a:pt x="24240" y="223430"/>
                    <a:pt x="18217" y="209426"/>
                  </a:cubicBezTo>
                  <a:cubicBezTo>
                    <a:pt x="23886" y="209426"/>
                    <a:pt x="28491" y="209426"/>
                    <a:pt x="33451" y="205118"/>
                  </a:cubicBezTo>
                  <a:cubicBezTo>
                    <a:pt x="36994" y="201886"/>
                    <a:pt x="40537" y="197218"/>
                    <a:pt x="40537" y="190396"/>
                  </a:cubicBezTo>
                  <a:cubicBezTo>
                    <a:pt x="40537" y="179265"/>
                    <a:pt x="30971" y="177829"/>
                    <a:pt x="27429" y="177829"/>
                  </a:cubicBezTo>
                  <a:cubicBezTo>
                    <a:pt x="19280" y="177829"/>
                    <a:pt x="7589" y="183574"/>
                    <a:pt x="7589" y="201168"/>
                  </a:cubicBezTo>
                  <a:cubicBezTo>
                    <a:pt x="7589" y="219121"/>
                    <a:pt x="23177" y="232406"/>
                    <a:pt x="45142" y="232406"/>
                  </a:cubicBezTo>
                  <a:cubicBezTo>
                    <a:pt x="81632" y="232406"/>
                    <a:pt x="118122" y="199732"/>
                    <a:pt x="128042" y="159158"/>
                  </a:cubicBezTo>
                  <a:lnTo>
                    <a:pt x="162052" y="21997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51787E9-7C7C-19BE-ED3A-5F2B7FA00F21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8669637" y="5656631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7954EB2-29F2-2895-3764-A7FD9263BB4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9187846" y="5719106"/>
              <a:ext cx="149148" cy="247032"/>
            </a:xfrm>
            <a:custGeom>
              <a:avLst/>
              <a:gdLst>
                <a:gd name="connsiteX0" fmla="*/ 149335 w 149148"/>
                <a:gd name="connsiteY0" fmla="*/ 124329 h 247032"/>
                <a:gd name="connsiteX1" fmla="*/ 135164 w 149148"/>
                <a:gd name="connsiteY1" fmla="*/ 40309 h 247032"/>
                <a:gd name="connsiteX2" fmla="*/ 74938 w 149148"/>
                <a:gd name="connsiteY2" fmla="*/ 95 h 247032"/>
                <a:gd name="connsiteX3" fmla="*/ 13295 w 149148"/>
                <a:gd name="connsiteY3" fmla="*/ 42823 h 247032"/>
                <a:gd name="connsiteX4" fmla="*/ 187 w 149148"/>
                <a:gd name="connsiteY4" fmla="*/ 124329 h 247032"/>
                <a:gd name="connsiteX5" fmla="*/ 16129 w 149148"/>
                <a:gd name="connsiteY5" fmla="*/ 210862 h 247032"/>
                <a:gd name="connsiteX6" fmla="*/ 74584 w 149148"/>
                <a:gd name="connsiteY6" fmla="*/ 247127 h 247032"/>
                <a:gd name="connsiteX7" fmla="*/ 136227 w 149148"/>
                <a:gd name="connsiteY7" fmla="*/ 205477 h 247032"/>
                <a:gd name="connsiteX8" fmla="*/ 149335 w 149148"/>
                <a:gd name="connsiteY8" fmla="*/ 124329 h 247032"/>
                <a:gd name="connsiteX9" fmla="*/ 74584 w 149148"/>
                <a:gd name="connsiteY9" fmla="*/ 239228 h 247032"/>
                <a:gd name="connsiteX10" fmla="*/ 33488 w 149148"/>
                <a:gd name="connsiteY10" fmla="*/ 195782 h 247032"/>
                <a:gd name="connsiteX11" fmla="*/ 29591 w 149148"/>
                <a:gd name="connsiteY11" fmla="*/ 120021 h 247032"/>
                <a:gd name="connsiteX12" fmla="*/ 32425 w 149148"/>
                <a:gd name="connsiteY12" fmla="*/ 53954 h 247032"/>
                <a:gd name="connsiteX13" fmla="*/ 74584 w 149148"/>
                <a:gd name="connsiteY13" fmla="*/ 7994 h 247032"/>
                <a:gd name="connsiteX14" fmla="*/ 116388 w 149148"/>
                <a:gd name="connsiteY14" fmla="*/ 50004 h 247032"/>
                <a:gd name="connsiteX15" fmla="*/ 119930 w 149148"/>
                <a:gd name="connsiteY15" fmla="*/ 120021 h 247032"/>
                <a:gd name="connsiteX16" fmla="*/ 116033 w 149148"/>
                <a:gd name="connsiteY16" fmla="*/ 194346 h 247032"/>
                <a:gd name="connsiteX17" fmla="*/ 74584 w 149148"/>
                <a:gd name="connsiteY17" fmla="*/ 239228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7032">
                  <a:moveTo>
                    <a:pt x="149335" y="124329"/>
                  </a:moveTo>
                  <a:cubicBezTo>
                    <a:pt x="149335" y="95605"/>
                    <a:pt x="147564" y="66880"/>
                    <a:pt x="135164" y="40309"/>
                  </a:cubicBezTo>
                  <a:cubicBezTo>
                    <a:pt x="118868" y="5840"/>
                    <a:pt x="89817" y="95"/>
                    <a:pt x="74938" y="95"/>
                  </a:cubicBezTo>
                  <a:cubicBezTo>
                    <a:pt x="53682" y="95"/>
                    <a:pt x="27820" y="9430"/>
                    <a:pt x="13295" y="42823"/>
                  </a:cubicBezTo>
                  <a:cubicBezTo>
                    <a:pt x="1958" y="67598"/>
                    <a:pt x="187" y="95605"/>
                    <a:pt x="187" y="124329"/>
                  </a:cubicBezTo>
                  <a:cubicBezTo>
                    <a:pt x="187" y="151259"/>
                    <a:pt x="1604" y="183574"/>
                    <a:pt x="16129" y="210862"/>
                  </a:cubicBezTo>
                  <a:cubicBezTo>
                    <a:pt x="31362" y="239946"/>
                    <a:pt x="57224" y="247127"/>
                    <a:pt x="74584" y="247127"/>
                  </a:cubicBezTo>
                  <a:cubicBezTo>
                    <a:pt x="93714" y="247127"/>
                    <a:pt x="120639" y="239587"/>
                    <a:pt x="136227" y="205477"/>
                  </a:cubicBezTo>
                  <a:cubicBezTo>
                    <a:pt x="147564" y="180701"/>
                    <a:pt x="149335" y="152695"/>
                    <a:pt x="149335" y="124329"/>
                  </a:cubicBezTo>
                  <a:close/>
                  <a:moveTo>
                    <a:pt x="74584" y="239228"/>
                  </a:moveTo>
                  <a:cubicBezTo>
                    <a:pt x="60767" y="239228"/>
                    <a:pt x="39865" y="230252"/>
                    <a:pt x="33488" y="195782"/>
                  </a:cubicBezTo>
                  <a:cubicBezTo>
                    <a:pt x="29591" y="174238"/>
                    <a:pt x="29591" y="141205"/>
                    <a:pt x="29591" y="120021"/>
                  </a:cubicBezTo>
                  <a:cubicBezTo>
                    <a:pt x="29591" y="97041"/>
                    <a:pt x="29591" y="73343"/>
                    <a:pt x="32425" y="53954"/>
                  </a:cubicBezTo>
                  <a:cubicBezTo>
                    <a:pt x="39156" y="11226"/>
                    <a:pt x="65727" y="7994"/>
                    <a:pt x="74584" y="7994"/>
                  </a:cubicBezTo>
                  <a:cubicBezTo>
                    <a:pt x="86275" y="7994"/>
                    <a:pt x="109656" y="14457"/>
                    <a:pt x="116388" y="50004"/>
                  </a:cubicBezTo>
                  <a:cubicBezTo>
                    <a:pt x="119930" y="70111"/>
                    <a:pt x="119930" y="97400"/>
                    <a:pt x="119930" y="120021"/>
                  </a:cubicBezTo>
                  <a:cubicBezTo>
                    <a:pt x="119930" y="146950"/>
                    <a:pt x="119930" y="171366"/>
                    <a:pt x="116033" y="194346"/>
                  </a:cubicBezTo>
                  <a:cubicBezTo>
                    <a:pt x="110719" y="228456"/>
                    <a:pt x="90526" y="239228"/>
                    <a:pt x="74584" y="239228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97D0F64E-0143-7970-5F13-F5F49835FF24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9381633" y="5920179"/>
              <a:ext cx="37552" cy="38060"/>
            </a:xfrm>
            <a:custGeom>
              <a:avLst/>
              <a:gdLst>
                <a:gd name="connsiteX0" fmla="*/ 37744 w 37552"/>
                <a:gd name="connsiteY0" fmla="*/ 19125 h 38060"/>
                <a:gd name="connsiteX1" fmla="*/ 18968 w 37552"/>
                <a:gd name="connsiteY1" fmla="*/ 95 h 38060"/>
                <a:gd name="connsiteX2" fmla="*/ 192 w 37552"/>
                <a:gd name="connsiteY2" fmla="*/ 19125 h 38060"/>
                <a:gd name="connsiteX3" fmla="*/ 18968 w 37552"/>
                <a:gd name="connsiteY3" fmla="*/ 38155 h 38060"/>
                <a:gd name="connsiteX4" fmla="*/ 37744 w 37552"/>
                <a:gd name="connsiteY4" fmla="*/ 19125 h 3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8060">
                  <a:moveTo>
                    <a:pt x="37744" y="19125"/>
                  </a:moveTo>
                  <a:cubicBezTo>
                    <a:pt x="37744" y="8712"/>
                    <a:pt x="29242" y="95"/>
                    <a:pt x="18968" y="95"/>
                  </a:cubicBezTo>
                  <a:cubicBezTo>
                    <a:pt x="8694" y="95"/>
                    <a:pt x="192" y="8712"/>
                    <a:pt x="192" y="19125"/>
                  </a:cubicBezTo>
                  <a:cubicBezTo>
                    <a:pt x="192" y="29538"/>
                    <a:pt x="8694" y="38155"/>
                    <a:pt x="18968" y="38155"/>
                  </a:cubicBezTo>
                  <a:cubicBezTo>
                    <a:pt x="29242" y="38155"/>
                    <a:pt x="37744" y="29538"/>
                    <a:pt x="37744" y="19125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CEA55FD-B49C-505A-8B7B-93B50A9FAC85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9467289" y="5719106"/>
              <a:ext cx="141354" cy="247032"/>
            </a:xfrm>
            <a:custGeom>
              <a:avLst/>
              <a:gdLst>
                <a:gd name="connsiteX0" fmla="*/ 141549 w 141354"/>
                <a:gd name="connsiteY0" fmla="*/ 167057 h 247032"/>
                <a:gd name="connsiteX1" fmla="*/ 74237 w 141354"/>
                <a:gd name="connsiteY1" fmla="*/ 88423 h 247032"/>
                <a:gd name="connsiteX2" fmla="*/ 29245 w 141354"/>
                <a:gd name="connsiteY2" fmla="*/ 106735 h 247032"/>
                <a:gd name="connsiteX3" fmla="*/ 29245 w 141354"/>
                <a:gd name="connsiteY3" fmla="*/ 36719 h 247032"/>
                <a:gd name="connsiteX4" fmla="*/ 59358 w 141354"/>
                <a:gd name="connsiteY4" fmla="*/ 41387 h 247032"/>
                <a:gd name="connsiteX5" fmla="*/ 127732 w 141354"/>
                <a:gd name="connsiteY5" fmla="*/ 4044 h 247032"/>
                <a:gd name="connsiteX6" fmla="*/ 124189 w 141354"/>
                <a:gd name="connsiteY6" fmla="*/ 95 h 247032"/>
                <a:gd name="connsiteX7" fmla="*/ 121355 w 141354"/>
                <a:gd name="connsiteY7" fmla="*/ 1172 h 247032"/>
                <a:gd name="connsiteX8" fmla="*/ 73174 w 141354"/>
                <a:gd name="connsiteY8" fmla="*/ 11585 h 247032"/>
                <a:gd name="connsiteX9" fmla="*/ 26056 w 141354"/>
                <a:gd name="connsiteY9" fmla="*/ 1531 h 247032"/>
                <a:gd name="connsiteX10" fmla="*/ 21805 w 141354"/>
                <a:gd name="connsiteY10" fmla="*/ 454 h 247032"/>
                <a:gd name="connsiteX11" fmla="*/ 18262 w 141354"/>
                <a:gd name="connsiteY11" fmla="*/ 9071 h 247032"/>
                <a:gd name="connsiteX12" fmla="*/ 18262 w 141354"/>
                <a:gd name="connsiteY12" fmla="*/ 115353 h 247032"/>
                <a:gd name="connsiteX13" fmla="*/ 23222 w 141354"/>
                <a:gd name="connsiteY13" fmla="*/ 124688 h 247032"/>
                <a:gd name="connsiteX14" fmla="*/ 27827 w 141354"/>
                <a:gd name="connsiteY14" fmla="*/ 121457 h 247032"/>
                <a:gd name="connsiteX15" fmla="*/ 73529 w 141354"/>
                <a:gd name="connsiteY15" fmla="*/ 96323 h 247032"/>
                <a:gd name="connsiteX16" fmla="*/ 103642 w 141354"/>
                <a:gd name="connsiteY16" fmla="*/ 119302 h 247032"/>
                <a:gd name="connsiteX17" fmla="*/ 110018 w 141354"/>
                <a:gd name="connsiteY17" fmla="*/ 164544 h 247032"/>
                <a:gd name="connsiteX18" fmla="*/ 101516 w 141354"/>
                <a:gd name="connsiteY18" fmla="*/ 213735 h 247032"/>
                <a:gd name="connsiteX19" fmla="*/ 63609 w 141354"/>
                <a:gd name="connsiteY19" fmla="*/ 237074 h 247032"/>
                <a:gd name="connsiteX20" fmla="*/ 11531 w 141354"/>
                <a:gd name="connsiteY20" fmla="*/ 196859 h 247032"/>
                <a:gd name="connsiteX21" fmla="*/ 17554 w 141354"/>
                <a:gd name="connsiteY21" fmla="*/ 197577 h 247032"/>
                <a:gd name="connsiteX22" fmla="*/ 35267 w 141354"/>
                <a:gd name="connsiteY22" fmla="*/ 179983 h 247032"/>
                <a:gd name="connsiteX23" fmla="*/ 17554 w 141354"/>
                <a:gd name="connsiteY23" fmla="*/ 162389 h 247032"/>
                <a:gd name="connsiteX24" fmla="*/ 194 w 141354"/>
                <a:gd name="connsiteY24" fmla="*/ 181420 h 247032"/>
                <a:gd name="connsiteX25" fmla="*/ 64317 w 141354"/>
                <a:gd name="connsiteY25" fmla="*/ 247127 h 247032"/>
                <a:gd name="connsiteX26" fmla="*/ 141549 w 141354"/>
                <a:gd name="connsiteY26" fmla="*/ 167057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7032">
                  <a:moveTo>
                    <a:pt x="141549" y="167057"/>
                  </a:moveTo>
                  <a:cubicBezTo>
                    <a:pt x="141549" y="124329"/>
                    <a:pt x="112498" y="88423"/>
                    <a:pt x="74237" y="88423"/>
                  </a:cubicBezTo>
                  <a:cubicBezTo>
                    <a:pt x="57232" y="88423"/>
                    <a:pt x="41998" y="94168"/>
                    <a:pt x="29245" y="106735"/>
                  </a:cubicBezTo>
                  <a:lnTo>
                    <a:pt x="29245" y="36719"/>
                  </a:lnTo>
                  <a:cubicBezTo>
                    <a:pt x="36330" y="38873"/>
                    <a:pt x="48021" y="41387"/>
                    <a:pt x="59358" y="41387"/>
                  </a:cubicBezTo>
                  <a:cubicBezTo>
                    <a:pt x="102933" y="41387"/>
                    <a:pt x="127732" y="8712"/>
                    <a:pt x="127732" y="4044"/>
                  </a:cubicBezTo>
                  <a:cubicBezTo>
                    <a:pt x="127732" y="1890"/>
                    <a:pt x="126669" y="95"/>
                    <a:pt x="124189" y="95"/>
                  </a:cubicBezTo>
                  <a:cubicBezTo>
                    <a:pt x="123835" y="95"/>
                    <a:pt x="123127" y="95"/>
                    <a:pt x="121355" y="1172"/>
                  </a:cubicBezTo>
                  <a:cubicBezTo>
                    <a:pt x="114270" y="4404"/>
                    <a:pt x="96910" y="11585"/>
                    <a:pt x="73174" y="11585"/>
                  </a:cubicBezTo>
                  <a:cubicBezTo>
                    <a:pt x="59003" y="11585"/>
                    <a:pt x="42707" y="9071"/>
                    <a:pt x="26056" y="1531"/>
                  </a:cubicBezTo>
                  <a:cubicBezTo>
                    <a:pt x="23222" y="454"/>
                    <a:pt x="22513" y="454"/>
                    <a:pt x="21805" y="454"/>
                  </a:cubicBezTo>
                  <a:cubicBezTo>
                    <a:pt x="18262" y="454"/>
                    <a:pt x="18262" y="3326"/>
                    <a:pt x="18262" y="9071"/>
                  </a:cubicBezTo>
                  <a:lnTo>
                    <a:pt x="18262" y="115353"/>
                  </a:lnTo>
                  <a:cubicBezTo>
                    <a:pt x="18262" y="121816"/>
                    <a:pt x="18262" y="124688"/>
                    <a:pt x="23222" y="124688"/>
                  </a:cubicBezTo>
                  <a:cubicBezTo>
                    <a:pt x="25702" y="124688"/>
                    <a:pt x="26410" y="123611"/>
                    <a:pt x="27827" y="121457"/>
                  </a:cubicBezTo>
                  <a:cubicBezTo>
                    <a:pt x="31724" y="115712"/>
                    <a:pt x="44833" y="96323"/>
                    <a:pt x="73529" y="96323"/>
                  </a:cubicBezTo>
                  <a:cubicBezTo>
                    <a:pt x="91951" y="96323"/>
                    <a:pt x="100807" y="112839"/>
                    <a:pt x="103642" y="119302"/>
                  </a:cubicBezTo>
                  <a:cubicBezTo>
                    <a:pt x="109310" y="132588"/>
                    <a:pt x="110018" y="146591"/>
                    <a:pt x="110018" y="164544"/>
                  </a:cubicBezTo>
                  <a:cubicBezTo>
                    <a:pt x="110018" y="177111"/>
                    <a:pt x="110018" y="198654"/>
                    <a:pt x="101516" y="213735"/>
                  </a:cubicBezTo>
                  <a:cubicBezTo>
                    <a:pt x="93013" y="227738"/>
                    <a:pt x="79905" y="237074"/>
                    <a:pt x="63609" y="237074"/>
                  </a:cubicBezTo>
                  <a:cubicBezTo>
                    <a:pt x="37747" y="237074"/>
                    <a:pt x="17554" y="218044"/>
                    <a:pt x="11531" y="196859"/>
                  </a:cubicBezTo>
                  <a:cubicBezTo>
                    <a:pt x="12594" y="197218"/>
                    <a:pt x="13657" y="197577"/>
                    <a:pt x="17554" y="197577"/>
                  </a:cubicBezTo>
                  <a:cubicBezTo>
                    <a:pt x="29245" y="197577"/>
                    <a:pt x="35267" y="188601"/>
                    <a:pt x="35267" y="179983"/>
                  </a:cubicBezTo>
                  <a:cubicBezTo>
                    <a:pt x="35267" y="171366"/>
                    <a:pt x="29245" y="162389"/>
                    <a:pt x="17554" y="162389"/>
                  </a:cubicBezTo>
                  <a:cubicBezTo>
                    <a:pt x="12594" y="162389"/>
                    <a:pt x="194" y="164903"/>
                    <a:pt x="194" y="181420"/>
                  </a:cubicBezTo>
                  <a:cubicBezTo>
                    <a:pt x="194" y="212299"/>
                    <a:pt x="24639" y="247127"/>
                    <a:pt x="64317" y="247127"/>
                  </a:cubicBezTo>
                  <a:cubicBezTo>
                    <a:pt x="105413" y="247127"/>
                    <a:pt x="141549" y="212658"/>
                    <a:pt x="141549" y="16705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43DDB31-9492-1F56-32B4-2CE628C9AF7B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0116933" y="5656631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B656536-BB7C-9A53-714C-1478DD4B29F9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0636205" y="5719106"/>
              <a:ext cx="147022" cy="247032"/>
            </a:xfrm>
            <a:custGeom>
              <a:avLst/>
              <a:gdLst>
                <a:gd name="connsiteX0" fmla="*/ 88087 w 147022"/>
                <a:gd name="connsiteY0" fmla="*/ 112839 h 247032"/>
                <a:gd name="connsiteX1" fmla="*/ 137685 w 147022"/>
                <a:gd name="connsiteY1" fmla="*/ 49645 h 247032"/>
                <a:gd name="connsiteX2" fmla="*/ 72499 w 147022"/>
                <a:gd name="connsiteY2" fmla="*/ 95 h 247032"/>
                <a:gd name="connsiteX3" fmla="*/ 9793 w 147022"/>
                <a:gd name="connsiteY3" fmla="*/ 48927 h 247032"/>
                <a:gd name="connsiteX4" fmla="*/ 27860 w 147022"/>
                <a:gd name="connsiteY4" fmla="*/ 67598 h 247032"/>
                <a:gd name="connsiteX5" fmla="*/ 45928 w 147022"/>
                <a:gd name="connsiteY5" fmla="*/ 49286 h 247032"/>
                <a:gd name="connsiteX6" fmla="*/ 23963 w 147022"/>
                <a:gd name="connsiteY6" fmla="*/ 31333 h 247032"/>
                <a:gd name="connsiteX7" fmla="*/ 71082 w 147022"/>
                <a:gd name="connsiteY7" fmla="*/ 9071 h 247032"/>
                <a:gd name="connsiteX8" fmla="*/ 105092 w 147022"/>
                <a:gd name="connsiteY8" fmla="*/ 49286 h 247032"/>
                <a:gd name="connsiteX9" fmla="*/ 95172 w 147022"/>
                <a:gd name="connsiteY9" fmla="*/ 90219 h 247032"/>
                <a:gd name="connsiteX10" fmla="*/ 63642 w 147022"/>
                <a:gd name="connsiteY10" fmla="*/ 108890 h 247032"/>
                <a:gd name="connsiteX11" fmla="*/ 49825 w 147022"/>
                <a:gd name="connsiteY11" fmla="*/ 109967 h 247032"/>
                <a:gd name="connsiteX12" fmla="*/ 44511 w 147022"/>
                <a:gd name="connsiteY12" fmla="*/ 114276 h 247032"/>
                <a:gd name="connsiteX13" fmla="*/ 53014 w 147022"/>
                <a:gd name="connsiteY13" fmla="*/ 118225 h 247032"/>
                <a:gd name="connsiteX14" fmla="*/ 68602 w 147022"/>
                <a:gd name="connsiteY14" fmla="*/ 118225 h 247032"/>
                <a:gd name="connsiteX15" fmla="*/ 110760 w 147022"/>
                <a:gd name="connsiteY15" fmla="*/ 177829 h 247032"/>
                <a:gd name="connsiteX16" fmla="*/ 70727 w 147022"/>
                <a:gd name="connsiteY16" fmla="*/ 237074 h 247032"/>
                <a:gd name="connsiteX17" fmla="*/ 16524 w 147022"/>
                <a:gd name="connsiteY17" fmla="*/ 209785 h 247032"/>
                <a:gd name="connsiteX18" fmla="*/ 39906 w 147022"/>
                <a:gd name="connsiteY18" fmla="*/ 190037 h 247032"/>
                <a:gd name="connsiteX19" fmla="*/ 20066 w 147022"/>
                <a:gd name="connsiteY19" fmla="*/ 169930 h 247032"/>
                <a:gd name="connsiteX20" fmla="*/ 227 w 147022"/>
                <a:gd name="connsiteY20" fmla="*/ 190755 h 247032"/>
                <a:gd name="connsiteX21" fmla="*/ 71790 w 147022"/>
                <a:gd name="connsiteY21" fmla="*/ 247127 h 247032"/>
                <a:gd name="connsiteX22" fmla="*/ 147250 w 147022"/>
                <a:gd name="connsiteY22" fmla="*/ 177829 h 247032"/>
                <a:gd name="connsiteX23" fmla="*/ 88087 w 147022"/>
                <a:gd name="connsiteY23" fmla="*/ 112839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7032">
                  <a:moveTo>
                    <a:pt x="88087" y="112839"/>
                  </a:moveTo>
                  <a:cubicBezTo>
                    <a:pt x="117137" y="103145"/>
                    <a:pt x="137685" y="78011"/>
                    <a:pt x="137685" y="49645"/>
                  </a:cubicBezTo>
                  <a:cubicBezTo>
                    <a:pt x="137685" y="20202"/>
                    <a:pt x="106509" y="95"/>
                    <a:pt x="72499" y="95"/>
                  </a:cubicBezTo>
                  <a:cubicBezTo>
                    <a:pt x="36717" y="95"/>
                    <a:pt x="9793" y="21638"/>
                    <a:pt x="9793" y="48927"/>
                  </a:cubicBezTo>
                  <a:cubicBezTo>
                    <a:pt x="9793" y="60776"/>
                    <a:pt x="17587" y="67598"/>
                    <a:pt x="27860" y="67598"/>
                  </a:cubicBezTo>
                  <a:cubicBezTo>
                    <a:pt x="38843" y="67598"/>
                    <a:pt x="45928" y="59699"/>
                    <a:pt x="45928" y="49286"/>
                  </a:cubicBezTo>
                  <a:cubicBezTo>
                    <a:pt x="45928" y="31333"/>
                    <a:pt x="29278" y="31333"/>
                    <a:pt x="23963" y="31333"/>
                  </a:cubicBezTo>
                  <a:cubicBezTo>
                    <a:pt x="34946" y="13739"/>
                    <a:pt x="58328" y="9071"/>
                    <a:pt x="71082" y="9071"/>
                  </a:cubicBezTo>
                  <a:cubicBezTo>
                    <a:pt x="85607" y="9071"/>
                    <a:pt x="105092" y="16971"/>
                    <a:pt x="105092" y="49286"/>
                  </a:cubicBezTo>
                  <a:cubicBezTo>
                    <a:pt x="105092" y="53595"/>
                    <a:pt x="104383" y="74420"/>
                    <a:pt x="95172" y="90219"/>
                  </a:cubicBezTo>
                  <a:cubicBezTo>
                    <a:pt x="84544" y="107453"/>
                    <a:pt x="72499" y="108531"/>
                    <a:pt x="63642" y="108890"/>
                  </a:cubicBezTo>
                  <a:cubicBezTo>
                    <a:pt x="60808" y="109249"/>
                    <a:pt x="52305" y="109967"/>
                    <a:pt x="49825" y="109967"/>
                  </a:cubicBezTo>
                  <a:cubicBezTo>
                    <a:pt x="46991" y="110326"/>
                    <a:pt x="44511" y="110685"/>
                    <a:pt x="44511" y="114276"/>
                  </a:cubicBezTo>
                  <a:cubicBezTo>
                    <a:pt x="44511" y="118225"/>
                    <a:pt x="46991" y="118225"/>
                    <a:pt x="53014" y="118225"/>
                  </a:cubicBezTo>
                  <a:lnTo>
                    <a:pt x="68602" y="118225"/>
                  </a:lnTo>
                  <a:cubicBezTo>
                    <a:pt x="97652" y="118225"/>
                    <a:pt x="110760" y="142641"/>
                    <a:pt x="110760" y="177829"/>
                  </a:cubicBezTo>
                  <a:cubicBezTo>
                    <a:pt x="110760" y="226661"/>
                    <a:pt x="86315" y="237074"/>
                    <a:pt x="70727" y="237074"/>
                  </a:cubicBezTo>
                  <a:cubicBezTo>
                    <a:pt x="55494" y="237074"/>
                    <a:pt x="28923" y="230970"/>
                    <a:pt x="16524" y="209785"/>
                  </a:cubicBezTo>
                  <a:cubicBezTo>
                    <a:pt x="28923" y="211581"/>
                    <a:pt x="39906" y="203681"/>
                    <a:pt x="39906" y="190037"/>
                  </a:cubicBezTo>
                  <a:cubicBezTo>
                    <a:pt x="39906" y="177111"/>
                    <a:pt x="30340" y="169930"/>
                    <a:pt x="20066" y="169930"/>
                  </a:cubicBezTo>
                  <a:cubicBezTo>
                    <a:pt x="11564" y="169930"/>
                    <a:pt x="227" y="174957"/>
                    <a:pt x="227" y="190755"/>
                  </a:cubicBezTo>
                  <a:cubicBezTo>
                    <a:pt x="227" y="223430"/>
                    <a:pt x="33174" y="247127"/>
                    <a:pt x="71790" y="247127"/>
                  </a:cubicBezTo>
                  <a:cubicBezTo>
                    <a:pt x="115011" y="247127"/>
                    <a:pt x="147250" y="214453"/>
                    <a:pt x="147250" y="177829"/>
                  </a:cubicBezTo>
                  <a:cubicBezTo>
                    <a:pt x="147250" y="148386"/>
                    <a:pt x="124931" y="120380"/>
                    <a:pt x="88087" y="112839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3DF1E7D-C48C-B8C4-D50D-1E9A6053AAD6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0828930" y="5920179"/>
              <a:ext cx="37552" cy="38060"/>
            </a:xfrm>
            <a:custGeom>
              <a:avLst/>
              <a:gdLst>
                <a:gd name="connsiteX0" fmla="*/ 37785 w 37552"/>
                <a:gd name="connsiteY0" fmla="*/ 19125 h 38060"/>
                <a:gd name="connsiteX1" fmla="*/ 19009 w 37552"/>
                <a:gd name="connsiteY1" fmla="*/ 95 h 38060"/>
                <a:gd name="connsiteX2" fmla="*/ 232 w 37552"/>
                <a:gd name="connsiteY2" fmla="*/ 19125 h 38060"/>
                <a:gd name="connsiteX3" fmla="*/ 19009 w 37552"/>
                <a:gd name="connsiteY3" fmla="*/ 38155 h 38060"/>
                <a:gd name="connsiteX4" fmla="*/ 37785 w 37552"/>
                <a:gd name="connsiteY4" fmla="*/ 19125 h 3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8060">
                  <a:moveTo>
                    <a:pt x="37785" y="19125"/>
                  </a:moveTo>
                  <a:cubicBezTo>
                    <a:pt x="37785" y="8712"/>
                    <a:pt x="29283" y="95"/>
                    <a:pt x="19009" y="95"/>
                  </a:cubicBezTo>
                  <a:cubicBezTo>
                    <a:pt x="8735" y="95"/>
                    <a:pt x="232" y="8712"/>
                    <a:pt x="232" y="19125"/>
                  </a:cubicBezTo>
                  <a:cubicBezTo>
                    <a:pt x="232" y="29538"/>
                    <a:pt x="8735" y="38155"/>
                    <a:pt x="19009" y="38155"/>
                  </a:cubicBezTo>
                  <a:cubicBezTo>
                    <a:pt x="29283" y="38155"/>
                    <a:pt x="37785" y="29538"/>
                    <a:pt x="37785" y="19125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32F78DD-729E-B65F-D5D6-254C0973303F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0906791" y="5715156"/>
              <a:ext cx="156942" cy="243082"/>
            </a:xfrm>
            <a:custGeom>
              <a:avLst/>
              <a:gdLst>
                <a:gd name="connsiteX0" fmla="*/ 94471 w 156942"/>
                <a:gd name="connsiteY0" fmla="*/ 183933 h 243082"/>
                <a:gd name="connsiteX1" fmla="*/ 94471 w 156942"/>
                <a:gd name="connsiteY1" fmla="*/ 215171 h 243082"/>
                <a:gd name="connsiteX2" fmla="*/ 67547 w 156942"/>
                <a:gd name="connsiteY2" fmla="*/ 232047 h 243082"/>
                <a:gd name="connsiteX3" fmla="*/ 60107 w 156942"/>
                <a:gd name="connsiteY3" fmla="*/ 232047 h 243082"/>
                <a:gd name="connsiteX4" fmla="*/ 60107 w 156942"/>
                <a:gd name="connsiteY4" fmla="*/ 243178 h 243082"/>
                <a:gd name="connsiteX5" fmla="*/ 107934 w 156942"/>
                <a:gd name="connsiteY5" fmla="*/ 242101 h 243082"/>
                <a:gd name="connsiteX6" fmla="*/ 156115 w 156942"/>
                <a:gd name="connsiteY6" fmla="*/ 243178 h 243082"/>
                <a:gd name="connsiteX7" fmla="*/ 156115 w 156942"/>
                <a:gd name="connsiteY7" fmla="*/ 232047 h 243082"/>
                <a:gd name="connsiteX8" fmla="*/ 148675 w 156942"/>
                <a:gd name="connsiteY8" fmla="*/ 232047 h 243082"/>
                <a:gd name="connsiteX9" fmla="*/ 121750 w 156942"/>
                <a:gd name="connsiteY9" fmla="*/ 215171 h 243082"/>
                <a:gd name="connsiteX10" fmla="*/ 121750 w 156942"/>
                <a:gd name="connsiteY10" fmla="*/ 183933 h 243082"/>
                <a:gd name="connsiteX11" fmla="*/ 157177 w 156942"/>
                <a:gd name="connsiteY11" fmla="*/ 183933 h 243082"/>
                <a:gd name="connsiteX12" fmla="*/ 157177 w 156942"/>
                <a:gd name="connsiteY12" fmla="*/ 172802 h 243082"/>
                <a:gd name="connsiteX13" fmla="*/ 121750 w 156942"/>
                <a:gd name="connsiteY13" fmla="*/ 172802 h 243082"/>
                <a:gd name="connsiteX14" fmla="*/ 121750 w 156942"/>
                <a:gd name="connsiteY14" fmla="*/ 9430 h 243082"/>
                <a:gd name="connsiteX15" fmla="*/ 116082 w 156942"/>
                <a:gd name="connsiteY15" fmla="*/ 95 h 243082"/>
                <a:gd name="connsiteX16" fmla="*/ 108996 w 156942"/>
                <a:gd name="connsiteY16" fmla="*/ 4404 h 243082"/>
                <a:gd name="connsiteX17" fmla="*/ 235 w 156942"/>
                <a:gd name="connsiteY17" fmla="*/ 172802 h 243082"/>
                <a:gd name="connsiteX18" fmla="*/ 235 w 156942"/>
                <a:gd name="connsiteY18" fmla="*/ 183933 h 243082"/>
                <a:gd name="connsiteX19" fmla="*/ 94471 w 156942"/>
                <a:gd name="connsiteY19" fmla="*/ 183933 h 243082"/>
                <a:gd name="connsiteX20" fmla="*/ 96597 w 156942"/>
                <a:gd name="connsiteY20" fmla="*/ 172802 h 243082"/>
                <a:gd name="connsiteX21" fmla="*/ 10155 w 156942"/>
                <a:gd name="connsiteY21" fmla="*/ 172802 h 243082"/>
                <a:gd name="connsiteX22" fmla="*/ 96597 w 156942"/>
                <a:gd name="connsiteY22" fmla="*/ 38873 h 243082"/>
                <a:gd name="connsiteX23" fmla="*/ 96597 w 156942"/>
                <a:gd name="connsiteY23" fmla="*/ 172802 h 24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43082">
                  <a:moveTo>
                    <a:pt x="94471" y="183933"/>
                  </a:moveTo>
                  <a:lnTo>
                    <a:pt x="94471" y="215171"/>
                  </a:lnTo>
                  <a:cubicBezTo>
                    <a:pt x="94471" y="228097"/>
                    <a:pt x="93763" y="232047"/>
                    <a:pt x="67547" y="232047"/>
                  </a:cubicBezTo>
                  <a:lnTo>
                    <a:pt x="60107" y="232047"/>
                  </a:lnTo>
                  <a:lnTo>
                    <a:pt x="60107" y="243178"/>
                  </a:lnTo>
                  <a:cubicBezTo>
                    <a:pt x="74632" y="242101"/>
                    <a:pt x="93054" y="242101"/>
                    <a:pt x="107934" y="242101"/>
                  </a:cubicBezTo>
                  <a:cubicBezTo>
                    <a:pt x="122813" y="242101"/>
                    <a:pt x="141589" y="242101"/>
                    <a:pt x="156115" y="243178"/>
                  </a:cubicBezTo>
                  <a:lnTo>
                    <a:pt x="156115" y="232047"/>
                  </a:lnTo>
                  <a:lnTo>
                    <a:pt x="148675" y="232047"/>
                  </a:lnTo>
                  <a:cubicBezTo>
                    <a:pt x="122459" y="232047"/>
                    <a:pt x="121750" y="228097"/>
                    <a:pt x="121750" y="215171"/>
                  </a:cubicBezTo>
                  <a:lnTo>
                    <a:pt x="121750" y="183933"/>
                  </a:lnTo>
                  <a:lnTo>
                    <a:pt x="157177" y="183933"/>
                  </a:lnTo>
                  <a:lnTo>
                    <a:pt x="157177" y="172802"/>
                  </a:lnTo>
                  <a:lnTo>
                    <a:pt x="121750" y="172802"/>
                  </a:lnTo>
                  <a:lnTo>
                    <a:pt x="121750" y="9430"/>
                  </a:lnTo>
                  <a:cubicBezTo>
                    <a:pt x="121750" y="2249"/>
                    <a:pt x="121750" y="95"/>
                    <a:pt x="116082" y="95"/>
                  </a:cubicBezTo>
                  <a:cubicBezTo>
                    <a:pt x="112893" y="95"/>
                    <a:pt x="111831" y="95"/>
                    <a:pt x="108996" y="4404"/>
                  </a:cubicBezTo>
                  <a:lnTo>
                    <a:pt x="235" y="172802"/>
                  </a:lnTo>
                  <a:lnTo>
                    <a:pt x="235" y="183933"/>
                  </a:lnTo>
                  <a:lnTo>
                    <a:pt x="94471" y="183933"/>
                  </a:lnTo>
                  <a:close/>
                  <a:moveTo>
                    <a:pt x="96597" y="172802"/>
                  </a:moveTo>
                  <a:lnTo>
                    <a:pt x="10155" y="172802"/>
                  </a:lnTo>
                  <a:lnTo>
                    <a:pt x="96597" y="38873"/>
                  </a:lnTo>
                  <a:lnTo>
                    <a:pt x="96597" y="172802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B430231-F0E8-8873-4A80-23C763DBBD01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1564229" y="5656631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18017AE-C193-CCBE-B37C-A07CDDD5310E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2083501" y="5719106"/>
              <a:ext cx="147022" cy="247032"/>
            </a:xfrm>
            <a:custGeom>
              <a:avLst/>
              <a:gdLst>
                <a:gd name="connsiteX0" fmla="*/ 43135 w 147022"/>
                <a:gd name="connsiteY0" fmla="*/ 75138 h 247032"/>
                <a:gd name="connsiteX1" fmla="*/ 25421 w 147022"/>
                <a:gd name="connsiteY1" fmla="*/ 46054 h 247032"/>
                <a:gd name="connsiteX2" fmla="*/ 73602 w 147022"/>
                <a:gd name="connsiteY2" fmla="*/ 9071 h 247032"/>
                <a:gd name="connsiteX3" fmla="*/ 122137 w 147022"/>
                <a:gd name="connsiteY3" fmla="*/ 53595 h 247032"/>
                <a:gd name="connsiteX4" fmla="*/ 87064 w 147022"/>
                <a:gd name="connsiteY4" fmla="*/ 103863 h 247032"/>
                <a:gd name="connsiteX5" fmla="*/ 43135 w 147022"/>
                <a:gd name="connsiteY5" fmla="*/ 75138 h 247032"/>
                <a:gd name="connsiteX6" fmla="*/ 94858 w 147022"/>
                <a:gd name="connsiteY6" fmla="*/ 109249 h 247032"/>
                <a:gd name="connsiteX7" fmla="*/ 137725 w 147022"/>
                <a:gd name="connsiteY7" fmla="*/ 53595 h 247032"/>
                <a:gd name="connsiteX8" fmla="*/ 73956 w 147022"/>
                <a:gd name="connsiteY8" fmla="*/ 95 h 247032"/>
                <a:gd name="connsiteX9" fmla="*/ 9833 w 147022"/>
                <a:gd name="connsiteY9" fmla="*/ 60058 h 247032"/>
                <a:gd name="connsiteX10" fmla="*/ 25421 w 147022"/>
                <a:gd name="connsiteY10" fmla="*/ 99554 h 247032"/>
                <a:gd name="connsiteX11" fmla="*/ 51283 w 147022"/>
                <a:gd name="connsiteY11" fmla="*/ 118943 h 247032"/>
                <a:gd name="connsiteX12" fmla="*/ 268 w 147022"/>
                <a:gd name="connsiteY12" fmla="*/ 185010 h 247032"/>
                <a:gd name="connsiteX13" fmla="*/ 73602 w 147022"/>
                <a:gd name="connsiteY13" fmla="*/ 247127 h 247032"/>
                <a:gd name="connsiteX14" fmla="*/ 147291 w 147022"/>
                <a:gd name="connsiteY14" fmla="*/ 178906 h 247032"/>
                <a:gd name="connsiteX15" fmla="*/ 129931 w 147022"/>
                <a:gd name="connsiteY15" fmla="*/ 134742 h 247032"/>
                <a:gd name="connsiteX16" fmla="*/ 94858 w 147022"/>
                <a:gd name="connsiteY16" fmla="*/ 109249 h 247032"/>
                <a:gd name="connsiteX17" fmla="*/ 59431 w 147022"/>
                <a:gd name="connsiteY17" fmla="*/ 124329 h 247032"/>
                <a:gd name="connsiteX18" fmla="*/ 103007 w 147022"/>
                <a:gd name="connsiteY18" fmla="*/ 152336 h 247032"/>
                <a:gd name="connsiteX19" fmla="*/ 129577 w 147022"/>
                <a:gd name="connsiteY19" fmla="*/ 191832 h 247032"/>
                <a:gd name="connsiteX20" fmla="*/ 73956 w 147022"/>
                <a:gd name="connsiteY20" fmla="*/ 237074 h 247032"/>
                <a:gd name="connsiteX21" fmla="*/ 17982 w 147022"/>
                <a:gd name="connsiteY21" fmla="*/ 185010 h 247032"/>
                <a:gd name="connsiteX22" fmla="*/ 59431 w 147022"/>
                <a:gd name="connsiteY22" fmla="*/ 124329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7022" h="247032">
                  <a:moveTo>
                    <a:pt x="43135" y="75138"/>
                  </a:moveTo>
                  <a:cubicBezTo>
                    <a:pt x="26838" y="64366"/>
                    <a:pt x="25421" y="52158"/>
                    <a:pt x="25421" y="46054"/>
                  </a:cubicBezTo>
                  <a:cubicBezTo>
                    <a:pt x="25421" y="24152"/>
                    <a:pt x="48449" y="9071"/>
                    <a:pt x="73602" y="9071"/>
                  </a:cubicBezTo>
                  <a:cubicBezTo>
                    <a:pt x="99464" y="9071"/>
                    <a:pt x="122137" y="27742"/>
                    <a:pt x="122137" y="53595"/>
                  </a:cubicBezTo>
                  <a:cubicBezTo>
                    <a:pt x="122137" y="74061"/>
                    <a:pt x="108321" y="91296"/>
                    <a:pt x="87064" y="103863"/>
                  </a:cubicBezTo>
                  <a:lnTo>
                    <a:pt x="43135" y="75138"/>
                  </a:lnTo>
                  <a:close/>
                  <a:moveTo>
                    <a:pt x="94858" y="109249"/>
                  </a:moveTo>
                  <a:cubicBezTo>
                    <a:pt x="120366" y="95964"/>
                    <a:pt x="137725" y="77292"/>
                    <a:pt x="137725" y="53595"/>
                  </a:cubicBezTo>
                  <a:cubicBezTo>
                    <a:pt x="137725" y="20561"/>
                    <a:pt x="106195" y="95"/>
                    <a:pt x="73956" y="95"/>
                  </a:cubicBezTo>
                  <a:cubicBezTo>
                    <a:pt x="38529" y="95"/>
                    <a:pt x="9833" y="26665"/>
                    <a:pt x="9833" y="60058"/>
                  </a:cubicBezTo>
                  <a:cubicBezTo>
                    <a:pt x="9833" y="66521"/>
                    <a:pt x="10542" y="82678"/>
                    <a:pt x="25421" y="99554"/>
                  </a:cubicBezTo>
                  <a:cubicBezTo>
                    <a:pt x="29318" y="103863"/>
                    <a:pt x="42426" y="112839"/>
                    <a:pt x="51283" y="118943"/>
                  </a:cubicBezTo>
                  <a:cubicBezTo>
                    <a:pt x="30735" y="129356"/>
                    <a:pt x="268" y="149463"/>
                    <a:pt x="268" y="185010"/>
                  </a:cubicBezTo>
                  <a:cubicBezTo>
                    <a:pt x="268" y="223070"/>
                    <a:pt x="36404" y="247127"/>
                    <a:pt x="73602" y="247127"/>
                  </a:cubicBezTo>
                  <a:cubicBezTo>
                    <a:pt x="113635" y="247127"/>
                    <a:pt x="147291" y="217325"/>
                    <a:pt x="147291" y="178906"/>
                  </a:cubicBezTo>
                  <a:cubicBezTo>
                    <a:pt x="147291" y="165980"/>
                    <a:pt x="143394" y="149822"/>
                    <a:pt x="129931" y="134742"/>
                  </a:cubicBezTo>
                  <a:cubicBezTo>
                    <a:pt x="123200" y="127202"/>
                    <a:pt x="117532" y="123611"/>
                    <a:pt x="94858" y="109249"/>
                  </a:cubicBezTo>
                  <a:close/>
                  <a:moveTo>
                    <a:pt x="59431" y="124329"/>
                  </a:moveTo>
                  <a:lnTo>
                    <a:pt x="103007" y="152336"/>
                  </a:lnTo>
                  <a:cubicBezTo>
                    <a:pt x="112926" y="159158"/>
                    <a:pt x="129577" y="169930"/>
                    <a:pt x="129577" y="191832"/>
                  </a:cubicBezTo>
                  <a:cubicBezTo>
                    <a:pt x="129577" y="218403"/>
                    <a:pt x="103007" y="237074"/>
                    <a:pt x="73956" y="237074"/>
                  </a:cubicBezTo>
                  <a:cubicBezTo>
                    <a:pt x="43489" y="237074"/>
                    <a:pt x="17982" y="214812"/>
                    <a:pt x="17982" y="185010"/>
                  </a:cubicBezTo>
                  <a:cubicBezTo>
                    <a:pt x="17982" y="164185"/>
                    <a:pt x="29318" y="141205"/>
                    <a:pt x="59431" y="124329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F09C376-6665-6EAD-934B-8A521F0C4143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2276226" y="5920179"/>
              <a:ext cx="37552" cy="38060"/>
            </a:xfrm>
            <a:custGeom>
              <a:avLst/>
              <a:gdLst>
                <a:gd name="connsiteX0" fmla="*/ 37826 w 37552"/>
                <a:gd name="connsiteY0" fmla="*/ 19125 h 38060"/>
                <a:gd name="connsiteX1" fmla="*/ 19049 w 37552"/>
                <a:gd name="connsiteY1" fmla="*/ 95 h 38060"/>
                <a:gd name="connsiteX2" fmla="*/ 273 w 37552"/>
                <a:gd name="connsiteY2" fmla="*/ 19125 h 38060"/>
                <a:gd name="connsiteX3" fmla="*/ 19049 w 37552"/>
                <a:gd name="connsiteY3" fmla="*/ 38155 h 38060"/>
                <a:gd name="connsiteX4" fmla="*/ 37826 w 37552"/>
                <a:gd name="connsiteY4" fmla="*/ 19125 h 3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8060">
                  <a:moveTo>
                    <a:pt x="37826" y="19125"/>
                  </a:moveTo>
                  <a:cubicBezTo>
                    <a:pt x="37826" y="8712"/>
                    <a:pt x="29323" y="95"/>
                    <a:pt x="19049" y="95"/>
                  </a:cubicBezTo>
                  <a:cubicBezTo>
                    <a:pt x="8775" y="95"/>
                    <a:pt x="273" y="8712"/>
                    <a:pt x="273" y="19125"/>
                  </a:cubicBezTo>
                  <a:cubicBezTo>
                    <a:pt x="273" y="29538"/>
                    <a:pt x="8775" y="38155"/>
                    <a:pt x="19049" y="38155"/>
                  </a:cubicBezTo>
                  <a:cubicBezTo>
                    <a:pt x="29323" y="38155"/>
                    <a:pt x="37826" y="29538"/>
                    <a:pt x="37826" y="19125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5701429-3522-DFBC-F01A-BC9AD88F221A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2354087" y="5715156"/>
              <a:ext cx="156942" cy="243082"/>
            </a:xfrm>
            <a:custGeom>
              <a:avLst/>
              <a:gdLst>
                <a:gd name="connsiteX0" fmla="*/ 94512 w 156942"/>
                <a:gd name="connsiteY0" fmla="*/ 183933 h 243082"/>
                <a:gd name="connsiteX1" fmla="*/ 94512 w 156942"/>
                <a:gd name="connsiteY1" fmla="*/ 215171 h 243082"/>
                <a:gd name="connsiteX2" fmla="*/ 67587 w 156942"/>
                <a:gd name="connsiteY2" fmla="*/ 232047 h 243082"/>
                <a:gd name="connsiteX3" fmla="*/ 60148 w 156942"/>
                <a:gd name="connsiteY3" fmla="*/ 232047 h 243082"/>
                <a:gd name="connsiteX4" fmla="*/ 60148 w 156942"/>
                <a:gd name="connsiteY4" fmla="*/ 243178 h 243082"/>
                <a:gd name="connsiteX5" fmla="*/ 107974 w 156942"/>
                <a:gd name="connsiteY5" fmla="*/ 242101 h 243082"/>
                <a:gd name="connsiteX6" fmla="*/ 156155 w 156942"/>
                <a:gd name="connsiteY6" fmla="*/ 243178 h 243082"/>
                <a:gd name="connsiteX7" fmla="*/ 156155 w 156942"/>
                <a:gd name="connsiteY7" fmla="*/ 232047 h 243082"/>
                <a:gd name="connsiteX8" fmla="*/ 148715 w 156942"/>
                <a:gd name="connsiteY8" fmla="*/ 232047 h 243082"/>
                <a:gd name="connsiteX9" fmla="*/ 121791 w 156942"/>
                <a:gd name="connsiteY9" fmla="*/ 215171 h 243082"/>
                <a:gd name="connsiteX10" fmla="*/ 121791 w 156942"/>
                <a:gd name="connsiteY10" fmla="*/ 183933 h 243082"/>
                <a:gd name="connsiteX11" fmla="*/ 157218 w 156942"/>
                <a:gd name="connsiteY11" fmla="*/ 183933 h 243082"/>
                <a:gd name="connsiteX12" fmla="*/ 157218 w 156942"/>
                <a:gd name="connsiteY12" fmla="*/ 172802 h 243082"/>
                <a:gd name="connsiteX13" fmla="*/ 121791 w 156942"/>
                <a:gd name="connsiteY13" fmla="*/ 172802 h 243082"/>
                <a:gd name="connsiteX14" fmla="*/ 121791 w 156942"/>
                <a:gd name="connsiteY14" fmla="*/ 9430 h 243082"/>
                <a:gd name="connsiteX15" fmla="*/ 116122 w 156942"/>
                <a:gd name="connsiteY15" fmla="*/ 95 h 243082"/>
                <a:gd name="connsiteX16" fmla="*/ 109037 w 156942"/>
                <a:gd name="connsiteY16" fmla="*/ 4404 h 243082"/>
                <a:gd name="connsiteX17" fmla="*/ 276 w 156942"/>
                <a:gd name="connsiteY17" fmla="*/ 172802 h 243082"/>
                <a:gd name="connsiteX18" fmla="*/ 276 w 156942"/>
                <a:gd name="connsiteY18" fmla="*/ 183933 h 243082"/>
                <a:gd name="connsiteX19" fmla="*/ 94512 w 156942"/>
                <a:gd name="connsiteY19" fmla="*/ 183933 h 243082"/>
                <a:gd name="connsiteX20" fmla="*/ 96638 w 156942"/>
                <a:gd name="connsiteY20" fmla="*/ 172802 h 243082"/>
                <a:gd name="connsiteX21" fmla="*/ 10195 w 156942"/>
                <a:gd name="connsiteY21" fmla="*/ 172802 h 243082"/>
                <a:gd name="connsiteX22" fmla="*/ 96638 w 156942"/>
                <a:gd name="connsiteY22" fmla="*/ 38873 h 243082"/>
                <a:gd name="connsiteX23" fmla="*/ 96638 w 156942"/>
                <a:gd name="connsiteY23" fmla="*/ 172802 h 24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43082">
                  <a:moveTo>
                    <a:pt x="94512" y="183933"/>
                  </a:moveTo>
                  <a:lnTo>
                    <a:pt x="94512" y="215171"/>
                  </a:lnTo>
                  <a:cubicBezTo>
                    <a:pt x="94512" y="228097"/>
                    <a:pt x="93803" y="232047"/>
                    <a:pt x="67587" y="232047"/>
                  </a:cubicBezTo>
                  <a:lnTo>
                    <a:pt x="60148" y="232047"/>
                  </a:lnTo>
                  <a:lnTo>
                    <a:pt x="60148" y="243178"/>
                  </a:lnTo>
                  <a:cubicBezTo>
                    <a:pt x="74673" y="242101"/>
                    <a:pt x="93095" y="242101"/>
                    <a:pt x="107974" y="242101"/>
                  </a:cubicBezTo>
                  <a:cubicBezTo>
                    <a:pt x="122854" y="242101"/>
                    <a:pt x="141630" y="242101"/>
                    <a:pt x="156155" y="243178"/>
                  </a:cubicBezTo>
                  <a:lnTo>
                    <a:pt x="156155" y="232047"/>
                  </a:lnTo>
                  <a:lnTo>
                    <a:pt x="148715" y="232047"/>
                  </a:lnTo>
                  <a:cubicBezTo>
                    <a:pt x="122499" y="232047"/>
                    <a:pt x="121791" y="228097"/>
                    <a:pt x="121791" y="215171"/>
                  </a:cubicBezTo>
                  <a:lnTo>
                    <a:pt x="121791" y="183933"/>
                  </a:lnTo>
                  <a:lnTo>
                    <a:pt x="157218" y="183933"/>
                  </a:lnTo>
                  <a:lnTo>
                    <a:pt x="157218" y="172802"/>
                  </a:lnTo>
                  <a:lnTo>
                    <a:pt x="121791" y="172802"/>
                  </a:lnTo>
                  <a:lnTo>
                    <a:pt x="121791" y="9430"/>
                  </a:lnTo>
                  <a:cubicBezTo>
                    <a:pt x="121791" y="2249"/>
                    <a:pt x="121791" y="95"/>
                    <a:pt x="116122" y="95"/>
                  </a:cubicBezTo>
                  <a:cubicBezTo>
                    <a:pt x="112934" y="95"/>
                    <a:pt x="111871" y="95"/>
                    <a:pt x="109037" y="4404"/>
                  </a:cubicBezTo>
                  <a:lnTo>
                    <a:pt x="276" y="172802"/>
                  </a:lnTo>
                  <a:lnTo>
                    <a:pt x="276" y="183933"/>
                  </a:lnTo>
                  <a:lnTo>
                    <a:pt x="94512" y="183933"/>
                  </a:lnTo>
                  <a:close/>
                  <a:moveTo>
                    <a:pt x="96638" y="172802"/>
                  </a:moveTo>
                  <a:lnTo>
                    <a:pt x="10195" y="172802"/>
                  </a:lnTo>
                  <a:lnTo>
                    <a:pt x="96638" y="38873"/>
                  </a:lnTo>
                  <a:lnTo>
                    <a:pt x="96638" y="172802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17E0EC5-EC38-B6FB-9DA7-8B7502962541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3011526" y="5656631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D58B7461-3477-14F3-4781-DE054051BD13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3458880" y="5719106"/>
              <a:ext cx="116909" cy="239133"/>
            </a:xfrm>
            <a:custGeom>
              <a:avLst/>
              <a:gdLst>
                <a:gd name="connsiteX0" fmla="*/ 72932 w 116909"/>
                <a:gd name="connsiteY0" fmla="*/ 9430 h 239133"/>
                <a:gd name="connsiteX1" fmla="*/ 64784 w 116909"/>
                <a:gd name="connsiteY1" fmla="*/ 95 h 239133"/>
                <a:gd name="connsiteX2" fmla="*/ 306 w 116909"/>
                <a:gd name="connsiteY2" fmla="*/ 23075 h 239133"/>
                <a:gd name="connsiteX3" fmla="*/ 306 w 116909"/>
                <a:gd name="connsiteY3" fmla="*/ 34205 h 239133"/>
                <a:gd name="connsiteX4" fmla="*/ 46716 w 116909"/>
                <a:gd name="connsiteY4" fmla="*/ 24870 h 239133"/>
                <a:gd name="connsiteX5" fmla="*/ 46716 w 116909"/>
                <a:gd name="connsiteY5" fmla="*/ 210862 h 239133"/>
                <a:gd name="connsiteX6" fmla="*/ 13768 w 116909"/>
                <a:gd name="connsiteY6" fmla="*/ 228097 h 239133"/>
                <a:gd name="connsiteX7" fmla="*/ 2432 w 116909"/>
                <a:gd name="connsiteY7" fmla="*/ 228097 h 239133"/>
                <a:gd name="connsiteX8" fmla="*/ 2432 w 116909"/>
                <a:gd name="connsiteY8" fmla="*/ 239228 h 239133"/>
                <a:gd name="connsiteX9" fmla="*/ 59824 w 116909"/>
                <a:gd name="connsiteY9" fmla="*/ 238151 h 239133"/>
                <a:gd name="connsiteX10" fmla="*/ 117216 w 116909"/>
                <a:gd name="connsiteY10" fmla="*/ 239228 h 239133"/>
                <a:gd name="connsiteX11" fmla="*/ 117216 w 116909"/>
                <a:gd name="connsiteY11" fmla="*/ 228097 h 239133"/>
                <a:gd name="connsiteX12" fmla="*/ 105879 w 116909"/>
                <a:gd name="connsiteY12" fmla="*/ 228097 h 239133"/>
                <a:gd name="connsiteX13" fmla="*/ 72932 w 116909"/>
                <a:gd name="connsiteY13" fmla="*/ 210862 h 239133"/>
                <a:gd name="connsiteX14" fmla="*/ 72932 w 116909"/>
                <a:gd name="connsiteY14" fmla="*/ 9430 h 23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9133">
                  <a:moveTo>
                    <a:pt x="72932" y="9430"/>
                  </a:moveTo>
                  <a:cubicBezTo>
                    <a:pt x="72932" y="813"/>
                    <a:pt x="72932" y="95"/>
                    <a:pt x="64784" y="95"/>
                  </a:cubicBezTo>
                  <a:cubicBezTo>
                    <a:pt x="42819" y="23075"/>
                    <a:pt x="11643" y="23075"/>
                    <a:pt x="306" y="23075"/>
                  </a:cubicBezTo>
                  <a:lnTo>
                    <a:pt x="306" y="34205"/>
                  </a:lnTo>
                  <a:cubicBezTo>
                    <a:pt x="7392" y="34205"/>
                    <a:pt x="28294" y="34205"/>
                    <a:pt x="46716" y="24870"/>
                  </a:cubicBezTo>
                  <a:lnTo>
                    <a:pt x="46716" y="210862"/>
                  </a:lnTo>
                  <a:cubicBezTo>
                    <a:pt x="46716" y="223789"/>
                    <a:pt x="45653" y="228097"/>
                    <a:pt x="13768" y="228097"/>
                  </a:cubicBezTo>
                  <a:lnTo>
                    <a:pt x="2432" y="228097"/>
                  </a:lnTo>
                  <a:lnTo>
                    <a:pt x="2432" y="239228"/>
                  </a:lnTo>
                  <a:cubicBezTo>
                    <a:pt x="14831" y="238151"/>
                    <a:pt x="45653" y="238151"/>
                    <a:pt x="59824" y="238151"/>
                  </a:cubicBezTo>
                  <a:cubicBezTo>
                    <a:pt x="73995" y="238151"/>
                    <a:pt x="104816" y="238151"/>
                    <a:pt x="117216" y="239228"/>
                  </a:cubicBezTo>
                  <a:lnTo>
                    <a:pt x="117216" y="228097"/>
                  </a:lnTo>
                  <a:lnTo>
                    <a:pt x="105879" y="228097"/>
                  </a:lnTo>
                  <a:cubicBezTo>
                    <a:pt x="73995" y="228097"/>
                    <a:pt x="72932" y="224148"/>
                    <a:pt x="72932" y="210862"/>
                  </a:cubicBezTo>
                  <a:lnTo>
                    <a:pt x="72932" y="9430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D6E2B1D-7EE4-94E2-1A98-F8849BDC68B8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3622200" y="5719106"/>
              <a:ext cx="141354" cy="247032"/>
            </a:xfrm>
            <a:custGeom>
              <a:avLst/>
              <a:gdLst>
                <a:gd name="connsiteX0" fmla="*/ 141665 w 141354"/>
                <a:gd name="connsiteY0" fmla="*/ 167057 h 247032"/>
                <a:gd name="connsiteX1" fmla="*/ 74354 w 141354"/>
                <a:gd name="connsiteY1" fmla="*/ 88423 h 247032"/>
                <a:gd name="connsiteX2" fmla="*/ 29361 w 141354"/>
                <a:gd name="connsiteY2" fmla="*/ 106735 h 247032"/>
                <a:gd name="connsiteX3" fmla="*/ 29361 w 141354"/>
                <a:gd name="connsiteY3" fmla="*/ 36719 h 247032"/>
                <a:gd name="connsiteX4" fmla="*/ 59474 w 141354"/>
                <a:gd name="connsiteY4" fmla="*/ 41387 h 247032"/>
                <a:gd name="connsiteX5" fmla="*/ 127849 w 141354"/>
                <a:gd name="connsiteY5" fmla="*/ 4044 h 247032"/>
                <a:gd name="connsiteX6" fmla="*/ 124306 w 141354"/>
                <a:gd name="connsiteY6" fmla="*/ 95 h 247032"/>
                <a:gd name="connsiteX7" fmla="*/ 121472 w 141354"/>
                <a:gd name="connsiteY7" fmla="*/ 1172 h 247032"/>
                <a:gd name="connsiteX8" fmla="*/ 73291 w 141354"/>
                <a:gd name="connsiteY8" fmla="*/ 11585 h 247032"/>
                <a:gd name="connsiteX9" fmla="*/ 26173 w 141354"/>
                <a:gd name="connsiteY9" fmla="*/ 1531 h 247032"/>
                <a:gd name="connsiteX10" fmla="*/ 21922 w 141354"/>
                <a:gd name="connsiteY10" fmla="*/ 454 h 247032"/>
                <a:gd name="connsiteX11" fmla="*/ 18379 w 141354"/>
                <a:gd name="connsiteY11" fmla="*/ 9071 h 247032"/>
                <a:gd name="connsiteX12" fmla="*/ 18379 w 141354"/>
                <a:gd name="connsiteY12" fmla="*/ 115353 h 247032"/>
                <a:gd name="connsiteX13" fmla="*/ 23339 w 141354"/>
                <a:gd name="connsiteY13" fmla="*/ 124688 h 247032"/>
                <a:gd name="connsiteX14" fmla="*/ 27944 w 141354"/>
                <a:gd name="connsiteY14" fmla="*/ 121457 h 247032"/>
                <a:gd name="connsiteX15" fmla="*/ 73645 w 141354"/>
                <a:gd name="connsiteY15" fmla="*/ 96323 h 247032"/>
                <a:gd name="connsiteX16" fmla="*/ 103758 w 141354"/>
                <a:gd name="connsiteY16" fmla="*/ 119302 h 247032"/>
                <a:gd name="connsiteX17" fmla="*/ 110135 w 141354"/>
                <a:gd name="connsiteY17" fmla="*/ 164544 h 247032"/>
                <a:gd name="connsiteX18" fmla="*/ 101633 w 141354"/>
                <a:gd name="connsiteY18" fmla="*/ 213735 h 247032"/>
                <a:gd name="connsiteX19" fmla="*/ 63726 w 141354"/>
                <a:gd name="connsiteY19" fmla="*/ 237074 h 247032"/>
                <a:gd name="connsiteX20" fmla="*/ 11648 w 141354"/>
                <a:gd name="connsiteY20" fmla="*/ 196859 h 247032"/>
                <a:gd name="connsiteX21" fmla="*/ 17670 w 141354"/>
                <a:gd name="connsiteY21" fmla="*/ 197577 h 247032"/>
                <a:gd name="connsiteX22" fmla="*/ 35384 w 141354"/>
                <a:gd name="connsiteY22" fmla="*/ 179983 h 247032"/>
                <a:gd name="connsiteX23" fmla="*/ 17670 w 141354"/>
                <a:gd name="connsiteY23" fmla="*/ 162389 h 247032"/>
                <a:gd name="connsiteX24" fmla="*/ 311 w 141354"/>
                <a:gd name="connsiteY24" fmla="*/ 181420 h 247032"/>
                <a:gd name="connsiteX25" fmla="*/ 64434 w 141354"/>
                <a:gd name="connsiteY25" fmla="*/ 247127 h 247032"/>
                <a:gd name="connsiteX26" fmla="*/ 141665 w 141354"/>
                <a:gd name="connsiteY26" fmla="*/ 167057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7032">
                  <a:moveTo>
                    <a:pt x="141665" y="167057"/>
                  </a:moveTo>
                  <a:cubicBezTo>
                    <a:pt x="141665" y="124329"/>
                    <a:pt x="112615" y="88423"/>
                    <a:pt x="74354" y="88423"/>
                  </a:cubicBezTo>
                  <a:cubicBezTo>
                    <a:pt x="57349" y="88423"/>
                    <a:pt x="42115" y="94168"/>
                    <a:pt x="29361" y="106735"/>
                  </a:cubicBezTo>
                  <a:lnTo>
                    <a:pt x="29361" y="36719"/>
                  </a:lnTo>
                  <a:cubicBezTo>
                    <a:pt x="36447" y="38873"/>
                    <a:pt x="48138" y="41387"/>
                    <a:pt x="59474" y="41387"/>
                  </a:cubicBezTo>
                  <a:cubicBezTo>
                    <a:pt x="103050" y="41387"/>
                    <a:pt x="127849" y="8712"/>
                    <a:pt x="127849" y="4044"/>
                  </a:cubicBezTo>
                  <a:cubicBezTo>
                    <a:pt x="127849" y="1890"/>
                    <a:pt x="126786" y="95"/>
                    <a:pt x="124306" y="95"/>
                  </a:cubicBezTo>
                  <a:cubicBezTo>
                    <a:pt x="123952" y="95"/>
                    <a:pt x="123243" y="95"/>
                    <a:pt x="121472" y="1172"/>
                  </a:cubicBezTo>
                  <a:cubicBezTo>
                    <a:pt x="114387" y="4404"/>
                    <a:pt x="97027" y="11585"/>
                    <a:pt x="73291" y="11585"/>
                  </a:cubicBezTo>
                  <a:cubicBezTo>
                    <a:pt x="59120" y="11585"/>
                    <a:pt x="42824" y="9071"/>
                    <a:pt x="26173" y="1531"/>
                  </a:cubicBezTo>
                  <a:cubicBezTo>
                    <a:pt x="23339" y="454"/>
                    <a:pt x="22630" y="454"/>
                    <a:pt x="21922" y="454"/>
                  </a:cubicBezTo>
                  <a:cubicBezTo>
                    <a:pt x="18379" y="454"/>
                    <a:pt x="18379" y="3326"/>
                    <a:pt x="18379" y="9071"/>
                  </a:cubicBezTo>
                  <a:lnTo>
                    <a:pt x="18379" y="115353"/>
                  </a:lnTo>
                  <a:cubicBezTo>
                    <a:pt x="18379" y="121816"/>
                    <a:pt x="18379" y="124688"/>
                    <a:pt x="23339" y="124688"/>
                  </a:cubicBezTo>
                  <a:cubicBezTo>
                    <a:pt x="25819" y="124688"/>
                    <a:pt x="26527" y="123611"/>
                    <a:pt x="27944" y="121457"/>
                  </a:cubicBezTo>
                  <a:cubicBezTo>
                    <a:pt x="31841" y="115712"/>
                    <a:pt x="44949" y="96323"/>
                    <a:pt x="73645" y="96323"/>
                  </a:cubicBezTo>
                  <a:cubicBezTo>
                    <a:pt x="92067" y="96323"/>
                    <a:pt x="100924" y="112839"/>
                    <a:pt x="103758" y="119302"/>
                  </a:cubicBezTo>
                  <a:cubicBezTo>
                    <a:pt x="109427" y="132588"/>
                    <a:pt x="110135" y="146591"/>
                    <a:pt x="110135" y="164544"/>
                  </a:cubicBezTo>
                  <a:cubicBezTo>
                    <a:pt x="110135" y="177111"/>
                    <a:pt x="110135" y="198654"/>
                    <a:pt x="101633" y="213735"/>
                  </a:cubicBezTo>
                  <a:cubicBezTo>
                    <a:pt x="93130" y="227738"/>
                    <a:pt x="80022" y="237074"/>
                    <a:pt x="63726" y="237074"/>
                  </a:cubicBezTo>
                  <a:cubicBezTo>
                    <a:pt x="37864" y="237074"/>
                    <a:pt x="17670" y="218044"/>
                    <a:pt x="11648" y="196859"/>
                  </a:cubicBezTo>
                  <a:cubicBezTo>
                    <a:pt x="12711" y="197218"/>
                    <a:pt x="13773" y="197577"/>
                    <a:pt x="17670" y="197577"/>
                  </a:cubicBezTo>
                  <a:cubicBezTo>
                    <a:pt x="29361" y="197577"/>
                    <a:pt x="35384" y="188601"/>
                    <a:pt x="35384" y="179983"/>
                  </a:cubicBezTo>
                  <a:cubicBezTo>
                    <a:pt x="35384" y="171366"/>
                    <a:pt x="29361" y="162389"/>
                    <a:pt x="17670" y="162389"/>
                  </a:cubicBezTo>
                  <a:cubicBezTo>
                    <a:pt x="12711" y="162389"/>
                    <a:pt x="311" y="164903"/>
                    <a:pt x="311" y="181420"/>
                  </a:cubicBezTo>
                  <a:cubicBezTo>
                    <a:pt x="311" y="212299"/>
                    <a:pt x="24756" y="247127"/>
                    <a:pt x="64434" y="247127"/>
                  </a:cubicBezTo>
                  <a:cubicBezTo>
                    <a:pt x="105530" y="247127"/>
                    <a:pt x="141665" y="212658"/>
                    <a:pt x="141665" y="16705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73FC7FA-2E9D-4684-F4AE-AB363410DC01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3812090" y="5920179"/>
              <a:ext cx="37552" cy="38060"/>
            </a:xfrm>
            <a:custGeom>
              <a:avLst/>
              <a:gdLst>
                <a:gd name="connsiteX0" fmla="*/ 37869 w 37552"/>
                <a:gd name="connsiteY0" fmla="*/ 19125 h 38060"/>
                <a:gd name="connsiteX1" fmla="*/ 19093 w 37552"/>
                <a:gd name="connsiteY1" fmla="*/ 95 h 38060"/>
                <a:gd name="connsiteX2" fmla="*/ 316 w 37552"/>
                <a:gd name="connsiteY2" fmla="*/ 19125 h 38060"/>
                <a:gd name="connsiteX3" fmla="*/ 19093 w 37552"/>
                <a:gd name="connsiteY3" fmla="*/ 38155 h 38060"/>
                <a:gd name="connsiteX4" fmla="*/ 37869 w 37552"/>
                <a:gd name="connsiteY4" fmla="*/ 19125 h 3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8060">
                  <a:moveTo>
                    <a:pt x="37869" y="19125"/>
                  </a:moveTo>
                  <a:cubicBezTo>
                    <a:pt x="37869" y="8712"/>
                    <a:pt x="29366" y="95"/>
                    <a:pt x="19093" y="95"/>
                  </a:cubicBezTo>
                  <a:cubicBezTo>
                    <a:pt x="8819" y="95"/>
                    <a:pt x="316" y="8712"/>
                    <a:pt x="316" y="19125"/>
                  </a:cubicBezTo>
                  <a:cubicBezTo>
                    <a:pt x="316" y="29538"/>
                    <a:pt x="8819" y="38155"/>
                    <a:pt x="19093" y="38155"/>
                  </a:cubicBezTo>
                  <a:cubicBezTo>
                    <a:pt x="29366" y="38155"/>
                    <a:pt x="37869" y="29538"/>
                    <a:pt x="37869" y="19125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164EDE4-AE55-B20D-56C8-D99F6802478D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3897746" y="5719106"/>
              <a:ext cx="141354" cy="239133"/>
            </a:xfrm>
            <a:custGeom>
              <a:avLst/>
              <a:gdLst>
                <a:gd name="connsiteX0" fmla="*/ 27598 w 141354"/>
                <a:gd name="connsiteY0" fmla="*/ 211581 h 239133"/>
                <a:gd name="connsiteX1" fmla="*/ 65151 w 141354"/>
                <a:gd name="connsiteY1" fmla="*/ 174597 h 239133"/>
                <a:gd name="connsiteX2" fmla="*/ 141673 w 141354"/>
                <a:gd name="connsiteY2" fmla="*/ 69752 h 239133"/>
                <a:gd name="connsiteX3" fmla="*/ 66568 w 141354"/>
                <a:gd name="connsiteY3" fmla="*/ 95 h 239133"/>
                <a:gd name="connsiteX4" fmla="*/ 319 w 141354"/>
                <a:gd name="connsiteY4" fmla="*/ 65085 h 239133"/>
                <a:gd name="connsiteX5" fmla="*/ 19095 w 141354"/>
                <a:gd name="connsiteY5" fmla="*/ 85192 h 239133"/>
                <a:gd name="connsiteX6" fmla="*/ 37517 w 141354"/>
                <a:gd name="connsiteY6" fmla="*/ 66162 h 239133"/>
                <a:gd name="connsiteX7" fmla="*/ 18741 w 141354"/>
                <a:gd name="connsiteY7" fmla="*/ 47491 h 239133"/>
                <a:gd name="connsiteX8" fmla="*/ 14135 w 141354"/>
                <a:gd name="connsiteY8" fmla="*/ 47850 h 239133"/>
                <a:gd name="connsiteX9" fmla="*/ 61962 w 141354"/>
                <a:gd name="connsiteY9" fmla="*/ 11226 h 239133"/>
                <a:gd name="connsiteX10" fmla="*/ 109435 w 141354"/>
                <a:gd name="connsiteY10" fmla="*/ 69752 h 239133"/>
                <a:gd name="connsiteX11" fmla="*/ 72236 w 141354"/>
                <a:gd name="connsiteY11" fmla="*/ 149104 h 239133"/>
                <a:gd name="connsiteX12" fmla="*/ 4216 w 141354"/>
                <a:gd name="connsiteY12" fmla="*/ 225943 h 239133"/>
                <a:gd name="connsiteX13" fmla="*/ 319 w 141354"/>
                <a:gd name="connsiteY13" fmla="*/ 239228 h 239133"/>
                <a:gd name="connsiteX14" fmla="*/ 131754 w 141354"/>
                <a:gd name="connsiteY14" fmla="*/ 239228 h 239133"/>
                <a:gd name="connsiteX15" fmla="*/ 141673 w 141354"/>
                <a:gd name="connsiteY15" fmla="*/ 176752 h 239133"/>
                <a:gd name="connsiteX16" fmla="*/ 132816 w 141354"/>
                <a:gd name="connsiteY16" fmla="*/ 176752 h 239133"/>
                <a:gd name="connsiteX17" fmla="*/ 125022 w 141354"/>
                <a:gd name="connsiteY17" fmla="*/ 208708 h 239133"/>
                <a:gd name="connsiteX18" fmla="*/ 91367 w 141354"/>
                <a:gd name="connsiteY18" fmla="*/ 211581 h 239133"/>
                <a:gd name="connsiteX19" fmla="*/ 27598 w 141354"/>
                <a:gd name="connsiteY19" fmla="*/ 211581 h 23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354" h="239133">
                  <a:moveTo>
                    <a:pt x="27598" y="211581"/>
                  </a:moveTo>
                  <a:lnTo>
                    <a:pt x="65151" y="174597"/>
                  </a:lnTo>
                  <a:cubicBezTo>
                    <a:pt x="120417" y="125047"/>
                    <a:pt x="141673" y="105658"/>
                    <a:pt x="141673" y="69752"/>
                  </a:cubicBezTo>
                  <a:cubicBezTo>
                    <a:pt x="141673" y="28820"/>
                    <a:pt x="109789" y="95"/>
                    <a:pt x="66568" y="95"/>
                  </a:cubicBezTo>
                  <a:cubicBezTo>
                    <a:pt x="26535" y="95"/>
                    <a:pt x="319" y="33128"/>
                    <a:pt x="319" y="65085"/>
                  </a:cubicBezTo>
                  <a:cubicBezTo>
                    <a:pt x="319" y="85192"/>
                    <a:pt x="18032" y="85192"/>
                    <a:pt x="19095" y="85192"/>
                  </a:cubicBezTo>
                  <a:cubicBezTo>
                    <a:pt x="25118" y="85192"/>
                    <a:pt x="37517" y="80883"/>
                    <a:pt x="37517" y="66162"/>
                  </a:cubicBezTo>
                  <a:cubicBezTo>
                    <a:pt x="37517" y="56826"/>
                    <a:pt x="31141" y="47491"/>
                    <a:pt x="18741" y="47491"/>
                  </a:cubicBezTo>
                  <a:cubicBezTo>
                    <a:pt x="15907" y="47491"/>
                    <a:pt x="15198" y="47491"/>
                    <a:pt x="14135" y="47850"/>
                  </a:cubicBezTo>
                  <a:cubicBezTo>
                    <a:pt x="22284" y="24511"/>
                    <a:pt x="41414" y="11226"/>
                    <a:pt x="61962" y="11226"/>
                  </a:cubicBezTo>
                  <a:cubicBezTo>
                    <a:pt x="94201" y="11226"/>
                    <a:pt x="109435" y="40309"/>
                    <a:pt x="109435" y="69752"/>
                  </a:cubicBezTo>
                  <a:cubicBezTo>
                    <a:pt x="109435" y="98477"/>
                    <a:pt x="91721" y="126843"/>
                    <a:pt x="72236" y="149104"/>
                  </a:cubicBezTo>
                  <a:lnTo>
                    <a:pt x="4216" y="225943"/>
                  </a:lnTo>
                  <a:cubicBezTo>
                    <a:pt x="319" y="229893"/>
                    <a:pt x="319" y="230611"/>
                    <a:pt x="319" y="239228"/>
                  </a:cubicBezTo>
                  <a:lnTo>
                    <a:pt x="131754" y="239228"/>
                  </a:lnTo>
                  <a:lnTo>
                    <a:pt x="141673" y="176752"/>
                  </a:lnTo>
                  <a:lnTo>
                    <a:pt x="132816" y="176752"/>
                  </a:lnTo>
                  <a:cubicBezTo>
                    <a:pt x="131045" y="187524"/>
                    <a:pt x="128565" y="203322"/>
                    <a:pt x="125022" y="208708"/>
                  </a:cubicBezTo>
                  <a:cubicBezTo>
                    <a:pt x="122543" y="211581"/>
                    <a:pt x="99161" y="211581"/>
                    <a:pt x="91367" y="211581"/>
                  </a:cubicBezTo>
                  <a:lnTo>
                    <a:pt x="27598" y="21158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52869D3-34E2-061C-08B7-979078A6221B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4458822" y="5656631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4B2CA9D5-C440-B014-BEE6-7C5D6D2603E2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7222341" y="6087501"/>
              <a:ext cx="7250651" cy="14362"/>
            </a:xfrm>
            <a:custGeom>
              <a:avLst/>
              <a:gdLst>
                <a:gd name="connsiteX0" fmla="*/ 0 w 7250651"/>
                <a:gd name="connsiteY0" fmla="*/ 0 h 14362"/>
                <a:gd name="connsiteX1" fmla="*/ 7250652 w 7250651"/>
                <a:gd name="connsiteY1" fmla="*/ 0 h 14362"/>
                <a:gd name="connsiteX2" fmla="*/ 7250652 w 7250651"/>
                <a:gd name="connsiteY2" fmla="*/ 14362 h 14362"/>
                <a:gd name="connsiteX3" fmla="*/ 0 w 7250651"/>
                <a:gd name="connsiteY3" fmla="*/ 14362 h 1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1" h="14362">
                  <a:moveTo>
                    <a:pt x="0" y="0"/>
                  </a:moveTo>
                  <a:lnTo>
                    <a:pt x="7250652" y="0"/>
                  </a:lnTo>
                  <a:lnTo>
                    <a:pt x="7250652" y="14362"/>
                  </a:lnTo>
                  <a:lnTo>
                    <a:pt x="0" y="14362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7B32934-9291-84DF-D680-F4F8DB961A5D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7222341" y="6101863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46A4028-DC91-34A1-46D4-5E05CD2E8AD4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7784673" y="6244768"/>
              <a:ext cx="163319" cy="232311"/>
            </a:xfrm>
            <a:custGeom>
              <a:avLst/>
              <a:gdLst>
                <a:gd name="connsiteX0" fmla="*/ 162049 w 163319"/>
                <a:gd name="connsiteY0" fmla="*/ 22010 h 232311"/>
                <a:gd name="connsiteX1" fmla="*/ 163466 w 163319"/>
                <a:gd name="connsiteY1" fmla="*/ 13751 h 232311"/>
                <a:gd name="connsiteX2" fmla="*/ 153192 w 163319"/>
                <a:gd name="connsiteY2" fmla="*/ 4057 h 232311"/>
                <a:gd name="connsiteX3" fmla="*/ 140793 w 163319"/>
                <a:gd name="connsiteY3" fmla="*/ 11597 h 232311"/>
                <a:gd name="connsiteX4" fmla="*/ 135833 w 163319"/>
                <a:gd name="connsiteY4" fmla="*/ 30986 h 232311"/>
                <a:gd name="connsiteX5" fmla="*/ 128748 w 163319"/>
                <a:gd name="connsiteY5" fmla="*/ 59711 h 232311"/>
                <a:gd name="connsiteX6" fmla="*/ 112806 w 163319"/>
                <a:gd name="connsiteY6" fmla="*/ 124342 h 232311"/>
                <a:gd name="connsiteX7" fmla="*/ 72773 w 163319"/>
                <a:gd name="connsiteY7" fmla="*/ 154862 h 232311"/>
                <a:gd name="connsiteX8" fmla="*/ 50808 w 163319"/>
                <a:gd name="connsiteY8" fmla="*/ 125778 h 232311"/>
                <a:gd name="connsiteX9" fmla="*/ 68876 w 163319"/>
                <a:gd name="connsiteY9" fmla="*/ 55402 h 232311"/>
                <a:gd name="connsiteX10" fmla="*/ 75961 w 163319"/>
                <a:gd name="connsiteY10" fmla="*/ 29550 h 232311"/>
                <a:gd name="connsiteX11" fmla="*/ 46911 w 163319"/>
                <a:gd name="connsiteY11" fmla="*/ 107 h 232311"/>
                <a:gd name="connsiteX12" fmla="*/ 147 w 163319"/>
                <a:gd name="connsiteY12" fmla="*/ 55402 h 232311"/>
                <a:gd name="connsiteX13" fmla="*/ 4398 w 163319"/>
                <a:gd name="connsiteY13" fmla="*/ 58993 h 232311"/>
                <a:gd name="connsiteX14" fmla="*/ 10067 w 163319"/>
                <a:gd name="connsiteY14" fmla="*/ 52530 h 232311"/>
                <a:gd name="connsiteX15" fmla="*/ 45848 w 163319"/>
                <a:gd name="connsiteY15" fmla="*/ 8006 h 232311"/>
                <a:gd name="connsiteX16" fmla="*/ 54705 w 163319"/>
                <a:gd name="connsiteY16" fmla="*/ 19496 h 232311"/>
                <a:gd name="connsiteX17" fmla="*/ 48682 w 163319"/>
                <a:gd name="connsiteY17" fmla="*/ 44631 h 232311"/>
                <a:gd name="connsiteX18" fmla="*/ 28135 w 163319"/>
                <a:gd name="connsiteY18" fmla="*/ 120033 h 232311"/>
                <a:gd name="connsiteX19" fmla="*/ 71356 w 163319"/>
                <a:gd name="connsiteY19" fmla="*/ 162761 h 232311"/>
                <a:gd name="connsiteX20" fmla="*/ 107137 w 163319"/>
                <a:gd name="connsiteY20" fmla="*/ 146603 h 232311"/>
                <a:gd name="connsiteX21" fmla="*/ 84110 w 163319"/>
                <a:gd name="connsiteY21" fmla="*/ 201898 h 232311"/>
                <a:gd name="connsiteX22" fmla="*/ 45140 w 163319"/>
                <a:gd name="connsiteY22" fmla="*/ 224519 h 232311"/>
                <a:gd name="connsiteX23" fmla="*/ 18215 w 163319"/>
                <a:gd name="connsiteY23" fmla="*/ 209439 h 232311"/>
                <a:gd name="connsiteX24" fmla="*/ 33449 w 163319"/>
                <a:gd name="connsiteY24" fmla="*/ 205130 h 232311"/>
                <a:gd name="connsiteX25" fmla="*/ 40534 w 163319"/>
                <a:gd name="connsiteY25" fmla="*/ 190408 h 232311"/>
                <a:gd name="connsiteX26" fmla="*/ 27426 w 163319"/>
                <a:gd name="connsiteY26" fmla="*/ 177841 h 232311"/>
                <a:gd name="connsiteX27" fmla="*/ 7587 w 163319"/>
                <a:gd name="connsiteY27" fmla="*/ 201180 h 232311"/>
                <a:gd name="connsiteX28" fmla="*/ 45140 w 163319"/>
                <a:gd name="connsiteY28" fmla="*/ 232418 h 232311"/>
                <a:gd name="connsiteX29" fmla="*/ 128039 w 163319"/>
                <a:gd name="connsiteY29" fmla="*/ 159170 h 232311"/>
                <a:gd name="connsiteX30" fmla="*/ 162049 w 163319"/>
                <a:gd name="connsiteY30" fmla="*/ 22010 h 23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32311">
                  <a:moveTo>
                    <a:pt x="162049" y="22010"/>
                  </a:moveTo>
                  <a:cubicBezTo>
                    <a:pt x="163466" y="16983"/>
                    <a:pt x="163466" y="16265"/>
                    <a:pt x="163466" y="13751"/>
                  </a:cubicBezTo>
                  <a:cubicBezTo>
                    <a:pt x="163466" y="7288"/>
                    <a:pt x="158507" y="4057"/>
                    <a:pt x="153192" y="4057"/>
                  </a:cubicBezTo>
                  <a:cubicBezTo>
                    <a:pt x="149650" y="4057"/>
                    <a:pt x="143981" y="6211"/>
                    <a:pt x="140793" y="11597"/>
                  </a:cubicBezTo>
                  <a:cubicBezTo>
                    <a:pt x="140084" y="13392"/>
                    <a:pt x="137250" y="24523"/>
                    <a:pt x="135833" y="30986"/>
                  </a:cubicBezTo>
                  <a:cubicBezTo>
                    <a:pt x="133353" y="40322"/>
                    <a:pt x="130873" y="50016"/>
                    <a:pt x="128748" y="59711"/>
                  </a:cubicBezTo>
                  <a:lnTo>
                    <a:pt x="112806" y="124342"/>
                  </a:lnTo>
                  <a:cubicBezTo>
                    <a:pt x="111388" y="129727"/>
                    <a:pt x="96155" y="154862"/>
                    <a:pt x="72773" y="154862"/>
                  </a:cubicBezTo>
                  <a:cubicBezTo>
                    <a:pt x="54705" y="154862"/>
                    <a:pt x="50808" y="139063"/>
                    <a:pt x="50808" y="125778"/>
                  </a:cubicBezTo>
                  <a:cubicBezTo>
                    <a:pt x="50808" y="109261"/>
                    <a:pt x="56831" y="86999"/>
                    <a:pt x="68876" y="55402"/>
                  </a:cubicBezTo>
                  <a:cubicBezTo>
                    <a:pt x="74544" y="40681"/>
                    <a:pt x="75961" y="36731"/>
                    <a:pt x="75961" y="29550"/>
                  </a:cubicBezTo>
                  <a:cubicBezTo>
                    <a:pt x="75961" y="13392"/>
                    <a:pt x="64625" y="107"/>
                    <a:pt x="46911" y="107"/>
                  </a:cubicBezTo>
                  <a:cubicBezTo>
                    <a:pt x="13255" y="107"/>
                    <a:pt x="147" y="52171"/>
                    <a:pt x="147" y="55402"/>
                  </a:cubicBezTo>
                  <a:cubicBezTo>
                    <a:pt x="147" y="58993"/>
                    <a:pt x="3690" y="58993"/>
                    <a:pt x="4398" y="58993"/>
                  </a:cubicBezTo>
                  <a:cubicBezTo>
                    <a:pt x="7941" y="58993"/>
                    <a:pt x="8295" y="58275"/>
                    <a:pt x="10067" y="52530"/>
                  </a:cubicBezTo>
                  <a:cubicBezTo>
                    <a:pt x="19632" y="18778"/>
                    <a:pt x="33803" y="8006"/>
                    <a:pt x="45848" y="8006"/>
                  </a:cubicBezTo>
                  <a:cubicBezTo>
                    <a:pt x="48682" y="8006"/>
                    <a:pt x="54705" y="8006"/>
                    <a:pt x="54705" y="19496"/>
                  </a:cubicBezTo>
                  <a:cubicBezTo>
                    <a:pt x="54705" y="28473"/>
                    <a:pt x="51162" y="37808"/>
                    <a:pt x="48682" y="44631"/>
                  </a:cubicBezTo>
                  <a:cubicBezTo>
                    <a:pt x="34512" y="82691"/>
                    <a:pt x="28135" y="103157"/>
                    <a:pt x="28135" y="120033"/>
                  </a:cubicBezTo>
                  <a:cubicBezTo>
                    <a:pt x="28135" y="151989"/>
                    <a:pt x="50454" y="162761"/>
                    <a:pt x="71356" y="162761"/>
                  </a:cubicBezTo>
                  <a:cubicBezTo>
                    <a:pt x="85172" y="162761"/>
                    <a:pt x="97218" y="156657"/>
                    <a:pt x="107137" y="146603"/>
                  </a:cubicBezTo>
                  <a:cubicBezTo>
                    <a:pt x="102532" y="165274"/>
                    <a:pt x="98280" y="182868"/>
                    <a:pt x="84110" y="201898"/>
                  </a:cubicBezTo>
                  <a:cubicBezTo>
                    <a:pt x="74898" y="214106"/>
                    <a:pt x="61436" y="224519"/>
                    <a:pt x="45140" y="224519"/>
                  </a:cubicBezTo>
                  <a:cubicBezTo>
                    <a:pt x="40180" y="224519"/>
                    <a:pt x="24238" y="223442"/>
                    <a:pt x="18215" y="209439"/>
                  </a:cubicBezTo>
                  <a:cubicBezTo>
                    <a:pt x="23883" y="209439"/>
                    <a:pt x="28489" y="209439"/>
                    <a:pt x="33449" y="205130"/>
                  </a:cubicBezTo>
                  <a:cubicBezTo>
                    <a:pt x="36991" y="201898"/>
                    <a:pt x="40534" y="197231"/>
                    <a:pt x="40534" y="190408"/>
                  </a:cubicBezTo>
                  <a:cubicBezTo>
                    <a:pt x="40534" y="179278"/>
                    <a:pt x="30969" y="177841"/>
                    <a:pt x="27426" y="177841"/>
                  </a:cubicBezTo>
                  <a:cubicBezTo>
                    <a:pt x="19278" y="177841"/>
                    <a:pt x="7587" y="183586"/>
                    <a:pt x="7587" y="201180"/>
                  </a:cubicBezTo>
                  <a:cubicBezTo>
                    <a:pt x="7587" y="219133"/>
                    <a:pt x="23175" y="232418"/>
                    <a:pt x="45140" y="232418"/>
                  </a:cubicBezTo>
                  <a:cubicBezTo>
                    <a:pt x="81630" y="232418"/>
                    <a:pt x="118120" y="199744"/>
                    <a:pt x="128039" y="159170"/>
                  </a:cubicBezTo>
                  <a:lnTo>
                    <a:pt x="162049" y="22010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91DF7BF-C33A-9257-4427-97ABA9541840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7966195" y="6280386"/>
              <a:ext cx="131682" cy="228217"/>
            </a:xfrm>
            <a:custGeom>
              <a:avLst/>
              <a:gdLst>
                <a:gd name="connsiteX0" fmla="*/ 82981 w 131682"/>
                <a:gd name="connsiteY0" fmla="*/ 77773 h 228217"/>
                <a:gd name="connsiteX1" fmla="*/ 107284 w 131682"/>
                <a:gd name="connsiteY1" fmla="*/ 77773 h 228217"/>
                <a:gd name="connsiteX2" fmla="*/ 115467 w 131682"/>
                <a:gd name="connsiteY2" fmla="*/ 72244 h 228217"/>
                <a:gd name="connsiteX3" fmla="*/ 107780 w 131682"/>
                <a:gd name="connsiteY3" fmla="*/ 68725 h 228217"/>
                <a:gd name="connsiteX4" fmla="*/ 84717 w 131682"/>
                <a:gd name="connsiteY4" fmla="*/ 68725 h 228217"/>
                <a:gd name="connsiteX5" fmla="*/ 94388 w 131682"/>
                <a:gd name="connsiteY5" fmla="*/ 17954 h 228217"/>
                <a:gd name="connsiteX6" fmla="*/ 107036 w 131682"/>
                <a:gd name="connsiteY6" fmla="*/ 7146 h 228217"/>
                <a:gd name="connsiteX7" fmla="*/ 118691 w 131682"/>
                <a:gd name="connsiteY7" fmla="*/ 10162 h 228217"/>
                <a:gd name="connsiteX8" fmla="*/ 107780 w 131682"/>
                <a:gd name="connsiteY8" fmla="*/ 23986 h 228217"/>
                <a:gd name="connsiteX9" fmla="*/ 117699 w 131682"/>
                <a:gd name="connsiteY9" fmla="*/ 33286 h 228217"/>
                <a:gd name="connsiteX10" fmla="*/ 131835 w 131682"/>
                <a:gd name="connsiteY10" fmla="*/ 17954 h 228217"/>
                <a:gd name="connsiteX11" fmla="*/ 107036 w 131682"/>
                <a:gd name="connsiteY11" fmla="*/ 109 h 228217"/>
                <a:gd name="connsiteX12" fmla="*/ 77277 w 131682"/>
                <a:gd name="connsiteY12" fmla="*/ 18959 h 228217"/>
                <a:gd name="connsiteX13" fmla="*/ 65125 w 131682"/>
                <a:gd name="connsiteY13" fmla="*/ 68725 h 228217"/>
                <a:gd name="connsiteX14" fmla="*/ 45534 w 131682"/>
                <a:gd name="connsiteY14" fmla="*/ 68725 h 228217"/>
                <a:gd name="connsiteX15" fmla="*/ 37351 w 131682"/>
                <a:gd name="connsiteY15" fmla="*/ 74254 h 228217"/>
                <a:gd name="connsiteX16" fmla="*/ 45038 w 131682"/>
                <a:gd name="connsiteY16" fmla="*/ 77773 h 228217"/>
                <a:gd name="connsiteX17" fmla="*/ 63390 w 131682"/>
                <a:gd name="connsiteY17" fmla="*/ 77773 h 228217"/>
                <a:gd name="connsiteX18" fmla="*/ 41566 w 131682"/>
                <a:gd name="connsiteY18" fmla="*/ 196658 h 228217"/>
                <a:gd name="connsiteX19" fmla="*/ 24207 w 131682"/>
                <a:gd name="connsiteY19" fmla="*/ 221289 h 228217"/>
                <a:gd name="connsiteX20" fmla="*/ 13296 w 131682"/>
                <a:gd name="connsiteY20" fmla="*/ 218273 h 228217"/>
                <a:gd name="connsiteX21" fmla="*/ 24207 w 131682"/>
                <a:gd name="connsiteY21" fmla="*/ 204449 h 228217"/>
                <a:gd name="connsiteX22" fmla="*/ 14288 w 131682"/>
                <a:gd name="connsiteY22" fmla="*/ 195150 h 228217"/>
                <a:gd name="connsiteX23" fmla="*/ 152 w 131682"/>
                <a:gd name="connsiteY23" fmla="*/ 210481 h 228217"/>
                <a:gd name="connsiteX24" fmla="*/ 24207 w 131682"/>
                <a:gd name="connsiteY24" fmla="*/ 228327 h 228217"/>
                <a:gd name="connsiteX25" fmla="*/ 53966 w 131682"/>
                <a:gd name="connsiteY25" fmla="*/ 206209 h 228217"/>
                <a:gd name="connsiteX26" fmla="*/ 69093 w 131682"/>
                <a:gd name="connsiteY26" fmla="*/ 155438 h 228217"/>
                <a:gd name="connsiteX27" fmla="*/ 82981 w 131682"/>
                <a:gd name="connsiteY27" fmla="*/ 77773 h 228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1682" h="228217">
                  <a:moveTo>
                    <a:pt x="82981" y="77773"/>
                  </a:moveTo>
                  <a:lnTo>
                    <a:pt x="107284" y="77773"/>
                  </a:lnTo>
                  <a:cubicBezTo>
                    <a:pt x="112244" y="77773"/>
                    <a:pt x="115467" y="77773"/>
                    <a:pt x="115467" y="72244"/>
                  </a:cubicBezTo>
                  <a:cubicBezTo>
                    <a:pt x="115467" y="68725"/>
                    <a:pt x="112244" y="68725"/>
                    <a:pt x="107780" y="68725"/>
                  </a:cubicBezTo>
                  <a:lnTo>
                    <a:pt x="84717" y="68725"/>
                  </a:lnTo>
                  <a:cubicBezTo>
                    <a:pt x="90420" y="36805"/>
                    <a:pt x="92404" y="25243"/>
                    <a:pt x="94388" y="17954"/>
                  </a:cubicBezTo>
                  <a:cubicBezTo>
                    <a:pt x="95628" y="12424"/>
                    <a:pt x="101084" y="7146"/>
                    <a:pt x="107036" y="7146"/>
                  </a:cubicBezTo>
                  <a:cubicBezTo>
                    <a:pt x="107284" y="7146"/>
                    <a:pt x="113980" y="7146"/>
                    <a:pt x="118691" y="10162"/>
                  </a:cubicBezTo>
                  <a:cubicBezTo>
                    <a:pt x="108524" y="13430"/>
                    <a:pt x="107780" y="22478"/>
                    <a:pt x="107780" y="23986"/>
                  </a:cubicBezTo>
                  <a:cubicBezTo>
                    <a:pt x="107780" y="29516"/>
                    <a:pt x="111996" y="33286"/>
                    <a:pt x="117699" y="33286"/>
                  </a:cubicBezTo>
                  <a:cubicBezTo>
                    <a:pt x="124395" y="33286"/>
                    <a:pt x="131835" y="27505"/>
                    <a:pt x="131835" y="17954"/>
                  </a:cubicBezTo>
                  <a:cubicBezTo>
                    <a:pt x="131835" y="6392"/>
                    <a:pt x="119683" y="109"/>
                    <a:pt x="107036" y="109"/>
                  </a:cubicBezTo>
                  <a:cubicBezTo>
                    <a:pt x="96124" y="109"/>
                    <a:pt x="83973" y="6392"/>
                    <a:pt x="77277" y="18959"/>
                  </a:cubicBezTo>
                  <a:cubicBezTo>
                    <a:pt x="72317" y="28259"/>
                    <a:pt x="70333" y="39569"/>
                    <a:pt x="65125" y="68725"/>
                  </a:cubicBezTo>
                  <a:lnTo>
                    <a:pt x="45534" y="68725"/>
                  </a:lnTo>
                  <a:cubicBezTo>
                    <a:pt x="40574" y="68725"/>
                    <a:pt x="37351" y="68725"/>
                    <a:pt x="37351" y="74254"/>
                  </a:cubicBezTo>
                  <a:cubicBezTo>
                    <a:pt x="37351" y="77773"/>
                    <a:pt x="40574" y="77773"/>
                    <a:pt x="45038" y="77773"/>
                  </a:cubicBezTo>
                  <a:lnTo>
                    <a:pt x="63390" y="77773"/>
                  </a:lnTo>
                  <a:cubicBezTo>
                    <a:pt x="63142" y="79281"/>
                    <a:pt x="47518" y="169764"/>
                    <a:pt x="41566" y="196658"/>
                  </a:cubicBezTo>
                  <a:cubicBezTo>
                    <a:pt x="40326" y="202187"/>
                    <a:pt x="36111" y="221289"/>
                    <a:pt x="24207" y="221289"/>
                  </a:cubicBezTo>
                  <a:cubicBezTo>
                    <a:pt x="23959" y="221289"/>
                    <a:pt x="18007" y="221289"/>
                    <a:pt x="13296" y="218273"/>
                  </a:cubicBezTo>
                  <a:cubicBezTo>
                    <a:pt x="23463" y="215005"/>
                    <a:pt x="24207" y="205957"/>
                    <a:pt x="24207" y="204449"/>
                  </a:cubicBezTo>
                  <a:cubicBezTo>
                    <a:pt x="24207" y="198920"/>
                    <a:pt x="19991" y="195150"/>
                    <a:pt x="14288" y="195150"/>
                  </a:cubicBezTo>
                  <a:cubicBezTo>
                    <a:pt x="7592" y="195150"/>
                    <a:pt x="152" y="200930"/>
                    <a:pt x="152" y="210481"/>
                  </a:cubicBezTo>
                  <a:cubicBezTo>
                    <a:pt x="152" y="221792"/>
                    <a:pt x="11808" y="228327"/>
                    <a:pt x="24207" y="228327"/>
                  </a:cubicBezTo>
                  <a:cubicBezTo>
                    <a:pt x="40078" y="228327"/>
                    <a:pt x="50990" y="211738"/>
                    <a:pt x="53966" y="206209"/>
                  </a:cubicBezTo>
                  <a:cubicBezTo>
                    <a:pt x="62894" y="189369"/>
                    <a:pt x="68597" y="158454"/>
                    <a:pt x="69093" y="155438"/>
                  </a:cubicBezTo>
                  <a:lnTo>
                    <a:pt x="82981" y="77773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06AB34D-FA25-2CA7-2A5A-B38C643E96CD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8669637" y="6101863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CFC3FB-CBB3-42D9-1EE9-73715CDBDADE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8922142" y="6164338"/>
              <a:ext cx="149148" cy="247032"/>
            </a:xfrm>
            <a:custGeom>
              <a:avLst/>
              <a:gdLst>
                <a:gd name="connsiteX0" fmla="*/ 149327 w 149148"/>
                <a:gd name="connsiteY0" fmla="*/ 124342 h 247032"/>
                <a:gd name="connsiteX1" fmla="*/ 135157 w 149148"/>
                <a:gd name="connsiteY1" fmla="*/ 40322 h 247032"/>
                <a:gd name="connsiteX2" fmla="*/ 74930 w 149148"/>
                <a:gd name="connsiteY2" fmla="*/ 107 h 247032"/>
                <a:gd name="connsiteX3" fmla="*/ 13287 w 149148"/>
                <a:gd name="connsiteY3" fmla="*/ 42835 h 247032"/>
                <a:gd name="connsiteX4" fmla="*/ 179 w 149148"/>
                <a:gd name="connsiteY4" fmla="*/ 124342 h 247032"/>
                <a:gd name="connsiteX5" fmla="*/ 16121 w 149148"/>
                <a:gd name="connsiteY5" fmla="*/ 210875 h 247032"/>
                <a:gd name="connsiteX6" fmla="*/ 74576 w 149148"/>
                <a:gd name="connsiteY6" fmla="*/ 247140 h 247032"/>
                <a:gd name="connsiteX7" fmla="*/ 136219 w 149148"/>
                <a:gd name="connsiteY7" fmla="*/ 205489 h 247032"/>
                <a:gd name="connsiteX8" fmla="*/ 149327 w 149148"/>
                <a:gd name="connsiteY8" fmla="*/ 124342 h 247032"/>
                <a:gd name="connsiteX9" fmla="*/ 74576 w 149148"/>
                <a:gd name="connsiteY9" fmla="*/ 239240 h 247032"/>
                <a:gd name="connsiteX10" fmla="*/ 33481 w 149148"/>
                <a:gd name="connsiteY10" fmla="*/ 195794 h 247032"/>
                <a:gd name="connsiteX11" fmla="*/ 29584 w 149148"/>
                <a:gd name="connsiteY11" fmla="*/ 120033 h 247032"/>
                <a:gd name="connsiteX12" fmla="*/ 32418 w 149148"/>
                <a:gd name="connsiteY12" fmla="*/ 53966 h 247032"/>
                <a:gd name="connsiteX13" fmla="*/ 74576 w 149148"/>
                <a:gd name="connsiteY13" fmla="*/ 8006 h 247032"/>
                <a:gd name="connsiteX14" fmla="*/ 116380 w 149148"/>
                <a:gd name="connsiteY14" fmla="*/ 50016 h 247032"/>
                <a:gd name="connsiteX15" fmla="*/ 119923 w 149148"/>
                <a:gd name="connsiteY15" fmla="*/ 120033 h 247032"/>
                <a:gd name="connsiteX16" fmla="*/ 116026 w 149148"/>
                <a:gd name="connsiteY16" fmla="*/ 194358 h 247032"/>
                <a:gd name="connsiteX17" fmla="*/ 74576 w 149148"/>
                <a:gd name="connsiteY17" fmla="*/ 239240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7032">
                  <a:moveTo>
                    <a:pt x="149327" y="124342"/>
                  </a:moveTo>
                  <a:cubicBezTo>
                    <a:pt x="149327" y="95617"/>
                    <a:pt x="147556" y="66892"/>
                    <a:pt x="135157" y="40322"/>
                  </a:cubicBezTo>
                  <a:cubicBezTo>
                    <a:pt x="118860" y="5852"/>
                    <a:pt x="89810" y="107"/>
                    <a:pt x="74930" y="107"/>
                  </a:cubicBezTo>
                  <a:cubicBezTo>
                    <a:pt x="53674" y="107"/>
                    <a:pt x="27812" y="9443"/>
                    <a:pt x="13287" y="42835"/>
                  </a:cubicBezTo>
                  <a:cubicBezTo>
                    <a:pt x="1950" y="67610"/>
                    <a:pt x="179" y="95617"/>
                    <a:pt x="179" y="124342"/>
                  </a:cubicBezTo>
                  <a:cubicBezTo>
                    <a:pt x="179" y="151271"/>
                    <a:pt x="1596" y="183586"/>
                    <a:pt x="16121" y="210875"/>
                  </a:cubicBezTo>
                  <a:cubicBezTo>
                    <a:pt x="31355" y="239959"/>
                    <a:pt x="57217" y="247140"/>
                    <a:pt x="74576" y="247140"/>
                  </a:cubicBezTo>
                  <a:cubicBezTo>
                    <a:pt x="93707" y="247140"/>
                    <a:pt x="120631" y="239600"/>
                    <a:pt x="136219" y="205489"/>
                  </a:cubicBezTo>
                  <a:cubicBezTo>
                    <a:pt x="147556" y="180714"/>
                    <a:pt x="149327" y="152707"/>
                    <a:pt x="149327" y="124342"/>
                  </a:cubicBezTo>
                  <a:close/>
                  <a:moveTo>
                    <a:pt x="74576" y="239240"/>
                  </a:moveTo>
                  <a:cubicBezTo>
                    <a:pt x="60760" y="239240"/>
                    <a:pt x="39858" y="230264"/>
                    <a:pt x="33481" y="195794"/>
                  </a:cubicBezTo>
                  <a:cubicBezTo>
                    <a:pt x="29584" y="174251"/>
                    <a:pt x="29584" y="141217"/>
                    <a:pt x="29584" y="120033"/>
                  </a:cubicBezTo>
                  <a:cubicBezTo>
                    <a:pt x="29584" y="97053"/>
                    <a:pt x="29584" y="73355"/>
                    <a:pt x="32418" y="53966"/>
                  </a:cubicBezTo>
                  <a:cubicBezTo>
                    <a:pt x="39149" y="11238"/>
                    <a:pt x="65719" y="8006"/>
                    <a:pt x="74576" y="8006"/>
                  </a:cubicBezTo>
                  <a:cubicBezTo>
                    <a:pt x="86267" y="8006"/>
                    <a:pt x="109649" y="14470"/>
                    <a:pt x="116380" y="50016"/>
                  </a:cubicBezTo>
                  <a:cubicBezTo>
                    <a:pt x="119923" y="70124"/>
                    <a:pt x="119923" y="97412"/>
                    <a:pt x="119923" y="120033"/>
                  </a:cubicBezTo>
                  <a:cubicBezTo>
                    <a:pt x="119923" y="146962"/>
                    <a:pt x="119923" y="171378"/>
                    <a:pt x="116026" y="194358"/>
                  </a:cubicBezTo>
                  <a:cubicBezTo>
                    <a:pt x="110712" y="228469"/>
                    <a:pt x="90518" y="239240"/>
                    <a:pt x="74576" y="239240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D963D49-32AB-7DA3-3FD9-20DE61276C0B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9115929" y="6365411"/>
              <a:ext cx="37552" cy="38060"/>
            </a:xfrm>
            <a:custGeom>
              <a:avLst/>
              <a:gdLst>
                <a:gd name="connsiteX0" fmla="*/ 37737 w 37552"/>
                <a:gd name="connsiteY0" fmla="*/ 19137 h 38060"/>
                <a:gd name="connsiteX1" fmla="*/ 18960 w 37552"/>
                <a:gd name="connsiteY1" fmla="*/ 107 h 38060"/>
                <a:gd name="connsiteX2" fmla="*/ 184 w 37552"/>
                <a:gd name="connsiteY2" fmla="*/ 19137 h 38060"/>
                <a:gd name="connsiteX3" fmla="*/ 18960 w 37552"/>
                <a:gd name="connsiteY3" fmla="*/ 38167 h 38060"/>
                <a:gd name="connsiteX4" fmla="*/ 37737 w 37552"/>
                <a:gd name="connsiteY4" fmla="*/ 19137 h 3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8060">
                  <a:moveTo>
                    <a:pt x="37737" y="19137"/>
                  </a:moveTo>
                  <a:cubicBezTo>
                    <a:pt x="37737" y="8725"/>
                    <a:pt x="29234" y="107"/>
                    <a:pt x="18960" y="107"/>
                  </a:cubicBezTo>
                  <a:cubicBezTo>
                    <a:pt x="8687" y="107"/>
                    <a:pt x="184" y="8725"/>
                    <a:pt x="184" y="19137"/>
                  </a:cubicBezTo>
                  <a:cubicBezTo>
                    <a:pt x="184" y="29550"/>
                    <a:pt x="8687" y="38167"/>
                    <a:pt x="18960" y="38167"/>
                  </a:cubicBezTo>
                  <a:cubicBezTo>
                    <a:pt x="29234" y="38167"/>
                    <a:pt x="37737" y="29550"/>
                    <a:pt x="37737" y="1913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A5A8386-6C74-5F95-136D-F93F5F4EA06A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9193791" y="6160389"/>
              <a:ext cx="156942" cy="243082"/>
            </a:xfrm>
            <a:custGeom>
              <a:avLst/>
              <a:gdLst>
                <a:gd name="connsiteX0" fmla="*/ 94423 w 156942"/>
                <a:gd name="connsiteY0" fmla="*/ 183945 h 243082"/>
                <a:gd name="connsiteX1" fmla="*/ 94423 w 156942"/>
                <a:gd name="connsiteY1" fmla="*/ 215183 h 243082"/>
                <a:gd name="connsiteX2" fmla="*/ 67498 w 156942"/>
                <a:gd name="connsiteY2" fmla="*/ 232059 h 243082"/>
                <a:gd name="connsiteX3" fmla="*/ 60059 w 156942"/>
                <a:gd name="connsiteY3" fmla="*/ 232059 h 243082"/>
                <a:gd name="connsiteX4" fmla="*/ 60059 w 156942"/>
                <a:gd name="connsiteY4" fmla="*/ 243190 h 243082"/>
                <a:gd name="connsiteX5" fmla="*/ 107885 w 156942"/>
                <a:gd name="connsiteY5" fmla="*/ 242113 h 243082"/>
                <a:gd name="connsiteX6" fmla="*/ 156066 w 156942"/>
                <a:gd name="connsiteY6" fmla="*/ 243190 h 243082"/>
                <a:gd name="connsiteX7" fmla="*/ 156066 w 156942"/>
                <a:gd name="connsiteY7" fmla="*/ 232059 h 243082"/>
                <a:gd name="connsiteX8" fmla="*/ 148627 w 156942"/>
                <a:gd name="connsiteY8" fmla="*/ 232059 h 243082"/>
                <a:gd name="connsiteX9" fmla="*/ 121702 w 156942"/>
                <a:gd name="connsiteY9" fmla="*/ 215183 h 243082"/>
                <a:gd name="connsiteX10" fmla="*/ 121702 w 156942"/>
                <a:gd name="connsiteY10" fmla="*/ 183945 h 243082"/>
                <a:gd name="connsiteX11" fmla="*/ 157129 w 156942"/>
                <a:gd name="connsiteY11" fmla="*/ 183945 h 243082"/>
                <a:gd name="connsiteX12" fmla="*/ 157129 w 156942"/>
                <a:gd name="connsiteY12" fmla="*/ 172815 h 243082"/>
                <a:gd name="connsiteX13" fmla="*/ 121702 w 156942"/>
                <a:gd name="connsiteY13" fmla="*/ 172815 h 243082"/>
                <a:gd name="connsiteX14" fmla="*/ 121702 w 156942"/>
                <a:gd name="connsiteY14" fmla="*/ 9443 h 243082"/>
                <a:gd name="connsiteX15" fmla="*/ 116034 w 156942"/>
                <a:gd name="connsiteY15" fmla="*/ 107 h 243082"/>
                <a:gd name="connsiteX16" fmla="*/ 108948 w 156942"/>
                <a:gd name="connsiteY16" fmla="*/ 4416 h 243082"/>
                <a:gd name="connsiteX17" fmla="*/ 187 w 156942"/>
                <a:gd name="connsiteY17" fmla="*/ 172815 h 243082"/>
                <a:gd name="connsiteX18" fmla="*/ 187 w 156942"/>
                <a:gd name="connsiteY18" fmla="*/ 183945 h 243082"/>
                <a:gd name="connsiteX19" fmla="*/ 94423 w 156942"/>
                <a:gd name="connsiteY19" fmla="*/ 183945 h 243082"/>
                <a:gd name="connsiteX20" fmla="*/ 96549 w 156942"/>
                <a:gd name="connsiteY20" fmla="*/ 172815 h 243082"/>
                <a:gd name="connsiteX21" fmla="*/ 10106 w 156942"/>
                <a:gd name="connsiteY21" fmla="*/ 172815 h 243082"/>
                <a:gd name="connsiteX22" fmla="*/ 96549 w 156942"/>
                <a:gd name="connsiteY22" fmla="*/ 38886 h 243082"/>
                <a:gd name="connsiteX23" fmla="*/ 96549 w 156942"/>
                <a:gd name="connsiteY23" fmla="*/ 172815 h 24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43082">
                  <a:moveTo>
                    <a:pt x="94423" y="183945"/>
                  </a:moveTo>
                  <a:lnTo>
                    <a:pt x="94423" y="215183"/>
                  </a:lnTo>
                  <a:cubicBezTo>
                    <a:pt x="94423" y="228110"/>
                    <a:pt x="93715" y="232059"/>
                    <a:pt x="67498" y="232059"/>
                  </a:cubicBezTo>
                  <a:lnTo>
                    <a:pt x="60059" y="232059"/>
                  </a:lnTo>
                  <a:lnTo>
                    <a:pt x="60059" y="243190"/>
                  </a:lnTo>
                  <a:cubicBezTo>
                    <a:pt x="74584" y="242113"/>
                    <a:pt x="93006" y="242113"/>
                    <a:pt x="107885" y="242113"/>
                  </a:cubicBezTo>
                  <a:cubicBezTo>
                    <a:pt x="122765" y="242113"/>
                    <a:pt x="141541" y="242113"/>
                    <a:pt x="156066" y="243190"/>
                  </a:cubicBezTo>
                  <a:lnTo>
                    <a:pt x="156066" y="232059"/>
                  </a:lnTo>
                  <a:lnTo>
                    <a:pt x="148627" y="232059"/>
                  </a:lnTo>
                  <a:cubicBezTo>
                    <a:pt x="122411" y="232059"/>
                    <a:pt x="121702" y="228110"/>
                    <a:pt x="121702" y="215183"/>
                  </a:cubicBezTo>
                  <a:lnTo>
                    <a:pt x="121702" y="183945"/>
                  </a:lnTo>
                  <a:lnTo>
                    <a:pt x="157129" y="183945"/>
                  </a:lnTo>
                  <a:lnTo>
                    <a:pt x="157129" y="172815"/>
                  </a:lnTo>
                  <a:lnTo>
                    <a:pt x="121702" y="172815"/>
                  </a:lnTo>
                  <a:lnTo>
                    <a:pt x="121702" y="9443"/>
                  </a:lnTo>
                  <a:cubicBezTo>
                    <a:pt x="121702" y="2262"/>
                    <a:pt x="121702" y="107"/>
                    <a:pt x="116034" y="107"/>
                  </a:cubicBezTo>
                  <a:cubicBezTo>
                    <a:pt x="112845" y="107"/>
                    <a:pt x="111782" y="107"/>
                    <a:pt x="108948" y="4416"/>
                  </a:cubicBezTo>
                  <a:lnTo>
                    <a:pt x="187" y="172815"/>
                  </a:lnTo>
                  <a:lnTo>
                    <a:pt x="187" y="183945"/>
                  </a:lnTo>
                  <a:lnTo>
                    <a:pt x="94423" y="183945"/>
                  </a:lnTo>
                  <a:close/>
                  <a:moveTo>
                    <a:pt x="96549" y="172815"/>
                  </a:moveTo>
                  <a:lnTo>
                    <a:pt x="10106" y="172815"/>
                  </a:lnTo>
                  <a:lnTo>
                    <a:pt x="96549" y="38886"/>
                  </a:lnTo>
                  <a:lnTo>
                    <a:pt x="96549" y="172815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33E6106-B24E-78AE-8B10-779CEFA475D7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9375887" y="6164338"/>
              <a:ext cx="147022" cy="247032"/>
            </a:xfrm>
            <a:custGeom>
              <a:avLst/>
              <a:gdLst>
                <a:gd name="connsiteX0" fmla="*/ 115330 w 147022"/>
                <a:gd name="connsiteY0" fmla="*/ 125060 h 247032"/>
                <a:gd name="connsiteX1" fmla="*/ 115330 w 147022"/>
                <a:gd name="connsiteY1" fmla="*/ 136550 h 247032"/>
                <a:gd name="connsiteX2" fmla="*/ 57938 w 147022"/>
                <a:gd name="connsiteY2" fmla="*/ 237086 h 247032"/>
                <a:gd name="connsiteX3" fmla="*/ 23219 w 147022"/>
                <a:gd name="connsiteY3" fmla="*/ 224160 h 247032"/>
                <a:gd name="connsiteX4" fmla="*/ 41642 w 147022"/>
                <a:gd name="connsiteY4" fmla="*/ 207643 h 247032"/>
                <a:gd name="connsiteX5" fmla="*/ 25345 w 147022"/>
                <a:gd name="connsiteY5" fmla="*/ 191127 h 247032"/>
                <a:gd name="connsiteX6" fmla="*/ 9049 w 147022"/>
                <a:gd name="connsiteY6" fmla="*/ 208361 h 247032"/>
                <a:gd name="connsiteX7" fmla="*/ 58292 w 147022"/>
                <a:gd name="connsiteY7" fmla="*/ 247140 h 247032"/>
                <a:gd name="connsiteX8" fmla="*/ 147215 w 147022"/>
                <a:gd name="connsiteY8" fmla="*/ 121110 h 247032"/>
                <a:gd name="connsiteX9" fmla="*/ 74943 w 147022"/>
                <a:gd name="connsiteY9" fmla="*/ 107 h 247032"/>
                <a:gd name="connsiteX10" fmla="*/ 22865 w 147022"/>
                <a:gd name="connsiteY10" fmla="*/ 22728 h 247032"/>
                <a:gd name="connsiteX11" fmla="*/ 192 w 147022"/>
                <a:gd name="connsiteY11" fmla="*/ 80895 h 247032"/>
                <a:gd name="connsiteX12" fmla="*/ 71046 w 147022"/>
                <a:gd name="connsiteY12" fmla="*/ 160966 h 247032"/>
                <a:gd name="connsiteX13" fmla="*/ 115330 w 147022"/>
                <a:gd name="connsiteY13" fmla="*/ 125060 h 247032"/>
                <a:gd name="connsiteX14" fmla="*/ 71400 w 147022"/>
                <a:gd name="connsiteY14" fmla="*/ 152707 h 247032"/>
                <a:gd name="connsiteX15" fmla="*/ 38453 w 147022"/>
                <a:gd name="connsiteY15" fmla="*/ 130087 h 247032"/>
                <a:gd name="connsiteX16" fmla="*/ 32076 w 147022"/>
                <a:gd name="connsiteY16" fmla="*/ 81254 h 247032"/>
                <a:gd name="connsiteX17" fmla="*/ 39516 w 147022"/>
                <a:gd name="connsiteY17" fmla="*/ 31704 h 247032"/>
                <a:gd name="connsiteX18" fmla="*/ 74943 w 147022"/>
                <a:gd name="connsiteY18" fmla="*/ 9084 h 247032"/>
                <a:gd name="connsiteX19" fmla="*/ 108953 w 147022"/>
                <a:gd name="connsiteY19" fmla="*/ 37449 h 247032"/>
                <a:gd name="connsiteX20" fmla="*/ 114622 w 147022"/>
                <a:gd name="connsiteY20" fmla="*/ 88077 h 247032"/>
                <a:gd name="connsiteX21" fmla="*/ 71400 w 147022"/>
                <a:gd name="connsiteY21" fmla="*/ 152707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022" h="247032">
                  <a:moveTo>
                    <a:pt x="115330" y="125060"/>
                  </a:moveTo>
                  <a:lnTo>
                    <a:pt x="115330" y="136550"/>
                  </a:lnTo>
                  <a:cubicBezTo>
                    <a:pt x="115330" y="220569"/>
                    <a:pt x="78486" y="237086"/>
                    <a:pt x="57938" y="237086"/>
                  </a:cubicBezTo>
                  <a:cubicBezTo>
                    <a:pt x="51915" y="237086"/>
                    <a:pt x="32785" y="236368"/>
                    <a:pt x="23219" y="224160"/>
                  </a:cubicBezTo>
                  <a:cubicBezTo>
                    <a:pt x="38807" y="224160"/>
                    <a:pt x="41642" y="213747"/>
                    <a:pt x="41642" y="207643"/>
                  </a:cubicBezTo>
                  <a:cubicBezTo>
                    <a:pt x="41642" y="196512"/>
                    <a:pt x="33139" y="191127"/>
                    <a:pt x="25345" y="191127"/>
                  </a:cubicBezTo>
                  <a:cubicBezTo>
                    <a:pt x="19677" y="191127"/>
                    <a:pt x="9049" y="194358"/>
                    <a:pt x="9049" y="208361"/>
                  </a:cubicBezTo>
                  <a:cubicBezTo>
                    <a:pt x="9049" y="232418"/>
                    <a:pt x="28179" y="247140"/>
                    <a:pt x="58292" y="247140"/>
                  </a:cubicBezTo>
                  <a:cubicBezTo>
                    <a:pt x="103993" y="247140"/>
                    <a:pt x="147215" y="198308"/>
                    <a:pt x="147215" y="121110"/>
                  </a:cubicBezTo>
                  <a:cubicBezTo>
                    <a:pt x="147215" y="24523"/>
                    <a:pt x="106473" y="107"/>
                    <a:pt x="74943" y="107"/>
                  </a:cubicBezTo>
                  <a:cubicBezTo>
                    <a:pt x="55458" y="107"/>
                    <a:pt x="38099" y="6570"/>
                    <a:pt x="22865" y="22728"/>
                  </a:cubicBezTo>
                  <a:cubicBezTo>
                    <a:pt x="8340" y="38886"/>
                    <a:pt x="192" y="53966"/>
                    <a:pt x="192" y="80895"/>
                  </a:cubicBezTo>
                  <a:cubicBezTo>
                    <a:pt x="192" y="125778"/>
                    <a:pt x="31368" y="160966"/>
                    <a:pt x="71046" y="160966"/>
                  </a:cubicBezTo>
                  <a:cubicBezTo>
                    <a:pt x="92657" y="160966"/>
                    <a:pt x="107182" y="145885"/>
                    <a:pt x="115330" y="125060"/>
                  </a:cubicBezTo>
                  <a:close/>
                  <a:moveTo>
                    <a:pt x="71400" y="152707"/>
                  </a:moveTo>
                  <a:cubicBezTo>
                    <a:pt x="65732" y="152707"/>
                    <a:pt x="49436" y="152707"/>
                    <a:pt x="38453" y="130087"/>
                  </a:cubicBezTo>
                  <a:cubicBezTo>
                    <a:pt x="32076" y="116801"/>
                    <a:pt x="32076" y="98848"/>
                    <a:pt x="32076" y="81254"/>
                  </a:cubicBezTo>
                  <a:cubicBezTo>
                    <a:pt x="32076" y="61865"/>
                    <a:pt x="32076" y="44990"/>
                    <a:pt x="39516" y="31704"/>
                  </a:cubicBezTo>
                  <a:cubicBezTo>
                    <a:pt x="49081" y="13751"/>
                    <a:pt x="62544" y="9084"/>
                    <a:pt x="74943" y="9084"/>
                  </a:cubicBezTo>
                  <a:cubicBezTo>
                    <a:pt x="91240" y="9084"/>
                    <a:pt x="102931" y="21292"/>
                    <a:pt x="108953" y="37449"/>
                  </a:cubicBezTo>
                  <a:cubicBezTo>
                    <a:pt x="113204" y="48939"/>
                    <a:pt x="114622" y="71560"/>
                    <a:pt x="114622" y="88077"/>
                  </a:cubicBezTo>
                  <a:cubicBezTo>
                    <a:pt x="114622" y="117879"/>
                    <a:pt x="102576" y="152707"/>
                    <a:pt x="71400" y="15270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3F3E781-4B89-0D76-1E80-7784ACCCDE14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9553023" y="6164338"/>
              <a:ext cx="147022" cy="247032"/>
            </a:xfrm>
            <a:custGeom>
              <a:avLst/>
              <a:gdLst>
                <a:gd name="connsiteX0" fmla="*/ 43064 w 147022"/>
                <a:gd name="connsiteY0" fmla="*/ 75150 h 247032"/>
                <a:gd name="connsiteX1" fmla="*/ 25350 w 147022"/>
                <a:gd name="connsiteY1" fmla="*/ 46067 h 247032"/>
                <a:gd name="connsiteX2" fmla="*/ 73531 w 147022"/>
                <a:gd name="connsiteY2" fmla="*/ 9084 h 247032"/>
                <a:gd name="connsiteX3" fmla="*/ 122066 w 147022"/>
                <a:gd name="connsiteY3" fmla="*/ 53607 h 247032"/>
                <a:gd name="connsiteX4" fmla="*/ 86993 w 147022"/>
                <a:gd name="connsiteY4" fmla="*/ 103875 h 247032"/>
                <a:gd name="connsiteX5" fmla="*/ 43064 w 147022"/>
                <a:gd name="connsiteY5" fmla="*/ 75150 h 247032"/>
                <a:gd name="connsiteX6" fmla="*/ 94787 w 147022"/>
                <a:gd name="connsiteY6" fmla="*/ 109261 h 247032"/>
                <a:gd name="connsiteX7" fmla="*/ 137654 w 147022"/>
                <a:gd name="connsiteY7" fmla="*/ 53607 h 247032"/>
                <a:gd name="connsiteX8" fmla="*/ 73885 w 147022"/>
                <a:gd name="connsiteY8" fmla="*/ 107 h 247032"/>
                <a:gd name="connsiteX9" fmla="*/ 9762 w 147022"/>
                <a:gd name="connsiteY9" fmla="*/ 60070 h 247032"/>
                <a:gd name="connsiteX10" fmla="*/ 25350 w 147022"/>
                <a:gd name="connsiteY10" fmla="*/ 99567 h 247032"/>
                <a:gd name="connsiteX11" fmla="*/ 51212 w 147022"/>
                <a:gd name="connsiteY11" fmla="*/ 118956 h 247032"/>
                <a:gd name="connsiteX12" fmla="*/ 197 w 147022"/>
                <a:gd name="connsiteY12" fmla="*/ 185023 h 247032"/>
                <a:gd name="connsiteX13" fmla="*/ 73531 w 147022"/>
                <a:gd name="connsiteY13" fmla="*/ 247140 h 247032"/>
                <a:gd name="connsiteX14" fmla="*/ 147220 w 147022"/>
                <a:gd name="connsiteY14" fmla="*/ 178919 h 247032"/>
                <a:gd name="connsiteX15" fmla="*/ 129860 w 147022"/>
                <a:gd name="connsiteY15" fmla="*/ 134754 h 247032"/>
                <a:gd name="connsiteX16" fmla="*/ 94787 w 147022"/>
                <a:gd name="connsiteY16" fmla="*/ 109261 h 247032"/>
                <a:gd name="connsiteX17" fmla="*/ 59360 w 147022"/>
                <a:gd name="connsiteY17" fmla="*/ 124342 h 247032"/>
                <a:gd name="connsiteX18" fmla="*/ 102936 w 147022"/>
                <a:gd name="connsiteY18" fmla="*/ 152348 h 247032"/>
                <a:gd name="connsiteX19" fmla="*/ 129506 w 147022"/>
                <a:gd name="connsiteY19" fmla="*/ 191845 h 247032"/>
                <a:gd name="connsiteX20" fmla="*/ 73885 w 147022"/>
                <a:gd name="connsiteY20" fmla="*/ 237086 h 247032"/>
                <a:gd name="connsiteX21" fmla="*/ 17910 w 147022"/>
                <a:gd name="connsiteY21" fmla="*/ 185023 h 247032"/>
                <a:gd name="connsiteX22" fmla="*/ 59360 w 147022"/>
                <a:gd name="connsiteY22" fmla="*/ 124342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7022" h="247032">
                  <a:moveTo>
                    <a:pt x="43064" y="75150"/>
                  </a:moveTo>
                  <a:cubicBezTo>
                    <a:pt x="26767" y="64379"/>
                    <a:pt x="25350" y="52171"/>
                    <a:pt x="25350" y="46067"/>
                  </a:cubicBezTo>
                  <a:cubicBezTo>
                    <a:pt x="25350" y="24164"/>
                    <a:pt x="48378" y="9084"/>
                    <a:pt x="73531" y="9084"/>
                  </a:cubicBezTo>
                  <a:cubicBezTo>
                    <a:pt x="99393" y="9084"/>
                    <a:pt x="122066" y="27755"/>
                    <a:pt x="122066" y="53607"/>
                  </a:cubicBezTo>
                  <a:cubicBezTo>
                    <a:pt x="122066" y="74073"/>
                    <a:pt x="108250" y="91308"/>
                    <a:pt x="86993" y="103875"/>
                  </a:cubicBezTo>
                  <a:lnTo>
                    <a:pt x="43064" y="75150"/>
                  </a:lnTo>
                  <a:close/>
                  <a:moveTo>
                    <a:pt x="94787" y="109261"/>
                  </a:moveTo>
                  <a:cubicBezTo>
                    <a:pt x="120295" y="95976"/>
                    <a:pt x="137654" y="77305"/>
                    <a:pt x="137654" y="53607"/>
                  </a:cubicBezTo>
                  <a:cubicBezTo>
                    <a:pt x="137654" y="20574"/>
                    <a:pt x="106124" y="107"/>
                    <a:pt x="73885" y="107"/>
                  </a:cubicBezTo>
                  <a:cubicBezTo>
                    <a:pt x="38458" y="107"/>
                    <a:pt x="9762" y="26678"/>
                    <a:pt x="9762" y="60070"/>
                  </a:cubicBezTo>
                  <a:cubicBezTo>
                    <a:pt x="9762" y="66533"/>
                    <a:pt x="10471" y="82691"/>
                    <a:pt x="25350" y="99567"/>
                  </a:cubicBezTo>
                  <a:cubicBezTo>
                    <a:pt x="29247" y="103875"/>
                    <a:pt x="42355" y="112852"/>
                    <a:pt x="51212" y="118956"/>
                  </a:cubicBezTo>
                  <a:cubicBezTo>
                    <a:pt x="30664" y="129368"/>
                    <a:pt x="197" y="149476"/>
                    <a:pt x="197" y="185023"/>
                  </a:cubicBezTo>
                  <a:cubicBezTo>
                    <a:pt x="197" y="223083"/>
                    <a:pt x="36332" y="247140"/>
                    <a:pt x="73531" y="247140"/>
                  </a:cubicBezTo>
                  <a:cubicBezTo>
                    <a:pt x="113564" y="247140"/>
                    <a:pt x="147220" y="217338"/>
                    <a:pt x="147220" y="178919"/>
                  </a:cubicBezTo>
                  <a:cubicBezTo>
                    <a:pt x="147220" y="165992"/>
                    <a:pt x="143322" y="149835"/>
                    <a:pt x="129860" y="134754"/>
                  </a:cubicBezTo>
                  <a:cubicBezTo>
                    <a:pt x="123129" y="127214"/>
                    <a:pt x="117461" y="123623"/>
                    <a:pt x="94787" y="109261"/>
                  </a:cubicBezTo>
                  <a:close/>
                  <a:moveTo>
                    <a:pt x="59360" y="124342"/>
                  </a:moveTo>
                  <a:lnTo>
                    <a:pt x="102936" y="152348"/>
                  </a:lnTo>
                  <a:cubicBezTo>
                    <a:pt x="112855" y="159170"/>
                    <a:pt x="129506" y="169942"/>
                    <a:pt x="129506" y="191845"/>
                  </a:cubicBezTo>
                  <a:cubicBezTo>
                    <a:pt x="129506" y="218415"/>
                    <a:pt x="102936" y="237086"/>
                    <a:pt x="73885" y="237086"/>
                  </a:cubicBezTo>
                  <a:cubicBezTo>
                    <a:pt x="43418" y="237086"/>
                    <a:pt x="17910" y="214824"/>
                    <a:pt x="17910" y="185023"/>
                  </a:cubicBezTo>
                  <a:cubicBezTo>
                    <a:pt x="17910" y="164197"/>
                    <a:pt x="29247" y="141217"/>
                    <a:pt x="59360" y="124342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BA084DE9-E5DB-4240-2C67-350AC46108BF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9725200" y="6160389"/>
              <a:ext cx="156942" cy="243082"/>
            </a:xfrm>
            <a:custGeom>
              <a:avLst/>
              <a:gdLst>
                <a:gd name="connsiteX0" fmla="*/ 94438 w 156942"/>
                <a:gd name="connsiteY0" fmla="*/ 183945 h 243082"/>
                <a:gd name="connsiteX1" fmla="*/ 94438 w 156942"/>
                <a:gd name="connsiteY1" fmla="*/ 215183 h 243082"/>
                <a:gd name="connsiteX2" fmla="*/ 67513 w 156942"/>
                <a:gd name="connsiteY2" fmla="*/ 232059 h 243082"/>
                <a:gd name="connsiteX3" fmla="*/ 60074 w 156942"/>
                <a:gd name="connsiteY3" fmla="*/ 232059 h 243082"/>
                <a:gd name="connsiteX4" fmla="*/ 60074 w 156942"/>
                <a:gd name="connsiteY4" fmla="*/ 243190 h 243082"/>
                <a:gd name="connsiteX5" fmla="*/ 107900 w 156942"/>
                <a:gd name="connsiteY5" fmla="*/ 242113 h 243082"/>
                <a:gd name="connsiteX6" fmla="*/ 156081 w 156942"/>
                <a:gd name="connsiteY6" fmla="*/ 243190 h 243082"/>
                <a:gd name="connsiteX7" fmla="*/ 156081 w 156942"/>
                <a:gd name="connsiteY7" fmla="*/ 232059 h 243082"/>
                <a:gd name="connsiteX8" fmla="*/ 148642 w 156942"/>
                <a:gd name="connsiteY8" fmla="*/ 232059 h 243082"/>
                <a:gd name="connsiteX9" fmla="*/ 121717 w 156942"/>
                <a:gd name="connsiteY9" fmla="*/ 215183 h 243082"/>
                <a:gd name="connsiteX10" fmla="*/ 121717 w 156942"/>
                <a:gd name="connsiteY10" fmla="*/ 183945 h 243082"/>
                <a:gd name="connsiteX11" fmla="*/ 157144 w 156942"/>
                <a:gd name="connsiteY11" fmla="*/ 183945 h 243082"/>
                <a:gd name="connsiteX12" fmla="*/ 157144 w 156942"/>
                <a:gd name="connsiteY12" fmla="*/ 172815 h 243082"/>
                <a:gd name="connsiteX13" fmla="*/ 121717 w 156942"/>
                <a:gd name="connsiteY13" fmla="*/ 172815 h 243082"/>
                <a:gd name="connsiteX14" fmla="*/ 121717 w 156942"/>
                <a:gd name="connsiteY14" fmla="*/ 9443 h 243082"/>
                <a:gd name="connsiteX15" fmla="*/ 116049 w 156942"/>
                <a:gd name="connsiteY15" fmla="*/ 107 h 243082"/>
                <a:gd name="connsiteX16" fmla="*/ 108963 w 156942"/>
                <a:gd name="connsiteY16" fmla="*/ 4416 h 243082"/>
                <a:gd name="connsiteX17" fmla="*/ 202 w 156942"/>
                <a:gd name="connsiteY17" fmla="*/ 172815 h 243082"/>
                <a:gd name="connsiteX18" fmla="*/ 202 w 156942"/>
                <a:gd name="connsiteY18" fmla="*/ 183945 h 243082"/>
                <a:gd name="connsiteX19" fmla="*/ 94438 w 156942"/>
                <a:gd name="connsiteY19" fmla="*/ 183945 h 243082"/>
                <a:gd name="connsiteX20" fmla="*/ 96564 w 156942"/>
                <a:gd name="connsiteY20" fmla="*/ 172815 h 243082"/>
                <a:gd name="connsiteX21" fmla="*/ 10121 w 156942"/>
                <a:gd name="connsiteY21" fmla="*/ 172815 h 243082"/>
                <a:gd name="connsiteX22" fmla="*/ 96564 w 156942"/>
                <a:gd name="connsiteY22" fmla="*/ 38886 h 243082"/>
                <a:gd name="connsiteX23" fmla="*/ 96564 w 156942"/>
                <a:gd name="connsiteY23" fmla="*/ 172815 h 24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43082">
                  <a:moveTo>
                    <a:pt x="94438" y="183945"/>
                  </a:moveTo>
                  <a:lnTo>
                    <a:pt x="94438" y="215183"/>
                  </a:lnTo>
                  <a:cubicBezTo>
                    <a:pt x="94438" y="228110"/>
                    <a:pt x="93729" y="232059"/>
                    <a:pt x="67513" y="232059"/>
                  </a:cubicBezTo>
                  <a:lnTo>
                    <a:pt x="60074" y="232059"/>
                  </a:lnTo>
                  <a:lnTo>
                    <a:pt x="60074" y="243190"/>
                  </a:lnTo>
                  <a:cubicBezTo>
                    <a:pt x="74599" y="242113"/>
                    <a:pt x="93021" y="242113"/>
                    <a:pt x="107900" y="242113"/>
                  </a:cubicBezTo>
                  <a:cubicBezTo>
                    <a:pt x="122780" y="242113"/>
                    <a:pt x="141556" y="242113"/>
                    <a:pt x="156081" y="243190"/>
                  </a:cubicBezTo>
                  <a:lnTo>
                    <a:pt x="156081" y="232059"/>
                  </a:lnTo>
                  <a:lnTo>
                    <a:pt x="148642" y="232059"/>
                  </a:lnTo>
                  <a:cubicBezTo>
                    <a:pt x="122425" y="232059"/>
                    <a:pt x="121717" y="228110"/>
                    <a:pt x="121717" y="215183"/>
                  </a:cubicBezTo>
                  <a:lnTo>
                    <a:pt x="121717" y="183945"/>
                  </a:lnTo>
                  <a:lnTo>
                    <a:pt x="157144" y="183945"/>
                  </a:lnTo>
                  <a:lnTo>
                    <a:pt x="157144" y="172815"/>
                  </a:lnTo>
                  <a:lnTo>
                    <a:pt x="121717" y="172815"/>
                  </a:lnTo>
                  <a:lnTo>
                    <a:pt x="121717" y="9443"/>
                  </a:lnTo>
                  <a:cubicBezTo>
                    <a:pt x="121717" y="2262"/>
                    <a:pt x="121717" y="107"/>
                    <a:pt x="116049" y="107"/>
                  </a:cubicBezTo>
                  <a:cubicBezTo>
                    <a:pt x="112860" y="107"/>
                    <a:pt x="111797" y="107"/>
                    <a:pt x="108963" y="4416"/>
                  </a:cubicBezTo>
                  <a:lnTo>
                    <a:pt x="202" y="172815"/>
                  </a:lnTo>
                  <a:lnTo>
                    <a:pt x="202" y="183945"/>
                  </a:lnTo>
                  <a:lnTo>
                    <a:pt x="94438" y="183945"/>
                  </a:lnTo>
                  <a:close/>
                  <a:moveTo>
                    <a:pt x="96564" y="172815"/>
                  </a:moveTo>
                  <a:lnTo>
                    <a:pt x="10121" y="172815"/>
                  </a:lnTo>
                  <a:lnTo>
                    <a:pt x="96564" y="38886"/>
                  </a:lnTo>
                  <a:lnTo>
                    <a:pt x="96564" y="172815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EC29D90-562C-6361-2ECF-C5BB43CD6148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0116933" y="6101863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63CF50A-2938-CE77-88D0-07B4682A39E3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0459069" y="6164338"/>
              <a:ext cx="147022" cy="247032"/>
            </a:xfrm>
            <a:custGeom>
              <a:avLst/>
              <a:gdLst>
                <a:gd name="connsiteX0" fmla="*/ 88082 w 147022"/>
                <a:gd name="connsiteY0" fmla="*/ 112852 h 247032"/>
                <a:gd name="connsiteX1" fmla="*/ 137680 w 147022"/>
                <a:gd name="connsiteY1" fmla="*/ 49657 h 247032"/>
                <a:gd name="connsiteX2" fmla="*/ 72494 w 147022"/>
                <a:gd name="connsiteY2" fmla="*/ 107 h 247032"/>
                <a:gd name="connsiteX3" fmla="*/ 9788 w 147022"/>
                <a:gd name="connsiteY3" fmla="*/ 48939 h 247032"/>
                <a:gd name="connsiteX4" fmla="*/ 27855 w 147022"/>
                <a:gd name="connsiteY4" fmla="*/ 67610 h 247032"/>
                <a:gd name="connsiteX5" fmla="*/ 45923 w 147022"/>
                <a:gd name="connsiteY5" fmla="*/ 49298 h 247032"/>
                <a:gd name="connsiteX6" fmla="*/ 23958 w 147022"/>
                <a:gd name="connsiteY6" fmla="*/ 31345 h 247032"/>
                <a:gd name="connsiteX7" fmla="*/ 71077 w 147022"/>
                <a:gd name="connsiteY7" fmla="*/ 9084 h 247032"/>
                <a:gd name="connsiteX8" fmla="*/ 105087 w 147022"/>
                <a:gd name="connsiteY8" fmla="*/ 49298 h 247032"/>
                <a:gd name="connsiteX9" fmla="*/ 95167 w 147022"/>
                <a:gd name="connsiteY9" fmla="*/ 90231 h 247032"/>
                <a:gd name="connsiteX10" fmla="*/ 63637 w 147022"/>
                <a:gd name="connsiteY10" fmla="*/ 108902 h 247032"/>
                <a:gd name="connsiteX11" fmla="*/ 49820 w 147022"/>
                <a:gd name="connsiteY11" fmla="*/ 109979 h 247032"/>
                <a:gd name="connsiteX12" fmla="*/ 44506 w 147022"/>
                <a:gd name="connsiteY12" fmla="*/ 114288 h 247032"/>
                <a:gd name="connsiteX13" fmla="*/ 53009 w 147022"/>
                <a:gd name="connsiteY13" fmla="*/ 118238 h 247032"/>
                <a:gd name="connsiteX14" fmla="*/ 68597 w 147022"/>
                <a:gd name="connsiteY14" fmla="*/ 118238 h 247032"/>
                <a:gd name="connsiteX15" fmla="*/ 110755 w 147022"/>
                <a:gd name="connsiteY15" fmla="*/ 177841 h 247032"/>
                <a:gd name="connsiteX16" fmla="*/ 70722 w 147022"/>
                <a:gd name="connsiteY16" fmla="*/ 237086 h 247032"/>
                <a:gd name="connsiteX17" fmla="*/ 16519 w 147022"/>
                <a:gd name="connsiteY17" fmla="*/ 209798 h 247032"/>
                <a:gd name="connsiteX18" fmla="*/ 39901 w 147022"/>
                <a:gd name="connsiteY18" fmla="*/ 190049 h 247032"/>
                <a:gd name="connsiteX19" fmla="*/ 20061 w 147022"/>
                <a:gd name="connsiteY19" fmla="*/ 169942 h 247032"/>
                <a:gd name="connsiteX20" fmla="*/ 222 w 147022"/>
                <a:gd name="connsiteY20" fmla="*/ 190768 h 247032"/>
                <a:gd name="connsiteX21" fmla="*/ 71785 w 147022"/>
                <a:gd name="connsiteY21" fmla="*/ 247140 h 247032"/>
                <a:gd name="connsiteX22" fmla="*/ 147245 w 147022"/>
                <a:gd name="connsiteY22" fmla="*/ 177841 h 247032"/>
                <a:gd name="connsiteX23" fmla="*/ 88082 w 147022"/>
                <a:gd name="connsiteY23" fmla="*/ 112852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7032">
                  <a:moveTo>
                    <a:pt x="88082" y="112852"/>
                  </a:moveTo>
                  <a:cubicBezTo>
                    <a:pt x="117132" y="103157"/>
                    <a:pt x="137680" y="78023"/>
                    <a:pt x="137680" y="49657"/>
                  </a:cubicBezTo>
                  <a:cubicBezTo>
                    <a:pt x="137680" y="20215"/>
                    <a:pt x="106504" y="107"/>
                    <a:pt x="72494" y="107"/>
                  </a:cubicBezTo>
                  <a:cubicBezTo>
                    <a:pt x="36712" y="107"/>
                    <a:pt x="9788" y="21651"/>
                    <a:pt x="9788" y="48939"/>
                  </a:cubicBezTo>
                  <a:cubicBezTo>
                    <a:pt x="9788" y="60788"/>
                    <a:pt x="17582" y="67610"/>
                    <a:pt x="27855" y="67610"/>
                  </a:cubicBezTo>
                  <a:cubicBezTo>
                    <a:pt x="38838" y="67610"/>
                    <a:pt x="45923" y="59711"/>
                    <a:pt x="45923" y="49298"/>
                  </a:cubicBezTo>
                  <a:cubicBezTo>
                    <a:pt x="45923" y="31345"/>
                    <a:pt x="29273" y="31345"/>
                    <a:pt x="23958" y="31345"/>
                  </a:cubicBezTo>
                  <a:cubicBezTo>
                    <a:pt x="34941" y="13751"/>
                    <a:pt x="58323" y="9084"/>
                    <a:pt x="71077" y="9084"/>
                  </a:cubicBezTo>
                  <a:cubicBezTo>
                    <a:pt x="85602" y="9084"/>
                    <a:pt x="105087" y="16983"/>
                    <a:pt x="105087" y="49298"/>
                  </a:cubicBezTo>
                  <a:cubicBezTo>
                    <a:pt x="105087" y="53607"/>
                    <a:pt x="104378" y="74432"/>
                    <a:pt x="95167" y="90231"/>
                  </a:cubicBezTo>
                  <a:cubicBezTo>
                    <a:pt x="84539" y="107466"/>
                    <a:pt x="72494" y="108543"/>
                    <a:pt x="63637" y="108902"/>
                  </a:cubicBezTo>
                  <a:cubicBezTo>
                    <a:pt x="60803" y="109261"/>
                    <a:pt x="52300" y="109979"/>
                    <a:pt x="49820" y="109979"/>
                  </a:cubicBezTo>
                  <a:cubicBezTo>
                    <a:pt x="46986" y="110338"/>
                    <a:pt x="44506" y="110697"/>
                    <a:pt x="44506" y="114288"/>
                  </a:cubicBezTo>
                  <a:cubicBezTo>
                    <a:pt x="44506" y="118238"/>
                    <a:pt x="46986" y="118238"/>
                    <a:pt x="53009" y="118238"/>
                  </a:cubicBezTo>
                  <a:lnTo>
                    <a:pt x="68597" y="118238"/>
                  </a:lnTo>
                  <a:cubicBezTo>
                    <a:pt x="97647" y="118238"/>
                    <a:pt x="110755" y="142654"/>
                    <a:pt x="110755" y="177841"/>
                  </a:cubicBezTo>
                  <a:cubicBezTo>
                    <a:pt x="110755" y="226673"/>
                    <a:pt x="86310" y="237086"/>
                    <a:pt x="70722" y="237086"/>
                  </a:cubicBezTo>
                  <a:cubicBezTo>
                    <a:pt x="55489" y="237086"/>
                    <a:pt x="28918" y="230982"/>
                    <a:pt x="16519" y="209798"/>
                  </a:cubicBezTo>
                  <a:cubicBezTo>
                    <a:pt x="28918" y="211593"/>
                    <a:pt x="39901" y="203694"/>
                    <a:pt x="39901" y="190049"/>
                  </a:cubicBezTo>
                  <a:cubicBezTo>
                    <a:pt x="39901" y="177123"/>
                    <a:pt x="30335" y="169942"/>
                    <a:pt x="20061" y="169942"/>
                  </a:cubicBezTo>
                  <a:cubicBezTo>
                    <a:pt x="11559" y="169942"/>
                    <a:pt x="222" y="174969"/>
                    <a:pt x="222" y="190768"/>
                  </a:cubicBezTo>
                  <a:cubicBezTo>
                    <a:pt x="222" y="223442"/>
                    <a:pt x="33170" y="247140"/>
                    <a:pt x="71785" y="247140"/>
                  </a:cubicBezTo>
                  <a:cubicBezTo>
                    <a:pt x="115006" y="247140"/>
                    <a:pt x="147245" y="214465"/>
                    <a:pt x="147245" y="177841"/>
                  </a:cubicBezTo>
                  <a:cubicBezTo>
                    <a:pt x="147245" y="148399"/>
                    <a:pt x="124926" y="120392"/>
                    <a:pt x="88082" y="112852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8F619C8-8E20-FAF5-C35A-1C8115D87EF6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0651793" y="6365411"/>
              <a:ext cx="37552" cy="38060"/>
            </a:xfrm>
            <a:custGeom>
              <a:avLst/>
              <a:gdLst>
                <a:gd name="connsiteX0" fmla="*/ 37780 w 37552"/>
                <a:gd name="connsiteY0" fmla="*/ 19137 h 38060"/>
                <a:gd name="connsiteX1" fmla="*/ 19004 w 37552"/>
                <a:gd name="connsiteY1" fmla="*/ 107 h 38060"/>
                <a:gd name="connsiteX2" fmla="*/ 227 w 37552"/>
                <a:gd name="connsiteY2" fmla="*/ 19137 h 38060"/>
                <a:gd name="connsiteX3" fmla="*/ 19004 w 37552"/>
                <a:gd name="connsiteY3" fmla="*/ 38167 h 38060"/>
                <a:gd name="connsiteX4" fmla="*/ 37780 w 37552"/>
                <a:gd name="connsiteY4" fmla="*/ 19137 h 3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8060">
                  <a:moveTo>
                    <a:pt x="37780" y="19137"/>
                  </a:moveTo>
                  <a:cubicBezTo>
                    <a:pt x="37780" y="8725"/>
                    <a:pt x="29278" y="107"/>
                    <a:pt x="19004" y="107"/>
                  </a:cubicBezTo>
                  <a:cubicBezTo>
                    <a:pt x="8730" y="107"/>
                    <a:pt x="227" y="8725"/>
                    <a:pt x="227" y="19137"/>
                  </a:cubicBezTo>
                  <a:cubicBezTo>
                    <a:pt x="227" y="29550"/>
                    <a:pt x="8730" y="38167"/>
                    <a:pt x="19004" y="38167"/>
                  </a:cubicBezTo>
                  <a:cubicBezTo>
                    <a:pt x="29278" y="38167"/>
                    <a:pt x="37780" y="29550"/>
                    <a:pt x="37780" y="1913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5F16F2D-DEE2-2996-D952-78373690057D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0729655" y="6160389"/>
              <a:ext cx="156942" cy="243082"/>
            </a:xfrm>
            <a:custGeom>
              <a:avLst/>
              <a:gdLst>
                <a:gd name="connsiteX0" fmla="*/ 94466 w 156942"/>
                <a:gd name="connsiteY0" fmla="*/ 183945 h 243082"/>
                <a:gd name="connsiteX1" fmla="*/ 94466 w 156942"/>
                <a:gd name="connsiteY1" fmla="*/ 215183 h 243082"/>
                <a:gd name="connsiteX2" fmla="*/ 67542 w 156942"/>
                <a:gd name="connsiteY2" fmla="*/ 232059 h 243082"/>
                <a:gd name="connsiteX3" fmla="*/ 60102 w 156942"/>
                <a:gd name="connsiteY3" fmla="*/ 232059 h 243082"/>
                <a:gd name="connsiteX4" fmla="*/ 60102 w 156942"/>
                <a:gd name="connsiteY4" fmla="*/ 243190 h 243082"/>
                <a:gd name="connsiteX5" fmla="*/ 107929 w 156942"/>
                <a:gd name="connsiteY5" fmla="*/ 242113 h 243082"/>
                <a:gd name="connsiteX6" fmla="*/ 156110 w 156942"/>
                <a:gd name="connsiteY6" fmla="*/ 243190 h 243082"/>
                <a:gd name="connsiteX7" fmla="*/ 156110 w 156942"/>
                <a:gd name="connsiteY7" fmla="*/ 232059 h 243082"/>
                <a:gd name="connsiteX8" fmla="*/ 148670 w 156942"/>
                <a:gd name="connsiteY8" fmla="*/ 232059 h 243082"/>
                <a:gd name="connsiteX9" fmla="*/ 121745 w 156942"/>
                <a:gd name="connsiteY9" fmla="*/ 215183 h 243082"/>
                <a:gd name="connsiteX10" fmla="*/ 121745 w 156942"/>
                <a:gd name="connsiteY10" fmla="*/ 183945 h 243082"/>
                <a:gd name="connsiteX11" fmla="*/ 157172 w 156942"/>
                <a:gd name="connsiteY11" fmla="*/ 183945 h 243082"/>
                <a:gd name="connsiteX12" fmla="*/ 157172 w 156942"/>
                <a:gd name="connsiteY12" fmla="*/ 172815 h 243082"/>
                <a:gd name="connsiteX13" fmla="*/ 121745 w 156942"/>
                <a:gd name="connsiteY13" fmla="*/ 172815 h 243082"/>
                <a:gd name="connsiteX14" fmla="*/ 121745 w 156942"/>
                <a:gd name="connsiteY14" fmla="*/ 9443 h 243082"/>
                <a:gd name="connsiteX15" fmla="*/ 116077 w 156942"/>
                <a:gd name="connsiteY15" fmla="*/ 107 h 243082"/>
                <a:gd name="connsiteX16" fmla="*/ 108991 w 156942"/>
                <a:gd name="connsiteY16" fmla="*/ 4416 h 243082"/>
                <a:gd name="connsiteX17" fmla="*/ 230 w 156942"/>
                <a:gd name="connsiteY17" fmla="*/ 172815 h 243082"/>
                <a:gd name="connsiteX18" fmla="*/ 230 w 156942"/>
                <a:gd name="connsiteY18" fmla="*/ 183945 h 243082"/>
                <a:gd name="connsiteX19" fmla="*/ 94466 w 156942"/>
                <a:gd name="connsiteY19" fmla="*/ 183945 h 243082"/>
                <a:gd name="connsiteX20" fmla="*/ 96592 w 156942"/>
                <a:gd name="connsiteY20" fmla="*/ 172815 h 243082"/>
                <a:gd name="connsiteX21" fmla="*/ 10150 w 156942"/>
                <a:gd name="connsiteY21" fmla="*/ 172815 h 243082"/>
                <a:gd name="connsiteX22" fmla="*/ 96592 w 156942"/>
                <a:gd name="connsiteY22" fmla="*/ 38886 h 243082"/>
                <a:gd name="connsiteX23" fmla="*/ 96592 w 156942"/>
                <a:gd name="connsiteY23" fmla="*/ 172815 h 24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43082">
                  <a:moveTo>
                    <a:pt x="94466" y="183945"/>
                  </a:moveTo>
                  <a:lnTo>
                    <a:pt x="94466" y="215183"/>
                  </a:lnTo>
                  <a:cubicBezTo>
                    <a:pt x="94466" y="228110"/>
                    <a:pt x="93758" y="232059"/>
                    <a:pt x="67542" y="232059"/>
                  </a:cubicBezTo>
                  <a:lnTo>
                    <a:pt x="60102" y="232059"/>
                  </a:lnTo>
                  <a:lnTo>
                    <a:pt x="60102" y="243190"/>
                  </a:lnTo>
                  <a:cubicBezTo>
                    <a:pt x="74627" y="242113"/>
                    <a:pt x="93049" y="242113"/>
                    <a:pt x="107929" y="242113"/>
                  </a:cubicBezTo>
                  <a:cubicBezTo>
                    <a:pt x="122808" y="242113"/>
                    <a:pt x="141584" y="242113"/>
                    <a:pt x="156110" y="243190"/>
                  </a:cubicBezTo>
                  <a:lnTo>
                    <a:pt x="156110" y="232059"/>
                  </a:lnTo>
                  <a:lnTo>
                    <a:pt x="148670" y="232059"/>
                  </a:lnTo>
                  <a:cubicBezTo>
                    <a:pt x="122454" y="232059"/>
                    <a:pt x="121745" y="228110"/>
                    <a:pt x="121745" y="215183"/>
                  </a:cubicBezTo>
                  <a:lnTo>
                    <a:pt x="121745" y="183945"/>
                  </a:lnTo>
                  <a:lnTo>
                    <a:pt x="157172" y="183945"/>
                  </a:lnTo>
                  <a:lnTo>
                    <a:pt x="157172" y="172815"/>
                  </a:lnTo>
                  <a:lnTo>
                    <a:pt x="121745" y="172815"/>
                  </a:lnTo>
                  <a:lnTo>
                    <a:pt x="121745" y="9443"/>
                  </a:lnTo>
                  <a:cubicBezTo>
                    <a:pt x="121745" y="2262"/>
                    <a:pt x="121745" y="107"/>
                    <a:pt x="116077" y="107"/>
                  </a:cubicBezTo>
                  <a:cubicBezTo>
                    <a:pt x="112888" y="107"/>
                    <a:pt x="111826" y="107"/>
                    <a:pt x="108991" y="4416"/>
                  </a:cubicBezTo>
                  <a:lnTo>
                    <a:pt x="230" y="172815"/>
                  </a:lnTo>
                  <a:lnTo>
                    <a:pt x="230" y="183945"/>
                  </a:lnTo>
                  <a:lnTo>
                    <a:pt x="94466" y="183945"/>
                  </a:lnTo>
                  <a:close/>
                  <a:moveTo>
                    <a:pt x="96592" y="172815"/>
                  </a:moveTo>
                  <a:lnTo>
                    <a:pt x="10150" y="172815"/>
                  </a:lnTo>
                  <a:lnTo>
                    <a:pt x="96592" y="38886"/>
                  </a:lnTo>
                  <a:lnTo>
                    <a:pt x="96592" y="172815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41CD427-FCF8-45BB-141D-0D0480CF9F24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0914585" y="6164338"/>
              <a:ext cx="141354" cy="239133"/>
            </a:xfrm>
            <a:custGeom>
              <a:avLst/>
              <a:gdLst>
                <a:gd name="connsiteX0" fmla="*/ 27514 w 141354"/>
                <a:gd name="connsiteY0" fmla="*/ 211593 h 239133"/>
                <a:gd name="connsiteX1" fmla="*/ 65067 w 141354"/>
                <a:gd name="connsiteY1" fmla="*/ 174610 h 239133"/>
                <a:gd name="connsiteX2" fmla="*/ 141589 w 141354"/>
                <a:gd name="connsiteY2" fmla="*/ 69765 h 239133"/>
                <a:gd name="connsiteX3" fmla="*/ 66484 w 141354"/>
                <a:gd name="connsiteY3" fmla="*/ 107 h 239133"/>
                <a:gd name="connsiteX4" fmla="*/ 235 w 141354"/>
                <a:gd name="connsiteY4" fmla="*/ 65097 h 239133"/>
                <a:gd name="connsiteX5" fmla="*/ 19011 w 141354"/>
                <a:gd name="connsiteY5" fmla="*/ 85204 h 239133"/>
                <a:gd name="connsiteX6" fmla="*/ 37434 w 141354"/>
                <a:gd name="connsiteY6" fmla="*/ 66174 h 239133"/>
                <a:gd name="connsiteX7" fmla="*/ 18657 w 141354"/>
                <a:gd name="connsiteY7" fmla="*/ 47503 h 239133"/>
                <a:gd name="connsiteX8" fmla="*/ 14052 w 141354"/>
                <a:gd name="connsiteY8" fmla="*/ 47862 h 239133"/>
                <a:gd name="connsiteX9" fmla="*/ 61878 w 141354"/>
                <a:gd name="connsiteY9" fmla="*/ 11238 h 239133"/>
                <a:gd name="connsiteX10" fmla="*/ 109351 w 141354"/>
                <a:gd name="connsiteY10" fmla="*/ 69765 h 239133"/>
                <a:gd name="connsiteX11" fmla="*/ 72152 w 141354"/>
                <a:gd name="connsiteY11" fmla="*/ 149117 h 239133"/>
                <a:gd name="connsiteX12" fmla="*/ 4132 w 141354"/>
                <a:gd name="connsiteY12" fmla="*/ 225955 h 239133"/>
                <a:gd name="connsiteX13" fmla="*/ 235 w 141354"/>
                <a:gd name="connsiteY13" fmla="*/ 239240 h 239133"/>
                <a:gd name="connsiteX14" fmla="*/ 131670 w 141354"/>
                <a:gd name="connsiteY14" fmla="*/ 239240 h 239133"/>
                <a:gd name="connsiteX15" fmla="*/ 141589 w 141354"/>
                <a:gd name="connsiteY15" fmla="*/ 176764 h 239133"/>
                <a:gd name="connsiteX16" fmla="*/ 132733 w 141354"/>
                <a:gd name="connsiteY16" fmla="*/ 176764 h 239133"/>
                <a:gd name="connsiteX17" fmla="*/ 124939 w 141354"/>
                <a:gd name="connsiteY17" fmla="*/ 208720 h 239133"/>
                <a:gd name="connsiteX18" fmla="*/ 91283 w 141354"/>
                <a:gd name="connsiteY18" fmla="*/ 211593 h 239133"/>
                <a:gd name="connsiteX19" fmla="*/ 27514 w 141354"/>
                <a:gd name="connsiteY19" fmla="*/ 211593 h 23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354" h="239133">
                  <a:moveTo>
                    <a:pt x="27514" y="211593"/>
                  </a:moveTo>
                  <a:lnTo>
                    <a:pt x="65067" y="174610"/>
                  </a:lnTo>
                  <a:cubicBezTo>
                    <a:pt x="120333" y="125060"/>
                    <a:pt x="141589" y="105671"/>
                    <a:pt x="141589" y="69765"/>
                  </a:cubicBezTo>
                  <a:cubicBezTo>
                    <a:pt x="141589" y="28832"/>
                    <a:pt x="109705" y="107"/>
                    <a:pt x="66484" y="107"/>
                  </a:cubicBezTo>
                  <a:cubicBezTo>
                    <a:pt x="26451" y="107"/>
                    <a:pt x="235" y="33141"/>
                    <a:pt x="235" y="65097"/>
                  </a:cubicBezTo>
                  <a:cubicBezTo>
                    <a:pt x="235" y="85204"/>
                    <a:pt x="17949" y="85204"/>
                    <a:pt x="19011" y="85204"/>
                  </a:cubicBezTo>
                  <a:cubicBezTo>
                    <a:pt x="25034" y="85204"/>
                    <a:pt x="37434" y="80895"/>
                    <a:pt x="37434" y="66174"/>
                  </a:cubicBezTo>
                  <a:cubicBezTo>
                    <a:pt x="37434" y="56839"/>
                    <a:pt x="31057" y="47503"/>
                    <a:pt x="18657" y="47503"/>
                  </a:cubicBezTo>
                  <a:cubicBezTo>
                    <a:pt x="15823" y="47503"/>
                    <a:pt x="15114" y="47503"/>
                    <a:pt x="14052" y="47862"/>
                  </a:cubicBezTo>
                  <a:cubicBezTo>
                    <a:pt x="22200" y="24523"/>
                    <a:pt x="41330" y="11238"/>
                    <a:pt x="61878" y="11238"/>
                  </a:cubicBezTo>
                  <a:cubicBezTo>
                    <a:pt x="94117" y="11238"/>
                    <a:pt x="109351" y="40322"/>
                    <a:pt x="109351" y="69765"/>
                  </a:cubicBezTo>
                  <a:cubicBezTo>
                    <a:pt x="109351" y="98489"/>
                    <a:pt x="91637" y="126855"/>
                    <a:pt x="72152" y="149117"/>
                  </a:cubicBezTo>
                  <a:lnTo>
                    <a:pt x="4132" y="225955"/>
                  </a:lnTo>
                  <a:cubicBezTo>
                    <a:pt x="235" y="229905"/>
                    <a:pt x="235" y="230623"/>
                    <a:pt x="235" y="239240"/>
                  </a:cubicBezTo>
                  <a:lnTo>
                    <a:pt x="131670" y="239240"/>
                  </a:lnTo>
                  <a:lnTo>
                    <a:pt x="141589" y="176764"/>
                  </a:lnTo>
                  <a:lnTo>
                    <a:pt x="132733" y="176764"/>
                  </a:lnTo>
                  <a:cubicBezTo>
                    <a:pt x="130961" y="187536"/>
                    <a:pt x="128481" y="203335"/>
                    <a:pt x="124939" y="208720"/>
                  </a:cubicBezTo>
                  <a:cubicBezTo>
                    <a:pt x="122459" y="211593"/>
                    <a:pt x="99077" y="211593"/>
                    <a:pt x="91283" y="211593"/>
                  </a:cubicBezTo>
                  <a:lnTo>
                    <a:pt x="27514" y="211593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DB75348-5873-108D-C064-78119F3DAAE0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1091721" y="6164338"/>
              <a:ext cx="141354" cy="247032"/>
            </a:xfrm>
            <a:custGeom>
              <a:avLst/>
              <a:gdLst>
                <a:gd name="connsiteX0" fmla="*/ 141594 w 141354"/>
                <a:gd name="connsiteY0" fmla="*/ 167070 h 247032"/>
                <a:gd name="connsiteX1" fmla="*/ 74283 w 141354"/>
                <a:gd name="connsiteY1" fmla="*/ 88436 h 247032"/>
                <a:gd name="connsiteX2" fmla="*/ 29290 w 141354"/>
                <a:gd name="connsiteY2" fmla="*/ 106748 h 247032"/>
                <a:gd name="connsiteX3" fmla="*/ 29290 w 141354"/>
                <a:gd name="connsiteY3" fmla="*/ 36731 h 247032"/>
                <a:gd name="connsiteX4" fmla="*/ 59403 w 141354"/>
                <a:gd name="connsiteY4" fmla="*/ 41399 h 247032"/>
                <a:gd name="connsiteX5" fmla="*/ 127778 w 141354"/>
                <a:gd name="connsiteY5" fmla="*/ 4057 h 247032"/>
                <a:gd name="connsiteX6" fmla="*/ 124235 w 141354"/>
                <a:gd name="connsiteY6" fmla="*/ 107 h 247032"/>
                <a:gd name="connsiteX7" fmla="*/ 121401 w 141354"/>
                <a:gd name="connsiteY7" fmla="*/ 1184 h 247032"/>
                <a:gd name="connsiteX8" fmla="*/ 73220 w 141354"/>
                <a:gd name="connsiteY8" fmla="*/ 11597 h 247032"/>
                <a:gd name="connsiteX9" fmla="*/ 26102 w 141354"/>
                <a:gd name="connsiteY9" fmla="*/ 1543 h 247032"/>
                <a:gd name="connsiteX10" fmla="*/ 21851 w 141354"/>
                <a:gd name="connsiteY10" fmla="*/ 466 h 247032"/>
                <a:gd name="connsiteX11" fmla="*/ 18308 w 141354"/>
                <a:gd name="connsiteY11" fmla="*/ 9084 h 247032"/>
                <a:gd name="connsiteX12" fmla="*/ 18308 w 141354"/>
                <a:gd name="connsiteY12" fmla="*/ 115365 h 247032"/>
                <a:gd name="connsiteX13" fmla="*/ 23268 w 141354"/>
                <a:gd name="connsiteY13" fmla="*/ 124701 h 247032"/>
                <a:gd name="connsiteX14" fmla="*/ 27873 w 141354"/>
                <a:gd name="connsiteY14" fmla="*/ 121469 h 247032"/>
                <a:gd name="connsiteX15" fmla="*/ 73574 w 141354"/>
                <a:gd name="connsiteY15" fmla="*/ 96335 h 247032"/>
                <a:gd name="connsiteX16" fmla="*/ 103687 w 141354"/>
                <a:gd name="connsiteY16" fmla="*/ 119315 h 247032"/>
                <a:gd name="connsiteX17" fmla="*/ 110064 w 141354"/>
                <a:gd name="connsiteY17" fmla="*/ 164556 h 247032"/>
                <a:gd name="connsiteX18" fmla="*/ 101562 w 141354"/>
                <a:gd name="connsiteY18" fmla="*/ 213747 h 247032"/>
                <a:gd name="connsiteX19" fmla="*/ 63655 w 141354"/>
                <a:gd name="connsiteY19" fmla="*/ 237086 h 247032"/>
                <a:gd name="connsiteX20" fmla="*/ 11577 w 141354"/>
                <a:gd name="connsiteY20" fmla="*/ 196871 h 247032"/>
                <a:gd name="connsiteX21" fmla="*/ 17599 w 141354"/>
                <a:gd name="connsiteY21" fmla="*/ 197590 h 247032"/>
                <a:gd name="connsiteX22" fmla="*/ 35313 w 141354"/>
                <a:gd name="connsiteY22" fmla="*/ 179996 h 247032"/>
                <a:gd name="connsiteX23" fmla="*/ 17599 w 141354"/>
                <a:gd name="connsiteY23" fmla="*/ 162402 h 247032"/>
                <a:gd name="connsiteX24" fmla="*/ 240 w 141354"/>
                <a:gd name="connsiteY24" fmla="*/ 181432 h 247032"/>
                <a:gd name="connsiteX25" fmla="*/ 64363 w 141354"/>
                <a:gd name="connsiteY25" fmla="*/ 247140 h 247032"/>
                <a:gd name="connsiteX26" fmla="*/ 141594 w 141354"/>
                <a:gd name="connsiteY26" fmla="*/ 167070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7032">
                  <a:moveTo>
                    <a:pt x="141594" y="167070"/>
                  </a:moveTo>
                  <a:cubicBezTo>
                    <a:pt x="141594" y="124342"/>
                    <a:pt x="112544" y="88436"/>
                    <a:pt x="74283" y="88436"/>
                  </a:cubicBezTo>
                  <a:cubicBezTo>
                    <a:pt x="57278" y="88436"/>
                    <a:pt x="42044" y="94181"/>
                    <a:pt x="29290" y="106748"/>
                  </a:cubicBezTo>
                  <a:lnTo>
                    <a:pt x="29290" y="36731"/>
                  </a:lnTo>
                  <a:cubicBezTo>
                    <a:pt x="36376" y="38886"/>
                    <a:pt x="48067" y="41399"/>
                    <a:pt x="59403" y="41399"/>
                  </a:cubicBezTo>
                  <a:cubicBezTo>
                    <a:pt x="102979" y="41399"/>
                    <a:pt x="127778" y="8725"/>
                    <a:pt x="127778" y="4057"/>
                  </a:cubicBezTo>
                  <a:cubicBezTo>
                    <a:pt x="127778" y="1902"/>
                    <a:pt x="126715" y="107"/>
                    <a:pt x="124235" y="107"/>
                  </a:cubicBezTo>
                  <a:cubicBezTo>
                    <a:pt x="123881" y="107"/>
                    <a:pt x="123172" y="107"/>
                    <a:pt x="121401" y="1184"/>
                  </a:cubicBezTo>
                  <a:cubicBezTo>
                    <a:pt x="114315" y="4416"/>
                    <a:pt x="96956" y="11597"/>
                    <a:pt x="73220" y="11597"/>
                  </a:cubicBezTo>
                  <a:cubicBezTo>
                    <a:pt x="59049" y="11597"/>
                    <a:pt x="42753" y="9084"/>
                    <a:pt x="26102" y="1543"/>
                  </a:cubicBezTo>
                  <a:cubicBezTo>
                    <a:pt x="23268" y="466"/>
                    <a:pt x="22559" y="466"/>
                    <a:pt x="21851" y="466"/>
                  </a:cubicBezTo>
                  <a:cubicBezTo>
                    <a:pt x="18308" y="466"/>
                    <a:pt x="18308" y="3339"/>
                    <a:pt x="18308" y="9084"/>
                  </a:cubicBezTo>
                  <a:lnTo>
                    <a:pt x="18308" y="115365"/>
                  </a:lnTo>
                  <a:cubicBezTo>
                    <a:pt x="18308" y="121828"/>
                    <a:pt x="18308" y="124701"/>
                    <a:pt x="23268" y="124701"/>
                  </a:cubicBezTo>
                  <a:cubicBezTo>
                    <a:pt x="25748" y="124701"/>
                    <a:pt x="26456" y="123623"/>
                    <a:pt x="27873" y="121469"/>
                  </a:cubicBezTo>
                  <a:cubicBezTo>
                    <a:pt x="31770" y="115724"/>
                    <a:pt x="44878" y="96335"/>
                    <a:pt x="73574" y="96335"/>
                  </a:cubicBezTo>
                  <a:cubicBezTo>
                    <a:pt x="91996" y="96335"/>
                    <a:pt x="100853" y="112852"/>
                    <a:pt x="103687" y="119315"/>
                  </a:cubicBezTo>
                  <a:cubicBezTo>
                    <a:pt x="109356" y="132600"/>
                    <a:pt x="110064" y="146603"/>
                    <a:pt x="110064" y="164556"/>
                  </a:cubicBezTo>
                  <a:cubicBezTo>
                    <a:pt x="110064" y="177123"/>
                    <a:pt x="110064" y="198667"/>
                    <a:pt x="101562" y="213747"/>
                  </a:cubicBezTo>
                  <a:cubicBezTo>
                    <a:pt x="93059" y="227751"/>
                    <a:pt x="79951" y="237086"/>
                    <a:pt x="63655" y="237086"/>
                  </a:cubicBezTo>
                  <a:cubicBezTo>
                    <a:pt x="37793" y="237086"/>
                    <a:pt x="17599" y="218056"/>
                    <a:pt x="11577" y="196871"/>
                  </a:cubicBezTo>
                  <a:cubicBezTo>
                    <a:pt x="12639" y="197231"/>
                    <a:pt x="13702" y="197590"/>
                    <a:pt x="17599" y="197590"/>
                  </a:cubicBezTo>
                  <a:cubicBezTo>
                    <a:pt x="29290" y="197590"/>
                    <a:pt x="35313" y="188613"/>
                    <a:pt x="35313" y="179996"/>
                  </a:cubicBezTo>
                  <a:cubicBezTo>
                    <a:pt x="35313" y="171378"/>
                    <a:pt x="29290" y="162402"/>
                    <a:pt x="17599" y="162402"/>
                  </a:cubicBezTo>
                  <a:cubicBezTo>
                    <a:pt x="12639" y="162402"/>
                    <a:pt x="240" y="164915"/>
                    <a:pt x="240" y="181432"/>
                  </a:cubicBezTo>
                  <a:cubicBezTo>
                    <a:pt x="240" y="212311"/>
                    <a:pt x="24685" y="247140"/>
                    <a:pt x="64363" y="247140"/>
                  </a:cubicBezTo>
                  <a:cubicBezTo>
                    <a:pt x="105459" y="247140"/>
                    <a:pt x="141594" y="212670"/>
                    <a:pt x="141594" y="167070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3377D38-66E1-820E-02D1-1BE891F554E2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1564229" y="6101863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380ACC1-D04F-FA4F-00E0-F92BD1E3CDC2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1906365" y="6164338"/>
              <a:ext cx="147022" cy="247032"/>
            </a:xfrm>
            <a:custGeom>
              <a:avLst/>
              <a:gdLst>
                <a:gd name="connsiteX0" fmla="*/ 43130 w 147022"/>
                <a:gd name="connsiteY0" fmla="*/ 75150 h 247032"/>
                <a:gd name="connsiteX1" fmla="*/ 25416 w 147022"/>
                <a:gd name="connsiteY1" fmla="*/ 46067 h 247032"/>
                <a:gd name="connsiteX2" fmla="*/ 73597 w 147022"/>
                <a:gd name="connsiteY2" fmla="*/ 9084 h 247032"/>
                <a:gd name="connsiteX3" fmla="*/ 122132 w 147022"/>
                <a:gd name="connsiteY3" fmla="*/ 53607 h 247032"/>
                <a:gd name="connsiteX4" fmla="*/ 87060 w 147022"/>
                <a:gd name="connsiteY4" fmla="*/ 103875 h 247032"/>
                <a:gd name="connsiteX5" fmla="*/ 43130 w 147022"/>
                <a:gd name="connsiteY5" fmla="*/ 75150 h 247032"/>
                <a:gd name="connsiteX6" fmla="*/ 94853 w 147022"/>
                <a:gd name="connsiteY6" fmla="*/ 109261 h 247032"/>
                <a:gd name="connsiteX7" fmla="*/ 137720 w 147022"/>
                <a:gd name="connsiteY7" fmla="*/ 53607 h 247032"/>
                <a:gd name="connsiteX8" fmla="*/ 73951 w 147022"/>
                <a:gd name="connsiteY8" fmla="*/ 107 h 247032"/>
                <a:gd name="connsiteX9" fmla="*/ 9828 w 147022"/>
                <a:gd name="connsiteY9" fmla="*/ 60070 h 247032"/>
                <a:gd name="connsiteX10" fmla="*/ 25416 w 147022"/>
                <a:gd name="connsiteY10" fmla="*/ 99567 h 247032"/>
                <a:gd name="connsiteX11" fmla="*/ 51278 w 147022"/>
                <a:gd name="connsiteY11" fmla="*/ 118956 h 247032"/>
                <a:gd name="connsiteX12" fmla="*/ 263 w 147022"/>
                <a:gd name="connsiteY12" fmla="*/ 185023 h 247032"/>
                <a:gd name="connsiteX13" fmla="*/ 73597 w 147022"/>
                <a:gd name="connsiteY13" fmla="*/ 247140 h 247032"/>
                <a:gd name="connsiteX14" fmla="*/ 147286 w 147022"/>
                <a:gd name="connsiteY14" fmla="*/ 178919 h 247032"/>
                <a:gd name="connsiteX15" fmla="*/ 129926 w 147022"/>
                <a:gd name="connsiteY15" fmla="*/ 134754 h 247032"/>
                <a:gd name="connsiteX16" fmla="*/ 94853 w 147022"/>
                <a:gd name="connsiteY16" fmla="*/ 109261 h 247032"/>
                <a:gd name="connsiteX17" fmla="*/ 59426 w 147022"/>
                <a:gd name="connsiteY17" fmla="*/ 124342 h 247032"/>
                <a:gd name="connsiteX18" fmla="*/ 103002 w 147022"/>
                <a:gd name="connsiteY18" fmla="*/ 152348 h 247032"/>
                <a:gd name="connsiteX19" fmla="*/ 129572 w 147022"/>
                <a:gd name="connsiteY19" fmla="*/ 191845 h 247032"/>
                <a:gd name="connsiteX20" fmla="*/ 73951 w 147022"/>
                <a:gd name="connsiteY20" fmla="*/ 237086 h 247032"/>
                <a:gd name="connsiteX21" fmla="*/ 17977 w 147022"/>
                <a:gd name="connsiteY21" fmla="*/ 185023 h 247032"/>
                <a:gd name="connsiteX22" fmla="*/ 59426 w 147022"/>
                <a:gd name="connsiteY22" fmla="*/ 124342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7022" h="247032">
                  <a:moveTo>
                    <a:pt x="43130" y="75150"/>
                  </a:moveTo>
                  <a:cubicBezTo>
                    <a:pt x="26833" y="64379"/>
                    <a:pt x="25416" y="52171"/>
                    <a:pt x="25416" y="46067"/>
                  </a:cubicBezTo>
                  <a:cubicBezTo>
                    <a:pt x="25416" y="24164"/>
                    <a:pt x="48444" y="9084"/>
                    <a:pt x="73597" y="9084"/>
                  </a:cubicBezTo>
                  <a:cubicBezTo>
                    <a:pt x="99459" y="9084"/>
                    <a:pt x="122132" y="27755"/>
                    <a:pt x="122132" y="53607"/>
                  </a:cubicBezTo>
                  <a:cubicBezTo>
                    <a:pt x="122132" y="74073"/>
                    <a:pt x="108316" y="91308"/>
                    <a:pt x="87060" y="103875"/>
                  </a:cubicBezTo>
                  <a:lnTo>
                    <a:pt x="43130" y="75150"/>
                  </a:lnTo>
                  <a:close/>
                  <a:moveTo>
                    <a:pt x="94853" y="109261"/>
                  </a:moveTo>
                  <a:cubicBezTo>
                    <a:pt x="120361" y="95976"/>
                    <a:pt x="137720" y="77305"/>
                    <a:pt x="137720" y="53607"/>
                  </a:cubicBezTo>
                  <a:cubicBezTo>
                    <a:pt x="137720" y="20574"/>
                    <a:pt x="106190" y="107"/>
                    <a:pt x="73951" y="107"/>
                  </a:cubicBezTo>
                  <a:cubicBezTo>
                    <a:pt x="38524" y="107"/>
                    <a:pt x="9828" y="26678"/>
                    <a:pt x="9828" y="60070"/>
                  </a:cubicBezTo>
                  <a:cubicBezTo>
                    <a:pt x="9828" y="66533"/>
                    <a:pt x="10537" y="82691"/>
                    <a:pt x="25416" y="99567"/>
                  </a:cubicBezTo>
                  <a:cubicBezTo>
                    <a:pt x="29313" y="103875"/>
                    <a:pt x="42421" y="112852"/>
                    <a:pt x="51278" y="118956"/>
                  </a:cubicBezTo>
                  <a:cubicBezTo>
                    <a:pt x="30730" y="129368"/>
                    <a:pt x="263" y="149476"/>
                    <a:pt x="263" y="185023"/>
                  </a:cubicBezTo>
                  <a:cubicBezTo>
                    <a:pt x="263" y="223083"/>
                    <a:pt x="36399" y="247140"/>
                    <a:pt x="73597" y="247140"/>
                  </a:cubicBezTo>
                  <a:cubicBezTo>
                    <a:pt x="113630" y="247140"/>
                    <a:pt x="147286" y="217338"/>
                    <a:pt x="147286" y="178919"/>
                  </a:cubicBezTo>
                  <a:cubicBezTo>
                    <a:pt x="147286" y="165992"/>
                    <a:pt x="143389" y="149835"/>
                    <a:pt x="129926" y="134754"/>
                  </a:cubicBezTo>
                  <a:cubicBezTo>
                    <a:pt x="123195" y="127214"/>
                    <a:pt x="117527" y="123623"/>
                    <a:pt x="94853" y="109261"/>
                  </a:cubicBezTo>
                  <a:close/>
                  <a:moveTo>
                    <a:pt x="59426" y="124342"/>
                  </a:moveTo>
                  <a:lnTo>
                    <a:pt x="103002" y="152348"/>
                  </a:lnTo>
                  <a:cubicBezTo>
                    <a:pt x="112921" y="159170"/>
                    <a:pt x="129572" y="169942"/>
                    <a:pt x="129572" y="191845"/>
                  </a:cubicBezTo>
                  <a:cubicBezTo>
                    <a:pt x="129572" y="218415"/>
                    <a:pt x="103002" y="237086"/>
                    <a:pt x="73951" y="237086"/>
                  </a:cubicBezTo>
                  <a:cubicBezTo>
                    <a:pt x="43484" y="237086"/>
                    <a:pt x="17977" y="214824"/>
                    <a:pt x="17977" y="185023"/>
                  </a:cubicBezTo>
                  <a:cubicBezTo>
                    <a:pt x="17977" y="164197"/>
                    <a:pt x="29313" y="141217"/>
                    <a:pt x="59426" y="124342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DEB4C510-B94F-2F34-9816-044B7594FE61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2099089" y="6365411"/>
              <a:ext cx="37552" cy="38060"/>
            </a:xfrm>
            <a:custGeom>
              <a:avLst/>
              <a:gdLst>
                <a:gd name="connsiteX0" fmla="*/ 37821 w 37552"/>
                <a:gd name="connsiteY0" fmla="*/ 19137 h 38060"/>
                <a:gd name="connsiteX1" fmla="*/ 19044 w 37552"/>
                <a:gd name="connsiteY1" fmla="*/ 107 h 38060"/>
                <a:gd name="connsiteX2" fmla="*/ 268 w 37552"/>
                <a:gd name="connsiteY2" fmla="*/ 19137 h 38060"/>
                <a:gd name="connsiteX3" fmla="*/ 19044 w 37552"/>
                <a:gd name="connsiteY3" fmla="*/ 38167 h 38060"/>
                <a:gd name="connsiteX4" fmla="*/ 37821 w 37552"/>
                <a:gd name="connsiteY4" fmla="*/ 19137 h 3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8060">
                  <a:moveTo>
                    <a:pt x="37821" y="19137"/>
                  </a:moveTo>
                  <a:cubicBezTo>
                    <a:pt x="37821" y="8725"/>
                    <a:pt x="29318" y="107"/>
                    <a:pt x="19044" y="107"/>
                  </a:cubicBezTo>
                  <a:cubicBezTo>
                    <a:pt x="8770" y="107"/>
                    <a:pt x="268" y="8725"/>
                    <a:pt x="268" y="19137"/>
                  </a:cubicBezTo>
                  <a:cubicBezTo>
                    <a:pt x="268" y="29550"/>
                    <a:pt x="8770" y="38167"/>
                    <a:pt x="19044" y="38167"/>
                  </a:cubicBezTo>
                  <a:cubicBezTo>
                    <a:pt x="29318" y="38167"/>
                    <a:pt x="37821" y="29550"/>
                    <a:pt x="37821" y="1913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8A5CB84-963D-C43E-E245-CFA88C00DEE0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2181911" y="6164338"/>
              <a:ext cx="147022" cy="247032"/>
            </a:xfrm>
            <a:custGeom>
              <a:avLst/>
              <a:gdLst>
                <a:gd name="connsiteX0" fmla="*/ 88130 w 147022"/>
                <a:gd name="connsiteY0" fmla="*/ 112852 h 247032"/>
                <a:gd name="connsiteX1" fmla="*/ 137728 w 147022"/>
                <a:gd name="connsiteY1" fmla="*/ 49657 h 247032"/>
                <a:gd name="connsiteX2" fmla="*/ 72542 w 147022"/>
                <a:gd name="connsiteY2" fmla="*/ 107 h 247032"/>
                <a:gd name="connsiteX3" fmla="*/ 9836 w 147022"/>
                <a:gd name="connsiteY3" fmla="*/ 48939 h 247032"/>
                <a:gd name="connsiteX4" fmla="*/ 27904 w 147022"/>
                <a:gd name="connsiteY4" fmla="*/ 67610 h 247032"/>
                <a:gd name="connsiteX5" fmla="*/ 45972 w 147022"/>
                <a:gd name="connsiteY5" fmla="*/ 49298 h 247032"/>
                <a:gd name="connsiteX6" fmla="*/ 24007 w 147022"/>
                <a:gd name="connsiteY6" fmla="*/ 31345 h 247032"/>
                <a:gd name="connsiteX7" fmla="*/ 71125 w 147022"/>
                <a:gd name="connsiteY7" fmla="*/ 9084 h 247032"/>
                <a:gd name="connsiteX8" fmla="*/ 105135 w 147022"/>
                <a:gd name="connsiteY8" fmla="*/ 49298 h 247032"/>
                <a:gd name="connsiteX9" fmla="*/ 95215 w 147022"/>
                <a:gd name="connsiteY9" fmla="*/ 90231 h 247032"/>
                <a:gd name="connsiteX10" fmla="*/ 63685 w 147022"/>
                <a:gd name="connsiteY10" fmla="*/ 108902 h 247032"/>
                <a:gd name="connsiteX11" fmla="*/ 49869 w 147022"/>
                <a:gd name="connsiteY11" fmla="*/ 109979 h 247032"/>
                <a:gd name="connsiteX12" fmla="*/ 44555 w 147022"/>
                <a:gd name="connsiteY12" fmla="*/ 114288 h 247032"/>
                <a:gd name="connsiteX13" fmla="*/ 53057 w 147022"/>
                <a:gd name="connsiteY13" fmla="*/ 118238 h 247032"/>
                <a:gd name="connsiteX14" fmla="*/ 68645 w 147022"/>
                <a:gd name="connsiteY14" fmla="*/ 118238 h 247032"/>
                <a:gd name="connsiteX15" fmla="*/ 110803 w 147022"/>
                <a:gd name="connsiteY15" fmla="*/ 177841 h 247032"/>
                <a:gd name="connsiteX16" fmla="*/ 70771 w 147022"/>
                <a:gd name="connsiteY16" fmla="*/ 237086 h 247032"/>
                <a:gd name="connsiteX17" fmla="*/ 16567 w 147022"/>
                <a:gd name="connsiteY17" fmla="*/ 209798 h 247032"/>
                <a:gd name="connsiteX18" fmla="*/ 39949 w 147022"/>
                <a:gd name="connsiteY18" fmla="*/ 190049 h 247032"/>
                <a:gd name="connsiteX19" fmla="*/ 20110 w 147022"/>
                <a:gd name="connsiteY19" fmla="*/ 169942 h 247032"/>
                <a:gd name="connsiteX20" fmla="*/ 271 w 147022"/>
                <a:gd name="connsiteY20" fmla="*/ 190768 h 247032"/>
                <a:gd name="connsiteX21" fmla="*/ 71834 w 147022"/>
                <a:gd name="connsiteY21" fmla="*/ 247140 h 247032"/>
                <a:gd name="connsiteX22" fmla="*/ 147293 w 147022"/>
                <a:gd name="connsiteY22" fmla="*/ 177841 h 247032"/>
                <a:gd name="connsiteX23" fmla="*/ 88130 w 147022"/>
                <a:gd name="connsiteY23" fmla="*/ 112852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7032">
                  <a:moveTo>
                    <a:pt x="88130" y="112852"/>
                  </a:moveTo>
                  <a:cubicBezTo>
                    <a:pt x="117180" y="103157"/>
                    <a:pt x="137728" y="78023"/>
                    <a:pt x="137728" y="49657"/>
                  </a:cubicBezTo>
                  <a:cubicBezTo>
                    <a:pt x="137728" y="20215"/>
                    <a:pt x="106552" y="107"/>
                    <a:pt x="72542" y="107"/>
                  </a:cubicBezTo>
                  <a:cubicBezTo>
                    <a:pt x="36761" y="107"/>
                    <a:pt x="9836" y="21651"/>
                    <a:pt x="9836" y="48939"/>
                  </a:cubicBezTo>
                  <a:cubicBezTo>
                    <a:pt x="9836" y="60788"/>
                    <a:pt x="17630" y="67610"/>
                    <a:pt x="27904" y="67610"/>
                  </a:cubicBezTo>
                  <a:cubicBezTo>
                    <a:pt x="38886" y="67610"/>
                    <a:pt x="45972" y="59711"/>
                    <a:pt x="45972" y="49298"/>
                  </a:cubicBezTo>
                  <a:cubicBezTo>
                    <a:pt x="45972" y="31345"/>
                    <a:pt x="29321" y="31345"/>
                    <a:pt x="24007" y="31345"/>
                  </a:cubicBezTo>
                  <a:cubicBezTo>
                    <a:pt x="34989" y="13751"/>
                    <a:pt x="58371" y="9084"/>
                    <a:pt x="71125" y="9084"/>
                  </a:cubicBezTo>
                  <a:cubicBezTo>
                    <a:pt x="85650" y="9084"/>
                    <a:pt x="105135" y="16983"/>
                    <a:pt x="105135" y="49298"/>
                  </a:cubicBezTo>
                  <a:cubicBezTo>
                    <a:pt x="105135" y="53607"/>
                    <a:pt x="104427" y="74432"/>
                    <a:pt x="95215" y="90231"/>
                  </a:cubicBezTo>
                  <a:cubicBezTo>
                    <a:pt x="84587" y="107466"/>
                    <a:pt x="72542" y="108543"/>
                    <a:pt x="63685" y="108902"/>
                  </a:cubicBezTo>
                  <a:cubicBezTo>
                    <a:pt x="60851" y="109261"/>
                    <a:pt x="52349" y="109979"/>
                    <a:pt x="49869" y="109979"/>
                  </a:cubicBezTo>
                  <a:cubicBezTo>
                    <a:pt x="47035" y="110338"/>
                    <a:pt x="44555" y="110697"/>
                    <a:pt x="44555" y="114288"/>
                  </a:cubicBezTo>
                  <a:cubicBezTo>
                    <a:pt x="44555" y="118238"/>
                    <a:pt x="47035" y="118238"/>
                    <a:pt x="53057" y="118238"/>
                  </a:cubicBezTo>
                  <a:lnTo>
                    <a:pt x="68645" y="118238"/>
                  </a:lnTo>
                  <a:cubicBezTo>
                    <a:pt x="97695" y="118238"/>
                    <a:pt x="110803" y="142654"/>
                    <a:pt x="110803" y="177841"/>
                  </a:cubicBezTo>
                  <a:cubicBezTo>
                    <a:pt x="110803" y="226673"/>
                    <a:pt x="86359" y="237086"/>
                    <a:pt x="70771" y="237086"/>
                  </a:cubicBezTo>
                  <a:cubicBezTo>
                    <a:pt x="55537" y="237086"/>
                    <a:pt x="28967" y="230982"/>
                    <a:pt x="16567" y="209798"/>
                  </a:cubicBezTo>
                  <a:cubicBezTo>
                    <a:pt x="28967" y="211593"/>
                    <a:pt x="39949" y="203694"/>
                    <a:pt x="39949" y="190049"/>
                  </a:cubicBezTo>
                  <a:cubicBezTo>
                    <a:pt x="39949" y="177123"/>
                    <a:pt x="30384" y="169942"/>
                    <a:pt x="20110" y="169942"/>
                  </a:cubicBezTo>
                  <a:cubicBezTo>
                    <a:pt x="11607" y="169942"/>
                    <a:pt x="271" y="174969"/>
                    <a:pt x="271" y="190768"/>
                  </a:cubicBezTo>
                  <a:cubicBezTo>
                    <a:pt x="271" y="223442"/>
                    <a:pt x="33218" y="247140"/>
                    <a:pt x="71834" y="247140"/>
                  </a:cubicBezTo>
                  <a:cubicBezTo>
                    <a:pt x="115055" y="247140"/>
                    <a:pt x="147293" y="214465"/>
                    <a:pt x="147293" y="177841"/>
                  </a:cubicBezTo>
                  <a:cubicBezTo>
                    <a:pt x="147293" y="148399"/>
                    <a:pt x="124974" y="120392"/>
                    <a:pt x="88130" y="112852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6BD5257-507A-B3DD-A940-93FDD6BD7F11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2359047" y="6164338"/>
              <a:ext cx="147022" cy="247032"/>
            </a:xfrm>
            <a:custGeom>
              <a:avLst/>
              <a:gdLst>
                <a:gd name="connsiteX0" fmla="*/ 115414 w 147022"/>
                <a:gd name="connsiteY0" fmla="*/ 125060 h 247032"/>
                <a:gd name="connsiteX1" fmla="*/ 115414 w 147022"/>
                <a:gd name="connsiteY1" fmla="*/ 136550 h 247032"/>
                <a:gd name="connsiteX2" fmla="*/ 58022 w 147022"/>
                <a:gd name="connsiteY2" fmla="*/ 237086 h 247032"/>
                <a:gd name="connsiteX3" fmla="*/ 23303 w 147022"/>
                <a:gd name="connsiteY3" fmla="*/ 224160 h 247032"/>
                <a:gd name="connsiteX4" fmla="*/ 41725 w 147022"/>
                <a:gd name="connsiteY4" fmla="*/ 207643 h 247032"/>
                <a:gd name="connsiteX5" fmla="*/ 25429 w 147022"/>
                <a:gd name="connsiteY5" fmla="*/ 191127 h 247032"/>
                <a:gd name="connsiteX6" fmla="*/ 9132 w 147022"/>
                <a:gd name="connsiteY6" fmla="*/ 208361 h 247032"/>
                <a:gd name="connsiteX7" fmla="*/ 58376 w 147022"/>
                <a:gd name="connsiteY7" fmla="*/ 247140 h 247032"/>
                <a:gd name="connsiteX8" fmla="*/ 147298 w 147022"/>
                <a:gd name="connsiteY8" fmla="*/ 121110 h 247032"/>
                <a:gd name="connsiteX9" fmla="*/ 75027 w 147022"/>
                <a:gd name="connsiteY9" fmla="*/ 107 h 247032"/>
                <a:gd name="connsiteX10" fmla="*/ 22949 w 147022"/>
                <a:gd name="connsiteY10" fmla="*/ 22728 h 247032"/>
                <a:gd name="connsiteX11" fmla="*/ 276 w 147022"/>
                <a:gd name="connsiteY11" fmla="*/ 80895 h 247032"/>
                <a:gd name="connsiteX12" fmla="*/ 71130 w 147022"/>
                <a:gd name="connsiteY12" fmla="*/ 160966 h 247032"/>
                <a:gd name="connsiteX13" fmla="*/ 115414 w 147022"/>
                <a:gd name="connsiteY13" fmla="*/ 125060 h 247032"/>
                <a:gd name="connsiteX14" fmla="*/ 71484 w 147022"/>
                <a:gd name="connsiteY14" fmla="*/ 152707 h 247032"/>
                <a:gd name="connsiteX15" fmla="*/ 38537 w 147022"/>
                <a:gd name="connsiteY15" fmla="*/ 130087 h 247032"/>
                <a:gd name="connsiteX16" fmla="*/ 32160 w 147022"/>
                <a:gd name="connsiteY16" fmla="*/ 81254 h 247032"/>
                <a:gd name="connsiteX17" fmla="*/ 39600 w 147022"/>
                <a:gd name="connsiteY17" fmla="*/ 31704 h 247032"/>
                <a:gd name="connsiteX18" fmla="*/ 75027 w 147022"/>
                <a:gd name="connsiteY18" fmla="*/ 9084 h 247032"/>
                <a:gd name="connsiteX19" fmla="*/ 109037 w 147022"/>
                <a:gd name="connsiteY19" fmla="*/ 37449 h 247032"/>
                <a:gd name="connsiteX20" fmla="*/ 114705 w 147022"/>
                <a:gd name="connsiteY20" fmla="*/ 88077 h 247032"/>
                <a:gd name="connsiteX21" fmla="*/ 71484 w 147022"/>
                <a:gd name="connsiteY21" fmla="*/ 152707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022" h="247032">
                  <a:moveTo>
                    <a:pt x="115414" y="125060"/>
                  </a:moveTo>
                  <a:lnTo>
                    <a:pt x="115414" y="136550"/>
                  </a:lnTo>
                  <a:cubicBezTo>
                    <a:pt x="115414" y="220569"/>
                    <a:pt x="78570" y="237086"/>
                    <a:pt x="58022" y="237086"/>
                  </a:cubicBezTo>
                  <a:cubicBezTo>
                    <a:pt x="51999" y="237086"/>
                    <a:pt x="32869" y="236368"/>
                    <a:pt x="23303" y="224160"/>
                  </a:cubicBezTo>
                  <a:cubicBezTo>
                    <a:pt x="38891" y="224160"/>
                    <a:pt x="41725" y="213747"/>
                    <a:pt x="41725" y="207643"/>
                  </a:cubicBezTo>
                  <a:cubicBezTo>
                    <a:pt x="41725" y="196512"/>
                    <a:pt x="33223" y="191127"/>
                    <a:pt x="25429" y="191127"/>
                  </a:cubicBezTo>
                  <a:cubicBezTo>
                    <a:pt x="19761" y="191127"/>
                    <a:pt x="9132" y="194358"/>
                    <a:pt x="9132" y="208361"/>
                  </a:cubicBezTo>
                  <a:cubicBezTo>
                    <a:pt x="9132" y="232418"/>
                    <a:pt x="28263" y="247140"/>
                    <a:pt x="58376" y="247140"/>
                  </a:cubicBezTo>
                  <a:cubicBezTo>
                    <a:pt x="104077" y="247140"/>
                    <a:pt x="147298" y="198308"/>
                    <a:pt x="147298" y="121110"/>
                  </a:cubicBezTo>
                  <a:cubicBezTo>
                    <a:pt x="147298" y="24523"/>
                    <a:pt x="106557" y="107"/>
                    <a:pt x="75027" y="107"/>
                  </a:cubicBezTo>
                  <a:cubicBezTo>
                    <a:pt x="55542" y="107"/>
                    <a:pt x="38183" y="6570"/>
                    <a:pt x="22949" y="22728"/>
                  </a:cubicBezTo>
                  <a:cubicBezTo>
                    <a:pt x="8424" y="38886"/>
                    <a:pt x="276" y="53966"/>
                    <a:pt x="276" y="80895"/>
                  </a:cubicBezTo>
                  <a:cubicBezTo>
                    <a:pt x="276" y="125778"/>
                    <a:pt x="31452" y="160966"/>
                    <a:pt x="71130" y="160966"/>
                  </a:cubicBezTo>
                  <a:cubicBezTo>
                    <a:pt x="92741" y="160966"/>
                    <a:pt x="107266" y="145885"/>
                    <a:pt x="115414" y="125060"/>
                  </a:cubicBezTo>
                  <a:close/>
                  <a:moveTo>
                    <a:pt x="71484" y="152707"/>
                  </a:moveTo>
                  <a:cubicBezTo>
                    <a:pt x="65816" y="152707"/>
                    <a:pt x="49519" y="152707"/>
                    <a:pt x="38537" y="130087"/>
                  </a:cubicBezTo>
                  <a:cubicBezTo>
                    <a:pt x="32160" y="116801"/>
                    <a:pt x="32160" y="98848"/>
                    <a:pt x="32160" y="81254"/>
                  </a:cubicBezTo>
                  <a:cubicBezTo>
                    <a:pt x="32160" y="61865"/>
                    <a:pt x="32160" y="44990"/>
                    <a:pt x="39600" y="31704"/>
                  </a:cubicBezTo>
                  <a:cubicBezTo>
                    <a:pt x="49165" y="13751"/>
                    <a:pt x="62628" y="9084"/>
                    <a:pt x="75027" y="9084"/>
                  </a:cubicBezTo>
                  <a:cubicBezTo>
                    <a:pt x="91323" y="9084"/>
                    <a:pt x="103014" y="21292"/>
                    <a:pt x="109037" y="37449"/>
                  </a:cubicBezTo>
                  <a:cubicBezTo>
                    <a:pt x="113288" y="48939"/>
                    <a:pt x="114705" y="71560"/>
                    <a:pt x="114705" y="88077"/>
                  </a:cubicBezTo>
                  <a:cubicBezTo>
                    <a:pt x="114705" y="117879"/>
                    <a:pt x="102660" y="152707"/>
                    <a:pt x="71484" y="15270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0A3B6BF-F284-9174-7EBF-606B4C31B9F5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2536183" y="6164338"/>
              <a:ext cx="147022" cy="247032"/>
            </a:xfrm>
            <a:custGeom>
              <a:avLst/>
              <a:gdLst>
                <a:gd name="connsiteX0" fmla="*/ 88140 w 147022"/>
                <a:gd name="connsiteY0" fmla="*/ 112852 h 247032"/>
                <a:gd name="connsiteX1" fmla="*/ 137738 w 147022"/>
                <a:gd name="connsiteY1" fmla="*/ 49657 h 247032"/>
                <a:gd name="connsiteX2" fmla="*/ 72552 w 147022"/>
                <a:gd name="connsiteY2" fmla="*/ 107 h 247032"/>
                <a:gd name="connsiteX3" fmla="*/ 9846 w 147022"/>
                <a:gd name="connsiteY3" fmla="*/ 48939 h 247032"/>
                <a:gd name="connsiteX4" fmla="*/ 27914 w 147022"/>
                <a:gd name="connsiteY4" fmla="*/ 67610 h 247032"/>
                <a:gd name="connsiteX5" fmla="*/ 45982 w 147022"/>
                <a:gd name="connsiteY5" fmla="*/ 49298 h 247032"/>
                <a:gd name="connsiteX6" fmla="*/ 24017 w 147022"/>
                <a:gd name="connsiteY6" fmla="*/ 31345 h 247032"/>
                <a:gd name="connsiteX7" fmla="*/ 71135 w 147022"/>
                <a:gd name="connsiteY7" fmla="*/ 9084 h 247032"/>
                <a:gd name="connsiteX8" fmla="*/ 105145 w 147022"/>
                <a:gd name="connsiteY8" fmla="*/ 49298 h 247032"/>
                <a:gd name="connsiteX9" fmla="*/ 95225 w 147022"/>
                <a:gd name="connsiteY9" fmla="*/ 90231 h 247032"/>
                <a:gd name="connsiteX10" fmla="*/ 63695 w 147022"/>
                <a:gd name="connsiteY10" fmla="*/ 108902 h 247032"/>
                <a:gd name="connsiteX11" fmla="*/ 49879 w 147022"/>
                <a:gd name="connsiteY11" fmla="*/ 109979 h 247032"/>
                <a:gd name="connsiteX12" fmla="*/ 44565 w 147022"/>
                <a:gd name="connsiteY12" fmla="*/ 114288 h 247032"/>
                <a:gd name="connsiteX13" fmla="*/ 53067 w 147022"/>
                <a:gd name="connsiteY13" fmla="*/ 118238 h 247032"/>
                <a:gd name="connsiteX14" fmla="*/ 68655 w 147022"/>
                <a:gd name="connsiteY14" fmla="*/ 118238 h 247032"/>
                <a:gd name="connsiteX15" fmla="*/ 110813 w 147022"/>
                <a:gd name="connsiteY15" fmla="*/ 177841 h 247032"/>
                <a:gd name="connsiteX16" fmla="*/ 70781 w 147022"/>
                <a:gd name="connsiteY16" fmla="*/ 237086 h 247032"/>
                <a:gd name="connsiteX17" fmla="*/ 16577 w 147022"/>
                <a:gd name="connsiteY17" fmla="*/ 209798 h 247032"/>
                <a:gd name="connsiteX18" fmla="*/ 39959 w 147022"/>
                <a:gd name="connsiteY18" fmla="*/ 190049 h 247032"/>
                <a:gd name="connsiteX19" fmla="*/ 20120 w 147022"/>
                <a:gd name="connsiteY19" fmla="*/ 169942 h 247032"/>
                <a:gd name="connsiteX20" fmla="*/ 281 w 147022"/>
                <a:gd name="connsiteY20" fmla="*/ 190768 h 247032"/>
                <a:gd name="connsiteX21" fmla="*/ 71844 w 147022"/>
                <a:gd name="connsiteY21" fmla="*/ 247140 h 247032"/>
                <a:gd name="connsiteX22" fmla="*/ 147303 w 147022"/>
                <a:gd name="connsiteY22" fmla="*/ 177841 h 247032"/>
                <a:gd name="connsiteX23" fmla="*/ 88140 w 147022"/>
                <a:gd name="connsiteY23" fmla="*/ 112852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7032">
                  <a:moveTo>
                    <a:pt x="88140" y="112852"/>
                  </a:moveTo>
                  <a:cubicBezTo>
                    <a:pt x="117190" y="103157"/>
                    <a:pt x="137738" y="78023"/>
                    <a:pt x="137738" y="49657"/>
                  </a:cubicBezTo>
                  <a:cubicBezTo>
                    <a:pt x="137738" y="20215"/>
                    <a:pt x="106562" y="107"/>
                    <a:pt x="72552" y="107"/>
                  </a:cubicBezTo>
                  <a:cubicBezTo>
                    <a:pt x="36771" y="107"/>
                    <a:pt x="9846" y="21651"/>
                    <a:pt x="9846" y="48939"/>
                  </a:cubicBezTo>
                  <a:cubicBezTo>
                    <a:pt x="9846" y="60788"/>
                    <a:pt x="17640" y="67610"/>
                    <a:pt x="27914" y="67610"/>
                  </a:cubicBezTo>
                  <a:cubicBezTo>
                    <a:pt x="38896" y="67610"/>
                    <a:pt x="45982" y="59711"/>
                    <a:pt x="45982" y="49298"/>
                  </a:cubicBezTo>
                  <a:cubicBezTo>
                    <a:pt x="45982" y="31345"/>
                    <a:pt x="29331" y="31345"/>
                    <a:pt x="24017" y="31345"/>
                  </a:cubicBezTo>
                  <a:cubicBezTo>
                    <a:pt x="34999" y="13751"/>
                    <a:pt x="58381" y="9084"/>
                    <a:pt x="71135" y="9084"/>
                  </a:cubicBezTo>
                  <a:cubicBezTo>
                    <a:pt x="85660" y="9084"/>
                    <a:pt x="105145" y="16983"/>
                    <a:pt x="105145" y="49298"/>
                  </a:cubicBezTo>
                  <a:cubicBezTo>
                    <a:pt x="105145" y="53607"/>
                    <a:pt x="104437" y="74432"/>
                    <a:pt x="95225" y="90231"/>
                  </a:cubicBezTo>
                  <a:cubicBezTo>
                    <a:pt x="84597" y="107466"/>
                    <a:pt x="72552" y="108543"/>
                    <a:pt x="63695" y="108902"/>
                  </a:cubicBezTo>
                  <a:cubicBezTo>
                    <a:pt x="60861" y="109261"/>
                    <a:pt x="52359" y="109979"/>
                    <a:pt x="49879" y="109979"/>
                  </a:cubicBezTo>
                  <a:cubicBezTo>
                    <a:pt x="47045" y="110338"/>
                    <a:pt x="44565" y="110697"/>
                    <a:pt x="44565" y="114288"/>
                  </a:cubicBezTo>
                  <a:cubicBezTo>
                    <a:pt x="44565" y="118238"/>
                    <a:pt x="47045" y="118238"/>
                    <a:pt x="53067" y="118238"/>
                  </a:cubicBezTo>
                  <a:lnTo>
                    <a:pt x="68655" y="118238"/>
                  </a:lnTo>
                  <a:cubicBezTo>
                    <a:pt x="97705" y="118238"/>
                    <a:pt x="110813" y="142654"/>
                    <a:pt x="110813" y="177841"/>
                  </a:cubicBezTo>
                  <a:cubicBezTo>
                    <a:pt x="110813" y="226673"/>
                    <a:pt x="86369" y="237086"/>
                    <a:pt x="70781" y="237086"/>
                  </a:cubicBezTo>
                  <a:cubicBezTo>
                    <a:pt x="55547" y="237086"/>
                    <a:pt x="28977" y="230982"/>
                    <a:pt x="16577" y="209798"/>
                  </a:cubicBezTo>
                  <a:cubicBezTo>
                    <a:pt x="28977" y="211593"/>
                    <a:pt x="39959" y="203694"/>
                    <a:pt x="39959" y="190049"/>
                  </a:cubicBezTo>
                  <a:cubicBezTo>
                    <a:pt x="39959" y="177123"/>
                    <a:pt x="30394" y="169942"/>
                    <a:pt x="20120" y="169942"/>
                  </a:cubicBezTo>
                  <a:cubicBezTo>
                    <a:pt x="11617" y="169942"/>
                    <a:pt x="281" y="174969"/>
                    <a:pt x="281" y="190768"/>
                  </a:cubicBezTo>
                  <a:cubicBezTo>
                    <a:pt x="281" y="223442"/>
                    <a:pt x="33228" y="247140"/>
                    <a:pt x="71844" y="247140"/>
                  </a:cubicBezTo>
                  <a:cubicBezTo>
                    <a:pt x="115065" y="247140"/>
                    <a:pt x="147303" y="214465"/>
                    <a:pt x="147303" y="177841"/>
                  </a:cubicBezTo>
                  <a:cubicBezTo>
                    <a:pt x="147303" y="148399"/>
                    <a:pt x="124984" y="120392"/>
                    <a:pt x="88140" y="112852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5F3879B-86FB-21AF-099D-46231FBC3C16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3011526" y="6101863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1 w 14170"/>
                <a:gd name="connsiteY1" fmla="*/ 0 h 430870"/>
                <a:gd name="connsiteX2" fmla="*/ 14171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1" y="0"/>
                  </a:lnTo>
                  <a:lnTo>
                    <a:pt x="14171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9A617640-36C9-F7F2-0852-501168737442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3281744" y="6164338"/>
              <a:ext cx="116909" cy="239133"/>
            </a:xfrm>
            <a:custGeom>
              <a:avLst/>
              <a:gdLst>
                <a:gd name="connsiteX0" fmla="*/ 72927 w 116909"/>
                <a:gd name="connsiteY0" fmla="*/ 9443 h 239133"/>
                <a:gd name="connsiteX1" fmla="*/ 64779 w 116909"/>
                <a:gd name="connsiteY1" fmla="*/ 107 h 239133"/>
                <a:gd name="connsiteX2" fmla="*/ 301 w 116909"/>
                <a:gd name="connsiteY2" fmla="*/ 23087 h 239133"/>
                <a:gd name="connsiteX3" fmla="*/ 301 w 116909"/>
                <a:gd name="connsiteY3" fmla="*/ 34218 h 239133"/>
                <a:gd name="connsiteX4" fmla="*/ 46711 w 116909"/>
                <a:gd name="connsiteY4" fmla="*/ 24882 h 239133"/>
                <a:gd name="connsiteX5" fmla="*/ 46711 w 116909"/>
                <a:gd name="connsiteY5" fmla="*/ 210875 h 239133"/>
                <a:gd name="connsiteX6" fmla="*/ 13763 w 116909"/>
                <a:gd name="connsiteY6" fmla="*/ 228110 h 239133"/>
                <a:gd name="connsiteX7" fmla="*/ 2427 w 116909"/>
                <a:gd name="connsiteY7" fmla="*/ 228110 h 239133"/>
                <a:gd name="connsiteX8" fmla="*/ 2427 w 116909"/>
                <a:gd name="connsiteY8" fmla="*/ 239240 h 239133"/>
                <a:gd name="connsiteX9" fmla="*/ 59819 w 116909"/>
                <a:gd name="connsiteY9" fmla="*/ 238163 h 239133"/>
                <a:gd name="connsiteX10" fmla="*/ 117211 w 116909"/>
                <a:gd name="connsiteY10" fmla="*/ 239240 h 239133"/>
                <a:gd name="connsiteX11" fmla="*/ 117211 w 116909"/>
                <a:gd name="connsiteY11" fmla="*/ 228110 h 239133"/>
                <a:gd name="connsiteX12" fmla="*/ 105874 w 116909"/>
                <a:gd name="connsiteY12" fmla="*/ 228110 h 239133"/>
                <a:gd name="connsiteX13" fmla="*/ 72927 w 116909"/>
                <a:gd name="connsiteY13" fmla="*/ 210875 h 239133"/>
                <a:gd name="connsiteX14" fmla="*/ 72927 w 116909"/>
                <a:gd name="connsiteY14" fmla="*/ 9443 h 23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9133">
                  <a:moveTo>
                    <a:pt x="72927" y="9443"/>
                  </a:moveTo>
                  <a:cubicBezTo>
                    <a:pt x="72927" y="825"/>
                    <a:pt x="72927" y="107"/>
                    <a:pt x="64779" y="107"/>
                  </a:cubicBezTo>
                  <a:cubicBezTo>
                    <a:pt x="42814" y="23087"/>
                    <a:pt x="11638" y="23087"/>
                    <a:pt x="301" y="23087"/>
                  </a:cubicBezTo>
                  <a:lnTo>
                    <a:pt x="301" y="34218"/>
                  </a:lnTo>
                  <a:cubicBezTo>
                    <a:pt x="7387" y="34218"/>
                    <a:pt x="28289" y="34218"/>
                    <a:pt x="46711" y="24882"/>
                  </a:cubicBezTo>
                  <a:lnTo>
                    <a:pt x="46711" y="210875"/>
                  </a:lnTo>
                  <a:cubicBezTo>
                    <a:pt x="46711" y="223801"/>
                    <a:pt x="45648" y="228110"/>
                    <a:pt x="13763" y="228110"/>
                  </a:cubicBezTo>
                  <a:lnTo>
                    <a:pt x="2427" y="228110"/>
                  </a:lnTo>
                  <a:lnTo>
                    <a:pt x="2427" y="239240"/>
                  </a:lnTo>
                  <a:cubicBezTo>
                    <a:pt x="14826" y="238163"/>
                    <a:pt x="45648" y="238163"/>
                    <a:pt x="59819" y="238163"/>
                  </a:cubicBezTo>
                  <a:cubicBezTo>
                    <a:pt x="73990" y="238163"/>
                    <a:pt x="104811" y="238163"/>
                    <a:pt x="117211" y="239240"/>
                  </a:cubicBezTo>
                  <a:lnTo>
                    <a:pt x="117211" y="228110"/>
                  </a:lnTo>
                  <a:lnTo>
                    <a:pt x="105874" y="228110"/>
                  </a:lnTo>
                  <a:cubicBezTo>
                    <a:pt x="73990" y="228110"/>
                    <a:pt x="72927" y="224160"/>
                    <a:pt x="72927" y="210875"/>
                  </a:cubicBezTo>
                  <a:lnTo>
                    <a:pt x="72927" y="9443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4106ED6-F8C9-A3DB-CA30-FEE0F6096F1E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3445064" y="6164338"/>
              <a:ext cx="141354" cy="247032"/>
            </a:xfrm>
            <a:custGeom>
              <a:avLst/>
              <a:gdLst>
                <a:gd name="connsiteX0" fmla="*/ 141661 w 141354"/>
                <a:gd name="connsiteY0" fmla="*/ 167070 h 247032"/>
                <a:gd name="connsiteX1" fmla="*/ 74349 w 141354"/>
                <a:gd name="connsiteY1" fmla="*/ 88436 h 247032"/>
                <a:gd name="connsiteX2" fmla="*/ 29356 w 141354"/>
                <a:gd name="connsiteY2" fmla="*/ 106748 h 247032"/>
                <a:gd name="connsiteX3" fmla="*/ 29356 w 141354"/>
                <a:gd name="connsiteY3" fmla="*/ 36731 h 247032"/>
                <a:gd name="connsiteX4" fmla="*/ 59470 w 141354"/>
                <a:gd name="connsiteY4" fmla="*/ 41399 h 247032"/>
                <a:gd name="connsiteX5" fmla="*/ 127844 w 141354"/>
                <a:gd name="connsiteY5" fmla="*/ 4057 h 247032"/>
                <a:gd name="connsiteX6" fmla="*/ 124301 w 141354"/>
                <a:gd name="connsiteY6" fmla="*/ 107 h 247032"/>
                <a:gd name="connsiteX7" fmla="*/ 121467 w 141354"/>
                <a:gd name="connsiteY7" fmla="*/ 1184 h 247032"/>
                <a:gd name="connsiteX8" fmla="*/ 73286 w 141354"/>
                <a:gd name="connsiteY8" fmla="*/ 11597 h 247032"/>
                <a:gd name="connsiteX9" fmla="*/ 26168 w 141354"/>
                <a:gd name="connsiteY9" fmla="*/ 1543 h 247032"/>
                <a:gd name="connsiteX10" fmla="*/ 21917 w 141354"/>
                <a:gd name="connsiteY10" fmla="*/ 466 h 247032"/>
                <a:gd name="connsiteX11" fmla="*/ 18374 w 141354"/>
                <a:gd name="connsiteY11" fmla="*/ 9084 h 247032"/>
                <a:gd name="connsiteX12" fmla="*/ 18374 w 141354"/>
                <a:gd name="connsiteY12" fmla="*/ 115365 h 247032"/>
                <a:gd name="connsiteX13" fmla="*/ 23334 w 141354"/>
                <a:gd name="connsiteY13" fmla="*/ 124701 h 247032"/>
                <a:gd name="connsiteX14" fmla="*/ 27939 w 141354"/>
                <a:gd name="connsiteY14" fmla="*/ 121469 h 247032"/>
                <a:gd name="connsiteX15" fmla="*/ 73640 w 141354"/>
                <a:gd name="connsiteY15" fmla="*/ 96335 h 247032"/>
                <a:gd name="connsiteX16" fmla="*/ 103753 w 141354"/>
                <a:gd name="connsiteY16" fmla="*/ 119315 h 247032"/>
                <a:gd name="connsiteX17" fmla="*/ 110130 w 141354"/>
                <a:gd name="connsiteY17" fmla="*/ 164556 h 247032"/>
                <a:gd name="connsiteX18" fmla="*/ 101628 w 141354"/>
                <a:gd name="connsiteY18" fmla="*/ 213747 h 247032"/>
                <a:gd name="connsiteX19" fmla="*/ 63721 w 141354"/>
                <a:gd name="connsiteY19" fmla="*/ 237086 h 247032"/>
                <a:gd name="connsiteX20" fmla="*/ 11643 w 141354"/>
                <a:gd name="connsiteY20" fmla="*/ 196871 h 247032"/>
                <a:gd name="connsiteX21" fmla="*/ 17665 w 141354"/>
                <a:gd name="connsiteY21" fmla="*/ 197590 h 247032"/>
                <a:gd name="connsiteX22" fmla="*/ 35379 w 141354"/>
                <a:gd name="connsiteY22" fmla="*/ 179996 h 247032"/>
                <a:gd name="connsiteX23" fmla="*/ 17665 w 141354"/>
                <a:gd name="connsiteY23" fmla="*/ 162402 h 247032"/>
                <a:gd name="connsiteX24" fmla="*/ 306 w 141354"/>
                <a:gd name="connsiteY24" fmla="*/ 181432 h 247032"/>
                <a:gd name="connsiteX25" fmla="*/ 64429 w 141354"/>
                <a:gd name="connsiteY25" fmla="*/ 247140 h 247032"/>
                <a:gd name="connsiteX26" fmla="*/ 141661 w 141354"/>
                <a:gd name="connsiteY26" fmla="*/ 167070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7032">
                  <a:moveTo>
                    <a:pt x="141661" y="167070"/>
                  </a:moveTo>
                  <a:cubicBezTo>
                    <a:pt x="141661" y="124342"/>
                    <a:pt x="112610" y="88436"/>
                    <a:pt x="74349" y="88436"/>
                  </a:cubicBezTo>
                  <a:cubicBezTo>
                    <a:pt x="57344" y="88436"/>
                    <a:pt x="42110" y="94181"/>
                    <a:pt x="29356" y="106748"/>
                  </a:cubicBezTo>
                  <a:lnTo>
                    <a:pt x="29356" y="36731"/>
                  </a:lnTo>
                  <a:cubicBezTo>
                    <a:pt x="36442" y="38886"/>
                    <a:pt x="48133" y="41399"/>
                    <a:pt x="59470" y="41399"/>
                  </a:cubicBezTo>
                  <a:cubicBezTo>
                    <a:pt x="103045" y="41399"/>
                    <a:pt x="127844" y="8725"/>
                    <a:pt x="127844" y="4057"/>
                  </a:cubicBezTo>
                  <a:cubicBezTo>
                    <a:pt x="127844" y="1902"/>
                    <a:pt x="126781" y="107"/>
                    <a:pt x="124301" y="107"/>
                  </a:cubicBezTo>
                  <a:cubicBezTo>
                    <a:pt x="123947" y="107"/>
                    <a:pt x="123238" y="107"/>
                    <a:pt x="121467" y="1184"/>
                  </a:cubicBezTo>
                  <a:cubicBezTo>
                    <a:pt x="114382" y="4416"/>
                    <a:pt x="97022" y="11597"/>
                    <a:pt x="73286" y="11597"/>
                  </a:cubicBezTo>
                  <a:cubicBezTo>
                    <a:pt x="59115" y="11597"/>
                    <a:pt x="42819" y="9084"/>
                    <a:pt x="26168" y="1543"/>
                  </a:cubicBezTo>
                  <a:cubicBezTo>
                    <a:pt x="23334" y="466"/>
                    <a:pt x="22625" y="466"/>
                    <a:pt x="21917" y="466"/>
                  </a:cubicBezTo>
                  <a:cubicBezTo>
                    <a:pt x="18374" y="466"/>
                    <a:pt x="18374" y="3339"/>
                    <a:pt x="18374" y="9084"/>
                  </a:cubicBezTo>
                  <a:lnTo>
                    <a:pt x="18374" y="115365"/>
                  </a:lnTo>
                  <a:cubicBezTo>
                    <a:pt x="18374" y="121828"/>
                    <a:pt x="18374" y="124701"/>
                    <a:pt x="23334" y="124701"/>
                  </a:cubicBezTo>
                  <a:cubicBezTo>
                    <a:pt x="25814" y="124701"/>
                    <a:pt x="26522" y="123623"/>
                    <a:pt x="27939" y="121469"/>
                  </a:cubicBezTo>
                  <a:cubicBezTo>
                    <a:pt x="31836" y="115724"/>
                    <a:pt x="44944" y="96335"/>
                    <a:pt x="73640" y="96335"/>
                  </a:cubicBezTo>
                  <a:cubicBezTo>
                    <a:pt x="92063" y="96335"/>
                    <a:pt x="100919" y="112852"/>
                    <a:pt x="103753" y="119315"/>
                  </a:cubicBezTo>
                  <a:cubicBezTo>
                    <a:pt x="109422" y="132600"/>
                    <a:pt x="110130" y="146603"/>
                    <a:pt x="110130" y="164556"/>
                  </a:cubicBezTo>
                  <a:cubicBezTo>
                    <a:pt x="110130" y="177123"/>
                    <a:pt x="110130" y="198667"/>
                    <a:pt x="101628" y="213747"/>
                  </a:cubicBezTo>
                  <a:cubicBezTo>
                    <a:pt x="93125" y="227751"/>
                    <a:pt x="80017" y="237086"/>
                    <a:pt x="63721" y="237086"/>
                  </a:cubicBezTo>
                  <a:cubicBezTo>
                    <a:pt x="37859" y="237086"/>
                    <a:pt x="17665" y="218056"/>
                    <a:pt x="11643" y="196871"/>
                  </a:cubicBezTo>
                  <a:cubicBezTo>
                    <a:pt x="12706" y="197231"/>
                    <a:pt x="13768" y="197590"/>
                    <a:pt x="17665" y="197590"/>
                  </a:cubicBezTo>
                  <a:cubicBezTo>
                    <a:pt x="29356" y="197590"/>
                    <a:pt x="35379" y="188613"/>
                    <a:pt x="35379" y="179996"/>
                  </a:cubicBezTo>
                  <a:cubicBezTo>
                    <a:pt x="35379" y="171378"/>
                    <a:pt x="29356" y="162402"/>
                    <a:pt x="17665" y="162402"/>
                  </a:cubicBezTo>
                  <a:cubicBezTo>
                    <a:pt x="12706" y="162402"/>
                    <a:pt x="306" y="164915"/>
                    <a:pt x="306" y="181432"/>
                  </a:cubicBezTo>
                  <a:cubicBezTo>
                    <a:pt x="306" y="212311"/>
                    <a:pt x="24751" y="247140"/>
                    <a:pt x="64429" y="247140"/>
                  </a:cubicBezTo>
                  <a:cubicBezTo>
                    <a:pt x="105525" y="247140"/>
                    <a:pt x="141661" y="212670"/>
                    <a:pt x="141661" y="167070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97DE9CE5-96EC-0255-5C86-671188F2E700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3634954" y="6365411"/>
              <a:ext cx="37552" cy="38060"/>
            </a:xfrm>
            <a:custGeom>
              <a:avLst/>
              <a:gdLst>
                <a:gd name="connsiteX0" fmla="*/ 37864 w 37552"/>
                <a:gd name="connsiteY0" fmla="*/ 19137 h 38060"/>
                <a:gd name="connsiteX1" fmla="*/ 19088 w 37552"/>
                <a:gd name="connsiteY1" fmla="*/ 107 h 38060"/>
                <a:gd name="connsiteX2" fmla="*/ 311 w 37552"/>
                <a:gd name="connsiteY2" fmla="*/ 19137 h 38060"/>
                <a:gd name="connsiteX3" fmla="*/ 19088 w 37552"/>
                <a:gd name="connsiteY3" fmla="*/ 38167 h 38060"/>
                <a:gd name="connsiteX4" fmla="*/ 37864 w 37552"/>
                <a:gd name="connsiteY4" fmla="*/ 19137 h 38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8060">
                  <a:moveTo>
                    <a:pt x="37864" y="19137"/>
                  </a:moveTo>
                  <a:cubicBezTo>
                    <a:pt x="37864" y="8725"/>
                    <a:pt x="29361" y="107"/>
                    <a:pt x="19088" y="107"/>
                  </a:cubicBezTo>
                  <a:cubicBezTo>
                    <a:pt x="8814" y="107"/>
                    <a:pt x="311" y="8725"/>
                    <a:pt x="311" y="19137"/>
                  </a:cubicBezTo>
                  <a:cubicBezTo>
                    <a:pt x="311" y="29550"/>
                    <a:pt x="8814" y="38167"/>
                    <a:pt x="19088" y="38167"/>
                  </a:cubicBezTo>
                  <a:cubicBezTo>
                    <a:pt x="29361" y="38167"/>
                    <a:pt x="37864" y="29550"/>
                    <a:pt x="37864" y="19137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A2C96233-80AD-ABA5-656A-EE4291BFF317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3734426" y="6164338"/>
              <a:ext cx="116909" cy="239133"/>
            </a:xfrm>
            <a:custGeom>
              <a:avLst/>
              <a:gdLst>
                <a:gd name="connsiteX0" fmla="*/ 72940 w 116909"/>
                <a:gd name="connsiteY0" fmla="*/ 9443 h 239133"/>
                <a:gd name="connsiteX1" fmla="*/ 64791 w 116909"/>
                <a:gd name="connsiteY1" fmla="*/ 107 h 239133"/>
                <a:gd name="connsiteX2" fmla="*/ 314 w 116909"/>
                <a:gd name="connsiteY2" fmla="*/ 23087 h 239133"/>
                <a:gd name="connsiteX3" fmla="*/ 314 w 116909"/>
                <a:gd name="connsiteY3" fmla="*/ 34218 h 239133"/>
                <a:gd name="connsiteX4" fmla="*/ 46723 w 116909"/>
                <a:gd name="connsiteY4" fmla="*/ 24882 h 239133"/>
                <a:gd name="connsiteX5" fmla="*/ 46723 w 116909"/>
                <a:gd name="connsiteY5" fmla="*/ 210875 h 239133"/>
                <a:gd name="connsiteX6" fmla="*/ 13776 w 116909"/>
                <a:gd name="connsiteY6" fmla="*/ 228110 h 239133"/>
                <a:gd name="connsiteX7" fmla="*/ 2440 w 116909"/>
                <a:gd name="connsiteY7" fmla="*/ 228110 h 239133"/>
                <a:gd name="connsiteX8" fmla="*/ 2440 w 116909"/>
                <a:gd name="connsiteY8" fmla="*/ 239240 h 239133"/>
                <a:gd name="connsiteX9" fmla="*/ 59832 w 116909"/>
                <a:gd name="connsiteY9" fmla="*/ 238163 h 239133"/>
                <a:gd name="connsiteX10" fmla="*/ 117224 w 116909"/>
                <a:gd name="connsiteY10" fmla="*/ 239240 h 239133"/>
                <a:gd name="connsiteX11" fmla="*/ 117224 w 116909"/>
                <a:gd name="connsiteY11" fmla="*/ 228110 h 239133"/>
                <a:gd name="connsiteX12" fmla="*/ 105887 w 116909"/>
                <a:gd name="connsiteY12" fmla="*/ 228110 h 239133"/>
                <a:gd name="connsiteX13" fmla="*/ 72940 w 116909"/>
                <a:gd name="connsiteY13" fmla="*/ 210875 h 239133"/>
                <a:gd name="connsiteX14" fmla="*/ 72940 w 116909"/>
                <a:gd name="connsiteY14" fmla="*/ 9443 h 23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9133">
                  <a:moveTo>
                    <a:pt x="72940" y="9443"/>
                  </a:moveTo>
                  <a:cubicBezTo>
                    <a:pt x="72940" y="825"/>
                    <a:pt x="72940" y="107"/>
                    <a:pt x="64791" y="107"/>
                  </a:cubicBezTo>
                  <a:cubicBezTo>
                    <a:pt x="42827" y="23087"/>
                    <a:pt x="11651" y="23087"/>
                    <a:pt x="314" y="23087"/>
                  </a:cubicBezTo>
                  <a:lnTo>
                    <a:pt x="314" y="34218"/>
                  </a:lnTo>
                  <a:cubicBezTo>
                    <a:pt x="7399" y="34218"/>
                    <a:pt x="28301" y="34218"/>
                    <a:pt x="46723" y="24882"/>
                  </a:cubicBezTo>
                  <a:lnTo>
                    <a:pt x="46723" y="210875"/>
                  </a:lnTo>
                  <a:cubicBezTo>
                    <a:pt x="46723" y="223801"/>
                    <a:pt x="45661" y="228110"/>
                    <a:pt x="13776" y="228110"/>
                  </a:cubicBezTo>
                  <a:lnTo>
                    <a:pt x="2440" y="228110"/>
                  </a:lnTo>
                  <a:lnTo>
                    <a:pt x="2440" y="239240"/>
                  </a:lnTo>
                  <a:cubicBezTo>
                    <a:pt x="14839" y="238163"/>
                    <a:pt x="45661" y="238163"/>
                    <a:pt x="59832" y="238163"/>
                  </a:cubicBezTo>
                  <a:cubicBezTo>
                    <a:pt x="74002" y="238163"/>
                    <a:pt x="104824" y="238163"/>
                    <a:pt x="117224" y="239240"/>
                  </a:cubicBezTo>
                  <a:lnTo>
                    <a:pt x="117224" y="228110"/>
                  </a:lnTo>
                  <a:lnTo>
                    <a:pt x="105887" y="228110"/>
                  </a:lnTo>
                  <a:cubicBezTo>
                    <a:pt x="74002" y="228110"/>
                    <a:pt x="72940" y="224160"/>
                    <a:pt x="72940" y="210875"/>
                  </a:cubicBezTo>
                  <a:lnTo>
                    <a:pt x="72940" y="9443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5CD5858-5489-1E9E-7148-05F3400E021D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3889952" y="6160389"/>
              <a:ext cx="156942" cy="243082"/>
            </a:xfrm>
            <a:custGeom>
              <a:avLst/>
              <a:gdLst>
                <a:gd name="connsiteX0" fmla="*/ 94555 w 156942"/>
                <a:gd name="connsiteY0" fmla="*/ 183945 h 243082"/>
                <a:gd name="connsiteX1" fmla="*/ 94555 w 156942"/>
                <a:gd name="connsiteY1" fmla="*/ 215183 h 243082"/>
                <a:gd name="connsiteX2" fmla="*/ 67631 w 156942"/>
                <a:gd name="connsiteY2" fmla="*/ 232059 h 243082"/>
                <a:gd name="connsiteX3" fmla="*/ 60191 w 156942"/>
                <a:gd name="connsiteY3" fmla="*/ 232059 h 243082"/>
                <a:gd name="connsiteX4" fmla="*/ 60191 w 156942"/>
                <a:gd name="connsiteY4" fmla="*/ 243190 h 243082"/>
                <a:gd name="connsiteX5" fmla="*/ 108017 w 156942"/>
                <a:gd name="connsiteY5" fmla="*/ 242113 h 243082"/>
                <a:gd name="connsiteX6" fmla="*/ 156198 w 156942"/>
                <a:gd name="connsiteY6" fmla="*/ 243190 h 243082"/>
                <a:gd name="connsiteX7" fmla="*/ 156198 w 156942"/>
                <a:gd name="connsiteY7" fmla="*/ 232059 h 243082"/>
                <a:gd name="connsiteX8" fmla="*/ 148759 w 156942"/>
                <a:gd name="connsiteY8" fmla="*/ 232059 h 243082"/>
                <a:gd name="connsiteX9" fmla="*/ 121834 w 156942"/>
                <a:gd name="connsiteY9" fmla="*/ 215183 h 243082"/>
                <a:gd name="connsiteX10" fmla="*/ 121834 w 156942"/>
                <a:gd name="connsiteY10" fmla="*/ 183945 h 243082"/>
                <a:gd name="connsiteX11" fmla="*/ 157261 w 156942"/>
                <a:gd name="connsiteY11" fmla="*/ 183945 h 243082"/>
                <a:gd name="connsiteX12" fmla="*/ 157261 w 156942"/>
                <a:gd name="connsiteY12" fmla="*/ 172815 h 243082"/>
                <a:gd name="connsiteX13" fmla="*/ 121834 w 156942"/>
                <a:gd name="connsiteY13" fmla="*/ 172815 h 243082"/>
                <a:gd name="connsiteX14" fmla="*/ 121834 w 156942"/>
                <a:gd name="connsiteY14" fmla="*/ 9443 h 243082"/>
                <a:gd name="connsiteX15" fmla="*/ 116166 w 156942"/>
                <a:gd name="connsiteY15" fmla="*/ 107 h 243082"/>
                <a:gd name="connsiteX16" fmla="*/ 109080 w 156942"/>
                <a:gd name="connsiteY16" fmla="*/ 4416 h 243082"/>
                <a:gd name="connsiteX17" fmla="*/ 319 w 156942"/>
                <a:gd name="connsiteY17" fmla="*/ 172815 h 243082"/>
                <a:gd name="connsiteX18" fmla="*/ 319 w 156942"/>
                <a:gd name="connsiteY18" fmla="*/ 183945 h 243082"/>
                <a:gd name="connsiteX19" fmla="*/ 94555 w 156942"/>
                <a:gd name="connsiteY19" fmla="*/ 183945 h 243082"/>
                <a:gd name="connsiteX20" fmla="*/ 96681 w 156942"/>
                <a:gd name="connsiteY20" fmla="*/ 172815 h 243082"/>
                <a:gd name="connsiteX21" fmla="*/ 10239 w 156942"/>
                <a:gd name="connsiteY21" fmla="*/ 172815 h 243082"/>
                <a:gd name="connsiteX22" fmla="*/ 96681 w 156942"/>
                <a:gd name="connsiteY22" fmla="*/ 38886 h 243082"/>
                <a:gd name="connsiteX23" fmla="*/ 96681 w 156942"/>
                <a:gd name="connsiteY23" fmla="*/ 172815 h 24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43082">
                  <a:moveTo>
                    <a:pt x="94555" y="183945"/>
                  </a:moveTo>
                  <a:lnTo>
                    <a:pt x="94555" y="215183"/>
                  </a:lnTo>
                  <a:cubicBezTo>
                    <a:pt x="94555" y="228110"/>
                    <a:pt x="93847" y="232059"/>
                    <a:pt x="67631" y="232059"/>
                  </a:cubicBezTo>
                  <a:lnTo>
                    <a:pt x="60191" y="232059"/>
                  </a:lnTo>
                  <a:lnTo>
                    <a:pt x="60191" y="243190"/>
                  </a:lnTo>
                  <a:cubicBezTo>
                    <a:pt x="74716" y="242113"/>
                    <a:pt x="93138" y="242113"/>
                    <a:pt x="108017" y="242113"/>
                  </a:cubicBezTo>
                  <a:cubicBezTo>
                    <a:pt x="122897" y="242113"/>
                    <a:pt x="141673" y="242113"/>
                    <a:pt x="156198" y="243190"/>
                  </a:cubicBezTo>
                  <a:lnTo>
                    <a:pt x="156198" y="232059"/>
                  </a:lnTo>
                  <a:lnTo>
                    <a:pt x="148759" y="232059"/>
                  </a:lnTo>
                  <a:cubicBezTo>
                    <a:pt x="122543" y="232059"/>
                    <a:pt x="121834" y="228110"/>
                    <a:pt x="121834" y="215183"/>
                  </a:cubicBezTo>
                  <a:lnTo>
                    <a:pt x="121834" y="183945"/>
                  </a:lnTo>
                  <a:lnTo>
                    <a:pt x="157261" y="183945"/>
                  </a:lnTo>
                  <a:lnTo>
                    <a:pt x="157261" y="172815"/>
                  </a:lnTo>
                  <a:lnTo>
                    <a:pt x="121834" y="172815"/>
                  </a:lnTo>
                  <a:lnTo>
                    <a:pt x="121834" y="9443"/>
                  </a:lnTo>
                  <a:cubicBezTo>
                    <a:pt x="121834" y="2262"/>
                    <a:pt x="121834" y="107"/>
                    <a:pt x="116166" y="107"/>
                  </a:cubicBezTo>
                  <a:cubicBezTo>
                    <a:pt x="112977" y="107"/>
                    <a:pt x="111914" y="107"/>
                    <a:pt x="109080" y="4416"/>
                  </a:cubicBezTo>
                  <a:lnTo>
                    <a:pt x="319" y="172815"/>
                  </a:lnTo>
                  <a:lnTo>
                    <a:pt x="319" y="183945"/>
                  </a:lnTo>
                  <a:lnTo>
                    <a:pt x="94555" y="183945"/>
                  </a:lnTo>
                  <a:close/>
                  <a:moveTo>
                    <a:pt x="96681" y="172815"/>
                  </a:moveTo>
                  <a:lnTo>
                    <a:pt x="10239" y="172815"/>
                  </a:lnTo>
                  <a:lnTo>
                    <a:pt x="96681" y="38886"/>
                  </a:lnTo>
                  <a:lnTo>
                    <a:pt x="96681" y="172815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C202A13-AB13-14C5-55C6-9D40622815C8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4072048" y="6164338"/>
              <a:ext cx="147022" cy="247032"/>
            </a:xfrm>
            <a:custGeom>
              <a:avLst/>
              <a:gdLst>
                <a:gd name="connsiteX0" fmla="*/ 32208 w 147022"/>
                <a:gd name="connsiteY0" fmla="*/ 121469 h 247032"/>
                <a:gd name="connsiteX1" fmla="*/ 32208 w 147022"/>
                <a:gd name="connsiteY1" fmla="*/ 112852 h 247032"/>
                <a:gd name="connsiteX2" fmla="*/ 94206 w 147022"/>
                <a:gd name="connsiteY2" fmla="*/ 9084 h 247032"/>
                <a:gd name="connsiteX3" fmla="*/ 125382 w 147022"/>
                <a:gd name="connsiteY3" fmla="*/ 23446 h 247032"/>
                <a:gd name="connsiteX4" fmla="*/ 105897 w 147022"/>
                <a:gd name="connsiteY4" fmla="*/ 39604 h 247032"/>
                <a:gd name="connsiteX5" fmla="*/ 122193 w 147022"/>
                <a:gd name="connsiteY5" fmla="*/ 56120 h 247032"/>
                <a:gd name="connsiteX6" fmla="*/ 138490 w 147022"/>
                <a:gd name="connsiteY6" fmla="*/ 38886 h 247032"/>
                <a:gd name="connsiteX7" fmla="*/ 93497 w 147022"/>
                <a:gd name="connsiteY7" fmla="*/ 107 h 247032"/>
                <a:gd name="connsiteX8" fmla="*/ 324 w 147022"/>
                <a:gd name="connsiteY8" fmla="*/ 125778 h 247032"/>
                <a:gd name="connsiteX9" fmla="*/ 74367 w 147022"/>
                <a:gd name="connsiteY9" fmla="*/ 247140 h 247032"/>
                <a:gd name="connsiteX10" fmla="*/ 147347 w 147022"/>
                <a:gd name="connsiteY10" fmla="*/ 165992 h 247032"/>
                <a:gd name="connsiteX11" fmla="*/ 76492 w 147022"/>
                <a:gd name="connsiteY11" fmla="*/ 85922 h 247032"/>
                <a:gd name="connsiteX12" fmla="*/ 32208 w 147022"/>
                <a:gd name="connsiteY12" fmla="*/ 121469 h 247032"/>
                <a:gd name="connsiteX13" fmla="*/ 74367 w 147022"/>
                <a:gd name="connsiteY13" fmla="*/ 237086 h 247032"/>
                <a:gd name="connsiteX14" fmla="*/ 39294 w 147022"/>
                <a:gd name="connsiteY14" fmla="*/ 210157 h 247032"/>
                <a:gd name="connsiteX15" fmla="*/ 32917 w 147022"/>
                <a:gd name="connsiteY15" fmla="*/ 158093 h 247032"/>
                <a:gd name="connsiteX16" fmla="*/ 76138 w 147022"/>
                <a:gd name="connsiteY16" fmla="*/ 94181 h 247032"/>
                <a:gd name="connsiteX17" fmla="*/ 109085 w 147022"/>
                <a:gd name="connsiteY17" fmla="*/ 116442 h 247032"/>
                <a:gd name="connsiteX18" fmla="*/ 115462 w 147022"/>
                <a:gd name="connsiteY18" fmla="*/ 165633 h 247032"/>
                <a:gd name="connsiteX19" fmla="*/ 109440 w 147022"/>
                <a:gd name="connsiteY19" fmla="*/ 213747 h 247032"/>
                <a:gd name="connsiteX20" fmla="*/ 74367 w 147022"/>
                <a:gd name="connsiteY20" fmla="*/ 237086 h 24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022" h="247032">
                  <a:moveTo>
                    <a:pt x="32208" y="121469"/>
                  </a:moveTo>
                  <a:lnTo>
                    <a:pt x="32208" y="112852"/>
                  </a:lnTo>
                  <a:cubicBezTo>
                    <a:pt x="32208" y="22010"/>
                    <a:pt x="76138" y="9084"/>
                    <a:pt x="94206" y="9084"/>
                  </a:cubicBezTo>
                  <a:cubicBezTo>
                    <a:pt x="102708" y="9084"/>
                    <a:pt x="117588" y="11238"/>
                    <a:pt x="125382" y="23446"/>
                  </a:cubicBezTo>
                  <a:cubicBezTo>
                    <a:pt x="120068" y="23446"/>
                    <a:pt x="105897" y="23446"/>
                    <a:pt x="105897" y="39604"/>
                  </a:cubicBezTo>
                  <a:cubicBezTo>
                    <a:pt x="105897" y="50735"/>
                    <a:pt x="114399" y="56120"/>
                    <a:pt x="122193" y="56120"/>
                  </a:cubicBezTo>
                  <a:cubicBezTo>
                    <a:pt x="127862" y="56120"/>
                    <a:pt x="138490" y="52889"/>
                    <a:pt x="138490" y="38886"/>
                  </a:cubicBezTo>
                  <a:cubicBezTo>
                    <a:pt x="138490" y="17342"/>
                    <a:pt x="122902" y="107"/>
                    <a:pt x="93497" y="107"/>
                  </a:cubicBezTo>
                  <a:cubicBezTo>
                    <a:pt x="48151" y="107"/>
                    <a:pt x="324" y="46426"/>
                    <a:pt x="324" y="125778"/>
                  </a:cubicBezTo>
                  <a:cubicBezTo>
                    <a:pt x="324" y="221647"/>
                    <a:pt x="41419" y="247140"/>
                    <a:pt x="74367" y="247140"/>
                  </a:cubicBezTo>
                  <a:cubicBezTo>
                    <a:pt x="113691" y="247140"/>
                    <a:pt x="147347" y="213388"/>
                    <a:pt x="147347" y="165992"/>
                  </a:cubicBezTo>
                  <a:cubicBezTo>
                    <a:pt x="147347" y="120392"/>
                    <a:pt x="115816" y="85922"/>
                    <a:pt x="76492" y="85922"/>
                  </a:cubicBezTo>
                  <a:cubicBezTo>
                    <a:pt x="52402" y="85922"/>
                    <a:pt x="39294" y="104234"/>
                    <a:pt x="32208" y="121469"/>
                  </a:cubicBezTo>
                  <a:close/>
                  <a:moveTo>
                    <a:pt x="74367" y="237086"/>
                  </a:moveTo>
                  <a:cubicBezTo>
                    <a:pt x="52048" y="237086"/>
                    <a:pt x="41419" y="215543"/>
                    <a:pt x="39294" y="210157"/>
                  </a:cubicBezTo>
                  <a:cubicBezTo>
                    <a:pt x="32917" y="193281"/>
                    <a:pt x="32917" y="164556"/>
                    <a:pt x="32917" y="158093"/>
                  </a:cubicBezTo>
                  <a:cubicBezTo>
                    <a:pt x="32917" y="130087"/>
                    <a:pt x="44254" y="94181"/>
                    <a:pt x="76138" y="94181"/>
                  </a:cubicBezTo>
                  <a:cubicBezTo>
                    <a:pt x="81806" y="94181"/>
                    <a:pt x="98103" y="94181"/>
                    <a:pt x="109085" y="116442"/>
                  </a:cubicBezTo>
                  <a:cubicBezTo>
                    <a:pt x="115462" y="129727"/>
                    <a:pt x="115462" y="148039"/>
                    <a:pt x="115462" y="165633"/>
                  </a:cubicBezTo>
                  <a:cubicBezTo>
                    <a:pt x="115462" y="182868"/>
                    <a:pt x="115462" y="200821"/>
                    <a:pt x="109440" y="213747"/>
                  </a:cubicBezTo>
                  <a:cubicBezTo>
                    <a:pt x="98811" y="235291"/>
                    <a:pt x="82515" y="237086"/>
                    <a:pt x="74367" y="237086"/>
                  </a:cubicBez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111DFA9-014C-DD78-1D53-7D560A520F0A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4458822" y="6101863"/>
              <a:ext cx="14170" cy="430870"/>
            </a:xfrm>
            <a:custGeom>
              <a:avLst/>
              <a:gdLst>
                <a:gd name="connsiteX0" fmla="*/ 0 w 14170"/>
                <a:gd name="connsiteY0" fmla="*/ 0 h 430870"/>
                <a:gd name="connsiteX1" fmla="*/ 14170 w 14170"/>
                <a:gd name="connsiteY1" fmla="*/ 0 h 430870"/>
                <a:gd name="connsiteX2" fmla="*/ 14170 w 14170"/>
                <a:gd name="connsiteY2" fmla="*/ 430871 h 430870"/>
                <a:gd name="connsiteX3" fmla="*/ 0 w 14170"/>
                <a:gd name="connsiteY3" fmla="*/ 430871 h 43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0" h="430870">
                  <a:moveTo>
                    <a:pt x="0" y="0"/>
                  </a:moveTo>
                  <a:lnTo>
                    <a:pt x="14170" y="0"/>
                  </a:lnTo>
                  <a:lnTo>
                    <a:pt x="14170" y="430871"/>
                  </a:lnTo>
                  <a:lnTo>
                    <a:pt x="0" y="430871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8F1035C-567E-BE34-328A-28A7B42C27A6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7222341" y="6532734"/>
              <a:ext cx="7250651" cy="14362"/>
            </a:xfrm>
            <a:custGeom>
              <a:avLst/>
              <a:gdLst>
                <a:gd name="connsiteX0" fmla="*/ 0 w 7250651"/>
                <a:gd name="connsiteY0" fmla="*/ 0 h 14362"/>
                <a:gd name="connsiteX1" fmla="*/ 7250652 w 7250651"/>
                <a:gd name="connsiteY1" fmla="*/ 0 h 14362"/>
                <a:gd name="connsiteX2" fmla="*/ 7250652 w 7250651"/>
                <a:gd name="connsiteY2" fmla="*/ 14362 h 14362"/>
                <a:gd name="connsiteX3" fmla="*/ 0 w 7250651"/>
                <a:gd name="connsiteY3" fmla="*/ 14362 h 1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0651" h="14362">
                  <a:moveTo>
                    <a:pt x="0" y="0"/>
                  </a:moveTo>
                  <a:lnTo>
                    <a:pt x="7250652" y="0"/>
                  </a:lnTo>
                  <a:lnTo>
                    <a:pt x="7250652" y="14362"/>
                  </a:lnTo>
                  <a:lnTo>
                    <a:pt x="0" y="14362"/>
                  </a:lnTo>
                  <a:close/>
                </a:path>
              </a:pathLst>
            </a:custGeom>
            <a:solidFill>
              <a:srgbClr val="FFFFFF"/>
            </a:solidFill>
            <a:ln w="354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751825CF-316D-6C1B-AE55-667DBEDCEAC3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169693" y="3614251"/>
            <a:ext cx="6475956" cy="972677"/>
            <a:chOff x="7599802" y="5194445"/>
            <a:chExt cx="6475956" cy="972677"/>
          </a:xfrm>
        </p:grpSpPr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35F2016D-AA65-0356-2A66-D7773B1E5DA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599802" y="5505745"/>
              <a:ext cx="219294" cy="240904"/>
            </a:xfrm>
            <a:custGeom>
              <a:avLst/>
              <a:gdLst>
                <a:gd name="connsiteX0" fmla="*/ 36632 w 219294"/>
                <a:gd name="connsiteY0" fmla="*/ 213362 h 240904"/>
                <a:gd name="connsiteX1" fmla="*/ 8644 w 219294"/>
                <a:gd name="connsiteY1" fmla="*/ 230012 h 240904"/>
                <a:gd name="connsiteX2" fmla="*/ 142 w 219294"/>
                <a:gd name="connsiteY2" fmla="*/ 230012 h 240904"/>
                <a:gd name="connsiteX3" fmla="*/ 142 w 219294"/>
                <a:gd name="connsiteY3" fmla="*/ 240995 h 240904"/>
                <a:gd name="connsiteX4" fmla="*/ 204557 w 219294"/>
                <a:gd name="connsiteY4" fmla="*/ 240995 h 240904"/>
                <a:gd name="connsiteX5" fmla="*/ 219436 w 219294"/>
                <a:gd name="connsiteY5" fmla="*/ 149593 h 240904"/>
                <a:gd name="connsiteX6" fmla="*/ 210579 w 219294"/>
                <a:gd name="connsiteY6" fmla="*/ 149593 h 240904"/>
                <a:gd name="connsiteX7" fmla="*/ 132640 w 219294"/>
                <a:gd name="connsiteY7" fmla="*/ 230012 h 240904"/>
                <a:gd name="connsiteX8" fmla="*/ 85521 w 219294"/>
                <a:gd name="connsiteY8" fmla="*/ 230012 h 240904"/>
                <a:gd name="connsiteX9" fmla="*/ 68162 w 219294"/>
                <a:gd name="connsiteY9" fmla="*/ 215842 h 240904"/>
                <a:gd name="connsiteX10" fmla="*/ 68162 w 219294"/>
                <a:gd name="connsiteY10" fmla="*/ 121251 h 240904"/>
                <a:gd name="connsiteX11" fmla="*/ 100047 w 219294"/>
                <a:gd name="connsiteY11" fmla="*/ 121251 h 240904"/>
                <a:gd name="connsiteX12" fmla="*/ 138308 w 219294"/>
                <a:gd name="connsiteY12" fmla="*/ 162701 h 240904"/>
                <a:gd name="connsiteX13" fmla="*/ 147165 w 219294"/>
                <a:gd name="connsiteY13" fmla="*/ 162701 h 240904"/>
                <a:gd name="connsiteX14" fmla="*/ 147165 w 219294"/>
                <a:gd name="connsiteY14" fmla="*/ 68819 h 240904"/>
                <a:gd name="connsiteX15" fmla="*/ 138308 w 219294"/>
                <a:gd name="connsiteY15" fmla="*/ 68819 h 240904"/>
                <a:gd name="connsiteX16" fmla="*/ 100047 w 219294"/>
                <a:gd name="connsiteY16" fmla="*/ 110269 h 240904"/>
                <a:gd name="connsiteX17" fmla="*/ 68162 w 219294"/>
                <a:gd name="connsiteY17" fmla="*/ 110269 h 240904"/>
                <a:gd name="connsiteX18" fmla="*/ 68162 w 219294"/>
                <a:gd name="connsiteY18" fmla="*/ 25243 h 240904"/>
                <a:gd name="connsiteX19" fmla="*/ 85521 w 219294"/>
                <a:gd name="connsiteY19" fmla="*/ 11073 h 240904"/>
                <a:gd name="connsiteX20" fmla="*/ 131222 w 219294"/>
                <a:gd name="connsiteY20" fmla="*/ 11073 h 240904"/>
                <a:gd name="connsiteX21" fmla="*/ 200660 w 219294"/>
                <a:gd name="connsiteY21" fmla="*/ 79801 h 240904"/>
                <a:gd name="connsiteX22" fmla="*/ 209516 w 219294"/>
                <a:gd name="connsiteY22" fmla="*/ 79801 h 240904"/>
                <a:gd name="connsiteX23" fmla="*/ 199597 w 219294"/>
                <a:gd name="connsiteY23" fmla="*/ 90 h 240904"/>
                <a:gd name="connsiteX24" fmla="*/ 142 w 219294"/>
                <a:gd name="connsiteY24" fmla="*/ 90 h 240904"/>
                <a:gd name="connsiteX25" fmla="*/ 142 w 219294"/>
                <a:gd name="connsiteY25" fmla="*/ 11073 h 240904"/>
                <a:gd name="connsiteX26" fmla="*/ 8644 w 219294"/>
                <a:gd name="connsiteY26" fmla="*/ 11073 h 240904"/>
                <a:gd name="connsiteX27" fmla="*/ 36632 w 219294"/>
                <a:gd name="connsiteY27" fmla="*/ 27723 h 240904"/>
                <a:gd name="connsiteX28" fmla="*/ 36632 w 219294"/>
                <a:gd name="connsiteY28" fmla="*/ 213362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9294" h="240904">
                  <a:moveTo>
                    <a:pt x="36632" y="213362"/>
                  </a:moveTo>
                  <a:cubicBezTo>
                    <a:pt x="36632" y="226115"/>
                    <a:pt x="35923" y="230012"/>
                    <a:pt x="8644" y="230012"/>
                  </a:cubicBezTo>
                  <a:lnTo>
                    <a:pt x="142" y="230012"/>
                  </a:lnTo>
                  <a:lnTo>
                    <a:pt x="142" y="240995"/>
                  </a:lnTo>
                  <a:lnTo>
                    <a:pt x="204557" y="240995"/>
                  </a:lnTo>
                  <a:lnTo>
                    <a:pt x="219436" y="149593"/>
                  </a:lnTo>
                  <a:lnTo>
                    <a:pt x="210579" y="149593"/>
                  </a:lnTo>
                  <a:cubicBezTo>
                    <a:pt x="201722" y="204151"/>
                    <a:pt x="193574" y="230012"/>
                    <a:pt x="132640" y="230012"/>
                  </a:cubicBezTo>
                  <a:lnTo>
                    <a:pt x="85521" y="230012"/>
                  </a:lnTo>
                  <a:cubicBezTo>
                    <a:pt x="68871" y="230012"/>
                    <a:pt x="68162" y="227532"/>
                    <a:pt x="68162" y="215842"/>
                  </a:cubicBezTo>
                  <a:lnTo>
                    <a:pt x="68162" y="121251"/>
                  </a:lnTo>
                  <a:lnTo>
                    <a:pt x="100047" y="121251"/>
                  </a:lnTo>
                  <a:cubicBezTo>
                    <a:pt x="134411" y="121251"/>
                    <a:pt x="138308" y="132588"/>
                    <a:pt x="138308" y="162701"/>
                  </a:cubicBezTo>
                  <a:lnTo>
                    <a:pt x="147165" y="162701"/>
                  </a:lnTo>
                  <a:lnTo>
                    <a:pt x="147165" y="68819"/>
                  </a:lnTo>
                  <a:lnTo>
                    <a:pt x="138308" y="68819"/>
                  </a:lnTo>
                  <a:cubicBezTo>
                    <a:pt x="138308" y="99286"/>
                    <a:pt x="134411" y="110269"/>
                    <a:pt x="100047" y="110269"/>
                  </a:cubicBezTo>
                  <a:lnTo>
                    <a:pt x="68162" y="110269"/>
                  </a:lnTo>
                  <a:lnTo>
                    <a:pt x="68162" y="25243"/>
                  </a:lnTo>
                  <a:cubicBezTo>
                    <a:pt x="68162" y="13552"/>
                    <a:pt x="68871" y="11073"/>
                    <a:pt x="85521" y="11073"/>
                  </a:cubicBezTo>
                  <a:lnTo>
                    <a:pt x="131222" y="11073"/>
                  </a:lnTo>
                  <a:cubicBezTo>
                    <a:pt x="185426" y="11073"/>
                    <a:pt x="194991" y="30558"/>
                    <a:pt x="200660" y="79801"/>
                  </a:cubicBezTo>
                  <a:lnTo>
                    <a:pt x="209516" y="79801"/>
                  </a:lnTo>
                  <a:lnTo>
                    <a:pt x="199597" y="90"/>
                  </a:lnTo>
                  <a:lnTo>
                    <a:pt x="142" y="90"/>
                  </a:lnTo>
                  <a:lnTo>
                    <a:pt x="142" y="11073"/>
                  </a:lnTo>
                  <a:lnTo>
                    <a:pt x="8644" y="11073"/>
                  </a:lnTo>
                  <a:cubicBezTo>
                    <a:pt x="35923" y="11073"/>
                    <a:pt x="36632" y="14970"/>
                    <a:pt x="36632" y="27723"/>
                  </a:cubicBezTo>
                  <a:lnTo>
                    <a:pt x="36632" y="213362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617E06F-41A5-ADFA-2576-BEA157C8B10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839133" y="5590062"/>
              <a:ext cx="119035" cy="156588"/>
            </a:xfrm>
            <a:custGeom>
              <a:avLst/>
              <a:gdLst>
                <a:gd name="connsiteX0" fmla="*/ 49392 w 119035"/>
                <a:gd name="connsiteY0" fmla="*/ 39060 h 156588"/>
                <a:gd name="connsiteX1" fmla="*/ 49392 w 119035"/>
                <a:gd name="connsiteY1" fmla="*/ 90 h 156588"/>
                <a:gd name="connsiteX2" fmla="*/ 149 w 119035"/>
                <a:gd name="connsiteY2" fmla="*/ 3987 h 156588"/>
                <a:gd name="connsiteX3" fmla="*/ 149 w 119035"/>
                <a:gd name="connsiteY3" fmla="*/ 14970 h 156588"/>
                <a:gd name="connsiteX4" fmla="*/ 27782 w 119035"/>
                <a:gd name="connsiteY4" fmla="*/ 34809 h 156588"/>
                <a:gd name="connsiteX5" fmla="*/ 27782 w 119035"/>
                <a:gd name="connsiteY5" fmla="*/ 129754 h 156588"/>
                <a:gd name="connsiteX6" fmla="*/ 149 w 119035"/>
                <a:gd name="connsiteY6" fmla="*/ 145696 h 156588"/>
                <a:gd name="connsiteX7" fmla="*/ 149 w 119035"/>
                <a:gd name="connsiteY7" fmla="*/ 156678 h 156588"/>
                <a:gd name="connsiteX8" fmla="*/ 40536 w 119035"/>
                <a:gd name="connsiteY8" fmla="*/ 155615 h 156588"/>
                <a:gd name="connsiteX9" fmla="*/ 85528 w 119035"/>
                <a:gd name="connsiteY9" fmla="*/ 156678 h 156588"/>
                <a:gd name="connsiteX10" fmla="*/ 85528 w 119035"/>
                <a:gd name="connsiteY10" fmla="*/ 145696 h 156588"/>
                <a:gd name="connsiteX11" fmla="*/ 78088 w 119035"/>
                <a:gd name="connsiteY11" fmla="*/ 145696 h 156588"/>
                <a:gd name="connsiteX12" fmla="*/ 51164 w 119035"/>
                <a:gd name="connsiteY12" fmla="*/ 129045 h 156588"/>
                <a:gd name="connsiteX13" fmla="*/ 51164 w 119035"/>
                <a:gd name="connsiteY13" fmla="*/ 74487 h 156588"/>
                <a:gd name="connsiteX14" fmla="*/ 92968 w 119035"/>
                <a:gd name="connsiteY14" fmla="*/ 7884 h 156588"/>
                <a:gd name="connsiteX15" fmla="*/ 96865 w 119035"/>
                <a:gd name="connsiteY15" fmla="*/ 8238 h 156588"/>
                <a:gd name="connsiteX16" fmla="*/ 88717 w 119035"/>
                <a:gd name="connsiteY16" fmla="*/ 22055 h 156588"/>
                <a:gd name="connsiteX17" fmla="*/ 103950 w 119035"/>
                <a:gd name="connsiteY17" fmla="*/ 37289 h 156588"/>
                <a:gd name="connsiteX18" fmla="*/ 119184 w 119035"/>
                <a:gd name="connsiteY18" fmla="*/ 21701 h 156588"/>
                <a:gd name="connsiteX19" fmla="*/ 92968 w 119035"/>
                <a:gd name="connsiteY19" fmla="*/ 90 h 156588"/>
                <a:gd name="connsiteX20" fmla="*/ 49392 w 119035"/>
                <a:gd name="connsiteY20" fmla="*/ 39060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35" h="156588">
                  <a:moveTo>
                    <a:pt x="49392" y="39060"/>
                  </a:moveTo>
                  <a:lnTo>
                    <a:pt x="49392" y="90"/>
                  </a:lnTo>
                  <a:lnTo>
                    <a:pt x="149" y="3987"/>
                  </a:lnTo>
                  <a:lnTo>
                    <a:pt x="149" y="14970"/>
                  </a:lnTo>
                  <a:cubicBezTo>
                    <a:pt x="24948" y="14970"/>
                    <a:pt x="27782" y="17449"/>
                    <a:pt x="27782" y="34809"/>
                  </a:cubicBezTo>
                  <a:lnTo>
                    <a:pt x="27782" y="129754"/>
                  </a:lnTo>
                  <a:cubicBezTo>
                    <a:pt x="27782" y="145696"/>
                    <a:pt x="23885" y="145696"/>
                    <a:pt x="149" y="145696"/>
                  </a:cubicBezTo>
                  <a:lnTo>
                    <a:pt x="149" y="156678"/>
                  </a:lnTo>
                  <a:cubicBezTo>
                    <a:pt x="13965" y="156324"/>
                    <a:pt x="30616" y="155615"/>
                    <a:pt x="40536" y="155615"/>
                  </a:cubicBezTo>
                  <a:cubicBezTo>
                    <a:pt x="54707" y="155615"/>
                    <a:pt x="71357" y="155615"/>
                    <a:pt x="85528" y="156678"/>
                  </a:cubicBezTo>
                  <a:lnTo>
                    <a:pt x="85528" y="145696"/>
                  </a:lnTo>
                  <a:lnTo>
                    <a:pt x="78088" y="145696"/>
                  </a:lnTo>
                  <a:cubicBezTo>
                    <a:pt x="51872" y="145696"/>
                    <a:pt x="51164" y="141799"/>
                    <a:pt x="51164" y="129045"/>
                  </a:cubicBezTo>
                  <a:lnTo>
                    <a:pt x="51164" y="74487"/>
                  </a:lnTo>
                  <a:cubicBezTo>
                    <a:pt x="51164" y="39414"/>
                    <a:pt x="66043" y="7884"/>
                    <a:pt x="92968" y="7884"/>
                  </a:cubicBezTo>
                  <a:cubicBezTo>
                    <a:pt x="95448" y="7884"/>
                    <a:pt x="96156" y="7884"/>
                    <a:pt x="96865" y="8238"/>
                  </a:cubicBezTo>
                  <a:cubicBezTo>
                    <a:pt x="95802" y="8593"/>
                    <a:pt x="88717" y="12844"/>
                    <a:pt x="88717" y="22055"/>
                  </a:cubicBezTo>
                  <a:cubicBezTo>
                    <a:pt x="88717" y="31975"/>
                    <a:pt x="96156" y="37289"/>
                    <a:pt x="103950" y="37289"/>
                  </a:cubicBezTo>
                  <a:cubicBezTo>
                    <a:pt x="110327" y="37289"/>
                    <a:pt x="119184" y="33037"/>
                    <a:pt x="119184" y="21701"/>
                  </a:cubicBezTo>
                  <a:cubicBezTo>
                    <a:pt x="119184" y="10364"/>
                    <a:pt x="108202" y="90"/>
                    <a:pt x="92968" y="90"/>
                  </a:cubicBezTo>
                  <a:cubicBezTo>
                    <a:pt x="67106" y="90"/>
                    <a:pt x="54352" y="23826"/>
                    <a:pt x="49392" y="39060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520EBBB4-7B71-9CA7-D7D8-BF0C929D61DB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977890" y="5590062"/>
              <a:ext cx="119035" cy="156588"/>
            </a:xfrm>
            <a:custGeom>
              <a:avLst/>
              <a:gdLst>
                <a:gd name="connsiteX0" fmla="*/ 49396 w 119035"/>
                <a:gd name="connsiteY0" fmla="*/ 39060 h 156588"/>
                <a:gd name="connsiteX1" fmla="*/ 49396 w 119035"/>
                <a:gd name="connsiteY1" fmla="*/ 90 h 156588"/>
                <a:gd name="connsiteX2" fmla="*/ 153 w 119035"/>
                <a:gd name="connsiteY2" fmla="*/ 3987 h 156588"/>
                <a:gd name="connsiteX3" fmla="*/ 153 w 119035"/>
                <a:gd name="connsiteY3" fmla="*/ 14970 h 156588"/>
                <a:gd name="connsiteX4" fmla="*/ 27786 w 119035"/>
                <a:gd name="connsiteY4" fmla="*/ 34809 h 156588"/>
                <a:gd name="connsiteX5" fmla="*/ 27786 w 119035"/>
                <a:gd name="connsiteY5" fmla="*/ 129754 h 156588"/>
                <a:gd name="connsiteX6" fmla="*/ 153 w 119035"/>
                <a:gd name="connsiteY6" fmla="*/ 145696 h 156588"/>
                <a:gd name="connsiteX7" fmla="*/ 153 w 119035"/>
                <a:gd name="connsiteY7" fmla="*/ 156678 h 156588"/>
                <a:gd name="connsiteX8" fmla="*/ 40540 w 119035"/>
                <a:gd name="connsiteY8" fmla="*/ 155615 h 156588"/>
                <a:gd name="connsiteX9" fmla="*/ 85532 w 119035"/>
                <a:gd name="connsiteY9" fmla="*/ 156678 h 156588"/>
                <a:gd name="connsiteX10" fmla="*/ 85532 w 119035"/>
                <a:gd name="connsiteY10" fmla="*/ 145696 h 156588"/>
                <a:gd name="connsiteX11" fmla="*/ 78092 w 119035"/>
                <a:gd name="connsiteY11" fmla="*/ 145696 h 156588"/>
                <a:gd name="connsiteX12" fmla="*/ 51168 w 119035"/>
                <a:gd name="connsiteY12" fmla="*/ 129045 h 156588"/>
                <a:gd name="connsiteX13" fmla="*/ 51168 w 119035"/>
                <a:gd name="connsiteY13" fmla="*/ 74487 h 156588"/>
                <a:gd name="connsiteX14" fmla="*/ 92972 w 119035"/>
                <a:gd name="connsiteY14" fmla="*/ 7884 h 156588"/>
                <a:gd name="connsiteX15" fmla="*/ 96869 w 119035"/>
                <a:gd name="connsiteY15" fmla="*/ 8238 h 156588"/>
                <a:gd name="connsiteX16" fmla="*/ 88721 w 119035"/>
                <a:gd name="connsiteY16" fmla="*/ 22055 h 156588"/>
                <a:gd name="connsiteX17" fmla="*/ 103954 w 119035"/>
                <a:gd name="connsiteY17" fmla="*/ 37289 h 156588"/>
                <a:gd name="connsiteX18" fmla="*/ 119188 w 119035"/>
                <a:gd name="connsiteY18" fmla="*/ 21701 h 156588"/>
                <a:gd name="connsiteX19" fmla="*/ 92972 w 119035"/>
                <a:gd name="connsiteY19" fmla="*/ 90 h 156588"/>
                <a:gd name="connsiteX20" fmla="*/ 49396 w 119035"/>
                <a:gd name="connsiteY20" fmla="*/ 39060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35" h="156588">
                  <a:moveTo>
                    <a:pt x="49396" y="39060"/>
                  </a:moveTo>
                  <a:lnTo>
                    <a:pt x="49396" y="90"/>
                  </a:lnTo>
                  <a:lnTo>
                    <a:pt x="153" y="3987"/>
                  </a:lnTo>
                  <a:lnTo>
                    <a:pt x="153" y="14970"/>
                  </a:lnTo>
                  <a:cubicBezTo>
                    <a:pt x="24952" y="14970"/>
                    <a:pt x="27786" y="17449"/>
                    <a:pt x="27786" y="34809"/>
                  </a:cubicBezTo>
                  <a:lnTo>
                    <a:pt x="27786" y="129754"/>
                  </a:lnTo>
                  <a:cubicBezTo>
                    <a:pt x="27786" y="145696"/>
                    <a:pt x="23889" y="145696"/>
                    <a:pt x="153" y="145696"/>
                  </a:cubicBezTo>
                  <a:lnTo>
                    <a:pt x="153" y="156678"/>
                  </a:lnTo>
                  <a:cubicBezTo>
                    <a:pt x="13969" y="156324"/>
                    <a:pt x="30620" y="155615"/>
                    <a:pt x="40540" y="155615"/>
                  </a:cubicBezTo>
                  <a:cubicBezTo>
                    <a:pt x="54710" y="155615"/>
                    <a:pt x="71361" y="155615"/>
                    <a:pt x="85532" y="156678"/>
                  </a:cubicBezTo>
                  <a:lnTo>
                    <a:pt x="85532" y="145696"/>
                  </a:lnTo>
                  <a:lnTo>
                    <a:pt x="78092" y="145696"/>
                  </a:lnTo>
                  <a:cubicBezTo>
                    <a:pt x="51876" y="145696"/>
                    <a:pt x="51168" y="141799"/>
                    <a:pt x="51168" y="129045"/>
                  </a:cubicBezTo>
                  <a:lnTo>
                    <a:pt x="51168" y="74487"/>
                  </a:lnTo>
                  <a:cubicBezTo>
                    <a:pt x="51168" y="39414"/>
                    <a:pt x="66047" y="7884"/>
                    <a:pt x="92972" y="7884"/>
                  </a:cubicBezTo>
                  <a:cubicBezTo>
                    <a:pt x="95452" y="7884"/>
                    <a:pt x="96160" y="7884"/>
                    <a:pt x="96869" y="8238"/>
                  </a:cubicBezTo>
                  <a:cubicBezTo>
                    <a:pt x="95806" y="8593"/>
                    <a:pt x="88721" y="12844"/>
                    <a:pt x="88721" y="22055"/>
                  </a:cubicBezTo>
                  <a:cubicBezTo>
                    <a:pt x="88721" y="31975"/>
                    <a:pt x="96160" y="37289"/>
                    <a:pt x="103954" y="37289"/>
                  </a:cubicBezTo>
                  <a:cubicBezTo>
                    <a:pt x="110331" y="37289"/>
                    <a:pt x="119188" y="33037"/>
                    <a:pt x="119188" y="21701"/>
                  </a:cubicBezTo>
                  <a:cubicBezTo>
                    <a:pt x="119188" y="10364"/>
                    <a:pt x="108205" y="90"/>
                    <a:pt x="92972" y="90"/>
                  </a:cubicBezTo>
                  <a:cubicBezTo>
                    <a:pt x="67110" y="90"/>
                    <a:pt x="54356" y="23826"/>
                    <a:pt x="49396" y="39060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E18A2D6D-8CC1-CB2A-FBF5-E352F92114C6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116647" y="5587936"/>
              <a:ext cx="156942" cy="162610"/>
            </a:xfrm>
            <a:custGeom>
              <a:avLst/>
              <a:gdLst>
                <a:gd name="connsiteX0" fmla="*/ 157099 w 156942"/>
                <a:gd name="connsiteY0" fmla="*/ 82990 h 162610"/>
                <a:gd name="connsiteX1" fmla="*/ 78805 w 156942"/>
                <a:gd name="connsiteY1" fmla="*/ 90 h 162610"/>
                <a:gd name="connsiteX2" fmla="*/ 157 w 156942"/>
                <a:gd name="connsiteY2" fmla="*/ 82990 h 162610"/>
                <a:gd name="connsiteX3" fmla="*/ 78451 w 156942"/>
                <a:gd name="connsiteY3" fmla="*/ 162701 h 162610"/>
                <a:gd name="connsiteX4" fmla="*/ 157099 w 156942"/>
                <a:gd name="connsiteY4" fmla="*/ 82990 h 162610"/>
                <a:gd name="connsiteX5" fmla="*/ 78805 w 156942"/>
                <a:gd name="connsiteY5" fmla="*/ 153844 h 162610"/>
                <a:gd name="connsiteX6" fmla="*/ 38418 w 156942"/>
                <a:gd name="connsiteY6" fmla="*/ 130108 h 162610"/>
                <a:gd name="connsiteX7" fmla="*/ 29561 w 156942"/>
                <a:gd name="connsiteY7" fmla="*/ 80156 h 162610"/>
                <a:gd name="connsiteX8" fmla="*/ 38064 w 156942"/>
                <a:gd name="connsiteY8" fmla="*/ 31620 h 162610"/>
                <a:gd name="connsiteX9" fmla="*/ 78451 w 156942"/>
                <a:gd name="connsiteY9" fmla="*/ 7884 h 162610"/>
                <a:gd name="connsiteX10" fmla="*/ 118483 w 156942"/>
                <a:gd name="connsiteY10" fmla="*/ 30912 h 162610"/>
                <a:gd name="connsiteX11" fmla="*/ 127694 w 156942"/>
                <a:gd name="connsiteY11" fmla="*/ 80156 h 162610"/>
                <a:gd name="connsiteX12" fmla="*/ 119900 w 156942"/>
                <a:gd name="connsiteY12" fmla="*/ 127628 h 162610"/>
                <a:gd name="connsiteX13" fmla="*/ 78805 w 156942"/>
                <a:gd name="connsiteY13" fmla="*/ 15384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942" h="162610">
                  <a:moveTo>
                    <a:pt x="157099" y="82990"/>
                  </a:moveTo>
                  <a:cubicBezTo>
                    <a:pt x="157099" y="37643"/>
                    <a:pt x="121672" y="90"/>
                    <a:pt x="78805" y="90"/>
                  </a:cubicBezTo>
                  <a:cubicBezTo>
                    <a:pt x="34521" y="90"/>
                    <a:pt x="157" y="38706"/>
                    <a:pt x="157" y="82990"/>
                  </a:cubicBezTo>
                  <a:cubicBezTo>
                    <a:pt x="157" y="128691"/>
                    <a:pt x="37001" y="162701"/>
                    <a:pt x="78451" y="162701"/>
                  </a:cubicBezTo>
                  <a:cubicBezTo>
                    <a:pt x="121317" y="162701"/>
                    <a:pt x="157099" y="127982"/>
                    <a:pt x="157099" y="82990"/>
                  </a:cubicBezTo>
                  <a:close/>
                  <a:moveTo>
                    <a:pt x="78805" y="153844"/>
                  </a:moveTo>
                  <a:cubicBezTo>
                    <a:pt x="63571" y="153844"/>
                    <a:pt x="47983" y="146404"/>
                    <a:pt x="38418" y="130108"/>
                  </a:cubicBezTo>
                  <a:cubicBezTo>
                    <a:pt x="29561" y="114520"/>
                    <a:pt x="29561" y="92909"/>
                    <a:pt x="29561" y="80156"/>
                  </a:cubicBezTo>
                  <a:cubicBezTo>
                    <a:pt x="29561" y="66339"/>
                    <a:pt x="29561" y="47208"/>
                    <a:pt x="38064" y="31620"/>
                  </a:cubicBezTo>
                  <a:cubicBezTo>
                    <a:pt x="47629" y="15324"/>
                    <a:pt x="64280" y="7884"/>
                    <a:pt x="78451" y="7884"/>
                  </a:cubicBezTo>
                  <a:cubicBezTo>
                    <a:pt x="94039" y="7884"/>
                    <a:pt x="109272" y="15678"/>
                    <a:pt x="118483" y="30912"/>
                  </a:cubicBezTo>
                  <a:cubicBezTo>
                    <a:pt x="127694" y="46146"/>
                    <a:pt x="127694" y="66693"/>
                    <a:pt x="127694" y="80156"/>
                  </a:cubicBezTo>
                  <a:cubicBezTo>
                    <a:pt x="127694" y="92909"/>
                    <a:pt x="127694" y="112040"/>
                    <a:pt x="119900" y="127628"/>
                  </a:cubicBezTo>
                  <a:cubicBezTo>
                    <a:pt x="112106" y="143570"/>
                    <a:pt x="96518" y="153844"/>
                    <a:pt x="78805" y="153844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12CBB04-5F20-0256-9A22-B5C9E465695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293783" y="5590062"/>
              <a:ext cx="119035" cy="156588"/>
            </a:xfrm>
            <a:custGeom>
              <a:avLst/>
              <a:gdLst>
                <a:gd name="connsiteX0" fmla="*/ 49405 w 119035"/>
                <a:gd name="connsiteY0" fmla="*/ 39060 h 156588"/>
                <a:gd name="connsiteX1" fmla="*/ 49405 w 119035"/>
                <a:gd name="connsiteY1" fmla="*/ 90 h 156588"/>
                <a:gd name="connsiteX2" fmla="*/ 162 w 119035"/>
                <a:gd name="connsiteY2" fmla="*/ 3987 h 156588"/>
                <a:gd name="connsiteX3" fmla="*/ 162 w 119035"/>
                <a:gd name="connsiteY3" fmla="*/ 14970 h 156588"/>
                <a:gd name="connsiteX4" fmla="*/ 27795 w 119035"/>
                <a:gd name="connsiteY4" fmla="*/ 34809 h 156588"/>
                <a:gd name="connsiteX5" fmla="*/ 27795 w 119035"/>
                <a:gd name="connsiteY5" fmla="*/ 129754 h 156588"/>
                <a:gd name="connsiteX6" fmla="*/ 162 w 119035"/>
                <a:gd name="connsiteY6" fmla="*/ 145696 h 156588"/>
                <a:gd name="connsiteX7" fmla="*/ 162 w 119035"/>
                <a:gd name="connsiteY7" fmla="*/ 156678 h 156588"/>
                <a:gd name="connsiteX8" fmla="*/ 40548 w 119035"/>
                <a:gd name="connsiteY8" fmla="*/ 155615 h 156588"/>
                <a:gd name="connsiteX9" fmla="*/ 85541 w 119035"/>
                <a:gd name="connsiteY9" fmla="*/ 156678 h 156588"/>
                <a:gd name="connsiteX10" fmla="*/ 85541 w 119035"/>
                <a:gd name="connsiteY10" fmla="*/ 145696 h 156588"/>
                <a:gd name="connsiteX11" fmla="*/ 78101 w 119035"/>
                <a:gd name="connsiteY11" fmla="*/ 145696 h 156588"/>
                <a:gd name="connsiteX12" fmla="*/ 51177 w 119035"/>
                <a:gd name="connsiteY12" fmla="*/ 129045 h 156588"/>
                <a:gd name="connsiteX13" fmla="*/ 51177 w 119035"/>
                <a:gd name="connsiteY13" fmla="*/ 74487 h 156588"/>
                <a:gd name="connsiteX14" fmla="*/ 92981 w 119035"/>
                <a:gd name="connsiteY14" fmla="*/ 7884 h 156588"/>
                <a:gd name="connsiteX15" fmla="*/ 96878 w 119035"/>
                <a:gd name="connsiteY15" fmla="*/ 8238 h 156588"/>
                <a:gd name="connsiteX16" fmla="*/ 88729 w 119035"/>
                <a:gd name="connsiteY16" fmla="*/ 22055 h 156588"/>
                <a:gd name="connsiteX17" fmla="*/ 103963 w 119035"/>
                <a:gd name="connsiteY17" fmla="*/ 37289 h 156588"/>
                <a:gd name="connsiteX18" fmla="*/ 119197 w 119035"/>
                <a:gd name="connsiteY18" fmla="*/ 21701 h 156588"/>
                <a:gd name="connsiteX19" fmla="*/ 92981 w 119035"/>
                <a:gd name="connsiteY19" fmla="*/ 90 h 156588"/>
                <a:gd name="connsiteX20" fmla="*/ 49405 w 119035"/>
                <a:gd name="connsiteY20" fmla="*/ 39060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35" h="156588">
                  <a:moveTo>
                    <a:pt x="49405" y="39060"/>
                  </a:moveTo>
                  <a:lnTo>
                    <a:pt x="49405" y="90"/>
                  </a:lnTo>
                  <a:lnTo>
                    <a:pt x="162" y="3987"/>
                  </a:lnTo>
                  <a:lnTo>
                    <a:pt x="162" y="14970"/>
                  </a:lnTo>
                  <a:cubicBezTo>
                    <a:pt x="24961" y="14970"/>
                    <a:pt x="27795" y="17449"/>
                    <a:pt x="27795" y="34809"/>
                  </a:cubicBezTo>
                  <a:lnTo>
                    <a:pt x="27795" y="129754"/>
                  </a:lnTo>
                  <a:cubicBezTo>
                    <a:pt x="27795" y="145696"/>
                    <a:pt x="23898" y="145696"/>
                    <a:pt x="162" y="145696"/>
                  </a:cubicBezTo>
                  <a:lnTo>
                    <a:pt x="162" y="156678"/>
                  </a:lnTo>
                  <a:cubicBezTo>
                    <a:pt x="13978" y="156324"/>
                    <a:pt x="30629" y="155615"/>
                    <a:pt x="40548" y="155615"/>
                  </a:cubicBezTo>
                  <a:cubicBezTo>
                    <a:pt x="54719" y="155615"/>
                    <a:pt x="71370" y="155615"/>
                    <a:pt x="85541" y="156678"/>
                  </a:cubicBezTo>
                  <a:lnTo>
                    <a:pt x="85541" y="145696"/>
                  </a:lnTo>
                  <a:lnTo>
                    <a:pt x="78101" y="145696"/>
                  </a:lnTo>
                  <a:cubicBezTo>
                    <a:pt x="51885" y="145696"/>
                    <a:pt x="51177" y="141799"/>
                    <a:pt x="51177" y="129045"/>
                  </a:cubicBezTo>
                  <a:lnTo>
                    <a:pt x="51177" y="74487"/>
                  </a:lnTo>
                  <a:cubicBezTo>
                    <a:pt x="51177" y="39414"/>
                    <a:pt x="66056" y="7884"/>
                    <a:pt x="92981" y="7884"/>
                  </a:cubicBezTo>
                  <a:cubicBezTo>
                    <a:pt x="95461" y="7884"/>
                    <a:pt x="96169" y="7884"/>
                    <a:pt x="96878" y="8238"/>
                  </a:cubicBezTo>
                  <a:cubicBezTo>
                    <a:pt x="95815" y="8593"/>
                    <a:pt x="88729" y="12844"/>
                    <a:pt x="88729" y="22055"/>
                  </a:cubicBezTo>
                  <a:cubicBezTo>
                    <a:pt x="88729" y="31975"/>
                    <a:pt x="96169" y="37289"/>
                    <a:pt x="103963" y="37289"/>
                  </a:cubicBezTo>
                  <a:cubicBezTo>
                    <a:pt x="110340" y="37289"/>
                    <a:pt x="119197" y="33037"/>
                    <a:pt x="119197" y="21701"/>
                  </a:cubicBezTo>
                  <a:cubicBezTo>
                    <a:pt x="119197" y="10364"/>
                    <a:pt x="108214" y="90"/>
                    <a:pt x="92981" y="90"/>
                  </a:cubicBezTo>
                  <a:cubicBezTo>
                    <a:pt x="67119" y="90"/>
                    <a:pt x="54365" y="23826"/>
                    <a:pt x="49405" y="39060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DBF91E9A-CEB5-3627-6F61-5D466FD75A6D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453088" y="5593959"/>
              <a:ext cx="37552" cy="152691"/>
            </a:xfrm>
            <a:custGeom>
              <a:avLst/>
              <a:gdLst>
                <a:gd name="connsiteX0" fmla="*/ 37718 w 37552"/>
                <a:gd name="connsiteY0" fmla="*/ 18867 h 152691"/>
                <a:gd name="connsiteX1" fmla="*/ 18942 w 37552"/>
                <a:gd name="connsiteY1" fmla="*/ 90 h 152691"/>
                <a:gd name="connsiteX2" fmla="*/ 165 w 37552"/>
                <a:gd name="connsiteY2" fmla="*/ 18867 h 152691"/>
                <a:gd name="connsiteX3" fmla="*/ 18942 w 37552"/>
                <a:gd name="connsiteY3" fmla="*/ 37643 h 152691"/>
                <a:gd name="connsiteX4" fmla="*/ 37718 w 37552"/>
                <a:gd name="connsiteY4" fmla="*/ 18867 h 152691"/>
                <a:gd name="connsiteX5" fmla="*/ 37718 w 37552"/>
                <a:gd name="connsiteY5" fmla="*/ 134005 h 152691"/>
                <a:gd name="connsiteX6" fmla="*/ 18942 w 37552"/>
                <a:gd name="connsiteY6" fmla="*/ 115228 h 152691"/>
                <a:gd name="connsiteX7" fmla="*/ 165 w 37552"/>
                <a:gd name="connsiteY7" fmla="*/ 134005 h 152691"/>
                <a:gd name="connsiteX8" fmla="*/ 18942 w 37552"/>
                <a:gd name="connsiteY8" fmla="*/ 152781 h 152691"/>
                <a:gd name="connsiteX9" fmla="*/ 37718 w 37552"/>
                <a:gd name="connsiteY9" fmla="*/ 134005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552" h="152691">
                  <a:moveTo>
                    <a:pt x="37718" y="18867"/>
                  </a:moveTo>
                  <a:cubicBezTo>
                    <a:pt x="37718" y="8593"/>
                    <a:pt x="29216" y="90"/>
                    <a:pt x="18942" y="90"/>
                  </a:cubicBezTo>
                  <a:cubicBezTo>
                    <a:pt x="8668" y="90"/>
                    <a:pt x="165" y="8593"/>
                    <a:pt x="165" y="18867"/>
                  </a:cubicBezTo>
                  <a:cubicBezTo>
                    <a:pt x="165" y="29140"/>
                    <a:pt x="8668" y="37643"/>
                    <a:pt x="18942" y="37643"/>
                  </a:cubicBezTo>
                  <a:cubicBezTo>
                    <a:pt x="29216" y="37643"/>
                    <a:pt x="37718" y="29140"/>
                    <a:pt x="37718" y="18867"/>
                  </a:cubicBezTo>
                  <a:close/>
                  <a:moveTo>
                    <a:pt x="37718" y="134005"/>
                  </a:moveTo>
                  <a:cubicBezTo>
                    <a:pt x="37718" y="123731"/>
                    <a:pt x="29216" y="115228"/>
                    <a:pt x="18942" y="115228"/>
                  </a:cubicBezTo>
                  <a:cubicBezTo>
                    <a:pt x="8668" y="115228"/>
                    <a:pt x="165" y="123731"/>
                    <a:pt x="165" y="134005"/>
                  </a:cubicBezTo>
                  <a:cubicBezTo>
                    <a:pt x="165" y="144279"/>
                    <a:pt x="8668" y="152781"/>
                    <a:pt x="18942" y="152781"/>
                  </a:cubicBezTo>
                  <a:cubicBezTo>
                    <a:pt x="29216" y="152781"/>
                    <a:pt x="37718" y="144279"/>
                    <a:pt x="37718" y="134005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851627AA-1C23-D55E-0BFD-D0979D1CD66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889825" y="5504683"/>
              <a:ext cx="252949" cy="249761"/>
            </a:xfrm>
            <a:custGeom>
              <a:avLst/>
              <a:gdLst>
                <a:gd name="connsiteX0" fmla="*/ 118505 w 252949"/>
                <a:gd name="connsiteY0" fmla="*/ 24535 h 249761"/>
                <a:gd name="connsiteX1" fmla="*/ 128424 w 252949"/>
                <a:gd name="connsiteY1" fmla="*/ 11427 h 249761"/>
                <a:gd name="connsiteX2" fmla="*/ 150035 w 252949"/>
                <a:gd name="connsiteY2" fmla="*/ 11073 h 249761"/>
                <a:gd name="connsiteX3" fmla="*/ 214512 w 252949"/>
                <a:gd name="connsiteY3" fmla="*/ 46145 h 249761"/>
                <a:gd name="connsiteX4" fmla="*/ 195027 w 252949"/>
                <a:gd name="connsiteY4" fmla="*/ 96452 h 249761"/>
                <a:gd name="connsiteX5" fmla="*/ 135156 w 252949"/>
                <a:gd name="connsiteY5" fmla="*/ 117000 h 249761"/>
                <a:gd name="connsiteX6" fmla="*/ 95477 w 252949"/>
                <a:gd name="connsiteY6" fmla="*/ 117000 h 249761"/>
                <a:gd name="connsiteX7" fmla="*/ 118505 w 252949"/>
                <a:gd name="connsiteY7" fmla="*/ 24535 h 249761"/>
                <a:gd name="connsiteX8" fmla="*/ 169520 w 252949"/>
                <a:gd name="connsiteY8" fmla="*/ 121605 h 249761"/>
                <a:gd name="connsiteX9" fmla="*/ 247460 w 252949"/>
                <a:gd name="connsiteY9" fmla="*/ 53231 h 249761"/>
                <a:gd name="connsiteX10" fmla="*/ 169166 w 252949"/>
                <a:gd name="connsiteY10" fmla="*/ 90 h 249761"/>
                <a:gd name="connsiteX11" fmla="*/ 68198 w 252949"/>
                <a:gd name="connsiteY11" fmla="*/ 90 h 249761"/>
                <a:gd name="connsiteX12" fmla="*/ 57924 w 252949"/>
                <a:gd name="connsiteY12" fmla="*/ 7176 h 249761"/>
                <a:gd name="connsiteX13" fmla="*/ 67844 w 252949"/>
                <a:gd name="connsiteY13" fmla="*/ 11073 h 249761"/>
                <a:gd name="connsiteX14" fmla="*/ 81306 w 252949"/>
                <a:gd name="connsiteY14" fmla="*/ 11781 h 249761"/>
                <a:gd name="connsiteX15" fmla="*/ 90872 w 252949"/>
                <a:gd name="connsiteY15" fmla="*/ 17449 h 249761"/>
                <a:gd name="connsiteX16" fmla="*/ 89455 w 252949"/>
                <a:gd name="connsiteY16" fmla="*/ 24181 h 249761"/>
                <a:gd name="connsiteX17" fmla="*/ 41982 w 252949"/>
                <a:gd name="connsiteY17" fmla="*/ 214424 h 249761"/>
                <a:gd name="connsiteX18" fmla="*/ 9744 w 252949"/>
                <a:gd name="connsiteY18" fmla="*/ 231075 h 249761"/>
                <a:gd name="connsiteX19" fmla="*/ 178 w 252949"/>
                <a:gd name="connsiteY19" fmla="*/ 238161 h 249761"/>
                <a:gd name="connsiteX20" fmla="*/ 5138 w 252949"/>
                <a:gd name="connsiteY20" fmla="*/ 242058 h 249761"/>
                <a:gd name="connsiteX21" fmla="*/ 49776 w 252949"/>
                <a:gd name="connsiteY21" fmla="*/ 240995 h 249761"/>
                <a:gd name="connsiteX22" fmla="*/ 94769 w 252949"/>
                <a:gd name="connsiteY22" fmla="*/ 242058 h 249761"/>
                <a:gd name="connsiteX23" fmla="*/ 101854 w 252949"/>
                <a:gd name="connsiteY23" fmla="*/ 234972 h 249761"/>
                <a:gd name="connsiteX24" fmla="*/ 91934 w 252949"/>
                <a:gd name="connsiteY24" fmla="*/ 231075 h 249761"/>
                <a:gd name="connsiteX25" fmla="*/ 68907 w 252949"/>
                <a:gd name="connsiteY25" fmla="*/ 224698 h 249761"/>
                <a:gd name="connsiteX26" fmla="*/ 69970 w 252949"/>
                <a:gd name="connsiteY26" fmla="*/ 218676 h 249761"/>
                <a:gd name="connsiteX27" fmla="*/ 93352 w 252949"/>
                <a:gd name="connsiteY27" fmla="*/ 124794 h 249761"/>
                <a:gd name="connsiteX28" fmla="*/ 135510 w 252949"/>
                <a:gd name="connsiteY28" fmla="*/ 124794 h 249761"/>
                <a:gd name="connsiteX29" fmla="*/ 174125 w 252949"/>
                <a:gd name="connsiteY29" fmla="*/ 157032 h 249761"/>
                <a:gd name="connsiteX30" fmla="*/ 169166 w 252949"/>
                <a:gd name="connsiteY30" fmla="*/ 181477 h 249761"/>
                <a:gd name="connsiteX31" fmla="*/ 163497 w 252949"/>
                <a:gd name="connsiteY31" fmla="*/ 211590 h 249761"/>
                <a:gd name="connsiteX32" fmla="*/ 210615 w 252949"/>
                <a:gd name="connsiteY32" fmla="*/ 249852 h 249761"/>
                <a:gd name="connsiteX33" fmla="*/ 253128 w 252949"/>
                <a:gd name="connsiteY33" fmla="*/ 209110 h 249761"/>
                <a:gd name="connsiteX34" fmla="*/ 248877 w 252949"/>
                <a:gd name="connsiteY34" fmla="*/ 204859 h 249761"/>
                <a:gd name="connsiteX35" fmla="*/ 244271 w 252949"/>
                <a:gd name="connsiteY35" fmla="*/ 209819 h 249761"/>
                <a:gd name="connsiteX36" fmla="*/ 212033 w 252949"/>
                <a:gd name="connsiteY36" fmla="*/ 242058 h 249761"/>
                <a:gd name="connsiteX37" fmla="*/ 197862 w 252949"/>
                <a:gd name="connsiteY37" fmla="*/ 220447 h 249761"/>
                <a:gd name="connsiteX38" fmla="*/ 201404 w 252949"/>
                <a:gd name="connsiteY38" fmla="*/ 180060 h 249761"/>
                <a:gd name="connsiteX39" fmla="*/ 202821 w 252949"/>
                <a:gd name="connsiteY39" fmla="*/ 163409 h 249761"/>
                <a:gd name="connsiteX40" fmla="*/ 169520 w 252949"/>
                <a:gd name="connsiteY40" fmla="*/ 121605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52949" h="249761">
                  <a:moveTo>
                    <a:pt x="118505" y="24535"/>
                  </a:moveTo>
                  <a:cubicBezTo>
                    <a:pt x="120630" y="16032"/>
                    <a:pt x="121693" y="12490"/>
                    <a:pt x="128424" y="11427"/>
                  </a:cubicBezTo>
                  <a:cubicBezTo>
                    <a:pt x="131613" y="11073"/>
                    <a:pt x="142950" y="11073"/>
                    <a:pt x="150035" y="11073"/>
                  </a:cubicBezTo>
                  <a:cubicBezTo>
                    <a:pt x="175188" y="11073"/>
                    <a:pt x="214512" y="11073"/>
                    <a:pt x="214512" y="46145"/>
                  </a:cubicBezTo>
                  <a:cubicBezTo>
                    <a:pt x="214512" y="58191"/>
                    <a:pt x="208844" y="82635"/>
                    <a:pt x="195027" y="96452"/>
                  </a:cubicBezTo>
                  <a:cubicBezTo>
                    <a:pt x="185816" y="105663"/>
                    <a:pt x="167040" y="117000"/>
                    <a:pt x="135156" y="117000"/>
                  </a:cubicBezTo>
                  <a:lnTo>
                    <a:pt x="95477" y="117000"/>
                  </a:lnTo>
                  <a:lnTo>
                    <a:pt x="118505" y="24535"/>
                  </a:lnTo>
                  <a:close/>
                  <a:moveTo>
                    <a:pt x="169520" y="121605"/>
                  </a:moveTo>
                  <a:cubicBezTo>
                    <a:pt x="205301" y="113811"/>
                    <a:pt x="247460" y="89012"/>
                    <a:pt x="247460" y="53231"/>
                  </a:cubicBezTo>
                  <a:cubicBezTo>
                    <a:pt x="247460" y="22764"/>
                    <a:pt x="215575" y="90"/>
                    <a:pt x="169166" y="90"/>
                  </a:cubicBezTo>
                  <a:lnTo>
                    <a:pt x="68198" y="90"/>
                  </a:lnTo>
                  <a:cubicBezTo>
                    <a:pt x="61113" y="90"/>
                    <a:pt x="57924" y="90"/>
                    <a:pt x="57924" y="7176"/>
                  </a:cubicBezTo>
                  <a:cubicBezTo>
                    <a:pt x="57924" y="11073"/>
                    <a:pt x="61113" y="11073"/>
                    <a:pt x="67844" y="11073"/>
                  </a:cubicBezTo>
                  <a:cubicBezTo>
                    <a:pt x="68553" y="11073"/>
                    <a:pt x="75284" y="11073"/>
                    <a:pt x="81306" y="11781"/>
                  </a:cubicBezTo>
                  <a:cubicBezTo>
                    <a:pt x="87683" y="12490"/>
                    <a:pt x="90872" y="12844"/>
                    <a:pt x="90872" y="17449"/>
                  </a:cubicBezTo>
                  <a:cubicBezTo>
                    <a:pt x="90872" y="18867"/>
                    <a:pt x="90517" y="19929"/>
                    <a:pt x="89455" y="24181"/>
                  </a:cubicBezTo>
                  <a:lnTo>
                    <a:pt x="41982" y="214424"/>
                  </a:lnTo>
                  <a:cubicBezTo>
                    <a:pt x="38439" y="228241"/>
                    <a:pt x="37731" y="231075"/>
                    <a:pt x="9744" y="231075"/>
                  </a:cubicBezTo>
                  <a:cubicBezTo>
                    <a:pt x="3367" y="231075"/>
                    <a:pt x="178" y="231075"/>
                    <a:pt x="178" y="238161"/>
                  </a:cubicBezTo>
                  <a:cubicBezTo>
                    <a:pt x="178" y="242058"/>
                    <a:pt x="4429" y="242058"/>
                    <a:pt x="5138" y="242058"/>
                  </a:cubicBezTo>
                  <a:cubicBezTo>
                    <a:pt x="15058" y="242058"/>
                    <a:pt x="39857" y="240995"/>
                    <a:pt x="49776" y="240995"/>
                  </a:cubicBezTo>
                  <a:cubicBezTo>
                    <a:pt x="59696" y="240995"/>
                    <a:pt x="84849" y="242058"/>
                    <a:pt x="94769" y="242058"/>
                  </a:cubicBezTo>
                  <a:cubicBezTo>
                    <a:pt x="97603" y="242058"/>
                    <a:pt x="101854" y="242058"/>
                    <a:pt x="101854" y="234972"/>
                  </a:cubicBezTo>
                  <a:cubicBezTo>
                    <a:pt x="101854" y="231075"/>
                    <a:pt x="98666" y="231075"/>
                    <a:pt x="91934" y="231075"/>
                  </a:cubicBezTo>
                  <a:cubicBezTo>
                    <a:pt x="78826" y="231075"/>
                    <a:pt x="68907" y="231075"/>
                    <a:pt x="68907" y="224698"/>
                  </a:cubicBezTo>
                  <a:cubicBezTo>
                    <a:pt x="68907" y="222573"/>
                    <a:pt x="69615" y="220801"/>
                    <a:pt x="69970" y="218676"/>
                  </a:cubicBezTo>
                  <a:lnTo>
                    <a:pt x="93352" y="124794"/>
                  </a:lnTo>
                  <a:lnTo>
                    <a:pt x="135510" y="124794"/>
                  </a:lnTo>
                  <a:cubicBezTo>
                    <a:pt x="167749" y="124794"/>
                    <a:pt x="174125" y="144633"/>
                    <a:pt x="174125" y="157032"/>
                  </a:cubicBezTo>
                  <a:cubicBezTo>
                    <a:pt x="174125" y="162347"/>
                    <a:pt x="171291" y="173329"/>
                    <a:pt x="169166" y="181477"/>
                  </a:cubicBezTo>
                  <a:cubicBezTo>
                    <a:pt x="166686" y="191397"/>
                    <a:pt x="163497" y="204505"/>
                    <a:pt x="163497" y="211590"/>
                  </a:cubicBezTo>
                  <a:cubicBezTo>
                    <a:pt x="163497" y="249852"/>
                    <a:pt x="206010" y="249852"/>
                    <a:pt x="210615" y="249852"/>
                  </a:cubicBezTo>
                  <a:cubicBezTo>
                    <a:pt x="240729" y="249852"/>
                    <a:pt x="253128" y="214070"/>
                    <a:pt x="253128" y="209110"/>
                  </a:cubicBezTo>
                  <a:cubicBezTo>
                    <a:pt x="253128" y="204859"/>
                    <a:pt x="249231" y="204859"/>
                    <a:pt x="248877" y="204859"/>
                  </a:cubicBezTo>
                  <a:cubicBezTo>
                    <a:pt x="245688" y="204859"/>
                    <a:pt x="244980" y="207339"/>
                    <a:pt x="244271" y="209819"/>
                  </a:cubicBezTo>
                  <a:cubicBezTo>
                    <a:pt x="235414" y="236035"/>
                    <a:pt x="220181" y="242058"/>
                    <a:pt x="212033" y="242058"/>
                  </a:cubicBezTo>
                  <a:cubicBezTo>
                    <a:pt x="200342" y="242058"/>
                    <a:pt x="197862" y="234264"/>
                    <a:pt x="197862" y="220447"/>
                  </a:cubicBezTo>
                  <a:cubicBezTo>
                    <a:pt x="197862" y="209465"/>
                    <a:pt x="199987" y="191397"/>
                    <a:pt x="201404" y="180060"/>
                  </a:cubicBezTo>
                  <a:cubicBezTo>
                    <a:pt x="202113" y="175100"/>
                    <a:pt x="202821" y="168369"/>
                    <a:pt x="202821" y="163409"/>
                  </a:cubicBezTo>
                  <a:cubicBezTo>
                    <a:pt x="202821" y="136130"/>
                    <a:pt x="179085" y="125148"/>
                    <a:pt x="169520" y="121605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239895E5-8AD6-DD01-AAC1-5F7329AB9A30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265277" y="5616632"/>
              <a:ext cx="235590" cy="82899"/>
            </a:xfrm>
            <a:custGeom>
              <a:avLst/>
              <a:gdLst>
                <a:gd name="connsiteX0" fmla="*/ 223734 w 235590"/>
                <a:gd name="connsiteY0" fmla="*/ 14261 h 82899"/>
                <a:gd name="connsiteX1" fmla="*/ 235779 w 235590"/>
                <a:gd name="connsiteY1" fmla="*/ 7176 h 82899"/>
                <a:gd name="connsiteX2" fmla="*/ 224088 w 235590"/>
                <a:gd name="connsiteY2" fmla="*/ 90 h 82899"/>
                <a:gd name="connsiteX3" fmla="*/ 11880 w 235590"/>
                <a:gd name="connsiteY3" fmla="*/ 90 h 82899"/>
                <a:gd name="connsiteX4" fmla="*/ 189 w 235590"/>
                <a:gd name="connsiteY4" fmla="*/ 7176 h 82899"/>
                <a:gd name="connsiteX5" fmla="*/ 12234 w 235590"/>
                <a:gd name="connsiteY5" fmla="*/ 14261 h 82899"/>
                <a:gd name="connsiteX6" fmla="*/ 223734 w 235590"/>
                <a:gd name="connsiteY6" fmla="*/ 14261 h 82899"/>
                <a:gd name="connsiteX7" fmla="*/ 224088 w 235590"/>
                <a:gd name="connsiteY7" fmla="*/ 82990 h 82899"/>
                <a:gd name="connsiteX8" fmla="*/ 235779 w 235590"/>
                <a:gd name="connsiteY8" fmla="*/ 75904 h 82899"/>
                <a:gd name="connsiteX9" fmla="*/ 223734 w 235590"/>
                <a:gd name="connsiteY9" fmla="*/ 68819 h 82899"/>
                <a:gd name="connsiteX10" fmla="*/ 12234 w 235590"/>
                <a:gd name="connsiteY10" fmla="*/ 68819 h 82899"/>
                <a:gd name="connsiteX11" fmla="*/ 189 w 235590"/>
                <a:gd name="connsiteY11" fmla="*/ 75904 h 82899"/>
                <a:gd name="connsiteX12" fmla="*/ 11880 w 235590"/>
                <a:gd name="connsiteY12" fmla="*/ 82990 h 82899"/>
                <a:gd name="connsiteX13" fmla="*/ 224088 w 235590"/>
                <a:gd name="connsiteY13" fmla="*/ 82990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899">
                  <a:moveTo>
                    <a:pt x="223734" y="14261"/>
                  </a:moveTo>
                  <a:cubicBezTo>
                    <a:pt x="229048" y="14261"/>
                    <a:pt x="235779" y="14261"/>
                    <a:pt x="235779" y="7176"/>
                  </a:cubicBezTo>
                  <a:cubicBezTo>
                    <a:pt x="235779" y="90"/>
                    <a:pt x="229048" y="90"/>
                    <a:pt x="224088" y="90"/>
                  </a:cubicBezTo>
                  <a:lnTo>
                    <a:pt x="11880" y="90"/>
                  </a:lnTo>
                  <a:cubicBezTo>
                    <a:pt x="6920" y="90"/>
                    <a:pt x="189" y="90"/>
                    <a:pt x="189" y="7176"/>
                  </a:cubicBezTo>
                  <a:cubicBezTo>
                    <a:pt x="189" y="14261"/>
                    <a:pt x="6920" y="14261"/>
                    <a:pt x="12234" y="14261"/>
                  </a:cubicBezTo>
                  <a:lnTo>
                    <a:pt x="223734" y="14261"/>
                  </a:lnTo>
                  <a:close/>
                  <a:moveTo>
                    <a:pt x="224088" y="82990"/>
                  </a:moveTo>
                  <a:cubicBezTo>
                    <a:pt x="229048" y="82990"/>
                    <a:pt x="235779" y="82990"/>
                    <a:pt x="235779" y="75904"/>
                  </a:cubicBezTo>
                  <a:cubicBezTo>
                    <a:pt x="235779" y="68819"/>
                    <a:pt x="229048" y="68819"/>
                    <a:pt x="223734" y="68819"/>
                  </a:cubicBezTo>
                  <a:lnTo>
                    <a:pt x="12234" y="68819"/>
                  </a:lnTo>
                  <a:cubicBezTo>
                    <a:pt x="6920" y="68819"/>
                    <a:pt x="189" y="68819"/>
                    <a:pt x="189" y="75904"/>
                  </a:cubicBezTo>
                  <a:cubicBezTo>
                    <a:pt x="189" y="82990"/>
                    <a:pt x="6920" y="82990"/>
                    <a:pt x="11880" y="82990"/>
                  </a:cubicBezTo>
                  <a:lnTo>
                    <a:pt x="224088" y="82990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B00299C-21FC-4207-D9B1-8E97627D8A6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799345" y="5194445"/>
              <a:ext cx="151521" cy="111843"/>
            </a:xfrm>
            <a:custGeom>
              <a:avLst/>
              <a:gdLst>
                <a:gd name="connsiteX0" fmla="*/ 18803 w 151521"/>
                <a:gd name="connsiteY0" fmla="*/ 93818 h 111843"/>
                <a:gd name="connsiteX1" fmla="*/ 16323 w 151521"/>
                <a:gd name="connsiteY1" fmla="*/ 103986 h 111843"/>
                <a:gd name="connsiteX2" fmla="*/ 24755 w 151521"/>
                <a:gd name="connsiteY2" fmla="*/ 111921 h 111843"/>
                <a:gd name="connsiteX3" fmla="*/ 34426 w 151521"/>
                <a:gd name="connsiteY3" fmla="*/ 106465 h 111843"/>
                <a:gd name="connsiteX4" fmla="*/ 38890 w 151521"/>
                <a:gd name="connsiteY4" fmla="*/ 91090 h 111843"/>
                <a:gd name="connsiteX5" fmla="*/ 44346 w 151521"/>
                <a:gd name="connsiteY5" fmla="*/ 68771 h 111843"/>
                <a:gd name="connsiteX6" fmla="*/ 48562 w 151521"/>
                <a:gd name="connsiteY6" fmla="*/ 52156 h 111843"/>
                <a:gd name="connsiteX7" fmla="*/ 58977 w 151521"/>
                <a:gd name="connsiteY7" fmla="*/ 29837 h 111843"/>
                <a:gd name="connsiteX8" fmla="*/ 96176 w 151521"/>
                <a:gd name="connsiteY8" fmla="*/ 7021 h 111843"/>
                <a:gd name="connsiteX9" fmla="*/ 110807 w 151521"/>
                <a:gd name="connsiteY9" fmla="*/ 24381 h 111843"/>
                <a:gd name="connsiteX10" fmla="*/ 96176 w 151521"/>
                <a:gd name="connsiteY10" fmla="*/ 77203 h 111843"/>
                <a:gd name="connsiteX11" fmla="*/ 92456 w 151521"/>
                <a:gd name="connsiteY11" fmla="*/ 90594 h 111843"/>
                <a:gd name="connsiteX12" fmla="*/ 116015 w 151521"/>
                <a:gd name="connsiteY12" fmla="*/ 111921 h 111843"/>
                <a:gd name="connsiteX13" fmla="*/ 151726 w 151521"/>
                <a:gd name="connsiteY13" fmla="*/ 73979 h 111843"/>
                <a:gd name="connsiteX14" fmla="*/ 147758 w 151521"/>
                <a:gd name="connsiteY14" fmla="*/ 70755 h 111843"/>
                <a:gd name="connsiteX15" fmla="*/ 143046 w 151521"/>
                <a:gd name="connsiteY15" fmla="*/ 74971 h 111843"/>
                <a:gd name="connsiteX16" fmla="*/ 116759 w 151521"/>
                <a:gd name="connsiteY16" fmla="*/ 104978 h 111843"/>
                <a:gd name="connsiteX17" fmla="*/ 110559 w 151521"/>
                <a:gd name="connsiteY17" fmla="*/ 96298 h 111843"/>
                <a:gd name="connsiteX18" fmla="*/ 116263 w 151521"/>
                <a:gd name="connsiteY18" fmla="*/ 76211 h 111843"/>
                <a:gd name="connsiteX19" fmla="*/ 129407 w 151521"/>
                <a:gd name="connsiteY19" fmla="*/ 28349 h 111843"/>
                <a:gd name="connsiteX20" fmla="*/ 97168 w 151521"/>
                <a:gd name="connsiteY20" fmla="*/ 78 h 111843"/>
                <a:gd name="connsiteX21" fmla="*/ 55258 w 151521"/>
                <a:gd name="connsiteY21" fmla="*/ 22645 h 111843"/>
                <a:gd name="connsiteX22" fmla="*/ 28723 w 151521"/>
                <a:gd name="connsiteY22" fmla="*/ 78 h 111843"/>
                <a:gd name="connsiteX23" fmla="*/ 9131 w 151521"/>
                <a:gd name="connsiteY23" fmla="*/ 13469 h 111843"/>
                <a:gd name="connsiteX24" fmla="*/ 204 w 151521"/>
                <a:gd name="connsiteY24" fmla="*/ 38020 h 111843"/>
                <a:gd name="connsiteX25" fmla="*/ 4420 w 151521"/>
                <a:gd name="connsiteY25" fmla="*/ 41244 h 111843"/>
                <a:gd name="connsiteX26" fmla="*/ 9875 w 151521"/>
                <a:gd name="connsiteY26" fmla="*/ 33804 h 111843"/>
                <a:gd name="connsiteX27" fmla="*/ 27979 w 151521"/>
                <a:gd name="connsiteY27" fmla="*/ 7021 h 111843"/>
                <a:gd name="connsiteX28" fmla="*/ 36162 w 151521"/>
                <a:gd name="connsiteY28" fmla="*/ 19173 h 111843"/>
                <a:gd name="connsiteX29" fmla="*/ 32195 w 151521"/>
                <a:gd name="connsiteY29" fmla="*/ 39756 h 111843"/>
                <a:gd name="connsiteX30" fmla="*/ 26739 w 151521"/>
                <a:gd name="connsiteY30" fmla="*/ 62075 h 111843"/>
                <a:gd name="connsiteX31" fmla="*/ 18803 w 151521"/>
                <a:gd name="connsiteY31" fmla="*/ 93818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1521" h="111843">
                  <a:moveTo>
                    <a:pt x="18803" y="93818"/>
                  </a:moveTo>
                  <a:cubicBezTo>
                    <a:pt x="17811" y="97042"/>
                    <a:pt x="16323" y="103242"/>
                    <a:pt x="16323" y="103986"/>
                  </a:cubicBezTo>
                  <a:cubicBezTo>
                    <a:pt x="16323" y="109441"/>
                    <a:pt x="20787" y="111921"/>
                    <a:pt x="24755" y="111921"/>
                  </a:cubicBezTo>
                  <a:cubicBezTo>
                    <a:pt x="29219" y="111921"/>
                    <a:pt x="33187" y="108697"/>
                    <a:pt x="34426" y="106465"/>
                  </a:cubicBezTo>
                  <a:cubicBezTo>
                    <a:pt x="35666" y="104234"/>
                    <a:pt x="37650" y="96298"/>
                    <a:pt x="38890" y="91090"/>
                  </a:cubicBezTo>
                  <a:cubicBezTo>
                    <a:pt x="40130" y="86378"/>
                    <a:pt x="42858" y="74971"/>
                    <a:pt x="44346" y="68771"/>
                  </a:cubicBezTo>
                  <a:cubicBezTo>
                    <a:pt x="45834" y="63315"/>
                    <a:pt x="47322" y="57859"/>
                    <a:pt x="48562" y="52156"/>
                  </a:cubicBezTo>
                  <a:cubicBezTo>
                    <a:pt x="51290" y="41988"/>
                    <a:pt x="51786" y="40004"/>
                    <a:pt x="58977" y="29837"/>
                  </a:cubicBezTo>
                  <a:cubicBezTo>
                    <a:pt x="65921" y="19917"/>
                    <a:pt x="77577" y="7021"/>
                    <a:pt x="96176" y="7021"/>
                  </a:cubicBezTo>
                  <a:cubicBezTo>
                    <a:pt x="110559" y="7021"/>
                    <a:pt x="110807" y="19669"/>
                    <a:pt x="110807" y="24381"/>
                  </a:cubicBezTo>
                  <a:cubicBezTo>
                    <a:pt x="110807" y="39260"/>
                    <a:pt x="100144" y="66787"/>
                    <a:pt x="96176" y="77203"/>
                  </a:cubicBezTo>
                  <a:cubicBezTo>
                    <a:pt x="93448" y="84146"/>
                    <a:pt x="92456" y="86378"/>
                    <a:pt x="92456" y="90594"/>
                  </a:cubicBezTo>
                  <a:cubicBezTo>
                    <a:pt x="92456" y="103738"/>
                    <a:pt x="103368" y="111921"/>
                    <a:pt x="116015" y="111921"/>
                  </a:cubicBezTo>
                  <a:cubicBezTo>
                    <a:pt x="140814" y="111921"/>
                    <a:pt x="151726" y="77699"/>
                    <a:pt x="151726" y="73979"/>
                  </a:cubicBezTo>
                  <a:cubicBezTo>
                    <a:pt x="151726" y="70755"/>
                    <a:pt x="148502" y="70755"/>
                    <a:pt x="147758" y="70755"/>
                  </a:cubicBezTo>
                  <a:cubicBezTo>
                    <a:pt x="144286" y="70755"/>
                    <a:pt x="144038" y="72243"/>
                    <a:pt x="143046" y="74971"/>
                  </a:cubicBezTo>
                  <a:cubicBezTo>
                    <a:pt x="137342" y="94810"/>
                    <a:pt x="126679" y="104978"/>
                    <a:pt x="116759" y="104978"/>
                  </a:cubicBezTo>
                  <a:cubicBezTo>
                    <a:pt x="111551" y="104978"/>
                    <a:pt x="110559" y="101506"/>
                    <a:pt x="110559" y="96298"/>
                  </a:cubicBezTo>
                  <a:cubicBezTo>
                    <a:pt x="110559" y="90594"/>
                    <a:pt x="111799" y="87370"/>
                    <a:pt x="116263" y="76211"/>
                  </a:cubicBezTo>
                  <a:cubicBezTo>
                    <a:pt x="119239" y="68523"/>
                    <a:pt x="129407" y="42236"/>
                    <a:pt x="129407" y="28349"/>
                  </a:cubicBezTo>
                  <a:cubicBezTo>
                    <a:pt x="129407" y="4294"/>
                    <a:pt x="110311" y="78"/>
                    <a:pt x="97168" y="78"/>
                  </a:cubicBezTo>
                  <a:cubicBezTo>
                    <a:pt x="76585" y="78"/>
                    <a:pt x="62697" y="12725"/>
                    <a:pt x="55258" y="22645"/>
                  </a:cubicBezTo>
                  <a:cubicBezTo>
                    <a:pt x="53522" y="5534"/>
                    <a:pt x="38890" y="78"/>
                    <a:pt x="28723" y="78"/>
                  </a:cubicBezTo>
                  <a:cubicBezTo>
                    <a:pt x="18059" y="78"/>
                    <a:pt x="12355" y="7765"/>
                    <a:pt x="9131" y="13469"/>
                  </a:cubicBezTo>
                  <a:cubicBezTo>
                    <a:pt x="3676" y="22645"/>
                    <a:pt x="204" y="36780"/>
                    <a:pt x="204" y="38020"/>
                  </a:cubicBezTo>
                  <a:cubicBezTo>
                    <a:pt x="204" y="41244"/>
                    <a:pt x="3676" y="41244"/>
                    <a:pt x="4420" y="41244"/>
                  </a:cubicBezTo>
                  <a:cubicBezTo>
                    <a:pt x="7891" y="41244"/>
                    <a:pt x="8139" y="40500"/>
                    <a:pt x="9875" y="33804"/>
                  </a:cubicBezTo>
                  <a:cubicBezTo>
                    <a:pt x="13595" y="19173"/>
                    <a:pt x="18307" y="7021"/>
                    <a:pt x="27979" y="7021"/>
                  </a:cubicBezTo>
                  <a:cubicBezTo>
                    <a:pt x="34426" y="7021"/>
                    <a:pt x="36162" y="12477"/>
                    <a:pt x="36162" y="19173"/>
                  </a:cubicBezTo>
                  <a:cubicBezTo>
                    <a:pt x="36162" y="23885"/>
                    <a:pt x="33930" y="33060"/>
                    <a:pt x="32195" y="39756"/>
                  </a:cubicBezTo>
                  <a:cubicBezTo>
                    <a:pt x="30459" y="46452"/>
                    <a:pt x="27979" y="56619"/>
                    <a:pt x="26739" y="62075"/>
                  </a:cubicBezTo>
                  <a:lnTo>
                    <a:pt x="18803" y="93818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5E841C50-5C00-D361-FE15-5214577F7657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639229" y="5410090"/>
              <a:ext cx="471535" cy="495980"/>
            </a:xfrm>
            <a:custGeom>
              <a:avLst/>
              <a:gdLst>
                <a:gd name="connsiteX0" fmla="*/ 428868 w 471535"/>
                <a:gd name="connsiteY0" fmla="*/ 496061 h 495980"/>
                <a:gd name="connsiteX1" fmla="*/ 471734 w 471535"/>
                <a:gd name="connsiteY1" fmla="*/ 382694 h 495980"/>
                <a:gd name="connsiteX2" fmla="*/ 462878 w 471535"/>
                <a:gd name="connsiteY2" fmla="*/ 382694 h 495980"/>
                <a:gd name="connsiteX3" fmla="*/ 370767 w 471535"/>
                <a:gd name="connsiteY3" fmla="*/ 454257 h 495980"/>
                <a:gd name="connsiteX4" fmla="*/ 260589 w 471535"/>
                <a:gd name="connsiteY4" fmla="*/ 465239 h 495980"/>
                <a:gd name="connsiteX5" fmla="*/ 46963 w 471535"/>
                <a:gd name="connsiteY5" fmla="*/ 465239 h 495980"/>
                <a:gd name="connsiteX6" fmla="*/ 227287 w 471535"/>
                <a:gd name="connsiteY6" fmla="*/ 253739 h 495980"/>
                <a:gd name="connsiteX7" fmla="*/ 230476 w 471535"/>
                <a:gd name="connsiteY7" fmla="*/ 248071 h 495980"/>
                <a:gd name="connsiteX8" fmla="*/ 227996 w 471535"/>
                <a:gd name="connsiteY8" fmla="*/ 242757 h 495980"/>
                <a:gd name="connsiteX9" fmla="*/ 62905 w 471535"/>
                <a:gd name="connsiteY9" fmla="*/ 17086 h 495980"/>
                <a:gd name="connsiteX10" fmla="*/ 257046 w 471535"/>
                <a:gd name="connsiteY10" fmla="*/ 17086 h 495980"/>
                <a:gd name="connsiteX11" fmla="*/ 339945 w 471535"/>
                <a:gd name="connsiteY11" fmla="*/ 22754 h 495980"/>
                <a:gd name="connsiteX12" fmla="*/ 417885 w 471535"/>
                <a:gd name="connsiteY12" fmla="*/ 49324 h 495980"/>
                <a:gd name="connsiteX13" fmla="*/ 462878 w 471535"/>
                <a:gd name="connsiteY13" fmla="*/ 99631 h 495980"/>
                <a:gd name="connsiteX14" fmla="*/ 471734 w 471535"/>
                <a:gd name="connsiteY14" fmla="*/ 99631 h 495980"/>
                <a:gd name="connsiteX15" fmla="*/ 428868 w 471535"/>
                <a:gd name="connsiteY15" fmla="*/ 81 h 495980"/>
                <a:gd name="connsiteX16" fmla="*/ 10119 w 471535"/>
                <a:gd name="connsiteY16" fmla="*/ 81 h 495980"/>
                <a:gd name="connsiteX17" fmla="*/ 553 w 471535"/>
                <a:gd name="connsiteY17" fmla="*/ 2561 h 495980"/>
                <a:gd name="connsiteX18" fmla="*/ 199 w 471535"/>
                <a:gd name="connsiteY18" fmla="*/ 14252 h 495980"/>
                <a:gd name="connsiteX19" fmla="*/ 187609 w 471535"/>
                <a:gd name="connsiteY19" fmla="*/ 270744 h 495980"/>
                <a:gd name="connsiteX20" fmla="*/ 4096 w 471535"/>
                <a:gd name="connsiteY20" fmla="*/ 485787 h 495980"/>
                <a:gd name="connsiteX21" fmla="*/ 553 w 471535"/>
                <a:gd name="connsiteY21" fmla="*/ 492164 h 495980"/>
                <a:gd name="connsiteX22" fmla="*/ 10119 w 471535"/>
                <a:gd name="connsiteY22" fmla="*/ 496061 h 495980"/>
                <a:gd name="connsiteX23" fmla="*/ 428868 w 471535"/>
                <a:gd name="connsiteY23" fmla="*/ 496061 h 49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1535" h="495980">
                  <a:moveTo>
                    <a:pt x="428868" y="496061"/>
                  </a:moveTo>
                  <a:lnTo>
                    <a:pt x="471734" y="382694"/>
                  </a:lnTo>
                  <a:lnTo>
                    <a:pt x="462878" y="382694"/>
                  </a:lnTo>
                  <a:cubicBezTo>
                    <a:pt x="449061" y="419538"/>
                    <a:pt x="411508" y="443629"/>
                    <a:pt x="370767" y="454257"/>
                  </a:cubicBezTo>
                  <a:cubicBezTo>
                    <a:pt x="363327" y="456028"/>
                    <a:pt x="328609" y="465239"/>
                    <a:pt x="260589" y="465239"/>
                  </a:cubicBezTo>
                  <a:lnTo>
                    <a:pt x="46963" y="465239"/>
                  </a:lnTo>
                  <a:lnTo>
                    <a:pt x="227287" y="253739"/>
                  </a:lnTo>
                  <a:cubicBezTo>
                    <a:pt x="229767" y="250905"/>
                    <a:pt x="230476" y="249842"/>
                    <a:pt x="230476" y="248071"/>
                  </a:cubicBezTo>
                  <a:cubicBezTo>
                    <a:pt x="230476" y="247362"/>
                    <a:pt x="230476" y="246299"/>
                    <a:pt x="227996" y="242757"/>
                  </a:cubicBezTo>
                  <a:lnTo>
                    <a:pt x="62905" y="17086"/>
                  </a:lnTo>
                  <a:lnTo>
                    <a:pt x="257046" y="17086"/>
                  </a:lnTo>
                  <a:cubicBezTo>
                    <a:pt x="304518" y="17086"/>
                    <a:pt x="336757" y="22046"/>
                    <a:pt x="339945" y="22754"/>
                  </a:cubicBezTo>
                  <a:cubicBezTo>
                    <a:pt x="359076" y="25588"/>
                    <a:pt x="389898" y="31611"/>
                    <a:pt x="417885" y="49324"/>
                  </a:cubicBezTo>
                  <a:cubicBezTo>
                    <a:pt x="426742" y="54993"/>
                    <a:pt x="450832" y="70935"/>
                    <a:pt x="462878" y="99631"/>
                  </a:cubicBezTo>
                  <a:lnTo>
                    <a:pt x="471734" y="99631"/>
                  </a:lnTo>
                  <a:lnTo>
                    <a:pt x="428868" y="81"/>
                  </a:lnTo>
                  <a:lnTo>
                    <a:pt x="10119" y="81"/>
                  </a:lnTo>
                  <a:cubicBezTo>
                    <a:pt x="1970" y="81"/>
                    <a:pt x="1616" y="435"/>
                    <a:pt x="553" y="2561"/>
                  </a:cubicBezTo>
                  <a:cubicBezTo>
                    <a:pt x="199" y="3623"/>
                    <a:pt x="199" y="10355"/>
                    <a:pt x="199" y="14252"/>
                  </a:cubicBezTo>
                  <a:lnTo>
                    <a:pt x="187609" y="270744"/>
                  </a:lnTo>
                  <a:lnTo>
                    <a:pt x="4096" y="485787"/>
                  </a:lnTo>
                  <a:cubicBezTo>
                    <a:pt x="553" y="490038"/>
                    <a:pt x="553" y="491810"/>
                    <a:pt x="553" y="492164"/>
                  </a:cubicBezTo>
                  <a:cubicBezTo>
                    <a:pt x="553" y="496061"/>
                    <a:pt x="3742" y="496061"/>
                    <a:pt x="10119" y="496061"/>
                  </a:cubicBezTo>
                  <a:lnTo>
                    <a:pt x="428868" y="496061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9087E73C-4A31-1ADA-B74C-5075DA2E669D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657441" y="6000225"/>
              <a:ext cx="75140" cy="166897"/>
            </a:xfrm>
            <a:custGeom>
              <a:avLst/>
              <a:gdLst>
                <a:gd name="connsiteX0" fmla="*/ 68893 w 75140"/>
                <a:gd name="connsiteY0" fmla="*/ 9526 h 166897"/>
                <a:gd name="connsiteX1" fmla="*/ 58973 w 75140"/>
                <a:gd name="connsiteY1" fmla="*/ 102 h 166897"/>
                <a:gd name="connsiteX2" fmla="*/ 45086 w 75140"/>
                <a:gd name="connsiteY2" fmla="*/ 13741 h 166897"/>
                <a:gd name="connsiteX3" fmla="*/ 55006 w 75140"/>
                <a:gd name="connsiteY3" fmla="*/ 23165 h 166897"/>
                <a:gd name="connsiteX4" fmla="*/ 68893 w 75140"/>
                <a:gd name="connsiteY4" fmla="*/ 9526 h 166897"/>
                <a:gd name="connsiteX5" fmla="*/ 18303 w 75140"/>
                <a:gd name="connsiteY5" fmla="*/ 135504 h 166897"/>
                <a:gd name="connsiteX6" fmla="*/ 16071 w 75140"/>
                <a:gd name="connsiteY6" fmla="*/ 145920 h 166897"/>
                <a:gd name="connsiteX7" fmla="*/ 39630 w 75140"/>
                <a:gd name="connsiteY7" fmla="*/ 166999 h 166897"/>
                <a:gd name="connsiteX8" fmla="*/ 75341 w 75140"/>
                <a:gd name="connsiteY8" fmla="*/ 129057 h 166897"/>
                <a:gd name="connsiteX9" fmla="*/ 71373 w 75140"/>
                <a:gd name="connsiteY9" fmla="*/ 125833 h 166897"/>
                <a:gd name="connsiteX10" fmla="*/ 66661 w 75140"/>
                <a:gd name="connsiteY10" fmla="*/ 130049 h 166897"/>
                <a:gd name="connsiteX11" fmla="*/ 40374 w 75140"/>
                <a:gd name="connsiteY11" fmla="*/ 160056 h 166897"/>
                <a:gd name="connsiteX12" fmla="*/ 34174 w 75140"/>
                <a:gd name="connsiteY12" fmla="*/ 151376 h 166897"/>
                <a:gd name="connsiteX13" fmla="*/ 38142 w 75140"/>
                <a:gd name="connsiteY13" fmla="*/ 135504 h 166897"/>
                <a:gd name="connsiteX14" fmla="*/ 46078 w 75140"/>
                <a:gd name="connsiteY14" fmla="*/ 115665 h 166897"/>
                <a:gd name="connsiteX15" fmla="*/ 58229 w 75140"/>
                <a:gd name="connsiteY15" fmla="*/ 84171 h 166897"/>
                <a:gd name="connsiteX16" fmla="*/ 59717 w 75140"/>
                <a:gd name="connsiteY16" fmla="*/ 76235 h 166897"/>
                <a:gd name="connsiteX17" fmla="*/ 36158 w 75140"/>
                <a:gd name="connsiteY17" fmla="*/ 55156 h 166897"/>
                <a:gd name="connsiteX18" fmla="*/ 200 w 75140"/>
                <a:gd name="connsiteY18" fmla="*/ 93098 h 166897"/>
                <a:gd name="connsiteX19" fmla="*/ 4416 w 75140"/>
                <a:gd name="connsiteY19" fmla="*/ 96322 h 166897"/>
                <a:gd name="connsiteX20" fmla="*/ 8879 w 75140"/>
                <a:gd name="connsiteY20" fmla="*/ 92354 h 166897"/>
                <a:gd name="connsiteX21" fmla="*/ 35414 w 75140"/>
                <a:gd name="connsiteY21" fmla="*/ 62099 h 166897"/>
                <a:gd name="connsiteX22" fmla="*/ 41614 w 75140"/>
                <a:gd name="connsiteY22" fmla="*/ 70779 h 166897"/>
                <a:gd name="connsiteX23" fmla="*/ 33926 w 75140"/>
                <a:gd name="connsiteY23" fmla="*/ 95578 h 166897"/>
                <a:gd name="connsiteX24" fmla="*/ 18303 w 75140"/>
                <a:gd name="connsiteY24" fmla="*/ 135504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140" h="166897">
                  <a:moveTo>
                    <a:pt x="68893" y="9526"/>
                  </a:moveTo>
                  <a:cubicBezTo>
                    <a:pt x="68893" y="5558"/>
                    <a:pt x="65917" y="102"/>
                    <a:pt x="58973" y="102"/>
                  </a:cubicBezTo>
                  <a:cubicBezTo>
                    <a:pt x="52278" y="102"/>
                    <a:pt x="45086" y="6550"/>
                    <a:pt x="45086" y="13741"/>
                  </a:cubicBezTo>
                  <a:cubicBezTo>
                    <a:pt x="45086" y="17957"/>
                    <a:pt x="48310" y="23165"/>
                    <a:pt x="55006" y="23165"/>
                  </a:cubicBezTo>
                  <a:cubicBezTo>
                    <a:pt x="62197" y="23165"/>
                    <a:pt x="68893" y="16221"/>
                    <a:pt x="68893" y="9526"/>
                  </a:cubicBezTo>
                  <a:close/>
                  <a:moveTo>
                    <a:pt x="18303" y="135504"/>
                  </a:moveTo>
                  <a:cubicBezTo>
                    <a:pt x="17311" y="138728"/>
                    <a:pt x="16071" y="141704"/>
                    <a:pt x="16071" y="145920"/>
                  </a:cubicBezTo>
                  <a:cubicBezTo>
                    <a:pt x="16071" y="157576"/>
                    <a:pt x="25991" y="166999"/>
                    <a:pt x="39630" y="166999"/>
                  </a:cubicBezTo>
                  <a:cubicBezTo>
                    <a:pt x="64429" y="166999"/>
                    <a:pt x="75341" y="132777"/>
                    <a:pt x="75341" y="129057"/>
                  </a:cubicBezTo>
                  <a:cubicBezTo>
                    <a:pt x="75341" y="125833"/>
                    <a:pt x="72117" y="125833"/>
                    <a:pt x="71373" y="125833"/>
                  </a:cubicBezTo>
                  <a:cubicBezTo>
                    <a:pt x="67901" y="125833"/>
                    <a:pt x="67653" y="127321"/>
                    <a:pt x="66661" y="130049"/>
                  </a:cubicBezTo>
                  <a:cubicBezTo>
                    <a:pt x="60957" y="149888"/>
                    <a:pt x="50046" y="160056"/>
                    <a:pt x="40374" y="160056"/>
                  </a:cubicBezTo>
                  <a:cubicBezTo>
                    <a:pt x="35414" y="160056"/>
                    <a:pt x="34174" y="156832"/>
                    <a:pt x="34174" y="151376"/>
                  </a:cubicBezTo>
                  <a:cubicBezTo>
                    <a:pt x="34174" y="145672"/>
                    <a:pt x="35910" y="140960"/>
                    <a:pt x="38142" y="135504"/>
                  </a:cubicBezTo>
                  <a:cubicBezTo>
                    <a:pt x="40622" y="128809"/>
                    <a:pt x="43350" y="122113"/>
                    <a:pt x="46078" y="115665"/>
                  </a:cubicBezTo>
                  <a:cubicBezTo>
                    <a:pt x="48310" y="109714"/>
                    <a:pt x="57238" y="87146"/>
                    <a:pt x="58229" y="84171"/>
                  </a:cubicBezTo>
                  <a:cubicBezTo>
                    <a:pt x="58973" y="81691"/>
                    <a:pt x="59717" y="78715"/>
                    <a:pt x="59717" y="76235"/>
                  </a:cubicBezTo>
                  <a:cubicBezTo>
                    <a:pt x="59717" y="64579"/>
                    <a:pt x="49798" y="55156"/>
                    <a:pt x="36158" y="55156"/>
                  </a:cubicBezTo>
                  <a:cubicBezTo>
                    <a:pt x="11607" y="55156"/>
                    <a:pt x="200" y="88882"/>
                    <a:pt x="200" y="93098"/>
                  </a:cubicBezTo>
                  <a:cubicBezTo>
                    <a:pt x="200" y="96322"/>
                    <a:pt x="3672" y="96322"/>
                    <a:pt x="4416" y="96322"/>
                  </a:cubicBezTo>
                  <a:cubicBezTo>
                    <a:pt x="7888" y="96322"/>
                    <a:pt x="8136" y="95082"/>
                    <a:pt x="8879" y="92354"/>
                  </a:cubicBezTo>
                  <a:cubicBezTo>
                    <a:pt x="15327" y="71027"/>
                    <a:pt x="26239" y="62099"/>
                    <a:pt x="35414" y="62099"/>
                  </a:cubicBezTo>
                  <a:cubicBezTo>
                    <a:pt x="39382" y="62099"/>
                    <a:pt x="41614" y="64083"/>
                    <a:pt x="41614" y="70779"/>
                  </a:cubicBezTo>
                  <a:cubicBezTo>
                    <a:pt x="41614" y="76483"/>
                    <a:pt x="40126" y="80203"/>
                    <a:pt x="33926" y="95578"/>
                  </a:cubicBezTo>
                  <a:lnTo>
                    <a:pt x="18303" y="135504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71201190-4D6A-A33C-99F7-6BCAFA982C0D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763379" y="6069166"/>
              <a:ext cx="182520" cy="66709"/>
            </a:xfrm>
            <a:custGeom>
              <a:avLst/>
              <a:gdLst>
                <a:gd name="connsiteX0" fmla="*/ 173300 w 182520"/>
                <a:gd name="connsiteY0" fmla="*/ 12253 h 66709"/>
                <a:gd name="connsiteX1" fmla="*/ 182723 w 182520"/>
                <a:gd name="connsiteY1" fmla="*/ 6054 h 66709"/>
                <a:gd name="connsiteX2" fmla="*/ 173548 w 182520"/>
                <a:gd name="connsiteY2" fmla="*/ 102 h 66709"/>
                <a:gd name="connsiteX3" fmla="*/ 9378 w 182520"/>
                <a:gd name="connsiteY3" fmla="*/ 102 h 66709"/>
                <a:gd name="connsiteX4" fmla="*/ 203 w 182520"/>
                <a:gd name="connsiteY4" fmla="*/ 6054 h 66709"/>
                <a:gd name="connsiteX5" fmla="*/ 9626 w 182520"/>
                <a:gd name="connsiteY5" fmla="*/ 12253 h 66709"/>
                <a:gd name="connsiteX6" fmla="*/ 173300 w 182520"/>
                <a:gd name="connsiteY6" fmla="*/ 12253 h 66709"/>
                <a:gd name="connsiteX7" fmla="*/ 173548 w 182520"/>
                <a:gd name="connsiteY7" fmla="*/ 66811 h 66709"/>
                <a:gd name="connsiteX8" fmla="*/ 182723 w 182520"/>
                <a:gd name="connsiteY8" fmla="*/ 60859 h 66709"/>
                <a:gd name="connsiteX9" fmla="*/ 173300 w 182520"/>
                <a:gd name="connsiteY9" fmla="*/ 54660 h 66709"/>
                <a:gd name="connsiteX10" fmla="*/ 9626 w 182520"/>
                <a:gd name="connsiteY10" fmla="*/ 54660 h 66709"/>
                <a:gd name="connsiteX11" fmla="*/ 203 w 182520"/>
                <a:gd name="connsiteY11" fmla="*/ 60859 h 66709"/>
                <a:gd name="connsiteX12" fmla="*/ 9378 w 182520"/>
                <a:gd name="connsiteY12" fmla="*/ 66811 h 66709"/>
                <a:gd name="connsiteX13" fmla="*/ 173548 w 182520"/>
                <a:gd name="connsiteY13" fmla="*/ 66811 h 66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2520" h="66709">
                  <a:moveTo>
                    <a:pt x="173300" y="12253"/>
                  </a:moveTo>
                  <a:cubicBezTo>
                    <a:pt x="177020" y="12253"/>
                    <a:pt x="182723" y="12253"/>
                    <a:pt x="182723" y="6054"/>
                  </a:cubicBezTo>
                  <a:cubicBezTo>
                    <a:pt x="182723" y="102"/>
                    <a:pt x="176772" y="102"/>
                    <a:pt x="173548" y="102"/>
                  </a:cubicBezTo>
                  <a:lnTo>
                    <a:pt x="9378" y="102"/>
                  </a:lnTo>
                  <a:cubicBezTo>
                    <a:pt x="6154" y="102"/>
                    <a:pt x="203" y="102"/>
                    <a:pt x="203" y="6054"/>
                  </a:cubicBezTo>
                  <a:cubicBezTo>
                    <a:pt x="203" y="12253"/>
                    <a:pt x="5906" y="12253"/>
                    <a:pt x="9626" y="12253"/>
                  </a:cubicBezTo>
                  <a:lnTo>
                    <a:pt x="173300" y="12253"/>
                  </a:lnTo>
                  <a:close/>
                  <a:moveTo>
                    <a:pt x="173548" y="66811"/>
                  </a:moveTo>
                  <a:cubicBezTo>
                    <a:pt x="176772" y="66811"/>
                    <a:pt x="182723" y="66811"/>
                    <a:pt x="182723" y="60859"/>
                  </a:cubicBezTo>
                  <a:cubicBezTo>
                    <a:pt x="182723" y="54660"/>
                    <a:pt x="177020" y="54660"/>
                    <a:pt x="173300" y="54660"/>
                  </a:cubicBezTo>
                  <a:lnTo>
                    <a:pt x="9626" y="54660"/>
                  </a:lnTo>
                  <a:cubicBezTo>
                    <a:pt x="5906" y="54660"/>
                    <a:pt x="203" y="54660"/>
                    <a:pt x="203" y="60859"/>
                  </a:cubicBezTo>
                  <a:cubicBezTo>
                    <a:pt x="203" y="66811"/>
                    <a:pt x="6154" y="66811"/>
                    <a:pt x="9378" y="66811"/>
                  </a:cubicBezTo>
                  <a:lnTo>
                    <a:pt x="173548" y="66811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600EB19F-1B58-019F-1C61-8365059E500E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990535" y="5999977"/>
              <a:ext cx="90268" cy="164665"/>
            </a:xfrm>
            <a:custGeom>
              <a:avLst/>
              <a:gdLst>
                <a:gd name="connsiteX0" fmla="*/ 56255 w 90268"/>
                <a:gd name="connsiteY0" fmla="*/ 7046 h 164665"/>
                <a:gd name="connsiteX1" fmla="*/ 48815 w 90268"/>
                <a:gd name="connsiteY1" fmla="*/ 102 h 164665"/>
                <a:gd name="connsiteX2" fmla="*/ 209 w 90268"/>
                <a:gd name="connsiteY2" fmla="*/ 15973 h 164665"/>
                <a:gd name="connsiteX3" fmla="*/ 209 w 90268"/>
                <a:gd name="connsiteY3" fmla="*/ 24901 h 164665"/>
                <a:gd name="connsiteX4" fmla="*/ 36167 w 90268"/>
                <a:gd name="connsiteY4" fmla="*/ 17957 h 164665"/>
                <a:gd name="connsiteX5" fmla="*/ 36167 w 90268"/>
                <a:gd name="connsiteY5" fmla="*/ 144432 h 164665"/>
                <a:gd name="connsiteX6" fmla="*/ 11368 w 90268"/>
                <a:gd name="connsiteY6" fmla="*/ 155840 h 164665"/>
                <a:gd name="connsiteX7" fmla="*/ 1945 w 90268"/>
                <a:gd name="connsiteY7" fmla="*/ 155840 h 164665"/>
                <a:gd name="connsiteX8" fmla="*/ 1945 w 90268"/>
                <a:gd name="connsiteY8" fmla="*/ 164767 h 164665"/>
                <a:gd name="connsiteX9" fmla="*/ 46087 w 90268"/>
                <a:gd name="connsiteY9" fmla="*/ 163775 h 164665"/>
                <a:gd name="connsiteX10" fmla="*/ 90477 w 90268"/>
                <a:gd name="connsiteY10" fmla="*/ 164767 h 164665"/>
                <a:gd name="connsiteX11" fmla="*/ 90477 w 90268"/>
                <a:gd name="connsiteY11" fmla="*/ 155840 h 164665"/>
                <a:gd name="connsiteX12" fmla="*/ 81054 w 90268"/>
                <a:gd name="connsiteY12" fmla="*/ 155840 h 164665"/>
                <a:gd name="connsiteX13" fmla="*/ 56255 w 90268"/>
                <a:gd name="connsiteY13" fmla="*/ 144432 h 164665"/>
                <a:gd name="connsiteX14" fmla="*/ 56255 w 90268"/>
                <a:gd name="connsiteY14" fmla="*/ 7046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268" h="164665">
                  <a:moveTo>
                    <a:pt x="56255" y="7046"/>
                  </a:moveTo>
                  <a:cubicBezTo>
                    <a:pt x="56255" y="350"/>
                    <a:pt x="55759" y="102"/>
                    <a:pt x="48815" y="102"/>
                  </a:cubicBezTo>
                  <a:cubicBezTo>
                    <a:pt x="32943" y="15725"/>
                    <a:pt x="10376" y="15973"/>
                    <a:pt x="209" y="15973"/>
                  </a:cubicBezTo>
                  <a:lnTo>
                    <a:pt x="209" y="24901"/>
                  </a:lnTo>
                  <a:cubicBezTo>
                    <a:pt x="6161" y="24901"/>
                    <a:pt x="22528" y="24901"/>
                    <a:pt x="36167" y="17957"/>
                  </a:cubicBezTo>
                  <a:lnTo>
                    <a:pt x="36167" y="144432"/>
                  </a:lnTo>
                  <a:cubicBezTo>
                    <a:pt x="36167" y="152616"/>
                    <a:pt x="36167" y="155840"/>
                    <a:pt x="11368" y="155840"/>
                  </a:cubicBezTo>
                  <a:lnTo>
                    <a:pt x="1945" y="155840"/>
                  </a:lnTo>
                  <a:lnTo>
                    <a:pt x="1945" y="164767"/>
                  </a:lnTo>
                  <a:cubicBezTo>
                    <a:pt x="6409" y="164519"/>
                    <a:pt x="36911" y="163775"/>
                    <a:pt x="46087" y="163775"/>
                  </a:cubicBezTo>
                  <a:cubicBezTo>
                    <a:pt x="53775" y="163775"/>
                    <a:pt x="85021" y="164519"/>
                    <a:pt x="90477" y="164767"/>
                  </a:cubicBezTo>
                  <a:lnTo>
                    <a:pt x="90477" y="155840"/>
                  </a:lnTo>
                  <a:lnTo>
                    <a:pt x="81054" y="155840"/>
                  </a:lnTo>
                  <a:cubicBezTo>
                    <a:pt x="56255" y="155840"/>
                    <a:pt x="56255" y="152616"/>
                    <a:pt x="56255" y="144432"/>
                  </a:cubicBezTo>
                  <a:lnTo>
                    <a:pt x="56255" y="7046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F746425F-BD16-EBEB-3C0C-9585F596797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166189" y="5480946"/>
              <a:ext cx="82190" cy="354271"/>
            </a:xfrm>
            <a:custGeom>
              <a:avLst/>
              <a:gdLst>
                <a:gd name="connsiteX0" fmla="*/ 82404 w 82190"/>
                <a:gd name="connsiteY0" fmla="*/ 350819 h 354271"/>
                <a:gd name="connsiteX1" fmla="*/ 76382 w 82190"/>
                <a:gd name="connsiteY1" fmla="*/ 343025 h 354271"/>
                <a:gd name="connsiteX2" fmla="*/ 20761 w 82190"/>
                <a:gd name="connsiteY2" fmla="*/ 177226 h 354271"/>
                <a:gd name="connsiteX3" fmla="*/ 77799 w 82190"/>
                <a:gd name="connsiteY3" fmla="*/ 9655 h 354271"/>
                <a:gd name="connsiteX4" fmla="*/ 82404 w 82190"/>
                <a:gd name="connsiteY4" fmla="*/ 3633 h 354271"/>
                <a:gd name="connsiteX5" fmla="*/ 78862 w 82190"/>
                <a:gd name="connsiteY5" fmla="*/ 90 h 354271"/>
                <a:gd name="connsiteX6" fmla="*/ 22533 w 82190"/>
                <a:gd name="connsiteY6" fmla="*/ 69173 h 354271"/>
                <a:gd name="connsiteX7" fmla="*/ 213 w 82190"/>
                <a:gd name="connsiteY7" fmla="*/ 177226 h 354271"/>
                <a:gd name="connsiteX8" fmla="*/ 23595 w 82190"/>
                <a:gd name="connsiteY8" fmla="*/ 287759 h 354271"/>
                <a:gd name="connsiteX9" fmla="*/ 78862 w 82190"/>
                <a:gd name="connsiteY9" fmla="*/ 354362 h 354271"/>
                <a:gd name="connsiteX10" fmla="*/ 82404 w 82190"/>
                <a:gd name="connsiteY10" fmla="*/ 350819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0" h="354271">
                  <a:moveTo>
                    <a:pt x="82404" y="350819"/>
                  </a:moveTo>
                  <a:cubicBezTo>
                    <a:pt x="82404" y="349756"/>
                    <a:pt x="82404" y="349048"/>
                    <a:pt x="76382" y="343025"/>
                  </a:cubicBezTo>
                  <a:cubicBezTo>
                    <a:pt x="32098" y="298387"/>
                    <a:pt x="20761" y="231429"/>
                    <a:pt x="20761" y="177226"/>
                  </a:cubicBezTo>
                  <a:cubicBezTo>
                    <a:pt x="20761" y="115583"/>
                    <a:pt x="34224" y="53939"/>
                    <a:pt x="77799" y="9655"/>
                  </a:cubicBezTo>
                  <a:cubicBezTo>
                    <a:pt x="82404" y="5404"/>
                    <a:pt x="82404" y="4696"/>
                    <a:pt x="82404" y="3633"/>
                  </a:cubicBezTo>
                  <a:cubicBezTo>
                    <a:pt x="82404" y="1153"/>
                    <a:pt x="80987" y="90"/>
                    <a:pt x="78862" y="90"/>
                  </a:cubicBezTo>
                  <a:cubicBezTo>
                    <a:pt x="75319" y="90"/>
                    <a:pt x="43435" y="24181"/>
                    <a:pt x="22533" y="69173"/>
                  </a:cubicBezTo>
                  <a:cubicBezTo>
                    <a:pt x="4465" y="108143"/>
                    <a:pt x="213" y="147467"/>
                    <a:pt x="213" y="177226"/>
                  </a:cubicBezTo>
                  <a:cubicBezTo>
                    <a:pt x="213" y="204859"/>
                    <a:pt x="4110" y="247726"/>
                    <a:pt x="23595" y="287759"/>
                  </a:cubicBezTo>
                  <a:cubicBezTo>
                    <a:pt x="44852" y="331334"/>
                    <a:pt x="75319" y="354362"/>
                    <a:pt x="78862" y="354362"/>
                  </a:cubicBezTo>
                  <a:cubicBezTo>
                    <a:pt x="80987" y="354362"/>
                    <a:pt x="82404" y="353299"/>
                    <a:pt x="82404" y="350819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2DC88622-9425-AFF3-9AB1-C1A7B6F5AF65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279163" y="5590062"/>
              <a:ext cx="163319" cy="229213"/>
            </a:xfrm>
            <a:custGeom>
              <a:avLst/>
              <a:gdLst>
                <a:gd name="connsiteX0" fmla="*/ 162119 w 163319"/>
                <a:gd name="connsiteY0" fmla="*/ 21701 h 229213"/>
                <a:gd name="connsiteX1" fmla="*/ 163536 w 163319"/>
                <a:gd name="connsiteY1" fmla="*/ 13552 h 229213"/>
                <a:gd name="connsiteX2" fmla="*/ 153263 w 163319"/>
                <a:gd name="connsiteY2" fmla="*/ 3987 h 229213"/>
                <a:gd name="connsiteX3" fmla="*/ 140863 w 163319"/>
                <a:gd name="connsiteY3" fmla="*/ 11427 h 229213"/>
                <a:gd name="connsiteX4" fmla="*/ 135903 w 163319"/>
                <a:gd name="connsiteY4" fmla="*/ 30558 h 229213"/>
                <a:gd name="connsiteX5" fmla="*/ 128818 w 163319"/>
                <a:gd name="connsiteY5" fmla="*/ 58899 h 229213"/>
                <a:gd name="connsiteX6" fmla="*/ 112876 w 163319"/>
                <a:gd name="connsiteY6" fmla="*/ 122668 h 229213"/>
                <a:gd name="connsiteX7" fmla="*/ 72843 w 163319"/>
                <a:gd name="connsiteY7" fmla="*/ 152781 h 229213"/>
                <a:gd name="connsiteX8" fmla="*/ 50878 w 163319"/>
                <a:gd name="connsiteY8" fmla="*/ 124085 h 229213"/>
                <a:gd name="connsiteX9" fmla="*/ 68946 w 163319"/>
                <a:gd name="connsiteY9" fmla="*/ 54648 h 229213"/>
                <a:gd name="connsiteX10" fmla="*/ 76031 w 163319"/>
                <a:gd name="connsiteY10" fmla="*/ 29140 h 229213"/>
                <a:gd name="connsiteX11" fmla="*/ 46981 w 163319"/>
                <a:gd name="connsiteY11" fmla="*/ 90 h 229213"/>
                <a:gd name="connsiteX12" fmla="*/ 217 w 163319"/>
                <a:gd name="connsiteY12" fmla="*/ 54648 h 229213"/>
                <a:gd name="connsiteX13" fmla="*/ 4469 w 163319"/>
                <a:gd name="connsiteY13" fmla="*/ 58191 h 229213"/>
                <a:gd name="connsiteX14" fmla="*/ 10137 w 163319"/>
                <a:gd name="connsiteY14" fmla="*/ 51814 h 229213"/>
                <a:gd name="connsiteX15" fmla="*/ 45918 w 163319"/>
                <a:gd name="connsiteY15" fmla="*/ 7884 h 229213"/>
                <a:gd name="connsiteX16" fmla="*/ 54775 w 163319"/>
                <a:gd name="connsiteY16" fmla="*/ 19221 h 229213"/>
                <a:gd name="connsiteX17" fmla="*/ 48753 w 163319"/>
                <a:gd name="connsiteY17" fmla="*/ 44020 h 229213"/>
                <a:gd name="connsiteX18" fmla="*/ 28205 w 163319"/>
                <a:gd name="connsiteY18" fmla="*/ 118417 h 229213"/>
                <a:gd name="connsiteX19" fmla="*/ 71426 w 163319"/>
                <a:gd name="connsiteY19" fmla="*/ 160575 h 229213"/>
                <a:gd name="connsiteX20" fmla="*/ 107207 w 163319"/>
                <a:gd name="connsiteY20" fmla="*/ 144633 h 229213"/>
                <a:gd name="connsiteX21" fmla="*/ 84180 w 163319"/>
                <a:gd name="connsiteY21" fmla="*/ 199191 h 229213"/>
                <a:gd name="connsiteX22" fmla="*/ 45210 w 163319"/>
                <a:gd name="connsiteY22" fmla="*/ 221510 h 229213"/>
                <a:gd name="connsiteX23" fmla="*/ 18285 w 163319"/>
                <a:gd name="connsiteY23" fmla="*/ 206630 h 229213"/>
                <a:gd name="connsiteX24" fmla="*/ 33519 w 163319"/>
                <a:gd name="connsiteY24" fmla="*/ 202379 h 229213"/>
                <a:gd name="connsiteX25" fmla="*/ 40604 w 163319"/>
                <a:gd name="connsiteY25" fmla="*/ 187854 h 229213"/>
                <a:gd name="connsiteX26" fmla="*/ 27496 w 163319"/>
                <a:gd name="connsiteY26" fmla="*/ 175455 h 229213"/>
                <a:gd name="connsiteX27" fmla="*/ 7657 w 163319"/>
                <a:gd name="connsiteY27" fmla="*/ 198482 h 229213"/>
                <a:gd name="connsiteX28" fmla="*/ 45210 w 163319"/>
                <a:gd name="connsiteY28" fmla="*/ 229304 h 229213"/>
                <a:gd name="connsiteX29" fmla="*/ 128109 w 163319"/>
                <a:gd name="connsiteY29" fmla="*/ 157032 h 229213"/>
                <a:gd name="connsiteX30" fmla="*/ 162119 w 163319"/>
                <a:gd name="connsiteY30" fmla="*/ 21701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29213">
                  <a:moveTo>
                    <a:pt x="162119" y="21701"/>
                  </a:moveTo>
                  <a:cubicBezTo>
                    <a:pt x="163536" y="16741"/>
                    <a:pt x="163536" y="16032"/>
                    <a:pt x="163536" y="13552"/>
                  </a:cubicBezTo>
                  <a:cubicBezTo>
                    <a:pt x="163536" y="7176"/>
                    <a:pt x="158577" y="3987"/>
                    <a:pt x="153263" y="3987"/>
                  </a:cubicBezTo>
                  <a:cubicBezTo>
                    <a:pt x="149720" y="3987"/>
                    <a:pt x="144052" y="6113"/>
                    <a:pt x="140863" y="11427"/>
                  </a:cubicBezTo>
                  <a:cubicBezTo>
                    <a:pt x="140155" y="13198"/>
                    <a:pt x="137320" y="24181"/>
                    <a:pt x="135903" y="30558"/>
                  </a:cubicBezTo>
                  <a:cubicBezTo>
                    <a:pt x="133423" y="39769"/>
                    <a:pt x="130944" y="49334"/>
                    <a:pt x="128818" y="58899"/>
                  </a:cubicBezTo>
                  <a:lnTo>
                    <a:pt x="112876" y="122668"/>
                  </a:lnTo>
                  <a:cubicBezTo>
                    <a:pt x="111459" y="127982"/>
                    <a:pt x="96225" y="152781"/>
                    <a:pt x="72843" y="152781"/>
                  </a:cubicBezTo>
                  <a:cubicBezTo>
                    <a:pt x="54775" y="152781"/>
                    <a:pt x="50878" y="137193"/>
                    <a:pt x="50878" y="124085"/>
                  </a:cubicBezTo>
                  <a:cubicBezTo>
                    <a:pt x="50878" y="107789"/>
                    <a:pt x="56901" y="85824"/>
                    <a:pt x="68946" y="54648"/>
                  </a:cubicBezTo>
                  <a:cubicBezTo>
                    <a:pt x="74614" y="40123"/>
                    <a:pt x="76031" y="36226"/>
                    <a:pt x="76031" y="29140"/>
                  </a:cubicBezTo>
                  <a:cubicBezTo>
                    <a:pt x="76031" y="13198"/>
                    <a:pt x="64695" y="90"/>
                    <a:pt x="46981" y="90"/>
                  </a:cubicBezTo>
                  <a:cubicBezTo>
                    <a:pt x="13325" y="90"/>
                    <a:pt x="217" y="51460"/>
                    <a:pt x="217" y="54648"/>
                  </a:cubicBezTo>
                  <a:cubicBezTo>
                    <a:pt x="217" y="58191"/>
                    <a:pt x="3760" y="58191"/>
                    <a:pt x="4469" y="58191"/>
                  </a:cubicBezTo>
                  <a:cubicBezTo>
                    <a:pt x="8011" y="58191"/>
                    <a:pt x="8366" y="57482"/>
                    <a:pt x="10137" y="51814"/>
                  </a:cubicBezTo>
                  <a:cubicBezTo>
                    <a:pt x="19702" y="18512"/>
                    <a:pt x="33873" y="7884"/>
                    <a:pt x="45918" y="7884"/>
                  </a:cubicBezTo>
                  <a:cubicBezTo>
                    <a:pt x="48753" y="7884"/>
                    <a:pt x="54775" y="7884"/>
                    <a:pt x="54775" y="19221"/>
                  </a:cubicBezTo>
                  <a:cubicBezTo>
                    <a:pt x="54775" y="28078"/>
                    <a:pt x="51232" y="37289"/>
                    <a:pt x="48753" y="44020"/>
                  </a:cubicBezTo>
                  <a:cubicBezTo>
                    <a:pt x="34582" y="81573"/>
                    <a:pt x="28205" y="101766"/>
                    <a:pt x="28205" y="118417"/>
                  </a:cubicBezTo>
                  <a:cubicBezTo>
                    <a:pt x="28205" y="149947"/>
                    <a:pt x="50524" y="160575"/>
                    <a:pt x="71426" y="160575"/>
                  </a:cubicBezTo>
                  <a:cubicBezTo>
                    <a:pt x="85242" y="160575"/>
                    <a:pt x="97288" y="154553"/>
                    <a:pt x="107207" y="144633"/>
                  </a:cubicBezTo>
                  <a:cubicBezTo>
                    <a:pt x="102602" y="163055"/>
                    <a:pt x="98351" y="180414"/>
                    <a:pt x="84180" y="199191"/>
                  </a:cubicBezTo>
                  <a:cubicBezTo>
                    <a:pt x="74969" y="211236"/>
                    <a:pt x="61506" y="221510"/>
                    <a:pt x="45210" y="221510"/>
                  </a:cubicBezTo>
                  <a:cubicBezTo>
                    <a:pt x="40250" y="221510"/>
                    <a:pt x="24308" y="220447"/>
                    <a:pt x="18285" y="206630"/>
                  </a:cubicBezTo>
                  <a:cubicBezTo>
                    <a:pt x="23954" y="206630"/>
                    <a:pt x="28559" y="206630"/>
                    <a:pt x="33519" y="202379"/>
                  </a:cubicBezTo>
                  <a:cubicBezTo>
                    <a:pt x="37062" y="199191"/>
                    <a:pt x="40604" y="194585"/>
                    <a:pt x="40604" y="187854"/>
                  </a:cubicBezTo>
                  <a:cubicBezTo>
                    <a:pt x="40604" y="176872"/>
                    <a:pt x="31039" y="175455"/>
                    <a:pt x="27496" y="175455"/>
                  </a:cubicBezTo>
                  <a:cubicBezTo>
                    <a:pt x="19348" y="175455"/>
                    <a:pt x="7657" y="181123"/>
                    <a:pt x="7657" y="198482"/>
                  </a:cubicBezTo>
                  <a:cubicBezTo>
                    <a:pt x="7657" y="216196"/>
                    <a:pt x="23245" y="229304"/>
                    <a:pt x="45210" y="229304"/>
                  </a:cubicBezTo>
                  <a:cubicBezTo>
                    <a:pt x="81700" y="229304"/>
                    <a:pt x="118190" y="197065"/>
                    <a:pt x="128109" y="157032"/>
                  </a:cubicBezTo>
                  <a:lnTo>
                    <a:pt x="162119" y="21701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BA6BD6BA-F1C4-5501-2DB1-9C59F42CFA5D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454238" y="5635373"/>
              <a:ext cx="75140" cy="166897"/>
            </a:xfrm>
            <a:custGeom>
              <a:avLst/>
              <a:gdLst>
                <a:gd name="connsiteX0" fmla="*/ 68915 w 75140"/>
                <a:gd name="connsiteY0" fmla="*/ 9515 h 166897"/>
                <a:gd name="connsiteX1" fmla="*/ 58996 w 75140"/>
                <a:gd name="connsiteY1" fmla="*/ 92 h 166897"/>
                <a:gd name="connsiteX2" fmla="*/ 45108 w 75140"/>
                <a:gd name="connsiteY2" fmla="*/ 13731 h 166897"/>
                <a:gd name="connsiteX3" fmla="*/ 55028 w 75140"/>
                <a:gd name="connsiteY3" fmla="*/ 23155 h 166897"/>
                <a:gd name="connsiteX4" fmla="*/ 68915 w 75140"/>
                <a:gd name="connsiteY4" fmla="*/ 9515 h 166897"/>
                <a:gd name="connsiteX5" fmla="*/ 18326 w 75140"/>
                <a:gd name="connsiteY5" fmla="*/ 135494 h 166897"/>
                <a:gd name="connsiteX6" fmla="*/ 16094 w 75140"/>
                <a:gd name="connsiteY6" fmla="*/ 145910 h 166897"/>
                <a:gd name="connsiteX7" fmla="*/ 39653 w 75140"/>
                <a:gd name="connsiteY7" fmla="*/ 166989 h 166897"/>
                <a:gd name="connsiteX8" fmla="*/ 75363 w 75140"/>
                <a:gd name="connsiteY8" fmla="*/ 129046 h 166897"/>
                <a:gd name="connsiteX9" fmla="*/ 71395 w 75140"/>
                <a:gd name="connsiteY9" fmla="*/ 125823 h 166897"/>
                <a:gd name="connsiteX10" fmla="*/ 66684 w 75140"/>
                <a:gd name="connsiteY10" fmla="*/ 130038 h 166897"/>
                <a:gd name="connsiteX11" fmla="*/ 40397 w 75140"/>
                <a:gd name="connsiteY11" fmla="*/ 160045 h 166897"/>
                <a:gd name="connsiteX12" fmla="*/ 34197 w 75140"/>
                <a:gd name="connsiteY12" fmla="*/ 151366 h 166897"/>
                <a:gd name="connsiteX13" fmla="*/ 38165 w 75140"/>
                <a:gd name="connsiteY13" fmla="*/ 135494 h 166897"/>
                <a:gd name="connsiteX14" fmla="*/ 46100 w 75140"/>
                <a:gd name="connsiteY14" fmla="*/ 115655 h 166897"/>
                <a:gd name="connsiteX15" fmla="*/ 58252 w 75140"/>
                <a:gd name="connsiteY15" fmla="*/ 84160 h 166897"/>
                <a:gd name="connsiteX16" fmla="*/ 59740 w 75140"/>
                <a:gd name="connsiteY16" fmla="*/ 76225 h 166897"/>
                <a:gd name="connsiteX17" fmla="*/ 36181 w 75140"/>
                <a:gd name="connsiteY17" fmla="*/ 55145 h 166897"/>
                <a:gd name="connsiteX18" fmla="*/ 222 w 75140"/>
                <a:gd name="connsiteY18" fmla="*/ 93088 h 166897"/>
                <a:gd name="connsiteX19" fmla="*/ 4438 w 75140"/>
                <a:gd name="connsiteY19" fmla="*/ 96312 h 166897"/>
                <a:gd name="connsiteX20" fmla="*/ 8902 w 75140"/>
                <a:gd name="connsiteY20" fmla="*/ 92344 h 166897"/>
                <a:gd name="connsiteX21" fmla="*/ 35437 w 75140"/>
                <a:gd name="connsiteY21" fmla="*/ 62089 h 166897"/>
                <a:gd name="connsiteX22" fmla="*/ 41637 w 75140"/>
                <a:gd name="connsiteY22" fmla="*/ 70769 h 166897"/>
                <a:gd name="connsiteX23" fmla="*/ 33949 w 75140"/>
                <a:gd name="connsiteY23" fmla="*/ 95568 h 166897"/>
                <a:gd name="connsiteX24" fmla="*/ 18326 w 75140"/>
                <a:gd name="connsiteY24" fmla="*/ 135494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140" h="166897">
                  <a:moveTo>
                    <a:pt x="68915" y="9515"/>
                  </a:moveTo>
                  <a:cubicBezTo>
                    <a:pt x="68915" y="5547"/>
                    <a:pt x="65940" y="92"/>
                    <a:pt x="58996" y="92"/>
                  </a:cubicBezTo>
                  <a:cubicBezTo>
                    <a:pt x="52300" y="92"/>
                    <a:pt x="45108" y="6539"/>
                    <a:pt x="45108" y="13731"/>
                  </a:cubicBezTo>
                  <a:cubicBezTo>
                    <a:pt x="45108" y="17947"/>
                    <a:pt x="48332" y="23155"/>
                    <a:pt x="55028" y="23155"/>
                  </a:cubicBezTo>
                  <a:cubicBezTo>
                    <a:pt x="62220" y="23155"/>
                    <a:pt x="68915" y="16211"/>
                    <a:pt x="68915" y="9515"/>
                  </a:cubicBezTo>
                  <a:close/>
                  <a:moveTo>
                    <a:pt x="18326" y="135494"/>
                  </a:moveTo>
                  <a:cubicBezTo>
                    <a:pt x="17334" y="138718"/>
                    <a:pt x="16094" y="141694"/>
                    <a:pt x="16094" y="145910"/>
                  </a:cubicBezTo>
                  <a:cubicBezTo>
                    <a:pt x="16094" y="157565"/>
                    <a:pt x="26013" y="166989"/>
                    <a:pt x="39653" y="166989"/>
                  </a:cubicBezTo>
                  <a:cubicBezTo>
                    <a:pt x="64452" y="166989"/>
                    <a:pt x="75363" y="132766"/>
                    <a:pt x="75363" y="129046"/>
                  </a:cubicBezTo>
                  <a:cubicBezTo>
                    <a:pt x="75363" y="125823"/>
                    <a:pt x="72139" y="125823"/>
                    <a:pt x="71395" y="125823"/>
                  </a:cubicBezTo>
                  <a:cubicBezTo>
                    <a:pt x="67923" y="125823"/>
                    <a:pt x="67676" y="127311"/>
                    <a:pt x="66684" y="130038"/>
                  </a:cubicBezTo>
                  <a:cubicBezTo>
                    <a:pt x="60980" y="149878"/>
                    <a:pt x="50068" y="160045"/>
                    <a:pt x="40397" y="160045"/>
                  </a:cubicBezTo>
                  <a:cubicBezTo>
                    <a:pt x="35437" y="160045"/>
                    <a:pt x="34197" y="156821"/>
                    <a:pt x="34197" y="151366"/>
                  </a:cubicBezTo>
                  <a:cubicBezTo>
                    <a:pt x="34197" y="145662"/>
                    <a:pt x="35933" y="140950"/>
                    <a:pt x="38165" y="135494"/>
                  </a:cubicBezTo>
                  <a:cubicBezTo>
                    <a:pt x="40645" y="128799"/>
                    <a:pt x="43372" y="122103"/>
                    <a:pt x="46100" y="115655"/>
                  </a:cubicBezTo>
                  <a:cubicBezTo>
                    <a:pt x="48332" y="109703"/>
                    <a:pt x="57260" y="87136"/>
                    <a:pt x="58252" y="84160"/>
                  </a:cubicBezTo>
                  <a:cubicBezTo>
                    <a:pt x="58996" y="81680"/>
                    <a:pt x="59740" y="78705"/>
                    <a:pt x="59740" y="76225"/>
                  </a:cubicBezTo>
                  <a:cubicBezTo>
                    <a:pt x="59740" y="64569"/>
                    <a:pt x="49820" y="55145"/>
                    <a:pt x="36181" y="55145"/>
                  </a:cubicBezTo>
                  <a:cubicBezTo>
                    <a:pt x="11630" y="55145"/>
                    <a:pt x="222" y="88872"/>
                    <a:pt x="222" y="93088"/>
                  </a:cubicBezTo>
                  <a:cubicBezTo>
                    <a:pt x="222" y="96312"/>
                    <a:pt x="3694" y="96312"/>
                    <a:pt x="4438" y="96312"/>
                  </a:cubicBezTo>
                  <a:cubicBezTo>
                    <a:pt x="7910" y="96312"/>
                    <a:pt x="8158" y="95072"/>
                    <a:pt x="8902" y="92344"/>
                  </a:cubicBezTo>
                  <a:cubicBezTo>
                    <a:pt x="15350" y="71017"/>
                    <a:pt x="26261" y="62089"/>
                    <a:pt x="35437" y="62089"/>
                  </a:cubicBezTo>
                  <a:cubicBezTo>
                    <a:pt x="39405" y="62089"/>
                    <a:pt x="41637" y="64073"/>
                    <a:pt x="41637" y="70769"/>
                  </a:cubicBezTo>
                  <a:cubicBezTo>
                    <a:pt x="41637" y="76473"/>
                    <a:pt x="40149" y="80192"/>
                    <a:pt x="33949" y="95568"/>
                  </a:cubicBezTo>
                  <a:lnTo>
                    <a:pt x="18326" y="135494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0976F587-9087-FC01-1829-E63B70DDA91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668659" y="5650997"/>
              <a:ext cx="216459" cy="14170"/>
            </a:xfrm>
            <a:custGeom>
              <a:avLst/>
              <a:gdLst>
                <a:gd name="connsiteX0" fmla="*/ 204288 w 216459"/>
                <a:gd name="connsiteY0" fmla="*/ 14261 h 14170"/>
                <a:gd name="connsiteX1" fmla="*/ 216688 w 216459"/>
                <a:gd name="connsiteY1" fmla="*/ 7176 h 14170"/>
                <a:gd name="connsiteX2" fmla="*/ 204288 w 216459"/>
                <a:gd name="connsiteY2" fmla="*/ 90 h 14170"/>
                <a:gd name="connsiteX3" fmla="*/ 12627 w 216459"/>
                <a:gd name="connsiteY3" fmla="*/ 90 h 14170"/>
                <a:gd name="connsiteX4" fmla="*/ 228 w 216459"/>
                <a:gd name="connsiteY4" fmla="*/ 7176 h 14170"/>
                <a:gd name="connsiteX5" fmla="*/ 12627 w 216459"/>
                <a:gd name="connsiteY5" fmla="*/ 14261 h 14170"/>
                <a:gd name="connsiteX6" fmla="*/ 204288 w 216459"/>
                <a:gd name="connsiteY6" fmla="*/ 14261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59" h="14170">
                  <a:moveTo>
                    <a:pt x="204288" y="14261"/>
                  </a:moveTo>
                  <a:cubicBezTo>
                    <a:pt x="210311" y="14261"/>
                    <a:pt x="216688" y="14261"/>
                    <a:pt x="216688" y="7176"/>
                  </a:cubicBezTo>
                  <a:cubicBezTo>
                    <a:pt x="216688" y="90"/>
                    <a:pt x="210311" y="90"/>
                    <a:pt x="204288" y="90"/>
                  </a:cubicBezTo>
                  <a:lnTo>
                    <a:pt x="12627" y="90"/>
                  </a:lnTo>
                  <a:cubicBezTo>
                    <a:pt x="6605" y="90"/>
                    <a:pt x="228" y="90"/>
                    <a:pt x="228" y="7176"/>
                  </a:cubicBezTo>
                  <a:cubicBezTo>
                    <a:pt x="228" y="14261"/>
                    <a:pt x="6605" y="14261"/>
                    <a:pt x="12627" y="14261"/>
                  </a:cubicBezTo>
                  <a:lnTo>
                    <a:pt x="204288" y="14261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0294C263-F944-3952-A16F-62CB2E3B2CDD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1003799" y="5590062"/>
              <a:ext cx="163319" cy="229213"/>
            </a:xfrm>
            <a:custGeom>
              <a:avLst/>
              <a:gdLst>
                <a:gd name="connsiteX0" fmla="*/ 162140 w 163319"/>
                <a:gd name="connsiteY0" fmla="*/ 21701 h 229213"/>
                <a:gd name="connsiteX1" fmla="*/ 163557 w 163319"/>
                <a:gd name="connsiteY1" fmla="*/ 13552 h 229213"/>
                <a:gd name="connsiteX2" fmla="*/ 153283 w 163319"/>
                <a:gd name="connsiteY2" fmla="*/ 3987 h 229213"/>
                <a:gd name="connsiteX3" fmla="*/ 140884 w 163319"/>
                <a:gd name="connsiteY3" fmla="*/ 11427 h 229213"/>
                <a:gd name="connsiteX4" fmla="*/ 135924 w 163319"/>
                <a:gd name="connsiteY4" fmla="*/ 30558 h 229213"/>
                <a:gd name="connsiteX5" fmla="*/ 128838 w 163319"/>
                <a:gd name="connsiteY5" fmla="*/ 58899 h 229213"/>
                <a:gd name="connsiteX6" fmla="*/ 112896 w 163319"/>
                <a:gd name="connsiteY6" fmla="*/ 122668 h 229213"/>
                <a:gd name="connsiteX7" fmla="*/ 72863 w 163319"/>
                <a:gd name="connsiteY7" fmla="*/ 152781 h 229213"/>
                <a:gd name="connsiteX8" fmla="*/ 50899 w 163319"/>
                <a:gd name="connsiteY8" fmla="*/ 124085 h 229213"/>
                <a:gd name="connsiteX9" fmla="*/ 68966 w 163319"/>
                <a:gd name="connsiteY9" fmla="*/ 54648 h 229213"/>
                <a:gd name="connsiteX10" fmla="*/ 76052 w 163319"/>
                <a:gd name="connsiteY10" fmla="*/ 29140 h 229213"/>
                <a:gd name="connsiteX11" fmla="*/ 47002 w 163319"/>
                <a:gd name="connsiteY11" fmla="*/ 90 h 229213"/>
                <a:gd name="connsiteX12" fmla="*/ 238 w 163319"/>
                <a:gd name="connsiteY12" fmla="*/ 54648 h 229213"/>
                <a:gd name="connsiteX13" fmla="*/ 4489 w 163319"/>
                <a:gd name="connsiteY13" fmla="*/ 58191 h 229213"/>
                <a:gd name="connsiteX14" fmla="*/ 10157 w 163319"/>
                <a:gd name="connsiteY14" fmla="*/ 51814 h 229213"/>
                <a:gd name="connsiteX15" fmla="*/ 45939 w 163319"/>
                <a:gd name="connsiteY15" fmla="*/ 7884 h 229213"/>
                <a:gd name="connsiteX16" fmla="*/ 54796 w 163319"/>
                <a:gd name="connsiteY16" fmla="*/ 19221 h 229213"/>
                <a:gd name="connsiteX17" fmla="*/ 48773 w 163319"/>
                <a:gd name="connsiteY17" fmla="*/ 44020 h 229213"/>
                <a:gd name="connsiteX18" fmla="*/ 28225 w 163319"/>
                <a:gd name="connsiteY18" fmla="*/ 118417 h 229213"/>
                <a:gd name="connsiteX19" fmla="*/ 71446 w 163319"/>
                <a:gd name="connsiteY19" fmla="*/ 160575 h 229213"/>
                <a:gd name="connsiteX20" fmla="*/ 107228 w 163319"/>
                <a:gd name="connsiteY20" fmla="*/ 144633 h 229213"/>
                <a:gd name="connsiteX21" fmla="*/ 84200 w 163319"/>
                <a:gd name="connsiteY21" fmla="*/ 199191 h 229213"/>
                <a:gd name="connsiteX22" fmla="*/ 45230 w 163319"/>
                <a:gd name="connsiteY22" fmla="*/ 221510 h 229213"/>
                <a:gd name="connsiteX23" fmla="*/ 18306 w 163319"/>
                <a:gd name="connsiteY23" fmla="*/ 206630 h 229213"/>
                <a:gd name="connsiteX24" fmla="*/ 33539 w 163319"/>
                <a:gd name="connsiteY24" fmla="*/ 202379 h 229213"/>
                <a:gd name="connsiteX25" fmla="*/ 40625 w 163319"/>
                <a:gd name="connsiteY25" fmla="*/ 187854 h 229213"/>
                <a:gd name="connsiteX26" fmla="*/ 27517 w 163319"/>
                <a:gd name="connsiteY26" fmla="*/ 175455 h 229213"/>
                <a:gd name="connsiteX27" fmla="*/ 7677 w 163319"/>
                <a:gd name="connsiteY27" fmla="*/ 198482 h 229213"/>
                <a:gd name="connsiteX28" fmla="*/ 45230 w 163319"/>
                <a:gd name="connsiteY28" fmla="*/ 229304 h 229213"/>
                <a:gd name="connsiteX29" fmla="*/ 128130 w 163319"/>
                <a:gd name="connsiteY29" fmla="*/ 157032 h 229213"/>
                <a:gd name="connsiteX30" fmla="*/ 162140 w 163319"/>
                <a:gd name="connsiteY30" fmla="*/ 21701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29213">
                  <a:moveTo>
                    <a:pt x="162140" y="21701"/>
                  </a:moveTo>
                  <a:cubicBezTo>
                    <a:pt x="163557" y="16741"/>
                    <a:pt x="163557" y="16032"/>
                    <a:pt x="163557" y="13552"/>
                  </a:cubicBezTo>
                  <a:cubicBezTo>
                    <a:pt x="163557" y="7176"/>
                    <a:pt x="158597" y="3987"/>
                    <a:pt x="153283" y="3987"/>
                  </a:cubicBezTo>
                  <a:cubicBezTo>
                    <a:pt x="149740" y="3987"/>
                    <a:pt x="144072" y="6113"/>
                    <a:pt x="140884" y="11427"/>
                  </a:cubicBezTo>
                  <a:cubicBezTo>
                    <a:pt x="140175" y="13198"/>
                    <a:pt x="137341" y="24181"/>
                    <a:pt x="135924" y="30558"/>
                  </a:cubicBezTo>
                  <a:cubicBezTo>
                    <a:pt x="133444" y="39769"/>
                    <a:pt x="130964" y="49334"/>
                    <a:pt x="128838" y="58899"/>
                  </a:cubicBezTo>
                  <a:lnTo>
                    <a:pt x="112896" y="122668"/>
                  </a:lnTo>
                  <a:cubicBezTo>
                    <a:pt x="111479" y="127982"/>
                    <a:pt x="96245" y="152781"/>
                    <a:pt x="72863" y="152781"/>
                  </a:cubicBezTo>
                  <a:cubicBezTo>
                    <a:pt x="54796" y="152781"/>
                    <a:pt x="50899" y="137193"/>
                    <a:pt x="50899" y="124085"/>
                  </a:cubicBezTo>
                  <a:cubicBezTo>
                    <a:pt x="50899" y="107789"/>
                    <a:pt x="56921" y="85824"/>
                    <a:pt x="68966" y="54648"/>
                  </a:cubicBezTo>
                  <a:cubicBezTo>
                    <a:pt x="74635" y="40123"/>
                    <a:pt x="76052" y="36226"/>
                    <a:pt x="76052" y="29140"/>
                  </a:cubicBezTo>
                  <a:cubicBezTo>
                    <a:pt x="76052" y="13198"/>
                    <a:pt x="64715" y="90"/>
                    <a:pt x="47002" y="90"/>
                  </a:cubicBezTo>
                  <a:cubicBezTo>
                    <a:pt x="13346" y="90"/>
                    <a:pt x="238" y="51460"/>
                    <a:pt x="238" y="54648"/>
                  </a:cubicBezTo>
                  <a:cubicBezTo>
                    <a:pt x="238" y="58191"/>
                    <a:pt x="3780" y="58191"/>
                    <a:pt x="4489" y="58191"/>
                  </a:cubicBezTo>
                  <a:cubicBezTo>
                    <a:pt x="8032" y="58191"/>
                    <a:pt x="8386" y="57482"/>
                    <a:pt x="10157" y="51814"/>
                  </a:cubicBezTo>
                  <a:cubicBezTo>
                    <a:pt x="19723" y="18512"/>
                    <a:pt x="33893" y="7884"/>
                    <a:pt x="45939" y="7884"/>
                  </a:cubicBezTo>
                  <a:cubicBezTo>
                    <a:pt x="48773" y="7884"/>
                    <a:pt x="54796" y="7884"/>
                    <a:pt x="54796" y="19221"/>
                  </a:cubicBezTo>
                  <a:cubicBezTo>
                    <a:pt x="54796" y="28078"/>
                    <a:pt x="51253" y="37289"/>
                    <a:pt x="48773" y="44020"/>
                  </a:cubicBezTo>
                  <a:cubicBezTo>
                    <a:pt x="34602" y="81573"/>
                    <a:pt x="28225" y="101766"/>
                    <a:pt x="28225" y="118417"/>
                  </a:cubicBezTo>
                  <a:cubicBezTo>
                    <a:pt x="28225" y="149947"/>
                    <a:pt x="50544" y="160575"/>
                    <a:pt x="71446" y="160575"/>
                  </a:cubicBezTo>
                  <a:cubicBezTo>
                    <a:pt x="85263" y="160575"/>
                    <a:pt x="97308" y="154553"/>
                    <a:pt x="107228" y="144633"/>
                  </a:cubicBezTo>
                  <a:cubicBezTo>
                    <a:pt x="102622" y="163055"/>
                    <a:pt x="98371" y="180414"/>
                    <a:pt x="84200" y="199191"/>
                  </a:cubicBezTo>
                  <a:cubicBezTo>
                    <a:pt x="74989" y="211236"/>
                    <a:pt x="61527" y="221510"/>
                    <a:pt x="45230" y="221510"/>
                  </a:cubicBezTo>
                  <a:cubicBezTo>
                    <a:pt x="40270" y="221510"/>
                    <a:pt x="24328" y="220447"/>
                    <a:pt x="18306" y="206630"/>
                  </a:cubicBezTo>
                  <a:cubicBezTo>
                    <a:pt x="23974" y="206630"/>
                    <a:pt x="28579" y="206630"/>
                    <a:pt x="33539" y="202379"/>
                  </a:cubicBezTo>
                  <a:cubicBezTo>
                    <a:pt x="37082" y="199191"/>
                    <a:pt x="40625" y="194585"/>
                    <a:pt x="40625" y="187854"/>
                  </a:cubicBezTo>
                  <a:cubicBezTo>
                    <a:pt x="40625" y="176872"/>
                    <a:pt x="31059" y="175455"/>
                    <a:pt x="27517" y="175455"/>
                  </a:cubicBezTo>
                  <a:cubicBezTo>
                    <a:pt x="19368" y="175455"/>
                    <a:pt x="7677" y="181123"/>
                    <a:pt x="7677" y="198482"/>
                  </a:cubicBezTo>
                  <a:cubicBezTo>
                    <a:pt x="7677" y="216196"/>
                    <a:pt x="23265" y="229304"/>
                    <a:pt x="45230" y="229304"/>
                  </a:cubicBezTo>
                  <a:cubicBezTo>
                    <a:pt x="81720" y="229304"/>
                    <a:pt x="118210" y="197065"/>
                    <a:pt x="128130" y="157032"/>
                  </a:cubicBezTo>
                  <a:lnTo>
                    <a:pt x="162140" y="21701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4929E80-6F57-A41F-E7A5-7DBD89225CE4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198032" y="5401819"/>
              <a:ext cx="131682" cy="225174"/>
            </a:xfrm>
            <a:custGeom>
              <a:avLst/>
              <a:gdLst>
                <a:gd name="connsiteX0" fmla="*/ 83072 w 131682"/>
                <a:gd name="connsiteY0" fmla="*/ 76714 h 225174"/>
                <a:gd name="connsiteX1" fmla="*/ 107375 w 131682"/>
                <a:gd name="connsiteY1" fmla="*/ 76714 h 225174"/>
                <a:gd name="connsiteX2" fmla="*/ 115558 w 131682"/>
                <a:gd name="connsiteY2" fmla="*/ 71259 h 225174"/>
                <a:gd name="connsiteX3" fmla="*/ 107871 w 131682"/>
                <a:gd name="connsiteY3" fmla="*/ 67787 h 225174"/>
                <a:gd name="connsiteX4" fmla="*/ 84808 w 131682"/>
                <a:gd name="connsiteY4" fmla="*/ 67787 h 225174"/>
                <a:gd name="connsiteX5" fmla="*/ 94479 w 131682"/>
                <a:gd name="connsiteY5" fmla="*/ 17693 h 225174"/>
                <a:gd name="connsiteX6" fmla="*/ 107127 w 131682"/>
                <a:gd name="connsiteY6" fmla="*/ 7029 h 225174"/>
                <a:gd name="connsiteX7" fmla="*/ 118782 w 131682"/>
                <a:gd name="connsiteY7" fmla="*/ 10005 h 225174"/>
                <a:gd name="connsiteX8" fmla="*/ 107871 w 131682"/>
                <a:gd name="connsiteY8" fmla="*/ 23644 h 225174"/>
                <a:gd name="connsiteX9" fmla="*/ 117790 w 131682"/>
                <a:gd name="connsiteY9" fmla="*/ 32820 h 225174"/>
                <a:gd name="connsiteX10" fmla="*/ 131926 w 131682"/>
                <a:gd name="connsiteY10" fmla="*/ 17693 h 225174"/>
                <a:gd name="connsiteX11" fmla="*/ 107127 w 131682"/>
                <a:gd name="connsiteY11" fmla="*/ 85 h 225174"/>
                <a:gd name="connsiteX12" fmla="*/ 77368 w 131682"/>
                <a:gd name="connsiteY12" fmla="*/ 18685 h 225174"/>
                <a:gd name="connsiteX13" fmla="*/ 65216 w 131682"/>
                <a:gd name="connsiteY13" fmla="*/ 67787 h 225174"/>
                <a:gd name="connsiteX14" fmla="*/ 45625 w 131682"/>
                <a:gd name="connsiteY14" fmla="*/ 67787 h 225174"/>
                <a:gd name="connsiteX15" fmla="*/ 37441 w 131682"/>
                <a:gd name="connsiteY15" fmla="*/ 73242 h 225174"/>
                <a:gd name="connsiteX16" fmla="*/ 45129 w 131682"/>
                <a:gd name="connsiteY16" fmla="*/ 76714 h 225174"/>
                <a:gd name="connsiteX17" fmla="*/ 63480 w 131682"/>
                <a:gd name="connsiteY17" fmla="*/ 76714 h 225174"/>
                <a:gd name="connsiteX18" fmla="*/ 41657 w 131682"/>
                <a:gd name="connsiteY18" fmla="*/ 194014 h 225174"/>
                <a:gd name="connsiteX19" fmla="*/ 24298 w 131682"/>
                <a:gd name="connsiteY19" fmla="*/ 218317 h 225174"/>
                <a:gd name="connsiteX20" fmla="*/ 13386 w 131682"/>
                <a:gd name="connsiteY20" fmla="*/ 215341 h 225174"/>
                <a:gd name="connsiteX21" fmla="*/ 24298 w 131682"/>
                <a:gd name="connsiteY21" fmla="*/ 201701 h 225174"/>
                <a:gd name="connsiteX22" fmla="*/ 14378 w 131682"/>
                <a:gd name="connsiteY22" fmla="*/ 192526 h 225174"/>
                <a:gd name="connsiteX23" fmla="*/ 243 w 131682"/>
                <a:gd name="connsiteY23" fmla="*/ 207653 h 225174"/>
                <a:gd name="connsiteX24" fmla="*/ 24298 w 131682"/>
                <a:gd name="connsiteY24" fmla="*/ 225260 h 225174"/>
                <a:gd name="connsiteX25" fmla="*/ 54057 w 131682"/>
                <a:gd name="connsiteY25" fmla="*/ 203437 h 225174"/>
                <a:gd name="connsiteX26" fmla="*/ 69184 w 131682"/>
                <a:gd name="connsiteY26" fmla="*/ 153343 h 225174"/>
                <a:gd name="connsiteX27" fmla="*/ 83072 w 131682"/>
                <a:gd name="connsiteY27" fmla="*/ 76714 h 22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1682" h="225174">
                  <a:moveTo>
                    <a:pt x="83072" y="76714"/>
                  </a:moveTo>
                  <a:lnTo>
                    <a:pt x="107375" y="76714"/>
                  </a:lnTo>
                  <a:cubicBezTo>
                    <a:pt x="112334" y="76714"/>
                    <a:pt x="115558" y="76714"/>
                    <a:pt x="115558" y="71259"/>
                  </a:cubicBezTo>
                  <a:cubicBezTo>
                    <a:pt x="115558" y="67787"/>
                    <a:pt x="112334" y="67787"/>
                    <a:pt x="107871" y="67787"/>
                  </a:cubicBezTo>
                  <a:lnTo>
                    <a:pt x="84808" y="67787"/>
                  </a:lnTo>
                  <a:cubicBezTo>
                    <a:pt x="90511" y="36292"/>
                    <a:pt x="92495" y="24884"/>
                    <a:pt x="94479" y="17693"/>
                  </a:cubicBezTo>
                  <a:cubicBezTo>
                    <a:pt x="95719" y="12237"/>
                    <a:pt x="101175" y="7029"/>
                    <a:pt x="107127" y="7029"/>
                  </a:cubicBezTo>
                  <a:cubicBezTo>
                    <a:pt x="107375" y="7029"/>
                    <a:pt x="114070" y="7029"/>
                    <a:pt x="118782" y="10005"/>
                  </a:cubicBezTo>
                  <a:cubicBezTo>
                    <a:pt x="108615" y="13229"/>
                    <a:pt x="107871" y="22156"/>
                    <a:pt x="107871" y="23644"/>
                  </a:cubicBezTo>
                  <a:cubicBezTo>
                    <a:pt x="107871" y="29100"/>
                    <a:pt x="112086" y="32820"/>
                    <a:pt x="117790" y="32820"/>
                  </a:cubicBezTo>
                  <a:cubicBezTo>
                    <a:pt x="124486" y="32820"/>
                    <a:pt x="131926" y="27116"/>
                    <a:pt x="131926" y="17693"/>
                  </a:cubicBezTo>
                  <a:cubicBezTo>
                    <a:pt x="131926" y="6285"/>
                    <a:pt x="119774" y="85"/>
                    <a:pt x="107127" y="85"/>
                  </a:cubicBezTo>
                  <a:cubicBezTo>
                    <a:pt x="96215" y="85"/>
                    <a:pt x="84064" y="6285"/>
                    <a:pt x="77368" y="18685"/>
                  </a:cubicBezTo>
                  <a:cubicBezTo>
                    <a:pt x="72408" y="27860"/>
                    <a:pt x="70424" y="39020"/>
                    <a:pt x="65216" y="67787"/>
                  </a:cubicBezTo>
                  <a:lnTo>
                    <a:pt x="45625" y="67787"/>
                  </a:lnTo>
                  <a:cubicBezTo>
                    <a:pt x="40665" y="67787"/>
                    <a:pt x="37441" y="67787"/>
                    <a:pt x="37441" y="73242"/>
                  </a:cubicBezTo>
                  <a:cubicBezTo>
                    <a:pt x="37441" y="76714"/>
                    <a:pt x="40665" y="76714"/>
                    <a:pt x="45129" y="76714"/>
                  </a:cubicBezTo>
                  <a:lnTo>
                    <a:pt x="63480" y="76714"/>
                  </a:lnTo>
                  <a:cubicBezTo>
                    <a:pt x="63232" y="78202"/>
                    <a:pt x="47609" y="167479"/>
                    <a:pt x="41657" y="194014"/>
                  </a:cubicBezTo>
                  <a:cubicBezTo>
                    <a:pt x="40417" y="199469"/>
                    <a:pt x="36202" y="218317"/>
                    <a:pt x="24298" y="218317"/>
                  </a:cubicBezTo>
                  <a:cubicBezTo>
                    <a:pt x="24050" y="218317"/>
                    <a:pt x="18098" y="218317"/>
                    <a:pt x="13386" y="215341"/>
                  </a:cubicBezTo>
                  <a:cubicBezTo>
                    <a:pt x="23554" y="212117"/>
                    <a:pt x="24298" y="203189"/>
                    <a:pt x="24298" y="201701"/>
                  </a:cubicBezTo>
                  <a:cubicBezTo>
                    <a:pt x="24298" y="196246"/>
                    <a:pt x="20082" y="192526"/>
                    <a:pt x="14378" y="192526"/>
                  </a:cubicBezTo>
                  <a:cubicBezTo>
                    <a:pt x="7683" y="192526"/>
                    <a:pt x="243" y="198229"/>
                    <a:pt x="243" y="207653"/>
                  </a:cubicBezTo>
                  <a:cubicBezTo>
                    <a:pt x="243" y="218813"/>
                    <a:pt x="11899" y="225260"/>
                    <a:pt x="24298" y="225260"/>
                  </a:cubicBezTo>
                  <a:cubicBezTo>
                    <a:pt x="40169" y="225260"/>
                    <a:pt x="51081" y="208893"/>
                    <a:pt x="54057" y="203437"/>
                  </a:cubicBezTo>
                  <a:cubicBezTo>
                    <a:pt x="62984" y="186822"/>
                    <a:pt x="68688" y="156319"/>
                    <a:pt x="69184" y="153343"/>
                  </a:cubicBezTo>
                  <a:lnTo>
                    <a:pt x="83072" y="76714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65C92FA0-6A8F-BDE8-358C-FADF295A8557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178873" y="5680983"/>
              <a:ext cx="75140" cy="166897"/>
            </a:xfrm>
            <a:custGeom>
              <a:avLst/>
              <a:gdLst>
                <a:gd name="connsiteX0" fmla="*/ 68936 w 75140"/>
                <a:gd name="connsiteY0" fmla="*/ 9517 h 166897"/>
                <a:gd name="connsiteX1" fmla="*/ 59016 w 75140"/>
                <a:gd name="connsiteY1" fmla="*/ 93 h 166897"/>
                <a:gd name="connsiteX2" fmla="*/ 45129 w 75140"/>
                <a:gd name="connsiteY2" fmla="*/ 13732 h 166897"/>
                <a:gd name="connsiteX3" fmla="*/ 55048 w 75140"/>
                <a:gd name="connsiteY3" fmla="*/ 23156 h 166897"/>
                <a:gd name="connsiteX4" fmla="*/ 68936 w 75140"/>
                <a:gd name="connsiteY4" fmla="*/ 9517 h 166897"/>
                <a:gd name="connsiteX5" fmla="*/ 18346 w 75140"/>
                <a:gd name="connsiteY5" fmla="*/ 135496 h 166897"/>
                <a:gd name="connsiteX6" fmla="*/ 16114 w 75140"/>
                <a:gd name="connsiteY6" fmla="*/ 145911 h 166897"/>
                <a:gd name="connsiteX7" fmla="*/ 39673 w 75140"/>
                <a:gd name="connsiteY7" fmla="*/ 166990 h 166897"/>
                <a:gd name="connsiteX8" fmla="*/ 75384 w 75140"/>
                <a:gd name="connsiteY8" fmla="*/ 129048 h 166897"/>
                <a:gd name="connsiteX9" fmla="*/ 71416 w 75140"/>
                <a:gd name="connsiteY9" fmla="*/ 125824 h 166897"/>
                <a:gd name="connsiteX10" fmla="*/ 66704 w 75140"/>
                <a:gd name="connsiteY10" fmla="*/ 130040 h 166897"/>
                <a:gd name="connsiteX11" fmla="*/ 40417 w 75140"/>
                <a:gd name="connsiteY11" fmla="*/ 160047 h 166897"/>
                <a:gd name="connsiteX12" fmla="*/ 34217 w 75140"/>
                <a:gd name="connsiteY12" fmla="*/ 151367 h 166897"/>
                <a:gd name="connsiteX13" fmla="*/ 38185 w 75140"/>
                <a:gd name="connsiteY13" fmla="*/ 135496 h 166897"/>
                <a:gd name="connsiteX14" fmla="*/ 46121 w 75140"/>
                <a:gd name="connsiteY14" fmla="*/ 115656 h 166897"/>
                <a:gd name="connsiteX15" fmla="*/ 58272 w 75140"/>
                <a:gd name="connsiteY15" fmla="*/ 84162 h 166897"/>
                <a:gd name="connsiteX16" fmla="*/ 59760 w 75140"/>
                <a:gd name="connsiteY16" fmla="*/ 76226 h 166897"/>
                <a:gd name="connsiteX17" fmla="*/ 36201 w 75140"/>
                <a:gd name="connsiteY17" fmla="*/ 55147 h 166897"/>
                <a:gd name="connsiteX18" fmla="*/ 243 w 75140"/>
                <a:gd name="connsiteY18" fmla="*/ 93089 h 166897"/>
                <a:gd name="connsiteX19" fmla="*/ 4458 w 75140"/>
                <a:gd name="connsiteY19" fmla="*/ 96313 h 166897"/>
                <a:gd name="connsiteX20" fmla="*/ 8922 w 75140"/>
                <a:gd name="connsiteY20" fmla="*/ 92345 h 166897"/>
                <a:gd name="connsiteX21" fmla="*/ 35457 w 75140"/>
                <a:gd name="connsiteY21" fmla="*/ 62090 h 166897"/>
                <a:gd name="connsiteX22" fmla="*/ 41657 w 75140"/>
                <a:gd name="connsiteY22" fmla="*/ 70770 h 166897"/>
                <a:gd name="connsiteX23" fmla="*/ 33969 w 75140"/>
                <a:gd name="connsiteY23" fmla="*/ 95569 h 166897"/>
                <a:gd name="connsiteX24" fmla="*/ 18346 w 75140"/>
                <a:gd name="connsiteY24" fmla="*/ 135496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140" h="166897">
                  <a:moveTo>
                    <a:pt x="68936" y="9517"/>
                  </a:moveTo>
                  <a:cubicBezTo>
                    <a:pt x="68936" y="5549"/>
                    <a:pt x="65960" y="93"/>
                    <a:pt x="59016" y="93"/>
                  </a:cubicBezTo>
                  <a:cubicBezTo>
                    <a:pt x="52321" y="93"/>
                    <a:pt x="45129" y="6541"/>
                    <a:pt x="45129" y="13732"/>
                  </a:cubicBezTo>
                  <a:cubicBezTo>
                    <a:pt x="45129" y="17948"/>
                    <a:pt x="48353" y="23156"/>
                    <a:pt x="55048" y="23156"/>
                  </a:cubicBezTo>
                  <a:cubicBezTo>
                    <a:pt x="62240" y="23156"/>
                    <a:pt x="68936" y="16212"/>
                    <a:pt x="68936" y="9517"/>
                  </a:cubicBezTo>
                  <a:close/>
                  <a:moveTo>
                    <a:pt x="18346" y="135496"/>
                  </a:moveTo>
                  <a:cubicBezTo>
                    <a:pt x="17354" y="138719"/>
                    <a:pt x="16114" y="141695"/>
                    <a:pt x="16114" y="145911"/>
                  </a:cubicBezTo>
                  <a:cubicBezTo>
                    <a:pt x="16114" y="157567"/>
                    <a:pt x="26034" y="166990"/>
                    <a:pt x="39673" y="166990"/>
                  </a:cubicBezTo>
                  <a:cubicBezTo>
                    <a:pt x="64472" y="166990"/>
                    <a:pt x="75384" y="132768"/>
                    <a:pt x="75384" y="129048"/>
                  </a:cubicBezTo>
                  <a:cubicBezTo>
                    <a:pt x="75384" y="125824"/>
                    <a:pt x="72160" y="125824"/>
                    <a:pt x="71416" y="125824"/>
                  </a:cubicBezTo>
                  <a:cubicBezTo>
                    <a:pt x="67944" y="125824"/>
                    <a:pt x="67696" y="127312"/>
                    <a:pt x="66704" y="130040"/>
                  </a:cubicBezTo>
                  <a:cubicBezTo>
                    <a:pt x="61000" y="149879"/>
                    <a:pt x="50089" y="160047"/>
                    <a:pt x="40417" y="160047"/>
                  </a:cubicBezTo>
                  <a:cubicBezTo>
                    <a:pt x="35457" y="160047"/>
                    <a:pt x="34217" y="156823"/>
                    <a:pt x="34217" y="151367"/>
                  </a:cubicBezTo>
                  <a:cubicBezTo>
                    <a:pt x="34217" y="145663"/>
                    <a:pt x="35953" y="140951"/>
                    <a:pt x="38185" y="135496"/>
                  </a:cubicBezTo>
                  <a:cubicBezTo>
                    <a:pt x="40665" y="128800"/>
                    <a:pt x="43393" y="122104"/>
                    <a:pt x="46121" y="115656"/>
                  </a:cubicBezTo>
                  <a:cubicBezTo>
                    <a:pt x="48353" y="109705"/>
                    <a:pt x="57280" y="87137"/>
                    <a:pt x="58272" y="84162"/>
                  </a:cubicBezTo>
                  <a:cubicBezTo>
                    <a:pt x="59016" y="81682"/>
                    <a:pt x="59760" y="78706"/>
                    <a:pt x="59760" y="76226"/>
                  </a:cubicBezTo>
                  <a:cubicBezTo>
                    <a:pt x="59760" y="64570"/>
                    <a:pt x="49841" y="55147"/>
                    <a:pt x="36201" y="55147"/>
                  </a:cubicBezTo>
                  <a:cubicBezTo>
                    <a:pt x="11650" y="55147"/>
                    <a:pt x="243" y="88873"/>
                    <a:pt x="243" y="93089"/>
                  </a:cubicBezTo>
                  <a:cubicBezTo>
                    <a:pt x="243" y="96313"/>
                    <a:pt x="3714" y="96313"/>
                    <a:pt x="4458" y="96313"/>
                  </a:cubicBezTo>
                  <a:cubicBezTo>
                    <a:pt x="7930" y="96313"/>
                    <a:pt x="8178" y="95073"/>
                    <a:pt x="8922" y="92345"/>
                  </a:cubicBezTo>
                  <a:cubicBezTo>
                    <a:pt x="15370" y="71018"/>
                    <a:pt x="26282" y="62090"/>
                    <a:pt x="35457" y="62090"/>
                  </a:cubicBezTo>
                  <a:cubicBezTo>
                    <a:pt x="39425" y="62090"/>
                    <a:pt x="41657" y="64074"/>
                    <a:pt x="41657" y="70770"/>
                  </a:cubicBezTo>
                  <a:cubicBezTo>
                    <a:pt x="41657" y="76474"/>
                    <a:pt x="40169" y="80194"/>
                    <a:pt x="33969" y="95569"/>
                  </a:cubicBezTo>
                  <a:lnTo>
                    <a:pt x="18346" y="135496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5D8F4B91-1BB9-900A-864B-28EE8EB300FC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383779" y="5480946"/>
              <a:ext cx="82191" cy="354271"/>
            </a:xfrm>
            <a:custGeom>
              <a:avLst/>
              <a:gdLst>
                <a:gd name="connsiteX0" fmla="*/ 82439 w 82191"/>
                <a:gd name="connsiteY0" fmla="*/ 177226 h 354271"/>
                <a:gd name="connsiteX1" fmla="*/ 59057 w 82191"/>
                <a:gd name="connsiteY1" fmla="*/ 66693 h 354271"/>
                <a:gd name="connsiteX2" fmla="*/ 3791 w 82191"/>
                <a:gd name="connsiteY2" fmla="*/ 90 h 354271"/>
                <a:gd name="connsiteX3" fmla="*/ 248 w 82191"/>
                <a:gd name="connsiteY3" fmla="*/ 3633 h 354271"/>
                <a:gd name="connsiteX4" fmla="*/ 6979 w 82191"/>
                <a:gd name="connsiteY4" fmla="*/ 11781 h 354271"/>
                <a:gd name="connsiteX5" fmla="*/ 61891 w 82191"/>
                <a:gd name="connsiteY5" fmla="*/ 177226 h 354271"/>
                <a:gd name="connsiteX6" fmla="*/ 4854 w 82191"/>
                <a:gd name="connsiteY6" fmla="*/ 344796 h 354271"/>
                <a:gd name="connsiteX7" fmla="*/ 248 w 82191"/>
                <a:gd name="connsiteY7" fmla="*/ 350819 h 354271"/>
                <a:gd name="connsiteX8" fmla="*/ 3791 w 82191"/>
                <a:gd name="connsiteY8" fmla="*/ 354362 h 354271"/>
                <a:gd name="connsiteX9" fmla="*/ 60120 w 82191"/>
                <a:gd name="connsiteY9" fmla="*/ 285279 h 354271"/>
                <a:gd name="connsiteX10" fmla="*/ 82439 w 82191"/>
                <a:gd name="connsiteY10" fmla="*/ 177226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1" h="354271">
                  <a:moveTo>
                    <a:pt x="82439" y="177226"/>
                  </a:moveTo>
                  <a:cubicBezTo>
                    <a:pt x="82439" y="149593"/>
                    <a:pt x="78542" y="106726"/>
                    <a:pt x="59057" y="66693"/>
                  </a:cubicBezTo>
                  <a:cubicBezTo>
                    <a:pt x="37801" y="23118"/>
                    <a:pt x="7334" y="90"/>
                    <a:pt x="3791" y="90"/>
                  </a:cubicBezTo>
                  <a:cubicBezTo>
                    <a:pt x="1665" y="90"/>
                    <a:pt x="248" y="1507"/>
                    <a:pt x="248" y="3633"/>
                  </a:cubicBezTo>
                  <a:cubicBezTo>
                    <a:pt x="248" y="4696"/>
                    <a:pt x="248" y="5404"/>
                    <a:pt x="6979" y="11781"/>
                  </a:cubicBezTo>
                  <a:cubicBezTo>
                    <a:pt x="41698" y="46854"/>
                    <a:pt x="61891" y="103183"/>
                    <a:pt x="61891" y="177226"/>
                  </a:cubicBezTo>
                  <a:cubicBezTo>
                    <a:pt x="61891" y="237806"/>
                    <a:pt x="48783" y="300158"/>
                    <a:pt x="4854" y="344796"/>
                  </a:cubicBezTo>
                  <a:cubicBezTo>
                    <a:pt x="248" y="349048"/>
                    <a:pt x="248" y="349756"/>
                    <a:pt x="248" y="350819"/>
                  </a:cubicBezTo>
                  <a:cubicBezTo>
                    <a:pt x="248" y="352945"/>
                    <a:pt x="1665" y="354362"/>
                    <a:pt x="3791" y="354362"/>
                  </a:cubicBezTo>
                  <a:cubicBezTo>
                    <a:pt x="7334" y="354362"/>
                    <a:pt x="39218" y="330271"/>
                    <a:pt x="60120" y="285279"/>
                  </a:cubicBezTo>
                  <a:cubicBezTo>
                    <a:pt x="78188" y="246309"/>
                    <a:pt x="82439" y="206985"/>
                    <a:pt x="82439" y="177226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548E3FF9-10FF-32DB-12D1-A0A6E2FA04AF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516982" y="5435709"/>
              <a:ext cx="109611" cy="164665"/>
            </a:xfrm>
            <a:custGeom>
              <a:avLst/>
              <a:gdLst>
                <a:gd name="connsiteX0" fmla="*/ 109864 w 109611"/>
                <a:gd name="connsiteY0" fmla="*/ 119617 h 164665"/>
                <a:gd name="connsiteX1" fmla="*/ 101432 w 109611"/>
                <a:gd name="connsiteY1" fmla="*/ 119617 h 164665"/>
                <a:gd name="connsiteX2" fmla="*/ 94984 w 109611"/>
                <a:gd name="connsiteY2" fmla="*/ 142184 h 164665"/>
                <a:gd name="connsiteX3" fmla="*/ 70433 w 109611"/>
                <a:gd name="connsiteY3" fmla="*/ 143672 h 164665"/>
                <a:gd name="connsiteX4" fmla="*/ 24803 w 109611"/>
                <a:gd name="connsiteY4" fmla="*/ 143672 h 164665"/>
                <a:gd name="connsiteX5" fmla="*/ 74401 w 109611"/>
                <a:gd name="connsiteY5" fmla="*/ 102010 h 164665"/>
                <a:gd name="connsiteX6" fmla="*/ 109864 w 109611"/>
                <a:gd name="connsiteY6" fmla="*/ 48444 h 164665"/>
                <a:gd name="connsiteX7" fmla="*/ 51834 w 109611"/>
                <a:gd name="connsiteY7" fmla="*/ 86 h 164665"/>
                <a:gd name="connsiteX8" fmla="*/ 252 w 109611"/>
                <a:gd name="connsiteY8" fmla="*/ 44476 h 164665"/>
                <a:gd name="connsiteX9" fmla="*/ 13395 w 109611"/>
                <a:gd name="connsiteY9" fmla="*/ 58364 h 164665"/>
                <a:gd name="connsiteX10" fmla="*/ 26539 w 109611"/>
                <a:gd name="connsiteY10" fmla="*/ 45220 h 164665"/>
                <a:gd name="connsiteX11" fmla="*/ 11908 w 109611"/>
                <a:gd name="connsiteY11" fmla="*/ 32077 h 164665"/>
                <a:gd name="connsiteX12" fmla="*/ 48114 w 109611"/>
                <a:gd name="connsiteY12" fmla="*/ 9014 h 164665"/>
                <a:gd name="connsiteX13" fmla="*/ 85809 w 109611"/>
                <a:gd name="connsiteY13" fmla="*/ 48444 h 164665"/>
                <a:gd name="connsiteX14" fmla="*/ 62498 w 109611"/>
                <a:gd name="connsiteY14" fmla="*/ 96058 h 164665"/>
                <a:gd name="connsiteX15" fmla="*/ 2732 w 109611"/>
                <a:gd name="connsiteY15" fmla="*/ 155080 h 164665"/>
                <a:gd name="connsiteX16" fmla="*/ 252 w 109611"/>
                <a:gd name="connsiteY16" fmla="*/ 164751 h 164665"/>
                <a:gd name="connsiteX17" fmla="*/ 102424 w 109611"/>
                <a:gd name="connsiteY17" fmla="*/ 164751 h 164665"/>
                <a:gd name="connsiteX18" fmla="*/ 109864 w 109611"/>
                <a:gd name="connsiteY18" fmla="*/ 119617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611" h="164665">
                  <a:moveTo>
                    <a:pt x="109864" y="119617"/>
                  </a:moveTo>
                  <a:lnTo>
                    <a:pt x="101432" y="119617"/>
                  </a:lnTo>
                  <a:cubicBezTo>
                    <a:pt x="100688" y="125073"/>
                    <a:pt x="98208" y="139704"/>
                    <a:pt x="94984" y="142184"/>
                  </a:cubicBezTo>
                  <a:cubicBezTo>
                    <a:pt x="93000" y="143672"/>
                    <a:pt x="73905" y="143672"/>
                    <a:pt x="70433" y="143672"/>
                  </a:cubicBezTo>
                  <a:lnTo>
                    <a:pt x="24803" y="143672"/>
                  </a:lnTo>
                  <a:cubicBezTo>
                    <a:pt x="50842" y="120609"/>
                    <a:pt x="59522" y="113665"/>
                    <a:pt x="74401" y="102010"/>
                  </a:cubicBezTo>
                  <a:cubicBezTo>
                    <a:pt x="92752" y="87379"/>
                    <a:pt x="109864" y="72003"/>
                    <a:pt x="109864" y="48444"/>
                  </a:cubicBezTo>
                  <a:cubicBezTo>
                    <a:pt x="109864" y="18437"/>
                    <a:pt x="83577" y="86"/>
                    <a:pt x="51834" y="86"/>
                  </a:cubicBezTo>
                  <a:cubicBezTo>
                    <a:pt x="21083" y="86"/>
                    <a:pt x="252" y="21661"/>
                    <a:pt x="252" y="44476"/>
                  </a:cubicBezTo>
                  <a:cubicBezTo>
                    <a:pt x="252" y="57124"/>
                    <a:pt x="10916" y="58364"/>
                    <a:pt x="13395" y="58364"/>
                  </a:cubicBezTo>
                  <a:cubicBezTo>
                    <a:pt x="19347" y="58364"/>
                    <a:pt x="26539" y="54148"/>
                    <a:pt x="26539" y="45220"/>
                  </a:cubicBezTo>
                  <a:cubicBezTo>
                    <a:pt x="26539" y="40756"/>
                    <a:pt x="24803" y="32077"/>
                    <a:pt x="11908" y="32077"/>
                  </a:cubicBezTo>
                  <a:cubicBezTo>
                    <a:pt x="19595" y="14469"/>
                    <a:pt x="36459" y="9014"/>
                    <a:pt x="48114" y="9014"/>
                  </a:cubicBezTo>
                  <a:cubicBezTo>
                    <a:pt x="72913" y="9014"/>
                    <a:pt x="85809" y="28357"/>
                    <a:pt x="85809" y="48444"/>
                  </a:cubicBezTo>
                  <a:cubicBezTo>
                    <a:pt x="85809" y="70019"/>
                    <a:pt x="70433" y="87131"/>
                    <a:pt x="62498" y="96058"/>
                  </a:cubicBezTo>
                  <a:lnTo>
                    <a:pt x="2732" y="155080"/>
                  </a:lnTo>
                  <a:cubicBezTo>
                    <a:pt x="252" y="157312"/>
                    <a:pt x="252" y="157808"/>
                    <a:pt x="252" y="164751"/>
                  </a:cubicBezTo>
                  <a:lnTo>
                    <a:pt x="102424" y="164751"/>
                  </a:lnTo>
                  <a:lnTo>
                    <a:pt x="109864" y="119617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41F2AA2-558C-318C-23B1-9E08060A9568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778535" y="5616632"/>
              <a:ext cx="235590" cy="82899"/>
            </a:xfrm>
            <a:custGeom>
              <a:avLst/>
              <a:gdLst>
                <a:gd name="connsiteX0" fmla="*/ 223805 w 235590"/>
                <a:gd name="connsiteY0" fmla="*/ 14261 h 82899"/>
                <a:gd name="connsiteX1" fmla="*/ 235850 w 235590"/>
                <a:gd name="connsiteY1" fmla="*/ 7176 h 82899"/>
                <a:gd name="connsiteX2" fmla="*/ 224159 w 235590"/>
                <a:gd name="connsiteY2" fmla="*/ 90 h 82899"/>
                <a:gd name="connsiteX3" fmla="*/ 11950 w 235590"/>
                <a:gd name="connsiteY3" fmla="*/ 90 h 82899"/>
                <a:gd name="connsiteX4" fmla="*/ 259 w 235590"/>
                <a:gd name="connsiteY4" fmla="*/ 7176 h 82899"/>
                <a:gd name="connsiteX5" fmla="*/ 12304 w 235590"/>
                <a:gd name="connsiteY5" fmla="*/ 14261 h 82899"/>
                <a:gd name="connsiteX6" fmla="*/ 223805 w 235590"/>
                <a:gd name="connsiteY6" fmla="*/ 14261 h 82899"/>
                <a:gd name="connsiteX7" fmla="*/ 224159 w 235590"/>
                <a:gd name="connsiteY7" fmla="*/ 82990 h 82899"/>
                <a:gd name="connsiteX8" fmla="*/ 235850 w 235590"/>
                <a:gd name="connsiteY8" fmla="*/ 75904 h 82899"/>
                <a:gd name="connsiteX9" fmla="*/ 223805 w 235590"/>
                <a:gd name="connsiteY9" fmla="*/ 68819 h 82899"/>
                <a:gd name="connsiteX10" fmla="*/ 12304 w 235590"/>
                <a:gd name="connsiteY10" fmla="*/ 68819 h 82899"/>
                <a:gd name="connsiteX11" fmla="*/ 259 w 235590"/>
                <a:gd name="connsiteY11" fmla="*/ 75904 h 82899"/>
                <a:gd name="connsiteX12" fmla="*/ 11950 w 235590"/>
                <a:gd name="connsiteY12" fmla="*/ 82990 h 82899"/>
                <a:gd name="connsiteX13" fmla="*/ 224159 w 235590"/>
                <a:gd name="connsiteY13" fmla="*/ 82990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899">
                  <a:moveTo>
                    <a:pt x="223805" y="14261"/>
                  </a:moveTo>
                  <a:cubicBezTo>
                    <a:pt x="229119" y="14261"/>
                    <a:pt x="235850" y="14261"/>
                    <a:pt x="235850" y="7176"/>
                  </a:cubicBezTo>
                  <a:cubicBezTo>
                    <a:pt x="235850" y="90"/>
                    <a:pt x="229119" y="90"/>
                    <a:pt x="224159" y="90"/>
                  </a:cubicBezTo>
                  <a:lnTo>
                    <a:pt x="11950" y="90"/>
                  </a:lnTo>
                  <a:cubicBezTo>
                    <a:pt x="6990" y="90"/>
                    <a:pt x="259" y="90"/>
                    <a:pt x="259" y="7176"/>
                  </a:cubicBezTo>
                  <a:cubicBezTo>
                    <a:pt x="259" y="14261"/>
                    <a:pt x="6990" y="14261"/>
                    <a:pt x="12304" y="14261"/>
                  </a:cubicBezTo>
                  <a:lnTo>
                    <a:pt x="223805" y="14261"/>
                  </a:lnTo>
                  <a:close/>
                  <a:moveTo>
                    <a:pt x="224159" y="82990"/>
                  </a:moveTo>
                  <a:cubicBezTo>
                    <a:pt x="229119" y="82990"/>
                    <a:pt x="235850" y="82990"/>
                    <a:pt x="235850" y="75904"/>
                  </a:cubicBezTo>
                  <a:cubicBezTo>
                    <a:pt x="235850" y="68819"/>
                    <a:pt x="229119" y="68819"/>
                    <a:pt x="223805" y="68819"/>
                  </a:cubicBezTo>
                  <a:lnTo>
                    <a:pt x="12304" y="68819"/>
                  </a:lnTo>
                  <a:cubicBezTo>
                    <a:pt x="6990" y="68819"/>
                    <a:pt x="259" y="68819"/>
                    <a:pt x="259" y="75904"/>
                  </a:cubicBezTo>
                  <a:cubicBezTo>
                    <a:pt x="259" y="82990"/>
                    <a:pt x="6990" y="82990"/>
                    <a:pt x="11950" y="82990"/>
                  </a:cubicBezTo>
                  <a:lnTo>
                    <a:pt x="224159" y="82990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2E456DD7-0F33-2B9D-0593-B7E0503BCB6B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2147527" y="5510705"/>
              <a:ext cx="147022" cy="243738"/>
            </a:xfrm>
            <a:custGeom>
              <a:avLst/>
              <a:gdLst>
                <a:gd name="connsiteX0" fmla="*/ 88129 w 147022"/>
                <a:gd name="connsiteY0" fmla="*/ 111331 h 243738"/>
                <a:gd name="connsiteX1" fmla="*/ 137727 w 147022"/>
                <a:gd name="connsiteY1" fmla="*/ 48980 h 243738"/>
                <a:gd name="connsiteX2" fmla="*/ 72541 w 147022"/>
                <a:gd name="connsiteY2" fmla="*/ 90 h 243738"/>
                <a:gd name="connsiteX3" fmla="*/ 9835 w 147022"/>
                <a:gd name="connsiteY3" fmla="*/ 48271 h 243738"/>
                <a:gd name="connsiteX4" fmla="*/ 27903 w 147022"/>
                <a:gd name="connsiteY4" fmla="*/ 66693 h 243738"/>
                <a:gd name="connsiteX5" fmla="*/ 45971 w 147022"/>
                <a:gd name="connsiteY5" fmla="*/ 48625 h 243738"/>
                <a:gd name="connsiteX6" fmla="*/ 24006 w 147022"/>
                <a:gd name="connsiteY6" fmla="*/ 30912 h 243738"/>
                <a:gd name="connsiteX7" fmla="*/ 71124 w 147022"/>
                <a:gd name="connsiteY7" fmla="*/ 8947 h 243738"/>
                <a:gd name="connsiteX8" fmla="*/ 105134 w 147022"/>
                <a:gd name="connsiteY8" fmla="*/ 48625 h 243738"/>
                <a:gd name="connsiteX9" fmla="*/ 95215 w 147022"/>
                <a:gd name="connsiteY9" fmla="*/ 89012 h 243738"/>
                <a:gd name="connsiteX10" fmla="*/ 63684 w 147022"/>
                <a:gd name="connsiteY10" fmla="*/ 107434 h 243738"/>
                <a:gd name="connsiteX11" fmla="*/ 49868 w 147022"/>
                <a:gd name="connsiteY11" fmla="*/ 108497 h 243738"/>
                <a:gd name="connsiteX12" fmla="*/ 44554 w 147022"/>
                <a:gd name="connsiteY12" fmla="*/ 112748 h 243738"/>
                <a:gd name="connsiteX13" fmla="*/ 53056 w 147022"/>
                <a:gd name="connsiteY13" fmla="*/ 116645 h 243738"/>
                <a:gd name="connsiteX14" fmla="*/ 68644 w 147022"/>
                <a:gd name="connsiteY14" fmla="*/ 116645 h 243738"/>
                <a:gd name="connsiteX15" fmla="*/ 110802 w 147022"/>
                <a:gd name="connsiteY15" fmla="*/ 175455 h 243738"/>
                <a:gd name="connsiteX16" fmla="*/ 70770 w 147022"/>
                <a:gd name="connsiteY16" fmla="*/ 233909 h 243738"/>
                <a:gd name="connsiteX17" fmla="*/ 16566 w 147022"/>
                <a:gd name="connsiteY17" fmla="*/ 206985 h 243738"/>
                <a:gd name="connsiteX18" fmla="*/ 39948 w 147022"/>
                <a:gd name="connsiteY18" fmla="*/ 187500 h 243738"/>
                <a:gd name="connsiteX19" fmla="*/ 20109 w 147022"/>
                <a:gd name="connsiteY19" fmla="*/ 167661 h 243738"/>
                <a:gd name="connsiteX20" fmla="*/ 270 w 147022"/>
                <a:gd name="connsiteY20" fmla="*/ 188208 h 243738"/>
                <a:gd name="connsiteX21" fmla="*/ 71833 w 147022"/>
                <a:gd name="connsiteY21" fmla="*/ 243829 h 243738"/>
                <a:gd name="connsiteX22" fmla="*/ 147292 w 147022"/>
                <a:gd name="connsiteY22" fmla="*/ 175455 h 243738"/>
                <a:gd name="connsiteX23" fmla="*/ 88129 w 147022"/>
                <a:gd name="connsiteY23" fmla="*/ 111331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3738">
                  <a:moveTo>
                    <a:pt x="88129" y="111331"/>
                  </a:moveTo>
                  <a:cubicBezTo>
                    <a:pt x="117179" y="101766"/>
                    <a:pt x="137727" y="76967"/>
                    <a:pt x="137727" y="48980"/>
                  </a:cubicBezTo>
                  <a:cubicBezTo>
                    <a:pt x="137727" y="19929"/>
                    <a:pt x="106551" y="90"/>
                    <a:pt x="72541" y="90"/>
                  </a:cubicBezTo>
                  <a:cubicBezTo>
                    <a:pt x="36760" y="90"/>
                    <a:pt x="9835" y="21346"/>
                    <a:pt x="9835" y="48271"/>
                  </a:cubicBezTo>
                  <a:cubicBezTo>
                    <a:pt x="9835" y="59962"/>
                    <a:pt x="17629" y="66693"/>
                    <a:pt x="27903" y="66693"/>
                  </a:cubicBezTo>
                  <a:cubicBezTo>
                    <a:pt x="38885" y="66693"/>
                    <a:pt x="45971" y="58899"/>
                    <a:pt x="45971" y="48625"/>
                  </a:cubicBezTo>
                  <a:cubicBezTo>
                    <a:pt x="45971" y="30912"/>
                    <a:pt x="29320" y="30912"/>
                    <a:pt x="24006" y="30912"/>
                  </a:cubicBezTo>
                  <a:cubicBezTo>
                    <a:pt x="34988" y="13552"/>
                    <a:pt x="58370" y="8947"/>
                    <a:pt x="71124" y="8947"/>
                  </a:cubicBezTo>
                  <a:cubicBezTo>
                    <a:pt x="85649" y="8947"/>
                    <a:pt x="105134" y="16741"/>
                    <a:pt x="105134" y="48625"/>
                  </a:cubicBezTo>
                  <a:cubicBezTo>
                    <a:pt x="105134" y="52877"/>
                    <a:pt x="104426" y="73424"/>
                    <a:pt x="95215" y="89012"/>
                  </a:cubicBezTo>
                  <a:cubicBezTo>
                    <a:pt x="84586" y="106017"/>
                    <a:pt x="72541" y="107080"/>
                    <a:pt x="63684" y="107434"/>
                  </a:cubicBezTo>
                  <a:cubicBezTo>
                    <a:pt x="60850" y="107789"/>
                    <a:pt x="52348" y="108497"/>
                    <a:pt x="49868" y="108497"/>
                  </a:cubicBezTo>
                  <a:cubicBezTo>
                    <a:pt x="47034" y="108852"/>
                    <a:pt x="44554" y="109206"/>
                    <a:pt x="44554" y="112748"/>
                  </a:cubicBezTo>
                  <a:cubicBezTo>
                    <a:pt x="44554" y="116645"/>
                    <a:pt x="47034" y="116645"/>
                    <a:pt x="53056" y="116645"/>
                  </a:cubicBezTo>
                  <a:lnTo>
                    <a:pt x="68644" y="116645"/>
                  </a:lnTo>
                  <a:cubicBezTo>
                    <a:pt x="97694" y="116645"/>
                    <a:pt x="110802" y="140736"/>
                    <a:pt x="110802" y="175455"/>
                  </a:cubicBezTo>
                  <a:cubicBezTo>
                    <a:pt x="110802" y="223635"/>
                    <a:pt x="86358" y="233909"/>
                    <a:pt x="70770" y="233909"/>
                  </a:cubicBezTo>
                  <a:cubicBezTo>
                    <a:pt x="55536" y="233909"/>
                    <a:pt x="28966" y="227887"/>
                    <a:pt x="16566" y="206985"/>
                  </a:cubicBezTo>
                  <a:cubicBezTo>
                    <a:pt x="28966" y="208756"/>
                    <a:pt x="39948" y="200962"/>
                    <a:pt x="39948" y="187500"/>
                  </a:cubicBezTo>
                  <a:cubicBezTo>
                    <a:pt x="39948" y="174746"/>
                    <a:pt x="30383" y="167661"/>
                    <a:pt x="20109" y="167661"/>
                  </a:cubicBezTo>
                  <a:cubicBezTo>
                    <a:pt x="11606" y="167661"/>
                    <a:pt x="270" y="172620"/>
                    <a:pt x="270" y="188208"/>
                  </a:cubicBezTo>
                  <a:cubicBezTo>
                    <a:pt x="270" y="220447"/>
                    <a:pt x="33217" y="243829"/>
                    <a:pt x="71833" y="243829"/>
                  </a:cubicBezTo>
                  <a:cubicBezTo>
                    <a:pt x="115054" y="243829"/>
                    <a:pt x="147292" y="211590"/>
                    <a:pt x="147292" y="175455"/>
                  </a:cubicBezTo>
                  <a:cubicBezTo>
                    <a:pt x="147292" y="146404"/>
                    <a:pt x="124973" y="118771"/>
                    <a:pt x="88129" y="111331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FBF678D9-1ABA-C7CF-2901-0FFE38589FB9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2340251" y="5709097"/>
              <a:ext cx="37552" cy="37552"/>
            </a:xfrm>
            <a:custGeom>
              <a:avLst/>
              <a:gdLst>
                <a:gd name="connsiteX0" fmla="*/ 37828 w 37552"/>
                <a:gd name="connsiteY0" fmla="*/ 18867 h 37552"/>
                <a:gd name="connsiteX1" fmla="*/ 19051 w 37552"/>
                <a:gd name="connsiteY1" fmla="*/ 90 h 37552"/>
                <a:gd name="connsiteX2" fmla="*/ 275 w 37552"/>
                <a:gd name="connsiteY2" fmla="*/ 18867 h 37552"/>
                <a:gd name="connsiteX3" fmla="*/ 19051 w 37552"/>
                <a:gd name="connsiteY3" fmla="*/ 37643 h 37552"/>
                <a:gd name="connsiteX4" fmla="*/ 37828 w 37552"/>
                <a:gd name="connsiteY4" fmla="*/ 18867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7552">
                  <a:moveTo>
                    <a:pt x="37828" y="18867"/>
                  </a:moveTo>
                  <a:cubicBezTo>
                    <a:pt x="37828" y="8593"/>
                    <a:pt x="29325" y="90"/>
                    <a:pt x="19051" y="90"/>
                  </a:cubicBezTo>
                  <a:cubicBezTo>
                    <a:pt x="8777" y="90"/>
                    <a:pt x="275" y="8593"/>
                    <a:pt x="275" y="18867"/>
                  </a:cubicBezTo>
                  <a:cubicBezTo>
                    <a:pt x="275" y="29140"/>
                    <a:pt x="8777" y="37643"/>
                    <a:pt x="19051" y="37643"/>
                  </a:cubicBezTo>
                  <a:cubicBezTo>
                    <a:pt x="29325" y="37643"/>
                    <a:pt x="37828" y="29140"/>
                    <a:pt x="37828" y="18867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9908CFAD-B640-A830-96F2-D882191B79F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2425906" y="5510705"/>
              <a:ext cx="141354" cy="243738"/>
            </a:xfrm>
            <a:custGeom>
              <a:avLst/>
              <a:gdLst>
                <a:gd name="connsiteX0" fmla="*/ 141632 w 141354"/>
                <a:gd name="connsiteY0" fmla="*/ 164826 h 243738"/>
                <a:gd name="connsiteX1" fmla="*/ 74320 w 141354"/>
                <a:gd name="connsiteY1" fmla="*/ 87241 h 243738"/>
                <a:gd name="connsiteX2" fmla="*/ 29328 w 141354"/>
                <a:gd name="connsiteY2" fmla="*/ 105309 h 243738"/>
                <a:gd name="connsiteX3" fmla="*/ 29328 w 141354"/>
                <a:gd name="connsiteY3" fmla="*/ 36226 h 243738"/>
                <a:gd name="connsiteX4" fmla="*/ 59441 w 141354"/>
                <a:gd name="connsiteY4" fmla="*/ 40831 h 243738"/>
                <a:gd name="connsiteX5" fmla="*/ 127815 w 141354"/>
                <a:gd name="connsiteY5" fmla="*/ 3987 h 243738"/>
                <a:gd name="connsiteX6" fmla="*/ 124273 w 141354"/>
                <a:gd name="connsiteY6" fmla="*/ 90 h 243738"/>
                <a:gd name="connsiteX7" fmla="*/ 121438 w 141354"/>
                <a:gd name="connsiteY7" fmla="*/ 1153 h 243738"/>
                <a:gd name="connsiteX8" fmla="*/ 73257 w 141354"/>
                <a:gd name="connsiteY8" fmla="*/ 11427 h 243738"/>
                <a:gd name="connsiteX9" fmla="*/ 26139 w 141354"/>
                <a:gd name="connsiteY9" fmla="*/ 1507 h 243738"/>
                <a:gd name="connsiteX10" fmla="*/ 21888 w 141354"/>
                <a:gd name="connsiteY10" fmla="*/ 444 h 243738"/>
                <a:gd name="connsiteX11" fmla="*/ 18345 w 141354"/>
                <a:gd name="connsiteY11" fmla="*/ 8947 h 243738"/>
                <a:gd name="connsiteX12" fmla="*/ 18345 w 141354"/>
                <a:gd name="connsiteY12" fmla="*/ 113811 h 243738"/>
                <a:gd name="connsiteX13" fmla="*/ 23305 w 141354"/>
                <a:gd name="connsiteY13" fmla="*/ 123022 h 243738"/>
                <a:gd name="connsiteX14" fmla="*/ 27911 w 141354"/>
                <a:gd name="connsiteY14" fmla="*/ 119834 h 243738"/>
                <a:gd name="connsiteX15" fmla="*/ 73612 w 141354"/>
                <a:gd name="connsiteY15" fmla="*/ 95035 h 243738"/>
                <a:gd name="connsiteX16" fmla="*/ 103725 w 141354"/>
                <a:gd name="connsiteY16" fmla="*/ 117708 h 243738"/>
                <a:gd name="connsiteX17" fmla="*/ 110102 w 141354"/>
                <a:gd name="connsiteY17" fmla="*/ 162347 h 243738"/>
                <a:gd name="connsiteX18" fmla="*/ 101599 w 141354"/>
                <a:gd name="connsiteY18" fmla="*/ 210882 h 243738"/>
                <a:gd name="connsiteX19" fmla="*/ 63692 w 141354"/>
                <a:gd name="connsiteY19" fmla="*/ 233909 h 243738"/>
                <a:gd name="connsiteX20" fmla="*/ 11614 w 141354"/>
                <a:gd name="connsiteY20" fmla="*/ 194231 h 243738"/>
                <a:gd name="connsiteX21" fmla="*/ 17637 w 141354"/>
                <a:gd name="connsiteY21" fmla="*/ 194939 h 243738"/>
                <a:gd name="connsiteX22" fmla="*/ 35350 w 141354"/>
                <a:gd name="connsiteY22" fmla="*/ 177580 h 243738"/>
                <a:gd name="connsiteX23" fmla="*/ 17637 w 141354"/>
                <a:gd name="connsiteY23" fmla="*/ 160221 h 243738"/>
                <a:gd name="connsiteX24" fmla="*/ 278 w 141354"/>
                <a:gd name="connsiteY24" fmla="*/ 178997 h 243738"/>
                <a:gd name="connsiteX25" fmla="*/ 64401 w 141354"/>
                <a:gd name="connsiteY25" fmla="*/ 243829 h 243738"/>
                <a:gd name="connsiteX26" fmla="*/ 141632 w 141354"/>
                <a:gd name="connsiteY26" fmla="*/ 164826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354" h="243738">
                  <a:moveTo>
                    <a:pt x="141632" y="164826"/>
                  </a:moveTo>
                  <a:cubicBezTo>
                    <a:pt x="141632" y="122668"/>
                    <a:pt x="112582" y="87241"/>
                    <a:pt x="74320" y="87241"/>
                  </a:cubicBezTo>
                  <a:cubicBezTo>
                    <a:pt x="57315" y="87241"/>
                    <a:pt x="42082" y="92909"/>
                    <a:pt x="29328" y="105309"/>
                  </a:cubicBezTo>
                  <a:lnTo>
                    <a:pt x="29328" y="36226"/>
                  </a:lnTo>
                  <a:cubicBezTo>
                    <a:pt x="36413" y="38351"/>
                    <a:pt x="48104" y="40831"/>
                    <a:pt x="59441" y="40831"/>
                  </a:cubicBezTo>
                  <a:cubicBezTo>
                    <a:pt x="103016" y="40831"/>
                    <a:pt x="127815" y="8593"/>
                    <a:pt x="127815" y="3987"/>
                  </a:cubicBezTo>
                  <a:cubicBezTo>
                    <a:pt x="127815" y="1862"/>
                    <a:pt x="126752" y="90"/>
                    <a:pt x="124273" y="90"/>
                  </a:cubicBezTo>
                  <a:cubicBezTo>
                    <a:pt x="123918" y="90"/>
                    <a:pt x="123210" y="90"/>
                    <a:pt x="121438" y="1153"/>
                  </a:cubicBezTo>
                  <a:cubicBezTo>
                    <a:pt x="114353" y="4341"/>
                    <a:pt x="96994" y="11427"/>
                    <a:pt x="73257" y="11427"/>
                  </a:cubicBezTo>
                  <a:cubicBezTo>
                    <a:pt x="59087" y="11427"/>
                    <a:pt x="42790" y="8947"/>
                    <a:pt x="26139" y="1507"/>
                  </a:cubicBezTo>
                  <a:cubicBezTo>
                    <a:pt x="23305" y="444"/>
                    <a:pt x="22597" y="444"/>
                    <a:pt x="21888" y="444"/>
                  </a:cubicBezTo>
                  <a:cubicBezTo>
                    <a:pt x="18345" y="444"/>
                    <a:pt x="18345" y="3279"/>
                    <a:pt x="18345" y="8947"/>
                  </a:cubicBezTo>
                  <a:lnTo>
                    <a:pt x="18345" y="113811"/>
                  </a:lnTo>
                  <a:cubicBezTo>
                    <a:pt x="18345" y="120188"/>
                    <a:pt x="18345" y="123022"/>
                    <a:pt x="23305" y="123022"/>
                  </a:cubicBezTo>
                  <a:cubicBezTo>
                    <a:pt x="25785" y="123022"/>
                    <a:pt x="26494" y="121960"/>
                    <a:pt x="27911" y="119834"/>
                  </a:cubicBezTo>
                  <a:cubicBezTo>
                    <a:pt x="31808" y="114166"/>
                    <a:pt x="44916" y="95035"/>
                    <a:pt x="73612" y="95035"/>
                  </a:cubicBezTo>
                  <a:cubicBezTo>
                    <a:pt x="92034" y="95035"/>
                    <a:pt x="100891" y="111331"/>
                    <a:pt x="103725" y="117708"/>
                  </a:cubicBezTo>
                  <a:cubicBezTo>
                    <a:pt x="109393" y="130816"/>
                    <a:pt x="110102" y="144633"/>
                    <a:pt x="110102" y="162347"/>
                  </a:cubicBezTo>
                  <a:cubicBezTo>
                    <a:pt x="110102" y="174746"/>
                    <a:pt x="110102" y="196002"/>
                    <a:pt x="101599" y="210882"/>
                  </a:cubicBezTo>
                  <a:cubicBezTo>
                    <a:pt x="93097" y="224698"/>
                    <a:pt x="79989" y="233909"/>
                    <a:pt x="63692" y="233909"/>
                  </a:cubicBezTo>
                  <a:cubicBezTo>
                    <a:pt x="37830" y="233909"/>
                    <a:pt x="17637" y="215133"/>
                    <a:pt x="11614" y="194231"/>
                  </a:cubicBezTo>
                  <a:cubicBezTo>
                    <a:pt x="12677" y="194585"/>
                    <a:pt x="13740" y="194939"/>
                    <a:pt x="17637" y="194939"/>
                  </a:cubicBezTo>
                  <a:cubicBezTo>
                    <a:pt x="29328" y="194939"/>
                    <a:pt x="35350" y="186083"/>
                    <a:pt x="35350" y="177580"/>
                  </a:cubicBezTo>
                  <a:cubicBezTo>
                    <a:pt x="35350" y="169078"/>
                    <a:pt x="29328" y="160221"/>
                    <a:pt x="17637" y="160221"/>
                  </a:cubicBezTo>
                  <a:cubicBezTo>
                    <a:pt x="12677" y="160221"/>
                    <a:pt x="278" y="162701"/>
                    <a:pt x="278" y="178997"/>
                  </a:cubicBezTo>
                  <a:cubicBezTo>
                    <a:pt x="278" y="209465"/>
                    <a:pt x="24722" y="243829"/>
                    <a:pt x="64401" y="243829"/>
                  </a:cubicBezTo>
                  <a:cubicBezTo>
                    <a:pt x="105496" y="243829"/>
                    <a:pt x="141632" y="209819"/>
                    <a:pt x="141632" y="164826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0FB96F7A-211B-2D54-CE05-5ABEF28C85E6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605168" y="5507162"/>
              <a:ext cx="151982" cy="247281"/>
            </a:xfrm>
            <a:custGeom>
              <a:avLst/>
              <a:gdLst>
                <a:gd name="connsiteX0" fmla="*/ 149077 w 151982"/>
                <a:gd name="connsiteY0" fmla="*/ 23826 h 247281"/>
                <a:gd name="connsiteX1" fmla="*/ 152265 w 151982"/>
                <a:gd name="connsiteY1" fmla="*/ 11427 h 247281"/>
                <a:gd name="connsiteX2" fmla="*/ 66177 w 151982"/>
                <a:gd name="connsiteY2" fmla="*/ 11427 h 247281"/>
                <a:gd name="connsiteX3" fmla="*/ 20830 w 151982"/>
                <a:gd name="connsiteY3" fmla="*/ 90 h 247281"/>
                <a:gd name="connsiteX4" fmla="*/ 11973 w 151982"/>
                <a:gd name="connsiteY4" fmla="*/ 90 h 247281"/>
                <a:gd name="connsiteX5" fmla="*/ 282 w 151982"/>
                <a:gd name="connsiteY5" fmla="*/ 73070 h 247281"/>
                <a:gd name="connsiteX6" fmla="*/ 9139 w 151982"/>
                <a:gd name="connsiteY6" fmla="*/ 73070 h 247281"/>
                <a:gd name="connsiteX7" fmla="*/ 17996 w 151982"/>
                <a:gd name="connsiteY7" fmla="*/ 40831 h 247281"/>
                <a:gd name="connsiteX8" fmla="*/ 52715 w 151982"/>
                <a:gd name="connsiteY8" fmla="*/ 38706 h 247281"/>
                <a:gd name="connsiteX9" fmla="*/ 126049 w 151982"/>
                <a:gd name="connsiteY9" fmla="*/ 38706 h 247281"/>
                <a:gd name="connsiteX10" fmla="*/ 86370 w 151982"/>
                <a:gd name="connsiteY10" fmla="*/ 94681 h 247281"/>
                <a:gd name="connsiteX11" fmla="*/ 42795 w 151982"/>
                <a:gd name="connsiteY11" fmla="*/ 227887 h 247281"/>
                <a:gd name="connsiteX12" fmla="*/ 59092 w 151982"/>
                <a:gd name="connsiteY12" fmla="*/ 247372 h 247281"/>
                <a:gd name="connsiteX13" fmla="*/ 75388 w 151982"/>
                <a:gd name="connsiteY13" fmla="*/ 227887 h 247281"/>
                <a:gd name="connsiteX14" fmla="*/ 75388 w 151982"/>
                <a:gd name="connsiteY14" fmla="*/ 209819 h 247281"/>
                <a:gd name="connsiteX15" fmla="*/ 79285 w 151982"/>
                <a:gd name="connsiteY15" fmla="*/ 151718 h 247281"/>
                <a:gd name="connsiteX16" fmla="*/ 101250 w 151982"/>
                <a:gd name="connsiteY16" fmla="*/ 91138 h 247281"/>
                <a:gd name="connsiteX17" fmla="*/ 149077 w 151982"/>
                <a:gd name="connsiteY17" fmla="*/ 23826 h 247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982" h="247281">
                  <a:moveTo>
                    <a:pt x="149077" y="23826"/>
                  </a:moveTo>
                  <a:cubicBezTo>
                    <a:pt x="152265" y="19575"/>
                    <a:pt x="152265" y="18867"/>
                    <a:pt x="152265" y="11427"/>
                  </a:cubicBezTo>
                  <a:lnTo>
                    <a:pt x="66177" y="11427"/>
                  </a:lnTo>
                  <a:cubicBezTo>
                    <a:pt x="22956" y="11427"/>
                    <a:pt x="22247" y="6821"/>
                    <a:pt x="20830" y="90"/>
                  </a:cubicBezTo>
                  <a:lnTo>
                    <a:pt x="11973" y="90"/>
                  </a:lnTo>
                  <a:lnTo>
                    <a:pt x="282" y="73070"/>
                  </a:lnTo>
                  <a:lnTo>
                    <a:pt x="9139" y="73070"/>
                  </a:lnTo>
                  <a:cubicBezTo>
                    <a:pt x="10202" y="67402"/>
                    <a:pt x="13391" y="45083"/>
                    <a:pt x="17996" y="40831"/>
                  </a:cubicBezTo>
                  <a:cubicBezTo>
                    <a:pt x="20476" y="38706"/>
                    <a:pt x="48109" y="38706"/>
                    <a:pt x="52715" y="38706"/>
                  </a:cubicBezTo>
                  <a:lnTo>
                    <a:pt x="126049" y="38706"/>
                  </a:lnTo>
                  <a:cubicBezTo>
                    <a:pt x="122152" y="44374"/>
                    <a:pt x="94164" y="82990"/>
                    <a:pt x="86370" y="94681"/>
                  </a:cubicBezTo>
                  <a:cubicBezTo>
                    <a:pt x="54486" y="142507"/>
                    <a:pt x="42795" y="191751"/>
                    <a:pt x="42795" y="227887"/>
                  </a:cubicBezTo>
                  <a:cubicBezTo>
                    <a:pt x="42795" y="231429"/>
                    <a:pt x="42795" y="247372"/>
                    <a:pt x="59092" y="247372"/>
                  </a:cubicBezTo>
                  <a:cubicBezTo>
                    <a:pt x="75388" y="247372"/>
                    <a:pt x="75388" y="231429"/>
                    <a:pt x="75388" y="227887"/>
                  </a:cubicBezTo>
                  <a:lnTo>
                    <a:pt x="75388" y="209819"/>
                  </a:lnTo>
                  <a:cubicBezTo>
                    <a:pt x="75388" y="190334"/>
                    <a:pt x="76451" y="170849"/>
                    <a:pt x="79285" y="151718"/>
                  </a:cubicBezTo>
                  <a:cubicBezTo>
                    <a:pt x="80702" y="143570"/>
                    <a:pt x="85662" y="113103"/>
                    <a:pt x="101250" y="91138"/>
                  </a:cubicBezTo>
                  <a:lnTo>
                    <a:pt x="149077" y="23826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435E104C-5D85-A569-D852-38BF1E13E912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772385" y="5506808"/>
              <a:ext cx="156942" cy="239841"/>
            </a:xfrm>
            <a:custGeom>
              <a:avLst/>
              <a:gdLst>
                <a:gd name="connsiteX0" fmla="*/ 94524 w 156942"/>
                <a:gd name="connsiteY0" fmla="*/ 181477 h 239841"/>
                <a:gd name="connsiteX1" fmla="*/ 94524 w 156942"/>
                <a:gd name="connsiteY1" fmla="*/ 212299 h 239841"/>
                <a:gd name="connsiteX2" fmla="*/ 67599 w 156942"/>
                <a:gd name="connsiteY2" fmla="*/ 228950 h 239841"/>
                <a:gd name="connsiteX3" fmla="*/ 60159 w 156942"/>
                <a:gd name="connsiteY3" fmla="*/ 228950 h 239841"/>
                <a:gd name="connsiteX4" fmla="*/ 60159 w 156942"/>
                <a:gd name="connsiteY4" fmla="*/ 239932 h 239841"/>
                <a:gd name="connsiteX5" fmla="*/ 107986 w 156942"/>
                <a:gd name="connsiteY5" fmla="*/ 238869 h 239841"/>
                <a:gd name="connsiteX6" fmla="*/ 156167 w 156942"/>
                <a:gd name="connsiteY6" fmla="*/ 239932 h 239841"/>
                <a:gd name="connsiteX7" fmla="*/ 156167 w 156942"/>
                <a:gd name="connsiteY7" fmla="*/ 228950 h 239841"/>
                <a:gd name="connsiteX8" fmla="*/ 148727 w 156942"/>
                <a:gd name="connsiteY8" fmla="*/ 228950 h 239841"/>
                <a:gd name="connsiteX9" fmla="*/ 121803 w 156942"/>
                <a:gd name="connsiteY9" fmla="*/ 212299 h 239841"/>
                <a:gd name="connsiteX10" fmla="*/ 121803 w 156942"/>
                <a:gd name="connsiteY10" fmla="*/ 181477 h 239841"/>
                <a:gd name="connsiteX11" fmla="*/ 157230 w 156942"/>
                <a:gd name="connsiteY11" fmla="*/ 181477 h 239841"/>
                <a:gd name="connsiteX12" fmla="*/ 157230 w 156942"/>
                <a:gd name="connsiteY12" fmla="*/ 170495 h 239841"/>
                <a:gd name="connsiteX13" fmla="*/ 121803 w 156942"/>
                <a:gd name="connsiteY13" fmla="*/ 170495 h 239841"/>
                <a:gd name="connsiteX14" fmla="*/ 121803 w 156942"/>
                <a:gd name="connsiteY14" fmla="*/ 9301 h 239841"/>
                <a:gd name="connsiteX15" fmla="*/ 116134 w 156942"/>
                <a:gd name="connsiteY15" fmla="*/ 90 h 239841"/>
                <a:gd name="connsiteX16" fmla="*/ 109049 w 156942"/>
                <a:gd name="connsiteY16" fmla="*/ 4341 h 239841"/>
                <a:gd name="connsiteX17" fmla="*/ 287 w 156942"/>
                <a:gd name="connsiteY17" fmla="*/ 170495 h 239841"/>
                <a:gd name="connsiteX18" fmla="*/ 287 w 156942"/>
                <a:gd name="connsiteY18" fmla="*/ 181477 h 239841"/>
                <a:gd name="connsiteX19" fmla="*/ 94524 w 156942"/>
                <a:gd name="connsiteY19" fmla="*/ 181477 h 239841"/>
                <a:gd name="connsiteX20" fmla="*/ 96649 w 156942"/>
                <a:gd name="connsiteY20" fmla="*/ 170495 h 239841"/>
                <a:gd name="connsiteX21" fmla="*/ 10207 w 156942"/>
                <a:gd name="connsiteY21" fmla="*/ 170495 h 239841"/>
                <a:gd name="connsiteX22" fmla="*/ 96649 w 156942"/>
                <a:gd name="connsiteY22" fmla="*/ 38351 h 239841"/>
                <a:gd name="connsiteX23" fmla="*/ 96649 w 156942"/>
                <a:gd name="connsiteY23" fmla="*/ 170495 h 2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942" h="239841">
                  <a:moveTo>
                    <a:pt x="94524" y="181477"/>
                  </a:moveTo>
                  <a:lnTo>
                    <a:pt x="94524" y="212299"/>
                  </a:lnTo>
                  <a:cubicBezTo>
                    <a:pt x="94524" y="225053"/>
                    <a:pt x="93815" y="228950"/>
                    <a:pt x="67599" y="228950"/>
                  </a:cubicBezTo>
                  <a:lnTo>
                    <a:pt x="60159" y="228950"/>
                  </a:lnTo>
                  <a:lnTo>
                    <a:pt x="60159" y="239932"/>
                  </a:lnTo>
                  <a:cubicBezTo>
                    <a:pt x="74684" y="238869"/>
                    <a:pt x="93107" y="238869"/>
                    <a:pt x="107986" y="238869"/>
                  </a:cubicBezTo>
                  <a:cubicBezTo>
                    <a:pt x="122865" y="238869"/>
                    <a:pt x="141642" y="238869"/>
                    <a:pt x="156167" y="239932"/>
                  </a:cubicBezTo>
                  <a:lnTo>
                    <a:pt x="156167" y="228950"/>
                  </a:lnTo>
                  <a:lnTo>
                    <a:pt x="148727" y="228950"/>
                  </a:lnTo>
                  <a:cubicBezTo>
                    <a:pt x="122511" y="228950"/>
                    <a:pt x="121803" y="225053"/>
                    <a:pt x="121803" y="212299"/>
                  </a:cubicBezTo>
                  <a:lnTo>
                    <a:pt x="121803" y="181477"/>
                  </a:lnTo>
                  <a:lnTo>
                    <a:pt x="157230" y="181477"/>
                  </a:lnTo>
                  <a:lnTo>
                    <a:pt x="157230" y="170495"/>
                  </a:lnTo>
                  <a:lnTo>
                    <a:pt x="121803" y="170495"/>
                  </a:lnTo>
                  <a:lnTo>
                    <a:pt x="121803" y="9301"/>
                  </a:lnTo>
                  <a:cubicBezTo>
                    <a:pt x="121803" y="2216"/>
                    <a:pt x="121803" y="90"/>
                    <a:pt x="116134" y="90"/>
                  </a:cubicBezTo>
                  <a:cubicBezTo>
                    <a:pt x="112946" y="90"/>
                    <a:pt x="111883" y="90"/>
                    <a:pt x="109049" y="4341"/>
                  </a:cubicBezTo>
                  <a:lnTo>
                    <a:pt x="287" y="170495"/>
                  </a:lnTo>
                  <a:lnTo>
                    <a:pt x="287" y="181477"/>
                  </a:lnTo>
                  <a:lnTo>
                    <a:pt x="94524" y="181477"/>
                  </a:lnTo>
                  <a:close/>
                  <a:moveTo>
                    <a:pt x="96649" y="170495"/>
                  </a:moveTo>
                  <a:lnTo>
                    <a:pt x="10207" y="170495"/>
                  </a:lnTo>
                  <a:lnTo>
                    <a:pt x="96649" y="38351"/>
                  </a:lnTo>
                  <a:lnTo>
                    <a:pt x="96649" y="170495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4676A3BA-1522-7E97-74D6-39A61DF0C2BD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3070405" y="5572703"/>
              <a:ext cx="171113" cy="170758"/>
            </a:xfrm>
            <a:custGeom>
              <a:avLst/>
              <a:gdLst>
                <a:gd name="connsiteX0" fmla="*/ 86028 w 171113"/>
                <a:gd name="connsiteY0" fmla="*/ 75550 h 170758"/>
                <a:gd name="connsiteX1" fmla="*/ 15174 w 171113"/>
                <a:gd name="connsiteY1" fmla="*/ 5050 h 170758"/>
                <a:gd name="connsiteX2" fmla="*/ 7380 w 171113"/>
                <a:gd name="connsiteY2" fmla="*/ 90 h 170758"/>
                <a:gd name="connsiteX3" fmla="*/ 295 w 171113"/>
                <a:gd name="connsiteY3" fmla="*/ 7176 h 170758"/>
                <a:gd name="connsiteX4" fmla="*/ 4900 w 171113"/>
                <a:gd name="connsiteY4" fmla="*/ 14261 h 170758"/>
                <a:gd name="connsiteX5" fmla="*/ 75754 w 171113"/>
                <a:gd name="connsiteY5" fmla="*/ 85470 h 170758"/>
                <a:gd name="connsiteX6" fmla="*/ 4900 w 171113"/>
                <a:gd name="connsiteY6" fmla="*/ 156678 h 170758"/>
                <a:gd name="connsiteX7" fmla="*/ 295 w 171113"/>
                <a:gd name="connsiteY7" fmla="*/ 163764 h 170758"/>
                <a:gd name="connsiteX8" fmla="*/ 7380 w 171113"/>
                <a:gd name="connsiteY8" fmla="*/ 170849 h 170758"/>
                <a:gd name="connsiteX9" fmla="*/ 15174 w 171113"/>
                <a:gd name="connsiteY9" fmla="*/ 165889 h 170758"/>
                <a:gd name="connsiteX10" fmla="*/ 85674 w 171113"/>
                <a:gd name="connsiteY10" fmla="*/ 95389 h 170758"/>
                <a:gd name="connsiteX11" fmla="*/ 159008 w 171113"/>
                <a:gd name="connsiteY11" fmla="*/ 168723 h 170758"/>
                <a:gd name="connsiteX12" fmla="*/ 164322 w 171113"/>
                <a:gd name="connsiteY12" fmla="*/ 170849 h 170758"/>
                <a:gd name="connsiteX13" fmla="*/ 171408 w 171113"/>
                <a:gd name="connsiteY13" fmla="*/ 163764 h 170758"/>
                <a:gd name="connsiteX14" fmla="*/ 170345 w 171113"/>
                <a:gd name="connsiteY14" fmla="*/ 159867 h 170758"/>
                <a:gd name="connsiteX15" fmla="*/ 95948 w 171113"/>
                <a:gd name="connsiteY15" fmla="*/ 85470 h 170758"/>
                <a:gd name="connsiteX16" fmla="*/ 160780 w 171113"/>
                <a:gd name="connsiteY16" fmla="*/ 20638 h 170758"/>
                <a:gd name="connsiteX17" fmla="*/ 169636 w 171113"/>
                <a:gd name="connsiteY17" fmla="*/ 11781 h 170758"/>
                <a:gd name="connsiteX18" fmla="*/ 171408 w 171113"/>
                <a:gd name="connsiteY18" fmla="*/ 7176 h 170758"/>
                <a:gd name="connsiteX19" fmla="*/ 164322 w 171113"/>
                <a:gd name="connsiteY19" fmla="*/ 90 h 170758"/>
                <a:gd name="connsiteX20" fmla="*/ 156174 w 171113"/>
                <a:gd name="connsiteY20" fmla="*/ 5404 h 170758"/>
                <a:gd name="connsiteX21" fmla="*/ 86028 w 171113"/>
                <a:gd name="connsiteY21" fmla="*/ 75550 h 170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1113" h="170758">
                  <a:moveTo>
                    <a:pt x="86028" y="75550"/>
                  </a:moveTo>
                  <a:lnTo>
                    <a:pt x="15174" y="5050"/>
                  </a:lnTo>
                  <a:cubicBezTo>
                    <a:pt x="10923" y="799"/>
                    <a:pt x="10214" y="90"/>
                    <a:pt x="7380" y="90"/>
                  </a:cubicBezTo>
                  <a:cubicBezTo>
                    <a:pt x="3837" y="90"/>
                    <a:pt x="295" y="3279"/>
                    <a:pt x="295" y="7176"/>
                  </a:cubicBezTo>
                  <a:cubicBezTo>
                    <a:pt x="295" y="9655"/>
                    <a:pt x="1003" y="10364"/>
                    <a:pt x="4900" y="14261"/>
                  </a:cubicBezTo>
                  <a:lnTo>
                    <a:pt x="75754" y="85470"/>
                  </a:lnTo>
                  <a:lnTo>
                    <a:pt x="4900" y="156678"/>
                  </a:lnTo>
                  <a:cubicBezTo>
                    <a:pt x="1003" y="160575"/>
                    <a:pt x="295" y="161284"/>
                    <a:pt x="295" y="163764"/>
                  </a:cubicBezTo>
                  <a:cubicBezTo>
                    <a:pt x="295" y="167661"/>
                    <a:pt x="3837" y="170849"/>
                    <a:pt x="7380" y="170849"/>
                  </a:cubicBezTo>
                  <a:cubicBezTo>
                    <a:pt x="10214" y="170849"/>
                    <a:pt x="10923" y="170140"/>
                    <a:pt x="15174" y="165889"/>
                  </a:cubicBezTo>
                  <a:lnTo>
                    <a:pt x="85674" y="95389"/>
                  </a:lnTo>
                  <a:lnTo>
                    <a:pt x="159008" y="168723"/>
                  </a:lnTo>
                  <a:cubicBezTo>
                    <a:pt x="159717" y="169078"/>
                    <a:pt x="162197" y="170849"/>
                    <a:pt x="164322" y="170849"/>
                  </a:cubicBezTo>
                  <a:cubicBezTo>
                    <a:pt x="168574" y="170849"/>
                    <a:pt x="171408" y="167661"/>
                    <a:pt x="171408" y="163764"/>
                  </a:cubicBezTo>
                  <a:cubicBezTo>
                    <a:pt x="171408" y="163055"/>
                    <a:pt x="171408" y="161638"/>
                    <a:pt x="170345" y="159867"/>
                  </a:cubicBezTo>
                  <a:cubicBezTo>
                    <a:pt x="169991" y="159158"/>
                    <a:pt x="113662" y="103537"/>
                    <a:pt x="95948" y="85470"/>
                  </a:cubicBezTo>
                  <a:lnTo>
                    <a:pt x="160780" y="20638"/>
                  </a:lnTo>
                  <a:cubicBezTo>
                    <a:pt x="162551" y="18512"/>
                    <a:pt x="167865" y="13907"/>
                    <a:pt x="169636" y="11781"/>
                  </a:cubicBezTo>
                  <a:cubicBezTo>
                    <a:pt x="169991" y="11073"/>
                    <a:pt x="171408" y="9655"/>
                    <a:pt x="171408" y="7176"/>
                  </a:cubicBezTo>
                  <a:cubicBezTo>
                    <a:pt x="171408" y="3279"/>
                    <a:pt x="168574" y="90"/>
                    <a:pt x="164322" y="90"/>
                  </a:cubicBezTo>
                  <a:cubicBezTo>
                    <a:pt x="161488" y="90"/>
                    <a:pt x="160071" y="1507"/>
                    <a:pt x="156174" y="5404"/>
                  </a:cubicBezTo>
                  <a:lnTo>
                    <a:pt x="86028" y="75550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9B80879C-952A-68E3-D20C-203DCD95C3C1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3404128" y="5510705"/>
              <a:ext cx="116909" cy="235944"/>
            </a:xfrm>
            <a:custGeom>
              <a:avLst/>
              <a:gdLst>
                <a:gd name="connsiteX0" fmla="*/ 72930 w 116909"/>
                <a:gd name="connsiteY0" fmla="*/ 9301 h 235944"/>
                <a:gd name="connsiteX1" fmla="*/ 64782 w 116909"/>
                <a:gd name="connsiteY1" fmla="*/ 90 h 235944"/>
                <a:gd name="connsiteX2" fmla="*/ 305 w 116909"/>
                <a:gd name="connsiteY2" fmla="*/ 22764 h 235944"/>
                <a:gd name="connsiteX3" fmla="*/ 305 w 116909"/>
                <a:gd name="connsiteY3" fmla="*/ 33746 h 235944"/>
                <a:gd name="connsiteX4" fmla="*/ 46714 w 116909"/>
                <a:gd name="connsiteY4" fmla="*/ 24535 h 235944"/>
                <a:gd name="connsiteX5" fmla="*/ 46714 w 116909"/>
                <a:gd name="connsiteY5" fmla="*/ 208048 h 235944"/>
                <a:gd name="connsiteX6" fmla="*/ 13767 w 116909"/>
                <a:gd name="connsiteY6" fmla="*/ 225053 h 235944"/>
                <a:gd name="connsiteX7" fmla="*/ 2430 w 116909"/>
                <a:gd name="connsiteY7" fmla="*/ 225053 h 235944"/>
                <a:gd name="connsiteX8" fmla="*/ 2430 w 116909"/>
                <a:gd name="connsiteY8" fmla="*/ 236035 h 235944"/>
                <a:gd name="connsiteX9" fmla="*/ 59822 w 116909"/>
                <a:gd name="connsiteY9" fmla="*/ 234972 h 235944"/>
                <a:gd name="connsiteX10" fmla="*/ 117214 w 116909"/>
                <a:gd name="connsiteY10" fmla="*/ 236035 h 235944"/>
                <a:gd name="connsiteX11" fmla="*/ 117214 w 116909"/>
                <a:gd name="connsiteY11" fmla="*/ 225053 h 235944"/>
                <a:gd name="connsiteX12" fmla="*/ 105878 w 116909"/>
                <a:gd name="connsiteY12" fmla="*/ 225053 h 235944"/>
                <a:gd name="connsiteX13" fmla="*/ 72930 w 116909"/>
                <a:gd name="connsiteY13" fmla="*/ 208048 h 235944"/>
                <a:gd name="connsiteX14" fmla="*/ 72930 w 116909"/>
                <a:gd name="connsiteY14" fmla="*/ 9301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9" h="235944">
                  <a:moveTo>
                    <a:pt x="72930" y="9301"/>
                  </a:moveTo>
                  <a:cubicBezTo>
                    <a:pt x="72930" y="799"/>
                    <a:pt x="72930" y="90"/>
                    <a:pt x="64782" y="90"/>
                  </a:cubicBezTo>
                  <a:cubicBezTo>
                    <a:pt x="42817" y="22764"/>
                    <a:pt x="11641" y="22764"/>
                    <a:pt x="305" y="22764"/>
                  </a:cubicBezTo>
                  <a:lnTo>
                    <a:pt x="305" y="33746"/>
                  </a:lnTo>
                  <a:cubicBezTo>
                    <a:pt x="7390" y="33746"/>
                    <a:pt x="28292" y="33746"/>
                    <a:pt x="46714" y="24535"/>
                  </a:cubicBezTo>
                  <a:lnTo>
                    <a:pt x="46714" y="208048"/>
                  </a:lnTo>
                  <a:cubicBezTo>
                    <a:pt x="46714" y="220801"/>
                    <a:pt x="45651" y="225053"/>
                    <a:pt x="13767" y="225053"/>
                  </a:cubicBezTo>
                  <a:lnTo>
                    <a:pt x="2430" y="225053"/>
                  </a:lnTo>
                  <a:lnTo>
                    <a:pt x="2430" y="236035"/>
                  </a:lnTo>
                  <a:cubicBezTo>
                    <a:pt x="14830" y="234972"/>
                    <a:pt x="45651" y="234972"/>
                    <a:pt x="59822" y="234972"/>
                  </a:cubicBezTo>
                  <a:cubicBezTo>
                    <a:pt x="73993" y="234972"/>
                    <a:pt x="104815" y="234972"/>
                    <a:pt x="117214" y="236035"/>
                  </a:cubicBezTo>
                  <a:lnTo>
                    <a:pt x="117214" y="225053"/>
                  </a:lnTo>
                  <a:lnTo>
                    <a:pt x="105878" y="225053"/>
                  </a:lnTo>
                  <a:cubicBezTo>
                    <a:pt x="73993" y="225053"/>
                    <a:pt x="72930" y="221156"/>
                    <a:pt x="72930" y="208048"/>
                  </a:cubicBezTo>
                  <a:lnTo>
                    <a:pt x="72930" y="9301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84E3A6-EF92-A21A-54B5-6A8D7D64DD5A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3563551" y="5510705"/>
              <a:ext cx="149148" cy="243738"/>
            </a:xfrm>
            <a:custGeom>
              <a:avLst/>
              <a:gdLst>
                <a:gd name="connsiteX0" fmla="*/ 149458 w 149148"/>
                <a:gd name="connsiteY0" fmla="*/ 122668 h 243738"/>
                <a:gd name="connsiteX1" fmla="*/ 135287 w 149148"/>
                <a:gd name="connsiteY1" fmla="*/ 39769 h 243738"/>
                <a:gd name="connsiteX2" fmla="*/ 75061 w 149148"/>
                <a:gd name="connsiteY2" fmla="*/ 90 h 243738"/>
                <a:gd name="connsiteX3" fmla="*/ 13418 w 149148"/>
                <a:gd name="connsiteY3" fmla="*/ 42248 h 243738"/>
                <a:gd name="connsiteX4" fmla="*/ 310 w 149148"/>
                <a:gd name="connsiteY4" fmla="*/ 122668 h 243738"/>
                <a:gd name="connsiteX5" fmla="*/ 16252 w 149148"/>
                <a:gd name="connsiteY5" fmla="*/ 208048 h 243738"/>
                <a:gd name="connsiteX6" fmla="*/ 74707 w 149148"/>
                <a:gd name="connsiteY6" fmla="*/ 243829 h 243738"/>
                <a:gd name="connsiteX7" fmla="*/ 136350 w 149148"/>
                <a:gd name="connsiteY7" fmla="*/ 202733 h 243738"/>
                <a:gd name="connsiteX8" fmla="*/ 149458 w 149148"/>
                <a:gd name="connsiteY8" fmla="*/ 122668 h 243738"/>
                <a:gd name="connsiteX9" fmla="*/ 74707 w 149148"/>
                <a:gd name="connsiteY9" fmla="*/ 236035 h 243738"/>
                <a:gd name="connsiteX10" fmla="*/ 33611 w 149148"/>
                <a:gd name="connsiteY10" fmla="*/ 193168 h 243738"/>
                <a:gd name="connsiteX11" fmla="*/ 29714 w 149148"/>
                <a:gd name="connsiteY11" fmla="*/ 118417 h 243738"/>
                <a:gd name="connsiteX12" fmla="*/ 32548 w 149148"/>
                <a:gd name="connsiteY12" fmla="*/ 53231 h 243738"/>
                <a:gd name="connsiteX13" fmla="*/ 74707 w 149148"/>
                <a:gd name="connsiteY13" fmla="*/ 7884 h 243738"/>
                <a:gd name="connsiteX14" fmla="*/ 116511 w 149148"/>
                <a:gd name="connsiteY14" fmla="*/ 49334 h 243738"/>
                <a:gd name="connsiteX15" fmla="*/ 120053 w 149148"/>
                <a:gd name="connsiteY15" fmla="*/ 118417 h 243738"/>
                <a:gd name="connsiteX16" fmla="*/ 116156 w 149148"/>
                <a:gd name="connsiteY16" fmla="*/ 191751 h 243738"/>
                <a:gd name="connsiteX17" fmla="*/ 74707 w 149148"/>
                <a:gd name="connsiteY17" fmla="*/ 236035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3738">
                  <a:moveTo>
                    <a:pt x="149458" y="122668"/>
                  </a:moveTo>
                  <a:cubicBezTo>
                    <a:pt x="149458" y="94326"/>
                    <a:pt x="147687" y="65985"/>
                    <a:pt x="135287" y="39769"/>
                  </a:cubicBezTo>
                  <a:cubicBezTo>
                    <a:pt x="118991" y="5759"/>
                    <a:pt x="89940" y="90"/>
                    <a:pt x="75061" y="90"/>
                  </a:cubicBezTo>
                  <a:cubicBezTo>
                    <a:pt x="53805" y="90"/>
                    <a:pt x="27943" y="9301"/>
                    <a:pt x="13418" y="42248"/>
                  </a:cubicBezTo>
                  <a:cubicBezTo>
                    <a:pt x="2081" y="66693"/>
                    <a:pt x="310" y="94326"/>
                    <a:pt x="310" y="122668"/>
                  </a:cubicBezTo>
                  <a:cubicBezTo>
                    <a:pt x="310" y="149238"/>
                    <a:pt x="1727" y="181123"/>
                    <a:pt x="16252" y="208048"/>
                  </a:cubicBezTo>
                  <a:cubicBezTo>
                    <a:pt x="31485" y="236744"/>
                    <a:pt x="57347" y="243829"/>
                    <a:pt x="74707" y="243829"/>
                  </a:cubicBezTo>
                  <a:cubicBezTo>
                    <a:pt x="93837" y="243829"/>
                    <a:pt x="120762" y="236389"/>
                    <a:pt x="136350" y="202733"/>
                  </a:cubicBezTo>
                  <a:cubicBezTo>
                    <a:pt x="147687" y="178289"/>
                    <a:pt x="149458" y="150656"/>
                    <a:pt x="149458" y="122668"/>
                  </a:cubicBezTo>
                  <a:close/>
                  <a:moveTo>
                    <a:pt x="74707" y="236035"/>
                  </a:moveTo>
                  <a:cubicBezTo>
                    <a:pt x="60890" y="236035"/>
                    <a:pt x="39988" y="227178"/>
                    <a:pt x="33611" y="193168"/>
                  </a:cubicBezTo>
                  <a:cubicBezTo>
                    <a:pt x="29714" y="171912"/>
                    <a:pt x="29714" y="139319"/>
                    <a:pt x="29714" y="118417"/>
                  </a:cubicBezTo>
                  <a:cubicBezTo>
                    <a:pt x="29714" y="95743"/>
                    <a:pt x="29714" y="72362"/>
                    <a:pt x="32548" y="53231"/>
                  </a:cubicBezTo>
                  <a:cubicBezTo>
                    <a:pt x="39279" y="11073"/>
                    <a:pt x="65850" y="7884"/>
                    <a:pt x="74707" y="7884"/>
                  </a:cubicBezTo>
                  <a:cubicBezTo>
                    <a:pt x="86398" y="7884"/>
                    <a:pt x="109780" y="14261"/>
                    <a:pt x="116511" y="49334"/>
                  </a:cubicBezTo>
                  <a:cubicBezTo>
                    <a:pt x="120053" y="69173"/>
                    <a:pt x="120053" y="96098"/>
                    <a:pt x="120053" y="118417"/>
                  </a:cubicBezTo>
                  <a:cubicBezTo>
                    <a:pt x="120053" y="144987"/>
                    <a:pt x="120053" y="169078"/>
                    <a:pt x="116156" y="191751"/>
                  </a:cubicBezTo>
                  <a:cubicBezTo>
                    <a:pt x="110842" y="225407"/>
                    <a:pt x="90649" y="236035"/>
                    <a:pt x="74707" y="236035"/>
                  </a:cubicBez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31734F2E-E321-7620-AAC4-30FB56938C0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3753653" y="5532177"/>
              <a:ext cx="167641" cy="12151"/>
            </a:xfrm>
            <a:custGeom>
              <a:avLst/>
              <a:gdLst>
                <a:gd name="connsiteX0" fmla="*/ 158036 w 167641"/>
                <a:gd name="connsiteY0" fmla="*/ 12238 h 12151"/>
                <a:gd name="connsiteX1" fmla="*/ 167956 w 167641"/>
                <a:gd name="connsiteY1" fmla="*/ 6286 h 12151"/>
                <a:gd name="connsiteX2" fmla="*/ 158036 w 167641"/>
                <a:gd name="connsiteY2" fmla="*/ 86 h 12151"/>
                <a:gd name="connsiteX3" fmla="*/ 10234 w 167641"/>
                <a:gd name="connsiteY3" fmla="*/ 86 h 12151"/>
                <a:gd name="connsiteX4" fmla="*/ 315 w 167641"/>
                <a:gd name="connsiteY4" fmla="*/ 6038 h 12151"/>
                <a:gd name="connsiteX5" fmla="*/ 10234 w 167641"/>
                <a:gd name="connsiteY5" fmla="*/ 12238 h 12151"/>
                <a:gd name="connsiteX6" fmla="*/ 158036 w 167641"/>
                <a:gd name="connsiteY6" fmla="*/ 12238 h 12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641" h="12151">
                  <a:moveTo>
                    <a:pt x="158036" y="12238"/>
                  </a:moveTo>
                  <a:cubicBezTo>
                    <a:pt x="162004" y="12238"/>
                    <a:pt x="167956" y="12238"/>
                    <a:pt x="167956" y="6286"/>
                  </a:cubicBezTo>
                  <a:cubicBezTo>
                    <a:pt x="167956" y="86"/>
                    <a:pt x="162252" y="86"/>
                    <a:pt x="158036" y="86"/>
                  </a:cubicBezTo>
                  <a:lnTo>
                    <a:pt x="10234" y="86"/>
                  </a:lnTo>
                  <a:cubicBezTo>
                    <a:pt x="6266" y="86"/>
                    <a:pt x="315" y="86"/>
                    <a:pt x="315" y="6038"/>
                  </a:cubicBezTo>
                  <a:cubicBezTo>
                    <a:pt x="315" y="12238"/>
                    <a:pt x="6018" y="12238"/>
                    <a:pt x="10234" y="12238"/>
                  </a:cubicBezTo>
                  <a:lnTo>
                    <a:pt x="158036" y="12238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390216C2-D051-94CA-9BD3-5997A07E56FA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3961683" y="5435709"/>
              <a:ext cx="114075" cy="169625"/>
            </a:xfrm>
            <a:custGeom>
              <a:avLst/>
              <a:gdLst>
                <a:gd name="connsiteX0" fmla="*/ 54631 w 114075"/>
                <a:gd name="connsiteY0" fmla="*/ 81923 h 169625"/>
                <a:gd name="connsiteX1" fmla="*/ 87861 w 114075"/>
                <a:gd name="connsiteY1" fmla="*/ 121849 h 169625"/>
                <a:gd name="connsiteX2" fmla="*/ 55623 w 114075"/>
                <a:gd name="connsiteY2" fmla="*/ 161776 h 169625"/>
                <a:gd name="connsiteX3" fmla="*/ 13464 w 114075"/>
                <a:gd name="connsiteY3" fmla="*/ 144416 h 169625"/>
                <a:gd name="connsiteX4" fmla="*/ 27848 w 114075"/>
                <a:gd name="connsiteY4" fmla="*/ 130529 h 169625"/>
                <a:gd name="connsiteX5" fmla="*/ 14208 w 114075"/>
                <a:gd name="connsiteY5" fmla="*/ 116889 h 169625"/>
                <a:gd name="connsiteX6" fmla="*/ 321 w 114075"/>
                <a:gd name="connsiteY6" fmla="*/ 131273 h 169625"/>
                <a:gd name="connsiteX7" fmla="*/ 56119 w 114075"/>
                <a:gd name="connsiteY7" fmla="*/ 169711 h 169625"/>
                <a:gd name="connsiteX8" fmla="*/ 114396 w 114075"/>
                <a:gd name="connsiteY8" fmla="*/ 121849 h 169625"/>
                <a:gd name="connsiteX9" fmla="*/ 71246 w 114075"/>
                <a:gd name="connsiteY9" fmla="*/ 77459 h 169625"/>
                <a:gd name="connsiteX10" fmla="*/ 106709 w 114075"/>
                <a:gd name="connsiteY10" fmla="*/ 34309 h 169625"/>
                <a:gd name="connsiteX11" fmla="*/ 56615 w 114075"/>
                <a:gd name="connsiteY11" fmla="*/ 86 h 169625"/>
                <a:gd name="connsiteX12" fmla="*/ 8009 w 114075"/>
                <a:gd name="connsiteY12" fmla="*/ 33317 h 169625"/>
                <a:gd name="connsiteX13" fmla="*/ 20904 w 114075"/>
                <a:gd name="connsiteY13" fmla="*/ 46460 h 169625"/>
                <a:gd name="connsiteX14" fmla="*/ 33551 w 114075"/>
                <a:gd name="connsiteY14" fmla="*/ 33813 h 169625"/>
                <a:gd name="connsiteX15" fmla="*/ 20904 w 114075"/>
                <a:gd name="connsiteY15" fmla="*/ 20917 h 169625"/>
                <a:gd name="connsiteX16" fmla="*/ 55871 w 114075"/>
                <a:gd name="connsiteY16" fmla="*/ 7278 h 169625"/>
                <a:gd name="connsiteX17" fmla="*/ 82653 w 114075"/>
                <a:gd name="connsiteY17" fmla="*/ 34309 h 169625"/>
                <a:gd name="connsiteX18" fmla="*/ 72734 w 114075"/>
                <a:gd name="connsiteY18" fmla="*/ 63819 h 169625"/>
                <a:gd name="connsiteX19" fmla="*/ 45207 w 114075"/>
                <a:gd name="connsiteY19" fmla="*/ 74483 h 169625"/>
                <a:gd name="connsiteX20" fmla="*/ 37271 w 114075"/>
                <a:gd name="connsiteY20" fmla="*/ 75227 h 169625"/>
                <a:gd name="connsiteX21" fmla="*/ 34791 w 114075"/>
                <a:gd name="connsiteY21" fmla="*/ 78451 h 169625"/>
                <a:gd name="connsiteX22" fmla="*/ 41239 w 114075"/>
                <a:gd name="connsiteY22" fmla="*/ 81923 h 169625"/>
                <a:gd name="connsiteX23" fmla="*/ 54631 w 114075"/>
                <a:gd name="connsiteY23" fmla="*/ 81923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075" h="169625">
                  <a:moveTo>
                    <a:pt x="54631" y="81923"/>
                  </a:moveTo>
                  <a:cubicBezTo>
                    <a:pt x="73974" y="81923"/>
                    <a:pt x="87861" y="95314"/>
                    <a:pt x="87861" y="121849"/>
                  </a:cubicBezTo>
                  <a:cubicBezTo>
                    <a:pt x="87861" y="152600"/>
                    <a:pt x="70006" y="161776"/>
                    <a:pt x="55623" y="161776"/>
                  </a:cubicBezTo>
                  <a:cubicBezTo>
                    <a:pt x="45703" y="161776"/>
                    <a:pt x="23880" y="159048"/>
                    <a:pt x="13464" y="144416"/>
                  </a:cubicBezTo>
                  <a:cubicBezTo>
                    <a:pt x="25120" y="143920"/>
                    <a:pt x="27848" y="135737"/>
                    <a:pt x="27848" y="130529"/>
                  </a:cubicBezTo>
                  <a:cubicBezTo>
                    <a:pt x="27848" y="122593"/>
                    <a:pt x="21896" y="116889"/>
                    <a:pt x="14208" y="116889"/>
                  </a:cubicBezTo>
                  <a:cubicBezTo>
                    <a:pt x="7265" y="116889"/>
                    <a:pt x="321" y="121105"/>
                    <a:pt x="321" y="131273"/>
                  </a:cubicBezTo>
                  <a:cubicBezTo>
                    <a:pt x="321" y="154584"/>
                    <a:pt x="26112" y="169711"/>
                    <a:pt x="56119" y="169711"/>
                  </a:cubicBezTo>
                  <a:cubicBezTo>
                    <a:pt x="90589" y="169711"/>
                    <a:pt x="114396" y="146648"/>
                    <a:pt x="114396" y="121849"/>
                  </a:cubicBezTo>
                  <a:cubicBezTo>
                    <a:pt x="114396" y="102506"/>
                    <a:pt x="98525" y="83163"/>
                    <a:pt x="71246" y="77459"/>
                  </a:cubicBezTo>
                  <a:cubicBezTo>
                    <a:pt x="97285" y="68035"/>
                    <a:pt x="106709" y="49436"/>
                    <a:pt x="106709" y="34309"/>
                  </a:cubicBezTo>
                  <a:cubicBezTo>
                    <a:pt x="106709" y="14717"/>
                    <a:pt x="84141" y="86"/>
                    <a:pt x="56615" y="86"/>
                  </a:cubicBezTo>
                  <a:cubicBezTo>
                    <a:pt x="29088" y="86"/>
                    <a:pt x="8009" y="13478"/>
                    <a:pt x="8009" y="33317"/>
                  </a:cubicBezTo>
                  <a:cubicBezTo>
                    <a:pt x="8009" y="41748"/>
                    <a:pt x="13464" y="46460"/>
                    <a:pt x="20904" y="46460"/>
                  </a:cubicBezTo>
                  <a:cubicBezTo>
                    <a:pt x="28592" y="46460"/>
                    <a:pt x="33551" y="40756"/>
                    <a:pt x="33551" y="33813"/>
                  </a:cubicBezTo>
                  <a:cubicBezTo>
                    <a:pt x="33551" y="26621"/>
                    <a:pt x="28592" y="21413"/>
                    <a:pt x="20904" y="20917"/>
                  </a:cubicBezTo>
                  <a:cubicBezTo>
                    <a:pt x="29584" y="10006"/>
                    <a:pt x="46695" y="7278"/>
                    <a:pt x="55871" y="7278"/>
                  </a:cubicBezTo>
                  <a:cubicBezTo>
                    <a:pt x="67030" y="7278"/>
                    <a:pt x="82653" y="12734"/>
                    <a:pt x="82653" y="34309"/>
                  </a:cubicBezTo>
                  <a:cubicBezTo>
                    <a:pt x="82653" y="44724"/>
                    <a:pt x="79182" y="56132"/>
                    <a:pt x="72734" y="63819"/>
                  </a:cubicBezTo>
                  <a:cubicBezTo>
                    <a:pt x="64550" y="73243"/>
                    <a:pt x="57607" y="73739"/>
                    <a:pt x="45207" y="74483"/>
                  </a:cubicBezTo>
                  <a:cubicBezTo>
                    <a:pt x="39007" y="74979"/>
                    <a:pt x="38511" y="74979"/>
                    <a:pt x="37271" y="75227"/>
                  </a:cubicBezTo>
                  <a:cubicBezTo>
                    <a:pt x="36775" y="75227"/>
                    <a:pt x="34791" y="75723"/>
                    <a:pt x="34791" y="78451"/>
                  </a:cubicBezTo>
                  <a:cubicBezTo>
                    <a:pt x="34791" y="81923"/>
                    <a:pt x="37023" y="81923"/>
                    <a:pt x="41239" y="81923"/>
                  </a:cubicBezTo>
                  <a:lnTo>
                    <a:pt x="54631" y="81923"/>
                  </a:lnTo>
                  <a:close/>
                </a:path>
              </a:pathLst>
            </a:custGeom>
            <a:solidFill>
              <a:srgbClr val="FFFFFF"/>
            </a:solidFill>
            <a:ln w="355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83A7659-30F0-AC5A-A27D-5E1A94B0B615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376576" y="5177322"/>
            <a:ext cx="6530642" cy="322740"/>
            <a:chOff x="7595548" y="5301546"/>
            <a:chExt cx="6530642" cy="322740"/>
          </a:xfrm>
        </p:grpSpPr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2B10B257-3348-EEF6-EDA1-BBCBDE007BD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595548" y="5310403"/>
              <a:ext cx="219889" cy="240904"/>
            </a:xfrm>
            <a:custGeom>
              <a:avLst/>
              <a:gdLst>
                <a:gd name="connsiteX0" fmla="*/ 36731 w 219889"/>
                <a:gd name="connsiteY0" fmla="*/ 213356 h 240904"/>
                <a:gd name="connsiteX1" fmla="*/ 8667 w 219889"/>
                <a:gd name="connsiteY1" fmla="*/ 230007 h 240904"/>
                <a:gd name="connsiteX2" fmla="*/ 141 w 219889"/>
                <a:gd name="connsiteY2" fmla="*/ 230007 h 240904"/>
                <a:gd name="connsiteX3" fmla="*/ 141 w 219889"/>
                <a:gd name="connsiteY3" fmla="*/ 240989 h 240904"/>
                <a:gd name="connsiteX4" fmla="*/ 205112 w 219889"/>
                <a:gd name="connsiteY4" fmla="*/ 240989 h 240904"/>
                <a:gd name="connsiteX5" fmla="*/ 220031 w 219889"/>
                <a:gd name="connsiteY5" fmla="*/ 149587 h 240904"/>
                <a:gd name="connsiteX6" fmla="*/ 211151 w 219889"/>
                <a:gd name="connsiteY6" fmla="*/ 149587 h 240904"/>
                <a:gd name="connsiteX7" fmla="*/ 132999 w 219889"/>
                <a:gd name="connsiteY7" fmla="*/ 230007 h 240904"/>
                <a:gd name="connsiteX8" fmla="*/ 85753 w 219889"/>
                <a:gd name="connsiteY8" fmla="*/ 230007 h 240904"/>
                <a:gd name="connsiteX9" fmla="*/ 68346 w 219889"/>
                <a:gd name="connsiteY9" fmla="*/ 215836 h 240904"/>
                <a:gd name="connsiteX10" fmla="*/ 68346 w 219889"/>
                <a:gd name="connsiteY10" fmla="*/ 121246 h 240904"/>
                <a:gd name="connsiteX11" fmla="*/ 100318 w 219889"/>
                <a:gd name="connsiteY11" fmla="*/ 121246 h 240904"/>
                <a:gd name="connsiteX12" fmla="*/ 138683 w 219889"/>
                <a:gd name="connsiteY12" fmla="*/ 162695 h 240904"/>
                <a:gd name="connsiteX13" fmla="*/ 147564 w 219889"/>
                <a:gd name="connsiteY13" fmla="*/ 162695 h 240904"/>
                <a:gd name="connsiteX14" fmla="*/ 147564 w 219889"/>
                <a:gd name="connsiteY14" fmla="*/ 68813 h 240904"/>
                <a:gd name="connsiteX15" fmla="*/ 138683 w 219889"/>
                <a:gd name="connsiteY15" fmla="*/ 68813 h 240904"/>
                <a:gd name="connsiteX16" fmla="*/ 100318 w 219889"/>
                <a:gd name="connsiteY16" fmla="*/ 110263 h 240904"/>
                <a:gd name="connsiteX17" fmla="*/ 68346 w 219889"/>
                <a:gd name="connsiteY17" fmla="*/ 110263 h 240904"/>
                <a:gd name="connsiteX18" fmla="*/ 68346 w 219889"/>
                <a:gd name="connsiteY18" fmla="*/ 25238 h 240904"/>
                <a:gd name="connsiteX19" fmla="*/ 85753 w 219889"/>
                <a:gd name="connsiteY19" fmla="*/ 11067 h 240904"/>
                <a:gd name="connsiteX20" fmla="*/ 131578 w 219889"/>
                <a:gd name="connsiteY20" fmla="*/ 11067 h 240904"/>
                <a:gd name="connsiteX21" fmla="*/ 201204 w 219889"/>
                <a:gd name="connsiteY21" fmla="*/ 79796 h 240904"/>
                <a:gd name="connsiteX22" fmla="*/ 210085 w 219889"/>
                <a:gd name="connsiteY22" fmla="*/ 79796 h 240904"/>
                <a:gd name="connsiteX23" fmla="*/ 200138 w 219889"/>
                <a:gd name="connsiteY23" fmla="*/ 85 h 240904"/>
                <a:gd name="connsiteX24" fmla="*/ 141 w 219889"/>
                <a:gd name="connsiteY24" fmla="*/ 85 h 240904"/>
                <a:gd name="connsiteX25" fmla="*/ 141 w 219889"/>
                <a:gd name="connsiteY25" fmla="*/ 11067 h 240904"/>
                <a:gd name="connsiteX26" fmla="*/ 8667 w 219889"/>
                <a:gd name="connsiteY26" fmla="*/ 11067 h 240904"/>
                <a:gd name="connsiteX27" fmla="*/ 36731 w 219889"/>
                <a:gd name="connsiteY27" fmla="*/ 27718 h 240904"/>
                <a:gd name="connsiteX28" fmla="*/ 36731 w 219889"/>
                <a:gd name="connsiteY28" fmla="*/ 213356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9889" h="240904">
                  <a:moveTo>
                    <a:pt x="36731" y="213356"/>
                  </a:moveTo>
                  <a:cubicBezTo>
                    <a:pt x="36731" y="226110"/>
                    <a:pt x="36020" y="230007"/>
                    <a:pt x="8667" y="230007"/>
                  </a:cubicBezTo>
                  <a:lnTo>
                    <a:pt x="141" y="230007"/>
                  </a:lnTo>
                  <a:lnTo>
                    <a:pt x="141" y="240989"/>
                  </a:lnTo>
                  <a:lnTo>
                    <a:pt x="205112" y="240989"/>
                  </a:lnTo>
                  <a:lnTo>
                    <a:pt x="220031" y="149587"/>
                  </a:lnTo>
                  <a:lnTo>
                    <a:pt x="211151" y="149587"/>
                  </a:lnTo>
                  <a:cubicBezTo>
                    <a:pt x="202270" y="204145"/>
                    <a:pt x="194099" y="230007"/>
                    <a:pt x="132999" y="230007"/>
                  </a:cubicBezTo>
                  <a:lnTo>
                    <a:pt x="85753" y="230007"/>
                  </a:lnTo>
                  <a:cubicBezTo>
                    <a:pt x="69057" y="230007"/>
                    <a:pt x="68346" y="227527"/>
                    <a:pt x="68346" y="215836"/>
                  </a:cubicBezTo>
                  <a:lnTo>
                    <a:pt x="68346" y="121246"/>
                  </a:lnTo>
                  <a:lnTo>
                    <a:pt x="100318" y="121246"/>
                  </a:lnTo>
                  <a:cubicBezTo>
                    <a:pt x="134775" y="121246"/>
                    <a:pt x="138683" y="132582"/>
                    <a:pt x="138683" y="162695"/>
                  </a:cubicBezTo>
                  <a:lnTo>
                    <a:pt x="147564" y="162695"/>
                  </a:lnTo>
                  <a:lnTo>
                    <a:pt x="147564" y="68813"/>
                  </a:lnTo>
                  <a:lnTo>
                    <a:pt x="138683" y="68813"/>
                  </a:lnTo>
                  <a:cubicBezTo>
                    <a:pt x="138683" y="99281"/>
                    <a:pt x="134775" y="110263"/>
                    <a:pt x="100318" y="110263"/>
                  </a:cubicBezTo>
                  <a:lnTo>
                    <a:pt x="68346" y="110263"/>
                  </a:lnTo>
                  <a:lnTo>
                    <a:pt x="68346" y="25238"/>
                  </a:lnTo>
                  <a:cubicBezTo>
                    <a:pt x="68346" y="13547"/>
                    <a:pt x="69057" y="11067"/>
                    <a:pt x="85753" y="11067"/>
                  </a:cubicBezTo>
                  <a:lnTo>
                    <a:pt x="131578" y="11067"/>
                  </a:lnTo>
                  <a:cubicBezTo>
                    <a:pt x="185929" y="11067"/>
                    <a:pt x="195520" y="30552"/>
                    <a:pt x="201204" y="79796"/>
                  </a:cubicBezTo>
                  <a:lnTo>
                    <a:pt x="210085" y="79796"/>
                  </a:lnTo>
                  <a:lnTo>
                    <a:pt x="200138" y="85"/>
                  </a:lnTo>
                  <a:lnTo>
                    <a:pt x="141" y="85"/>
                  </a:lnTo>
                  <a:lnTo>
                    <a:pt x="141" y="11067"/>
                  </a:lnTo>
                  <a:lnTo>
                    <a:pt x="8667" y="11067"/>
                  </a:lnTo>
                  <a:cubicBezTo>
                    <a:pt x="36020" y="11067"/>
                    <a:pt x="36731" y="14964"/>
                    <a:pt x="36731" y="27718"/>
                  </a:cubicBezTo>
                  <a:lnTo>
                    <a:pt x="36731" y="213356"/>
                  </a:ln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E0814007-3E01-FDAA-107C-86D093EEFD0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835529" y="5394719"/>
              <a:ext cx="119358" cy="156588"/>
            </a:xfrm>
            <a:custGeom>
              <a:avLst/>
              <a:gdLst>
                <a:gd name="connsiteX0" fmla="*/ 49526 w 119358"/>
                <a:gd name="connsiteY0" fmla="*/ 39055 h 156588"/>
                <a:gd name="connsiteX1" fmla="*/ 49526 w 119358"/>
                <a:gd name="connsiteY1" fmla="*/ 85 h 156588"/>
                <a:gd name="connsiteX2" fmla="*/ 148 w 119358"/>
                <a:gd name="connsiteY2" fmla="*/ 3982 h 156588"/>
                <a:gd name="connsiteX3" fmla="*/ 148 w 119358"/>
                <a:gd name="connsiteY3" fmla="*/ 14964 h 156588"/>
                <a:gd name="connsiteX4" fmla="*/ 27857 w 119358"/>
                <a:gd name="connsiteY4" fmla="*/ 34803 h 156588"/>
                <a:gd name="connsiteX5" fmla="*/ 27857 w 119358"/>
                <a:gd name="connsiteY5" fmla="*/ 129748 h 156588"/>
                <a:gd name="connsiteX6" fmla="*/ 148 w 119358"/>
                <a:gd name="connsiteY6" fmla="*/ 145690 h 156588"/>
                <a:gd name="connsiteX7" fmla="*/ 148 w 119358"/>
                <a:gd name="connsiteY7" fmla="*/ 156673 h 156588"/>
                <a:gd name="connsiteX8" fmla="*/ 40645 w 119358"/>
                <a:gd name="connsiteY8" fmla="*/ 155610 h 156588"/>
                <a:gd name="connsiteX9" fmla="*/ 85760 w 119358"/>
                <a:gd name="connsiteY9" fmla="*/ 156673 h 156588"/>
                <a:gd name="connsiteX10" fmla="*/ 85760 w 119358"/>
                <a:gd name="connsiteY10" fmla="*/ 145690 h 156588"/>
                <a:gd name="connsiteX11" fmla="*/ 78300 w 119358"/>
                <a:gd name="connsiteY11" fmla="*/ 145690 h 156588"/>
                <a:gd name="connsiteX12" fmla="*/ 51302 w 119358"/>
                <a:gd name="connsiteY12" fmla="*/ 129040 h 156588"/>
                <a:gd name="connsiteX13" fmla="*/ 51302 w 119358"/>
                <a:gd name="connsiteY13" fmla="*/ 74482 h 156588"/>
                <a:gd name="connsiteX14" fmla="*/ 93220 w 119358"/>
                <a:gd name="connsiteY14" fmla="*/ 7879 h 156588"/>
                <a:gd name="connsiteX15" fmla="*/ 97127 w 119358"/>
                <a:gd name="connsiteY15" fmla="*/ 8233 h 156588"/>
                <a:gd name="connsiteX16" fmla="*/ 88957 w 119358"/>
                <a:gd name="connsiteY16" fmla="*/ 22050 h 156588"/>
                <a:gd name="connsiteX17" fmla="*/ 104232 w 119358"/>
                <a:gd name="connsiteY17" fmla="*/ 37283 h 156588"/>
                <a:gd name="connsiteX18" fmla="*/ 119507 w 119358"/>
                <a:gd name="connsiteY18" fmla="*/ 21695 h 156588"/>
                <a:gd name="connsiteX19" fmla="*/ 93220 w 119358"/>
                <a:gd name="connsiteY19" fmla="*/ 85 h 156588"/>
                <a:gd name="connsiteX20" fmla="*/ 49526 w 119358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358" h="156588">
                  <a:moveTo>
                    <a:pt x="49526" y="39055"/>
                  </a:moveTo>
                  <a:lnTo>
                    <a:pt x="49526" y="85"/>
                  </a:lnTo>
                  <a:lnTo>
                    <a:pt x="148" y="3982"/>
                  </a:lnTo>
                  <a:lnTo>
                    <a:pt x="148" y="14964"/>
                  </a:lnTo>
                  <a:cubicBezTo>
                    <a:pt x="25015" y="14964"/>
                    <a:pt x="27857" y="17444"/>
                    <a:pt x="27857" y="34803"/>
                  </a:cubicBezTo>
                  <a:lnTo>
                    <a:pt x="27857" y="129748"/>
                  </a:lnTo>
                  <a:cubicBezTo>
                    <a:pt x="27857" y="145690"/>
                    <a:pt x="23949" y="145690"/>
                    <a:pt x="148" y="145690"/>
                  </a:cubicBezTo>
                  <a:lnTo>
                    <a:pt x="148" y="156673"/>
                  </a:lnTo>
                  <a:cubicBezTo>
                    <a:pt x="14002" y="156318"/>
                    <a:pt x="30698" y="155610"/>
                    <a:pt x="40645" y="155610"/>
                  </a:cubicBezTo>
                  <a:cubicBezTo>
                    <a:pt x="54854" y="155610"/>
                    <a:pt x="71550" y="155610"/>
                    <a:pt x="85760" y="156673"/>
                  </a:cubicBezTo>
                  <a:lnTo>
                    <a:pt x="85760" y="145690"/>
                  </a:lnTo>
                  <a:lnTo>
                    <a:pt x="78300" y="145690"/>
                  </a:lnTo>
                  <a:cubicBezTo>
                    <a:pt x="52012" y="145690"/>
                    <a:pt x="51302" y="141793"/>
                    <a:pt x="51302" y="129040"/>
                  </a:cubicBezTo>
                  <a:lnTo>
                    <a:pt x="51302" y="74482"/>
                  </a:lnTo>
                  <a:cubicBezTo>
                    <a:pt x="51302" y="39409"/>
                    <a:pt x="66222" y="7879"/>
                    <a:pt x="93220" y="7879"/>
                  </a:cubicBezTo>
                  <a:cubicBezTo>
                    <a:pt x="95706" y="7879"/>
                    <a:pt x="96417" y="7879"/>
                    <a:pt x="97127" y="8233"/>
                  </a:cubicBezTo>
                  <a:cubicBezTo>
                    <a:pt x="96061" y="8587"/>
                    <a:pt x="88957" y="12838"/>
                    <a:pt x="88957" y="22050"/>
                  </a:cubicBezTo>
                  <a:cubicBezTo>
                    <a:pt x="88957" y="31969"/>
                    <a:pt x="96417" y="37283"/>
                    <a:pt x="104232" y="37283"/>
                  </a:cubicBezTo>
                  <a:cubicBezTo>
                    <a:pt x="110626" y="37283"/>
                    <a:pt x="119507" y="33032"/>
                    <a:pt x="119507" y="21695"/>
                  </a:cubicBezTo>
                  <a:cubicBezTo>
                    <a:pt x="119507" y="10359"/>
                    <a:pt x="108495" y="85"/>
                    <a:pt x="93220" y="85"/>
                  </a:cubicBezTo>
                  <a:cubicBezTo>
                    <a:pt x="67287" y="85"/>
                    <a:pt x="54499" y="23821"/>
                    <a:pt x="49526" y="39055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4CB22C4D-784A-8C72-0435-AB61636A6E9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974663" y="5394719"/>
              <a:ext cx="119358" cy="156588"/>
            </a:xfrm>
            <a:custGeom>
              <a:avLst/>
              <a:gdLst>
                <a:gd name="connsiteX0" fmla="*/ 49530 w 119358"/>
                <a:gd name="connsiteY0" fmla="*/ 39055 h 156588"/>
                <a:gd name="connsiteX1" fmla="*/ 49530 w 119358"/>
                <a:gd name="connsiteY1" fmla="*/ 85 h 156588"/>
                <a:gd name="connsiteX2" fmla="*/ 152 w 119358"/>
                <a:gd name="connsiteY2" fmla="*/ 3982 h 156588"/>
                <a:gd name="connsiteX3" fmla="*/ 152 w 119358"/>
                <a:gd name="connsiteY3" fmla="*/ 14964 h 156588"/>
                <a:gd name="connsiteX4" fmla="*/ 27860 w 119358"/>
                <a:gd name="connsiteY4" fmla="*/ 34803 h 156588"/>
                <a:gd name="connsiteX5" fmla="*/ 27860 w 119358"/>
                <a:gd name="connsiteY5" fmla="*/ 129748 h 156588"/>
                <a:gd name="connsiteX6" fmla="*/ 152 w 119358"/>
                <a:gd name="connsiteY6" fmla="*/ 145690 h 156588"/>
                <a:gd name="connsiteX7" fmla="*/ 152 w 119358"/>
                <a:gd name="connsiteY7" fmla="*/ 156673 h 156588"/>
                <a:gd name="connsiteX8" fmla="*/ 40649 w 119358"/>
                <a:gd name="connsiteY8" fmla="*/ 155610 h 156588"/>
                <a:gd name="connsiteX9" fmla="*/ 85764 w 119358"/>
                <a:gd name="connsiteY9" fmla="*/ 156673 h 156588"/>
                <a:gd name="connsiteX10" fmla="*/ 85764 w 119358"/>
                <a:gd name="connsiteY10" fmla="*/ 145690 h 156588"/>
                <a:gd name="connsiteX11" fmla="*/ 78304 w 119358"/>
                <a:gd name="connsiteY11" fmla="*/ 145690 h 156588"/>
                <a:gd name="connsiteX12" fmla="*/ 51306 w 119358"/>
                <a:gd name="connsiteY12" fmla="*/ 129040 h 156588"/>
                <a:gd name="connsiteX13" fmla="*/ 51306 w 119358"/>
                <a:gd name="connsiteY13" fmla="*/ 74482 h 156588"/>
                <a:gd name="connsiteX14" fmla="*/ 93224 w 119358"/>
                <a:gd name="connsiteY14" fmla="*/ 7879 h 156588"/>
                <a:gd name="connsiteX15" fmla="*/ 97131 w 119358"/>
                <a:gd name="connsiteY15" fmla="*/ 8233 h 156588"/>
                <a:gd name="connsiteX16" fmla="*/ 88961 w 119358"/>
                <a:gd name="connsiteY16" fmla="*/ 22050 h 156588"/>
                <a:gd name="connsiteX17" fmla="*/ 104236 w 119358"/>
                <a:gd name="connsiteY17" fmla="*/ 37283 h 156588"/>
                <a:gd name="connsiteX18" fmla="*/ 119511 w 119358"/>
                <a:gd name="connsiteY18" fmla="*/ 21695 h 156588"/>
                <a:gd name="connsiteX19" fmla="*/ 93224 w 119358"/>
                <a:gd name="connsiteY19" fmla="*/ 85 h 156588"/>
                <a:gd name="connsiteX20" fmla="*/ 49530 w 119358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358" h="156588">
                  <a:moveTo>
                    <a:pt x="49530" y="39055"/>
                  </a:moveTo>
                  <a:lnTo>
                    <a:pt x="49530" y="85"/>
                  </a:lnTo>
                  <a:lnTo>
                    <a:pt x="152" y="3982"/>
                  </a:lnTo>
                  <a:lnTo>
                    <a:pt x="152" y="14964"/>
                  </a:lnTo>
                  <a:cubicBezTo>
                    <a:pt x="25019" y="14964"/>
                    <a:pt x="27860" y="17444"/>
                    <a:pt x="27860" y="34803"/>
                  </a:cubicBezTo>
                  <a:lnTo>
                    <a:pt x="27860" y="129748"/>
                  </a:lnTo>
                  <a:cubicBezTo>
                    <a:pt x="27860" y="145690"/>
                    <a:pt x="23953" y="145690"/>
                    <a:pt x="152" y="145690"/>
                  </a:cubicBezTo>
                  <a:lnTo>
                    <a:pt x="152" y="156673"/>
                  </a:lnTo>
                  <a:cubicBezTo>
                    <a:pt x="14006" y="156318"/>
                    <a:pt x="30702" y="155610"/>
                    <a:pt x="40649" y="155610"/>
                  </a:cubicBezTo>
                  <a:cubicBezTo>
                    <a:pt x="54858" y="155610"/>
                    <a:pt x="71554" y="155610"/>
                    <a:pt x="85764" y="156673"/>
                  </a:cubicBezTo>
                  <a:lnTo>
                    <a:pt x="85764" y="145690"/>
                  </a:lnTo>
                  <a:lnTo>
                    <a:pt x="78304" y="145690"/>
                  </a:lnTo>
                  <a:cubicBezTo>
                    <a:pt x="52016" y="145690"/>
                    <a:pt x="51306" y="141793"/>
                    <a:pt x="51306" y="129040"/>
                  </a:cubicBezTo>
                  <a:lnTo>
                    <a:pt x="51306" y="74482"/>
                  </a:lnTo>
                  <a:cubicBezTo>
                    <a:pt x="51306" y="39409"/>
                    <a:pt x="66226" y="7879"/>
                    <a:pt x="93224" y="7879"/>
                  </a:cubicBezTo>
                  <a:cubicBezTo>
                    <a:pt x="95710" y="7879"/>
                    <a:pt x="96421" y="7879"/>
                    <a:pt x="97131" y="8233"/>
                  </a:cubicBezTo>
                  <a:cubicBezTo>
                    <a:pt x="96065" y="8587"/>
                    <a:pt x="88961" y="12838"/>
                    <a:pt x="88961" y="22050"/>
                  </a:cubicBezTo>
                  <a:cubicBezTo>
                    <a:pt x="88961" y="31969"/>
                    <a:pt x="96421" y="37283"/>
                    <a:pt x="104236" y="37283"/>
                  </a:cubicBezTo>
                  <a:cubicBezTo>
                    <a:pt x="110630" y="37283"/>
                    <a:pt x="119511" y="33032"/>
                    <a:pt x="119511" y="21695"/>
                  </a:cubicBezTo>
                  <a:cubicBezTo>
                    <a:pt x="119511" y="10359"/>
                    <a:pt x="108499" y="85"/>
                    <a:pt x="93224" y="85"/>
                  </a:cubicBezTo>
                  <a:cubicBezTo>
                    <a:pt x="67291" y="85"/>
                    <a:pt x="54503" y="23821"/>
                    <a:pt x="49530" y="39055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8CBFBBFF-6727-A7AC-C7D3-B286DC7BD69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113797" y="5392593"/>
              <a:ext cx="157368" cy="162610"/>
            </a:xfrm>
            <a:custGeom>
              <a:avLst/>
              <a:gdLst>
                <a:gd name="connsiteX0" fmla="*/ 157525 w 157368"/>
                <a:gd name="connsiteY0" fmla="*/ 82984 h 162610"/>
                <a:gd name="connsiteX1" fmla="*/ 79018 w 157368"/>
                <a:gd name="connsiteY1" fmla="*/ 85 h 162610"/>
                <a:gd name="connsiteX2" fmla="*/ 156 w 157368"/>
                <a:gd name="connsiteY2" fmla="*/ 82984 h 162610"/>
                <a:gd name="connsiteX3" fmla="*/ 78663 w 157368"/>
                <a:gd name="connsiteY3" fmla="*/ 162695 h 162610"/>
                <a:gd name="connsiteX4" fmla="*/ 157525 w 157368"/>
                <a:gd name="connsiteY4" fmla="*/ 82984 h 162610"/>
                <a:gd name="connsiteX5" fmla="*/ 79018 w 157368"/>
                <a:gd name="connsiteY5" fmla="*/ 153839 h 162610"/>
                <a:gd name="connsiteX6" fmla="*/ 38521 w 157368"/>
                <a:gd name="connsiteY6" fmla="*/ 130102 h 162610"/>
                <a:gd name="connsiteX7" fmla="*/ 29640 w 157368"/>
                <a:gd name="connsiteY7" fmla="*/ 80150 h 162610"/>
                <a:gd name="connsiteX8" fmla="*/ 38166 w 157368"/>
                <a:gd name="connsiteY8" fmla="*/ 31615 h 162610"/>
                <a:gd name="connsiteX9" fmla="*/ 78663 w 157368"/>
                <a:gd name="connsiteY9" fmla="*/ 7879 h 162610"/>
                <a:gd name="connsiteX10" fmla="*/ 118804 w 157368"/>
                <a:gd name="connsiteY10" fmla="*/ 30906 h 162610"/>
                <a:gd name="connsiteX11" fmla="*/ 128040 w 157368"/>
                <a:gd name="connsiteY11" fmla="*/ 80150 h 162610"/>
                <a:gd name="connsiteX12" fmla="*/ 120225 w 157368"/>
                <a:gd name="connsiteY12" fmla="*/ 127622 h 162610"/>
                <a:gd name="connsiteX13" fmla="*/ 79018 w 157368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68" h="162610">
                  <a:moveTo>
                    <a:pt x="157525" y="82984"/>
                  </a:moveTo>
                  <a:cubicBezTo>
                    <a:pt x="157525" y="37637"/>
                    <a:pt x="122001" y="85"/>
                    <a:pt x="79018" y="85"/>
                  </a:cubicBezTo>
                  <a:cubicBezTo>
                    <a:pt x="34614" y="85"/>
                    <a:pt x="156" y="38700"/>
                    <a:pt x="156" y="82984"/>
                  </a:cubicBezTo>
                  <a:cubicBezTo>
                    <a:pt x="156" y="128685"/>
                    <a:pt x="37100" y="162695"/>
                    <a:pt x="78663" y="162695"/>
                  </a:cubicBezTo>
                  <a:cubicBezTo>
                    <a:pt x="121646" y="162695"/>
                    <a:pt x="157525" y="127977"/>
                    <a:pt x="157525" y="82984"/>
                  </a:cubicBezTo>
                  <a:close/>
                  <a:moveTo>
                    <a:pt x="79018" y="153839"/>
                  </a:moveTo>
                  <a:cubicBezTo>
                    <a:pt x="63743" y="153839"/>
                    <a:pt x="48113" y="146399"/>
                    <a:pt x="38521" y="130102"/>
                  </a:cubicBezTo>
                  <a:cubicBezTo>
                    <a:pt x="29640" y="114514"/>
                    <a:pt x="29640" y="92904"/>
                    <a:pt x="29640" y="80150"/>
                  </a:cubicBezTo>
                  <a:cubicBezTo>
                    <a:pt x="29640" y="66333"/>
                    <a:pt x="29640" y="47203"/>
                    <a:pt x="38166" y="31615"/>
                  </a:cubicBezTo>
                  <a:cubicBezTo>
                    <a:pt x="47757" y="15318"/>
                    <a:pt x="64453" y="7879"/>
                    <a:pt x="78663" y="7879"/>
                  </a:cubicBezTo>
                  <a:cubicBezTo>
                    <a:pt x="94293" y="7879"/>
                    <a:pt x="109568" y="15673"/>
                    <a:pt x="118804" y="30906"/>
                  </a:cubicBezTo>
                  <a:cubicBezTo>
                    <a:pt x="128040" y="46140"/>
                    <a:pt x="128040" y="66688"/>
                    <a:pt x="128040" y="80150"/>
                  </a:cubicBezTo>
                  <a:cubicBezTo>
                    <a:pt x="128040" y="92904"/>
                    <a:pt x="128040" y="112035"/>
                    <a:pt x="120225" y="127622"/>
                  </a:cubicBezTo>
                  <a:cubicBezTo>
                    <a:pt x="112410" y="143565"/>
                    <a:pt x="96780" y="153839"/>
                    <a:pt x="79018" y="153839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09646CF8-2E6A-5652-E76E-D32E67B6E45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291415" y="5394719"/>
              <a:ext cx="119358" cy="156588"/>
            </a:xfrm>
            <a:custGeom>
              <a:avLst/>
              <a:gdLst>
                <a:gd name="connsiteX0" fmla="*/ 49539 w 119358"/>
                <a:gd name="connsiteY0" fmla="*/ 39055 h 156588"/>
                <a:gd name="connsiteX1" fmla="*/ 49539 w 119358"/>
                <a:gd name="connsiteY1" fmla="*/ 85 h 156588"/>
                <a:gd name="connsiteX2" fmla="*/ 161 w 119358"/>
                <a:gd name="connsiteY2" fmla="*/ 3982 h 156588"/>
                <a:gd name="connsiteX3" fmla="*/ 161 w 119358"/>
                <a:gd name="connsiteY3" fmla="*/ 14964 h 156588"/>
                <a:gd name="connsiteX4" fmla="*/ 27869 w 119358"/>
                <a:gd name="connsiteY4" fmla="*/ 34803 h 156588"/>
                <a:gd name="connsiteX5" fmla="*/ 27869 w 119358"/>
                <a:gd name="connsiteY5" fmla="*/ 129748 h 156588"/>
                <a:gd name="connsiteX6" fmla="*/ 161 w 119358"/>
                <a:gd name="connsiteY6" fmla="*/ 145690 h 156588"/>
                <a:gd name="connsiteX7" fmla="*/ 161 w 119358"/>
                <a:gd name="connsiteY7" fmla="*/ 156673 h 156588"/>
                <a:gd name="connsiteX8" fmla="*/ 40658 w 119358"/>
                <a:gd name="connsiteY8" fmla="*/ 155610 h 156588"/>
                <a:gd name="connsiteX9" fmla="*/ 85772 w 119358"/>
                <a:gd name="connsiteY9" fmla="*/ 156673 h 156588"/>
                <a:gd name="connsiteX10" fmla="*/ 85772 w 119358"/>
                <a:gd name="connsiteY10" fmla="*/ 145690 h 156588"/>
                <a:gd name="connsiteX11" fmla="*/ 78313 w 119358"/>
                <a:gd name="connsiteY11" fmla="*/ 145690 h 156588"/>
                <a:gd name="connsiteX12" fmla="*/ 51315 w 119358"/>
                <a:gd name="connsiteY12" fmla="*/ 129040 h 156588"/>
                <a:gd name="connsiteX13" fmla="*/ 51315 w 119358"/>
                <a:gd name="connsiteY13" fmla="*/ 74482 h 156588"/>
                <a:gd name="connsiteX14" fmla="*/ 93232 w 119358"/>
                <a:gd name="connsiteY14" fmla="*/ 7879 h 156588"/>
                <a:gd name="connsiteX15" fmla="*/ 97140 w 119358"/>
                <a:gd name="connsiteY15" fmla="*/ 8233 h 156588"/>
                <a:gd name="connsiteX16" fmla="*/ 88970 w 119358"/>
                <a:gd name="connsiteY16" fmla="*/ 22050 h 156588"/>
                <a:gd name="connsiteX17" fmla="*/ 104245 w 119358"/>
                <a:gd name="connsiteY17" fmla="*/ 37283 h 156588"/>
                <a:gd name="connsiteX18" fmla="*/ 119520 w 119358"/>
                <a:gd name="connsiteY18" fmla="*/ 21695 h 156588"/>
                <a:gd name="connsiteX19" fmla="*/ 93232 w 119358"/>
                <a:gd name="connsiteY19" fmla="*/ 85 h 156588"/>
                <a:gd name="connsiteX20" fmla="*/ 49539 w 119358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358" h="156588">
                  <a:moveTo>
                    <a:pt x="49539" y="39055"/>
                  </a:moveTo>
                  <a:lnTo>
                    <a:pt x="49539" y="85"/>
                  </a:lnTo>
                  <a:lnTo>
                    <a:pt x="161" y="3982"/>
                  </a:lnTo>
                  <a:lnTo>
                    <a:pt x="161" y="14964"/>
                  </a:lnTo>
                  <a:cubicBezTo>
                    <a:pt x="25027" y="14964"/>
                    <a:pt x="27869" y="17444"/>
                    <a:pt x="27869" y="34803"/>
                  </a:cubicBezTo>
                  <a:lnTo>
                    <a:pt x="27869" y="129748"/>
                  </a:lnTo>
                  <a:cubicBezTo>
                    <a:pt x="27869" y="145690"/>
                    <a:pt x="23962" y="145690"/>
                    <a:pt x="161" y="145690"/>
                  </a:cubicBezTo>
                  <a:lnTo>
                    <a:pt x="161" y="156673"/>
                  </a:lnTo>
                  <a:cubicBezTo>
                    <a:pt x="14015" y="156318"/>
                    <a:pt x="30711" y="155610"/>
                    <a:pt x="40658" y="155610"/>
                  </a:cubicBezTo>
                  <a:cubicBezTo>
                    <a:pt x="54867" y="155610"/>
                    <a:pt x="71563" y="155610"/>
                    <a:pt x="85772" y="156673"/>
                  </a:cubicBezTo>
                  <a:lnTo>
                    <a:pt x="85772" y="145690"/>
                  </a:lnTo>
                  <a:lnTo>
                    <a:pt x="78313" y="145690"/>
                  </a:lnTo>
                  <a:cubicBezTo>
                    <a:pt x="52025" y="145690"/>
                    <a:pt x="51315" y="141793"/>
                    <a:pt x="51315" y="129040"/>
                  </a:cubicBezTo>
                  <a:lnTo>
                    <a:pt x="51315" y="74482"/>
                  </a:lnTo>
                  <a:cubicBezTo>
                    <a:pt x="51315" y="39409"/>
                    <a:pt x="66235" y="7879"/>
                    <a:pt x="93232" y="7879"/>
                  </a:cubicBezTo>
                  <a:cubicBezTo>
                    <a:pt x="95719" y="7879"/>
                    <a:pt x="96429" y="7879"/>
                    <a:pt x="97140" y="8233"/>
                  </a:cubicBezTo>
                  <a:cubicBezTo>
                    <a:pt x="96074" y="8587"/>
                    <a:pt x="88970" y="12838"/>
                    <a:pt x="88970" y="22050"/>
                  </a:cubicBezTo>
                  <a:cubicBezTo>
                    <a:pt x="88970" y="31969"/>
                    <a:pt x="96429" y="37283"/>
                    <a:pt x="104245" y="37283"/>
                  </a:cubicBezTo>
                  <a:cubicBezTo>
                    <a:pt x="110639" y="37283"/>
                    <a:pt x="119520" y="33032"/>
                    <a:pt x="119520" y="21695"/>
                  </a:cubicBezTo>
                  <a:cubicBezTo>
                    <a:pt x="119520" y="10359"/>
                    <a:pt x="108507" y="85"/>
                    <a:pt x="93232" y="85"/>
                  </a:cubicBezTo>
                  <a:cubicBezTo>
                    <a:pt x="67300" y="85"/>
                    <a:pt x="54512" y="23821"/>
                    <a:pt x="49539" y="39055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FA82C1D-F336-53F8-3093-E65B3903A28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550736" y="5314299"/>
              <a:ext cx="76020" cy="237007"/>
            </a:xfrm>
            <a:custGeom>
              <a:avLst/>
              <a:gdLst>
                <a:gd name="connsiteX0" fmla="*/ 51322 w 76020"/>
                <a:gd name="connsiteY0" fmla="*/ 80504 h 237007"/>
                <a:gd name="connsiteX1" fmla="*/ 1589 w 76020"/>
                <a:gd name="connsiteY1" fmla="*/ 84401 h 237007"/>
                <a:gd name="connsiteX2" fmla="*/ 1589 w 76020"/>
                <a:gd name="connsiteY2" fmla="*/ 95384 h 237007"/>
                <a:gd name="connsiteX3" fmla="*/ 27877 w 76020"/>
                <a:gd name="connsiteY3" fmla="*/ 114869 h 237007"/>
                <a:gd name="connsiteX4" fmla="*/ 27877 w 76020"/>
                <a:gd name="connsiteY4" fmla="*/ 210168 h 237007"/>
                <a:gd name="connsiteX5" fmla="*/ 168 w 76020"/>
                <a:gd name="connsiteY5" fmla="*/ 226110 h 237007"/>
                <a:gd name="connsiteX6" fmla="*/ 168 w 76020"/>
                <a:gd name="connsiteY6" fmla="*/ 237092 h 237007"/>
                <a:gd name="connsiteX7" fmla="*/ 39244 w 76020"/>
                <a:gd name="connsiteY7" fmla="*/ 236029 h 237007"/>
                <a:gd name="connsiteX8" fmla="*/ 76188 w 76020"/>
                <a:gd name="connsiteY8" fmla="*/ 237092 h 237007"/>
                <a:gd name="connsiteX9" fmla="*/ 76188 w 76020"/>
                <a:gd name="connsiteY9" fmla="*/ 226110 h 237007"/>
                <a:gd name="connsiteX10" fmla="*/ 51322 w 76020"/>
                <a:gd name="connsiteY10" fmla="*/ 210522 h 237007"/>
                <a:gd name="connsiteX11" fmla="*/ 51322 w 76020"/>
                <a:gd name="connsiteY11" fmla="*/ 80504 h 237007"/>
                <a:gd name="connsiteX12" fmla="*/ 52743 w 76020"/>
                <a:gd name="connsiteY12" fmla="*/ 18861 h 237007"/>
                <a:gd name="connsiteX13" fmla="*/ 33915 w 76020"/>
                <a:gd name="connsiteY13" fmla="*/ 85 h 237007"/>
                <a:gd name="connsiteX14" fmla="*/ 15088 w 76020"/>
                <a:gd name="connsiteY14" fmla="*/ 18861 h 237007"/>
                <a:gd name="connsiteX15" fmla="*/ 33915 w 76020"/>
                <a:gd name="connsiteY15" fmla="*/ 37637 h 237007"/>
                <a:gd name="connsiteX16" fmla="*/ 52743 w 76020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020" h="237007">
                  <a:moveTo>
                    <a:pt x="51322" y="80504"/>
                  </a:moveTo>
                  <a:lnTo>
                    <a:pt x="1589" y="84401"/>
                  </a:lnTo>
                  <a:lnTo>
                    <a:pt x="1589" y="95384"/>
                  </a:lnTo>
                  <a:cubicBezTo>
                    <a:pt x="24679" y="95384"/>
                    <a:pt x="27877" y="97509"/>
                    <a:pt x="27877" y="114869"/>
                  </a:cubicBezTo>
                  <a:lnTo>
                    <a:pt x="27877" y="210168"/>
                  </a:lnTo>
                  <a:cubicBezTo>
                    <a:pt x="27877" y="226110"/>
                    <a:pt x="23969" y="226110"/>
                    <a:pt x="168" y="226110"/>
                  </a:cubicBezTo>
                  <a:lnTo>
                    <a:pt x="168" y="237092"/>
                  </a:lnTo>
                  <a:cubicBezTo>
                    <a:pt x="11536" y="236738"/>
                    <a:pt x="30718" y="236029"/>
                    <a:pt x="39244" y="236029"/>
                  </a:cubicBezTo>
                  <a:cubicBezTo>
                    <a:pt x="51677" y="236029"/>
                    <a:pt x="64110" y="236738"/>
                    <a:pt x="76188" y="237092"/>
                  </a:cubicBezTo>
                  <a:lnTo>
                    <a:pt x="76188" y="226110"/>
                  </a:lnTo>
                  <a:cubicBezTo>
                    <a:pt x="52743" y="226110"/>
                    <a:pt x="51322" y="224339"/>
                    <a:pt x="51322" y="210522"/>
                  </a:cubicBezTo>
                  <a:lnTo>
                    <a:pt x="51322" y="80504"/>
                  </a:lnTo>
                  <a:close/>
                  <a:moveTo>
                    <a:pt x="52743" y="18861"/>
                  </a:moveTo>
                  <a:cubicBezTo>
                    <a:pt x="52743" y="7524"/>
                    <a:pt x="43862" y="85"/>
                    <a:pt x="33915" y="85"/>
                  </a:cubicBezTo>
                  <a:cubicBezTo>
                    <a:pt x="22903" y="85"/>
                    <a:pt x="15088" y="9650"/>
                    <a:pt x="15088" y="18861"/>
                  </a:cubicBezTo>
                  <a:cubicBezTo>
                    <a:pt x="15088" y="28426"/>
                    <a:pt x="22903" y="37637"/>
                    <a:pt x="33915" y="37637"/>
                  </a:cubicBezTo>
                  <a:cubicBezTo>
                    <a:pt x="43862" y="37637"/>
                    <a:pt x="52743" y="30198"/>
                    <a:pt x="52743" y="18861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7934BA-3854-BD55-B5B6-DD88E27A42C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649058" y="5394719"/>
              <a:ext cx="178682" cy="156588"/>
            </a:xfrm>
            <a:custGeom>
              <a:avLst/>
              <a:gdLst>
                <a:gd name="connsiteX0" fmla="*/ 27879 w 178682"/>
                <a:gd name="connsiteY0" fmla="*/ 34803 h 156588"/>
                <a:gd name="connsiteX1" fmla="*/ 27879 w 178682"/>
                <a:gd name="connsiteY1" fmla="*/ 129748 h 156588"/>
                <a:gd name="connsiteX2" fmla="*/ 171 w 178682"/>
                <a:gd name="connsiteY2" fmla="*/ 145690 h 156588"/>
                <a:gd name="connsiteX3" fmla="*/ 171 w 178682"/>
                <a:gd name="connsiteY3" fmla="*/ 156673 h 156588"/>
                <a:gd name="connsiteX4" fmla="*/ 40313 w 178682"/>
                <a:gd name="connsiteY4" fmla="*/ 155610 h 156588"/>
                <a:gd name="connsiteX5" fmla="*/ 80099 w 178682"/>
                <a:gd name="connsiteY5" fmla="*/ 156673 h 156588"/>
                <a:gd name="connsiteX6" fmla="*/ 80099 w 178682"/>
                <a:gd name="connsiteY6" fmla="*/ 145690 h 156588"/>
                <a:gd name="connsiteX7" fmla="*/ 52390 w 178682"/>
                <a:gd name="connsiteY7" fmla="*/ 129748 h 156588"/>
                <a:gd name="connsiteX8" fmla="*/ 52390 w 178682"/>
                <a:gd name="connsiteY8" fmla="*/ 64562 h 156588"/>
                <a:gd name="connsiteX9" fmla="*/ 100347 w 178682"/>
                <a:gd name="connsiteY9" fmla="*/ 7879 h 156588"/>
                <a:gd name="connsiteX10" fmla="*/ 126634 w 178682"/>
                <a:gd name="connsiteY10" fmla="*/ 47203 h 156588"/>
                <a:gd name="connsiteX11" fmla="*/ 126634 w 178682"/>
                <a:gd name="connsiteY11" fmla="*/ 129748 h 156588"/>
                <a:gd name="connsiteX12" fmla="*/ 98926 w 178682"/>
                <a:gd name="connsiteY12" fmla="*/ 145690 h 156588"/>
                <a:gd name="connsiteX13" fmla="*/ 98926 w 178682"/>
                <a:gd name="connsiteY13" fmla="*/ 156673 h 156588"/>
                <a:gd name="connsiteX14" fmla="*/ 139068 w 178682"/>
                <a:gd name="connsiteY14" fmla="*/ 155610 h 156588"/>
                <a:gd name="connsiteX15" fmla="*/ 178854 w 178682"/>
                <a:gd name="connsiteY15" fmla="*/ 156673 h 156588"/>
                <a:gd name="connsiteX16" fmla="*/ 178854 w 178682"/>
                <a:gd name="connsiteY16" fmla="*/ 145690 h 156588"/>
                <a:gd name="connsiteX17" fmla="*/ 151146 w 178682"/>
                <a:gd name="connsiteY17" fmla="*/ 135062 h 156588"/>
                <a:gd name="connsiteX18" fmla="*/ 151146 w 178682"/>
                <a:gd name="connsiteY18" fmla="*/ 67396 h 156588"/>
                <a:gd name="connsiteX19" fmla="*/ 140133 w 178682"/>
                <a:gd name="connsiteY19" fmla="*/ 13193 h 156588"/>
                <a:gd name="connsiteX20" fmla="*/ 102834 w 178682"/>
                <a:gd name="connsiteY20" fmla="*/ 85 h 156588"/>
                <a:gd name="connsiteX21" fmla="*/ 50259 w 178682"/>
                <a:gd name="connsiteY21" fmla="*/ 37283 h 156588"/>
                <a:gd name="connsiteX22" fmla="*/ 50259 w 178682"/>
                <a:gd name="connsiteY22" fmla="*/ 85 h 156588"/>
                <a:gd name="connsiteX23" fmla="*/ 171 w 178682"/>
                <a:gd name="connsiteY23" fmla="*/ 3982 h 156588"/>
                <a:gd name="connsiteX24" fmla="*/ 171 w 178682"/>
                <a:gd name="connsiteY24" fmla="*/ 14964 h 156588"/>
                <a:gd name="connsiteX25" fmla="*/ 27879 w 178682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682" h="156588">
                  <a:moveTo>
                    <a:pt x="27879" y="34803"/>
                  </a:moveTo>
                  <a:lnTo>
                    <a:pt x="27879" y="129748"/>
                  </a:lnTo>
                  <a:cubicBezTo>
                    <a:pt x="27879" y="145690"/>
                    <a:pt x="23972" y="145690"/>
                    <a:pt x="171" y="145690"/>
                  </a:cubicBezTo>
                  <a:lnTo>
                    <a:pt x="171" y="156673"/>
                  </a:lnTo>
                  <a:cubicBezTo>
                    <a:pt x="12604" y="156318"/>
                    <a:pt x="30721" y="155610"/>
                    <a:pt x="40313" y="155610"/>
                  </a:cubicBezTo>
                  <a:cubicBezTo>
                    <a:pt x="49549" y="155610"/>
                    <a:pt x="68021" y="156318"/>
                    <a:pt x="80099" y="156673"/>
                  </a:cubicBezTo>
                  <a:lnTo>
                    <a:pt x="80099" y="145690"/>
                  </a:lnTo>
                  <a:cubicBezTo>
                    <a:pt x="56298" y="145690"/>
                    <a:pt x="52390" y="145690"/>
                    <a:pt x="52390" y="129748"/>
                  </a:cubicBezTo>
                  <a:lnTo>
                    <a:pt x="52390" y="64562"/>
                  </a:lnTo>
                  <a:cubicBezTo>
                    <a:pt x="52390" y="27718"/>
                    <a:pt x="77612" y="7879"/>
                    <a:pt x="100347" y="7879"/>
                  </a:cubicBezTo>
                  <a:cubicBezTo>
                    <a:pt x="122727" y="7879"/>
                    <a:pt x="126634" y="27009"/>
                    <a:pt x="126634" y="47203"/>
                  </a:cubicBezTo>
                  <a:lnTo>
                    <a:pt x="126634" y="129748"/>
                  </a:lnTo>
                  <a:cubicBezTo>
                    <a:pt x="126634" y="145690"/>
                    <a:pt x="122727" y="145690"/>
                    <a:pt x="98926" y="145690"/>
                  </a:cubicBezTo>
                  <a:lnTo>
                    <a:pt x="98926" y="156673"/>
                  </a:lnTo>
                  <a:cubicBezTo>
                    <a:pt x="111359" y="156318"/>
                    <a:pt x="129476" y="155610"/>
                    <a:pt x="139068" y="155610"/>
                  </a:cubicBezTo>
                  <a:cubicBezTo>
                    <a:pt x="148304" y="155610"/>
                    <a:pt x="166776" y="156318"/>
                    <a:pt x="178854" y="156673"/>
                  </a:cubicBezTo>
                  <a:lnTo>
                    <a:pt x="178854" y="145690"/>
                  </a:lnTo>
                  <a:cubicBezTo>
                    <a:pt x="160382" y="145690"/>
                    <a:pt x="151501" y="145690"/>
                    <a:pt x="151146" y="135062"/>
                  </a:cubicBezTo>
                  <a:lnTo>
                    <a:pt x="151146" y="67396"/>
                  </a:lnTo>
                  <a:cubicBezTo>
                    <a:pt x="151146" y="36929"/>
                    <a:pt x="151146" y="25947"/>
                    <a:pt x="140133" y="13193"/>
                  </a:cubicBezTo>
                  <a:cubicBezTo>
                    <a:pt x="135160" y="7170"/>
                    <a:pt x="123437" y="85"/>
                    <a:pt x="102834" y="85"/>
                  </a:cubicBezTo>
                  <a:cubicBezTo>
                    <a:pt x="76902" y="85"/>
                    <a:pt x="60206" y="15318"/>
                    <a:pt x="50259" y="37283"/>
                  </a:cubicBezTo>
                  <a:lnTo>
                    <a:pt x="50259" y="85"/>
                  </a:lnTo>
                  <a:lnTo>
                    <a:pt x="171" y="3982"/>
                  </a:lnTo>
                  <a:lnTo>
                    <a:pt x="171" y="14964"/>
                  </a:lnTo>
                  <a:cubicBezTo>
                    <a:pt x="25037" y="14964"/>
                    <a:pt x="27879" y="17444"/>
                    <a:pt x="27879" y="34803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664F869C-76CB-05C4-B6A2-032E663617E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847121" y="5305443"/>
              <a:ext cx="175130" cy="249761"/>
            </a:xfrm>
            <a:custGeom>
              <a:avLst/>
              <a:gdLst>
                <a:gd name="connsiteX0" fmla="*/ 123088 w 175130"/>
                <a:gd name="connsiteY0" fmla="*/ 226464 h 249761"/>
                <a:gd name="connsiteX1" fmla="*/ 123088 w 175130"/>
                <a:gd name="connsiteY1" fmla="*/ 249846 h 249761"/>
                <a:gd name="connsiteX2" fmla="*/ 175307 w 175130"/>
                <a:gd name="connsiteY2" fmla="*/ 245949 h 249761"/>
                <a:gd name="connsiteX3" fmla="*/ 175307 w 175130"/>
                <a:gd name="connsiteY3" fmla="*/ 234967 h 249761"/>
                <a:gd name="connsiteX4" fmla="*/ 147599 w 175130"/>
                <a:gd name="connsiteY4" fmla="*/ 215127 h 249761"/>
                <a:gd name="connsiteX5" fmla="*/ 147599 w 175130"/>
                <a:gd name="connsiteY5" fmla="*/ 85 h 249761"/>
                <a:gd name="connsiteX6" fmla="*/ 96445 w 175130"/>
                <a:gd name="connsiteY6" fmla="*/ 3982 h 249761"/>
                <a:gd name="connsiteX7" fmla="*/ 96445 w 175130"/>
                <a:gd name="connsiteY7" fmla="*/ 14964 h 249761"/>
                <a:gd name="connsiteX8" fmla="*/ 124153 w 175130"/>
                <a:gd name="connsiteY8" fmla="*/ 34803 h 249761"/>
                <a:gd name="connsiteX9" fmla="*/ 124153 w 175130"/>
                <a:gd name="connsiteY9" fmla="*/ 111326 h 249761"/>
                <a:gd name="connsiteX10" fmla="*/ 79394 w 175130"/>
                <a:gd name="connsiteY10" fmla="*/ 89361 h 249761"/>
                <a:gd name="connsiteX11" fmla="*/ 177 w 175130"/>
                <a:gd name="connsiteY11" fmla="*/ 169781 h 249761"/>
                <a:gd name="connsiteX12" fmla="*/ 75486 w 175130"/>
                <a:gd name="connsiteY12" fmla="*/ 249846 h 249761"/>
                <a:gd name="connsiteX13" fmla="*/ 123088 w 175130"/>
                <a:gd name="connsiteY13" fmla="*/ 226464 h 249761"/>
                <a:gd name="connsiteX14" fmla="*/ 123088 w 175130"/>
                <a:gd name="connsiteY14" fmla="*/ 131519 h 249761"/>
                <a:gd name="connsiteX15" fmla="*/ 123088 w 175130"/>
                <a:gd name="connsiteY15" fmla="*/ 204145 h 249761"/>
                <a:gd name="connsiteX16" fmla="*/ 119180 w 175130"/>
                <a:gd name="connsiteY16" fmla="*/ 217253 h 249761"/>
                <a:gd name="connsiteX17" fmla="*/ 77262 w 175130"/>
                <a:gd name="connsiteY17" fmla="*/ 242052 h 249761"/>
                <a:gd name="connsiteX18" fmla="*/ 39963 w 175130"/>
                <a:gd name="connsiteY18" fmla="*/ 219379 h 249761"/>
                <a:gd name="connsiteX19" fmla="*/ 29661 w 175130"/>
                <a:gd name="connsiteY19" fmla="*/ 170135 h 249761"/>
                <a:gd name="connsiteX20" fmla="*/ 40673 w 175130"/>
                <a:gd name="connsiteY20" fmla="*/ 119828 h 249761"/>
                <a:gd name="connsiteX21" fmla="*/ 80815 w 175130"/>
                <a:gd name="connsiteY21" fmla="*/ 97155 h 249761"/>
                <a:gd name="connsiteX22" fmla="*/ 119180 w 175130"/>
                <a:gd name="connsiteY22" fmla="*/ 118411 h 249761"/>
                <a:gd name="connsiteX23" fmla="*/ 123088 w 175130"/>
                <a:gd name="connsiteY23" fmla="*/ 131519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130" h="249761">
                  <a:moveTo>
                    <a:pt x="123088" y="226464"/>
                  </a:moveTo>
                  <a:lnTo>
                    <a:pt x="123088" y="249846"/>
                  </a:lnTo>
                  <a:lnTo>
                    <a:pt x="175307" y="245949"/>
                  </a:lnTo>
                  <a:lnTo>
                    <a:pt x="175307" y="234967"/>
                  </a:lnTo>
                  <a:cubicBezTo>
                    <a:pt x="150441" y="234967"/>
                    <a:pt x="147599" y="232487"/>
                    <a:pt x="147599" y="215127"/>
                  </a:cubicBezTo>
                  <a:lnTo>
                    <a:pt x="147599" y="85"/>
                  </a:lnTo>
                  <a:lnTo>
                    <a:pt x="96445" y="3982"/>
                  </a:lnTo>
                  <a:lnTo>
                    <a:pt x="96445" y="14964"/>
                  </a:lnTo>
                  <a:cubicBezTo>
                    <a:pt x="121311" y="14964"/>
                    <a:pt x="124153" y="17444"/>
                    <a:pt x="124153" y="34803"/>
                  </a:cubicBezTo>
                  <a:lnTo>
                    <a:pt x="124153" y="111326"/>
                  </a:lnTo>
                  <a:cubicBezTo>
                    <a:pt x="113851" y="98572"/>
                    <a:pt x="98576" y="89361"/>
                    <a:pt x="79394" y="89361"/>
                  </a:cubicBezTo>
                  <a:cubicBezTo>
                    <a:pt x="37476" y="89361"/>
                    <a:pt x="177" y="124080"/>
                    <a:pt x="177" y="169781"/>
                  </a:cubicBezTo>
                  <a:cubicBezTo>
                    <a:pt x="177" y="214773"/>
                    <a:pt x="34989" y="249846"/>
                    <a:pt x="75486" y="249846"/>
                  </a:cubicBezTo>
                  <a:cubicBezTo>
                    <a:pt x="98221" y="249846"/>
                    <a:pt x="114207" y="237801"/>
                    <a:pt x="123088" y="226464"/>
                  </a:cubicBezTo>
                  <a:close/>
                  <a:moveTo>
                    <a:pt x="123088" y="131519"/>
                  </a:moveTo>
                  <a:lnTo>
                    <a:pt x="123088" y="204145"/>
                  </a:lnTo>
                  <a:cubicBezTo>
                    <a:pt x="123088" y="210522"/>
                    <a:pt x="123088" y="211230"/>
                    <a:pt x="119180" y="217253"/>
                  </a:cubicBezTo>
                  <a:cubicBezTo>
                    <a:pt x="108523" y="234258"/>
                    <a:pt x="92537" y="242052"/>
                    <a:pt x="77262" y="242052"/>
                  </a:cubicBezTo>
                  <a:cubicBezTo>
                    <a:pt x="61277" y="242052"/>
                    <a:pt x="48488" y="232841"/>
                    <a:pt x="39963" y="219379"/>
                  </a:cubicBezTo>
                  <a:cubicBezTo>
                    <a:pt x="30727" y="204854"/>
                    <a:pt x="29661" y="184660"/>
                    <a:pt x="29661" y="170135"/>
                  </a:cubicBezTo>
                  <a:cubicBezTo>
                    <a:pt x="29661" y="157027"/>
                    <a:pt x="30371" y="135771"/>
                    <a:pt x="40673" y="119828"/>
                  </a:cubicBezTo>
                  <a:cubicBezTo>
                    <a:pt x="48133" y="108846"/>
                    <a:pt x="61632" y="97155"/>
                    <a:pt x="80815" y="97155"/>
                  </a:cubicBezTo>
                  <a:cubicBezTo>
                    <a:pt x="93248" y="97155"/>
                    <a:pt x="108168" y="102469"/>
                    <a:pt x="119180" y="118411"/>
                  </a:cubicBezTo>
                  <a:cubicBezTo>
                    <a:pt x="123088" y="124434"/>
                    <a:pt x="123088" y="125143"/>
                    <a:pt x="123088" y="131519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A88A15B4-8ECD-D511-3707-BD633F79DA9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044119" y="5314299"/>
              <a:ext cx="76020" cy="237007"/>
            </a:xfrm>
            <a:custGeom>
              <a:avLst/>
              <a:gdLst>
                <a:gd name="connsiteX0" fmla="*/ 51336 w 76020"/>
                <a:gd name="connsiteY0" fmla="*/ 80504 h 237007"/>
                <a:gd name="connsiteX1" fmla="*/ 1603 w 76020"/>
                <a:gd name="connsiteY1" fmla="*/ 84401 h 237007"/>
                <a:gd name="connsiteX2" fmla="*/ 1603 w 76020"/>
                <a:gd name="connsiteY2" fmla="*/ 95384 h 237007"/>
                <a:gd name="connsiteX3" fmla="*/ 27890 w 76020"/>
                <a:gd name="connsiteY3" fmla="*/ 114869 h 237007"/>
                <a:gd name="connsiteX4" fmla="*/ 27890 w 76020"/>
                <a:gd name="connsiteY4" fmla="*/ 210168 h 237007"/>
                <a:gd name="connsiteX5" fmla="*/ 182 w 76020"/>
                <a:gd name="connsiteY5" fmla="*/ 226110 h 237007"/>
                <a:gd name="connsiteX6" fmla="*/ 182 w 76020"/>
                <a:gd name="connsiteY6" fmla="*/ 237092 h 237007"/>
                <a:gd name="connsiteX7" fmla="*/ 39258 w 76020"/>
                <a:gd name="connsiteY7" fmla="*/ 236029 h 237007"/>
                <a:gd name="connsiteX8" fmla="*/ 76202 w 76020"/>
                <a:gd name="connsiteY8" fmla="*/ 237092 h 237007"/>
                <a:gd name="connsiteX9" fmla="*/ 76202 w 76020"/>
                <a:gd name="connsiteY9" fmla="*/ 226110 h 237007"/>
                <a:gd name="connsiteX10" fmla="*/ 51336 w 76020"/>
                <a:gd name="connsiteY10" fmla="*/ 210522 h 237007"/>
                <a:gd name="connsiteX11" fmla="*/ 51336 w 76020"/>
                <a:gd name="connsiteY11" fmla="*/ 80504 h 237007"/>
                <a:gd name="connsiteX12" fmla="*/ 52757 w 76020"/>
                <a:gd name="connsiteY12" fmla="*/ 18861 h 237007"/>
                <a:gd name="connsiteX13" fmla="*/ 33929 w 76020"/>
                <a:gd name="connsiteY13" fmla="*/ 85 h 237007"/>
                <a:gd name="connsiteX14" fmla="*/ 15102 w 76020"/>
                <a:gd name="connsiteY14" fmla="*/ 18861 h 237007"/>
                <a:gd name="connsiteX15" fmla="*/ 33929 w 76020"/>
                <a:gd name="connsiteY15" fmla="*/ 37637 h 237007"/>
                <a:gd name="connsiteX16" fmla="*/ 52757 w 76020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020" h="237007">
                  <a:moveTo>
                    <a:pt x="51336" y="80504"/>
                  </a:moveTo>
                  <a:lnTo>
                    <a:pt x="1603" y="84401"/>
                  </a:lnTo>
                  <a:lnTo>
                    <a:pt x="1603" y="95384"/>
                  </a:lnTo>
                  <a:cubicBezTo>
                    <a:pt x="24693" y="95384"/>
                    <a:pt x="27890" y="97509"/>
                    <a:pt x="27890" y="114869"/>
                  </a:cubicBezTo>
                  <a:lnTo>
                    <a:pt x="27890" y="210168"/>
                  </a:lnTo>
                  <a:cubicBezTo>
                    <a:pt x="27890" y="226110"/>
                    <a:pt x="23983" y="226110"/>
                    <a:pt x="182" y="226110"/>
                  </a:cubicBezTo>
                  <a:lnTo>
                    <a:pt x="182" y="237092"/>
                  </a:lnTo>
                  <a:cubicBezTo>
                    <a:pt x="11550" y="236738"/>
                    <a:pt x="30732" y="236029"/>
                    <a:pt x="39258" y="236029"/>
                  </a:cubicBezTo>
                  <a:cubicBezTo>
                    <a:pt x="51691" y="236029"/>
                    <a:pt x="64124" y="236738"/>
                    <a:pt x="76202" y="237092"/>
                  </a:cubicBezTo>
                  <a:lnTo>
                    <a:pt x="76202" y="226110"/>
                  </a:lnTo>
                  <a:cubicBezTo>
                    <a:pt x="52757" y="226110"/>
                    <a:pt x="51336" y="224339"/>
                    <a:pt x="51336" y="210522"/>
                  </a:cubicBezTo>
                  <a:lnTo>
                    <a:pt x="51336" y="80504"/>
                  </a:lnTo>
                  <a:close/>
                  <a:moveTo>
                    <a:pt x="52757" y="18861"/>
                  </a:moveTo>
                  <a:cubicBezTo>
                    <a:pt x="52757" y="7524"/>
                    <a:pt x="43876" y="85"/>
                    <a:pt x="33929" y="85"/>
                  </a:cubicBezTo>
                  <a:cubicBezTo>
                    <a:pt x="22917" y="85"/>
                    <a:pt x="15102" y="9650"/>
                    <a:pt x="15102" y="18861"/>
                  </a:cubicBezTo>
                  <a:cubicBezTo>
                    <a:pt x="15102" y="28426"/>
                    <a:pt x="22917" y="37637"/>
                    <a:pt x="33929" y="37637"/>
                  </a:cubicBezTo>
                  <a:cubicBezTo>
                    <a:pt x="43876" y="37637"/>
                    <a:pt x="52757" y="30198"/>
                    <a:pt x="52757" y="18861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50B30BD-3FA4-788D-D935-87FBA5C999F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143150" y="5392593"/>
              <a:ext cx="135344" cy="162610"/>
            </a:xfrm>
            <a:custGeom>
              <a:avLst/>
              <a:gdLst>
                <a:gd name="connsiteX0" fmla="*/ 29669 w 135344"/>
                <a:gd name="connsiteY0" fmla="*/ 81567 h 162610"/>
                <a:gd name="connsiteX1" fmla="*/ 77626 w 135344"/>
                <a:gd name="connsiteY1" fmla="*/ 8941 h 162610"/>
                <a:gd name="connsiteX2" fmla="*/ 115636 w 135344"/>
                <a:gd name="connsiteY2" fmla="*/ 22050 h 162610"/>
                <a:gd name="connsiteX3" fmla="*/ 98940 w 135344"/>
                <a:gd name="connsiteY3" fmla="*/ 38346 h 162610"/>
                <a:gd name="connsiteX4" fmla="*/ 115281 w 135344"/>
                <a:gd name="connsiteY4" fmla="*/ 54643 h 162610"/>
                <a:gd name="connsiteX5" fmla="*/ 131622 w 135344"/>
                <a:gd name="connsiteY5" fmla="*/ 37992 h 162610"/>
                <a:gd name="connsiteX6" fmla="*/ 77271 w 135344"/>
                <a:gd name="connsiteY6" fmla="*/ 85 h 162610"/>
                <a:gd name="connsiteX7" fmla="*/ 185 w 135344"/>
                <a:gd name="connsiteY7" fmla="*/ 82276 h 162610"/>
                <a:gd name="connsiteX8" fmla="*/ 76560 w 135344"/>
                <a:gd name="connsiteY8" fmla="*/ 162695 h 162610"/>
                <a:gd name="connsiteX9" fmla="*/ 135529 w 135344"/>
                <a:gd name="connsiteY9" fmla="*/ 116640 h 162610"/>
                <a:gd name="connsiteX10" fmla="*/ 130911 w 135344"/>
                <a:gd name="connsiteY10" fmla="*/ 113097 h 162610"/>
                <a:gd name="connsiteX11" fmla="*/ 126293 w 135344"/>
                <a:gd name="connsiteY11" fmla="*/ 116640 h 162610"/>
                <a:gd name="connsiteX12" fmla="*/ 79757 w 135344"/>
                <a:gd name="connsiteY12" fmla="*/ 153839 h 162610"/>
                <a:gd name="connsiteX13" fmla="*/ 29669 w 135344"/>
                <a:gd name="connsiteY13" fmla="*/ 81567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344" h="162610">
                  <a:moveTo>
                    <a:pt x="29669" y="81567"/>
                  </a:moveTo>
                  <a:cubicBezTo>
                    <a:pt x="29669" y="23821"/>
                    <a:pt x="58798" y="8941"/>
                    <a:pt x="77626" y="8941"/>
                  </a:cubicBezTo>
                  <a:cubicBezTo>
                    <a:pt x="80823" y="8941"/>
                    <a:pt x="103203" y="9296"/>
                    <a:pt x="115636" y="22050"/>
                  </a:cubicBezTo>
                  <a:cubicBezTo>
                    <a:pt x="101071" y="23112"/>
                    <a:pt x="98940" y="33740"/>
                    <a:pt x="98940" y="38346"/>
                  </a:cubicBezTo>
                  <a:cubicBezTo>
                    <a:pt x="98940" y="47557"/>
                    <a:pt x="105334" y="54643"/>
                    <a:pt x="115281" y="54643"/>
                  </a:cubicBezTo>
                  <a:cubicBezTo>
                    <a:pt x="124517" y="54643"/>
                    <a:pt x="131622" y="48620"/>
                    <a:pt x="131622" y="37992"/>
                  </a:cubicBezTo>
                  <a:cubicBezTo>
                    <a:pt x="131622" y="13901"/>
                    <a:pt x="104624" y="85"/>
                    <a:pt x="77271" y="85"/>
                  </a:cubicBezTo>
                  <a:cubicBezTo>
                    <a:pt x="32866" y="85"/>
                    <a:pt x="185" y="38346"/>
                    <a:pt x="185" y="82276"/>
                  </a:cubicBezTo>
                  <a:cubicBezTo>
                    <a:pt x="185" y="127622"/>
                    <a:pt x="35353" y="162695"/>
                    <a:pt x="76560" y="162695"/>
                  </a:cubicBezTo>
                  <a:cubicBezTo>
                    <a:pt x="124162" y="162695"/>
                    <a:pt x="135529" y="120183"/>
                    <a:pt x="135529" y="116640"/>
                  </a:cubicBezTo>
                  <a:cubicBezTo>
                    <a:pt x="135529" y="113097"/>
                    <a:pt x="131977" y="113097"/>
                    <a:pt x="130911" y="113097"/>
                  </a:cubicBezTo>
                  <a:cubicBezTo>
                    <a:pt x="127714" y="113097"/>
                    <a:pt x="127003" y="114514"/>
                    <a:pt x="126293" y="116640"/>
                  </a:cubicBezTo>
                  <a:cubicBezTo>
                    <a:pt x="115991" y="149587"/>
                    <a:pt x="92901" y="153839"/>
                    <a:pt x="79757" y="153839"/>
                  </a:cubicBezTo>
                  <a:cubicBezTo>
                    <a:pt x="60930" y="153839"/>
                    <a:pt x="29669" y="138605"/>
                    <a:pt x="29669" y="81567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6715330-87EB-919A-D1D4-7B245CA289F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303875" y="5392593"/>
              <a:ext cx="160210" cy="162610"/>
            </a:xfrm>
            <a:custGeom>
              <a:avLst/>
              <a:gdLst>
                <a:gd name="connsiteX0" fmla="*/ 103562 w 160210"/>
                <a:gd name="connsiteY0" fmla="*/ 131874 h 162610"/>
                <a:gd name="connsiteX1" fmla="*/ 131271 w 160210"/>
                <a:gd name="connsiteY1" fmla="*/ 160924 h 162610"/>
                <a:gd name="connsiteX2" fmla="*/ 160400 w 160210"/>
                <a:gd name="connsiteY2" fmla="*/ 127268 h 162610"/>
                <a:gd name="connsiteX3" fmla="*/ 160400 w 160210"/>
                <a:gd name="connsiteY3" fmla="*/ 107429 h 162610"/>
                <a:gd name="connsiteX4" fmla="*/ 151519 w 160210"/>
                <a:gd name="connsiteY4" fmla="*/ 107429 h 162610"/>
                <a:gd name="connsiteX5" fmla="*/ 151519 w 160210"/>
                <a:gd name="connsiteY5" fmla="*/ 127268 h 162610"/>
                <a:gd name="connsiteX6" fmla="*/ 138731 w 160210"/>
                <a:gd name="connsiteY6" fmla="*/ 149942 h 162610"/>
                <a:gd name="connsiteX7" fmla="*/ 125587 w 160210"/>
                <a:gd name="connsiteY7" fmla="*/ 132228 h 162610"/>
                <a:gd name="connsiteX8" fmla="*/ 125587 w 160210"/>
                <a:gd name="connsiteY8" fmla="*/ 61374 h 162610"/>
                <a:gd name="connsiteX9" fmla="*/ 112799 w 160210"/>
                <a:gd name="connsiteY9" fmla="*/ 19570 h 162610"/>
                <a:gd name="connsiteX10" fmla="*/ 64131 w 160210"/>
                <a:gd name="connsiteY10" fmla="*/ 85 h 162610"/>
                <a:gd name="connsiteX11" fmla="*/ 10491 w 160210"/>
                <a:gd name="connsiteY11" fmla="*/ 40117 h 162610"/>
                <a:gd name="connsiteX12" fmla="*/ 26832 w 160210"/>
                <a:gd name="connsiteY12" fmla="*/ 56768 h 162610"/>
                <a:gd name="connsiteX13" fmla="*/ 43173 w 160210"/>
                <a:gd name="connsiteY13" fmla="*/ 40472 h 162610"/>
                <a:gd name="connsiteX14" fmla="*/ 25056 w 160210"/>
                <a:gd name="connsiteY14" fmla="*/ 24175 h 162610"/>
                <a:gd name="connsiteX15" fmla="*/ 63421 w 160210"/>
                <a:gd name="connsiteY15" fmla="*/ 7879 h 162610"/>
                <a:gd name="connsiteX16" fmla="*/ 101076 w 160210"/>
                <a:gd name="connsiteY16" fmla="*/ 53225 h 162610"/>
                <a:gd name="connsiteX17" fmla="*/ 101076 w 160210"/>
                <a:gd name="connsiteY17" fmla="*/ 66333 h 162610"/>
                <a:gd name="connsiteX18" fmla="*/ 35713 w 160210"/>
                <a:gd name="connsiteY18" fmla="*/ 79087 h 162610"/>
                <a:gd name="connsiteX19" fmla="*/ 189 w 160210"/>
                <a:gd name="connsiteY19" fmla="*/ 125143 h 162610"/>
                <a:gd name="connsiteX20" fmla="*/ 57027 w 160210"/>
                <a:gd name="connsiteY20" fmla="*/ 162695 h 162610"/>
                <a:gd name="connsiteX21" fmla="*/ 103562 w 160210"/>
                <a:gd name="connsiteY21" fmla="*/ 131874 h 162610"/>
                <a:gd name="connsiteX22" fmla="*/ 101076 w 160210"/>
                <a:gd name="connsiteY22" fmla="*/ 73773 h 162610"/>
                <a:gd name="connsiteX23" fmla="*/ 101076 w 160210"/>
                <a:gd name="connsiteY23" fmla="*/ 109200 h 162610"/>
                <a:gd name="connsiteX24" fmla="*/ 59513 w 160210"/>
                <a:gd name="connsiteY24" fmla="*/ 154901 h 162610"/>
                <a:gd name="connsiteX25" fmla="*/ 27542 w 160210"/>
                <a:gd name="connsiteY25" fmla="*/ 124788 h 162610"/>
                <a:gd name="connsiteX26" fmla="*/ 101076 w 160210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0210" h="162610">
                  <a:moveTo>
                    <a:pt x="103562" y="131874"/>
                  </a:moveTo>
                  <a:cubicBezTo>
                    <a:pt x="104983" y="146045"/>
                    <a:pt x="114575" y="160924"/>
                    <a:pt x="131271" y="160924"/>
                  </a:cubicBezTo>
                  <a:cubicBezTo>
                    <a:pt x="138731" y="160924"/>
                    <a:pt x="160400" y="155964"/>
                    <a:pt x="160400" y="127268"/>
                  </a:cubicBezTo>
                  <a:lnTo>
                    <a:pt x="160400" y="107429"/>
                  </a:lnTo>
                  <a:lnTo>
                    <a:pt x="151519" y="107429"/>
                  </a:lnTo>
                  <a:lnTo>
                    <a:pt x="151519" y="127268"/>
                  </a:lnTo>
                  <a:cubicBezTo>
                    <a:pt x="151519" y="147816"/>
                    <a:pt x="142638" y="149942"/>
                    <a:pt x="138731" y="149942"/>
                  </a:cubicBezTo>
                  <a:cubicBezTo>
                    <a:pt x="127008" y="149942"/>
                    <a:pt x="125587" y="133999"/>
                    <a:pt x="125587" y="132228"/>
                  </a:cubicBezTo>
                  <a:lnTo>
                    <a:pt x="125587" y="61374"/>
                  </a:lnTo>
                  <a:cubicBezTo>
                    <a:pt x="125587" y="46494"/>
                    <a:pt x="125587" y="32678"/>
                    <a:pt x="112799" y="19570"/>
                  </a:cubicBezTo>
                  <a:cubicBezTo>
                    <a:pt x="98944" y="5753"/>
                    <a:pt x="81183" y="85"/>
                    <a:pt x="64131" y="85"/>
                  </a:cubicBezTo>
                  <a:cubicBezTo>
                    <a:pt x="35002" y="85"/>
                    <a:pt x="10491" y="16735"/>
                    <a:pt x="10491" y="40117"/>
                  </a:cubicBezTo>
                  <a:cubicBezTo>
                    <a:pt x="10491" y="50746"/>
                    <a:pt x="17596" y="56768"/>
                    <a:pt x="26832" y="56768"/>
                  </a:cubicBezTo>
                  <a:cubicBezTo>
                    <a:pt x="36778" y="56768"/>
                    <a:pt x="43173" y="49683"/>
                    <a:pt x="43173" y="40472"/>
                  </a:cubicBezTo>
                  <a:cubicBezTo>
                    <a:pt x="43173" y="36220"/>
                    <a:pt x="41396" y="24529"/>
                    <a:pt x="25056" y="24175"/>
                  </a:cubicBezTo>
                  <a:cubicBezTo>
                    <a:pt x="34647" y="11776"/>
                    <a:pt x="52053" y="7879"/>
                    <a:pt x="63421" y="7879"/>
                  </a:cubicBezTo>
                  <a:cubicBezTo>
                    <a:pt x="80827" y="7879"/>
                    <a:pt x="101076" y="21695"/>
                    <a:pt x="101076" y="53225"/>
                  </a:cubicBezTo>
                  <a:lnTo>
                    <a:pt x="101076" y="66333"/>
                  </a:lnTo>
                  <a:cubicBezTo>
                    <a:pt x="82959" y="67396"/>
                    <a:pt x="58092" y="68459"/>
                    <a:pt x="35713" y="79087"/>
                  </a:cubicBezTo>
                  <a:cubicBezTo>
                    <a:pt x="9070" y="91132"/>
                    <a:pt x="189" y="109555"/>
                    <a:pt x="189" y="125143"/>
                  </a:cubicBezTo>
                  <a:cubicBezTo>
                    <a:pt x="189" y="153839"/>
                    <a:pt x="34647" y="162695"/>
                    <a:pt x="57027" y="162695"/>
                  </a:cubicBezTo>
                  <a:cubicBezTo>
                    <a:pt x="80472" y="162695"/>
                    <a:pt x="96813" y="148524"/>
                    <a:pt x="103562" y="131874"/>
                  </a:cubicBezTo>
                  <a:close/>
                  <a:moveTo>
                    <a:pt x="101076" y="73773"/>
                  </a:moveTo>
                  <a:lnTo>
                    <a:pt x="101076" y="109200"/>
                  </a:lnTo>
                  <a:cubicBezTo>
                    <a:pt x="101076" y="142856"/>
                    <a:pt x="75499" y="154901"/>
                    <a:pt x="59513" y="154901"/>
                  </a:cubicBezTo>
                  <a:cubicBezTo>
                    <a:pt x="42107" y="154901"/>
                    <a:pt x="27542" y="142502"/>
                    <a:pt x="27542" y="124788"/>
                  </a:cubicBezTo>
                  <a:cubicBezTo>
                    <a:pt x="27542" y="105303"/>
                    <a:pt x="42462" y="75899"/>
                    <a:pt x="101076" y="73773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3957B45F-170A-AB9A-B0B1-CEC8FC19092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473322" y="5333430"/>
              <a:ext cx="111188" cy="221773"/>
            </a:xfrm>
            <a:custGeom>
              <a:avLst/>
              <a:gdLst>
                <a:gd name="connsiteX0" fmla="*/ 54900 w 111188"/>
                <a:gd name="connsiteY0" fmla="*/ 76253 h 221773"/>
                <a:gd name="connsiteX1" fmla="*/ 105699 w 111188"/>
                <a:gd name="connsiteY1" fmla="*/ 76253 h 221773"/>
                <a:gd name="connsiteX2" fmla="*/ 105699 w 111188"/>
                <a:gd name="connsiteY2" fmla="*/ 65271 h 221773"/>
                <a:gd name="connsiteX3" fmla="*/ 54900 w 111188"/>
                <a:gd name="connsiteY3" fmla="*/ 65271 h 221773"/>
                <a:gd name="connsiteX4" fmla="*/ 54900 w 111188"/>
                <a:gd name="connsiteY4" fmla="*/ 85 h 221773"/>
                <a:gd name="connsiteX5" fmla="*/ 46019 w 111188"/>
                <a:gd name="connsiteY5" fmla="*/ 85 h 221773"/>
                <a:gd name="connsiteX6" fmla="*/ 194 w 111188"/>
                <a:gd name="connsiteY6" fmla="*/ 68459 h 221773"/>
                <a:gd name="connsiteX7" fmla="*/ 194 w 111188"/>
                <a:gd name="connsiteY7" fmla="*/ 76253 h 221773"/>
                <a:gd name="connsiteX8" fmla="*/ 30389 w 111188"/>
                <a:gd name="connsiteY8" fmla="*/ 76253 h 221773"/>
                <a:gd name="connsiteX9" fmla="*/ 30389 w 111188"/>
                <a:gd name="connsiteY9" fmla="*/ 174032 h 221773"/>
                <a:gd name="connsiteX10" fmla="*/ 76214 w 111188"/>
                <a:gd name="connsiteY10" fmla="*/ 221859 h 221773"/>
                <a:gd name="connsiteX11" fmla="*/ 111383 w 111188"/>
                <a:gd name="connsiteY11" fmla="*/ 174032 h 221773"/>
                <a:gd name="connsiteX12" fmla="*/ 111383 w 111188"/>
                <a:gd name="connsiteY12" fmla="*/ 153839 h 221773"/>
                <a:gd name="connsiteX13" fmla="*/ 102502 w 111188"/>
                <a:gd name="connsiteY13" fmla="*/ 153839 h 221773"/>
                <a:gd name="connsiteX14" fmla="*/ 102502 w 111188"/>
                <a:gd name="connsiteY14" fmla="*/ 173323 h 221773"/>
                <a:gd name="connsiteX15" fmla="*/ 78701 w 111188"/>
                <a:gd name="connsiteY15" fmla="*/ 213002 h 221773"/>
                <a:gd name="connsiteX16" fmla="*/ 54900 w 111188"/>
                <a:gd name="connsiteY16" fmla="*/ 174741 h 221773"/>
                <a:gd name="connsiteX17" fmla="*/ 54900 w 111188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188" h="221773">
                  <a:moveTo>
                    <a:pt x="54900" y="76253"/>
                  </a:moveTo>
                  <a:lnTo>
                    <a:pt x="105699" y="76253"/>
                  </a:lnTo>
                  <a:lnTo>
                    <a:pt x="105699" y="65271"/>
                  </a:lnTo>
                  <a:lnTo>
                    <a:pt x="54900" y="65271"/>
                  </a:lnTo>
                  <a:lnTo>
                    <a:pt x="54900" y="85"/>
                  </a:lnTo>
                  <a:lnTo>
                    <a:pt x="46019" y="85"/>
                  </a:lnTo>
                  <a:cubicBezTo>
                    <a:pt x="45664" y="29135"/>
                    <a:pt x="35007" y="67042"/>
                    <a:pt x="194" y="68459"/>
                  </a:cubicBezTo>
                  <a:lnTo>
                    <a:pt x="194" y="76253"/>
                  </a:lnTo>
                  <a:lnTo>
                    <a:pt x="30389" y="76253"/>
                  </a:lnTo>
                  <a:lnTo>
                    <a:pt x="30389" y="174032"/>
                  </a:lnTo>
                  <a:cubicBezTo>
                    <a:pt x="30389" y="217607"/>
                    <a:pt x="63426" y="221859"/>
                    <a:pt x="76214" y="221859"/>
                  </a:cubicBezTo>
                  <a:cubicBezTo>
                    <a:pt x="101436" y="221859"/>
                    <a:pt x="111383" y="196705"/>
                    <a:pt x="111383" y="174032"/>
                  </a:cubicBezTo>
                  <a:lnTo>
                    <a:pt x="111383" y="153839"/>
                  </a:lnTo>
                  <a:lnTo>
                    <a:pt x="102502" y="153839"/>
                  </a:lnTo>
                  <a:lnTo>
                    <a:pt x="102502" y="173323"/>
                  </a:lnTo>
                  <a:cubicBezTo>
                    <a:pt x="102502" y="199540"/>
                    <a:pt x="91845" y="213002"/>
                    <a:pt x="78701" y="213002"/>
                  </a:cubicBezTo>
                  <a:cubicBezTo>
                    <a:pt x="54900" y="213002"/>
                    <a:pt x="54900" y="180763"/>
                    <a:pt x="54900" y="174741"/>
                  </a:cubicBezTo>
                  <a:lnTo>
                    <a:pt x="54900" y="76253"/>
                  </a:ln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6F8F2F73-005F-AEB4-7F5F-AFC1ADEA6B6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14666" y="5392593"/>
              <a:ext cx="157368" cy="162610"/>
            </a:xfrm>
            <a:custGeom>
              <a:avLst/>
              <a:gdLst>
                <a:gd name="connsiteX0" fmla="*/ 157567 w 157368"/>
                <a:gd name="connsiteY0" fmla="*/ 82984 h 162610"/>
                <a:gd name="connsiteX1" fmla="*/ 79060 w 157368"/>
                <a:gd name="connsiteY1" fmla="*/ 85 h 162610"/>
                <a:gd name="connsiteX2" fmla="*/ 198 w 157368"/>
                <a:gd name="connsiteY2" fmla="*/ 82984 h 162610"/>
                <a:gd name="connsiteX3" fmla="*/ 78705 w 157368"/>
                <a:gd name="connsiteY3" fmla="*/ 162695 h 162610"/>
                <a:gd name="connsiteX4" fmla="*/ 157567 w 157368"/>
                <a:gd name="connsiteY4" fmla="*/ 82984 h 162610"/>
                <a:gd name="connsiteX5" fmla="*/ 79060 w 157368"/>
                <a:gd name="connsiteY5" fmla="*/ 153839 h 162610"/>
                <a:gd name="connsiteX6" fmla="*/ 38563 w 157368"/>
                <a:gd name="connsiteY6" fmla="*/ 130102 h 162610"/>
                <a:gd name="connsiteX7" fmla="*/ 29683 w 157368"/>
                <a:gd name="connsiteY7" fmla="*/ 80150 h 162610"/>
                <a:gd name="connsiteX8" fmla="*/ 38208 w 157368"/>
                <a:gd name="connsiteY8" fmla="*/ 31615 h 162610"/>
                <a:gd name="connsiteX9" fmla="*/ 78705 w 157368"/>
                <a:gd name="connsiteY9" fmla="*/ 7879 h 162610"/>
                <a:gd name="connsiteX10" fmla="*/ 118846 w 157368"/>
                <a:gd name="connsiteY10" fmla="*/ 30906 h 162610"/>
                <a:gd name="connsiteX11" fmla="*/ 128082 w 157368"/>
                <a:gd name="connsiteY11" fmla="*/ 80150 h 162610"/>
                <a:gd name="connsiteX12" fmla="*/ 120267 w 157368"/>
                <a:gd name="connsiteY12" fmla="*/ 127622 h 162610"/>
                <a:gd name="connsiteX13" fmla="*/ 79060 w 157368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68" h="162610">
                  <a:moveTo>
                    <a:pt x="157567" y="82984"/>
                  </a:moveTo>
                  <a:cubicBezTo>
                    <a:pt x="157567" y="37637"/>
                    <a:pt x="122043" y="85"/>
                    <a:pt x="79060" y="85"/>
                  </a:cubicBezTo>
                  <a:cubicBezTo>
                    <a:pt x="34656" y="85"/>
                    <a:pt x="198" y="38700"/>
                    <a:pt x="198" y="82984"/>
                  </a:cubicBezTo>
                  <a:cubicBezTo>
                    <a:pt x="198" y="128685"/>
                    <a:pt x="37142" y="162695"/>
                    <a:pt x="78705" y="162695"/>
                  </a:cubicBezTo>
                  <a:cubicBezTo>
                    <a:pt x="121688" y="162695"/>
                    <a:pt x="157567" y="127977"/>
                    <a:pt x="157567" y="82984"/>
                  </a:cubicBezTo>
                  <a:close/>
                  <a:moveTo>
                    <a:pt x="79060" y="153839"/>
                  </a:moveTo>
                  <a:cubicBezTo>
                    <a:pt x="63785" y="153839"/>
                    <a:pt x="48155" y="146399"/>
                    <a:pt x="38563" y="130102"/>
                  </a:cubicBezTo>
                  <a:cubicBezTo>
                    <a:pt x="29683" y="114514"/>
                    <a:pt x="29683" y="92904"/>
                    <a:pt x="29683" y="80150"/>
                  </a:cubicBezTo>
                  <a:cubicBezTo>
                    <a:pt x="29683" y="66333"/>
                    <a:pt x="29683" y="47203"/>
                    <a:pt x="38208" y="31615"/>
                  </a:cubicBezTo>
                  <a:cubicBezTo>
                    <a:pt x="47800" y="15318"/>
                    <a:pt x="64496" y="7879"/>
                    <a:pt x="78705" y="7879"/>
                  </a:cubicBezTo>
                  <a:cubicBezTo>
                    <a:pt x="94335" y="7879"/>
                    <a:pt x="109610" y="15673"/>
                    <a:pt x="118846" y="30906"/>
                  </a:cubicBezTo>
                  <a:cubicBezTo>
                    <a:pt x="128082" y="46140"/>
                    <a:pt x="128082" y="66688"/>
                    <a:pt x="128082" y="80150"/>
                  </a:cubicBezTo>
                  <a:cubicBezTo>
                    <a:pt x="128082" y="92904"/>
                    <a:pt x="128082" y="112035"/>
                    <a:pt x="120267" y="127622"/>
                  </a:cubicBezTo>
                  <a:cubicBezTo>
                    <a:pt x="112452" y="143565"/>
                    <a:pt x="96822" y="153839"/>
                    <a:pt x="79060" y="153839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2E0720DC-B041-4F90-57DB-BAA87D25C2BD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792284" y="5394719"/>
              <a:ext cx="119358" cy="156588"/>
            </a:xfrm>
            <a:custGeom>
              <a:avLst/>
              <a:gdLst>
                <a:gd name="connsiteX0" fmla="*/ 49581 w 119358"/>
                <a:gd name="connsiteY0" fmla="*/ 39055 h 156588"/>
                <a:gd name="connsiteX1" fmla="*/ 49581 w 119358"/>
                <a:gd name="connsiteY1" fmla="*/ 85 h 156588"/>
                <a:gd name="connsiteX2" fmla="*/ 203 w 119358"/>
                <a:gd name="connsiteY2" fmla="*/ 3982 h 156588"/>
                <a:gd name="connsiteX3" fmla="*/ 203 w 119358"/>
                <a:gd name="connsiteY3" fmla="*/ 14964 h 156588"/>
                <a:gd name="connsiteX4" fmla="*/ 27911 w 119358"/>
                <a:gd name="connsiteY4" fmla="*/ 34803 h 156588"/>
                <a:gd name="connsiteX5" fmla="*/ 27911 w 119358"/>
                <a:gd name="connsiteY5" fmla="*/ 129748 h 156588"/>
                <a:gd name="connsiteX6" fmla="*/ 203 w 119358"/>
                <a:gd name="connsiteY6" fmla="*/ 145690 h 156588"/>
                <a:gd name="connsiteX7" fmla="*/ 203 w 119358"/>
                <a:gd name="connsiteY7" fmla="*/ 156673 h 156588"/>
                <a:gd name="connsiteX8" fmla="*/ 40700 w 119358"/>
                <a:gd name="connsiteY8" fmla="*/ 155610 h 156588"/>
                <a:gd name="connsiteX9" fmla="*/ 85815 w 119358"/>
                <a:gd name="connsiteY9" fmla="*/ 156673 h 156588"/>
                <a:gd name="connsiteX10" fmla="*/ 85815 w 119358"/>
                <a:gd name="connsiteY10" fmla="*/ 145690 h 156588"/>
                <a:gd name="connsiteX11" fmla="*/ 78355 w 119358"/>
                <a:gd name="connsiteY11" fmla="*/ 145690 h 156588"/>
                <a:gd name="connsiteX12" fmla="*/ 51357 w 119358"/>
                <a:gd name="connsiteY12" fmla="*/ 129040 h 156588"/>
                <a:gd name="connsiteX13" fmla="*/ 51357 w 119358"/>
                <a:gd name="connsiteY13" fmla="*/ 74482 h 156588"/>
                <a:gd name="connsiteX14" fmla="*/ 93274 w 119358"/>
                <a:gd name="connsiteY14" fmla="*/ 7879 h 156588"/>
                <a:gd name="connsiteX15" fmla="*/ 97182 w 119358"/>
                <a:gd name="connsiteY15" fmla="*/ 8233 h 156588"/>
                <a:gd name="connsiteX16" fmla="*/ 89012 w 119358"/>
                <a:gd name="connsiteY16" fmla="*/ 22050 h 156588"/>
                <a:gd name="connsiteX17" fmla="*/ 104287 w 119358"/>
                <a:gd name="connsiteY17" fmla="*/ 37283 h 156588"/>
                <a:gd name="connsiteX18" fmla="*/ 119562 w 119358"/>
                <a:gd name="connsiteY18" fmla="*/ 21695 h 156588"/>
                <a:gd name="connsiteX19" fmla="*/ 93274 w 119358"/>
                <a:gd name="connsiteY19" fmla="*/ 85 h 156588"/>
                <a:gd name="connsiteX20" fmla="*/ 49581 w 119358"/>
                <a:gd name="connsiteY20" fmla="*/ 39055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358" h="156588">
                  <a:moveTo>
                    <a:pt x="49581" y="39055"/>
                  </a:moveTo>
                  <a:lnTo>
                    <a:pt x="49581" y="85"/>
                  </a:lnTo>
                  <a:lnTo>
                    <a:pt x="203" y="3982"/>
                  </a:lnTo>
                  <a:lnTo>
                    <a:pt x="203" y="14964"/>
                  </a:lnTo>
                  <a:cubicBezTo>
                    <a:pt x="25070" y="14964"/>
                    <a:pt x="27911" y="17444"/>
                    <a:pt x="27911" y="34803"/>
                  </a:cubicBezTo>
                  <a:lnTo>
                    <a:pt x="27911" y="129748"/>
                  </a:lnTo>
                  <a:cubicBezTo>
                    <a:pt x="27911" y="145690"/>
                    <a:pt x="24004" y="145690"/>
                    <a:pt x="203" y="145690"/>
                  </a:cubicBezTo>
                  <a:lnTo>
                    <a:pt x="203" y="156673"/>
                  </a:lnTo>
                  <a:cubicBezTo>
                    <a:pt x="14057" y="156318"/>
                    <a:pt x="30753" y="155610"/>
                    <a:pt x="40700" y="155610"/>
                  </a:cubicBezTo>
                  <a:cubicBezTo>
                    <a:pt x="54909" y="155610"/>
                    <a:pt x="71605" y="155610"/>
                    <a:pt x="85815" y="156673"/>
                  </a:cubicBezTo>
                  <a:lnTo>
                    <a:pt x="85815" y="145690"/>
                  </a:lnTo>
                  <a:lnTo>
                    <a:pt x="78355" y="145690"/>
                  </a:lnTo>
                  <a:cubicBezTo>
                    <a:pt x="52067" y="145690"/>
                    <a:pt x="51357" y="141793"/>
                    <a:pt x="51357" y="129040"/>
                  </a:cubicBezTo>
                  <a:lnTo>
                    <a:pt x="51357" y="74482"/>
                  </a:lnTo>
                  <a:cubicBezTo>
                    <a:pt x="51357" y="39409"/>
                    <a:pt x="66277" y="7879"/>
                    <a:pt x="93274" y="7879"/>
                  </a:cubicBezTo>
                  <a:cubicBezTo>
                    <a:pt x="95761" y="7879"/>
                    <a:pt x="96472" y="7879"/>
                    <a:pt x="97182" y="8233"/>
                  </a:cubicBezTo>
                  <a:cubicBezTo>
                    <a:pt x="96116" y="8587"/>
                    <a:pt x="89012" y="12838"/>
                    <a:pt x="89012" y="22050"/>
                  </a:cubicBezTo>
                  <a:cubicBezTo>
                    <a:pt x="89012" y="31969"/>
                    <a:pt x="96472" y="37283"/>
                    <a:pt x="104287" y="37283"/>
                  </a:cubicBezTo>
                  <a:cubicBezTo>
                    <a:pt x="110681" y="37283"/>
                    <a:pt x="119562" y="33032"/>
                    <a:pt x="119562" y="21695"/>
                  </a:cubicBezTo>
                  <a:cubicBezTo>
                    <a:pt x="119562" y="10359"/>
                    <a:pt x="108550" y="85"/>
                    <a:pt x="93274" y="85"/>
                  </a:cubicBezTo>
                  <a:cubicBezTo>
                    <a:pt x="67342" y="85"/>
                    <a:pt x="54554" y="23821"/>
                    <a:pt x="49581" y="39055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B8F949E-EC69-8898-89CC-8D3970D57CD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051605" y="5314299"/>
              <a:ext cx="76020" cy="237007"/>
            </a:xfrm>
            <a:custGeom>
              <a:avLst/>
              <a:gdLst>
                <a:gd name="connsiteX0" fmla="*/ 51364 w 76020"/>
                <a:gd name="connsiteY0" fmla="*/ 80504 h 237007"/>
                <a:gd name="connsiteX1" fmla="*/ 1631 w 76020"/>
                <a:gd name="connsiteY1" fmla="*/ 84401 h 237007"/>
                <a:gd name="connsiteX2" fmla="*/ 1631 w 76020"/>
                <a:gd name="connsiteY2" fmla="*/ 95384 h 237007"/>
                <a:gd name="connsiteX3" fmla="*/ 27919 w 76020"/>
                <a:gd name="connsiteY3" fmla="*/ 114869 h 237007"/>
                <a:gd name="connsiteX4" fmla="*/ 27919 w 76020"/>
                <a:gd name="connsiteY4" fmla="*/ 210168 h 237007"/>
                <a:gd name="connsiteX5" fmla="*/ 210 w 76020"/>
                <a:gd name="connsiteY5" fmla="*/ 226110 h 237007"/>
                <a:gd name="connsiteX6" fmla="*/ 210 w 76020"/>
                <a:gd name="connsiteY6" fmla="*/ 237092 h 237007"/>
                <a:gd name="connsiteX7" fmla="*/ 39286 w 76020"/>
                <a:gd name="connsiteY7" fmla="*/ 236029 h 237007"/>
                <a:gd name="connsiteX8" fmla="*/ 76230 w 76020"/>
                <a:gd name="connsiteY8" fmla="*/ 237092 h 237007"/>
                <a:gd name="connsiteX9" fmla="*/ 76230 w 76020"/>
                <a:gd name="connsiteY9" fmla="*/ 226110 h 237007"/>
                <a:gd name="connsiteX10" fmla="*/ 51364 w 76020"/>
                <a:gd name="connsiteY10" fmla="*/ 210522 h 237007"/>
                <a:gd name="connsiteX11" fmla="*/ 51364 w 76020"/>
                <a:gd name="connsiteY11" fmla="*/ 80504 h 237007"/>
                <a:gd name="connsiteX12" fmla="*/ 52785 w 76020"/>
                <a:gd name="connsiteY12" fmla="*/ 18861 h 237007"/>
                <a:gd name="connsiteX13" fmla="*/ 33958 w 76020"/>
                <a:gd name="connsiteY13" fmla="*/ 85 h 237007"/>
                <a:gd name="connsiteX14" fmla="*/ 15130 w 76020"/>
                <a:gd name="connsiteY14" fmla="*/ 18861 h 237007"/>
                <a:gd name="connsiteX15" fmla="*/ 33958 w 76020"/>
                <a:gd name="connsiteY15" fmla="*/ 37637 h 237007"/>
                <a:gd name="connsiteX16" fmla="*/ 52785 w 76020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020" h="237007">
                  <a:moveTo>
                    <a:pt x="51364" y="80504"/>
                  </a:moveTo>
                  <a:lnTo>
                    <a:pt x="1631" y="84401"/>
                  </a:lnTo>
                  <a:lnTo>
                    <a:pt x="1631" y="95384"/>
                  </a:lnTo>
                  <a:cubicBezTo>
                    <a:pt x="24721" y="95384"/>
                    <a:pt x="27919" y="97509"/>
                    <a:pt x="27919" y="114869"/>
                  </a:cubicBezTo>
                  <a:lnTo>
                    <a:pt x="27919" y="210168"/>
                  </a:lnTo>
                  <a:cubicBezTo>
                    <a:pt x="27919" y="226110"/>
                    <a:pt x="24011" y="226110"/>
                    <a:pt x="210" y="226110"/>
                  </a:cubicBezTo>
                  <a:lnTo>
                    <a:pt x="210" y="237092"/>
                  </a:lnTo>
                  <a:cubicBezTo>
                    <a:pt x="11578" y="236738"/>
                    <a:pt x="30760" y="236029"/>
                    <a:pt x="39286" y="236029"/>
                  </a:cubicBezTo>
                  <a:cubicBezTo>
                    <a:pt x="51719" y="236029"/>
                    <a:pt x="64152" y="236738"/>
                    <a:pt x="76230" y="237092"/>
                  </a:cubicBezTo>
                  <a:lnTo>
                    <a:pt x="76230" y="226110"/>
                  </a:lnTo>
                  <a:cubicBezTo>
                    <a:pt x="52785" y="226110"/>
                    <a:pt x="51364" y="224339"/>
                    <a:pt x="51364" y="210522"/>
                  </a:cubicBezTo>
                  <a:lnTo>
                    <a:pt x="51364" y="80504"/>
                  </a:lnTo>
                  <a:close/>
                  <a:moveTo>
                    <a:pt x="52785" y="18861"/>
                  </a:moveTo>
                  <a:cubicBezTo>
                    <a:pt x="52785" y="7524"/>
                    <a:pt x="43904" y="85"/>
                    <a:pt x="33958" y="85"/>
                  </a:cubicBezTo>
                  <a:cubicBezTo>
                    <a:pt x="22945" y="85"/>
                    <a:pt x="15130" y="9650"/>
                    <a:pt x="15130" y="18861"/>
                  </a:cubicBezTo>
                  <a:cubicBezTo>
                    <a:pt x="15130" y="28426"/>
                    <a:pt x="22945" y="37637"/>
                    <a:pt x="33958" y="37637"/>
                  </a:cubicBezTo>
                  <a:cubicBezTo>
                    <a:pt x="43904" y="37637"/>
                    <a:pt x="52785" y="30198"/>
                    <a:pt x="52785" y="18861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4856E55A-C391-0D82-EDC5-B0540FE83C1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150282" y="5392593"/>
              <a:ext cx="116161" cy="162610"/>
            </a:xfrm>
            <a:custGeom>
              <a:avLst/>
              <a:gdLst>
                <a:gd name="connsiteX0" fmla="*/ 62379 w 116161"/>
                <a:gd name="connsiteY0" fmla="*/ 90070 h 162610"/>
                <a:gd name="connsiteX1" fmla="*/ 99323 w 116161"/>
                <a:gd name="connsiteY1" fmla="*/ 122663 h 162610"/>
                <a:gd name="connsiteX2" fmla="*/ 59182 w 116161"/>
                <a:gd name="connsiteY2" fmla="*/ 154901 h 162610"/>
                <a:gd name="connsiteX3" fmla="*/ 9804 w 116161"/>
                <a:gd name="connsiteY3" fmla="*/ 104595 h 162610"/>
                <a:gd name="connsiteX4" fmla="*/ 4831 w 116161"/>
                <a:gd name="connsiteY4" fmla="*/ 98572 h 162610"/>
                <a:gd name="connsiteX5" fmla="*/ 213 w 116161"/>
                <a:gd name="connsiteY5" fmla="*/ 107429 h 162610"/>
                <a:gd name="connsiteX6" fmla="*/ 213 w 116161"/>
                <a:gd name="connsiteY6" fmla="*/ 154193 h 162610"/>
                <a:gd name="connsiteX7" fmla="*/ 4121 w 116161"/>
                <a:gd name="connsiteY7" fmla="*/ 162695 h 162610"/>
                <a:gd name="connsiteX8" fmla="*/ 13002 w 116161"/>
                <a:gd name="connsiteY8" fmla="*/ 155610 h 162610"/>
                <a:gd name="connsiteX9" fmla="*/ 20106 w 116161"/>
                <a:gd name="connsiteY9" fmla="*/ 147462 h 162610"/>
                <a:gd name="connsiteX10" fmla="*/ 59182 w 116161"/>
                <a:gd name="connsiteY10" fmla="*/ 162695 h 162610"/>
                <a:gd name="connsiteX11" fmla="*/ 116375 w 116161"/>
                <a:gd name="connsiteY11" fmla="*/ 113452 h 162610"/>
                <a:gd name="connsiteX12" fmla="*/ 101455 w 116161"/>
                <a:gd name="connsiteY12" fmla="*/ 79796 h 162610"/>
                <a:gd name="connsiteX13" fmla="*/ 60958 w 116161"/>
                <a:gd name="connsiteY13" fmla="*/ 62791 h 162610"/>
                <a:gd name="connsiteX14" fmla="*/ 17264 w 116161"/>
                <a:gd name="connsiteY14" fmla="*/ 33740 h 162610"/>
                <a:gd name="connsiteX15" fmla="*/ 57051 w 116161"/>
                <a:gd name="connsiteY15" fmla="*/ 6816 h 162610"/>
                <a:gd name="connsiteX16" fmla="*/ 98613 w 116161"/>
                <a:gd name="connsiteY16" fmla="*/ 49683 h 162610"/>
                <a:gd name="connsiteX17" fmla="*/ 102876 w 116161"/>
                <a:gd name="connsiteY17" fmla="*/ 52871 h 162610"/>
                <a:gd name="connsiteX18" fmla="*/ 107494 w 116161"/>
                <a:gd name="connsiteY18" fmla="*/ 44369 h 162610"/>
                <a:gd name="connsiteX19" fmla="*/ 107494 w 116161"/>
                <a:gd name="connsiteY19" fmla="*/ 8587 h 162610"/>
                <a:gd name="connsiteX20" fmla="*/ 103586 w 116161"/>
                <a:gd name="connsiteY20" fmla="*/ 85 h 162610"/>
                <a:gd name="connsiteX21" fmla="*/ 96482 w 116161"/>
                <a:gd name="connsiteY21" fmla="*/ 4336 h 162610"/>
                <a:gd name="connsiteX22" fmla="*/ 90443 w 116161"/>
                <a:gd name="connsiteY22" fmla="*/ 10004 h 162610"/>
                <a:gd name="connsiteX23" fmla="*/ 57051 w 116161"/>
                <a:gd name="connsiteY23" fmla="*/ 85 h 162610"/>
                <a:gd name="connsiteX24" fmla="*/ 213 w 116161"/>
                <a:gd name="connsiteY24" fmla="*/ 43660 h 162610"/>
                <a:gd name="connsiteX25" fmla="*/ 15488 w 116161"/>
                <a:gd name="connsiteY25" fmla="*/ 73773 h 162610"/>
                <a:gd name="connsiteX26" fmla="*/ 62379 w 116161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61" h="162610">
                  <a:moveTo>
                    <a:pt x="62379" y="90070"/>
                  </a:moveTo>
                  <a:cubicBezTo>
                    <a:pt x="70194" y="91487"/>
                    <a:pt x="99323" y="97155"/>
                    <a:pt x="99323" y="122663"/>
                  </a:cubicBezTo>
                  <a:cubicBezTo>
                    <a:pt x="99323" y="140730"/>
                    <a:pt x="86890" y="154901"/>
                    <a:pt x="59182" y="154901"/>
                  </a:cubicBezTo>
                  <a:cubicBezTo>
                    <a:pt x="29342" y="154901"/>
                    <a:pt x="16554" y="134708"/>
                    <a:pt x="9804" y="104595"/>
                  </a:cubicBezTo>
                  <a:cubicBezTo>
                    <a:pt x="8739" y="99989"/>
                    <a:pt x="8384" y="98572"/>
                    <a:pt x="4831" y="98572"/>
                  </a:cubicBezTo>
                  <a:cubicBezTo>
                    <a:pt x="213" y="98572"/>
                    <a:pt x="213" y="101052"/>
                    <a:pt x="213" y="107429"/>
                  </a:cubicBezTo>
                  <a:lnTo>
                    <a:pt x="213" y="154193"/>
                  </a:lnTo>
                  <a:cubicBezTo>
                    <a:pt x="213" y="160215"/>
                    <a:pt x="213" y="162695"/>
                    <a:pt x="4121" y="162695"/>
                  </a:cubicBezTo>
                  <a:cubicBezTo>
                    <a:pt x="5897" y="162695"/>
                    <a:pt x="6252" y="162341"/>
                    <a:pt x="13002" y="155610"/>
                  </a:cubicBezTo>
                  <a:cubicBezTo>
                    <a:pt x="13712" y="154901"/>
                    <a:pt x="13712" y="154193"/>
                    <a:pt x="20106" y="147462"/>
                  </a:cubicBezTo>
                  <a:cubicBezTo>
                    <a:pt x="35737" y="162341"/>
                    <a:pt x="51722" y="162695"/>
                    <a:pt x="59182" y="162695"/>
                  </a:cubicBezTo>
                  <a:cubicBezTo>
                    <a:pt x="100034" y="162695"/>
                    <a:pt x="116375" y="138959"/>
                    <a:pt x="116375" y="113452"/>
                  </a:cubicBezTo>
                  <a:cubicBezTo>
                    <a:pt x="116375" y="94675"/>
                    <a:pt x="105718" y="84047"/>
                    <a:pt x="101455" y="79796"/>
                  </a:cubicBezTo>
                  <a:cubicBezTo>
                    <a:pt x="89732" y="68459"/>
                    <a:pt x="75878" y="65625"/>
                    <a:pt x="60958" y="62791"/>
                  </a:cubicBezTo>
                  <a:cubicBezTo>
                    <a:pt x="41065" y="58894"/>
                    <a:pt x="17264" y="54288"/>
                    <a:pt x="17264" y="33740"/>
                  </a:cubicBezTo>
                  <a:cubicBezTo>
                    <a:pt x="17264" y="21341"/>
                    <a:pt x="26500" y="6816"/>
                    <a:pt x="57051" y="6816"/>
                  </a:cubicBezTo>
                  <a:cubicBezTo>
                    <a:pt x="96126" y="6816"/>
                    <a:pt x="97903" y="38700"/>
                    <a:pt x="98613" y="49683"/>
                  </a:cubicBezTo>
                  <a:cubicBezTo>
                    <a:pt x="98968" y="52871"/>
                    <a:pt x="102165" y="52871"/>
                    <a:pt x="102876" y="52871"/>
                  </a:cubicBezTo>
                  <a:cubicBezTo>
                    <a:pt x="107494" y="52871"/>
                    <a:pt x="107494" y="51100"/>
                    <a:pt x="107494" y="44369"/>
                  </a:cubicBezTo>
                  <a:lnTo>
                    <a:pt x="107494" y="8587"/>
                  </a:lnTo>
                  <a:cubicBezTo>
                    <a:pt x="107494" y="2565"/>
                    <a:pt x="107494" y="85"/>
                    <a:pt x="103586" y="85"/>
                  </a:cubicBezTo>
                  <a:cubicBezTo>
                    <a:pt x="101810" y="85"/>
                    <a:pt x="101100" y="85"/>
                    <a:pt x="96482" y="4336"/>
                  </a:cubicBezTo>
                  <a:cubicBezTo>
                    <a:pt x="95416" y="5753"/>
                    <a:pt x="91864" y="8941"/>
                    <a:pt x="90443" y="10004"/>
                  </a:cubicBezTo>
                  <a:cubicBezTo>
                    <a:pt x="76944" y="85"/>
                    <a:pt x="62379" y="85"/>
                    <a:pt x="57051" y="85"/>
                  </a:cubicBezTo>
                  <a:cubicBezTo>
                    <a:pt x="13712" y="85"/>
                    <a:pt x="213" y="23821"/>
                    <a:pt x="213" y="43660"/>
                  </a:cubicBezTo>
                  <a:cubicBezTo>
                    <a:pt x="213" y="56060"/>
                    <a:pt x="5897" y="65979"/>
                    <a:pt x="15488" y="73773"/>
                  </a:cubicBezTo>
                  <a:cubicBezTo>
                    <a:pt x="26856" y="82984"/>
                    <a:pt x="36802" y="85110"/>
                    <a:pt x="62379" y="90070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2B4134ED-41D1-B5D2-3B6D-1301BE5CD58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408813" y="5392593"/>
              <a:ext cx="116161" cy="162610"/>
            </a:xfrm>
            <a:custGeom>
              <a:avLst/>
              <a:gdLst>
                <a:gd name="connsiteX0" fmla="*/ 62386 w 116161"/>
                <a:gd name="connsiteY0" fmla="*/ 90070 h 162610"/>
                <a:gd name="connsiteX1" fmla="*/ 99331 w 116161"/>
                <a:gd name="connsiteY1" fmla="*/ 122663 h 162610"/>
                <a:gd name="connsiteX2" fmla="*/ 59189 w 116161"/>
                <a:gd name="connsiteY2" fmla="*/ 154901 h 162610"/>
                <a:gd name="connsiteX3" fmla="*/ 9812 w 116161"/>
                <a:gd name="connsiteY3" fmla="*/ 104595 h 162610"/>
                <a:gd name="connsiteX4" fmla="*/ 4838 w 116161"/>
                <a:gd name="connsiteY4" fmla="*/ 98572 h 162610"/>
                <a:gd name="connsiteX5" fmla="*/ 220 w 116161"/>
                <a:gd name="connsiteY5" fmla="*/ 107429 h 162610"/>
                <a:gd name="connsiteX6" fmla="*/ 220 w 116161"/>
                <a:gd name="connsiteY6" fmla="*/ 154193 h 162610"/>
                <a:gd name="connsiteX7" fmla="*/ 4128 w 116161"/>
                <a:gd name="connsiteY7" fmla="*/ 162695 h 162610"/>
                <a:gd name="connsiteX8" fmla="*/ 13009 w 116161"/>
                <a:gd name="connsiteY8" fmla="*/ 155610 h 162610"/>
                <a:gd name="connsiteX9" fmla="*/ 20113 w 116161"/>
                <a:gd name="connsiteY9" fmla="*/ 147462 h 162610"/>
                <a:gd name="connsiteX10" fmla="*/ 59189 w 116161"/>
                <a:gd name="connsiteY10" fmla="*/ 162695 h 162610"/>
                <a:gd name="connsiteX11" fmla="*/ 116382 w 116161"/>
                <a:gd name="connsiteY11" fmla="*/ 113452 h 162610"/>
                <a:gd name="connsiteX12" fmla="*/ 101462 w 116161"/>
                <a:gd name="connsiteY12" fmla="*/ 79796 h 162610"/>
                <a:gd name="connsiteX13" fmla="*/ 60965 w 116161"/>
                <a:gd name="connsiteY13" fmla="*/ 62791 h 162610"/>
                <a:gd name="connsiteX14" fmla="*/ 17272 w 116161"/>
                <a:gd name="connsiteY14" fmla="*/ 33740 h 162610"/>
                <a:gd name="connsiteX15" fmla="*/ 57058 w 116161"/>
                <a:gd name="connsiteY15" fmla="*/ 6816 h 162610"/>
                <a:gd name="connsiteX16" fmla="*/ 98620 w 116161"/>
                <a:gd name="connsiteY16" fmla="*/ 49683 h 162610"/>
                <a:gd name="connsiteX17" fmla="*/ 102883 w 116161"/>
                <a:gd name="connsiteY17" fmla="*/ 52871 h 162610"/>
                <a:gd name="connsiteX18" fmla="*/ 107501 w 116161"/>
                <a:gd name="connsiteY18" fmla="*/ 44369 h 162610"/>
                <a:gd name="connsiteX19" fmla="*/ 107501 w 116161"/>
                <a:gd name="connsiteY19" fmla="*/ 8587 h 162610"/>
                <a:gd name="connsiteX20" fmla="*/ 103593 w 116161"/>
                <a:gd name="connsiteY20" fmla="*/ 85 h 162610"/>
                <a:gd name="connsiteX21" fmla="*/ 96489 w 116161"/>
                <a:gd name="connsiteY21" fmla="*/ 4336 h 162610"/>
                <a:gd name="connsiteX22" fmla="*/ 90450 w 116161"/>
                <a:gd name="connsiteY22" fmla="*/ 10004 h 162610"/>
                <a:gd name="connsiteX23" fmla="*/ 57058 w 116161"/>
                <a:gd name="connsiteY23" fmla="*/ 85 h 162610"/>
                <a:gd name="connsiteX24" fmla="*/ 220 w 116161"/>
                <a:gd name="connsiteY24" fmla="*/ 43660 h 162610"/>
                <a:gd name="connsiteX25" fmla="*/ 15495 w 116161"/>
                <a:gd name="connsiteY25" fmla="*/ 73773 h 162610"/>
                <a:gd name="connsiteX26" fmla="*/ 62386 w 116161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61" h="162610">
                  <a:moveTo>
                    <a:pt x="62386" y="90070"/>
                  </a:moveTo>
                  <a:cubicBezTo>
                    <a:pt x="70201" y="91487"/>
                    <a:pt x="99331" y="97155"/>
                    <a:pt x="99331" y="122663"/>
                  </a:cubicBezTo>
                  <a:cubicBezTo>
                    <a:pt x="99331" y="140730"/>
                    <a:pt x="86897" y="154901"/>
                    <a:pt x="59189" y="154901"/>
                  </a:cubicBezTo>
                  <a:cubicBezTo>
                    <a:pt x="29350" y="154901"/>
                    <a:pt x="16561" y="134708"/>
                    <a:pt x="9812" y="104595"/>
                  </a:cubicBezTo>
                  <a:cubicBezTo>
                    <a:pt x="8746" y="99989"/>
                    <a:pt x="8391" y="98572"/>
                    <a:pt x="4838" y="98572"/>
                  </a:cubicBezTo>
                  <a:cubicBezTo>
                    <a:pt x="220" y="98572"/>
                    <a:pt x="220" y="101052"/>
                    <a:pt x="220" y="107429"/>
                  </a:cubicBezTo>
                  <a:lnTo>
                    <a:pt x="220" y="154193"/>
                  </a:lnTo>
                  <a:cubicBezTo>
                    <a:pt x="220" y="160215"/>
                    <a:pt x="220" y="162695"/>
                    <a:pt x="4128" y="162695"/>
                  </a:cubicBezTo>
                  <a:cubicBezTo>
                    <a:pt x="5904" y="162695"/>
                    <a:pt x="6259" y="162341"/>
                    <a:pt x="13009" y="155610"/>
                  </a:cubicBezTo>
                  <a:cubicBezTo>
                    <a:pt x="13719" y="154901"/>
                    <a:pt x="13719" y="154193"/>
                    <a:pt x="20113" y="147462"/>
                  </a:cubicBezTo>
                  <a:cubicBezTo>
                    <a:pt x="35744" y="162341"/>
                    <a:pt x="51729" y="162695"/>
                    <a:pt x="59189" y="162695"/>
                  </a:cubicBezTo>
                  <a:cubicBezTo>
                    <a:pt x="100041" y="162695"/>
                    <a:pt x="116382" y="138959"/>
                    <a:pt x="116382" y="113452"/>
                  </a:cubicBezTo>
                  <a:cubicBezTo>
                    <a:pt x="116382" y="94675"/>
                    <a:pt x="105725" y="84047"/>
                    <a:pt x="101462" y="79796"/>
                  </a:cubicBezTo>
                  <a:cubicBezTo>
                    <a:pt x="89739" y="68459"/>
                    <a:pt x="75885" y="65625"/>
                    <a:pt x="60965" y="62791"/>
                  </a:cubicBezTo>
                  <a:cubicBezTo>
                    <a:pt x="41072" y="58894"/>
                    <a:pt x="17272" y="54288"/>
                    <a:pt x="17272" y="33740"/>
                  </a:cubicBezTo>
                  <a:cubicBezTo>
                    <a:pt x="17272" y="21341"/>
                    <a:pt x="26508" y="6816"/>
                    <a:pt x="57058" y="6816"/>
                  </a:cubicBezTo>
                  <a:cubicBezTo>
                    <a:pt x="96134" y="6816"/>
                    <a:pt x="97910" y="38700"/>
                    <a:pt x="98620" y="49683"/>
                  </a:cubicBezTo>
                  <a:cubicBezTo>
                    <a:pt x="98975" y="52871"/>
                    <a:pt x="102173" y="52871"/>
                    <a:pt x="102883" y="52871"/>
                  </a:cubicBezTo>
                  <a:cubicBezTo>
                    <a:pt x="107501" y="52871"/>
                    <a:pt x="107501" y="51100"/>
                    <a:pt x="107501" y="44369"/>
                  </a:cubicBezTo>
                  <a:lnTo>
                    <a:pt x="107501" y="8587"/>
                  </a:lnTo>
                  <a:cubicBezTo>
                    <a:pt x="107501" y="2565"/>
                    <a:pt x="107501" y="85"/>
                    <a:pt x="103593" y="85"/>
                  </a:cubicBezTo>
                  <a:cubicBezTo>
                    <a:pt x="101817" y="85"/>
                    <a:pt x="101107" y="85"/>
                    <a:pt x="96489" y="4336"/>
                  </a:cubicBezTo>
                  <a:cubicBezTo>
                    <a:pt x="95423" y="5753"/>
                    <a:pt x="91871" y="8941"/>
                    <a:pt x="90450" y="10004"/>
                  </a:cubicBezTo>
                  <a:cubicBezTo>
                    <a:pt x="76951" y="85"/>
                    <a:pt x="62386" y="85"/>
                    <a:pt x="57058" y="85"/>
                  </a:cubicBezTo>
                  <a:cubicBezTo>
                    <a:pt x="13719" y="85"/>
                    <a:pt x="220" y="23821"/>
                    <a:pt x="220" y="43660"/>
                  </a:cubicBezTo>
                  <a:cubicBezTo>
                    <a:pt x="220" y="56060"/>
                    <a:pt x="5904" y="65979"/>
                    <a:pt x="15495" y="73773"/>
                  </a:cubicBezTo>
                  <a:cubicBezTo>
                    <a:pt x="26863" y="82984"/>
                    <a:pt x="36809" y="85110"/>
                    <a:pt x="62386" y="90070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2ECE7AC0-284E-B651-33EA-C87FCC856BA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548579" y="5394719"/>
              <a:ext cx="277437" cy="156588"/>
            </a:xfrm>
            <a:custGeom>
              <a:avLst/>
              <a:gdLst>
                <a:gd name="connsiteX0" fmla="*/ 27933 w 277437"/>
                <a:gd name="connsiteY0" fmla="*/ 34803 h 156588"/>
                <a:gd name="connsiteX1" fmla="*/ 27933 w 277437"/>
                <a:gd name="connsiteY1" fmla="*/ 129748 h 156588"/>
                <a:gd name="connsiteX2" fmla="*/ 224 w 277437"/>
                <a:gd name="connsiteY2" fmla="*/ 145690 h 156588"/>
                <a:gd name="connsiteX3" fmla="*/ 224 w 277437"/>
                <a:gd name="connsiteY3" fmla="*/ 156673 h 156588"/>
                <a:gd name="connsiteX4" fmla="*/ 40366 w 277437"/>
                <a:gd name="connsiteY4" fmla="*/ 155610 h 156588"/>
                <a:gd name="connsiteX5" fmla="*/ 80152 w 277437"/>
                <a:gd name="connsiteY5" fmla="*/ 156673 h 156588"/>
                <a:gd name="connsiteX6" fmla="*/ 80152 w 277437"/>
                <a:gd name="connsiteY6" fmla="*/ 145690 h 156588"/>
                <a:gd name="connsiteX7" fmla="*/ 52444 w 277437"/>
                <a:gd name="connsiteY7" fmla="*/ 129748 h 156588"/>
                <a:gd name="connsiteX8" fmla="*/ 52444 w 277437"/>
                <a:gd name="connsiteY8" fmla="*/ 64562 h 156588"/>
                <a:gd name="connsiteX9" fmla="*/ 100400 w 277437"/>
                <a:gd name="connsiteY9" fmla="*/ 7879 h 156588"/>
                <a:gd name="connsiteX10" fmla="*/ 126688 w 277437"/>
                <a:gd name="connsiteY10" fmla="*/ 47203 h 156588"/>
                <a:gd name="connsiteX11" fmla="*/ 126688 w 277437"/>
                <a:gd name="connsiteY11" fmla="*/ 129748 h 156588"/>
                <a:gd name="connsiteX12" fmla="*/ 98979 w 277437"/>
                <a:gd name="connsiteY12" fmla="*/ 145690 h 156588"/>
                <a:gd name="connsiteX13" fmla="*/ 98979 w 277437"/>
                <a:gd name="connsiteY13" fmla="*/ 156673 h 156588"/>
                <a:gd name="connsiteX14" fmla="*/ 139121 w 277437"/>
                <a:gd name="connsiteY14" fmla="*/ 155610 h 156588"/>
                <a:gd name="connsiteX15" fmla="*/ 178907 w 277437"/>
                <a:gd name="connsiteY15" fmla="*/ 156673 h 156588"/>
                <a:gd name="connsiteX16" fmla="*/ 178907 w 277437"/>
                <a:gd name="connsiteY16" fmla="*/ 145690 h 156588"/>
                <a:gd name="connsiteX17" fmla="*/ 151199 w 277437"/>
                <a:gd name="connsiteY17" fmla="*/ 129748 h 156588"/>
                <a:gd name="connsiteX18" fmla="*/ 151199 w 277437"/>
                <a:gd name="connsiteY18" fmla="*/ 64562 h 156588"/>
                <a:gd name="connsiteX19" fmla="*/ 199155 w 277437"/>
                <a:gd name="connsiteY19" fmla="*/ 7879 h 156588"/>
                <a:gd name="connsiteX20" fmla="*/ 225443 w 277437"/>
                <a:gd name="connsiteY20" fmla="*/ 47203 h 156588"/>
                <a:gd name="connsiteX21" fmla="*/ 225443 w 277437"/>
                <a:gd name="connsiteY21" fmla="*/ 129748 h 156588"/>
                <a:gd name="connsiteX22" fmla="*/ 197735 w 277437"/>
                <a:gd name="connsiteY22" fmla="*/ 145690 h 156588"/>
                <a:gd name="connsiteX23" fmla="*/ 197735 w 277437"/>
                <a:gd name="connsiteY23" fmla="*/ 156673 h 156588"/>
                <a:gd name="connsiteX24" fmla="*/ 237876 w 277437"/>
                <a:gd name="connsiteY24" fmla="*/ 155610 h 156588"/>
                <a:gd name="connsiteX25" fmla="*/ 277662 w 277437"/>
                <a:gd name="connsiteY25" fmla="*/ 156673 h 156588"/>
                <a:gd name="connsiteX26" fmla="*/ 277662 w 277437"/>
                <a:gd name="connsiteY26" fmla="*/ 145690 h 156588"/>
                <a:gd name="connsiteX27" fmla="*/ 249954 w 277437"/>
                <a:gd name="connsiteY27" fmla="*/ 135062 h 156588"/>
                <a:gd name="connsiteX28" fmla="*/ 249954 w 277437"/>
                <a:gd name="connsiteY28" fmla="*/ 67396 h 156588"/>
                <a:gd name="connsiteX29" fmla="*/ 238942 w 277437"/>
                <a:gd name="connsiteY29" fmla="*/ 13193 h 156588"/>
                <a:gd name="connsiteX30" fmla="*/ 201642 w 277437"/>
                <a:gd name="connsiteY30" fmla="*/ 85 h 156588"/>
                <a:gd name="connsiteX31" fmla="*/ 150133 w 277437"/>
                <a:gd name="connsiteY31" fmla="*/ 34803 h 156588"/>
                <a:gd name="connsiteX32" fmla="*/ 102887 w 277437"/>
                <a:gd name="connsiteY32" fmla="*/ 85 h 156588"/>
                <a:gd name="connsiteX33" fmla="*/ 50312 w 277437"/>
                <a:gd name="connsiteY33" fmla="*/ 37283 h 156588"/>
                <a:gd name="connsiteX34" fmla="*/ 50312 w 277437"/>
                <a:gd name="connsiteY34" fmla="*/ 85 h 156588"/>
                <a:gd name="connsiteX35" fmla="*/ 224 w 277437"/>
                <a:gd name="connsiteY35" fmla="*/ 3982 h 156588"/>
                <a:gd name="connsiteX36" fmla="*/ 224 w 277437"/>
                <a:gd name="connsiteY36" fmla="*/ 14964 h 156588"/>
                <a:gd name="connsiteX37" fmla="*/ 27933 w 277437"/>
                <a:gd name="connsiteY37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7437" h="156588">
                  <a:moveTo>
                    <a:pt x="27933" y="34803"/>
                  </a:moveTo>
                  <a:lnTo>
                    <a:pt x="27933" y="129748"/>
                  </a:lnTo>
                  <a:cubicBezTo>
                    <a:pt x="27933" y="145690"/>
                    <a:pt x="24025" y="145690"/>
                    <a:pt x="224" y="145690"/>
                  </a:cubicBezTo>
                  <a:lnTo>
                    <a:pt x="224" y="156673"/>
                  </a:lnTo>
                  <a:cubicBezTo>
                    <a:pt x="12658" y="156318"/>
                    <a:pt x="30774" y="155610"/>
                    <a:pt x="40366" y="155610"/>
                  </a:cubicBezTo>
                  <a:cubicBezTo>
                    <a:pt x="49602" y="155610"/>
                    <a:pt x="68074" y="156318"/>
                    <a:pt x="80152" y="156673"/>
                  </a:cubicBezTo>
                  <a:lnTo>
                    <a:pt x="80152" y="145690"/>
                  </a:lnTo>
                  <a:cubicBezTo>
                    <a:pt x="56351" y="145690"/>
                    <a:pt x="52444" y="145690"/>
                    <a:pt x="52444" y="129748"/>
                  </a:cubicBezTo>
                  <a:lnTo>
                    <a:pt x="52444" y="64562"/>
                  </a:lnTo>
                  <a:cubicBezTo>
                    <a:pt x="52444" y="27718"/>
                    <a:pt x="77665" y="7879"/>
                    <a:pt x="100400" y="7879"/>
                  </a:cubicBezTo>
                  <a:cubicBezTo>
                    <a:pt x="122780" y="7879"/>
                    <a:pt x="126688" y="27009"/>
                    <a:pt x="126688" y="47203"/>
                  </a:cubicBezTo>
                  <a:lnTo>
                    <a:pt x="126688" y="129748"/>
                  </a:lnTo>
                  <a:cubicBezTo>
                    <a:pt x="126688" y="145690"/>
                    <a:pt x="122780" y="145690"/>
                    <a:pt x="98979" y="145690"/>
                  </a:cubicBezTo>
                  <a:lnTo>
                    <a:pt x="98979" y="156673"/>
                  </a:lnTo>
                  <a:cubicBezTo>
                    <a:pt x="111413" y="156318"/>
                    <a:pt x="129530" y="155610"/>
                    <a:pt x="139121" y="155610"/>
                  </a:cubicBezTo>
                  <a:cubicBezTo>
                    <a:pt x="148357" y="155610"/>
                    <a:pt x="166829" y="156318"/>
                    <a:pt x="178907" y="156673"/>
                  </a:cubicBezTo>
                  <a:lnTo>
                    <a:pt x="178907" y="145690"/>
                  </a:lnTo>
                  <a:cubicBezTo>
                    <a:pt x="155106" y="145690"/>
                    <a:pt x="151199" y="145690"/>
                    <a:pt x="151199" y="129748"/>
                  </a:cubicBezTo>
                  <a:lnTo>
                    <a:pt x="151199" y="64562"/>
                  </a:lnTo>
                  <a:cubicBezTo>
                    <a:pt x="151199" y="27718"/>
                    <a:pt x="176420" y="7879"/>
                    <a:pt x="199155" y="7879"/>
                  </a:cubicBezTo>
                  <a:cubicBezTo>
                    <a:pt x="221535" y="7879"/>
                    <a:pt x="225443" y="27009"/>
                    <a:pt x="225443" y="47203"/>
                  </a:cubicBezTo>
                  <a:lnTo>
                    <a:pt x="225443" y="129748"/>
                  </a:lnTo>
                  <a:cubicBezTo>
                    <a:pt x="225443" y="145690"/>
                    <a:pt x="221535" y="145690"/>
                    <a:pt x="197735" y="145690"/>
                  </a:cubicBezTo>
                  <a:lnTo>
                    <a:pt x="197735" y="156673"/>
                  </a:lnTo>
                  <a:cubicBezTo>
                    <a:pt x="210168" y="156318"/>
                    <a:pt x="228285" y="155610"/>
                    <a:pt x="237876" y="155610"/>
                  </a:cubicBezTo>
                  <a:cubicBezTo>
                    <a:pt x="247112" y="155610"/>
                    <a:pt x="265584" y="156318"/>
                    <a:pt x="277662" y="156673"/>
                  </a:cubicBezTo>
                  <a:lnTo>
                    <a:pt x="277662" y="145690"/>
                  </a:lnTo>
                  <a:cubicBezTo>
                    <a:pt x="259190" y="145690"/>
                    <a:pt x="250309" y="145690"/>
                    <a:pt x="249954" y="135062"/>
                  </a:cubicBezTo>
                  <a:lnTo>
                    <a:pt x="249954" y="67396"/>
                  </a:lnTo>
                  <a:cubicBezTo>
                    <a:pt x="249954" y="36929"/>
                    <a:pt x="249954" y="25947"/>
                    <a:pt x="238942" y="13193"/>
                  </a:cubicBezTo>
                  <a:cubicBezTo>
                    <a:pt x="233968" y="7170"/>
                    <a:pt x="222246" y="85"/>
                    <a:pt x="201642" y="85"/>
                  </a:cubicBezTo>
                  <a:cubicBezTo>
                    <a:pt x="171802" y="85"/>
                    <a:pt x="156172" y="21341"/>
                    <a:pt x="150133" y="34803"/>
                  </a:cubicBezTo>
                  <a:cubicBezTo>
                    <a:pt x="145160" y="3982"/>
                    <a:pt x="118873" y="85"/>
                    <a:pt x="102887" y="85"/>
                  </a:cubicBezTo>
                  <a:cubicBezTo>
                    <a:pt x="76955" y="85"/>
                    <a:pt x="60259" y="15318"/>
                    <a:pt x="50312" y="37283"/>
                  </a:cubicBezTo>
                  <a:lnTo>
                    <a:pt x="50312" y="85"/>
                  </a:lnTo>
                  <a:lnTo>
                    <a:pt x="224" y="3982"/>
                  </a:lnTo>
                  <a:lnTo>
                    <a:pt x="224" y="14964"/>
                  </a:lnTo>
                  <a:cubicBezTo>
                    <a:pt x="25091" y="14964"/>
                    <a:pt x="27933" y="17444"/>
                    <a:pt x="27933" y="34803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0AE64CC1-33CF-7B5B-C476-F0603F9B4B71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848160" y="5392593"/>
              <a:ext cx="160210" cy="162610"/>
            </a:xfrm>
            <a:custGeom>
              <a:avLst/>
              <a:gdLst>
                <a:gd name="connsiteX0" fmla="*/ 103606 w 160210"/>
                <a:gd name="connsiteY0" fmla="*/ 131874 h 162610"/>
                <a:gd name="connsiteX1" fmla="*/ 131314 w 160210"/>
                <a:gd name="connsiteY1" fmla="*/ 160924 h 162610"/>
                <a:gd name="connsiteX2" fmla="*/ 160443 w 160210"/>
                <a:gd name="connsiteY2" fmla="*/ 127268 h 162610"/>
                <a:gd name="connsiteX3" fmla="*/ 160443 w 160210"/>
                <a:gd name="connsiteY3" fmla="*/ 107429 h 162610"/>
                <a:gd name="connsiteX4" fmla="*/ 151562 w 160210"/>
                <a:gd name="connsiteY4" fmla="*/ 107429 h 162610"/>
                <a:gd name="connsiteX5" fmla="*/ 151562 w 160210"/>
                <a:gd name="connsiteY5" fmla="*/ 127268 h 162610"/>
                <a:gd name="connsiteX6" fmla="*/ 138774 w 160210"/>
                <a:gd name="connsiteY6" fmla="*/ 149942 h 162610"/>
                <a:gd name="connsiteX7" fmla="*/ 125630 w 160210"/>
                <a:gd name="connsiteY7" fmla="*/ 132228 h 162610"/>
                <a:gd name="connsiteX8" fmla="*/ 125630 w 160210"/>
                <a:gd name="connsiteY8" fmla="*/ 61374 h 162610"/>
                <a:gd name="connsiteX9" fmla="*/ 112842 w 160210"/>
                <a:gd name="connsiteY9" fmla="*/ 19570 h 162610"/>
                <a:gd name="connsiteX10" fmla="*/ 64175 w 160210"/>
                <a:gd name="connsiteY10" fmla="*/ 85 h 162610"/>
                <a:gd name="connsiteX11" fmla="*/ 10534 w 160210"/>
                <a:gd name="connsiteY11" fmla="*/ 40117 h 162610"/>
                <a:gd name="connsiteX12" fmla="*/ 26875 w 160210"/>
                <a:gd name="connsiteY12" fmla="*/ 56768 h 162610"/>
                <a:gd name="connsiteX13" fmla="*/ 43216 w 160210"/>
                <a:gd name="connsiteY13" fmla="*/ 40472 h 162610"/>
                <a:gd name="connsiteX14" fmla="*/ 25099 w 160210"/>
                <a:gd name="connsiteY14" fmla="*/ 24175 h 162610"/>
                <a:gd name="connsiteX15" fmla="*/ 63464 w 160210"/>
                <a:gd name="connsiteY15" fmla="*/ 7879 h 162610"/>
                <a:gd name="connsiteX16" fmla="*/ 101119 w 160210"/>
                <a:gd name="connsiteY16" fmla="*/ 53225 h 162610"/>
                <a:gd name="connsiteX17" fmla="*/ 101119 w 160210"/>
                <a:gd name="connsiteY17" fmla="*/ 66333 h 162610"/>
                <a:gd name="connsiteX18" fmla="*/ 35756 w 160210"/>
                <a:gd name="connsiteY18" fmla="*/ 79087 h 162610"/>
                <a:gd name="connsiteX19" fmla="*/ 233 w 160210"/>
                <a:gd name="connsiteY19" fmla="*/ 125143 h 162610"/>
                <a:gd name="connsiteX20" fmla="*/ 57070 w 160210"/>
                <a:gd name="connsiteY20" fmla="*/ 162695 h 162610"/>
                <a:gd name="connsiteX21" fmla="*/ 103606 w 160210"/>
                <a:gd name="connsiteY21" fmla="*/ 131874 h 162610"/>
                <a:gd name="connsiteX22" fmla="*/ 101119 w 160210"/>
                <a:gd name="connsiteY22" fmla="*/ 73773 h 162610"/>
                <a:gd name="connsiteX23" fmla="*/ 101119 w 160210"/>
                <a:gd name="connsiteY23" fmla="*/ 109200 h 162610"/>
                <a:gd name="connsiteX24" fmla="*/ 59557 w 160210"/>
                <a:gd name="connsiteY24" fmla="*/ 154901 h 162610"/>
                <a:gd name="connsiteX25" fmla="*/ 27586 w 160210"/>
                <a:gd name="connsiteY25" fmla="*/ 124788 h 162610"/>
                <a:gd name="connsiteX26" fmla="*/ 101119 w 160210"/>
                <a:gd name="connsiteY26" fmla="*/ 73773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0210" h="162610">
                  <a:moveTo>
                    <a:pt x="103606" y="131874"/>
                  </a:moveTo>
                  <a:cubicBezTo>
                    <a:pt x="105027" y="146045"/>
                    <a:pt x="114618" y="160924"/>
                    <a:pt x="131314" y="160924"/>
                  </a:cubicBezTo>
                  <a:cubicBezTo>
                    <a:pt x="138774" y="160924"/>
                    <a:pt x="160443" y="155964"/>
                    <a:pt x="160443" y="127268"/>
                  </a:cubicBezTo>
                  <a:lnTo>
                    <a:pt x="160443" y="107429"/>
                  </a:lnTo>
                  <a:lnTo>
                    <a:pt x="151562" y="107429"/>
                  </a:lnTo>
                  <a:lnTo>
                    <a:pt x="151562" y="127268"/>
                  </a:lnTo>
                  <a:cubicBezTo>
                    <a:pt x="151562" y="147816"/>
                    <a:pt x="142682" y="149942"/>
                    <a:pt x="138774" y="149942"/>
                  </a:cubicBezTo>
                  <a:cubicBezTo>
                    <a:pt x="127051" y="149942"/>
                    <a:pt x="125630" y="133999"/>
                    <a:pt x="125630" y="132228"/>
                  </a:cubicBezTo>
                  <a:lnTo>
                    <a:pt x="125630" y="61374"/>
                  </a:lnTo>
                  <a:cubicBezTo>
                    <a:pt x="125630" y="46494"/>
                    <a:pt x="125630" y="32678"/>
                    <a:pt x="112842" y="19570"/>
                  </a:cubicBezTo>
                  <a:cubicBezTo>
                    <a:pt x="98988" y="5753"/>
                    <a:pt x="81226" y="85"/>
                    <a:pt x="64175" y="85"/>
                  </a:cubicBezTo>
                  <a:cubicBezTo>
                    <a:pt x="35046" y="85"/>
                    <a:pt x="10534" y="16735"/>
                    <a:pt x="10534" y="40117"/>
                  </a:cubicBezTo>
                  <a:cubicBezTo>
                    <a:pt x="10534" y="50746"/>
                    <a:pt x="17639" y="56768"/>
                    <a:pt x="26875" y="56768"/>
                  </a:cubicBezTo>
                  <a:cubicBezTo>
                    <a:pt x="36822" y="56768"/>
                    <a:pt x="43216" y="49683"/>
                    <a:pt x="43216" y="40472"/>
                  </a:cubicBezTo>
                  <a:cubicBezTo>
                    <a:pt x="43216" y="36220"/>
                    <a:pt x="41440" y="24529"/>
                    <a:pt x="25099" y="24175"/>
                  </a:cubicBezTo>
                  <a:cubicBezTo>
                    <a:pt x="34690" y="11776"/>
                    <a:pt x="52097" y="7879"/>
                    <a:pt x="63464" y="7879"/>
                  </a:cubicBezTo>
                  <a:cubicBezTo>
                    <a:pt x="80871" y="7879"/>
                    <a:pt x="101119" y="21695"/>
                    <a:pt x="101119" y="53225"/>
                  </a:cubicBezTo>
                  <a:lnTo>
                    <a:pt x="101119" y="66333"/>
                  </a:lnTo>
                  <a:cubicBezTo>
                    <a:pt x="83002" y="67396"/>
                    <a:pt x="58136" y="68459"/>
                    <a:pt x="35756" y="79087"/>
                  </a:cubicBezTo>
                  <a:cubicBezTo>
                    <a:pt x="9113" y="91132"/>
                    <a:pt x="233" y="109555"/>
                    <a:pt x="233" y="125143"/>
                  </a:cubicBezTo>
                  <a:cubicBezTo>
                    <a:pt x="233" y="153839"/>
                    <a:pt x="34690" y="162695"/>
                    <a:pt x="57070" y="162695"/>
                  </a:cubicBezTo>
                  <a:cubicBezTo>
                    <a:pt x="80516" y="162695"/>
                    <a:pt x="96856" y="148524"/>
                    <a:pt x="103606" y="131874"/>
                  </a:cubicBezTo>
                  <a:close/>
                  <a:moveTo>
                    <a:pt x="101119" y="73773"/>
                  </a:moveTo>
                  <a:lnTo>
                    <a:pt x="101119" y="109200"/>
                  </a:lnTo>
                  <a:cubicBezTo>
                    <a:pt x="101119" y="142856"/>
                    <a:pt x="75542" y="154901"/>
                    <a:pt x="59557" y="154901"/>
                  </a:cubicBezTo>
                  <a:cubicBezTo>
                    <a:pt x="42150" y="154901"/>
                    <a:pt x="27586" y="142502"/>
                    <a:pt x="27586" y="124788"/>
                  </a:cubicBezTo>
                  <a:cubicBezTo>
                    <a:pt x="27586" y="105303"/>
                    <a:pt x="42505" y="75899"/>
                    <a:pt x="101119" y="73773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266EBDA5-DF0D-955B-1E00-FA94D50D49C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1022581" y="5305443"/>
              <a:ext cx="78861" cy="245864"/>
            </a:xfrm>
            <a:custGeom>
              <a:avLst/>
              <a:gdLst>
                <a:gd name="connsiteX0" fmla="*/ 51391 w 78861"/>
                <a:gd name="connsiteY0" fmla="*/ 85 h 245864"/>
                <a:gd name="connsiteX1" fmla="*/ 238 w 78861"/>
                <a:gd name="connsiteY1" fmla="*/ 3982 h 245864"/>
                <a:gd name="connsiteX2" fmla="*/ 238 w 78861"/>
                <a:gd name="connsiteY2" fmla="*/ 14964 h 245864"/>
                <a:gd name="connsiteX3" fmla="*/ 27946 w 78861"/>
                <a:gd name="connsiteY3" fmla="*/ 34803 h 245864"/>
                <a:gd name="connsiteX4" fmla="*/ 27946 w 78861"/>
                <a:gd name="connsiteY4" fmla="*/ 219024 h 245864"/>
                <a:gd name="connsiteX5" fmla="*/ 238 w 78861"/>
                <a:gd name="connsiteY5" fmla="*/ 234967 h 245864"/>
                <a:gd name="connsiteX6" fmla="*/ 238 w 78861"/>
                <a:gd name="connsiteY6" fmla="*/ 245949 h 245864"/>
                <a:gd name="connsiteX7" fmla="*/ 39669 w 78861"/>
                <a:gd name="connsiteY7" fmla="*/ 244886 h 245864"/>
                <a:gd name="connsiteX8" fmla="*/ 79100 w 78861"/>
                <a:gd name="connsiteY8" fmla="*/ 245949 h 245864"/>
                <a:gd name="connsiteX9" fmla="*/ 79100 w 78861"/>
                <a:gd name="connsiteY9" fmla="*/ 234967 h 245864"/>
                <a:gd name="connsiteX10" fmla="*/ 51391 w 78861"/>
                <a:gd name="connsiteY10" fmla="*/ 219024 h 245864"/>
                <a:gd name="connsiteX11" fmla="*/ 51391 w 78861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861" h="245864">
                  <a:moveTo>
                    <a:pt x="51391" y="85"/>
                  </a:moveTo>
                  <a:lnTo>
                    <a:pt x="238" y="3982"/>
                  </a:lnTo>
                  <a:lnTo>
                    <a:pt x="238" y="14964"/>
                  </a:lnTo>
                  <a:cubicBezTo>
                    <a:pt x="25104" y="14964"/>
                    <a:pt x="27946" y="17444"/>
                    <a:pt x="27946" y="34803"/>
                  </a:cubicBezTo>
                  <a:lnTo>
                    <a:pt x="27946" y="219024"/>
                  </a:lnTo>
                  <a:cubicBezTo>
                    <a:pt x="27946" y="234967"/>
                    <a:pt x="24038" y="234967"/>
                    <a:pt x="238" y="234967"/>
                  </a:cubicBezTo>
                  <a:lnTo>
                    <a:pt x="238" y="245949"/>
                  </a:lnTo>
                  <a:cubicBezTo>
                    <a:pt x="11960" y="245595"/>
                    <a:pt x="30788" y="244886"/>
                    <a:pt x="39669" y="244886"/>
                  </a:cubicBezTo>
                  <a:cubicBezTo>
                    <a:pt x="48549" y="244886"/>
                    <a:pt x="65956" y="245595"/>
                    <a:pt x="79100" y="245949"/>
                  </a:cubicBezTo>
                  <a:lnTo>
                    <a:pt x="79100" y="234967"/>
                  </a:lnTo>
                  <a:cubicBezTo>
                    <a:pt x="55299" y="234967"/>
                    <a:pt x="51391" y="234967"/>
                    <a:pt x="51391" y="219024"/>
                  </a:cubicBezTo>
                  <a:lnTo>
                    <a:pt x="51391" y="85"/>
                  </a:ln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5E7BD48-0407-D5CE-39C7-A88CD5283DA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1121258" y="5305443"/>
              <a:ext cx="78861" cy="245864"/>
            </a:xfrm>
            <a:custGeom>
              <a:avLst/>
              <a:gdLst>
                <a:gd name="connsiteX0" fmla="*/ 51394 w 78861"/>
                <a:gd name="connsiteY0" fmla="*/ 85 h 245864"/>
                <a:gd name="connsiteX1" fmla="*/ 240 w 78861"/>
                <a:gd name="connsiteY1" fmla="*/ 3982 h 245864"/>
                <a:gd name="connsiteX2" fmla="*/ 240 w 78861"/>
                <a:gd name="connsiteY2" fmla="*/ 14964 h 245864"/>
                <a:gd name="connsiteX3" fmla="*/ 27949 w 78861"/>
                <a:gd name="connsiteY3" fmla="*/ 34803 h 245864"/>
                <a:gd name="connsiteX4" fmla="*/ 27949 w 78861"/>
                <a:gd name="connsiteY4" fmla="*/ 219024 h 245864"/>
                <a:gd name="connsiteX5" fmla="*/ 240 w 78861"/>
                <a:gd name="connsiteY5" fmla="*/ 234967 h 245864"/>
                <a:gd name="connsiteX6" fmla="*/ 240 w 78861"/>
                <a:gd name="connsiteY6" fmla="*/ 245949 h 245864"/>
                <a:gd name="connsiteX7" fmla="*/ 39671 w 78861"/>
                <a:gd name="connsiteY7" fmla="*/ 244886 h 245864"/>
                <a:gd name="connsiteX8" fmla="*/ 79102 w 78861"/>
                <a:gd name="connsiteY8" fmla="*/ 245949 h 245864"/>
                <a:gd name="connsiteX9" fmla="*/ 79102 w 78861"/>
                <a:gd name="connsiteY9" fmla="*/ 234967 h 245864"/>
                <a:gd name="connsiteX10" fmla="*/ 51394 w 78861"/>
                <a:gd name="connsiteY10" fmla="*/ 219024 h 245864"/>
                <a:gd name="connsiteX11" fmla="*/ 51394 w 78861"/>
                <a:gd name="connsiteY11" fmla="*/ 8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861" h="245864">
                  <a:moveTo>
                    <a:pt x="51394" y="85"/>
                  </a:moveTo>
                  <a:lnTo>
                    <a:pt x="240" y="3982"/>
                  </a:lnTo>
                  <a:lnTo>
                    <a:pt x="240" y="14964"/>
                  </a:lnTo>
                  <a:cubicBezTo>
                    <a:pt x="25107" y="14964"/>
                    <a:pt x="27949" y="17444"/>
                    <a:pt x="27949" y="34803"/>
                  </a:cubicBezTo>
                  <a:lnTo>
                    <a:pt x="27949" y="219024"/>
                  </a:lnTo>
                  <a:cubicBezTo>
                    <a:pt x="27949" y="234967"/>
                    <a:pt x="24041" y="234967"/>
                    <a:pt x="240" y="234967"/>
                  </a:cubicBezTo>
                  <a:lnTo>
                    <a:pt x="240" y="245949"/>
                  </a:lnTo>
                  <a:cubicBezTo>
                    <a:pt x="11963" y="245595"/>
                    <a:pt x="30790" y="244886"/>
                    <a:pt x="39671" y="244886"/>
                  </a:cubicBezTo>
                  <a:cubicBezTo>
                    <a:pt x="48552" y="244886"/>
                    <a:pt x="65959" y="245595"/>
                    <a:pt x="79102" y="245949"/>
                  </a:cubicBezTo>
                  <a:lnTo>
                    <a:pt x="79102" y="234967"/>
                  </a:lnTo>
                  <a:cubicBezTo>
                    <a:pt x="55302" y="234967"/>
                    <a:pt x="51394" y="234967"/>
                    <a:pt x="51394" y="219024"/>
                  </a:cubicBezTo>
                  <a:lnTo>
                    <a:pt x="51394" y="85"/>
                  </a:ln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353A5C25-53A2-CF52-B33C-6CE78DEEA7C5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238761" y="5513754"/>
              <a:ext cx="41562" cy="105927"/>
            </a:xfrm>
            <a:custGeom>
              <a:avLst/>
              <a:gdLst>
                <a:gd name="connsiteX0" fmla="*/ 41806 w 41562"/>
                <a:gd name="connsiteY0" fmla="*/ 37283 h 105927"/>
                <a:gd name="connsiteX1" fmla="*/ 19071 w 41562"/>
                <a:gd name="connsiteY1" fmla="*/ 85 h 105927"/>
                <a:gd name="connsiteX2" fmla="*/ 243 w 41562"/>
                <a:gd name="connsiteY2" fmla="*/ 18861 h 105927"/>
                <a:gd name="connsiteX3" fmla="*/ 19071 w 41562"/>
                <a:gd name="connsiteY3" fmla="*/ 37637 h 105927"/>
                <a:gd name="connsiteX4" fmla="*/ 32569 w 41562"/>
                <a:gd name="connsiteY4" fmla="*/ 32678 h 105927"/>
                <a:gd name="connsiteX5" fmla="*/ 33280 w 41562"/>
                <a:gd name="connsiteY5" fmla="*/ 31969 h 105927"/>
                <a:gd name="connsiteX6" fmla="*/ 33990 w 41562"/>
                <a:gd name="connsiteY6" fmla="*/ 37283 h 105927"/>
                <a:gd name="connsiteX7" fmla="*/ 8413 w 41562"/>
                <a:gd name="connsiteY7" fmla="*/ 98218 h 105927"/>
                <a:gd name="connsiteX8" fmla="*/ 5927 w 41562"/>
                <a:gd name="connsiteY8" fmla="*/ 102115 h 105927"/>
                <a:gd name="connsiteX9" fmla="*/ 9479 w 41562"/>
                <a:gd name="connsiteY9" fmla="*/ 106012 h 105927"/>
                <a:gd name="connsiteX10" fmla="*/ 41806 w 41562"/>
                <a:gd name="connsiteY10" fmla="*/ 3728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562" h="105927">
                  <a:moveTo>
                    <a:pt x="41806" y="37283"/>
                  </a:moveTo>
                  <a:cubicBezTo>
                    <a:pt x="41806" y="14610"/>
                    <a:pt x="33280" y="85"/>
                    <a:pt x="19071" y="85"/>
                  </a:cubicBezTo>
                  <a:cubicBezTo>
                    <a:pt x="6637" y="85"/>
                    <a:pt x="243" y="9650"/>
                    <a:pt x="243" y="18861"/>
                  </a:cubicBezTo>
                  <a:cubicBezTo>
                    <a:pt x="243" y="28072"/>
                    <a:pt x="6282" y="37637"/>
                    <a:pt x="19071" y="37637"/>
                  </a:cubicBezTo>
                  <a:cubicBezTo>
                    <a:pt x="24754" y="37637"/>
                    <a:pt x="29017" y="35512"/>
                    <a:pt x="32569" y="32678"/>
                  </a:cubicBezTo>
                  <a:lnTo>
                    <a:pt x="33280" y="31969"/>
                  </a:lnTo>
                  <a:cubicBezTo>
                    <a:pt x="33635" y="31969"/>
                    <a:pt x="33990" y="32323"/>
                    <a:pt x="33990" y="37283"/>
                  </a:cubicBezTo>
                  <a:cubicBezTo>
                    <a:pt x="33990" y="59957"/>
                    <a:pt x="24044" y="81567"/>
                    <a:pt x="8413" y="98218"/>
                  </a:cubicBezTo>
                  <a:cubicBezTo>
                    <a:pt x="6282" y="100344"/>
                    <a:pt x="5927" y="100698"/>
                    <a:pt x="5927" y="102115"/>
                  </a:cubicBezTo>
                  <a:cubicBezTo>
                    <a:pt x="5927" y="104595"/>
                    <a:pt x="7703" y="106012"/>
                    <a:pt x="9479" y="106012"/>
                  </a:cubicBezTo>
                  <a:cubicBezTo>
                    <a:pt x="13742" y="106012"/>
                    <a:pt x="41806" y="78024"/>
                    <a:pt x="41806" y="37283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ACB17AA6-5E79-E4DE-DD4C-FD040B682A4B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437022" y="5392593"/>
              <a:ext cx="116161" cy="162610"/>
            </a:xfrm>
            <a:custGeom>
              <a:avLst/>
              <a:gdLst>
                <a:gd name="connsiteX0" fmla="*/ 62415 w 116161"/>
                <a:gd name="connsiteY0" fmla="*/ 90070 h 162610"/>
                <a:gd name="connsiteX1" fmla="*/ 99360 w 116161"/>
                <a:gd name="connsiteY1" fmla="*/ 122663 h 162610"/>
                <a:gd name="connsiteX2" fmla="*/ 59218 w 116161"/>
                <a:gd name="connsiteY2" fmla="*/ 154901 h 162610"/>
                <a:gd name="connsiteX3" fmla="*/ 9841 w 116161"/>
                <a:gd name="connsiteY3" fmla="*/ 104595 h 162610"/>
                <a:gd name="connsiteX4" fmla="*/ 4867 w 116161"/>
                <a:gd name="connsiteY4" fmla="*/ 98572 h 162610"/>
                <a:gd name="connsiteX5" fmla="*/ 249 w 116161"/>
                <a:gd name="connsiteY5" fmla="*/ 107429 h 162610"/>
                <a:gd name="connsiteX6" fmla="*/ 249 w 116161"/>
                <a:gd name="connsiteY6" fmla="*/ 154193 h 162610"/>
                <a:gd name="connsiteX7" fmla="*/ 4157 w 116161"/>
                <a:gd name="connsiteY7" fmla="*/ 162695 h 162610"/>
                <a:gd name="connsiteX8" fmla="*/ 13038 w 116161"/>
                <a:gd name="connsiteY8" fmla="*/ 155610 h 162610"/>
                <a:gd name="connsiteX9" fmla="*/ 20142 w 116161"/>
                <a:gd name="connsiteY9" fmla="*/ 147462 h 162610"/>
                <a:gd name="connsiteX10" fmla="*/ 59218 w 116161"/>
                <a:gd name="connsiteY10" fmla="*/ 162695 h 162610"/>
                <a:gd name="connsiteX11" fmla="*/ 116411 w 116161"/>
                <a:gd name="connsiteY11" fmla="*/ 113452 h 162610"/>
                <a:gd name="connsiteX12" fmla="*/ 101491 w 116161"/>
                <a:gd name="connsiteY12" fmla="*/ 79796 h 162610"/>
                <a:gd name="connsiteX13" fmla="*/ 60994 w 116161"/>
                <a:gd name="connsiteY13" fmla="*/ 62791 h 162610"/>
                <a:gd name="connsiteX14" fmla="*/ 17300 w 116161"/>
                <a:gd name="connsiteY14" fmla="*/ 33740 h 162610"/>
                <a:gd name="connsiteX15" fmla="*/ 57087 w 116161"/>
                <a:gd name="connsiteY15" fmla="*/ 6816 h 162610"/>
                <a:gd name="connsiteX16" fmla="*/ 98649 w 116161"/>
                <a:gd name="connsiteY16" fmla="*/ 49683 h 162610"/>
                <a:gd name="connsiteX17" fmla="*/ 102912 w 116161"/>
                <a:gd name="connsiteY17" fmla="*/ 52871 h 162610"/>
                <a:gd name="connsiteX18" fmla="*/ 107530 w 116161"/>
                <a:gd name="connsiteY18" fmla="*/ 44369 h 162610"/>
                <a:gd name="connsiteX19" fmla="*/ 107530 w 116161"/>
                <a:gd name="connsiteY19" fmla="*/ 8587 h 162610"/>
                <a:gd name="connsiteX20" fmla="*/ 103622 w 116161"/>
                <a:gd name="connsiteY20" fmla="*/ 85 h 162610"/>
                <a:gd name="connsiteX21" fmla="*/ 96518 w 116161"/>
                <a:gd name="connsiteY21" fmla="*/ 4336 h 162610"/>
                <a:gd name="connsiteX22" fmla="*/ 90479 w 116161"/>
                <a:gd name="connsiteY22" fmla="*/ 10004 h 162610"/>
                <a:gd name="connsiteX23" fmla="*/ 57087 w 116161"/>
                <a:gd name="connsiteY23" fmla="*/ 85 h 162610"/>
                <a:gd name="connsiteX24" fmla="*/ 249 w 116161"/>
                <a:gd name="connsiteY24" fmla="*/ 43660 h 162610"/>
                <a:gd name="connsiteX25" fmla="*/ 15524 w 116161"/>
                <a:gd name="connsiteY25" fmla="*/ 73773 h 162610"/>
                <a:gd name="connsiteX26" fmla="*/ 62415 w 116161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61" h="162610">
                  <a:moveTo>
                    <a:pt x="62415" y="90070"/>
                  </a:moveTo>
                  <a:cubicBezTo>
                    <a:pt x="70230" y="91487"/>
                    <a:pt x="99360" y="97155"/>
                    <a:pt x="99360" y="122663"/>
                  </a:cubicBezTo>
                  <a:cubicBezTo>
                    <a:pt x="99360" y="140730"/>
                    <a:pt x="86926" y="154901"/>
                    <a:pt x="59218" y="154901"/>
                  </a:cubicBezTo>
                  <a:cubicBezTo>
                    <a:pt x="29378" y="154901"/>
                    <a:pt x="16590" y="134708"/>
                    <a:pt x="9841" y="104595"/>
                  </a:cubicBezTo>
                  <a:cubicBezTo>
                    <a:pt x="8775" y="99989"/>
                    <a:pt x="8420" y="98572"/>
                    <a:pt x="4867" y="98572"/>
                  </a:cubicBezTo>
                  <a:cubicBezTo>
                    <a:pt x="249" y="98572"/>
                    <a:pt x="249" y="101052"/>
                    <a:pt x="249" y="107429"/>
                  </a:cubicBezTo>
                  <a:lnTo>
                    <a:pt x="249" y="154193"/>
                  </a:lnTo>
                  <a:cubicBezTo>
                    <a:pt x="249" y="160215"/>
                    <a:pt x="249" y="162695"/>
                    <a:pt x="4157" y="162695"/>
                  </a:cubicBezTo>
                  <a:cubicBezTo>
                    <a:pt x="5933" y="162695"/>
                    <a:pt x="6288" y="162341"/>
                    <a:pt x="13038" y="155610"/>
                  </a:cubicBezTo>
                  <a:cubicBezTo>
                    <a:pt x="13748" y="154901"/>
                    <a:pt x="13748" y="154193"/>
                    <a:pt x="20142" y="147462"/>
                  </a:cubicBezTo>
                  <a:cubicBezTo>
                    <a:pt x="35773" y="162341"/>
                    <a:pt x="51758" y="162695"/>
                    <a:pt x="59218" y="162695"/>
                  </a:cubicBezTo>
                  <a:cubicBezTo>
                    <a:pt x="100070" y="162695"/>
                    <a:pt x="116411" y="138959"/>
                    <a:pt x="116411" y="113452"/>
                  </a:cubicBezTo>
                  <a:cubicBezTo>
                    <a:pt x="116411" y="94675"/>
                    <a:pt x="105754" y="84047"/>
                    <a:pt x="101491" y="79796"/>
                  </a:cubicBezTo>
                  <a:cubicBezTo>
                    <a:pt x="89768" y="68459"/>
                    <a:pt x="75914" y="65625"/>
                    <a:pt x="60994" y="62791"/>
                  </a:cubicBezTo>
                  <a:cubicBezTo>
                    <a:pt x="41101" y="58894"/>
                    <a:pt x="17300" y="54288"/>
                    <a:pt x="17300" y="33740"/>
                  </a:cubicBezTo>
                  <a:cubicBezTo>
                    <a:pt x="17300" y="21341"/>
                    <a:pt x="26537" y="6816"/>
                    <a:pt x="57087" y="6816"/>
                  </a:cubicBezTo>
                  <a:cubicBezTo>
                    <a:pt x="96162" y="6816"/>
                    <a:pt x="97939" y="38700"/>
                    <a:pt x="98649" y="49683"/>
                  </a:cubicBezTo>
                  <a:cubicBezTo>
                    <a:pt x="99004" y="52871"/>
                    <a:pt x="102201" y="52871"/>
                    <a:pt x="102912" y="52871"/>
                  </a:cubicBezTo>
                  <a:cubicBezTo>
                    <a:pt x="107530" y="52871"/>
                    <a:pt x="107530" y="51100"/>
                    <a:pt x="107530" y="44369"/>
                  </a:cubicBezTo>
                  <a:lnTo>
                    <a:pt x="107530" y="8587"/>
                  </a:lnTo>
                  <a:cubicBezTo>
                    <a:pt x="107530" y="2565"/>
                    <a:pt x="107530" y="85"/>
                    <a:pt x="103622" y="85"/>
                  </a:cubicBezTo>
                  <a:cubicBezTo>
                    <a:pt x="101846" y="85"/>
                    <a:pt x="101136" y="85"/>
                    <a:pt x="96518" y="4336"/>
                  </a:cubicBezTo>
                  <a:cubicBezTo>
                    <a:pt x="95452" y="5753"/>
                    <a:pt x="91900" y="8941"/>
                    <a:pt x="90479" y="10004"/>
                  </a:cubicBezTo>
                  <a:cubicBezTo>
                    <a:pt x="76980" y="85"/>
                    <a:pt x="62415" y="85"/>
                    <a:pt x="57087" y="85"/>
                  </a:cubicBezTo>
                  <a:cubicBezTo>
                    <a:pt x="13748" y="85"/>
                    <a:pt x="249" y="23821"/>
                    <a:pt x="249" y="43660"/>
                  </a:cubicBezTo>
                  <a:cubicBezTo>
                    <a:pt x="249" y="56060"/>
                    <a:pt x="5933" y="65979"/>
                    <a:pt x="15524" y="73773"/>
                  </a:cubicBezTo>
                  <a:cubicBezTo>
                    <a:pt x="26892" y="82984"/>
                    <a:pt x="36838" y="85110"/>
                    <a:pt x="62415" y="90070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4E41BE2E-B420-C14C-8DDE-6FC9298F3FC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1575366" y="5392593"/>
              <a:ext cx="157368" cy="162610"/>
            </a:xfrm>
            <a:custGeom>
              <a:avLst/>
              <a:gdLst>
                <a:gd name="connsiteX0" fmla="*/ 157622 w 157368"/>
                <a:gd name="connsiteY0" fmla="*/ 82984 h 162610"/>
                <a:gd name="connsiteX1" fmla="*/ 79115 w 157368"/>
                <a:gd name="connsiteY1" fmla="*/ 85 h 162610"/>
                <a:gd name="connsiteX2" fmla="*/ 253 w 157368"/>
                <a:gd name="connsiteY2" fmla="*/ 82984 h 162610"/>
                <a:gd name="connsiteX3" fmla="*/ 78760 w 157368"/>
                <a:gd name="connsiteY3" fmla="*/ 162695 h 162610"/>
                <a:gd name="connsiteX4" fmla="*/ 157622 w 157368"/>
                <a:gd name="connsiteY4" fmla="*/ 82984 h 162610"/>
                <a:gd name="connsiteX5" fmla="*/ 79115 w 157368"/>
                <a:gd name="connsiteY5" fmla="*/ 153839 h 162610"/>
                <a:gd name="connsiteX6" fmla="*/ 38618 w 157368"/>
                <a:gd name="connsiteY6" fmla="*/ 130102 h 162610"/>
                <a:gd name="connsiteX7" fmla="*/ 29738 w 157368"/>
                <a:gd name="connsiteY7" fmla="*/ 80150 h 162610"/>
                <a:gd name="connsiteX8" fmla="*/ 38263 w 157368"/>
                <a:gd name="connsiteY8" fmla="*/ 31615 h 162610"/>
                <a:gd name="connsiteX9" fmla="*/ 78760 w 157368"/>
                <a:gd name="connsiteY9" fmla="*/ 7879 h 162610"/>
                <a:gd name="connsiteX10" fmla="*/ 118901 w 157368"/>
                <a:gd name="connsiteY10" fmla="*/ 30906 h 162610"/>
                <a:gd name="connsiteX11" fmla="*/ 128137 w 157368"/>
                <a:gd name="connsiteY11" fmla="*/ 80150 h 162610"/>
                <a:gd name="connsiteX12" fmla="*/ 120322 w 157368"/>
                <a:gd name="connsiteY12" fmla="*/ 127622 h 162610"/>
                <a:gd name="connsiteX13" fmla="*/ 79115 w 157368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68" h="162610">
                  <a:moveTo>
                    <a:pt x="157622" y="82984"/>
                  </a:moveTo>
                  <a:cubicBezTo>
                    <a:pt x="157622" y="37637"/>
                    <a:pt x="122098" y="85"/>
                    <a:pt x="79115" y="85"/>
                  </a:cubicBezTo>
                  <a:cubicBezTo>
                    <a:pt x="34711" y="85"/>
                    <a:pt x="253" y="38700"/>
                    <a:pt x="253" y="82984"/>
                  </a:cubicBezTo>
                  <a:cubicBezTo>
                    <a:pt x="253" y="128685"/>
                    <a:pt x="37197" y="162695"/>
                    <a:pt x="78760" y="162695"/>
                  </a:cubicBezTo>
                  <a:cubicBezTo>
                    <a:pt x="121743" y="162695"/>
                    <a:pt x="157622" y="127977"/>
                    <a:pt x="157622" y="82984"/>
                  </a:cubicBezTo>
                  <a:close/>
                  <a:moveTo>
                    <a:pt x="79115" y="153839"/>
                  </a:moveTo>
                  <a:cubicBezTo>
                    <a:pt x="63840" y="153839"/>
                    <a:pt x="48210" y="146399"/>
                    <a:pt x="38618" y="130102"/>
                  </a:cubicBezTo>
                  <a:cubicBezTo>
                    <a:pt x="29738" y="114514"/>
                    <a:pt x="29738" y="92904"/>
                    <a:pt x="29738" y="80150"/>
                  </a:cubicBezTo>
                  <a:cubicBezTo>
                    <a:pt x="29738" y="66333"/>
                    <a:pt x="29738" y="47203"/>
                    <a:pt x="38263" y="31615"/>
                  </a:cubicBezTo>
                  <a:cubicBezTo>
                    <a:pt x="47855" y="15318"/>
                    <a:pt x="64551" y="7879"/>
                    <a:pt x="78760" y="7879"/>
                  </a:cubicBezTo>
                  <a:cubicBezTo>
                    <a:pt x="94390" y="7879"/>
                    <a:pt x="109665" y="15673"/>
                    <a:pt x="118901" y="30906"/>
                  </a:cubicBezTo>
                  <a:cubicBezTo>
                    <a:pt x="128137" y="46140"/>
                    <a:pt x="128137" y="66688"/>
                    <a:pt x="128137" y="80150"/>
                  </a:cubicBezTo>
                  <a:cubicBezTo>
                    <a:pt x="128137" y="92904"/>
                    <a:pt x="128137" y="112035"/>
                    <a:pt x="120322" y="127622"/>
                  </a:cubicBezTo>
                  <a:cubicBezTo>
                    <a:pt x="112507" y="143565"/>
                    <a:pt x="96877" y="153839"/>
                    <a:pt x="79115" y="153839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0A7E466C-20F8-3CEA-C630-989B76E5FAD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1871040" y="5301546"/>
              <a:ext cx="177617" cy="249761"/>
            </a:xfrm>
            <a:custGeom>
              <a:avLst/>
              <a:gdLst>
                <a:gd name="connsiteX0" fmla="*/ 107897 w 177617"/>
                <a:gd name="connsiteY0" fmla="*/ 108137 h 249761"/>
                <a:gd name="connsiteX1" fmla="*/ 126725 w 177617"/>
                <a:gd name="connsiteY1" fmla="*/ 127268 h 249761"/>
                <a:gd name="connsiteX2" fmla="*/ 126725 w 177617"/>
                <a:gd name="connsiteY2" fmla="*/ 222921 h 249761"/>
                <a:gd name="connsiteX3" fmla="*/ 99017 w 177617"/>
                <a:gd name="connsiteY3" fmla="*/ 238864 h 249761"/>
                <a:gd name="connsiteX4" fmla="*/ 99017 w 177617"/>
                <a:gd name="connsiteY4" fmla="*/ 249846 h 249761"/>
                <a:gd name="connsiteX5" fmla="*/ 138448 w 177617"/>
                <a:gd name="connsiteY5" fmla="*/ 248783 h 249761"/>
                <a:gd name="connsiteX6" fmla="*/ 177879 w 177617"/>
                <a:gd name="connsiteY6" fmla="*/ 249846 h 249761"/>
                <a:gd name="connsiteX7" fmla="*/ 177879 w 177617"/>
                <a:gd name="connsiteY7" fmla="*/ 238864 h 249761"/>
                <a:gd name="connsiteX8" fmla="*/ 150170 w 177617"/>
                <a:gd name="connsiteY8" fmla="*/ 222921 h 249761"/>
                <a:gd name="connsiteX9" fmla="*/ 150170 w 177617"/>
                <a:gd name="connsiteY9" fmla="*/ 92904 h 249761"/>
                <a:gd name="connsiteX10" fmla="*/ 105411 w 177617"/>
                <a:gd name="connsiteY10" fmla="*/ 96092 h 249761"/>
                <a:gd name="connsiteX11" fmla="*/ 99017 w 177617"/>
                <a:gd name="connsiteY11" fmla="*/ 96801 h 249761"/>
                <a:gd name="connsiteX12" fmla="*/ 92622 w 177617"/>
                <a:gd name="connsiteY12" fmla="*/ 97155 h 249761"/>
                <a:gd name="connsiteX13" fmla="*/ 50705 w 177617"/>
                <a:gd name="connsiteY13" fmla="*/ 97155 h 249761"/>
                <a:gd name="connsiteX14" fmla="*/ 50705 w 177617"/>
                <a:gd name="connsiteY14" fmla="*/ 57122 h 249761"/>
                <a:gd name="connsiteX15" fmla="*/ 103279 w 177617"/>
                <a:gd name="connsiteY15" fmla="*/ 7879 h 249761"/>
                <a:gd name="connsiteX16" fmla="*/ 133829 w 177617"/>
                <a:gd name="connsiteY16" fmla="*/ 19570 h 249761"/>
                <a:gd name="connsiteX17" fmla="*/ 117133 w 177617"/>
                <a:gd name="connsiteY17" fmla="*/ 35866 h 249761"/>
                <a:gd name="connsiteX18" fmla="*/ 133119 w 177617"/>
                <a:gd name="connsiteY18" fmla="*/ 52163 h 249761"/>
                <a:gd name="connsiteX19" fmla="*/ 149460 w 177617"/>
                <a:gd name="connsiteY19" fmla="*/ 35866 h 249761"/>
                <a:gd name="connsiteX20" fmla="*/ 103635 w 177617"/>
                <a:gd name="connsiteY20" fmla="*/ 85 h 249761"/>
                <a:gd name="connsiteX21" fmla="*/ 28325 w 177617"/>
                <a:gd name="connsiteY21" fmla="*/ 56768 h 249761"/>
                <a:gd name="connsiteX22" fmla="*/ 28325 w 177617"/>
                <a:gd name="connsiteY22" fmla="*/ 97155 h 249761"/>
                <a:gd name="connsiteX23" fmla="*/ 261 w 177617"/>
                <a:gd name="connsiteY23" fmla="*/ 97155 h 249761"/>
                <a:gd name="connsiteX24" fmla="*/ 261 w 177617"/>
                <a:gd name="connsiteY24" fmla="*/ 108137 h 249761"/>
                <a:gd name="connsiteX25" fmla="*/ 28325 w 177617"/>
                <a:gd name="connsiteY25" fmla="*/ 108137 h 249761"/>
                <a:gd name="connsiteX26" fmla="*/ 28325 w 177617"/>
                <a:gd name="connsiteY26" fmla="*/ 222921 h 249761"/>
                <a:gd name="connsiteX27" fmla="*/ 617 w 177617"/>
                <a:gd name="connsiteY27" fmla="*/ 238864 h 249761"/>
                <a:gd name="connsiteX28" fmla="*/ 617 w 177617"/>
                <a:gd name="connsiteY28" fmla="*/ 249846 h 249761"/>
                <a:gd name="connsiteX29" fmla="*/ 40048 w 177617"/>
                <a:gd name="connsiteY29" fmla="*/ 248783 h 249761"/>
                <a:gd name="connsiteX30" fmla="*/ 79479 w 177617"/>
                <a:gd name="connsiteY30" fmla="*/ 249846 h 249761"/>
                <a:gd name="connsiteX31" fmla="*/ 79479 w 177617"/>
                <a:gd name="connsiteY31" fmla="*/ 238864 h 249761"/>
                <a:gd name="connsiteX32" fmla="*/ 51770 w 177617"/>
                <a:gd name="connsiteY32" fmla="*/ 222921 h 249761"/>
                <a:gd name="connsiteX33" fmla="*/ 51770 w 177617"/>
                <a:gd name="connsiteY33" fmla="*/ 108137 h 249761"/>
                <a:gd name="connsiteX34" fmla="*/ 107897 w 177617"/>
                <a:gd name="connsiteY34" fmla="*/ 108137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7617" h="249761">
                  <a:moveTo>
                    <a:pt x="107897" y="108137"/>
                  </a:moveTo>
                  <a:cubicBezTo>
                    <a:pt x="124238" y="108137"/>
                    <a:pt x="126725" y="112743"/>
                    <a:pt x="126725" y="127268"/>
                  </a:cubicBezTo>
                  <a:lnTo>
                    <a:pt x="126725" y="222921"/>
                  </a:lnTo>
                  <a:cubicBezTo>
                    <a:pt x="126725" y="238864"/>
                    <a:pt x="122817" y="238864"/>
                    <a:pt x="99017" y="238864"/>
                  </a:cubicBezTo>
                  <a:lnTo>
                    <a:pt x="99017" y="249846"/>
                  </a:lnTo>
                  <a:cubicBezTo>
                    <a:pt x="110739" y="249492"/>
                    <a:pt x="129567" y="248783"/>
                    <a:pt x="138448" y="248783"/>
                  </a:cubicBezTo>
                  <a:cubicBezTo>
                    <a:pt x="147328" y="248783"/>
                    <a:pt x="164735" y="249492"/>
                    <a:pt x="177879" y="249846"/>
                  </a:cubicBezTo>
                  <a:lnTo>
                    <a:pt x="177879" y="238864"/>
                  </a:lnTo>
                  <a:cubicBezTo>
                    <a:pt x="154078" y="238864"/>
                    <a:pt x="150170" y="238864"/>
                    <a:pt x="150170" y="222921"/>
                  </a:cubicBezTo>
                  <a:lnTo>
                    <a:pt x="150170" y="92904"/>
                  </a:lnTo>
                  <a:lnTo>
                    <a:pt x="105411" y="96092"/>
                  </a:lnTo>
                  <a:cubicBezTo>
                    <a:pt x="99727" y="96447"/>
                    <a:pt x="99372" y="96801"/>
                    <a:pt x="99017" y="96801"/>
                  </a:cubicBezTo>
                  <a:cubicBezTo>
                    <a:pt x="98306" y="97155"/>
                    <a:pt x="97596" y="97155"/>
                    <a:pt x="92622" y="97155"/>
                  </a:cubicBezTo>
                  <a:lnTo>
                    <a:pt x="50705" y="97155"/>
                  </a:lnTo>
                  <a:lnTo>
                    <a:pt x="50705" y="57122"/>
                  </a:lnTo>
                  <a:cubicBezTo>
                    <a:pt x="50705" y="22049"/>
                    <a:pt x="81255" y="7879"/>
                    <a:pt x="103279" y="7879"/>
                  </a:cubicBezTo>
                  <a:cubicBezTo>
                    <a:pt x="113936" y="7879"/>
                    <a:pt x="126725" y="11421"/>
                    <a:pt x="133829" y="19570"/>
                  </a:cubicBezTo>
                  <a:cubicBezTo>
                    <a:pt x="119265" y="20278"/>
                    <a:pt x="117133" y="30198"/>
                    <a:pt x="117133" y="35866"/>
                  </a:cubicBezTo>
                  <a:cubicBezTo>
                    <a:pt x="117133" y="47557"/>
                    <a:pt x="126370" y="52163"/>
                    <a:pt x="133119" y="52163"/>
                  </a:cubicBezTo>
                  <a:cubicBezTo>
                    <a:pt x="141289" y="52163"/>
                    <a:pt x="149460" y="46494"/>
                    <a:pt x="149460" y="35866"/>
                  </a:cubicBezTo>
                  <a:cubicBezTo>
                    <a:pt x="149460" y="14964"/>
                    <a:pt x="129922" y="85"/>
                    <a:pt x="103635" y="85"/>
                  </a:cubicBezTo>
                  <a:cubicBezTo>
                    <a:pt x="70598" y="85"/>
                    <a:pt x="28325" y="18153"/>
                    <a:pt x="28325" y="56768"/>
                  </a:cubicBezTo>
                  <a:lnTo>
                    <a:pt x="28325" y="97155"/>
                  </a:lnTo>
                  <a:lnTo>
                    <a:pt x="261" y="97155"/>
                  </a:lnTo>
                  <a:lnTo>
                    <a:pt x="261" y="108137"/>
                  </a:lnTo>
                  <a:lnTo>
                    <a:pt x="28325" y="108137"/>
                  </a:lnTo>
                  <a:lnTo>
                    <a:pt x="28325" y="222921"/>
                  </a:lnTo>
                  <a:cubicBezTo>
                    <a:pt x="28325" y="238864"/>
                    <a:pt x="24417" y="238864"/>
                    <a:pt x="617" y="238864"/>
                  </a:cubicBezTo>
                  <a:lnTo>
                    <a:pt x="617" y="249846"/>
                  </a:lnTo>
                  <a:cubicBezTo>
                    <a:pt x="12339" y="249492"/>
                    <a:pt x="31167" y="248783"/>
                    <a:pt x="40048" y="248783"/>
                  </a:cubicBezTo>
                  <a:cubicBezTo>
                    <a:pt x="48929" y="248783"/>
                    <a:pt x="66335" y="249492"/>
                    <a:pt x="79479" y="249846"/>
                  </a:cubicBezTo>
                  <a:lnTo>
                    <a:pt x="79479" y="238864"/>
                  </a:lnTo>
                  <a:cubicBezTo>
                    <a:pt x="55678" y="238864"/>
                    <a:pt x="51770" y="238864"/>
                    <a:pt x="51770" y="222921"/>
                  </a:cubicBezTo>
                  <a:lnTo>
                    <a:pt x="51770" y="108137"/>
                  </a:lnTo>
                  <a:lnTo>
                    <a:pt x="107897" y="108137"/>
                  </a:ln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7ADC7DBF-5438-3365-B8F5-A37258634DC0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2065551" y="5333430"/>
              <a:ext cx="111188" cy="221773"/>
            </a:xfrm>
            <a:custGeom>
              <a:avLst/>
              <a:gdLst>
                <a:gd name="connsiteX0" fmla="*/ 54973 w 111188"/>
                <a:gd name="connsiteY0" fmla="*/ 76253 h 221773"/>
                <a:gd name="connsiteX1" fmla="*/ 105772 w 111188"/>
                <a:gd name="connsiteY1" fmla="*/ 76253 h 221773"/>
                <a:gd name="connsiteX2" fmla="*/ 105772 w 111188"/>
                <a:gd name="connsiteY2" fmla="*/ 65271 h 221773"/>
                <a:gd name="connsiteX3" fmla="*/ 54973 w 111188"/>
                <a:gd name="connsiteY3" fmla="*/ 65271 h 221773"/>
                <a:gd name="connsiteX4" fmla="*/ 54973 w 111188"/>
                <a:gd name="connsiteY4" fmla="*/ 85 h 221773"/>
                <a:gd name="connsiteX5" fmla="*/ 46092 w 111188"/>
                <a:gd name="connsiteY5" fmla="*/ 85 h 221773"/>
                <a:gd name="connsiteX6" fmla="*/ 267 w 111188"/>
                <a:gd name="connsiteY6" fmla="*/ 68459 h 221773"/>
                <a:gd name="connsiteX7" fmla="*/ 267 w 111188"/>
                <a:gd name="connsiteY7" fmla="*/ 76253 h 221773"/>
                <a:gd name="connsiteX8" fmla="*/ 30462 w 111188"/>
                <a:gd name="connsiteY8" fmla="*/ 76253 h 221773"/>
                <a:gd name="connsiteX9" fmla="*/ 30462 w 111188"/>
                <a:gd name="connsiteY9" fmla="*/ 174032 h 221773"/>
                <a:gd name="connsiteX10" fmla="*/ 76287 w 111188"/>
                <a:gd name="connsiteY10" fmla="*/ 221859 h 221773"/>
                <a:gd name="connsiteX11" fmla="*/ 111455 w 111188"/>
                <a:gd name="connsiteY11" fmla="*/ 174032 h 221773"/>
                <a:gd name="connsiteX12" fmla="*/ 111455 w 111188"/>
                <a:gd name="connsiteY12" fmla="*/ 153839 h 221773"/>
                <a:gd name="connsiteX13" fmla="*/ 102574 w 111188"/>
                <a:gd name="connsiteY13" fmla="*/ 153839 h 221773"/>
                <a:gd name="connsiteX14" fmla="*/ 102574 w 111188"/>
                <a:gd name="connsiteY14" fmla="*/ 173323 h 221773"/>
                <a:gd name="connsiteX15" fmla="*/ 78774 w 111188"/>
                <a:gd name="connsiteY15" fmla="*/ 213002 h 221773"/>
                <a:gd name="connsiteX16" fmla="*/ 54973 w 111188"/>
                <a:gd name="connsiteY16" fmla="*/ 174741 h 221773"/>
                <a:gd name="connsiteX17" fmla="*/ 54973 w 111188"/>
                <a:gd name="connsiteY17" fmla="*/ 76253 h 22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188" h="221773">
                  <a:moveTo>
                    <a:pt x="54973" y="76253"/>
                  </a:moveTo>
                  <a:lnTo>
                    <a:pt x="105772" y="76253"/>
                  </a:lnTo>
                  <a:lnTo>
                    <a:pt x="105772" y="65271"/>
                  </a:lnTo>
                  <a:lnTo>
                    <a:pt x="54973" y="65271"/>
                  </a:lnTo>
                  <a:lnTo>
                    <a:pt x="54973" y="85"/>
                  </a:lnTo>
                  <a:lnTo>
                    <a:pt x="46092" y="85"/>
                  </a:lnTo>
                  <a:cubicBezTo>
                    <a:pt x="45737" y="29135"/>
                    <a:pt x="35080" y="67042"/>
                    <a:pt x="267" y="68459"/>
                  </a:cubicBezTo>
                  <a:lnTo>
                    <a:pt x="267" y="76253"/>
                  </a:lnTo>
                  <a:lnTo>
                    <a:pt x="30462" y="76253"/>
                  </a:lnTo>
                  <a:lnTo>
                    <a:pt x="30462" y="174032"/>
                  </a:lnTo>
                  <a:cubicBezTo>
                    <a:pt x="30462" y="217607"/>
                    <a:pt x="63499" y="221859"/>
                    <a:pt x="76287" y="221859"/>
                  </a:cubicBezTo>
                  <a:cubicBezTo>
                    <a:pt x="101509" y="221859"/>
                    <a:pt x="111455" y="196705"/>
                    <a:pt x="111455" y="174032"/>
                  </a:cubicBezTo>
                  <a:lnTo>
                    <a:pt x="111455" y="153839"/>
                  </a:lnTo>
                  <a:lnTo>
                    <a:pt x="102574" y="153839"/>
                  </a:lnTo>
                  <a:lnTo>
                    <a:pt x="102574" y="173323"/>
                  </a:lnTo>
                  <a:cubicBezTo>
                    <a:pt x="102574" y="199540"/>
                    <a:pt x="91917" y="213002"/>
                    <a:pt x="78774" y="213002"/>
                  </a:cubicBezTo>
                  <a:cubicBezTo>
                    <a:pt x="54973" y="213002"/>
                    <a:pt x="54973" y="180763"/>
                    <a:pt x="54973" y="174741"/>
                  </a:cubicBezTo>
                  <a:lnTo>
                    <a:pt x="54973" y="76253"/>
                  </a:ln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A7177471-7931-62AB-1C51-D508DE7F9C6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2208316" y="5394719"/>
              <a:ext cx="178682" cy="156588"/>
            </a:xfrm>
            <a:custGeom>
              <a:avLst/>
              <a:gdLst>
                <a:gd name="connsiteX0" fmla="*/ 27979 w 178682"/>
                <a:gd name="connsiteY0" fmla="*/ 34803 h 156588"/>
                <a:gd name="connsiteX1" fmla="*/ 27979 w 178682"/>
                <a:gd name="connsiteY1" fmla="*/ 129748 h 156588"/>
                <a:gd name="connsiteX2" fmla="*/ 271 w 178682"/>
                <a:gd name="connsiteY2" fmla="*/ 145690 h 156588"/>
                <a:gd name="connsiteX3" fmla="*/ 271 w 178682"/>
                <a:gd name="connsiteY3" fmla="*/ 156673 h 156588"/>
                <a:gd name="connsiteX4" fmla="*/ 40412 w 178682"/>
                <a:gd name="connsiteY4" fmla="*/ 155610 h 156588"/>
                <a:gd name="connsiteX5" fmla="*/ 80199 w 178682"/>
                <a:gd name="connsiteY5" fmla="*/ 156673 h 156588"/>
                <a:gd name="connsiteX6" fmla="*/ 80199 w 178682"/>
                <a:gd name="connsiteY6" fmla="*/ 145690 h 156588"/>
                <a:gd name="connsiteX7" fmla="*/ 52490 w 178682"/>
                <a:gd name="connsiteY7" fmla="*/ 129748 h 156588"/>
                <a:gd name="connsiteX8" fmla="*/ 52490 w 178682"/>
                <a:gd name="connsiteY8" fmla="*/ 64562 h 156588"/>
                <a:gd name="connsiteX9" fmla="*/ 100447 w 178682"/>
                <a:gd name="connsiteY9" fmla="*/ 7879 h 156588"/>
                <a:gd name="connsiteX10" fmla="*/ 126734 w 178682"/>
                <a:gd name="connsiteY10" fmla="*/ 47203 h 156588"/>
                <a:gd name="connsiteX11" fmla="*/ 126734 w 178682"/>
                <a:gd name="connsiteY11" fmla="*/ 129748 h 156588"/>
                <a:gd name="connsiteX12" fmla="*/ 99026 w 178682"/>
                <a:gd name="connsiteY12" fmla="*/ 145690 h 156588"/>
                <a:gd name="connsiteX13" fmla="*/ 99026 w 178682"/>
                <a:gd name="connsiteY13" fmla="*/ 156673 h 156588"/>
                <a:gd name="connsiteX14" fmla="*/ 139167 w 178682"/>
                <a:gd name="connsiteY14" fmla="*/ 155610 h 156588"/>
                <a:gd name="connsiteX15" fmla="*/ 178954 w 178682"/>
                <a:gd name="connsiteY15" fmla="*/ 156673 h 156588"/>
                <a:gd name="connsiteX16" fmla="*/ 178954 w 178682"/>
                <a:gd name="connsiteY16" fmla="*/ 145690 h 156588"/>
                <a:gd name="connsiteX17" fmla="*/ 151245 w 178682"/>
                <a:gd name="connsiteY17" fmla="*/ 135062 h 156588"/>
                <a:gd name="connsiteX18" fmla="*/ 151245 w 178682"/>
                <a:gd name="connsiteY18" fmla="*/ 67396 h 156588"/>
                <a:gd name="connsiteX19" fmla="*/ 140233 w 178682"/>
                <a:gd name="connsiteY19" fmla="*/ 13193 h 156588"/>
                <a:gd name="connsiteX20" fmla="*/ 102934 w 178682"/>
                <a:gd name="connsiteY20" fmla="*/ 85 h 156588"/>
                <a:gd name="connsiteX21" fmla="*/ 50359 w 178682"/>
                <a:gd name="connsiteY21" fmla="*/ 37283 h 156588"/>
                <a:gd name="connsiteX22" fmla="*/ 50359 w 178682"/>
                <a:gd name="connsiteY22" fmla="*/ 85 h 156588"/>
                <a:gd name="connsiteX23" fmla="*/ 271 w 178682"/>
                <a:gd name="connsiteY23" fmla="*/ 3982 h 156588"/>
                <a:gd name="connsiteX24" fmla="*/ 271 w 178682"/>
                <a:gd name="connsiteY24" fmla="*/ 14964 h 156588"/>
                <a:gd name="connsiteX25" fmla="*/ 27979 w 178682"/>
                <a:gd name="connsiteY25" fmla="*/ 34803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682" h="156588">
                  <a:moveTo>
                    <a:pt x="27979" y="34803"/>
                  </a:moveTo>
                  <a:lnTo>
                    <a:pt x="27979" y="129748"/>
                  </a:lnTo>
                  <a:cubicBezTo>
                    <a:pt x="27979" y="145690"/>
                    <a:pt x="24072" y="145690"/>
                    <a:pt x="271" y="145690"/>
                  </a:cubicBezTo>
                  <a:lnTo>
                    <a:pt x="271" y="156673"/>
                  </a:lnTo>
                  <a:cubicBezTo>
                    <a:pt x="12704" y="156318"/>
                    <a:pt x="30821" y="155610"/>
                    <a:pt x="40412" y="155610"/>
                  </a:cubicBezTo>
                  <a:cubicBezTo>
                    <a:pt x="49648" y="155610"/>
                    <a:pt x="68121" y="156318"/>
                    <a:pt x="80199" y="156673"/>
                  </a:cubicBezTo>
                  <a:lnTo>
                    <a:pt x="80199" y="145690"/>
                  </a:lnTo>
                  <a:cubicBezTo>
                    <a:pt x="56398" y="145690"/>
                    <a:pt x="52490" y="145690"/>
                    <a:pt x="52490" y="129748"/>
                  </a:cubicBezTo>
                  <a:lnTo>
                    <a:pt x="52490" y="64562"/>
                  </a:lnTo>
                  <a:cubicBezTo>
                    <a:pt x="52490" y="27718"/>
                    <a:pt x="77712" y="7879"/>
                    <a:pt x="100447" y="7879"/>
                  </a:cubicBezTo>
                  <a:cubicBezTo>
                    <a:pt x="122827" y="7879"/>
                    <a:pt x="126734" y="27009"/>
                    <a:pt x="126734" y="47203"/>
                  </a:cubicBezTo>
                  <a:lnTo>
                    <a:pt x="126734" y="129748"/>
                  </a:lnTo>
                  <a:cubicBezTo>
                    <a:pt x="126734" y="145690"/>
                    <a:pt x="122827" y="145690"/>
                    <a:pt x="99026" y="145690"/>
                  </a:cubicBezTo>
                  <a:lnTo>
                    <a:pt x="99026" y="156673"/>
                  </a:lnTo>
                  <a:cubicBezTo>
                    <a:pt x="111459" y="156318"/>
                    <a:pt x="129576" y="155610"/>
                    <a:pt x="139167" y="155610"/>
                  </a:cubicBezTo>
                  <a:cubicBezTo>
                    <a:pt x="148403" y="155610"/>
                    <a:pt x="166876" y="156318"/>
                    <a:pt x="178954" y="156673"/>
                  </a:cubicBezTo>
                  <a:lnTo>
                    <a:pt x="178954" y="145690"/>
                  </a:lnTo>
                  <a:cubicBezTo>
                    <a:pt x="160481" y="145690"/>
                    <a:pt x="151601" y="145690"/>
                    <a:pt x="151245" y="135062"/>
                  </a:cubicBezTo>
                  <a:lnTo>
                    <a:pt x="151245" y="67396"/>
                  </a:lnTo>
                  <a:cubicBezTo>
                    <a:pt x="151245" y="36929"/>
                    <a:pt x="151245" y="25947"/>
                    <a:pt x="140233" y="13193"/>
                  </a:cubicBezTo>
                  <a:cubicBezTo>
                    <a:pt x="135260" y="7170"/>
                    <a:pt x="123537" y="85"/>
                    <a:pt x="102934" y="85"/>
                  </a:cubicBezTo>
                  <a:cubicBezTo>
                    <a:pt x="77001" y="85"/>
                    <a:pt x="60305" y="15318"/>
                    <a:pt x="50359" y="37283"/>
                  </a:cubicBezTo>
                  <a:lnTo>
                    <a:pt x="50359" y="85"/>
                  </a:lnTo>
                  <a:lnTo>
                    <a:pt x="271" y="3982"/>
                  </a:lnTo>
                  <a:lnTo>
                    <a:pt x="271" y="14964"/>
                  </a:lnTo>
                  <a:cubicBezTo>
                    <a:pt x="25137" y="14964"/>
                    <a:pt x="27979" y="17444"/>
                    <a:pt x="27979" y="34803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8FEBD79-74AE-A11F-B1FE-EE0398F8656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2404248" y="5392593"/>
              <a:ext cx="137475" cy="162610"/>
            </a:xfrm>
            <a:custGeom>
              <a:avLst/>
              <a:gdLst>
                <a:gd name="connsiteX0" fmla="*/ 30116 w 137475"/>
                <a:gd name="connsiteY0" fmla="*/ 69522 h 162610"/>
                <a:gd name="connsiteX1" fmla="*/ 74165 w 137475"/>
                <a:gd name="connsiteY1" fmla="*/ 7879 h 162610"/>
                <a:gd name="connsiteX2" fmla="*/ 114307 w 137475"/>
                <a:gd name="connsiteY2" fmla="*/ 69522 h 162610"/>
                <a:gd name="connsiteX3" fmla="*/ 30116 w 137475"/>
                <a:gd name="connsiteY3" fmla="*/ 69522 h 162610"/>
                <a:gd name="connsiteX4" fmla="*/ 29761 w 137475"/>
                <a:gd name="connsiteY4" fmla="*/ 76962 h 162610"/>
                <a:gd name="connsiteX5" fmla="*/ 128871 w 137475"/>
                <a:gd name="connsiteY5" fmla="*/ 76962 h 162610"/>
                <a:gd name="connsiteX6" fmla="*/ 137752 w 137475"/>
                <a:gd name="connsiteY6" fmla="*/ 69522 h 162610"/>
                <a:gd name="connsiteX7" fmla="*/ 74165 w 137475"/>
                <a:gd name="connsiteY7" fmla="*/ 85 h 162610"/>
                <a:gd name="connsiteX8" fmla="*/ 276 w 137475"/>
                <a:gd name="connsiteY8" fmla="*/ 80859 h 162610"/>
                <a:gd name="connsiteX9" fmla="*/ 78428 w 137475"/>
                <a:gd name="connsiteY9" fmla="*/ 162695 h 162610"/>
                <a:gd name="connsiteX10" fmla="*/ 137752 w 137475"/>
                <a:gd name="connsiteY10" fmla="*/ 116640 h 162610"/>
                <a:gd name="connsiteX11" fmla="*/ 133134 w 137475"/>
                <a:gd name="connsiteY11" fmla="*/ 112389 h 162610"/>
                <a:gd name="connsiteX12" fmla="*/ 128516 w 137475"/>
                <a:gd name="connsiteY12" fmla="*/ 117349 h 162610"/>
                <a:gd name="connsiteX13" fmla="*/ 80559 w 137475"/>
                <a:gd name="connsiteY13" fmla="*/ 153839 h 162610"/>
                <a:gd name="connsiteX14" fmla="*/ 40418 w 137475"/>
                <a:gd name="connsiteY14" fmla="*/ 130102 h 162610"/>
                <a:gd name="connsiteX15" fmla="*/ 29761 w 137475"/>
                <a:gd name="connsiteY15" fmla="*/ 7696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475" h="162610">
                  <a:moveTo>
                    <a:pt x="30116" y="69522"/>
                  </a:moveTo>
                  <a:cubicBezTo>
                    <a:pt x="32247" y="16735"/>
                    <a:pt x="62087" y="7879"/>
                    <a:pt x="74165" y="7879"/>
                  </a:cubicBezTo>
                  <a:cubicBezTo>
                    <a:pt x="110754" y="7879"/>
                    <a:pt x="114307" y="55705"/>
                    <a:pt x="114307" y="69522"/>
                  </a:cubicBezTo>
                  <a:lnTo>
                    <a:pt x="30116" y="69522"/>
                  </a:lnTo>
                  <a:close/>
                  <a:moveTo>
                    <a:pt x="29761" y="76962"/>
                  </a:moveTo>
                  <a:lnTo>
                    <a:pt x="128871" y="76962"/>
                  </a:lnTo>
                  <a:cubicBezTo>
                    <a:pt x="136686" y="76962"/>
                    <a:pt x="137752" y="76962"/>
                    <a:pt x="137752" y="69522"/>
                  </a:cubicBezTo>
                  <a:cubicBezTo>
                    <a:pt x="137752" y="34449"/>
                    <a:pt x="118569" y="85"/>
                    <a:pt x="74165" y="85"/>
                  </a:cubicBezTo>
                  <a:cubicBezTo>
                    <a:pt x="32958" y="85"/>
                    <a:pt x="276" y="36575"/>
                    <a:pt x="276" y="80859"/>
                  </a:cubicBezTo>
                  <a:cubicBezTo>
                    <a:pt x="276" y="128331"/>
                    <a:pt x="37576" y="162695"/>
                    <a:pt x="78428" y="162695"/>
                  </a:cubicBezTo>
                  <a:cubicBezTo>
                    <a:pt x="121766" y="162695"/>
                    <a:pt x="137752" y="123371"/>
                    <a:pt x="137752" y="116640"/>
                  </a:cubicBezTo>
                  <a:cubicBezTo>
                    <a:pt x="137752" y="113097"/>
                    <a:pt x="134910" y="112389"/>
                    <a:pt x="133134" y="112389"/>
                  </a:cubicBezTo>
                  <a:cubicBezTo>
                    <a:pt x="129937" y="112389"/>
                    <a:pt x="129226" y="114514"/>
                    <a:pt x="128516" y="117349"/>
                  </a:cubicBezTo>
                  <a:cubicBezTo>
                    <a:pt x="116083" y="153839"/>
                    <a:pt x="84112" y="153839"/>
                    <a:pt x="80559" y="153839"/>
                  </a:cubicBezTo>
                  <a:cubicBezTo>
                    <a:pt x="62798" y="153839"/>
                    <a:pt x="48588" y="143210"/>
                    <a:pt x="40418" y="130102"/>
                  </a:cubicBezTo>
                  <a:cubicBezTo>
                    <a:pt x="29761" y="113097"/>
                    <a:pt x="29761" y="89715"/>
                    <a:pt x="29761" y="76962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FFAC1040-EE71-C001-36F9-97183D0B2AB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563906" y="5392593"/>
              <a:ext cx="116161" cy="162610"/>
            </a:xfrm>
            <a:custGeom>
              <a:avLst/>
              <a:gdLst>
                <a:gd name="connsiteX0" fmla="*/ 62447 w 116161"/>
                <a:gd name="connsiteY0" fmla="*/ 90070 h 162610"/>
                <a:gd name="connsiteX1" fmla="*/ 99391 w 116161"/>
                <a:gd name="connsiteY1" fmla="*/ 122663 h 162610"/>
                <a:gd name="connsiteX2" fmla="*/ 59250 w 116161"/>
                <a:gd name="connsiteY2" fmla="*/ 154901 h 162610"/>
                <a:gd name="connsiteX3" fmla="*/ 9872 w 116161"/>
                <a:gd name="connsiteY3" fmla="*/ 104595 h 162610"/>
                <a:gd name="connsiteX4" fmla="*/ 4899 w 116161"/>
                <a:gd name="connsiteY4" fmla="*/ 98572 h 162610"/>
                <a:gd name="connsiteX5" fmla="*/ 281 w 116161"/>
                <a:gd name="connsiteY5" fmla="*/ 107429 h 162610"/>
                <a:gd name="connsiteX6" fmla="*/ 281 w 116161"/>
                <a:gd name="connsiteY6" fmla="*/ 154193 h 162610"/>
                <a:gd name="connsiteX7" fmla="*/ 4188 w 116161"/>
                <a:gd name="connsiteY7" fmla="*/ 162695 h 162610"/>
                <a:gd name="connsiteX8" fmla="*/ 13069 w 116161"/>
                <a:gd name="connsiteY8" fmla="*/ 155610 h 162610"/>
                <a:gd name="connsiteX9" fmla="*/ 20174 w 116161"/>
                <a:gd name="connsiteY9" fmla="*/ 147462 h 162610"/>
                <a:gd name="connsiteX10" fmla="*/ 59250 w 116161"/>
                <a:gd name="connsiteY10" fmla="*/ 162695 h 162610"/>
                <a:gd name="connsiteX11" fmla="*/ 116442 w 116161"/>
                <a:gd name="connsiteY11" fmla="*/ 113452 h 162610"/>
                <a:gd name="connsiteX12" fmla="*/ 101523 w 116161"/>
                <a:gd name="connsiteY12" fmla="*/ 79796 h 162610"/>
                <a:gd name="connsiteX13" fmla="*/ 61026 w 116161"/>
                <a:gd name="connsiteY13" fmla="*/ 62791 h 162610"/>
                <a:gd name="connsiteX14" fmla="*/ 17332 w 116161"/>
                <a:gd name="connsiteY14" fmla="*/ 33740 h 162610"/>
                <a:gd name="connsiteX15" fmla="*/ 57118 w 116161"/>
                <a:gd name="connsiteY15" fmla="*/ 6816 h 162610"/>
                <a:gd name="connsiteX16" fmla="*/ 98681 w 116161"/>
                <a:gd name="connsiteY16" fmla="*/ 49683 h 162610"/>
                <a:gd name="connsiteX17" fmla="*/ 102943 w 116161"/>
                <a:gd name="connsiteY17" fmla="*/ 52871 h 162610"/>
                <a:gd name="connsiteX18" fmla="*/ 107562 w 116161"/>
                <a:gd name="connsiteY18" fmla="*/ 44369 h 162610"/>
                <a:gd name="connsiteX19" fmla="*/ 107562 w 116161"/>
                <a:gd name="connsiteY19" fmla="*/ 8587 h 162610"/>
                <a:gd name="connsiteX20" fmla="*/ 103654 w 116161"/>
                <a:gd name="connsiteY20" fmla="*/ 85 h 162610"/>
                <a:gd name="connsiteX21" fmla="*/ 96549 w 116161"/>
                <a:gd name="connsiteY21" fmla="*/ 4336 h 162610"/>
                <a:gd name="connsiteX22" fmla="*/ 90510 w 116161"/>
                <a:gd name="connsiteY22" fmla="*/ 10004 h 162610"/>
                <a:gd name="connsiteX23" fmla="*/ 57118 w 116161"/>
                <a:gd name="connsiteY23" fmla="*/ 85 h 162610"/>
                <a:gd name="connsiteX24" fmla="*/ 281 w 116161"/>
                <a:gd name="connsiteY24" fmla="*/ 43660 h 162610"/>
                <a:gd name="connsiteX25" fmla="*/ 15556 w 116161"/>
                <a:gd name="connsiteY25" fmla="*/ 73773 h 162610"/>
                <a:gd name="connsiteX26" fmla="*/ 62447 w 116161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61" h="162610">
                  <a:moveTo>
                    <a:pt x="62447" y="90070"/>
                  </a:moveTo>
                  <a:cubicBezTo>
                    <a:pt x="70262" y="91487"/>
                    <a:pt x="99391" y="97155"/>
                    <a:pt x="99391" y="122663"/>
                  </a:cubicBezTo>
                  <a:cubicBezTo>
                    <a:pt x="99391" y="140730"/>
                    <a:pt x="86958" y="154901"/>
                    <a:pt x="59250" y="154901"/>
                  </a:cubicBezTo>
                  <a:cubicBezTo>
                    <a:pt x="29410" y="154901"/>
                    <a:pt x="16622" y="134708"/>
                    <a:pt x="9872" y="104595"/>
                  </a:cubicBezTo>
                  <a:cubicBezTo>
                    <a:pt x="8806" y="99989"/>
                    <a:pt x="8451" y="98572"/>
                    <a:pt x="4899" y="98572"/>
                  </a:cubicBezTo>
                  <a:cubicBezTo>
                    <a:pt x="281" y="98572"/>
                    <a:pt x="281" y="101052"/>
                    <a:pt x="281" y="107429"/>
                  </a:cubicBezTo>
                  <a:lnTo>
                    <a:pt x="281" y="154193"/>
                  </a:lnTo>
                  <a:cubicBezTo>
                    <a:pt x="281" y="160215"/>
                    <a:pt x="281" y="162695"/>
                    <a:pt x="4188" y="162695"/>
                  </a:cubicBezTo>
                  <a:cubicBezTo>
                    <a:pt x="5965" y="162695"/>
                    <a:pt x="6320" y="162341"/>
                    <a:pt x="13069" y="155610"/>
                  </a:cubicBezTo>
                  <a:cubicBezTo>
                    <a:pt x="13780" y="154901"/>
                    <a:pt x="13780" y="154193"/>
                    <a:pt x="20174" y="147462"/>
                  </a:cubicBezTo>
                  <a:cubicBezTo>
                    <a:pt x="35804" y="162341"/>
                    <a:pt x="51790" y="162695"/>
                    <a:pt x="59250" y="162695"/>
                  </a:cubicBezTo>
                  <a:cubicBezTo>
                    <a:pt x="100102" y="162695"/>
                    <a:pt x="116442" y="138959"/>
                    <a:pt x="116442" y="113452"/>
                  </a:cubicBezTo>
                  <a:cubicBezTo>
                    <a:pt x="116442" y="94675"/>
                    <a:pt x="105785" y="84047"/>
                    <a:pt x="101523" y="79796"/>
                  </a:cubicBezTo>
                  <a:cubicBezTo>
                    <a:pt x="89800" y="68459"/>
                    <a:pt x="75946" y="65625"/>
                    <a:pt x="61026" y="62791"/>
                  </a:cubicBezTo>
                  <a:cubicBezTo>
                    <a:pt x="41133" y="58894"/>
                    <a:pt x="17332" y="54288"/>
                    <a:pt x="17332" y="33740"/>
                  </a:cubicBezTo>
                  <a:cubicBezTo>
                    <a:pt x="17332" y="21341"/>
                    <a:pt x="26568" y="6816"/>
                    <a:pt x="57118" y="6816"/>
                  </a:cubicBezTo>
                  <a:cubicBezTo>
                    <a:pt x="96194" y="6816"/>
                    <a:pt x="97970" y="38700"/>
                    <a:pt x="98681" y="49683"/>
                  </a:cubicBezTo>
                  <a:cubicBezTo>
                    <a:pt x="99036" y="52871"/>
                    <a:pt x="102233" y="52871"/>
                    <a:pt x="102943" y="52871"/>
                  </a:cubicBezTo>
                  <a:cubicBezTo>
                    <a:pt x="107562" y="52871"/>
                    <a:pt x="107562" y="51100"/>
                    <a:pt x="107562" y="44369"/>
                  </a:cubicBezTo>
                  <a:lnTo>
                    <a:pt x="107562" y="8587"/>
                  </a:lnTo>
                  <a:cubicBezTo>
                    <a:pt x="107562" y="2565"/>
                    <a:pt x="107562" y="85"/>
                    <a:pt x="103654" y="85"/>
                  </a:cubicBezTo>
                  <a:cubicBezTo>
                    <a:pt x="101878" y="85"/>
                    <a:pt x="101167" y="85"/>
                    <a:pt x="96549" y="4336"/>
                  </a:cubicBezTo>
                  <a:cubicBezTo>
                    <a:pt x="95484" y="5753"/>
                    <a:pt x="91931" y="8941"/>
                    <a:pt x="90510" y="10004"/>
                  </a:cubicBezTo>
                  <a:cubicBezTo>
                    <a:pt x="77011" y="85"/>
                    <a:pt x="62447" y="85"/>
                    <a:pt x="57118" y="85"/>
                  </a:cubicBezTo>
                  <a:cubicBezTo>
                    <a:pt x="13780" y="85"/>
                    <a:pt x="281" y="23821"/>
                    <a:pt x="281" y="43660"/>
                  </a:cubicBezTo>
                  <a:cubicBezTo>
                    <a:pt x="281" y="56060"/>
                    <a:pt x="5965" y="65979"/>
                    <a:pt x="15556" y="73773"/>
                  </a:cubicBezTo>
                  <a:cubicBezTo>
                    <a:pt x="26923" y="82984"/>
                    <a:pt x="36870" y="85110"/>
                    <a:pt x="62447" y="90070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18D2DAA3-F51D-51C5-86D6-8047DE5BDE4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2704027" y="5392593"/>
              <a:ext cx="116161" cy="162610"/>
            </a:xfrm>
            <a:custGeom>
              <a:avLst/>
              <a:gdLst>
                <a:gd name="connsiteX0" fmla="*/ 62451 w 116161"/>
                <a:gd name="connsiteY0" fmla="*/ 90070 h 162610"/>
                <a:gd name="connsiteX1" fmla="*/ 99395 w 116161"/>
                <a:gd name="connsiteY1" fmla="*/ 122663 h 162610"/>
                <a:gd name="connsiteX2" fmla="*/ 59254 w 116161"/>
                <a:gd name="connsiteY2" fmla="*/ 154901 h 162610"/>
                <a:gd name="connsiteX3" fmla="*/ 9876 w 116161"/>
                <a:gd name="connsiteY3" fmla="*/ 104595 h 162610"/>
                <a:gd name="connsiteX4" fmla="*/ 4903 w 116161"/>
                <a:gd name="connsiteY4" fmla="*/ 98572 h 162610"/>
                <a:gd name="connsiteX5" fmla="*/ 285 w 116161"/>
                <a:gd name="connsiteY5" fmla="*/ 107429 h 162610"/>
                <a:gd name="connsiteX6" fmla="*/ 285 w 116161"/>
                <a:gd name="connsiteY6" fmla="*/ 154193 h 162610"/>
                <a:gd name="connsiteX7" fmla="*/ 4192 w 116161"/>
                <a:gd name="connsiteY7" fmla="*/ 162695 h 162610"/>
                <a:gd name="connsiteX8" fmla="*/ 13073 w 116161"/>
                <a:gd name="connsiteY8" fmla="*/ 155610 h 162610"/>
                <a:gd name="connsiteX9" fmla="*/ 20178 w 116161"/>
                <a:gd name="connsiteY9" fmla="*/ 147462 h 162610"/>
                <a:gd name="connsiteX10" fmla="*/ 59254 w 116161"/>
                <a:gd name="connsiteY10" fmla="*/ 162695 h 162610"/>
                <a:gd name="connsiteX11" fmla="*/ 116446 w 116161"/>
                <a:gd name="connsiteY11" fmla="*/ 113452 h 162610"/>
                <a:gd name="connsiteX12" fmla="*/ 101526 w 116161"/>
                <a:gd name="connsiteY12" fmla="*/ 79796 h 162610"/>
                <a:gd name="connsiteX13" fmla="*/ 61030 w 116161"/>
                <a:gd name="connsiteY13" fmla="*/ 62791 h 162610"/>
                <a:gd name="connsiteX14" fmla="*/ 17336 w 116161"/>
                <a:gd name="connsiteY14" fmla="*/ 33740 h 162610"/>
                <a:gd name="connsiteX15" fmla="*/ 57122 w 116161"/>
                <a:gd name="connsiteY15" fmla="*/ 6816 h 162610"/>
                <a:gd name="connsiteX16" fmla="*/ 98685 w 116161"/>
                <a:gd name="connsiteY16" fmla="*/ 49683 h 162610"/>
                <a:gd name="connsiteX17" fmla="*/ 102947 w 116161"/>
                <a:gd name="connsiteY17" fmla="*/ 52871 h 162610"/>
                <a:gd name="connsiteX18" fmla="*/ 107565 w 116161"/>
                <a:gd name="connsiteY18" fmla="*/ 44369 h 162610"/>
                <a:gd name="connsiteX19" fmla="*/ 107565 w 116161"/>
                <a:gd name="connsiteY19" fmla="*/ 8587 h 162610"/>
                <a:gd name="connsiteX20" fmla="*/ 103658 w 116161"/>
                <a:gd name="connsiteY20" fmla="*/ 85 h 162610"/>
                <a:gd name="connsiteX21" fmla="*/ 96553 w 116161"/>
                <a:gd name="connsiteY21" fmla="*/ 4336 h 162610"/>
                <a:gd name="connsiteX22" fmla="*/ 90514 w 116161"/>
                <a:gd name="connsiteY22" fmla="*/ 10004 h 162610"/>
                <a:gd name="connsiteX23" fmla="*/ 57122 w 116161"/>
                <a:gd name="connsiteY23" fmla="*/ 85 h 162610"/>
                <a:gd name="connsiteX24" fmla="*/ 285 w 116161"/>
                <a:gd name="connsiteY24" fmla="*/ 43660 h 162610"/>
                <a:gd name="connsiteX25" fmla="*/ 15560 w 116161"/>
                <a:gd name="connsiteY25" fmla="*/ 73773 h 162610"/>
                <a:gd name="connsiteX26" fmla="*/ 62451 w 116161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61" h="162610">
                  <a:moveTo>
                    <a:pt x="62451" y="90070"/>
                  </a:moveTo>
                  <a:cubicBezTo>
                    <a:pt x="70266" y="91487"/>
                    <a:pt x="99395" y="97155"/>
                    <a:pt x="99395" y="122663"/>
                  </a:cubicBezTo>
                  <a:cubicBezTo>
                    <a:pt x="99395" y="140730"/>
                    <a:pt x="86962" y="154901"/>
                    <a:pt x="59254" y="154901"/>
                  </a:cubicBezTo>
                  <a:cubicBezTo>
                    <a:pt x="29414" y="154901"/>
                    <a:pt x="16626" y="134708"/>
                    <a:pt x="9876" y="104595"/>
                  </a:cubicBezTo>
                  <a:cubicBezTo>
                    <a:pt x="8810" y="99989"/>
                    <a:pt x="8455" y="98572"/>
                    <a:pt x="4903" y="98572"/>
                  </a:cubicBezTo>
                  <a:cubicBezTo>
                    <a:pt x="285" y="98572"/>
                    <a:pt x="285" y="101052"/>
                    <a:pt x="285" y="107429"/>
                  </a:cubicBezTo>
                  <a:lnTo>
                    <a:pt x="285" y="154193"/>
                  </a:lnTo>
                  <a:cubicBezTo>
                    <a:pt x="285" y="160215"/>
                    <a:pt x="285" y="162695"/>
                    <a:pt x="4192" y="162695"/>
                  </a:cubicBezTo>
                  <a:cubicBezTo>
                    <a:pt x="5968" y="162695"/>
                    <a:pt x="6324" y="162341"/>
                    <a:pt x="13073" y="155610"/>
                  </a:cubicBezTo>
                  <a:cubicBezTo>
                    <a:pt x="13784" y="154901"/>
                    <a:pt x="13784" y="154193"/>
                    <a:pt x="20178" y="147462"/>
                  </a:cubicBezTo>
                  <a:cubicBezTo>
                    <a:pt x="35808" y="162341"/>
                    <a:pt x="51794" y="162695"/>
                    <a:pt x="59254" y="162695"/>
                  </a:cubicBezTo>
                  <a:cubicBezTo>
                    <a:pt x="100106" y="162695"/>
                    <a:pt x="116446" y="138959"/>
                    <a:pt x="116446" y="113452"/>
                  </a:cubicBezTo>
                  <a:cubicBezTo>
                    <a:pt x="116446" y="94675"/>
                    <a:pt x="105789" y="84047"/>
                    <a:pt x="101526" y="79796"/>
                  </a:cubicBezTo>
                  <a:cubicBezTo>
                    <a:pt x="89804" y="68459"/>
                    <a:pt x="75950" y="65625"/>
                    <a:pt x="61030" y="62791"/>
                  </a:cubicBezTo>
                  <a:cubicBezTo>
                    <a:pt x="41137" y="58894"/>
                    <a:pt x="17336" y="54288"/>
                    <a:pt x="17336" y="33740"/>
                  </a:cubicBezTo>
                  <a:cubicBezTo>
                    <a:pt x="17336" y="21341"/>
                    <a:pt x="26572" y="6816"/>
                    <a:pt x="57122" y="6816"/>
                  </a:cubicBezTo>
                  <a:cubicBezTo>
                    <a:pt x="96198" y="6816"/>
                    <a:pt x="97974" y="38700"/>
                    <a:pt x="98685" y="49683"/>
                  </a:cubicBezTo>
                  <a:cubicBezTo>
                    <a:pt x="99040" y="52871"/>
                    <a:pt x="102237" y="52871"/>
                    <a:pt x="102947" y="52871"/>
                  </a:cubicBezTo>
                  <a:cubicBezTo>
                    <a:pt x="107565" y="52871"/>
                    <a:pt x="107565" y="51100"/>
                    <a:pt x="107565" y="44369"/>
                  </a:cubicBezTo>
                  <a:lnTo>
                    <a:pt x="107565" y="8587"/>
                  </a:lnTo>
                  <a:cubicBezTo>
                    <a:pt x="107565" y="2565"/>
                    <a:pt x="107565" y="85"/>
                    <a:pt x="103658" y="85"/>
                  </a:cubicBezTo>
                  <a:cubicBezTo>
                    <a:pt x="101882" y="85"/>
                    <a:pt x="101171" y="85"/>
                    <a:pt x="96553" y="4336"/>
                  </a:cubicBezTo>
                  <a:cubicBezTo>
                    <a:pt x="95488" y="5753"/>
                    <a:pt x="91935" y="8941"/>
                    <a:pt x="90514" y="10004"/>
                  </a:cubicBezTo>
                  <a:cubicBezTo>
                    <a:pt x="77015" y="85"/>
                    <a:pt x="62451" y="85"/>
                    <a:pt x="57122" y="85"/>
                  </a:cubicBezTo>
                  <a:cubicBezTo>
                    <a:pt x="13784" y="85"/>
                    <a:pt x="285" y="23821"/>
                    <a:pt x="285" y="43660"/>
                  </a:cubicBezTo>
                  <a:cubicBezTo>
                    <a:pt x="285" y="56060"/>
                    <a:pt x="5968" y="65979"/>
                    <a:pt x="15560" y="73773"/>
                  </a:cubicBezTo>
                  <a:cubicBezTo>
                    <a:pt x="26927" y="82984"/>
                    <a:pt x="36874" y="85110"/>
                    <a:pt x="62451" y="90070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686947D8-894E-B7D0-40D5-66E467F74A1D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2962559" y="5314299"/>
              <a:ext cx="76020" cy="237007"/>
            </a:xfrm>
            <a:custGeom>
              <a:avLst/>
              <a:gdLst>
                <a:gd name="connsiteX0" fmla="*/ 51446 w 76020"/>
                <a:gd name="connsiteY0" fmla="*/ 80504 h 237007"/>
                <a:gd name="connsiteX1" fmla="*/ 1713 w 76020"/>
                <a:gd name="connsiteY1" fmla="*/ 84401 h 237007"/>
                <a:gd name="connsiteX2" fmla="*/ 1713 w 76020"/>
                <a:gd name="connsiteY2" fmla="*/ 95384 h 237007"/>
                <a:gd name="connsiteX3" fmla="*/ 28000 w 76020"/>
                <a:gd name="connsiteY3" fmla="*/ 114869 h 237007"/>
                <a:gd name="connsiteX4" fmla="*/ 28000 w 76020"/>
                <a:gd name="connsiteY4" fmla="*/ 210168 h 237007"/>
                <a:gd name="connsiteX5" fmla="*/ 292 w 76020"/>
                <a:gd name="connsiteY5" fmla="*/ 226110 h 237007"/>
                <a:gd name="connsiteX6" fmla="*/ 292 w 76020"/>
                <a:gd name="connsiteY6" fmla="*/ 237092 h 237007"/>
                <a:gd name="connsiteX7" fmla="*/ 39368 w 76020"/>
                <a:gd name="connsiteY7" fmla="*/ 236029 h 237007"/>
                <a:gd name="connsiteX8" fmla="*/ 76312 w 76020"/>
                <a:gd name="connsiteY8" fmla="*/ 237092 h 237007"/>
                <a:gd name="connsiteX9" fmla="*/ 76312 w 76020"/>
                <a:gd name="connsiteY9" fmla="*/ 226110 h 237007"/>
                <a:gd name="connsiteX10" fmla="*/ 51446 w 76020"/>
                <a:gd name="connsiteY10" fmla="*/ 210522 h 237007"/>
                <a:gd name="connsiteX11" fmla="*/ 51446 w 76020"/>
                <a:gd name="connsiteY11" fmla="*/ 80504 h 237007"/>
                <a:gd name="connsiteX12" fmla="*/ 52867 w 76020"/>
                <a:gd name="connsiteY12" fmla="*/ 18861 h 237007"/>
                <a:gd name="connsiteX13" fmla="*/ 34039 w 76020"/>
                <a:gd name="connsiteY13" fmla="*/ 85 h 237007"/>
                <a:gd name="connsiteX14" fmla="*/ 15212 w 76020"/>
                <a:gd name="connsiteY14" fmla="*/ 18861 h 237007"/>
                <a:gd name="connsiteX15" fmla="*/ 34039 w 76020"/>
                <a:gd name="connsiteY15" fmla="*/ 37637 h 237007"/>
                <a:gd name="connsiteX16" fmla="*/ 52867 w 76020"/>
                <a:gd name="connsiteY16" fmla="*/ 18861 h 2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020" h="237007">
                  <a:moveTo>
                    <a:pt x="51446" y="80504"/>
                  </a:moveTo>
                  <a:lnTo>
                    <a:pt x="1713" y="84401"/>
                  </a:lnTo>
                  <a:lnTo>
                    <a:pt x="1713" y="95384"/>
                  </a:lnTo>
                  <a:cubicBezTo>
                    <a:pt x="24803" y="95384"/>
                    <a:pt x="28000" y="97509"/>
                    <a:pt x="28000" y="114869"/>
                  </a:cubicBezTo>
                  <a:lnTo>
                    <a:pt x="28000" y="210168"/>
                  </a:lnTo>
                  <a:cubicBezTo>
                    <a:pt x="28000" y="226110"/>
                    <a:pt x="24093" y="226110"/>
                    <a:pt x="292" y="226110"/>
                  </a:cubicBezTo>
                  <a:lnTo>
                    <a:pt x="292" y="237092"/>
                  </a:lnTo>
                  <a:cubicBezTo>
                    <a:pt x="11659" y="236738"/>
                    <a:pt x="30842" y="236029"/>
                    <a:pt x="39368" y="236029"/>
                  </a:cubicBezTo>
                  <a:cubicBezTo>
                    <a:pt x="51801" y="236029"/>
                    <a:pt x="64234" y="236738"/>
                    <a:pt x="76312" y="237092"/>
                  </a:cubicBezTo>
                  <a:lnTo>
                    <a:pt x="76312" y="226110"/>
                  </a:lnTo>
                  <a:cubicBezTo>
                    <a:pt x="52867" y="226110"/>
                    <a:pt x="51446" y="224339"/>
                    <a:pt x="51446" y="210522"/>
                  </a:cubicBezTo>
                  <a:lnTo>
                    <a:pt x="51446" y="80504"/>
                  </a:lnTo>
                  <a:close/>
                  <a:moveTo>
                    <a:pt x="52867" y="18861"/>
                  </a:moveTo>
                  <a:cubicBezTo>
                    <a:pt x="52867" y="7524"/>
                    <a:pt x="43986" y="85"/>
                    <a:pt x="34039" y="85"/>
                  </a:cubicBezTo>
                  <a:cubicBezTo>
                    <a:pt x="23027" y="85"/>
                    <a:pt x="15212" y="9650"/>
                    <a:pt x="15212" y="18861"/>
                  </a:cubicBezTo>
                  <a:cubicBezTo>
                    <a:pt x="15212" y="28426"/>
                    <a:pt x="23027" y="37637"/>
                    <a:pt x="34039" y="37637"/>
                  </a:cubicBezTo>
                  <a:cubicBezTo>
                    <a:pt x="43986" y="37637"/>
                    <a:pt x="52867" y="30198"/>
                    <a:pt x="52867" y="18861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20467755-5932-E628-39CC-9197800420E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061235" y="5392593"/>
              <a:ext cx="116161" cy="162610"/>
            </a:xfrm>
            <a:custGeom>
              <a:avLst/>
              <a:gdLst>
                <a:gd name="connsiteX0" fmla="*/ 62461 w 116161"/>
                <a:gd name="connsiteY0" fmla="*/ 90070 h 162610"/>
                <a:gd name="connsiteX1" fmla="*/ 99405 w 116161"/>
                <a:gd name="connsiteY1" fmla="*/ 122663 h 162610"/>
                <a:gd name="connsiteX2" fmla="*/ 59264 w 116161"/>
                <a:gd name="connsiteY2" fmla="*/ 154901 h 162610"/>
                <a:gd name="connsiteX3" fmla="*/ 9886 w 116161"/>
                <a:gd name="connsiteY3" fmla="*/ 104595 h 162610"/>
                <a:gd name="connsiteX4" fmla="*/ 4913 w 116161"/>
                <a:gd name="connsiteY4" fmla="*/ 98572 h 162610"/>
                <a:gd name="connsiteX5" fmla="*/ 295 w 116161"/>
                <a:gd name="connsiteY5" fmla="*/ 107429 h 162610"/>
                <a:gd name="connsiteX6" fmla="*/ 295 w 116161"/>
                <a:gd name="connsiteY6" fmla="*/ 154193 h 162610"/>
                <a:gd name="connsiteX7" fmla="*/ 4202 w 116161"/>
                <a:gd name="connsiteY7" fmla="*/ 162695 h 162610"/>
                <a:gd name="connsiteX8" fmla="*/ 13083 w 116161"/>
                <a:gd name="connsiteY8" fmla="*/ 155610 h 162610"/>
                <a:gd name="connsiteX9" fmla="*/ 20188 w 116161"/>
                <a:gd name="connsiteY9" fmla="*/ 147462 h 162610"/>
                <a:gd name="connsiteX10" fmla="*/ 59264 w 116161"/>
                <a:gd name="connsiteY10" fmla="*/ 162695 h 162610"/>
                <a:gd name="connsiteX11" fmla="*/ 116456 w 116161"/>
                <a:gd name="connsiteY11" fmla="*/ 113452 h 162610"/>
                <a:gd name="connsiteX12" fmla="*/ 101537 w 116161"/>
                <a:gd name="connsiteY12" fmla="*/ 79796 h 162610"/>
                <a:gd name="connsiteX13" fmla="*/ 61040 w 116161"/>
                <a:gd name="connsiteY13" fmla="*/ 62791 h 162610"/>
                <a:gd name="connsiteX14" fmla="*/ 17346 w 116161"/>
                <a:gd name="connsiteY14" fmla="*/ 33740 h 162610"/>
                <a:gd name="connsiteX15" fmla="*/ 57132 w 116161"/>
                <a:gd name="connsiteY15" fmla="*/ 6816 h 162610"/>
                <a:gd name="connsiteX16" fmla="*/ 98695 w 116161"/>
                <a:gd name="connsiteY16" fmla="*/ 49683 h 162610"/>
                <a:gd name="connsiteX17" fmla="*/ 102957 w 116161"/>
                <a:gd name="connsiteY17" fmla="*/ 52871 h 162610"/>
                <a:gd name="connsiteX18" fmla="*/ 107575 w 116161"/>
                <a:gd name="connsiteY18" fmla="*/ 44369 h 162610"/>
                <a:gd name="connsiteX19" fmla="*/ 107575 w 116161"/>
                <a:gd name="connsiteY19" fmla="*/ 8587 h 162610"/>
                <a:gd name="connsiteX20" fmla="*/ 103668 w 116161"/>
                <a:gd name="connsiteY20" fmla="*/ 85 h 162610"/>
                <a:gd name="connsiteX21" fmla="*/ 96563 w 116161"/>
                <a:gd name="connsiteY21" fmla="*/ 4336 h 162610"/>
                <a:gd name="connsiteX22" fmla="*/ 90524 w 116161"/>
                <a:gd name="connsiteY22" fmla="*/ 10004 h 162610"/>
                <a:gd name="connsiteX23" fmla="*/ 57132 w 116161"/>
                <a:gd name="connsiteY23" fmla="*/ 85 h 162610"/>
                <a:gd name="connsiteX24" fmla="*/ 295 w 116161"/>
                <a:gd name="connsiteY24" fmla="*/ 43660 h 162610"/>
                <a:gd name="connsiteX25" fmla="*/ 15570 w 116161"/>
                <a:gd name="connsiteY25" fmla="*/ 73773 h 162610"/>
                <a:gd name="connsiteX26" fmla="*/ 62461 w 116161"/>
                <a:gd name="connsiteY26" fmla="*/ 9007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161" h="162610">
                  <a:moveTo>
                    <a:pt x="62461" y="90070"/>
                  </a:moveTo>
                  <a:cubicBezTo>
                    <a:pt x="70276" y="91487"/>
                    <a:pt x="99405" y="97155"/>
                    <a:pt x="99405" y="122663"/>
                  </a:cubicBezTo>
                  <a:cubicBezTo>
                    <a:pt x="99405" y="140730"/>
                    <a:pt x="86972" y="154901"/>
                    <a:pt x="59264" y="154901"/>
                  </a:cubicBezTo>
                  <a:cubicBezTo>
                    <a:pt x="29424" y="154901"/>
                    <a:pt x="16636" y="134708"/>
                    <a:pt x="9886" y="104595"/>
                  </a:cubicBezTo>
                  <a:cubicBezTo>
                    <a:pt x="8820" y="99989"/>
                    <a:pt x="8465" y="98572"/>
                    <a:pt x="4913" y="98572"/>
                  </a:cubicBezTo>
                  <a:cubicBezTo>
                    <a:pt x="295" y="98572"/>
                    <a:pt x="295" y="101052"/>
                    <a:pt x="295" y="107429"/>
                  </a:cubicBezTo>
                  <a:lnTo>
                    <a:pt x="295" y="154193"/>
                  </a:lnTo>
                  <a:cubicBezTo>
                    <a:pt x="295" y="160215"/>
                    <a:pt x="295" y="162695"/>
                    <a:pt x="4202" y="162695"/>
                  </a:cubicBezTo>
                  <a:cubicBezTo>
                    <a:pt x="5978" y="162695"/>
                    <a:pt x="6334" y="162341"/>
                    <a:pt x="13083" y="155610"/>
                  </a:cubicBezTo>
                  <a:cubicBezTo>
                    <a:pt x="13794" y="154901"/>
                    <a:pt x="13794" y="154193"/>
                    <a:pt x="20188" y="147462"/>
                  </a:cubicBezTo>
                  <a:cubicBezTo>
                    <a:pt x="35818" y="162341"/>
                    <a:pt x="51804" y="162695"/>
                    <a:pt x="59264" y="162695"/>
                  </a:cubicBezTo>
                  <a:cubicBezTo>
                    <a:pt x="100116" y="162695"/>
                    <a:pt x="116456" y="138959"/>
                    <a:pt x="116456" y="113452"/>
                  </a:cubicBezTo>
                  <a:cubicBezTo>
                    <a:pt x="116456" y="94675"/>
                    <a:pt x="105799" y="84047"/>
                    <a:pt x="101537" y="79796"/>
                  </a:cubicBezTo>
                  <a:cubicBezTo>
                    <a:pt x="89814" y="68459"/>
                    <a:pt x="75960" y="65625"/>
                    <a:pt x="61040" y="62791"/>
                  </a:cubicBezTo>
                  <a:cubicBezTo>
                    <a:pt x="41147" y="58894"/>
                    <a:pt x="17346" y="54288"/>
                    <a:pt x="17346" y="33740"/>
                  </a:cubicBezTo>
                  <a:cubicBezTo>
                    <a:pt x="17346" y="21341"/>
                    <a:pt x="26582" y="6816"/>
                    <a:pt x="57132" y="6816"/>
                  </a:cubicBezTo>
                  <a:cubicBezTo>
                    <a:pt x="96208" y="6816"/>
                    <a:pt x="97984" y="38700"/>
                    <a:pt x="98695" y="49683"/>
                  </a:cubicBezTo>
                  <a:cubicBezTo>
                    <a:pt x="99050" y="52871"/>
                    <a:pt x="102247" y="52871"/>
                    <a:pt x="102957" y="52871"/>
                  </a:cubicBezTo>
                  <a:cubicBezTo>
                    <a:pt x="107575" y="52871"/>
                    <a:pt x="107575" y="51100"/>
                    <a:pt x="107575" y="44369"/>
                  </a:cubicBezTo>
                  <a:lnTo>
                    <a:pt x="107575" y="8587"/>
                  </a:lnTo>
                  <a:cubicBezTo>
                    <a:pt x="107575" y="2565"/>
                    <a:pt x="107575" y="85"/>
                    <a:pt x="103668" y="85"/>
                  </a:cubicBezTo>
                  <a:cubicBezTo>
                    <a:pt x="101892" y="85"/>
                    <a:pt x="101181" y="85"/>
                    <a:pt x="96563" y="4336"/>
                  </a:cubicBezTo>
                  <a:cubicBezTo>
                    <a:pt x="95498" y="5753"/>
                    <a:pt x="91945" y="8941"/>
                    <a:pt x="90524" y="10004"/>
                  </a:cubicBezTo>
                  <a:cubicBezTo>
                    <a:pt x="77025" y="85"/>
                    <a:pt x="62461" y="85"/>
                    <a:pt x="57132" y="85"/>
                  </a:cubicBezTo>
                  <a:cubicBezTo>
                    <a:pt x="13794" y="85"/>
                    <a:pt x="295" y="23821"/>
                    <a:pt x="295" y="43660"/>
                  </a:cubicBezTo>
                  <a:cubicBezTo>
                    <a:pt x="295" y="56060"/>
                    <a:pt x="5978" y="65979"/>
                    <a:pt x="15570" y="73773"/>
                  </a:cubicBezTo>
                  <a:cubicBezTo>
                    <a:pt x="26937" y="82984"/>
                    <a:pt x="36884" y="85110"/>
                    <a:pt x="62461" y="90070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BFDD7593-050D-A877-8152-A81427339CFC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3317991" y="5390822"/>
              <a:ext cx="162342" cy="233464"/>
            </a:xfrm>
            <a:custGeom>
              <a:avLst/>
              <a:gdLst>
                <a:gd name="connsiteX0" fmla="*/ 69217 w 162342"/>
                <a:gd name="connsiteY0" fmla="*/ 99635 h 233464"/>
                <a:gd name="connsiteX1" fmla="*/ 38312 w 162342"/>
                <a:gd name="connsiteY1" fmla="*/ 56060 h 233464"/>
                <a:gd name="connsiteX2" fmla="*/ 43996 w 162342"/>
                <a:gd name="connsiteY2" fmla="*/ 26301 h 233464"/>
                <a:gd name="connsiteX3" fmla="*/ 69217 w 162342"/>
                <a:gd name="connsiteY3" fmla="*/ 12130 h 233464"/>
                <a:gd name="connsiteX4" fmla="*/ 100123 w 162342"/>
                <a:gd name="connsiteY4" fmla="*/ 55705 h 233464"/>
                <a:gd name="connsiteX5" fmla="*/ 94439 w 162342"/>
                <a:gd name="connsiteY5" fmla="*/ 85464 h 233464"/>
                <a:gd name="connsiteX6" fmla="*/ 69217 w 162342"/>
                <a:gd name="connsiteY6" fmla="*/ 99635 h 233464"/>
                <a:gd name="connsiteX7" fmla="*/ 28010 w 162342"/>
                <a:gd name="connsiteY7" fmla="*/ 113452 h 233464"/>
                <a:gd name="connsiteX8" fmla="*/ 34049 w 162342"/>
                <a:gd name="connsiteY8" fmla="*/ 96801 h 233464"/>
                <a:gd name="connsiteX9" fmla="*/ 69217 w 162342"/>
                <a:gd name="connsiteY9" fmla="*/ 107783 h 233464"/>
                <a:gd name="connsiteX10" fmla="*/ 126765 w 162342"/>
                <a:gd name="connsiteY10" fmla="*/ 56060 h 233464"/>
                <a:gd name="connsiteX11" fmla="*/ 112201 w 162342"/>
                <a:gd name="connsiteY11" fmla="*/ 21695 h 233464"/>
                <a:gd name="connsiteX12" fmla="*/ 144172 w 162342"/>
                <a:gd name="connsiteY12" fmla="*/ 7879 h 233464"/>
                <a:gd name="connsiteX13" fmla="*/ 147724 w 162342"/>
                <a:gd name="connsiteY13" fmla="*/ 8233 h 233464"/>
                <a:gd name="connsiteX14" fmla="*/ 142040 w 162342"/>
                <a:gd name="connsiteY14" fmla="*/ 17798 h 233464"/>
                <a:gd name="connsiteX15" fmla="*/ 152342 w 162342"/>
                <a:gd name="connsiteY15" fmla="*/ 28072 h 233464"/>
                <a:gd name="connsiteX16" fmla="*/ 162644 w 162342"/>
                <a:gd name="connsiteY16" fmla="*/ 17444 h 233464"/>
                <a:gd name="connsiteX17" fmla="*/ 144527 w 162342"/>
                <a:gd name="connsiteY17" fmla="*/ 85 h 233464"/>
                <a:gd name="connsiteX18" fmla="*/ 106872 w 162342"/>
                <a:gd name="connsiteY18" fmla="*/ 16735 h 233464"/>
                <a:gd name="connsiteX19" fmla="*/ 69217 w 162342"/>
                <a:gd name="connsiteY19" fmla="*/ 3982 h 233464"/>
                <a:gd name="connsiteX20" fmla="*/ 11669 w 162342"/>
                <a:gd name="connsiteY20" fmla="*/ 55705 h 233464"/>
                <a:gd name="connsiteX21" fmla="*/ 28365 w 162342"/>
                <a:gd name="connsiteY21" fmla="*/ 92195 h 233464"/>
                <a:gd name="connsiteX22" fmla="*/ 17353 w 162342"/>
                <a:gd name="connsiteY22" fmla="*/ 121600 h 233464"/>
                <a:gd name="connsiteX23" fmla="*/ 32984 w 162342"/>
                <a:gd name="connsiteY23" fmla="*/ 153130 h 233464"/>
                <a:gd name="connsiteX24" fmla="*/ 302 w 162342"/>
                <a:gd name="connsiteY24" fmla="*/ 188557 h 233464"/>
                <a:gd name="connsiteX25" fmla="*/ 78809 w 162342"/>
                <a:gd name="connsiteY25" fmla="*/ 233550 h 233464"/>
                <a:gd name="connsiteX26" fmla="*/ 157671 w 162342"/>
                <a:gd name="connsiteY26" fmla="*/ 187849 h 233464"/>
                <a:gd name="connsiteX27" fmla="*/ 134581 w 162342"/>
                <a:gd name="connsiteY27" fmla="*/ 147462 h 233464"/>
                <a:gd name="connsiteX28" fmla="*/ 73480 w 162342"/>
                <a:gd name="connsiteY28" fmla="*/ 137542 h 233464"/>
                <a:gd name="connsiteX29" fmla="*/ 46838 w 162342"/>
                <a:gd name="connsiteY29" fmla="*/ 137188 h 233464"/>
                <a:gd name="connsiteX30" fmla="*/ 28010 w 162342"/>
                <a:gd name="connsiteY30" fmla="*/ 113452 h 233464"/>
                <a:gd name="connsiteX31" fmla="*/ 79164 w 162342"/>
                <a:gd name="connsiteY31" fmla="*/ 225401 h 233464"/>
                <a:gd name="connsiteX32" fmla="*/ 18774 w 162342"/>
                <a:gd name="connsiteY32" fmla="*/ 188557 h 233464"/>
                <a:gd name="connsiteX33" fmla="*/ 47903 w 162342"/>
                <a:gd name="connsiteY33" fmla="*/ 158090 h 233464"/>
                <a:gd name="connsiteX34" fmla="*/ 68862 w 162342"/>
                <a:gd name="connsiteY34" fmla="*/ 158090 h 233464"/>
                <a:gd name="connsiteX35" fmla="*/ 139199 w 162342"/>
                <a:gd name="connsiteY35" fmla="*/ 188557 h 233464"/>
                <a:gd name="connsiteX36" fmla="*/ 79164 w 162342"/>
                <a:gd name="connsiteY36" fmla="*/ 225401 h 233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2342" h="233464">
                  <a:moveTo>
                    <a:pt x="69217" y="99635"/>
                  </a:moveTo>
                  <a:cubicBezTo>
                    <a:pt x="38312" y="99635"/>
                    <a:pt x="38312" y="64208"/>
                    <a:pt x="38312" y="56060"/>
                  </a:cubicBezTo>
                  <a:cubicBezTo>
                    <a:pt x="38312" y="46494"/>
                    <a:pt x="38667" y="35158"/>
                    <a:pt x="43996" y="26301"/>
                  </a:cubicBezTo>
                  <a:cubicBezTo>
                    <a:pt x="46838" y="22050"/>
                    <a:pt x="55008" y="12130"/>
                    <a:pt x="69217" y="12130"/>
                  </a:cubicBezTo>
                  <a:cubicBezTo>
                    <a:pt x="100123" y="12130"/>
                    <a:pt x="100123" y="47557"/>
                    <a:pt x="100123" y="55705"/>
                  </a:cubicBezTo>
                  <a:cubicBezTo>
                    <a:pt x="100123" y="65271"/>
                    <a:pt x="99768" y="76607"/>
                    <a:pt x="94439" y="85464"/>
                  </a:cubicBezTo>
                  <a:cubicBezTo>
                    <a:pt x="91597" y="89715"/>
                    <a:pt x="83427" y="99635"/>
                    <a:pt x="69217" y="99635"/>
                  </a:cubicBezTo>
                  <a:close/>
                  <a:moveTo>
                    <a:pt x="28010" y="113452"/>
                  </a:moveTo>
                  <a:cubicBezTo>
                    <a:pt x="28010" y="112034"/>
                    <a:pt x="28010" y="103886"/>
                    <a:pt x="34049" y="96801"/>
                  </a:cubicBezTo>
                  <a:cubicBezTo>
                    <a:pt x="47903" y="106720"/>
                    <a:pt x="62468" y="107783"/>
                    <a:pt x="69217" y="107783"/>
                  </a:cubicBezTo>
                  <a:cubicBezTo>
                    <a:pt x="102254" y="107783"/>
                    <a:pt x="126765" y="83338"/>
                    <a:pt x="126765" y="56060"/>
                  </a:cubicBezTo>
                  <a:cubicBezTo>
                    <a:pt x="126765" y="42952"/>
                    <a:pt x="121082" y="29843"/>
                    <a:pt x="112201" y="21695"/>
                  </a:cubicBezTo>
                  <a:cubicBezTo>
                    <a:pt x="124989" y="9650"/>
                    <a:pt x="137778" y="7879"/>
                    <a:pt x="144172" y="7879"/>
                  </a:cubicBezTo>
                  <a:cubicBezTo>
                    <a:pt x="144882" y="7879"/>
                    <a:pt x="146658" y="7879"/>
                    <a:pt x="147724" y="8233"/>
                  </a:cubicBezTo>
                  <a:cubicBezTo>
                    <a:pt x="143817" y="9650"/>
                    <a:pt x="142040" y="13547"/>
                    <a:pt x="142040" y="17798"/>
                  </a:cubicBezTo>
                  <a:cubicBezTo>
                    <a:pt x="142040" y="23821"/>
                    <a:pt x="146658" y="28072"/>
                    <a:pt x="152342" y="28072"/>
                  </a:cubicBezTo>
                  <a:cubicBezTo>
                    <a:pt x="155895" y="28072"/>
                    <a:pt x="162644" y="25592"/>
                    <a:pt x="162644" y="17444"/>
                  </a:cubicBezTo>
                  <a:cubicBezTo>
                    <a:pt x="162644" y="11421"/>
                    <a:pt x="158381" y="85"/>
                    <a:pt x="144527" y="85"/>
                  </a:cubicBezTo>
                  <a:cubicBezTo>
                    <a:pt x="137422" y="85"/>
                    <a:pt x="121792" y="2210"/>
                    <a:pt x="106872" y="16735"/>
                  </a:cubicBezTo>
                  <a:cubicBezTo>
                    <a:pt x="91952" y="5044"/>
                    <a:pt x="77033" y="3982"/>
                    <a:pt x="69217" y="3982"/>
                  </a:cubicBezTo>
                  <a:cubicBezTo>
                    <a:pt x="36181" y="3982"/>
                    <a:pt x="11669" y="28426"/>
                    <a:pt x="11669" y="55705"/>
                  </a:cubicBezTo>
                  <a:cubicBezTo>
                    <a:pt x="11669" y="71293"/>
                    <a:pt x="19485" y="84756"/>
                    <a:pt x="28365" y="92195"/>
                  </a:cubicBezTo>
                  <a:cubicBezTo>
                    <a:pt x="23747" y="97509"/>
                    <a:pt x="17353" y="109200"/>
                    <a:pt x="17353" y="121600"/>
                  </a:cubicBezTo>
                  <a:cubicBezTo>
                    <a:pt x="17353" y="132582"/>
                    <a:pt x="21971" y="146045"/>
                    <a:pt x="32984" y="153130"/>
                  </a:cubicBezTo>
                  <a:cubicBezTo>
                    <a:pt x="11669" y="159153"/>
                    <a:pt x="302" y="174386"/>
                    <a:pt x="302" y="188557"/>
                  </a:cubicBezTo>
                  <a:cubicBezTo>
                    <a:pt x="302" y="214065"/>
                    <a:pt x="35470" y="233550"/>
                    <a:pt x="78809" y="233550"/>
                  </a:cubicBezTo>
                  <a:cubicBezTo>
                    <a:pt x="120726" y="233550"/>
                    <a:pt x="157671" y="215482"/>
                    <a:pt x="157671" y="187849"/>
                  </a:cubicBezTo>
                  <a:cubicBezTo>
                    <a:pt x="157671" y="175449"/>
                    <a:pt x="152697" y="157381"/>
                    <a:pt x="134581" y="147462"/>
                  </a:cubicBezTo>
                  <a:cubicBezTo>
                    <a:pt x="115753" y="137542"/>
                    <a:pt x="95150" y="137542"/>
                    <a:pt x="73480" y="137542"/>
                  </a:cubicBezTo>
                  <a:cubicBezTo>
                    <a:pt x="64599" y="137542"/>
                    <a:pt x="49324" y="137542"/>
                    <a:pt x="46838" y="137188"/>
                  </a:cubicBezTo>
                  <a:cubicBezTo>
                    <a:pt x="35470" y="135771"/>
                    <a:pt x="28010" y="124788"/>
                    <a:pt x="28010" y="113452"/>
                  </a:cubicBezTo>
                  <a:close/>
                  <a:moveTo>
                    <a:pt x="79164" y="225401"/>
                  </a:moveTo>
                  <a:cubicBezTo>
                    <a:pt x="43285" y="225401"/>
                    <a:pt x="18774" y="207333"/>
                    <a:pt x="18774" y="188557"/>
                  </a:cubicBezTo>
                  <a:cubicBezTo>
                    <a:pt x="18774" y="172261"/>
                    <a:pt x="32273" y="159153"/>
                    <a:pt x="47903" y="158090"/>
                  </a:cubicBezTo>
                  <a:lnTo>
                    <a:pt x="68862" y="158090"/>
                  </a:lnTo>
                  <a:cubicBezTo>
                    <a:pt x="99412" y="158090"/>
                    <a:pt x="139199" y="158090"/>
                    <a:pt x="139199" y="188557"/>
                  </a:cubicBezTo>
                  <a:cubicBezTo>
                    <a:pt x="139199" y="207688"/>
                    <a:pt x="113977" y="225401"/>
                    <a:pt x="79164" y="225401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49C3527-559A-3919-976E-00A3F9E9B225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3495608" y="5392593"/>
              <a:ext cx="157368" cy="162610"/>
            </a:xfrm>
            <a:custGeom>
              <a:avLst/>
              <a:gdLst>
                <a:gd name="connsiteX0" fmla="*/ 157676 w 157368"/>
                <a:gd name="connsiteY0" fmla="*/ 82984 h 162610"/>
                <a:gd name="connsiteX1" fmla="*/ 79169 w 157368"/>
                <a:gd name="connsiteY1" fmla="*/ 85 h 162610"/>
                <a:gd name="connsiteX2" fmla="*/ 307 w 157368"/>
                <a:gd name="connsiteY2" fmla="*/ 82984 h 162610"/>
                <a:gd name="connsiteX3" fmla="*/ 78814 w 157368"/>
                <a:gd name="connsiteY3" fmla="*/ 162695 h 162610"/>
                <a:gd name="connsiteX4" fmla="*/ 157676 w 157368"/>
                <a:gd name="connsiteY4" fmla="*/ 82984 h 162610"/>
                <a:gd name="connsiteX5" fmla="*/ 79169 w 157368"/>
                <a:gd name="connsiteY5" fmla="*/ 153839 h 162610"/>
                <a:gd name="connsiteX6" fmla="*/ 38672 w 157368"/>
                <a:gd name="connsiteY6" fmla="*/ 130102 h 162610"/>
                <a:gd name="connsiteX7" fmla="*/ 29791 w 157368"/>
                <a:gd name="connsiteY7" fmla="*/ 80150 h 162610"/>
                <a:gd name="connsiteX8" fmla="*/ 38317 w 157368"/>
                <a:gd name="connsiteY8" fmla="*/ 31615 h 162610"/>
                <a:gd name="connsiteX9" fmla="*/ 78814 w 157368"/>
                <a:gd name="connsiteY9" fmla="*/ 7879 h 162610"/>
                <a:gd name="connsiteX10" fmla="*/ 118955 w 157368"/>
                <a:gd name="connsiteY10" fmla="*/ 30906 h 162610"/>
                <a:gd name="connsiteX11" fmla="*/ 128191 w 157368"/>
                <a:gd name="connsiteY11" fmla="*/ 80150 h 162610"/>
                <a:gd name="connsiteX12" fmla="*/ 120376 w 157368"/>
                <a:gd name="connsiteY12" fmla="*/ 127622 h 162610"/>
                <a:gd name="connsiteX13" fmla="*/ 79169 w 157368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68" h="162610">
                  <a:moveTo>
                    <a:pt x="157676" y="82984"/>
                  </a:moveTo>
                  <a:cubicBezTo>
                    <a:pt x="157676" y="37637"/>
                    <a:pt x="122152" y="85"/>
                    <a:pt x="79169" y="85"/>
                  </a:cubicBezTo>
                  <a:cubicBezTo>
                    <a:pt x="34765" y="85"/>
                    <a:pt x="307" y="38700"/>
                    <a:pt x="307" y="82984"/>
                  </a:cubicBezTo>
                  <a:cubicBezTo>
                    <a:pt x="307" y="128685"/>
                    <a:pt x="37251" y="162695"/>
                    <a:pt x="78814" y="162695"/>
                  </a:cubicBezTo>
                  <a:cubicBezTo>
                    <a:pt x="121797" y="162695"/>
                    <a:pt x="157676" y="127977"/>
                    <a:pt x="157676" y="82984"/>
                  </a:cubicBezTo>
                  <a:close/>
                  <a:moveTo>
                    <a:pt x="79169" y="153839"/>
                  </a:moveTo>
                  <a:cubicBezTo>
                    <a:pt x="63894" y="153839"/>
                    <a:pt x="48264" y="146399"/>
                    <a:pt x="38672" y="130102"/>
                  </a:cubicBezTo>
                  <a:cubicBezTo>
                    <a:pt x="29791" y="114514"/>
                    <a:pt x="29791" y="92904"/>
                    <a:pt x="29791" y="80150"/>
                  </a:cubicBezTo>
                  <a:cubicBezTo>
                    <a:pt x="29791" y="66333"/>
                    <a:pt x="29791" y="47203"/>
                    <a:pt x="38317" y="31615"/>
                  </a:cubicBezTo>
                  <a:cubicBezTo>
                    <a:pt x="47908" y="15318"/>
                    <a:pt x="64604" y="7879"/>
                    <a:pt x="78814" y="7879"/>
                  </a:cubicBezTo>
                  <a:cubicBezTo>
                    <a:pt x="94444" y="7879"/>
                    <a:pt x="109719" y="15673"/>
                    <a:pt x="118955" y="30906"/>
                  </a:cubicBezTo>
                  <a:cubicBezTo>
                    <a:pt x="128191" y="46140"/>
                    <a:pt x="128191" y="66688"/>
                    <a:pt x="128191" y="80150"/>
                  </a:cubicBezTo>
                  <a:cubicBezTo>
                    <a:pt x="128191" y="92904"/>
                    <a:pt x="128191" y="112035"/>
                    <a:pt x="120376" y="127622"/>
                  </a:cubicBezTo>
                  <a:cubicBezTo>
                    <a:pt x="112561" y="143565"/>
                    <a:pt x="96931" y="153839"/>
                    <a:pt x="79169" y="153839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842B3148-26EE-2D8D-BFDC-2DB9EECECBD2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3683094" y="5392593"/>
              <a:ext cx="157368" cy="162610"/>
            </a:xfrm>
            <a:custGeom>
              <a:avLst/>
              <a:gdLst>
                <a:gd name="connsiteX0" fmla="*/ 157681 w 157368"/>
                <a:gd name="connsiteY0" fmla="*/ 82984 h 162610"/>
                <a:gd name="connsiteX1" fmla="*/ 79174 w 157368"/>
                <a:gd name="connsiteY1" fmla="*/ 85 h 162610"/>
                <a:gd name="connsiteX2" fmla="*/ 312 w 157368"/>
                <a:gd name="connsiteY2" fmla="*/ 82984 h 162610"/>
                <a:gd name="connsiteX3" fmla="*/ 78819 w 157368"/>
                <a:gd name="connsiteY3" fmla="*/ 162695 h 162610"/>
                <a:gd name="connsiteX4" fmla="*/ 157681 w 157368"/>
                <a:gd name="connsiteY4" fmla="*/ 82984 h 162610"/>
                <a:gd name="connsiteX5" fmla="*/ 79174 w 157368"/>
                <a:gd name="connsiteY5" fmla="*/ 153839 h 162610"/>
                <a:gd name="connsiteX6" fmla="*/ 38678 w 157368"/>
                <a:gd name="connsiteY6" fmla="*/ 130102 h 162610"/>
                <a:gd name="connsiteX7" fmla="*/ 29797 w 157368"/>
                <a:gd name="connsiteY7" fmla="*/ 80150 h 162610"/>
                <a:gd name="connsiteX8" fmla="*/ 38322 w 157368"/>
                <a:gd name="connsiteY8" fmla="*/ 31615 h 162610"/>
                <a:gd name="connsiteX9" fmla="*/ 78819 w 157368"/>
                <a:gd name="connsiteY9" fmla="*/ 7879 h 162610"/>
                <a:gd name="connsiteX10" fmla="*/ 118960 w 157368"/>
                <a:gd name="connsiteY10" fmla="*/ 30906 h 162610"/>
                <a:gd name="connsiteX11" fmla="*/ 128197 w 157368"/>
                <a:gd name="connsiteY11" fmla="*/ 80150 h 162610"/>
                <a:gd name="connsiteX12" fmla="*/ 120381 w 157368"/>
                <a:gd name="connsiteY12" fmla="*/ 127622 h 162610"/>
                <a:gd name="connsiteX13" fmla="*/ 79174 w 157368"/>
                <a:gd name="connsiteY13" fmla="*/ 153839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68" h="162610">
                  <a:moveTo>
                    <a:pt x="157681" y="82984"/>
                  </a:moveTo>
                  <a:cubicBezTo>
                    <a:pt x="157681" y="37637"/>
                    <a:pt x="122158" y="85"/>
                    <a:pt x="79174" y="85"/>
                  </a:cubicBezTo>
                  <a:cubicBezTo>
                    <a:pt x="34770" y="85"/>
                    <a:pt x="312" y="38700"/>
                    <a:pt x="312" y="82984"/>
                  </a:cubicBezTo>
                  <a:cubicBezTo>
                    <a:pt x="312" y="128685"/>
                    <a:pt x="37257" y="162695"/>
                    <a:pt x="78819" y="162695"/>
                  </a:cubicBezTo>
                  <a:cubicBezTo>
                    <a:pt x="121802" y="162695"/>
                    <a:pt x="157681" y="127977"/>
                    <a:pt x="157681" y="82984"/>
                  </a:cubicBezTo>
                  <a:close/>
                  <a:moveTo>
                    <a:pt x="79174" y="153839"/>
                  </a:moveTo>
                  <a:cubicBezTo>
                    <a:pt x="63899" y="153839"/>
                    <a:pt x="48269" y="146399"/>
                    <a:pt x="38678" y="130102"/>
                  </a:cubicBezTo>
                  <a:cubicBezTo>
                    <a:pt x="29797" y="114514"/>
                    <a:pt x="29797" y="92904"/>
                    <a:pt x="29797" y="80150"/>
                  </a:cubicBezTo>
                  <a:cubicBezTo>
                    <a:pt x="29797" y="66333"/>
                    <a:pt x="29797" y="47203"/>
                    <a:pt x="38322" y="31615"/>
                  </a:cubicBezTo>
                  <a:cubicBezTo>
                    <a:pt x="47914" y="15318"/>
                    <a:pt x="64610" y="7879"/>
                    <a:pt x="78819" y="7879"/>
                  </a:cubicBezTo>
                  <a:cubicBezTo>
                    <a:pt x="94449" y="7879"/>
                    <a:pt x="109724" y="15673"/>
                    <a:pt x="118960" y="30906"/>
                  </a:cubicBezTo>
                  <a:cubicBezTo>
                    <a:pt x="128197" y="46140"/>
                    <a:pt x="128197" y="66688"/>
                    <a:pt x="128197" y="80150"/>
                  </a:cubicBezTo>
                  <a:cubicBezTo>
                    <a:pt x="128197" y="92904"/>
                    <a:pt x="128197" y="112035"/>
                    <a:pt x="120381" y="127622"/>
                  </a:cubicBezTo>
                  <a:cubicBezTo>
                    <a:pt x="112566" y="143565"/>
                    <a:pt x="96936" y="153839"/>
                    <a:pt x="79174" y="153839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6E78F558-6760-EB09-B222-1CE7C794FE5C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3872711" y="5305443"/>
              <a:ext cx="175130" cy="249761"/>
            </a:xfrm>
            <a:custGeom>
              <a:avLst/>
              <a:gdLst>
                <a:gd name="connsiteX0" fmla="*/ 123229 w 175130"/>
                <a:gd name="connsiteY0" fmla="*/ 226464 h 249761"/>
                <a:gd name="connsiteX1" fmla="*/ 123229 w 175130"/>
                <a:gd name="connsiteY1" fmla="*/ 249846 h 249761"/>
                <a:gd name="connsiteX2" fmla="*/ 175448 w 175130"/>
                <a:gd name="connsiteY2" fmla="*/ 245949 h 249761"/>
                <a:gd name="connsiteX3" fmla="*/ 175448 w 175130"/>
                <a:gd name="connsiteY3" fmla="*/ 234967 h 249761"/>
                <a:gd name="connsiteX4" fmla="*/ 147740 w 175130"/>
                <a:gd name="connsiteY4" fmla="*/ 215127 h 249761"/>
                <a:gd name="connsiteX5" fmla="*/ 147740 w 175130"/>
                <a:gd name="connsiteY5" fmla="*/ 85 h 249761"/>
                <a:gd name="connsiteX6" fmla="*/ 96586 w 175130"/>
                <a:gd name="connsiteY6" fmla="*/ 3982 h 249761"/>
                <a:gd name="connsiteX7" fmla="*/ 96586 w 175130"/>
                <a:gd name="connsiteY7" fmla="*/ 14964 h 249761"/>
                <a:gd name="connsiteX8" fmla="*/ 124294 w 175130"/>
                <a:gd name="connsiteY8" fmla="*/ 34803 h 249761"/>
                <a:gd name="connsiteX9" fmla="*/ 124294 w 175130"/>
                <a:gd name="connsiteY9" fmla="*/ 111326 h 249761"/>
                <a:gd name="connsiteX10" fmla="*/ 79535 w 175130"/>
                <a:gd name="connsiteY10" fmla="*/ 89361 h 249761"/>
                <a:gd name="connsiteX11" fmla="*/ 317 w 175130"/>
                <a:gd name="connsiteY11" fmla="*/ 169781 h 249761"/>
                <a:gd name="connsiteX12" fmla="*/ 75627 w 175130"/>
                <a:gd name="connsiteY12" fmla="*/ 249846 h 249761"/>
                <a:gd name="connsiteX13" fmla="*/ 123229 w 175130"/>
                <a:gd name="connsiteY13" fmla="*/ 226464 h 249761"/>
                <a:gd name="connsiteX14" fmla="*/ 123229 w 175130"/>
                <a:gd name="connsiteY14" fmla="*/ 131519 h 249761"/>
                <a:gd name="connsiteX15" fmla="*/ 123229 w 175130"/>
                <a:gd name="connsiteY15" fmla="*/ 204145 h 249761"/>
                <a:gd name="connsiteX16" fmla="*/ 119321 w 175130"/>
                <a:gd name="connsiteY16" fmla="*/ 217253 h 249761"/>
                <a:gd name="connsiteX17" fmla="*/ 77403 w 175130"/>
                <a:gd name="connsiteY17" fmla="*/ 242052 h 249761"/>
                <a:gd name="connsiteX18" fmla="*/ 40104 w 175130"/>
                <a:gd name="connsiteY18" fmla="*/ 219379 h 249761"/>
                <a:gd name="connsiteX19" fmla="*/ 29802 w 175130"/>
                <a:gd name="connsiteY19" fmla="*/ 170135 h 249761"/>
                <a:gd name="connsiteX20" fmla="*/ 40814 w 175130"/>
                <a:gd name="connsiteY20" fmla="*/ 119828 h 249761"/>
                <a:gd name="connsiteX21" fmla="*/ 80956 w 175130"/>
                <a:gd name="connsiteY21" fmla="*/ 97155 h 249761"/>
                <a:gd name="connsiteX22" fmla="*/ 119321 w 175130"/>
                <a:gd name="connsiteY22" fmla="*/ 118411 h 249761"/>
                <a:gd name="connsiteX23" fmla="*/ 123229 w 175130"/>
                <a:gd name="connsiteY23" fmla="*/ 131519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130" h="249761">
                  <a:moveTo>
                    <a:pt x="123229" y="226464"/>
                  </a:moveTo>
                  <a:lnTo>
                    <a:pt x="123229" y="249846"/>
                  </a:lnTo>
                  <a:lnTo>
                    <a:pt x="175448" y="245949"/>
                  </a:lnTo>
                  <a:lnTo>
                    <a:pt x="175448" y="234967"/>
                  </a:lnTo>
                  <a:cubicBezTo>
                    <a:pt x="150582" y="234967"/>
                    <a:pt x="147740" y="232487"/>
                    <a:pt x="147740" y="215127"/>
                  </a:cubicBezTo>
                  <a:lnTo>
                    <a:pt x="147740" y="85"/>
                  </a:lnTo>
                  <a:lnTo>
                    <a:pt x="96586" y="3982"/>
                  </a:lnTo>
                  <a:lnTo>
                    <a:pt x="96586" y="14964"/>
                  </a:lnTo>
                  <a:cubicBezTo>
                    <a:pt x="121452" y="14964"/>
                    <a:pt x="124294" y="17444"/>
                    <a:pt x="124294" y="34803"/>
                  </a:cubicBezTo>
                  <a:lnTo>
                    <a:pt x="124294" y="111326"/>
                  </a:lnTo>
                  <a:cubicBezTo>
                    <a:pt x="113992" y="98572"/>
                    <a:pt x="98717" y="89361"/>
                    <a:pt x="79535" y="89361"/>
                  </a:cubicBezTo>
                  <a:cubicBezTo>
                    <a:pt x="37617" y="89361"/>
                    <a:pt x="317" y="124080"/>
                    <a:pt x="317" y="169781"/>
                  </a:cubicBezTo>
                  <a:cubicBezTo>
                    <a:pt x="317" y="214773"/>
                    <a:pt x="35130" y="249846"/>
                    <a:pt x="75627" y="249846"/>
                  </a:cubicBezTo>
                  <a:cubicBezTo>
                    <a:pt x="98362" y="249846"/>
                    <a:pt x="114348" y="237801"/>
                    <a:pt x="123229" y="226464"/>
                  </a:cubicBezTo>
                  <a:close/>
                  <a:moveTo>
                    <a:pt x="123229" y="131519"/>
                  </a:moveTo>
                  <a:lnTo>
                    <a:pt x="123229" y="204145"/>
                  </a:lnTo>
                  <a:cubicBezTo>
                    <a:pt x="123229" y="210522"/>
                    <a:pt x="123229" y="211230"/>
                    <a:pt x="119321" y="217253"/>
                  </a:cubicBezTo>
                  <a:cubicBezTo>
                    <a:pt x="108664" y="234258"/>
                    <a:pt x="92678" y="242052"/>
                    <a:pt x="77403" y="242052"/>
                  </a:cubicBezTo>
                  <a:cubicBezTo>
                    <a:pt x="61418" y="242052"/>
                    <a:pt x="48629" y="232841"/>
                    <a:pt x="40104" y="219379"/>
                  </a:cubicBezTo>
                  <a:cubicBezTo>
                    <a:pt x="30868" y="204854"/>
                    <a:pt x="29802" y="184660"/>
                    <a:pt x="29802" y="170135"/>
                  </a:cubicBezTo>
                  <a:cubicBezTo>
                    <a:pt x="29802" y="157027"/>
                    <a:pt x="30512" y="135771"/>
                    <a:pt x="40814" y="119828"/>
                  </a:cubicBezTo>
                  <a:cubicBezTo>
                    <a:pt x="48274" y="108846"/>
                    <a:pt x="61773" y="97155"/>
                    <a:pt x="80956" y="97155"/>
                  </a:cubicBezTo>
                  <a:cubicBezTo>
                    <a:pt x="93389" y="97155"/>
                    <a:pt x="108309" y="102469"/>
                    <a:pt x="119321" y="118411"/>
                  </a:cubicBezTo>
                  <a:cubicBezTo>
                    <a:pt x="123229" y="124434"/>
                    <a:pt x="123229" y="125143"/>
                    <a:pt x="123229" y="131519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D5A5645B-4040-9A43-909F-149635D987B1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4088536" y="5513754"/>
              <a:ext cx="37654" cy="37552"/>
            </a:xfrm>
            <a:custGeom>
              <a:avLst/>
              <a:gdLst>
                <a:gd name="connsiteX0" fmla="*/ 37978 w 37654"/>
                <a:gd name="connsiteY0" fmla="*/ 18861 h 37552"/>
                <a:gd name="connsiteX1" fmla="*/ 19150 w 37654"/>
                <a:gd name="connsiteY1" fmla="*/ 85 h 37552"/>
                <a:gd name="connsiteX2" fmla="*/ 323 w 37654"/>
                <a:gd name="connsiteY2" fmla="*/ 18861 h 37552"/>
                <a:gd name="connsiteX3" fmla="*/ 19150 w 37654"/>
                <a:gd name="connsiteY3" fmla="*/ 37637 h 37552"/>
                <a:gd name="connsiteX4" fmla="*/ 37978 w 37654"/>
                <a:gd name="connsiteY4" fmla="*/ 18861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54" h="37552">
                  <a:moveTo>
                    <a:pt x="37978" y="18861"/>
                  </a:moveTo>
                  <a:cubicBezTo>
                    <a:pt x="37978" y="8587"/>
                    <a:pt x="29452" y="85"/>
                    <a:pt x="19150" y="85"/>
                  </a:cubicBezTo>
                  <a:cubicBezTo>
                    <a:pt x="8849" y="85"/>
                    <a:pt x="323" y="8587"/>
                    <a:pt x="323" y="18861"/>
                  </a:cubicBezTo>
                  <a:cubicBezTo>
                    <a:pt x="323" y="29135"/>
                    <a:pt x="8849" y="37637"/>
                    <a:pt x="19150" y="37637"/>
                  </a:cubicBezTo>
                  <a:cubicBezTo>
                    <a:pt x="29452" y="37637"/>
                    <a:pt x="37978" y="29135"/>
                    <a:pt x="37978" y="18861"/>
                  </a:cubicBezTo>
                  <a:close/>
                </a:path>
              </a:pathLst>
            </a:custGeom>
            <a:solidFill>
              <a:srgbClr val="FFFFFF"/>
            </a:solidFill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820200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96735A-E91D-52E8-2195-AB7CD2CD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16" y="224852"/>
            <a:ext cx="10258654" cy="470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3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B0B1DC-E0B5-836D-1A7B-53D3D7C75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15" y="224852"/>
            <a:ext cx="10550771" cy="449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3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3FFA4E-4054-6EAC-0DD1-CE5DBA02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20" y="224851"/>
            <a:ext cx="7600013" cy="6440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B807DE-7B5C-0C59-C02F-DF16020F1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32560"/>
            <a:ext cx="5835792" cy="843977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543647-B738-75B0-740C-9EE20567FA7D}"/>
              </a:ext>
            </a:extLst>
          </p:cNvPr>
          <p:cNvSpPr txBox="1"/>
          <p:nvPr/>
        </p:nvSpPr>
        <p:spPr>
          <a:xfrm>
            <a:off x="4972363" y="6230724"/>
            <a:ext cx="1573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x-values</a:t>
            </a:r>
            <a:endParaRPr lang="en-PK" sz="20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D5D40-A78C-F4D0-4E80-40904F5A1352}"/>
              </a:ext>
            </a:extLst>
          </p:cNvPr>
          <p:cNvSpPr txBox="1"/>
          <p:nvPr/>
        </p:nvSpPr>
        <p:spPr>
          <a:xfrm rot="16200000">
            <a:off x="1496707" y="3282844"/>
            <a:ext cx="1573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y-values</a:t>
            </a:r>
            <a:endParaRPr lang="en-PK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403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32787"/>
  <p:tag name="ORIGINALWIDTH" val="8.93608"/>
  <p:tag name="OUTPUTTYPE" val="SVG"/>
  <p:tag name="IGUANATEXVERSION" val="161"/>
  <p:tag name="LATEXADDIN" val="\documentclass{article}&#10;\usepackage{amsmath}&#10;\pagestyle{empty}&#10;\usepackage{xcolor}&#10;\begin{document}&#10;\begin{align*}&#10;\color{white}&#10;y_i^f&#10;\end{align*}&#10;\end{document}"/>
  <p:tag name="IGUANATEXSIZE" val="28"/>
  <p:tag name="IGUANATEXCURSOR" val="1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4705"/>
  <p:tag name="ORIGINALWIDTH" val="9.709899"/>
  <p:tag name="OUTPUTTYPE" val="SVG"/>
  <p:tag name="IGUANATEXVERSION" val="161"/>
  <p:tag name="LATEXADDIN" val="\documentclass{article}&#10;\usepackage{amsmath}&#10;\pagestyle{empty}&#10;\usepackage{xcolor}&#10;\begin{document}&#10;\begin{align*}&#10;\color{white}&#10;y_i^d&#10;\end{align*}&#10;\end{document}"/>
  <p:tag name="IGUANATEXSIZE" val="28"/>
  <p:tag name="IGUANATEXCURSOR" val="1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4705"/>
  <p:tag name="ORIGINALWIDTH" val="9.179585"/>
  <p:tag name="OUTPUTTYPE" val="SVG"/>
  <p:tag name="IGUANATEXVERSION" val="161"/>
  <p:tag name="LATEXADDIN" val="\documentclass{article}&#10;\usepackage{amsmath}&#10;\pagestyle{empty}&#10;\usepackage{xcolor}&#10;\begin{document}&#10;\begin{align*}&#10;\color{white}&#10;x_i^d&#10;\end{align*}&#10;\end{document}"/>
  <p:tag name="IGUANATEXSIZE" val="28"/>
  <p:tag name="IGUANATEXCURSOR" val="13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175562"/>
  <p:tag name="ORIGINALWIDTH" val="14.92247"/>
  <p:tag name="OUTPUTTYPE" val="SVG"/>
  <p:tag name="IGUANATEXVERSION" val="161"/>
  <p:tag name="LATEXADDIN" val="\documentclass{article}&#10;\usepackage{amsmath}&#10;\pagestyle{empty}&#10;\usepackage{xcolor}&#10;\begin{document}&#10;\begin{align*}&#10;\color{white}&#10;\Delta y_i&#10;\end{align*}&#10;\end{document}"/>
  <p:tag name="IGUANATEXSIZE" val="28"/>
  <p:tag name="IGUANATEXCURSOR" val="13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33239"/>
  <p:tag name="ORIGINALWIDTH" val="7.237542"/>
  <p:tag name="LATEXADDIN" val="\documentclass{article}&#10;\usepackage{amsmath}&#10;\pagestyle{empty}&#10;\usepackage{xcolor}&#10;\begin{document}&#10;\begin{align*}&#10;\color{white}&#10;\Delta y_i&#10;\end{align*}&#10;\end{document}"/>
  <p:tag name="IGUANATEXSIZE" val="28"/>
  <p:tag name="IGUANATEXCURSOR" val="13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21007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080034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837346"/>
  <p:tag name="LATEXADDIN" val="\documentclass{article}&#10;\usepackage{amsmath}&#10;\pagestyle{empty}&#10;\usepackage{xcolor}&#10;\begin{document}&#10;\begin{align*}&#10;\color{white}&#10;x_i^d&#10;\end{align*}&#10;\end{document}"/>
  <p:tag name="IGUANATEXSIZE" val="28"/>
  <p:tag name="IGUANATEXCURSOR" val="13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1147"/>
  <p:tag name="ORIGINALWIDTH" val="3.494938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6"/>
  <p:tag name="ORIGINALWIDTH" val="2.060236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3"/>
  <p:tag name="ORIGINALWIDTH" val="4.975506"/>
  <p:tag name="LATEXADDIN" val="\documentclass{article}&#10;\usepackage{amsmath}&#10;\pagestyle{empty}&#10;\usepackage{xcolor}&#10;\begin{document}&#10;\begin{align*}&#10;\color{white}&#10;y_i^d&#10;\end{align*}&#10;\end{document}"/>
  <p:tag name="IGUANATEXSIZE" val="28"/>
  <p:tag name="IGUANATEXCURSOR" val="1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1147"/>
  <p:tag name="ORIGINALWIDTH" val="3.883268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6"/>
  <p:tag name="ORIGINALWIDTH" val="2.289145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679"/>
  <p:tag name="ORIGINALWIDTH" val="4.477953"/>
  <p:tag name="LATEXADDIN" val="\documentclass{article}&#10;\usepackage{amsmath}&#10;\pagestyle{empty}&#10;\usepackage{xcolor}&#10;\begin{document}&#10;\begin{align*}&#10;\color{white}&#10;y_i^f&#10;\end{align*}&#10;\end{document}"/>
  <p:tag name="IGUANATEXSIZE" val="28"/>
  <p:tag name="IGUANATEXCURSOR" val="1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009"/>
  <p:tag name="ORIGINALWIDTH" val="3.610517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6727"/>
  <p:tag name="ORIGINALWIDTH" val="2.060236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32787"/>
  <p:tag name="ORIGINALWIDTH" val="8.93608"/>
  <p:tag name="OUTPUTTYPE" val="SVG"/>
  <p:tag name="IGUANATEXVERSION" val="161"/>
  <p:tag name="LATEXADDIN" val="\documentclass{article}&#10;\usepackage{amsmath}&#10;\pagestyle{empty}&#10;\usepackage{xcolor}&#10;\begin{document}&#10;\begin{align*}&#10;\color{white}&#10;y_i^f&#10;\end{align*}&#10;\end{document}"/>
  <p:tag name="IGUANATEXSIZE" val="28"/>
  <p:tag name="IGUANATEXCURSOR" val="1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4705"/>
  <p:tag name="ORIGINALWIDTH" val="9.709899"/>
  <p:tag name="OUTPUTTYPE" val="SVG"/>
  <p:tag name="IGUANATEXVERSION" val="161"/>
  <p:tag name="LATEXADDIN" val="\documentclass{article}&#10;\usepackage{amsmath}&#10;\pagestyle{empty}&#10;\usepackage{xcolor}&#10;\begin{document}&#10;\begin{align*}&#10;\color{white}&#10;y_i^d&#10;\end{align*}&#10;\end{document}"/>
  <p:tag name="IGUANATEXSIZE" val="28"/>
  <p:tag name="IGUANATEXCURSOR" val="1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4705"/>
  <p:tag name="ORIGINALWIDTH" val="9.179585"/>
  <p:tag name="OUTPUTTYPE" val="SVG"/>
  <p:tag name="IGUANATEXVERSION" val="161"/>
  <p:tag name="LATEXADDIN" val="\documentclass{article}&#10;\usepackage{amsmath}&#10;\pagestyle{empty}&#10;\usepackage{xcolor}&#10;\begin{document}&#10;\begin{align*}&#10;\color{white}&#10;x_i^d&#10;\end{align*}&#10;\end{document}"/>
  <p:tag name="IGUANATEXSIZE" val="28"/>
  <p:tag name="IGUANATEXCURSOR" val="13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175562"/>
  <p:tag name="ORIGINALWIDTH" val="14.92247"/>
  <p:tag name="OUTPUTTYPE" val="SVG"/>
  <p:tag name="IGUANATEXVERSION" val="161"/>
  <p:tag name="LATEXADDIN" val="\documentclass{article}&#10;\usepackage{amsmath}&#10;\pagestyle{empty}&#10;\usepackage{xcolor}&#10;\begin{document}&#10;\begin{align*}&#10;\color{white}&#10;\Delta y_i&#10;\end{align*}&#10;\end{document}"/>
  <p:tag name="IGUANATEXSIZE" val="28"/>
  <p:tag name="IGUANATEXCURSOR" val="13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33239"/>
  <p:tag name="ORIGINALWIDTH" val="7.237542"/>
  <p:tag name="LATEXADDIN" val="\documentclass{article}&#10;\usepackage{amsmath}&#10;\pagestyle{empty}&#10;\usepackage{xcolor}&#10;\begin{document}&#10;\begin{align*}&#10;\color{white}&#10;\Delta y_i&#10;\end{align*}&#10;\end{document}"/>
  <p:tag name="IGUANATEXSIZE" val="28"/>
  <p:tag name="IGUANATEXCURSOR" val="13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21007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080034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837346"/>
  <p:tag name="LATEXADDIN" val="\documentclass{article}&#10;\usepackage{amsmath}&#10;\pagestyle{empty}&#10;\usepackage{xcolor}&#10;\begin{document}&#10;\begin{align*}&#10;\color{white}&#10;x_i^d&#10;\end{align*}&#10;\end{document}"/>
  <p:tag name="IGUANATEXSIZE" val="28"/>
  <p:tag name="IGUANATEXCURSOR" val="13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1147"/>
  <p:tag name="ORIGINALWIDTH" val="3.494938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6"/>
  <p:tag name="ORIGINALWIDTH" val="2.060236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3"/>
  <p:tag name="ORIGINALWIDTH" val="4.975506"/>
  <p:tag name="LATEXADDIN" val="\documentclass{article}&#10;\usepackage{amsmath}&#10;\pagestyle{empty}&#10;\usepackage{xcolor}&#10;\begin{document}&#10;\begin{align*}&#10;\color{white}&#10;y_i^d&#10;\end{align*}&#10;\end{document}"/>
  <p:tag name="IGUANATEXSIZE" val="28"/>
  <p:tag name="IGUANATEXCURSOR" val="1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1147"/>
  <p:tag name="ORIGINALWIDTH" val="3.883268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6"/>
  <p:tag name="ORIGINALWIDTH" val="2.28914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679"/>
  <p:tag name="ORIGINALWIDTH" val="4.477953"/>
  <p:tag name="LATEXADDIN" val="\documentclass{article}&#10;\usepackage{amsmath}&#10;\pagestyle{empty}&#10;\usepackage{xcolor}&#10;\begin{document}&#10;\begin{align*}&#10;\color{white}&#10;y_i^f&#10;\end{align*}&#10;\end{document}"/>
  <p:tag name="IGUANATEXSIZE" val="28"/>
  <p:tag name="IGUANATEXCURSOR" val="1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009"/>
  <p:tag name="ORIGINALWIDTH" val="3.610517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6727"/>
  <p:tag name="ORIGINALWIDTH" val="2.060236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3.48006"/>
  <p:tag name="ORIGINALWIDTH" val="119.9038"/>
  <p:tag name="OUTPUTTYPE" val="SVG"/>
  <p:tag name="IGUANATEXVERSION" val="161"/>
  <p:tag name="LATEXADDIN" val="\documentclass{article}&#10;\usepackage{amsmath}&#10;\pagestyle{empty}&#10;\usepackage{xcolor}&#10;\begin{document}&#10;\begin{align*}&#10;\color{white}&#10;R &amp;= \sum_i^n (\Delta y_i)^2 \\&#10;&amp;= \sum_i^n (y_i^d - y_i^f)^2 \\&#10;R &amp;= \sum_i^n \left [ y_i^d - (a_o + a_1 x_i^d) \right ]^2&#10;\end{align*}&#10;\end{document}"/>
  <p:tag name="IGUANATEXSIZE" val="28"/>
  <p:tag name="IGUANATEXCURSOR" val="25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32787"/>
  <p:tag name="ORIGINALWIDTH" val="64.96268"/>
  <p:tag name="OUTPUTTYPE" val="SVG"/>
  <p:tag name="IGUANATEXVERSION" val="161"/>
  <p:tag name="LATEXADDIN" val="\documentclass{article}&#10;\usepackage{amsmath}&#10;\pagestyle{empty}&#10;\usepackage{xcolor}&#10;\begin{document}&#10;\begin{align*}&#10;\color{white}&#10;y_i^f = a_o + a_1 x_i^d&#10;\end{align*}&#10;\end{document}"/>
  <p:tag name="IGUANATEXSIZE" val="28"/>
  <p:tag name="IGUANATEXCURSOR" val="15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4705"/>
  <p:tag name="ORIGINALWIDTH" val="226.4305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{Let us drop superscript `d', so} &#10;\, x_i \leftarrow x_i^d, \, \text{and}\, \, y_i \leftarrow y_i^d&#10;\end{align*}&#10;\end{document}"/>
  <p:tag name="IGUANATEXSIZE" val="28"/>
  <p:tag name="IGUANATEXCURSOR" val="22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9113"/>
  <p:tag name="ORIGINALWIDTH" val="5.48158"/>
  <p:tag name="LATEXADDIN" val="\documentclass{article}&#10;\usepackage{amsmath}&#10;\pagestyle{empty}&#10;\usepackage{xcolor}&#10;\begin{document}&#10;\begin{align*}&#10;\color{white}&#10;\text{Let us drop superscript `d', so} &#10;\, x_i \leftarrow x_i^d, \, \text{and}\, \, y_i \leftarrow y_i^d&#10;\end{align*}&#10;\end{document}"/>
  <p:tag name="IGUANATEXSIZE" val="28"/>
  <p:tag name="IGUANATEXCURSOR" val="22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3.864061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78348"/>
  <p:tag name="ORIGINALWIDTH" val="3.125197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7"/>
  <p:tag name="ORIGINALWIDTH" val="5.022273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3.26498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8327"/>
  <p:tag name="ORIGINALWIDTH" val="4.922441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3545"/>
  <p:tag name="ORIGINALWIDTH" val="3.354837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4.4232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0232"/>
  <p:tag name="ORIGINALWIDTH" val="4.922441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3.264989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7"/>
  <p:tag name="ORIGINALWIDTH" val="5.022273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0232"/>
  <p:tag name="ORIGINALWIDTH" val="4.922441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3.864061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3545"/>
  <p:tag name="ORIGINALWIDTH" val="3.354837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3.264989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3.804162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3545"/>
  <p:tag name="ORIGINALWIDTH" val="3.354837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6481"/>
  <p:tag name="ORIGINALWIDTH" val="2.136699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0232"/>
  <p:tag name="ORIGINALWIDTH" val="4.922441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78348"/>
  <p:tag name="ORIGINALWIDTH" val="3.125197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46514"/>
  <p:tag name="ORIGINALWIDTH" val="1.198144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8327"/>
  <p:tag name="ORIGINALWIDTH" val="4.922441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46514"/>
  <p:tag name="ORIGINALWIDTH" val="1.198144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46514"/>
  <p:tag name="ORIGINALWIDTH" val="1.168195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3.264989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4.4232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7"/>
  <p:tag name="ORIGINALWIDTH" val="4.972357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8"/>
  <p:tag name="ORIGINALWIDTH" val="2.117745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18674"/>
  <p:tag name="ORIGINALWIDTH" val="8.866395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7"/>
  <p:tag name="ORIGINALWIDTH" val="4.972357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1149"/>
  <p:tag name="ORIGINALWIDTH" val="3.592464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8"/>
  <p:tag name="ORIGINALWIDTH" val="2.117745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46514"/>
  <p:tag name="ORIGINALWIDTH" val="1.168195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3"/>
  <p:tag name="ORIGINALWIDTH" val="4.503065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3545"/>
  <p:tag name="ORIGINALWIDTH" val="5.022273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8327"/>
  <p:tag name="ORIGINALWIDTH" val="4.922441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5"/>
  <p:tag name="ORIGINALWIDTH" val="4.602925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8"/>
  <p:tag name="ORIGINALWIDTH" val="2.117745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18674"/>
  <p:tag name="ORIGINALWIDTH" val="8.866395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5"/>
  <p:tag name="ORIGINALWIDTH" val="4.602925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1149"/>
  <p:tag name="ORIGINALWIDTH" val="3.592464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8"/>
  <p:tag name="ORIGINALWIDTH" val="2.117745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679"/>
  <p:tag name="ORIGINALWIDTH" val="4.610433"/>
  <p:tag name="LATEXADDIN" val="\documentclass{article}&#10;\usepackage{amsmath}&#10;\pagestyle{empty}&#10;\usepackage{xcolor}&#10;\begin{document}&#10;\begin{align*}&#10;\color{white}&#10;y_i^f = a_o + a_1 x_i^d&#10;\end{align*}&#10;\end{document}"/>
  <p:tag name="IGUANATEXSIZE" val="28"/>
  <p:tag name="IGUANATEXCURSOR" val="15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009"/>
  <p:tag name="ORIGINALWIDTH" val="3.717351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6727"/>
  <p:tag name="ORIGINALWIDTH" val="2.121176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7694"/>
  <p:tag name="ORIGINALWIDTH" val="6.650619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95135"/>
  <p:tag name="ORIGINALWIDTH" val="4.580428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4176"/>
  <p:tag name="ORIGINALWIDTH" val="3.283296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9803"/>
  <p:tag name="ORIGINALWIDTH" val="6.650619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95135"/>
  <p:tag name="ORIGINALWIDTH" val="4.580428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20022"/>
  <p:tag name="ORIGINALWIDTH" val="2.548228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95135"/>
  <p:tag name="ORIGINALWIDTH" val="4.980455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16423"/>
  <p:tag name="ORIGINALWIDTH" val="3.598341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6727"/>
  <p:tag name="ORIGINALWIDTH" val="2.121176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977"/>
  <p:tag name="ORIGINALWIDTH" val="7.098619"/>
  <p:tag name="LATEXADDIN" val="\documentclass{article}&#10;\usepackage{amsmath}&#10;\pagestyle{empty}&#10;\usepackage{xcolor}&#10;\begin{document}&#10;\begin{align*}&#10;\color{white}&#10;R &amp;= \sum_i^n (\Delta y_i)^2 \\&#10;&amp;= \sum_i^n (y_i^d - y_i^f)^2 \\&#10;R &amp;= \sum_i^n \left [ y_i^d - (a_o + a_1 x_i^d) \right ]^2&#10;\end{align*}&#10;\end{document}"/>
  <p:tag name="IGUANATEXSIZE" val="28"/>
  <p:tag name="IGUANATEXCURSOR" val="25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5056"/>
  <p:tag name="ORIGINALWIDTH" val="6.611443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6839"/>
  <p:tag name="ORIGINALWIDTH" val="4.252192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1057"/>
  <p:tag name="ORIGINALWIDTH" val="13.23287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0905"/>
  <p:tag name="ORIGINALWIDTH" val="2.108689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36135"/>
  <p:tag name="ORIGINALWIDTH" val="2.306551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14257"/>
  <p:tag name="ORIGINALWIDTH" val="7.33723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8683"/>
  <p:tag name="ORIGINALWIDTH" val="4.583266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0905"/>
  <p:tag name="ORIGINALWIDTH" val="2.108689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36135"/>
  <p:tag name="ORIGINALWIDTH" val="2.306551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307"/>
  <p:tag name="ORIGINALWIDTH" val="3.076067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5056"/>
  <p:tag name="ORIGINALWIDTH" val="6.611443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6839"/>
  <p:tag name="ORIGINALWIDTH" val="4.252192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1057"/>
  <p:tag name="ORIGINALWIDTH" val="13.23287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0905"/>
  <p:tag name="ORIGINALWIDTH" val="2.108689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36135"/>
  <p:tag name="ORIGINALWIDTH" val="2.306551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8683"/>
  <p:tag name="ORIGINALWIDTH" val="4.583266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96513"/>
  <p:tag name="ORIGINALWIDTH" val="3.577136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0905"/>
  <p:tag name="ORIGINALWIDTH" val="2.108689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4409"/>
  <p:tag name="ORIGINALWIDTH" val="6.074576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8683"/>
  <p:tag name="ORIGINALWIDTH" val="4.583266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541"/>
  <p:tag name="ORIGINALWIDTH" val="3.695443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0905"/>
  <p:tag name="ORIGINALWIDTH" val="2.108689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36135"/>
  <p:tag name="ORIGINALWIDTH" val="2.306551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307"/>
  <p:tag name="ORIGINALWIDTH" val="3.076067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977"/>
  <p:tag name="ORIGINALWIDTH" val="7.098619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5056"/>
  <p:tag name="ORIGINALWIDTH" val="6.611443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6839"/>
  <p:tag name="ORIGINALWIDTH" val="4.252192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1057"/>
  <p:tag name="ORIGINALWIDTH" val="13.23287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0905"/>
  <p:tag name="ORIGINALWIDTH" val="2.108689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1341"/>
  <p:tag name="ORIGINALWIDTH" val="1.908858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8683"/>
  <p:tag name="ORIGINALWIDTH" val="4.583266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96513"/>
  <p:tag name="ORIGINALWIDTH" val="3.577136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0905"/>
  <p:tag name="ORIGINALWIDTH" val="2.108689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4409"/>
  <p:tag name="ORIGINALWIDTH" val="6.074576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36135"/>
  <p:tag name="ORIGINALWIDTH" val="2.306551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1068"/>
  <p:tag name="ORIGINALWIDTH" val="4.553457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6839"/>
  <p:tag name="ORIGINALWIDTH" val="3.263975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7463"/>
  <p:tag name="ORIGINALWIDTH" val="6.611443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1068"/>
  <p:tag name="ORIGINALWIDTH" val="4.553457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307"/>
  <p:tag name="ORIGINALWIDTH" val="2.533211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1068"/>
  <p:tag name="ORIGINALWIDTH" val="4.951123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96513"/>
  <p:tag name="ORIGINALWIDTH" val="3.577136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0905"/>
  <p:tag name="ORIGINALWIDTH" val="2.108689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36135"/>
  <p:tag name="ORIGINALWIDTH" val="2.306551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1341"/>
  <p:tag name="ORIGINALWIDTH" val="1.908858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307"/>
  <p:tag name="ORIGINALWIDTH" val="3.076067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.35312"/>
  <p:tag name="ORIGINALWIDTH" val="114.9062"/>
  <p:tag name="OUTPUTTYPE" val="SVG"/>
  <p:tag name="IGUANATEXVERSION" val="161"/>
  <p:tag name="LATEXADDIN" val="\documentclass{article}&#10;\usepackage{amsmath}&#10;\pagestyle{empty}&#10;\usepackage{xcolor}&#10;\begin{document}&#10;\begin{align*}&#10;\color{white}&#10;R = \sum_{i=1}^n \left[&#10;y_i -(a_0 + a_1 x_i)&#10;\right]^2&#10;\end{align*}&#10;\end{document}"/>
  <p:tag name="IGUANATEXSIZE" val="28"/>
  <p:tag name="IGUANATEXCURSOR" val="18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6002"/>
  <p:tag name="ORIGINALWIDTH" val="200.585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it{Solve and find values of the fitting parameters.}&#10;\end{align*}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42829"/>
  <p:tag name="ORIGINALWIDTH" val="5.545444"/>
  <p:tag name="LATEXADDIN" val="\documentclass{article}&#10;\usepackage{amsmath}&#10;\pagestyle{empty}&#10;\usepackage{xcolor}&#10;\begin{document}&#10;\begin{align*}&#10;\color{white}&#10;\textit{Solve and find values of the fitting parameters.}&#10;\end{align*}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965298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2.106862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074606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518082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24356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98847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492013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6002"/>
  <p:tag name="ORIGINALWIDTH" val="6.171541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98847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492013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074606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24356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2.106862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750394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518082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408746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965298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6002"/>
  <p:tag name="ORIGINALWIDTH" val="4.740467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6176"/>
  <p:tag name="ORIGINALWIDTH" val="2.802531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571513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518082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6002"/>
  <p:tag name="ORIGINALWIDTH" val="6.171541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6176"/>
  <p:tag name="ORIGINALWIDTH" val="2.802531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6176"/>
  <p:tag name="ORIGINALWIDTH" val="2.802531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5079"/>
  <p:tag name="ORIGINALWIDTH" val="2.464623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98847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313133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622"/>
  <p:tag name="ORIGINALWIDTH" val="4.929275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24356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034842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24356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7.542998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518082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6176"/>
  <p:tag name="ORIGINALWIDTH" val="2.802531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518082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034842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408746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8324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.18234"/>
  <p:tag name="ORIGINALWIDTH" val="127.102"/>
  <p:tag name="OUTPUTTYPE" val="SVG"/>
  <p:tag name="IGUANATEXVERSION" val="161"/>
  <p:tag name="LATEXADDIN" val="\documentclass{article}&#10;\usepackage{amsmath}&#10;\pagestyle{empty}&#10;\usepackage{xcolor}&#10;\begin{document}&#10;\begin{align*}&#10;\color{white}&#10;\begin{bmatrix}&#10;n &amp; \sum x\\[0.3cm]&#10;\sum x &amp; \sum x^2&#10;\end{bmatrix}&#10;\begin{bmatrix}&#10;a_0 \\[0.3cm] a_1&#10;\end{bmatrix} =&#10;\begin{bmatrix}&#10;\sum y \\[0.3cm] \sum x y&#10;\end{bmatrix}&#10;\end{align*}&#10;\end{document}"/>
  <p:tag name="IGUANATEXSIZE" val="28"/>
  <p:tag name="IGUANATEXCURSOR" val="27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86.05956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it{(Normal Equations)}&#10;\end{align*}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3.657649"/>
  <p:tag name="LATEXADDIN" val="\documentclass{article}&#10;\usepackage{amsmath}&#10;\pagestyle{empty}&#10;\usepackage{xcolor}&#10;\begin{document}&#10;\begin{align*}&#10;\color{white}&#10;\textit{(Normal Equations)}&#10;\end{align*}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4364"/>
  <p:tag name="ORIGINALWIDTH" val="7.93833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09336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79697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7.626828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290692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06"/>
  <p:tag name="ORIGINALWIDTH" val="2.130287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5203"/>
  <p:tag name="ORIGINALWIDTH" val="6.84027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77813"/>
  <p:tag name="ORIGINALWIDTH" val="3.908858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803178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290692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87542"/>
  <p:tag name="ORIGINALWIDTH" val="2.833661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78937"/>
  <p:tag name="ORIGINALWIDTH" val="2.492013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09336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5.054387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3.446625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3.657649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LATEXADDIN" val="\documentclass{article}&#10;\usepackage{amsmath}&#10;\pagestyle{empty}&#10;\usepackage{xcolor}&#10;\begin{document}&#10;\begin{align*}&#10;\color{white}&#10;\begin{bmatrix}&#10;n &amp; \sum x\\[0.3cm]&#10;\sum x &amp; \sum x^2&#10;\end{bmatrix}&#10;\begin{bmatrix}&#10;a_0 \\[0.3cm] a_1&#10;\end{bmatrix} =&#10;\begin{bmatrix}&#10;\sum y \\[0.3cm] \sum x y&#10;\end{bmatrix}&#10;\end{align*}&#10;\end{document}"/>
  <p:tag name="IGUANATEXSIZE" val="28"/>
  <p:tag name="IGUANATEXCURSOR" val="27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5.389593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952051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952051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952051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64"/>
  <p:tag name="ORIGINALWIDTH" val="3.07663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554301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342"/>
  <p:tag name="ORIGINALWIDTH" val="3.229779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554301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64"/>
  <p:tag name="ORIGINALWIDTH" val="2.533689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9539"/>
  <p:tag name="ORIGINALWIDTH" val="6.612681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946"/>
  <p:tag name="ORIGINALWIDTH" val="4.584138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952051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946"/>
  <p:tag name="ORIGINALWIDTH" val="4.584138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.35312"/>
  <p:tag name="ORIGINALWIDTH" val="146.2737"/>
  <p:tag name="OUTPUTTYPE" val="SVG"/>
  <p:tag name="IGUANATEXVERSION" val="161"/>
  <p:tag name="LATEXADDIN" val="\documentclass{article}&#10;\usepackage{amsmath}&#10;\pagestyle{empty}&#10;\usepackage{xcolor}&#10;\begin{document}&#10;\begin{align*}&#10;\color{white}&#10;\frac{\partial R}{\partial a_1} = -2 \sum_{i=1}^n \left[&#10;y_i -(a_0+a_1 x_i)&#10;\right]\, x_i&#10;\end{align*}&#10;\end{document}"/>
  <p:tag name="IGUANATEXSIZE" val="28"/>
  <p:tag name="IGUANATEXCURSOR" val="21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5"/>
  <p:tag name="ORIGINALWIDTH" val="122.4388"/>
  <p:tag name="OUTPUTTYPE" val="SVG"/>
  <p:tag name="IGUANATEXVERSION" val="161"/>
  <p:tag name="LATEXADDIN" val="\documentclass{article}&#10;\usepackage{amsmath}&#10;\pagestyle{empty}&#10;\usepackage{xcolor}&#10;\begin{document}&#10;\begin{align*}&#10;\color{white}&#10;a_0 \sum x + a_1 \sum x^2 = \sum x y&#10;\end{align*}&#10;\end{document}"/>
  <p:tag name="IGUANATEXSIZE" val="28"/>
  <p:tag name="IGUANATEXCURSOR" val="16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4.56288"/>
  <p:tag name="LATEXADDIN" val="\documentclass{article}&#10;\usepackage{amsmath}&#10;\pagestyle{empty}&#10;\usepackage{xcolor}&#10;\begin{document}&#10;\begin{align*}&#10;\color{white}&#10;a_0 \sum x + a_1 \sum x^2 = \sum x y&#10;\end{align*}&#10;\end{document}"/>
  <p:tag name="IGUANATEXSIZE" val="28"/>
  <p:tag name="IGUANATEXCURSOR" val="16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5557"/>
  <p:tag name="ORIGINALWIDTH" val="3.235855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5"/>
  <p:tag name="ORIGINALWIDTH" val="13.26026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4.961389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144"/>
  <p:tag name="ORIGINALWIDTH" val="6.625141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4.56288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8268"/>
  <p:tag name="ORIGINALWIDTH" val="2.53847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5"/>
  <p:tag name="ORIGINALWIDTH" val="13.26026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4.961389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8268"/>
  <p:tag name="ORIGINALWIDTH" val="3.082424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94826"/>
  <p:tag name="ORIGINALWIDTH" val="6.625141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5"/>
  <p:tag name="ORIGINALWIDTH" val="13.26026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4.961389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5107"/>
  <p:tag name="ORIGINALWIDTH" val="4.592773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418"/>
  <p:tag name="ORIGINALWIDTH" val="5.240324"/>
  <p:tag name="LATEXADDIN" val="\documentclass{article}&#10;\usepackage{amsmath}&#10;\pagestyle{empty}&#10;\usepackage{xcolor}&#10;\begin{document}&#10;\begin{align*}&#10;\color{white}&#10;\frac{\partial R}{\partial a_1} = -2 \sum_{i=1}^n \left[&#10;y_i -(a_0+a_1 x_i)&#10;\right]\, x_i&#10;\end{align*}&#10;\end{document}"/>
  <p:tag name="IGUANATEXSIZE" val="28"/>
  <p:tag name="IGUANATEXCURSOR" val="21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7.113299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15.57817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418"/>
  <p:tag name="ORIGINALWIDTH" val="5.240324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78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69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39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87147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975083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4.260994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4769"/>
  <p:tag name="ORIGINALWIDTH" val="13.26026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76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75956"/>
  <p:tag name="ORIGINALWIDTH" val="5.132732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69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1.364876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92772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76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87147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1332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78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35854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25139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78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69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8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76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1332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1.364876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8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76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.35312"/>
  <p:tag name="ORIGINALWIDTH" val="133.6348"/>
  <p:tag name="OUTPUTTYPE" val="SVG"/>
  <p:tag name="IGUANATEXVERSION" val="161"/>
  <p:tag name="LATEXADDIN" val="\documentclass{article}&#10;\usepackage{amsmath}&#10;\pagestyle{empty}&#10;\usepackage{xcolor}&#10;\begin{document}&#10;\begin{align*}&#10;\color{white}&#10;\frac{\partial R}{\partial a_0} = -2 \sum_{i=1}^n \left[&#10;y_i -(a_0+a_1 x_i)&#10;\right]&#10;\end{align*}&#10;\end{document}"/>
  <p:tag name="IGUANATEXSIZE" val="28"/>
  <p:tag name="IGUANATEXCURSOR" val="20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5"/>
  <p:tag name="ORIGINALWIDTH" val="94.21791"/>
  <p:tag name="OUTPUTTYPE" val="SVG"/>
  <p:tag name="IGUANATEXVERSION" val="161"/>
  <p:tag name="LATEXADDIN" val="\documentclass{article}&#10;\usepackage{amsmath}&#10;\pagestyle{empty}&#10;\usepackage{xcolor}&#10;\begin{document}&#10;\begin{align*}&#10;\color{white}&#10;n a_0 +a_1 \sum x = \sum y&#10;\end{align*}&#10;\end{document}"/>
  <p:tag name="IGUANATEXSIZE" val="28"/>
  <p:tag name="IGUANATEXCURSOR" val="15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5.357537"/>
  <p:tag name="LATEXADDIN" val="\documentclass{article}&#10;\usepackage{amsmath}&#10;\pagestyle{empty}&#10;\usepackage{xcolor}&#10;\begin{document}&#10;\begin{align*}&#10;\color{white}&#10;n a_0 +a_1 \sum x = \sum y&#10;\end{align*}&#10;\end{document}"/>
  <p:tag name="IGUANATEXSIZE" val="28"/>
  <p:tag name="IGUANATEXCURSOR" val="15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4.527222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5557"/>
  <p:tag name="ORIGINALWIDTH" val="3.210574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144"/>
  <p:tag name="ORIGINALWIDTH" val="6.57337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4.527222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8268"/>
  <p:tag name="ORIGINALWIDTH" val="2.518645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5"/>
  <p:tag name="ORIGINALWIDTH" val="13.15666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48"/>
  <p:tag name="ORIGINALWIDTH" val="4.92261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94826"/>
  <p:tag name="ORIGINALWIDTH" val="6.57337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5"/>
  <p:tag name="ORIGINALWIDTH" val="13.15666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5107"/>
  <p:tag name="ORIGINALWIDTH" val="4.55689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418"/>
  <p:tag name="ORIGINALWIDTH" val="5.240326"/>
  <p:tag name="LATEXADDIN" val="\documentclass{article}&#10;\usepackage{amsmath}&#10;\pagestyle{empty}&#10;\usepackage{xcolor}&#10;\begin{document}&#10;\begin{align*}&#10;\color{white}&#10;\frac{\partial R}{\partial a_0} = -2 \sum_{i=1}^n \left[&#10;y_i -(a_0+a_1 x_i)&#10;\right]&#10;\end{align*}&#10;\end{document}"/>
  <p:tag name="IGUANATEXSIZE" val="28"/>
  <p:tag name="IGUANATEXCURSOR" val="20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7.113302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15.57818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52418"/>
  <p:tag name="ORIGINALWIDTH" val="5.240326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8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35855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41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87149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975085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4.260995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4769"/>
  <p:tag name="ORIGINALWIDTH" val="13.26026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48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75956"/>
  <p:tag name="ORIGINALWIDTH" val="5.132733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7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1.364876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92773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48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87149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1305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8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35855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25141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8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7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9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48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1333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1.364876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7.144235"/>
  <p:tag name="LATEXADDIN" val="\documentclass{article}&#10;\usepackage{amsmath}&#10;\pagestyle{empty}&#10;\usepackage{xcolor}&#10;\begin{document}&#10;\begin{align*}&#10;\color{white}&#10;R = \sum_{i=1}^n \left[&#10;y_i -(a_0 + a_1 x_i)&#10;\right]^2&#10;\end{align*}&#10;\end{document}"/>
  <p:tag name="IGUANATEXSIZE" val="28"/>
  <p:tag name="IGUANATEXCURSOR" val="18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53937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4.279528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4769"/>
  <p:tag name="ORIGINALWIDTH" val="13.31791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22244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75956"/>
  <p:tag name="ORIGINALWIDTH" val="5.155062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49494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1.37081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612739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22244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113639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21373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82705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49916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53937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82705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49494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82959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22244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21373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1.37081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95838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82722"/>
  <p:tag name="ORIGINALWIDTH" val="203.899"/>
  <p:tag name="OUTPUTTYPE" val="SVG"/>
  <p:tag name="IGUANATEXVERSION" val="161"/>
  <p:tag name="LATEXADDIN" val="\documentclass{article}&#10;\usepackage{amsmath}&#10;\pagestyle{empty}&#10;\usepackage{xcolor}&#10;\usepackage{array}&#10;\begin{document}&#10;\begin{align*}&#10;\color{white}&#10;% TODO: \usepackage{array} required&#10;\begin{tabular}{|&gt;{\centering\arraybackslash}m{1cm}|&gt;{\centering\arraybackslash}m{1cm}|&gt;{\centering\arraybackslash}m{1cm}|&gt;{\centering\arraybackslash}m{1cm}|&gt;{\centering\arraybackslash}m{1cm}|}&#10;  \hline&#10;$k$   &amp; $x$    &amp;  $y$    &amp; $x^2$  &amp; $x\times y$  \\&#10;  \hline&#10;0 &amp; 1.000 &amp; 0.600 &amp; 1.000 &amp;  0.600 \\&#10;1 &amp; 3.000 &amp; 1.900 &amp; 9.000 &amp;  5.700 \\&#10;2 &amp; 5.000 &amp; 3.400 &amp; 25.000 &amp; 17.000 \\&#10;3 &amp; 7.000 &amp; 5.400 &amp; 49.000 &amp; 37.800\\&#10;\hline &#10;3 &amp; 16.000 &amp; 11.300 &amp; 84.000 &amp; 61.100 \\&#10;\hline&#10;\end{tabular}&#10;\end{align*}&#10;\end{document}"/>
  <p:tag name="IGUANATEXSIZE" val="24"/>
  <p:tag name="IGUANATEXCURSOR" val="41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.35308"/>
  <p:tag name="ORIGINALWIDTH" val="114.9062"/>
  <p:tag name="OUTPUTTYPE" val="SVG"/>
  <p:tag name="IGUANATEXVERSION" val="161"/>
  <p:tag name="LATEXADDIN" val="\documentclass{article}&#10;\usepackage{amsmath}&#10;\pagestyle{empty}&#10;\usepackage{xcolor}&#10;\begin{document}&#10;\begin{align*}&#10;\color{white}&#10;R = \sum_{i=1}^n \left[&#10;y_i - (a_0+a_1 x_i)&#10;\right]^2&#10;\end{align*}&#10;\end{document}"/>
  <p:tag name="IGUANATEXSIZE" val="24"/>
  <p:tag name="IGUANATEXCURSOR" val="18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64371"/>
  <p:tag name="ORIGINALWIDTH" val="8.625648"/>
  <p:tag name="OUTPUTTYPE" val="SVG"/>
  <p:tag name="IGUANATEXVERSION" val="161"/>
  <p:tag name="LATEXADDIN" val="\documentclass{article}&#10;\usepackage{amsmath}&#10;\pagestyle{empty}&#10;\usepackage{xcolor}&#10;\begin{document}&#10;\begin{align*}&#10;\color{white}&#10;\Rightarrow&#10;\end{align*}&#10;\end{document}"/>
  <p:tag name="IGUANATEXSIZE" val="28"/>
  <p:tag name="IGUANATEXCURSOR" val="14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99.93017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it{(set partial deriv. zero)}&#10;\end{align*}&#10;\end{document}"/>
  <p:tag name="IGUANATEXSIZE" val="28"/>
  <p:tag name="IGUANATEXCURSOR" val="16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4"/>
  <p:tag name="ORIGINALWIDTH" val="20.50759"/>
  <p:tag name="OUTPUTTYPE" val="SVG"/>
  <p:tag name="IGUANATEXVERSION" val="161"/>
  <p:tag name="LATEXADDIN" val="\documentclass{article}&#10;\usepackage{amsmath}&#10;\pagestyle{empty}&#10;\usepackage{xcolor}&#10;\begin{document}&#10;\begin{align*}&#10;\color{white}&#10;\sum x&#10;\end{align*}&#10;\end{document}"/>
  <p:tag name="IGUANATEXSIZE" val="22"/>
  <p:tag name="IGUANATEXCURSOR" val="13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4"/>
  <p:tag name="ORIGINALWIDTH" val="20.3747"/>
  <p:tag name="OUTPUTTYPE" val="SVG"/>
  <p:tag name="IGUANATEXVERSION" val="161"/>
  <p:tag name="LATEXADDIN" val="\documentclass{article}&#10;\usepackage{amsmath}&#10;\pagestyle{empty}&#10;\usepackage{xcolor}&#10;\begin{document}&#10;\begin{align*}&#10;\color{white}&#10;\sum y&#10;\end{align*}&#10;\end{document}"/>
  <p:tag name="IGUANATEXSIZE" val="22"/>
  <p:tag name="IGUANATEXCURSOR" val="13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4"/>
  <p:tag name="ORIGINALWIDTH" val="24.23354"/>
  <p:tag name="OUTPUTTYPE" val="SVG"/>
  <p:tag name="IGUANATEXVERSION" val="161"/>
  <p:tag name="LATEXADDIN" val="\documentclass{article}&#10;\usepackage{amsmath}&#10;\pagestyle{empty}&#10;\usepackage{xcolor}&#10;\begin{document}&#10;\begin{align*}&#10;\color{white}&#10;\sum x^2&#10;\end{align*}&#10;\end{document}"/>
  <p:tag name="IGUANATEXSIZE" val="22"/>
  <p:tag name="IGUANATEXCURSOR" val="13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4"/>
  <p:tag name="ORIGINALWIDTH" val="26.06861"/>
  <p:tag name="OUTPUTTYPE" val="SVG"/>
  <p:tag name="IGUANATEXVERSION" val="161"/>
  <p:tag name="LATEXADDIN" val="\documentclass{article}&#10;\usepackage{amsmath}&#10;\pagestyle{empty}&#10;\usepackage{xcolor}&#10;\begin{document}&#10;\begin{align*}&#10;\color{white}&#10;\sum x y&#10;\end{align*}&#10;\end{document}"/>
  <p:tag name="IGUANATEXSIZE" val="22"/>
  <p:tag name="IGUANATEXCURSOR" val="13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11051"/>
  <p:tag name="ORIGINALWIDTH" val="23.66682"/>
  <p:tag name="OUTPUTTYPE" val="SVG"/>
  <p:tag name="IGUANATEXVERSION" val="161"/>
  <p:tag name="LATEXADDIN" val="\documentclass{article}&#10;\usepackage{amsmath}&#10;\pagestyle{empty}&#10;\usepackage{xcolor}&#10;\begin{document}&#10;\begin{align*}&#10;\color{white}&#10;n=4&#10;\end{align*}&#10;\end{document}"/>
  <p:tag name="IGUANATEXSIZE" val="28"/>
  <p:tag name="IGUANATEXCURSOR" val="13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194"/>
  <p:tag name="ORIGINALWIDTH" val="5.399747"/>
  <p:tag name="LATEXADDIN" val="\documentclass{article}&#10;\usepackage{amsmath}&#10;\pagestyle{empty}&#10;\usepackage{xcolor}&#10;\begin{document}&#10;\begin{align*}&#10;\color{white}&#10;n=4&#10;\end{align*}&#10;\end{document}"/>
  <p:tag name="IGUANATEXSIZE" val="28"/>
  <p:tag name="IGUANATEXCURSOR" val="13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622638"/>
  <p:tag name="ORIGINALWIDTH" val="6.625141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87795"/>
  <p:tag name="ORIGINALWIDTH" val="4.413442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4"/>
  <p:tag name="ORIGINALWIDTH" val="13.26027"/>
  <p:tag name="LATEXADDIN" val="\documentclass{article}&#10;\usepackage{amsmath}&#10;\pagestyle{empty}&#10;\usepackage{xcolor}&#10;\begin{document}&#10;\begin{align*}&#10;\color{white}&#10;\sum x y&#10;\end{align*}&#10;\end{document}"/>
  <p:tag name="IGUANATEXSIZE" val="22"/>
  <p:tag name="IGUANATEXCURSOR" val="13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55"/>
  <p:tag name="ORIGINALWIDTH" val="4.961382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5096"/>
  <p:tag name="ORIGINALWIDTH" val="4.592771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4"/>
  <p:tag name="ORIGINALWIDTH" val="13.00526"/>
  <p:tag name="LATEXADDIN" val="\documentclass{article}&#10;\usepackage{amsmath}&#10;\pagestyle{empty}&#10;\usepackage{xcolor}&#10;\begin{document}&#10;\begin{align*}&#10;\color{white}&#10;\sum x^2&#10;\end{align*}&#10;\end{document}"/>
  <p:tag name="IGUANATEXSIZE" val="22"/>
  <p:tag name="IGUANATEXCURSOR" val="13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55"/>
  <p:tag name="ORIGINALWIDTH" val="4.865963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8267"/>
  <p:tag name="ORIGINALWIDTH" val="3.023157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4"/>
  <p:tag name="ORIGINALWIDTH" val="13.26027"/>
  <p:tag name="LATEXADDIN" val="\documentclass{article}&#10;\usepackage{amsmath}&#10;\pagestyle{empty}&#10;\usepackage{xcolor}&#10;\begin{document}&#10;\begin{align*}&#10;\color{white}&#10;\sum y&#10;\end{align*}&#10;\end{document}"/>
  <p:tag name="IGUANATEXSIZE" val="22"/>
  <p:tag name="IGUANATEXCURSOR" val="13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5096"/>
  <p:tag name="ORIGINALWIDTH" val="4.592771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72974"/>
  <p:tag name="ORIGINALWIDTH" val="13.10956"/>
  <p:tag name="LATEXADDIN" val="\documentclass{article}&#10;\usepackage{amsmath}&#10;\pagestyle{empty}&#10;\usepackage{xcolor}&#10;\begin{document}&#10;\begin{align*}&#10;\color{white}&#10;\sum x&#10;\end{align*}&#10;\end{document}"/>
  <p:tag name="IGUANATEXSIZE" val="22"/>
  <p:tag name="IGUANATEXCURSOR" val="13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2555"/>
  <p:tag name="ORIGINALWIDTH" val="4.905011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3.626378"/>
  <p:tag name="LATEXADDIN" val="\documentclass{article}&#10;\usepackage{amsmath}&#10;\pagestyle{empty}&#10;\usepackage{xcolor}&#10;\begin{document}&#10;\begin{align*}&#10;\color{white}&#10;\textit{(set partial deriv. zero)}&#10;\end{align*}&#10;\end{document}"/>
  <p:tag name="IGUANATEXSIZE" val="28"/>
  <p:tag name="IGUANATEXCURSOR" val="16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3.417182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3.526772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87542"/>
  <p:tag name="ORIGINALWIDTH" val="2.809449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77813"/>
  <p:tag name="ORIGINALWIDTH" val="4.941451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254021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44826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87542"/>
  <p:tag name="ORIGINALWIDTH" val="2.809449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78937"/>
  <p:tag name="ORIGINALWIDTH" val="2.470726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254021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06"/>
  <p:tag name="ORIGINALWIDTH" val="2.112064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06"/>
  <p:tag name="ORIGINALWIDTH" val="4.503094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3.526772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44826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78937"/>
  <p:tag name="ORIGINALWIDTH" val="2.470726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84674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9612"/>
  <p:tag name="ORIGINALWIDTH" val="1.085911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04978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3.526772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44826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3.975085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3.626378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.18234"/>
  <p:tag name="ORIGINALWIDTH" val="127.102"/>
  <p:tag name="OUTPUTTYPE" val="SVG"/>
  <p:tag name="IGUANATEXVERSION" val="161"/>
  <p:tag name="LATEXADDIN" val="\documentclass{article}&#10;\usepackage{amsmath}&#10;\pagestyle{empty}&#10;\usepackage{xcolor}&#10;\begin{document}&#10;\begin{align*}&#10;\color{white}&#10;\begin{bmatrix}&#10;n &amp; \sum x\\[0.3cm]&#10;\sum x &amp; \sum x^2&#10;\end{bmatrix}&#10;\begin{bmatrix}&#10;a_0 \\[0.3cm] a_1&#10;\end{bmatrix} =&#10;\begin{bmatrix}&#10;\sum y \\[0.3cm] \sum x y&#10;\end{bmatrix}&#10;\end{align*}&#10;\end{document}"/>
  <p:tag name="IGUANATEXSIZE" val="28"/>
  <p:tag name="IGUANATEXCURSOR" val="27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86.05956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it{(Normal Equations)}&#10;\end{align*}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3.657649"/>
  <p:tag name="LATEXADDIN" val="\documentclass{article}&#10;\usepackage{amsmath}&#10;\pagestyle{empty}&#10;\usepackage{xcolor}&#10;\begin{document}&#10;\begin{align*}&#10;\color{white}&#10;\textit{(Normal Equations)}&#10;\end{align*}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4364"/>
  <p:tag name="ORIGINALWIDTH" val="7.93833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09336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79697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7.626828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290692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06"/>
  <p:tag name="ORIGINALWIDTH" val="2.130287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5203"/>
  <p:tag name="ORIGINALWIDTH" val="6.84027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77813"/>
  <p:tag name="ORIGINALWIDTH" val="3.908858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803178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290692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87542"/>
  <p:tag name="ORIGINALWIDTH" val="2.833661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78937"/>
  <p:tag name="ORIGINALWIDTH" val="2.492013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09336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5.054387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3.446625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3.657649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LATEXADDIN" val="\documentclass{article}&#10;\usepackage{amsmath}&#10;\pagestyle{empty}&#10;\usepackage{xcolor}&#10;\begin{document}&#10;\begin{align*}&#10;\color{white}&#10;\begin{bmatrix}&#10;n &amp; \sum x\\[0.3cm]&#10;\sum x &amp; \sum x^2&#10;\end{bmatrix}&#10;\begin{bmatrix}&#10;a_0 \\[0.3cm] a_1&#10;\end{bmatrix} =&#10;\begin{bmatrix}&#10;\sum y \\[0.3cm] \sum x y&#10;\end{bmatrix}&#10;\end{align*}&#10;\end{document}"/>
  <p:tag name="IGUANATEXSIZE" val="28"/>
  <p:tag name="IGUANATEXCURSOR" val="27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5.389593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952051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952051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952051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64"/>
  <p:tag name="ORIGINALWIDTH" val="3.07663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554301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342"/>
  <p:tag name="ORIGINALWIDTH" val="3.229779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554301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64"/>
  <p:tag name="ORIGINALWIDTH" val="2.533689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9539"/>
  <p:tag name="ORIGINALWIDTH" val="6.612681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946"/>
  <p:tag name="ORIGINALWIDTH" val="4.584138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17"/>
  <p:tag name="ORIGINALWIDTH" val="9.377106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59"/>
  <p:tag name="ORIGINALWIDTH" val="4.952051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946"/>
  <p:tag name="ORIGINALWIDTH" val="4.584138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62489"/>
  <p:tag name="ORIGINALWIDTH" val="2.943391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4"/>
  <p:tag name="ORIGINALWIDTH" val="7.144225"/>
  <p:tag name="LATEXADDIN" val="\documentclass{article}&#10;\usepackage{amsmath}&#10;\pagestyle{empty}&#10;\usepackage{xcolor}&#10;\begin{document}&#10;\begin{align*}&#10;\color{white}&#10;R = \sum_{i=1}^n \left[&#10;y_i - (a_0+a_1 x_i)&#10;\right]^2&#10;\end{align*}&#10;\end{document}"/>
  <p:tag name="IGUANATEXSIZE" val="24"/>
  <p:tag name="IGUANATEXCURSOR" val="18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4"/>
  <p:tag name="ORIGINALWIDTH" val="6.653937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77"/>
  <p:tag name="ORIGINALWIDTH" val="4.279528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4767"/>
  <p:tag name="ORIGINALWIDTH" val="13.31791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72"/>
  <p:tag name="ORIGINALWIDTH" val="2.122244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75951"/>
  <p:tag name="ORIGINALWIDTH" val="5.155052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1"/>
  <p:tag name="ORIGINALWIDTH" val="2.549508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"/>
  <p:tag name="ORIGINALWIDTH" val="1.3708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"/>
  <p:tag name="ORIGINALWIDTH" val="4.61273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72"/>
  <p:tag name="ORIGINALWIDTH" val="2.122244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08"/>
  <p:tag name="ORIGINALWIDTH" val="6.113615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"/>
  <p:tag name="ORIGINALWIDTH" val="2.321358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8"/>
  <p:tag name="ORIGINALWIDTH" val="4.58271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12"/>
  <p:tag name="ORIGINALWIDTH" val="3.249934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05"/>
  <p:tag name="ORIGINALWIDTH" val="6.653937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8"/>
  <p:tag name="ORIGINALWIDTH" val="4.58271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1"/>
  <p:tag name="ORIGINALWIDTH" val="2.549508"/>
  <p:tag name="EMFCHILD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8"/>
  <p:tag name="ORIGINALWIDTH" val="4.982939"/>
  <p:tag name="EMFCHILD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72"/>
  <p:tag name="ORIGINALWIDTH" val="2.122244"/>
  <p:tag name="EMFCHILD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"/>
  <p:tag name="ORIGINALWIDTH" val="2.321358"/>
  <p:tag name="EMFCHILD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"/>
  <p:tag name="ORIGINALWIDTH" val="1.3708"/>
  <p:tag name="EMFCHILD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1"/>
  <p:tag name="ORIGINALWIDTH" val="3.095833"/>
  <p:tag name="EMFCHILD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12139"/>
  <p:tag name="ORIGINALWIDTH" val="203.899"/>
  <p:tag name="LATEXADDIN" val="\documentclass{article}&#10;\usepackage{amsmath}&#10;\pagestyle{empty}&#10;\usepackage{xcolor}&#10;\usepackage{array}&#10;\begin{document}&#10;\begin{align*}&#10;\color{white}&#10;% TODO: \usepackage{array} required&#10;\begin{tabular}{|&gt;{\centering\arraybackslash}m{1cm}|&gt;{\centering\arraybackslash}m{1cm}|&gt;{\centering\arraybackslash}m{1cm}|&gt;{\centering\arraybackslash}m{1cm}|&gt;{\centering\arraybackslash}m{1cm}|}&#10;  \hline&#10;$k$   &amp; $x$    &amp;  $y$    &amp; $x^2$  &amp; $x\times y$  \\&#10;  \hline&#10;0 &amp; 1.000 &amp; 0.600 &amp; 1.000 &amp;  0.600 \\&#10;1 &amp; 3.000 &amp; 1.900 &amp; 9.000 &amp;  5.700 \\&#10;2 &amp; 5.000 &amp; 3.400 &amp; 25.000 &amp; 17.000 \\&#10;3 &amp; 7.000 &amp; 5.400 &amp; 49.000 &amp; 37.800\\&#10;\hline &#10;3 &amp; 16.000 &amp; 11.300 &amp; 84.000 &amp; 61.100 \\&#10;\hline&#10;\end{tabular}&#10;\end{align*}&#10;\end{document}"/>
  <p:tag name="IGUANATEXSIZE" val="24"/>
  <p:tag name="IGUANATEXCURSOR" val="41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71752"/>
  <p:tag name="ORIGINALWIDTH" val="4.513058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3963"/>
  <p:tag name="ORIGINALWIDTH" val="4.961384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9961"/>
  <p:tag name="ORIGINALWIDTH" val="4.592749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3963"/>
  <p:tag name="ORIGINALWIDTH" val="4.961384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2336"/>
  <p:tag name="ORIGINALWIDTH" val="3.082415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3963"/>
  <p:tag name="ORIGINALWIDTH" val="4.961384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4875"/>
  <p:tag name="ORIGINALWIDTH" val="4.811942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9961"/>
  <p:tag name="ORIGINALWIDTH" val="4.592749"/>
  <p:tag name="EMFCHILD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12139"/>
  <p:tag name="ORIGINALWIDTH" val="203.899"/>
  <p:tag name="EMFCHILD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3.975065"/>
  <p:tag name="EMFCHILD" val="Tru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1542"/>
  <p:tag name="ORIGINALWIDTH" val="4.27395"/>
  <p:tag name="EMFCHILD" val="Tru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975065"/>
  <p:tag name="EMFCHILD" val="Tru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3.975065"/>
  <p:tag name="EMFCHILD" val="Tru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0879"/>
  <p:tag name="ORIGINALWIDTH" val="4.413419"/>
  <p:tag name="EMFCHILD" val="Tru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975065"/>
  <p:tag name="EMFCHILD" val="Tru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3.975065"/>
  <p:tag name="EMFCHILD" val="Tru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1542"/>
  <p:tag name="ORIGINALWIDTH" val="4.27395"/>
  <p:tag name="EMFCHILD" val="Tru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1542"/>
  <p:tag name="ORIGINALWIDTH" val="4.27395"/>
  <p:tag name="EMFCHILD" val="Tru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3.975065"/>
  <p:tag name="EMFCHILD" val="Tr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0879"/>
  <p:tag name="ORIGINALWIDTH" val="4.413419"/>
  <p:tag name="EMFCHILD" val="Tr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0879"/>
  <p:tag name="ORIGINALWIDTH" val="4.413419"/>
  <p:tag name="EMFCHILD" val="Tru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1542"/>
  <p:tag name="ORIGINALWIDTH" val="4.27395"/>
  <p:tag name="EMFCHILD" val="Tru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12139"/>
  <p:tag name="ORIGINALWIDTH" val="203.899"/>
  <p:tag name="EMFCHILD" val="Tru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0879"/>
  <p:tag name="ORIGINALWIDTH" val="4.413419"/>
  <p:tag name="EMFCHILD" val="Tru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34481"/>
  <p:tag name="EMFCHILD" val="Tru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254"/>
  <p:tag name="ORIGINALWIDTH" val="1.056037"/>
  <p:tag name="EMFCHILD" val="Tru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0545"/>
  <p:tag name="ORIGINALWIDTH" val="3.287664"/>
  <p:tag name="EMFCHILD" val="Tru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1214"/>
  <p:tag name="ORIGINALWIDTH" val="4.194258"/>
  <p:tag name="EMFCHILD" val="Tru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3704"/>
  <p:tag name="ORIGINALWIDTH" val="0.3984908"/>
  <p:tag name="EMFCHILD" val="Tru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12139"/>
  <p:tag name="ORIGINALWIDTH" val="203.899"/>
  <p:tag name="EMFCHILD" val="Tru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75928"/>
  <p:tag name="ORIGINALWIDTH" val="184.1442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{Solve and get:} \quad a_0 = -0.355, \quad a_1 = 0.795&#10;\end{align*}&#10;\end{document}"/>
  <p:tag name="IGUANATEXSIZE" val="28"/>
  <p:tag name="IGUANATEXCURSOR" val="18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5973"/>
  <p:tag name="ORIGINALWIDTH" val="238.9814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{Least sq. fitted line:} \quad y = a_0+a_1 x = -0.355 + 0.795\, x&#10;\end{align*}&#10;\end{document}"/>
  <p:tag name="IGUANATEXSIZE" val="28"/>
  <p:tag name="IGUANATEXCURSOR" val="19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.05515"/>
  <p:tag name="ORIGINALWIDTH" val="203.899"/>
  <p:tag name="OUTPUTTYPE" val="SVG"/>
  <p:tag name="IGUANATEXVERSION" val="161"/>
  <p:tag name="LATEXADDIN" val="\documentclass{article}&#10;\usepackage{amsmath}&#10;\pagestyle{empty}&#10;\usepackage{xcolor}&#10;\usepackage{array}&#10;\begin{document}&#10;\begin{align*}&#10;\color{white}&#10;% TODO: \usepackage{array} required&#10;\begin{tabular}{|&gt;{\centering\arraybackslash}m{1cm}|&gt;{\centering\arraybackslash}m{1cm}|&gt;{\centering\arraybackslash}m{1cm}|&gt;{\centering\arraybackslash}m{1cm}|&gt;{\centering\arraybackslash}m{1cm}|}&#10; \hline&#10;$x$ &amp; 1 &amp; 3 &amp; 5 &amp; 7 \\&#10; \hline&#10;$y$ &amp;0.6  &amp; 1.9 &amp; 3.4 &amp; 5.4 \\&#10; \hline&#10;$y^f$ &amp; 0.44 &amp; 2.03 &amp; 3.62 &amp; 5.2 \\&#10; \hline&#10;\end{tabular}&#10;\end{align*}&#10;\end{document}"/>
  <p:tag name="IGUANATEXSIZE" val="28"/>
  <p:tag name="IGUANATEXCURSOR" val="37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8301"/>
  <p:tag name="ORIGINALWIDTH" val="26.10914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it{Error:} &#10;\end{align*}&#10;\end{document}"/>
  <p:tag name="IGUANATEXSIZE" val="28"/>
  <p:tag name="IGUANATEXCURSOR" val="1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2.87317"/>
  <p:tag name="ORIGINALWIDTH" val="162.2397"/>
  <p:tag name="OUTPUTTYPE" val="SVG"/>
  <p:tag name="IGUANATEXVERSION" val="161"/>
  <p:tag name="LATEXADDIN" val="\documentclass{article}&#10;\usepackage{amsmath}&#10;\pagestyle{empty}&#10;\usepackage{xcolor}&#10;\begin{document}&#10;\begin{align*}&#10;\color{white}&#10;R &amp;= \sum_{i=1}^n (y_i - y_i^f)^2 \\&#10;&amp;= 0.127; \quad \textit{(Smaller value is better)}&#10;\end{align*}&#10;\end{document}"/>
  <p:tag name="IGUANATEXSIZE" val="28"/>
  <p:tag name="IGUANATEXCURSOR" val="21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2818"/>
  <p:tag name="ORIGINALWIDTH" val="7.09162"/>
  <p:tag name="LATEXADDIN" val="\documentclass{article}&#10;\usepackage{amsmath}&#10;\pagestyle{empty}&#10;\usepackage{xcolor}&#10;\begin{document}&#10;\begin{align*}&#10;\color{white}&#10;R &amp;= \sum_{i=1}^n (y_i - y_i^f)^2 \\&#10;&amp;= 0.127; \quad \textit{(Smaller value is better)}&#10;\end{align*}&#10;\end{document}"/>
  <p:tag name="IGUANATEXSIZE" val="28"/>
  <p:tag name="IGUANATEXCURSOR" val="21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17688"/>
  <p:tag name="ORIGINALWIDTH" val="6.604949"/>
  <p:tag name="EMFCHILD" val="Tru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26912"/>
  <p:tag name="ORIGINALWIDTH" val="4.248003"/>
  <p:tag name="EMFCHILD" val="Tru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86659"/>
  <p:tag name="ORIGINALWIDTH" val="13.21983"/>
  <p:tag name="EMFCHILD" val="Tru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6086"/>
  <p:tag name="ORIGINALWIDTH" val="2.106609"/>
  <p:tag name="EMFCHILD" val="Tru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65045"/>
  <p:tag name="ORIGINALWIDTH" val="5.117098"/>
  <p:tag name="EMFCHILD" val="Tru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712"/>
  <p:tag name="ORIGINALWIDTH" val="2.530737"/>
  <p:tag name="EMFCHILD" val="Tru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04696"/>
  <p:tag name="ORIGINALWIDTH" val="2.304275"/>
  <p:tag name="EMFCHILD" val="Tru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8352"/>
  <p:tag name="ORIGINALWIDTH" val="4.578768"/>
  <p:tag name="EMFCHILD" val="Tru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6086"/>
  <p:tag name="ORIGINALWIDTH" val="2.106609"/>
  <p:tag name="EMFCHILD" val="True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1755"/>
  <p:tag name="ORIGINALWIDTH" val="6.068588"/>
  <p:tag name="EMFCHILD" val="Tru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8352"/>
  <p:tag name="ORIGINALWIDTH" val="4.578768"/>
  <p:tag name="EMFCHILD" val="Tru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5416"/>
  <p:tag name="ORIGINALWIDTH" val="3.691817"/>
  <p:tag name="EMFCHILD" val="Tru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6086"/>
  <p:tag name="ORIGINALWIDTH" val="2.106609"/>
  <p:tag name="EMFCHILD" val="Tru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04696"/>
  <p:tag name="ORIGINALWIDTH" val="2.304275"/>
  <p:tag name="EMFCHILD" val="Tru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712"/>
  <p:tag name="ORIGINALWIDTH" val="3.073032"/>
  <p:tag name="EMFCHILD" val="Tru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17688"/>
  <p:tag name="ORIGINALWIDTH" val="6.604949"/>
  <p:tag name="EMFCHILD" val="Tru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4426"/>
  <p:tag name="ORIGINALWIDTH" val="4.181468"/>
  <p:tag name="EMFCHILD" val="Tru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9888"/>
  <p:tag name="ORIGINALWIDTH" val="1.052812"/>
  <p:tag name="EMFCHILD" val="Tru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6541"/>
  <p:tag name="ORIGINALWIDTH" val="3.277643"/>
  <p:tag name="EMFCHILD" val="Tru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6541"/>
  <p:tag name="ORIGINALWIDTH" val="3.962964"/>
  <p:tag name="EMFCHILD" val="Tru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347"/>
  <p:tag name="ORIGINALWIDTH" val="4.260939"/>
  <p:tag name="EMFCHILD" val="Tru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8054"/>
  <p:tag name="ORIGINALWIDTH" val="1.082593"/>
  <p:tag name="EMFCHILD" val="Tru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04696"/>
  <p:tag name="ORIGINALWIDTH" val="3.615326"/>
  <p:tag name="EMFCHILD" val="Tru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00703"/>
  <p:tag name="ORIGINALWIDTH" val="5.542182"/>
  <p:tag name="EMFCHILD" val="Tru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7.538583"/>
  <p:tag name="EMFCHILD" val="Tru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4.241057"/>
  <p:tag name="EMFCHILD" val="Tru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2818"/>
  <p:tag name="ORIGINALWIDTH" val="2.105624"/>
  <p:tag name="EMFCHILD" val="Tru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2818"/>
  <p:tag name="ORIGINALWIDTH" val="2.105624"/>
  <p:tag name="EMFCHILD" val="Tru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3.516001"/>
  <p:tag name="EMFCHILD" val="Tru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4.03248"/>
  <p:tag name="EMFCHILD" val="Tru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4.072216"/>
  <p:tag name="EMFCHILD" val="Tru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4.241057"/>
  <p:tag name="EMFCHILD" val="Tru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2818"/>
  <p:tag name="ORIGINALWIDTH" val="2.105624"/>
  <p:tag name="EMFCHILD" val="Tru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4.74761"/>
  <p:tag name="EMFCHILD" val="Tru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3.516001"/>
  <p:tag name="EMFCHILD" val="Tru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44"/>
  <p:tag name="ORIGINALWIDTH" val="2.463189"/>
  <p:tag name="EMFCHILD" val="Tru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3.406749"/>
  <p:tag name="EMFCHILD" val="Tru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2818"/>
  <p:tag name="ORIGINALWIDTH" val="3.416676"/>
  <p:tag name="EMFCHILD" val="Tru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3.516001"/>
  <p:tag name="EMFCHILD" val="Tru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28"/>
  <p:tag name="ORIGINALWIDTH" val="2.800872"/>
  <p:tag name="EMFCHILD" val="Tru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28"/>
  <p:tag name="ORIGINALWIDTH" val="2.800872"/>
  <p:tag name="EMFCHILD" val="Tru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3.516001"/>
  <p:tag name="EMFCHILD" val="Tru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811"/>
  <p:tag name="ORIGINALWIDTH" val="4.03248"/>
  <p:tag name="EMFCHILD" val="Tru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04696"/>
  <p:tag name="ORIGINALWIDTH" val="3.615326"/>
  <p:tag name="EMFCHILD" val="Tru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2621"/>
  <p:tag name="ORIGINALWIDTH" val="6.721232"/>
  <p:tag name="LATEXADDIN" val="\documentclass{article}&#10;\usepackage{amsmath}&#10;\pagestyle{empty}&#10;\usepackage{xcolor}&#10;\begin{document}&#10;\begin{align*}&#10;\color{white}&#10;\textit{Error:} &#10;\end{align*}&#10;\end{document}"/>
  <p:tag name="IGUANATEXSIZE" val="28"/>
  <p:tag name="IGUANATEXCURSOR" val="1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1884"/>
  <p:tag name="ORIGINALWIDTH" val="4.00869"/>
  <p:tag name="EMFCHILD" val="Tru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1884"/>
  <p:tag name="ORIGINALWIDTH" val="4.00869"/>
  <p:tag name="EMFCHILD" val="Tru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1884"/>
  <p:tag name="ORIGINALWIDTH" val="3.939595"/>
  <p:tag name="EMFCHILD" val="Tru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1884"/>
  <p:tag name="ORIGINALWIDTH" val="4.00869"/>
  <p:tag name="EMFCHILD" val="Tru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40523"/>
  <p:tag name="ORIGINALWIDTH" val="1.875984"/>
  <p:tag name="EMFCHILD" val="Tru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32509"/>
  <p:tag name="ORIGINALWIDTH" val="203.899"/>
  <p:tag name="LATEXADDIN" val="\documentclass{article}&#10;\usepackage{amsmath}&#10;\pagestyle{empty}&#10;\usepackage{xcolor}&#10;\usepackage{array}&#10;\begin{document}&#10;\begin{align*}&#10;\color{white}&#10;% TODO: \usepackage{array} required&#10;\begin{tabular}{|&gt;{\centering\arraybackslash}m{1cm}|&gt;{\centering\arraybackslash}m{1cm}|&gt;{\centering\arraybackslash}m{1cm}|&gt;{\centering\arraybackslash}m{1cm}|&gt;{\centering\arraybackslash}m{1cm}|}&#10; \hline&#10;$x$ &amp; 1 &amp; 3 &amp; 5 &amp; 7 \\&#10; \hline&#10;$y$ &amp;0.6  &amp; 1.9 &amp; 3.4 &amp; 5.4 \\&#10; \hline&#10;$y^f$ &amp; 0.44 &amp; 2.03 &amp; 3.62 &amp; 5.2 \\&#10; \hline&#10;\end{tabular}&#10;\end{align*}&#10;\end{document}"/>
  <p:tag name="IGUANATEXSIZE" val="28"/>
  <p:tag name="IGUANATEXCURSOR" val="37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3684"/>
  <p:tag name="ORIGINALWIDTH" val="4.961389"/>
  <p:tag name="EMFCHILD" val="True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7807"/>
  <p:tag name="ORIGINALWIDTH" val="3.287655"/>
  <p:tag name="EMFCHILD" val="Tru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34477"/>
  <p:tag name="EMFCHILD" val="Tru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3.975085"/>
  <p:tag name="EMFCHILD" val="Tru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402"/>
  <p:tag name="ORIGINALWIDTH" val="4.27396"/>
  <p:tag name="EMFCHILD" val="Tru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32509"/>
  <p:tag name="ORIGINALWIDTH" val="203.899"/>
  <p:tag name="EMFCHILD" val="True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60996"/>
  <p:tag name="ORIGINALWIDTH" val="4.592773"/>
  <p:tag name="EMFCHILD" val="True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94263"/>
  <p:tag name="EMFCHILD" val="Tru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2126"/>
  <p:tag name="ORIGINALWIDTH" val="1.056018"/>
  <p:tag name="EMFCHILD" val="Tru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34477"/>
  <p:tag name="EMFCHILD" val="True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7807"/>
  <p:tag name="ORIGINALWIDTH" val="3.287655"/>
  <p:tag name="EMFCHILD" val="Tru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2126"/>
  <p:tag name="ORIGINALWIDTH" val="1.056018"/>
  <p:tag name="EMFCHILD" val="Tru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34477"/>
  <p:tag name="EMFCHILD" val="Tru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34477"/>
  <p:tag name="EMFCHILD" val="Tru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2126"/>
  <p:tag name="ORIGINALWIDTH" val="1.056018"/>
  <p:tag name="EMFCHILD" val="Tru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5934"/>
  <p:tag name="ORIGINALWIDTH" val="4.413442"/>
  <p:tag name="EMFCHILD" val="Tru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3.975085"/>
  <p:tag name="EMFCHILD" val="Tru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2126"/>
  <p:tag name="ORIGINALWIDTH" val="1.056018"/>
  <p:tag name="EMFCHILD" val="Tru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5934"/>
  <p:tag name="ORIGINALWIDTH" val="4.413442"/>
  <p:tag name="EMFCHILD" val="Tru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79786"/>
  <p:tag name="ORIGINALWIDTH" val="0.3984815"/>
  <p:tag name="EMFCHILD" val="Tru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32509"/>
  <p:tag name="ORIGINALWIDTH" val="203.899"/>
  <p:tag name="EMFCHILD" val="True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8639"/>
  <p:tag name="ORIGINALWIDTH" val="0.3984815"/>
  <p:tag name="EMFCHILD" val="Tru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60996"/>
  <p:tag name="ORIGINALWIDTH" val="4.592773"/>
  <p:tag name="EMFCHILD" val="Tru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48932"/>
  <p:tag name="ORIGINALWIDTH" val="3.703094"/>
  <p:tag name="EMFCHILD" val="Tru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8639"/>
  <p:tag name="ORIGINALWIDTH" val="0.3984815"/>
  <p:tag name="EMFCHILD" val="Tru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94263"/>
  <p:tag name="EMFCHILD" val="Tru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2126"/>
  <p:tag name="ORIGINALWIDTH" val="1.056018"/>
  <p:tag name="EMFCHILD" val="Tru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5934"/>
  <p:tag name="ORIGINALWIDTH" val="4.413442"/>
  <p:tag name="EMFCHILD" val="Tru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5934"/>
  <p:tag name="ORIGINALWIDTH" val="4.413442"/>
  <p:tag name="EMFCHILD" val="Tru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8639"/>
  <p:tag name="ORIGINALWIDTH" val="0.3984815"/>
  <p:tag name="EMFCHILD" val="Tru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7807"/>
  <p:tag name="ORIGINALWIDTH" val="3.975085"/>
  <p:tag name="EMFCHILD" val="Tru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2126"/>
  <p:tag name="ORIGINALWIDTH" val="1.056018"/>
  <p:tag name="EMFCHILD" val="Tru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94263"/>
  <p:tag name="EMFCHILD" val="Tru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34477"/>
  <p:tag name="EMFCHILD" val="True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8639"/>
  <p:tag name="ORIGINALWIDTH" val="0.3984815"/>
  <p:tag name="EMFCHILD" val="Tru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34477"/>
  <p:tag name="EMFCHILD" val="Tru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2126"/>
  <p:tag name="ORIGINALWIDTH" val="1.056018"/>
  <p:tag name="EMFCHILD" val="Tru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4.134477"/>
  <p:tag name="EMFCHILD" val="Tru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7807"/>
  <p:tag name="ORIGINALWIDTH" val="3.975085"/>
  <p:tag name="EMFCHILD" val="True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8639"/>
  <p:tag name="ORIGINALWIDTH" val="0.3984815"/>
  <p:tag name="EMFCHILD" val="Tru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09"/>
  <p:tag name="ORIGINALWIDTH" val="3.975085"/>
  <p:tag name="EMFCHILD" val="Tru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2126"/>
  <p:tag name="ORIGINALWIDTH" val="1.056018"/>
  <p:tag name="EMFCHILD" val="Tru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7807"/>
  <p:tag name="ORIGINALWIDTH" val="3.975085"/>
  <p:tag name="EMFCHILD" val="Tru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8639"/>
  <p:tag name="ORIGINALWIDTH" val="0.3984815"/>
  <p:tag name="EMFCHILD" val="Tru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32509"/>
  <p:tag name="ORIGINALWIDTH" val="203.899"/>
  <p:tag name="EMFCHILD" val="Tru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71"/>
  <p:tag name="ORIGINALWIDTH" val="5.469488"/>
  <p:tag name="LATEXADDIN" val="\documentclass{article}&#10;\usepackage{amsmath}&#10;\pagestyle{empty}&#10;\usepackage{xcolor}&#10;\begin{document}&#10;\begin{align*}&#10;\color{white}&#10;\text{Least sq. fitted line:} \quad y = a_0+a_1 x = -0.355 + 0.795\, x&#10;\end{align*}&#10;\end{document}"/>
  <p:tag name="IGUANATEXSIZE" val="28"/>
  <p:tag name="IGUANATEXCURSOR" val="19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554"/>
  <p:tag name="EMFCHILD" val="Tru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93138"/>
  <p:tag name="EMFCHILD" val="Tru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57762"/>
  <p:tag name="EMFCHILD" val="Tru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8279"/>
  <p:tag name="EMFCHILD" val="Tru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57762"/>
  <p:tag name="EMFCHILD" val="Tru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622"/>
  <p:tag name="ORIGINALWIDTH" val="4.911558"/>
  <p:tag name="EMFCHILD" val="Tru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81299"/>
  <p:tag name="EMFCHILD" val="Tru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8279"/>
  <p:tag name="EMFCHILD" val="Tru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8279"/>
  <p:tag name="EMFCHILD" val="Tru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554"/>
  <p:tag name="EMFCHILD" val="Tru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11558"/>
  <p:tag name="EMFCHILD" val="Tru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1699"/>
  <p:tag name="EMFCHILD" val="Tru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2002"/>
  <p:tag name="EMFCHILD" val="Tru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11192"/>
  <p:tag name="EMFCHILD" val="Tru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554"/>
  <p:tag name="EMFCHILD" val="Tru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8"/>
  <p:tag name="ORIGINALWIDTH" val="1.056018"/>
  <p:tag name="EMFCHILD" val="Tru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92773"/>
  <p:tag name="EMFCHILD" val="Tru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41"/>
  <p:tag name="EMFCHILD" val="Tru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8"/>
  <p:tag name="EMFCHILD" val="Tru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35855"/>
  <p:tag name="EMFCHILD" val="Tru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25141"/>
  <p:tag name="EMFCHILD" val="Tru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8"/>
  <p:tag name="EMFCHILD" val="Tru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7"/>
  <p:tag name="EMFCHILD" val="Tru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9"/>
  <p:tag name="EMFCHILD" val="Tru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41"/>
  <p:tag name="EMFCHILD" val="True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87149"/>
  <p:tag name="EMFCHILD" val="Tru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34477"/>
  <p:tag name="EMFCHILD" val="Tru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75085"/>
  <p:tag name="EMFCHILD" val="Tru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75085"/>
  <p:tag name="EMFCHILD" val="Tru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25141"/>
  <p:tag name="EMFCHILD" val="Tru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3909"/>
  <p:tag name="ORIGINALWIDTH" val="4.27396"/>
  <p:tag name="EMFCHILD" val="Tru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34477"/>
  <p:tag name="EMFCHILD" val="Tru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75085"/>
  <p:tag name="EMFCHILD" val="Tru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9"/>
  <p:tag name="EMFCHILD" val="Tru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42829"/>
  <p:tag name="ORIGINALWIDTH" val="4.419404"/>
  <p:tag name="LATEXADDIN" val="\documentclass{article}&#10;\usepackage{amsmath}&#10;\pagestyle{empty}&#10;\usepackage{xcolor}&#10;\begin{document}&#10;\begin{align*}&#10;\color{white}&#10;\text{Solve and get:} \quad a_0 = -0.355, \quad a_1 = 0.795&#10;\end{align*}&#10;\end{document}"/>
  <p:tag name="IGUANATEXSIZE" val="28"/>
  <p:tag name="IGUANATEXCURSOR" val="18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19404"/>
  <p:tag name="EMFCHILD" val="Tru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4679"/>
  <p:tag name="EMFCHILD" val="Tru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4.878291"/>
  <p:tag name="EMFCHILD" val="True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60742"/>
  <p:tag name="EMFCHILD" val="Tru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99213"/>
  <p:tag name="EMFCHILD" val="Tru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1797"/>
  <p:tag name="EMFCHILD" val="Tru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18195"/>
  <p:tag name="EMFCHILD" val="Tru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354"/>
  <p:tag name="ORIGINALWIDTH" val="4.559055"/>
  <p:tag name="EMFCHILD" val="Tru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60742"/>
  <p:tag name="EMFCHILD" val="Tru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22497"/>
  <p:tag name="EMFCHILD" val="Tru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8"/>
  <p:tag name="ORIGINALWIDTH" val="1.057452"/>
  <p:tag name="EMFCHILD" val="Tru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9038"/>
  <p:tag name="EMFCHILD" val="Tru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40214"/>
  <p:tag name="EMFCHILD" val="Tru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34084"/>
  <p:tag name="EMFCHILD" val="Tru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95388"/>
  <p:tag name="EMFCHILD" val="Tru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9916"/>
  <p:tag name="EMFCHILD" val="Tru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7452"/>
  <p:tag name="EMFCHILD" val="Tru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0073"/>
  <p:tag name="EMFCHILD" val="Tru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80455"/>
  <p:tag name="EMFCHILD" val="Tru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80455"/>
  <p:tag name="EMFCHILD" val="True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78825"/>
  <p:tag name="ORIGINALWIDTH" val="1.167182"/>
  <p:tag name="EMFCHILD" val="True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9038"/>
  <p:tag name="EMFCHILD" val="Tru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41901"/>
  <p:tag name="EMFCHILD" val="Tru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34084"/>
  <p:tag name="EMFCHILD" val="True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9916"/>
  <p:tag name="EMFCHILD" val="Tru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7452"/>
  <p:tag name="EMFCHILD" val="Tru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3909"/>
  <p:tag name="ORIGINALWIDTH" val="4.279725"/>
  <p:tag name="EMFCHILD" val="True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0073"/>
  <p:tag name="EMFCHILD" val="Tru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80455"/>
  <p:tag name="EMFCHILD" val="True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87795"/>
  <p:tag name="ORIGINALWIDTH" val="101.8928"/>
  <p:tag name="OUTPUTTYPE" val="SVG"/>
  <p:tag name="IGUANATEXVERSION" val="161"/>
  <p:tag name="LATEXADDIN" val="\documentclass{article}&#10;\usepackage{amsmath}&#10;\pagestyle{empty}&#10;\usepackage{xcolor}&#10;\begin{document}&#10;\begin{align*}&#10;\color{white}&#10;\begin{bmatrix}&#10;4 &amp; 16\\[0.3cm]&#10;16 &amp; 84&#10;\end{bmatrix}&#10;\begin{bmatrix}&#10;a_0 \\[0.3cm] a_1&#10;\end{bmatrix} =&#10;\begin{bmatrix}&#10;11.3 \\[0.3cm] 61.1&#10;\end{bmatrix}&#10;\end{align*}&#10;\end{document}"/>
  <p:tag name="IGUANATEXSIZE" val="28"/>
  <p:tag name="IGUANATEXCURSOR" val="26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86.05956"/>
  <p:tag name="OUTPUTTYPE" val="SVG"/>
  <p:tag name="IGUANATEXVERSION" val="161"/>
  <p:tag name="LATEXADDIN" val="\documentclass{article}&#10;\usepackage{amsmath}&#10;\pagestyle{empty}&#10;\usepackage{xcolor}&#10;\begin{document}&#10;\begin{align*}&#10;\color{white}&#10;\textit{(Normal Equations)}&#10;\end{align*}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64371"/>
  <p:tag name="ORIGINALWIDTH" val="8.625648"/>
  <p:tag name="OUTPUTTYPE" val="SVG"/>
  <p:tag name="IGUANATEXVERSION" val="161"/>
  <p:tag name="LATEXADDIN" val="\documentclass{article}&#10;\usepackage{amsmath}&#10;\pagestyle{empty}&#10;\usepackage{xcolor}&#10;\begin{document}&#10;\begin{align*}&#10;\color{white}&#10;\Rightarrow&#10;\end{align*}&#10;\end{document}"/>
  <p:tag name="IGUANATEXSIZE" val="28"/>
  <p:tag name="IGUANATEXCURSOR" val="14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3.657649"/>
  <p:tag name="LATEXADDIN" val="\documentclass{article}&#10;\usepackage{amsmath}&#10;\pagestyle{empty}&#10;\usepackage{xcolor}&#10;\begin{document}&#10;\begin{align*}&#10;\color{white}&#10;\textit{(Normal Equations)}&#10;\end{align*}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4364"/>
  <p:tag name="ORIGINALWIDTH" val="7.93833"/>
  <p:tag name="EMFCHILD" val="True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09336"/>
  <p:tag name="EMFCHILD" val="True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79697"/>
  <p:tag name="EMFCHILD" val="Tru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7.626828"/>
  <p:tag name="EMFCHILD" val="Tru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290692"/>
  <p:tag name="EMFCHILD" val="Tru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06"/>
  <p:tag name="ORIGINALWIDTH" val="2.130287"/>
  <p:tag name="EMFCHILD" val="True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5203"/>
  <p:tag name="ORIGINALWIDTH" val="6.84027"/>
  <p:tag name="EMFCHILD" val="True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77813"/>
  <p:tag name="ORIGINALWIDTH" val="3.908858"/>
  <p:tag name="EMFCHILD" val="True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803178"/>
  <p:tag name="EMFCHILD" val="True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290692"/>
  <p:tag name="EMFCHILD" val="True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87542"/>
  <p:tag name="ORIGINALWIDTH" val="2.833661"/>
  <p:tag name="EMFCHILD" val="True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78937"/>
  <p:tag name="ORIGINALWIDTH" val="2.492013"/>
  <p:tag name="EMFCHILD" val="True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009336"/>
  <p:tag name="EMFCHILD" val="True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5.054387"/>
  <p:tag name="EMFCHILD" val="True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3.446625"/>
  <p:tag name="EMFCHILD" val="Tru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3.657649"/>
  <p:tag name="EMFCHILD" val="True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87795"/>
  <p:tag name="ORIGINALWIDTH" val="2.955821"/>
  <p:tag name="LATEXADDIN" val="\documentclass{article}&#10;\usepackage{amsmath}&#10;\pagestyle{empty}&#10;\usepackage{xcolor}&#10;\begin{document}&#10;\begin{align*}&#10;\color{white}&#10;\begin{bmatrix}&#10;4 &amp; 16\\[0.3cm]&#10;16 &amp; 84&#10;\end{bmatrix}&#10;\begin{bmatrix}&#10;a_0 \\[0.3cm] a_1&#10;\end{bmatrix} =&#10;\begin{bmatrix}&#10;11.3 \\[0.3cm] 61.1&#10;\end{bmatrix}&#10;\end{align*}&#10;\end{document}"/>
  <p:tag name="IGUANATEXSIZE" val="28"/>
  <p:tag name="IGUANATEXCURSOR" val="26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23735"/>
  <p:tag name="EMFCHILD" val="True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95332"/>
  <p:tag name="EMFCHILD" val="Tru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4151"/>
  <p:tag name="EMFCHILD" val="Tru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95332"/>
  <p:tag name="EMFCHILD" val="Tru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4151"/>
  <p:tag name="EMFCHILD" val="True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4151"/>
  <p:tag name="EMFCHILD" val="True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23735"/>
  <p:tag name="EMFCHILD" val="True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87795"/>
  <p:tag name="ORIGINALWIDTH" val="2.955821"/>
  <p:tag name="EMFCHILD" val="True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87795"/>
  <p:tag name="ORIGINALWIDTH" val="2.955821"/>
  <p:tag name="EMFCHILD" val="True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73538"/>
  <p:tag name="EMFCHILD" val="True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43419"/>
  <p:tag name="EMFCHILD" val="True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73538"/>
  <p:tag name="EMFCHILD" val="True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44404"/>
  <p:tag name="EMFCHILD" val="True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87795"/>
  <p:tag name="ORIGINALWIDTH" val="2.955821"/>
  <p:tag name="EMFCHILD" val="True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40607"/>
  <p:tag name="EMFCHILD" val="True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87795"/>
  <p:tag name="ORIGINALWIDTH" val="2.955821"/>
  <p:tag name="EMFCHILD" val="True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95332"/>
  <p:tag name="EMFCHILD" val="True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95332"/>
  <p:tag name="EMFCHILD" val="True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8493"/>
  <p:tag name="EMFCHILD" val="True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4151"/>
  <p:tag name="EMFCHILD" val="True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4151"/>
  <p:tag name="EMFCHILD" val="True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95332"/>
  <p:tag name="EMFCHILD" val="True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8493"/>
  <p:tag name="EMFCHILD" val="True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95332"/>
  <p:tag name="EMFCHILD" val="True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87795"/>
  <p:tag name="ORIGINALWIDTH" val="2.955821"/>
  <p:tag name="EMFCHILD" val="True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85475"/>
  <p:tag name="ORIGINALWIDTH" val="203.899"/>
  <p:tag name="OUTPUTTYPE" val="SVG"/>
  <p:tag name="IGUANATEXVERSION" val="161"/>
  <p:tag name="LATEXADDIN" val="\documentclass{article}&#10;\usepackage{amsmath}&#10;\pagestyle{empty}&#10;\usepackage{xcolor}&#10;\usepackage{array}&#10;\begin{document}&#10;\begin{align*}&#10;\color{white}&#10;% TODO: \usepackage{array} required&#10;\begin{tabular}{|&gt;{\centering\arraybackslash}m{1cm}|&gt;{\centering\arraybackslash}m{1cm}|&gt;{\centering\arraybackslash}m{1cm}|&gt;{\centering\arraybackslash}m{1cm}|&gt;{\centering\arraybackslash}m{1cm}|}&#10; \hline&#10;$x$ &amp; 1 &amp; 3 &amp; 5 &amp; 7 \\&#10; \hline&#10;$y$ &amp; 0.5 &amp; 3.4 &amp; 8.4 &amp; 15.2 \\&#10; \hline&#10;\end{tabular}&#10;\end{align*}&#10;\end{document}"/>
  <p:tag name="IGUANATEXSIZE" val="28"/>
  <p:tag name="IGUANATEXCURSOR" val="4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231271"/>
  <p:tag name="ORIGINALWIDTH" val="40.74696"/>
  <p:tag name="OUTPUTTYPE" val="SVG"/>
  <p:tag name="IGUANATEXVERSION" val="161"/>
  <p:tag name="LATEXADDIN" val="\documentclass{article}&#10;\usepackage{amsmath}&#10;\pagestyle{empty}&#10;\usepackage{xcolor}&#10;\begin{document}&#10;\begin{align*}&#10;\color{white}&#10;y &amp;= a_0 x^{a_1}&#10;\end{align*}&#10;\end{document}"/>
  <p:tag name="IGUANATEXSIZE" val="28"/>
  <p:tag name="IGUANATEXCURSOR" val="1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21915"/>
  <p:tag name="ORIGINALWIDTH" val="168.5558"/>
  <p:tag name="OUTPUTTYPE" val="SVG"/>
  <p:tag name="IGUANATEXVERSION" val="161"/>
  <p:tag name="LATEXADDIN" val="\documentclass{article}&#10;\usepackage{amsmath}&#10;\pagestyle{empty}&#10;\usepackage{xcolor}&#10;\begin{document}&#10;\color{white}&#10;\begin{align*}&#10;\Rightarrow \underbrace{\ln (y)}_t = \ln(a_0 x^{a_1}) = \underbrace{\ln(a_0)}_{c_0} + a_1 \underbrace{\ln(x)}_s&#10;\end{align*}&#10;\end{document}"/>
  <p:tag name="IGUANATEXSIZE" val="28"/>
  <p:tag name="IGUANATEXCURSOR" val="24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75928"/>
  <p:tag name="ORIGINALWIDTH" val="223.2732"/>
  <p:tag name="OUTPUTTYPE" val="SVG"/>
  <p:tag name="IGUANATEXVERSION" val="161"/>
  <p:tag name="LATEXADDIN" val="\documentclass{article}&#10;\usepackage{amsmath}&#10;\pagestyle{empty}&#10;\usepackage{xcolor}&#10;\begin{document}&#10;\color{white}&#10;\begin{align*}&#10;\text{So, the fitting function for transformed variables is:}&#10;\end{align*}&#10;\end{document}"/>
  <p:tag name="IGUANATEXSIZE" val="28"/>
  <p:tag name="IGUANATEXCURSOR" val="19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.65385"/>
  <p:tag name="ORIGINALWIDTH" val="79.85774"/>
  <p:tag name="OUTPUTTYPE" val="SVG"/>
  <p:tag name="IGUANATEXVERSION" val="161"/>
  <p:tag name="LATEXADDIN" val="\documentclass{article}&#10;\usepackage{amsmath}&#10;\pagestyle{empty}&#10;\usepackage{xcolor}&#10;\begin{document}&#10;\color{white}&#10;\begin{align*}&#10;\boxed{ \quad&#10;t = c_0 + a_1 \, s&#10;\quad&#10;}&#10;\end{align*}&#10;\end{document}"/>
  <p:tag name="IGUANATEXSIZE" val="28"/>
  <p:tag name="IGUANATEXCURSOR" val="16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1988"/>
  <p:tag name="ORIGINALWIDTH" val="242.7426"/>
  <p:tag name="OUTPUTTYPE" val="SVG"/>
  <p:tag name="IGUANATEXVERSION" val="161"/>
  <p:tag name="LATEXADDIN" val="\documentclass{article}&#10;\usepackage{amsmath}&#10;\pagestyle{empty}&#10;\usepackage{xcolor}&#10;\begin{document}&#10;\color{white}&#10;\begin{align*}&#10;&amp;\text{Note that, at the end, we must use inverse transform to} \\ &amp; \text{get back to x, y variables}&#10;\end{align*}&#10;\end{document}"/>
  <p:tag name="IGUANATEXSIZE" val="28"/>
  <p:tag name="IGUANATEXCURSOR" val="19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71"/>
  <p:tag name="ORIGINALWIDTH" val="6.797498"/>
  <p:tag name="LATEXADDIN" val="\documentclass{article}&#10;\usepackage{amsmath}&#10;\pagestyle{empty}&#10;\usepackage{xcolor}&#10;\begin{document}&#10;\color{white}&#10;\begin{align*}&#10;&amp;\text{Note that, at the end, we must use inverse transform to} \\ &amp; \text{get back to x, y variables}&#10;\end{align*}&#10;\end{document}"/>
  <p:tag name="IGUANATEXSIZE" val="28"/>
  <p:tag name="IGUANATEXCURSOR" val="19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08915"/>
  <p:tag name="EMFCHILD" val="True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"/>
  <p:tag name="ORIGINALWIDTH" val="5.006047"/>
  <p:tag name="EMFCHILD" val="True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88527"/>
  <p:tag name="EMFCHILD" val="True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78824"/>
  <p:tag name="ORIGINALWIDTH" val="1.164427"/>
  <p:tag name="EMFCHILD" val="True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88527"/>
  <p:tag name="EMFCHILD" val="True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"/>
  <p:tag name="ORIGINALWIDTH" val="5.006047"/>
  <p:tag name="EMFCHILD" val="True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06047"/>
  <p:tag name="EMFCHILD" val="True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49"/>
  <p:tag name="ORIGINALWIDTH" val="4.906525"/>
  <p:tag name="EMFCHILD" val="True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78824"/>
  <p:tag name="ORIGINALWIDTH" val="1.164427"/>
  <p:tag name="EMFCHILD" val="True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6.817408"/>
  <p:tag name="EMFCHILD" val="True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7.772836"/>
  <p:tag name="EMFCHILD" val="True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8"/>
  <p:tag name="ORIGINALWIDTH" val="5.006047"/>
  <p:tag name="EMFCHILD" val="True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54444"/>
  <p:tag name="EMFCHILD" val="True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8"/>
  <p:tag name="ORIGINALWIDTH" val="5.006047"/>
  <p:tag name="EMFCHILD" val="True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54444"/>
  <p:tag name="EMFCHILD" val="True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8"/>
  <p:tag name="ORIGINALWIDTH" val="2.129809"/>
  <p:tag name="EMFCHILD" val="Tru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06047"/>
  <p:tag name="EMFCHILD" val="Tru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4.866733"/>
  <p:tag name="EMFCHILD" val="Tru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4011"/>
  <p:tag name="EMFCHILD" val="True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54444"/>
  <p:tag name="EMFCHILD" val="True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4011"/>
  <p:tag name="EMFCHILD" val="True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88527"/>
  <p:tag name="EMFCHILD" val="True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06047"/>
  <p:tag name="EMFCHILD" val="True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54444"/>
  <p:tag name="EMFCHILD" val="True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49"/>
  <p:tag name="ORIGINALWIDTH" val="3.224579"/>
  <p:tag name="EMFCHILD" val="Tru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08915"/>
  <p:tag name="EMFCHILD" val="True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4011"/>
  <p:tag name="EMFCHILD" val="True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7.772836"/>
  <p:tag name="EMFCHILD" val="True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08915"/>
  <p:tag name="EMFCHILD" val="True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354"/>
  <p:tag name="ORIGINALWIDTH" val="4.548257"/>
  <p:tag name="EMFCHILD" val="True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49"/>
  <p:tag name="ORIGINALWIDTH" val="4.906525"/>
  <p:tag name="EMFCHILD" val="True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88527"/>
  <p:tag name="EMFCHILD" val="True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91873"/>
  <p:tag name="EMFCHILD" val="True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"/>
  <p:tag name="ORIGINALWIDTH" val="4.807003"/>
  <p:tag name="EMFCHILD" val="True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5102"/>
  <p:tag name="EMFCHILD" val="True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08915"/>
  <p:tag name="EMFCHILD" val="True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7"/>
  <p:tag name="ORIGINALWIDTH" val="5.016002"/>
  <p:tag name="EMFCHILD" val="True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78824"/>
  <p:tag name="ORIGINALWIDTH" val="1.164427"/>
  <p:tag name="EMFCHILD" val="True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622"/>
  <p:tag name="ORIGINALWIDTH" val="4.866733"/>
  <p:tag name="EMFCHILD" val="True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4.866733"/>
  <p:tag name="EMFCHILD" val="True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88527"/>
  <p:tag name="EMFCHILD" val="True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4011"/>
  <p:tag name="EMFCHILD" val="True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8"/>
  <p:tag name="ORIGINALWIDTH" val="2.129809"/>
  <p:tag name="EMFCHILD" val="True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88527"/>
  <p:tag name="EMFCHILD" val="True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49"/>
  <p:tag name="ORIGINALWIDTH" val="4.906525"/>
  <p:tag name="EMFCHILD" val="True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"/>
  <p:tag name="ORIGINALWIDTH" val="2.209421"/>
  <p:tag name="EMFCHILD" val="True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1576"/>
  <p:tag name="EMFCHILD" val="True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54444"/>
  <p:tag name="EMFCHILD" val="True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59504"/>
  <p:tag name="ORIGINALWIDTH" val="3.030203"/>
  <p:tag name="LATEXADDIN" val="\documentclass{article}&#10;\usepackage{amsmath}&#10;\pagestyle{empty}&#10;\usepackage{xcolor}&#10;\begin{document}&#10;\color{white}&#10;\begin{align*}&#10;\boxed{ \quad&#10;t = c_0 + a_1 \, s&#10;\quad&#10;}&#10;\end{align*}&#10;\end{document}"/>
  <p:tag name="IGUANATEXSIZE" val="28"/>
  <p:tag name="IGUANATEXCURSOR" val="16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2862"/>
  <p:tag name="ORIGINALWIDTH" val="6.563808"/>
  <p:tag name="EMFCHILD" val="True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3643"/>
  <p:tag name="ORIGINALWIDTH" val="3.839567"/>
  <p:tag name="EMFCHILD" val="True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55286"/>
  <p:tag name="ORIGINALWIDTH" val="3.205878"/>
  <p:tag name="EMFCHILD" val="True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3598"/>
  <p:tag name="ORIGINALWIDTH" val="6.563808"/>
  <p:tag name="EMFCHILD" val="True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3643"/>
  <p:tag name="ORIGINALWIDTH" val="4.520614"/>
  <p:tag name="EMFCHILD" val="True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133"/>
  <p:tag name="ORIGINALWIDTH" val="2.514961"/>
  <p:tag name="EMFCHILD" val="True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3643"/>
  <p:tag name="ORIGINALWIDTH" val="3.632284"/>
  <p:tag name="EMFCHILD" val="True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55961"/>
  <p:tag name="ORIGINALWIDTH" val="79.85771"/>
  <p:tag name="EMFCHILD" val="True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.24822"/>
  <p:tag name="ORIGINALWIDTH" val="0.3947976"/>
  <p:tag name="EMFCHILD" val="True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.24822"/>
  <p:tag name="ORIGINALWIDTH" val="0.3947976"/>
  <p:tag name="EMFCHILD" val="True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55961"/>
  <p:tag name="ORIGINALWIDTH" val="79.85771"/>
  <p:tag name="EMFCHILD" val="True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42829"/>
  <p:tag name="ORIGINALWIDTH" val="4.418363"/>
  <p:tag name="LATEXADDIN" val="\documentclass{article}&#10;\usepackage{amsmath}&#10;\pagestyle{empty}&#10;\usepackage{xcolor}&#10;\begin{document}&#10;\color{white}&#10;\begin{align*}&#10;\text{So, the fitting function for transformed variables is:}&#10;\end{align*}&#10;\end{document}"/>
  <p:tag name="IGUANATEXSIZE" val="28"/>
  <p:tag name="IGUANATEXCURSOR" val="19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18363"/>
  <p:tag name="EMFCHILD" val="True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78825"/>
  <p:tag name="ORIGINALWIDTH" val="1.166929"/>
  <p:tag name="EMFCHILD" val="True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21766"/>
  <p:tag name="EMFCHILD" val="True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016788"/>
  <p:tag name="EMFCHILD" val="True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9843"/>
  <p:tag name="EMFCHILD" val="True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86867"/>
  <p:tag name="EMFCHILD" val="True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21766"/>
  <p:tag name="EMFCHILD" val="True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21766"/>
  <p:tag name="EMFCHILD" val="True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4365"/>
  <p:tag name="EMFCHILD" val="True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16788"/>
  <p:tag name="EMFCHILD" val="True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354"/>
  <p:tag name="ORIGINALWIDTH" val="4.557987"/>
  <p:tag name="EMFCHILD" val="True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3.231496"/>
  <p:tag name="EMFCHILD" val="True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5.016788"/>
  <p:tag name="EMFCHILD" val="True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16788"/>
  <p:tag name="EMFCHILD" val="True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"/>
  <p:tag name="EMFCHILD" val="True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21766"/>
  <p:tag name="EMFCHILD" val="True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4365"/>
  <p:tag name="EMFCHILD" val="True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18363"/>
  <p:tag name="EMFCHILD" val="True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16788"/>
  <p:tag name="EMFCHILD" val="True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3.231496"/>
  <p:tag name="EMFCHILD" val="True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18363"/>
  <p:tag name="EMFCHILD" val="True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1181"/>
  <p:tag name="EMFCHILD" val="True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21766"/>
  <p:tag name="EMFCHILD" val="True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1181"/>
  <p:tag name="EMFCHILD" val="True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98144"/>
  <p:tag name="EMFCHILD" val="True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16788"/>
  <p:tag name="EMFCHILD" val="True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1417"/>
  <p:tag name="EMFCHILD" val="True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3.231496"/>
  <p:tag name="EMFCHILD" val="True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18363"/>
  <p:tag name="EMFCHILD" val="True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1181"/>
  <p:tag name="EMFCHILD" val="True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7.789483"/>
  <p:tag name="EMFCHILD" val="True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9843"/>
  <p:tag name="EMFCHILD" val="Tru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17042"/>
  <p:tag name="EMFCHILD" val="True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4.877165"/>
  <p:tag name="EMFCHILD" val="True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98144"/>
  <p:tag name="EMFCHILD" val="True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1181"/>
  <p:tag name="EMFCHILD" val="True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4365"/>
  <p:tag name="EMFCHILD" val="True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98144"/>
  <p:tag name="EMFCHILD" val="True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17042"/>
  <p:tag name="EMFCHILD" val="True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4173"/>
  <p:tag name="EMFCHILD" val="True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9843"/>
  <p:tag name="EMFCHILD" val="True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1417"/>
  <p:tag name="EMFCHILD" val="True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4365"/>
  <p:tag name="EMFCHILD" val="True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1417"/>
  <p:tag name="EMFCHILD" val="True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8"/>
  <p:tag name="ORIGINALWIDTH" val="1.057199"/>
  <p:tag name="EMFCHILD" val="True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79443"/>
  <p:tag name="ORIGINALWIDTH" val="8.833718"/>
  <p:tag name="LATEXADDIN" val="\documentclass{article}&#10;\usepackage{amsmath}&#10;\pagestyle{empty}&#10;\usepackage{xcolor}&#10;\begin{document}&#10;\color{white}&#10;\begin{align*}&#10;\Rightarrow \underbrace{\ln (y)}_t = \ln(a_0 x^{a_1}) = \underbrace{\ln(a_0)}_{c_0} + a_1 \underbrace{\ln(x)}_s&#10;\end{align*}&#10;\end{document}"/>
  <p:tag name="IGUANATEXSIZE" val="28"/>
  <p:tag name="IGUANATEXCURSOR" val="24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08409"/>
  <p:tag name="EMFCHILD" val="True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03769"/>
  <p:tag name="EMFCHILD" val="True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902"/>
  <p:tag name="EMFCHILD" val="True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85968"/>
  <p:tag name="EMFCHILD" val="True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902"/>
  <p:tag name="EMFCHILD" val="True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72"/>
  <p:tag name="ORIGINALWIDTH" val="1.677503"/>
  <p:tag name="EMFCHILD" val="True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72"/>
  <p:tag name="ORIGINALWIDTH" val="1.677475"/>
  <p:tag name="EMFCHILD" val="True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74"/>
  <p:tag name="ORIGINALWIDTH" val="2.353656"/>
  <p:tag name="EMFCHILD" val="True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15355"/>
  <p:tag name="EMFCHILD" val="True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08409"/>
  <p:tag name="EMFCHILD" val="True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03769"/>
  <p:tag name="EMFCHILD" val="True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902"/>
  <p:tag name="EMFCHILD" val="True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56131"/>
  <p:tag name="EMFCHILD" val="True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31075"/>
  <p:tag name="EMFCHILD" val="True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5405"/>
  <p:tag name="EMFCHILD" val="True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3.551378"/>
  <p:tag name="EMFCHILD" val="True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17548"/>
  <p:tag name="ORIGINALWIDTH" val="2.044291"/>
  <p:tag name="EMFCHILD" val="True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902"/>
  <p:tag name="EMFCHILD" val="True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15355"/>
  <p:tag name="EMFCHILD" val="True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08409"/>
  <p:tag name="EMFCHILD" val="True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03769"/>
  <p:tag name="EMFCHILD" val="True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902"/>
  <p:tag name="EMFCHILD" val="True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56131"/>
  <p:tag name="EMFCHILD" val="True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31075"/>
  <p:tag name="EMFCHILD" val="True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902"/>
  <p:tag name="EMFCHILD" val="True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72"/>
  <p:tag name="ORIGINALWIDTH" val="3.920951"/>
  <p:tag name="EMFCHILD" val="True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72"/>
  <p:tag name="ORIGINALWIDTH" val="3.920951"/>
  <p:tag name="EMFCHILD" val="True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3.015186"/>
  <p:tag name="EMFCHILD" val="True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27137"/>
  <p:tag name="ORIGINALWIDTH" val="2.596401"/>
  <p:tag name="EMFCHILD" val="True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15355"/>
  <p:tag name="EMFCHILD" val="True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56131"/>
  <p:tag name="EMFCHILD" val="True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4702"/>
  <p:tag name="EMFCHILD" val="True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08409"/>
  <p:tag name="EMFCHILD" val="True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03769"/>
  <p:tag name="EMFCHILD" val="True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902"/>
  <p:tag name="EMFCHILD" val="True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5405"/>
  <p:tag name="EMFCHILD" val="True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902"/>
  <p:tag name="EMFCHILD" val="True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72"/>
  <p:tag name="ORIGINALWIDTH" val="1.90315"/>
  <p:tag name="EMFCHILD" val="True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72"/>
  <p:tag name="ORIGINALWIDTH" val="1.903122"/>
  <p:tag name="EMFCHILD" val="True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14764"/>
  <p:tag name="EMFCHILD" val="True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2.778431"/>
  <p:tag name="EMFCHILD" val="True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92773"/>
  <p:tag name="LATEXADDIN" val="\documentclass{article}&#10;\usepackage{amsmath}&#10;\pagestyle{empty}&#10;\usepackage{xcolor}&#10;\begin{document}&#10;\begin{align*}&#10;\color{white}&#10;y &amp;= a_0 x^{a_1}&#10;\end{align*}&#10;\end{document}"/>
  <p:tag name="IGUANATEXSIZE" val="28"/>
  <p:tag name="IGUANATEXCURSOR" val="1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41"/>
  <p:tag name="EMFCHILD" val="True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288"/>
  <p:tag name="EMFCHILD" val="True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35855"/>
  <p:tag name="EMFCHILD" val="True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9"/>
  <p:tag name="EMFCHILD" val="True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3.556637"/>
  <p:tag name="EMFCHILD" val="True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17548"/>
  <p:tag name="ORIGINALWIDTH" val="2.0473"/>
  <p:tag name="EMFCHILD" val="True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203.899"/>
  <p:tag name="LATEXADDIN" val="\documentclass{article}&#10;\usepackage{amsmath}&#10;\pagestyle{empty}&#10;\usepackage{xcolor}&#10;\usepackage{array}&#10;\begin{document}&#10;\begin{align*}&#10;\color{white}&#10;% TODO: \usepackage{array} required&#10;\begin{tabular}{|&gt;{\centering\arraybackslash}m{1cm}|&gt;{\centering\arraybackslash}m{1cm}|&gt;{\centering\arraybackslash}m{1cm}|&gt;{\centering\arraybackslash}m{1cm}|&gt;{\centering\arraybackslash}m{1cm}|}&#10; \hline&#10;$x$ &amp; 1 &amp; 3 &amp; 5 &amp; 7 \\&#10; \hline&#10;$y$ &amp; 0.5 &amp; 3.4 &amp; 8.4 &amp; 15.2 \\&#10; \hline&#10;\end{tabular}&#10;\end{align*}&#10;\end{document}"/>
  <p:tag name="IGUANATEXSIZE" val="28"/>
  <p:tag name="IGUANATEXCURSOR" val="4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7941"/>
  <p:tag name="ORIGINALWIDTH" val="4.961389"/>
  <p:tag name="EMFCHILD" val="True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8757"/>
  <p:tag name="ORIGINALWIDTH" val="3.287655"/>
  <p:tag name="EMFCHILD" val="True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42"/>
  <p:tag name="ORIGINALWIDTH" val="4.134477"/>
  <p:tag name="EMFCHILD" val="True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42"/>
  <p:tag name="ORIGINALWIDTH" val="3.975085"/>
  <p:tag name="EMFCHILD" val="True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4365"/>
  <p:tag name="ORIGINALWIDTH" val="4.27396"/>
  <p:tag name="EMFCHILD" val="True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203.899"/>
  <p:tag name="EMFCHILD" val="True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1356"/>
  <p:tag name="ORIGINALWIDTH" val="4.592773"/>
  <p:tag name="EMFCHILD" val="True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42"/>
  <p:tag name="ORIGINALWIDTH" val="4.194263"/>
  <p:tag name="EMFCHILD" val="True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5473"/>
  <p:tag name="ORIGINALWIDTH" val="1.056018"/>
  <p:tag name="EMFCHILD" val="True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42"/>
  <p:tag name="ORIGINALWIDTH" val="3.975085"/>
  <p:tag name="EMFCHILD" val="True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42"/>
  <p:tag name="ORIGINALWIDTH" val="4.134477"/>
  <p:tag name="EMFCHILD" val="True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5473"/>
  <p:tag name="ORIGINALWIDTH" val="1.056018"/>
  <p:tag name="EMFCHILD" val="True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49"/>
  <p:tag name="ORIGINALWIDTH" val="4.413442"/>
  <p:tag name="EMFCHILD" val="True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42"/>
  <p:tag name="ORIGINALWIDTH" val="4.134477"/>
  <p:tag name="EMFCHILD" val="True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5473"/>
  <p:tag name="ORIGINALWIDTH" val="1.056018"/>
  <p:tag name="EMFCHILD" val="True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49"/>
  <p:tag name="ORIGINALWIDTH" val="4.413442"/>
  <p:tag name="EMFCHILD" val="True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8757"/>
  <p:tag name="ORIGINALWIDTH" val="3.287655"/>
  <p:tag name="EMFCHILD" val="True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42"/>
  <p:tag name="ORIGINALWIDTH" val="3.975085"/>
  <p:tag name="EMFCHILD" val="True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45473"/>
  <p:tag name="ORIGINALWIDTH" val="1.056018"/>
  <p:tag name="EMFCHILD" val="True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8757"/>
  <p:tag name="ORIGINALWIDTH" val="3.975085"/>
  <p:tag name="EMFCHILD" val="True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356"/>
  <p:tag name="ORIGINALWIDTH" val="0.3984815"/>
  <p:tag name="EMFCHILD" val="True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4882"/>
  <p:tag name="ORIGINALWIDTH" val="203.899"/>
  <p:tag name="EMFCHILD" val="True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72703"/>
  <p:tag name="ORIGINALWIDTH" val="285.2993"/>
  <p:tag name="OUTPUTTYPE" val="SVG"/>
  <p:tag name="IGUANATEXVERSION" val="161"/>
  <p:tag name="LATEXADDIN" val="\documentclass{article}&#10;\usepackage{amsmath}&#10;\pagestyle{empty}&#10;\usepackage{xcolor}&#10;\usepackage{array}&#10;\begin{document}&#10;\color{white}&#10;\begin{align*}&#10;% TODO: \usepackage{array} required&#10;\begin{tabular}{|&gt;{\centering\arraybackslash}m{1cm}|&gt;{\centering\arraybackslash}m{1cm}|&gt;{\centering\arraybackslash}m{1cm}|&gt;{\centering\arraybackslash}m{1cm}|&gt;{\centering\arraybackslash}m{1cm}|&gt;{\centering\arraybackslash}m{1cm}|&gt;{\centering\arraybackslash}m{1cm}|}&#10; \hline&#10;$k$ &amp; $x$ &amp; $y$ &amp; $s=\ln(x)$ &amp; $t=\ln(y)$ &amp; $s^2$ &amp; $s\times t$  \\&#10; \hline&#10;1 &amp; 1 &amp; 0.5 &amp; 0.0 &amp; -0.693 &amp; 0 &amp; 0   \\&#10; \hline&#10;2 &amp; 3 &amp; 3.4 &amp;  1.099 &amp; 1.224 &amp; 1.207 &amp; 1.344   \\&#10; \hline&#10;3 &amp; 5 &amp; 8.4 &amp; 1.609 &amp; 2.128 &amp; 2.59 &amp; 3.425   \\&#10; \hline&#10;4 &amp; 7 &amp; 15.2 &amp; 1.946 &amp; 2.721 &amp; 3.787 &amp; 5.295   \\&#10; \hline&#10;$n=4$ &amp;  &amp;  &amp; 4.654 &amp; 5.38 &amp;7.584  &amp; 10.065 \\&#10; \hline&#10;\end{tabular}&#10;\end{align*}&#10;\end{document}"/>
  <p:tag name="IGUANATEXSIZE" val="24"/>
  <p:tag name="IGUANATEXCURSOR" val="79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94"/>
  <p:tag name="ORIGINALWIDTH" val="78.10979"/>
  <p:tag name="OUTPUTTYPE" val="SVG"/>
  <p:tag name="IGUANATEXVERSION" val="161"/>
  <p:tag name="LATEXADDIN" val="\documentclass{article}&#10;\usepackage{amsmath}&#10;\pagestyle{empty}&#10;\usepackage{xcolor}&#10;\begin{document}&#10;\color{white}&#10;\begin{align*}&#10;\text{Normal equations:}&#10;\end{align*}&#10;\end{document}"/>
  <p:tag name="IGUANATEXSIZE" val="28"/>
  <p:tag name="IGUANATEXCURSOR" val="14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.38701"/>
  <p:tag name="ORIGINALWIDTH" val="88.94958"/>
  <p:tag name="OUTPUTTYPE" val="SVG"/>
  <p:tag name="IGUANATEXVERSION" val="161"/>
  <p:tag name="LATEXADDIN" val="\documentclass{article}&#10;\usepackage{amsmath}&#10;\pagestyle{empty}&#10;\usepackage{xcolor}&#10;\begin{document}&#10;\color{white}&#10;\begin{align*}&#10;&amp; n c_0 +a_1 \Sigma s = \Sigma t \\&#10;&amp; c_0 \Sigma s + a_1 \Sigma s^2 = \Sigma s\, t&#10;\end{align*}&#10;\end{document}"/>
  <p:tag name="IGUANATEXSIZE" val="28"/>
  <p:tag name="IGUANATEXCURSOR" val="21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134.7439"/>
  <p:tag name="OUTPUTTYPE" val="SVG"/>
  <p:tag name="IGUANATEXVERSION" val="161"/>
  <p:tag name="LATEXADDIN" val="\documentclass{article}&#10;\usepackage{amsmath}&#10;\pagestyle{empty}&#10;\usepackage{xcolor}&#10;\begin{document}&#10;\color{white}&#10;\begin{align*}&#10;\begin{bmatrix}&#10;4 &amp; 4.654 \\&#10;4.654 &amp; 7.584&#10;\end{bmatrix} &#10;\begin{bmatrix}&#10;c_0 \\ a_1&#10;\end{bmatrix} = &#10;\begin{bmatrix}&#10;5.38 \\ 10.065&#10;\end{bmatrix}&#10;\end{align*}&#10;\end{document}"/>
  <p:tag name="IGUANATEXSIZE" val="28"/>
  <p:tag name="IGUANATEXCURSOR" val="17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28"/>
  <p:tag name="ORIGINALWIDTH" val="213.4302"/>
  <p:tag name="OUTPUTTYPE" val="SVG"/>
  <p:tag name="IGUANATEXVERSION" val="161"/>
  <p:tag name="LATEXADDIN" val="\documentclass{article}&#10;\usepackage{amsmath}&#10;\pagestyle{empty}&#10;\usepackage{xcolor}&#10;\begin{document}&#10;\color{white}&#10;\begin{align*}&#10;\text{Solution:} \,\, c_0 = -0.696, \quad a_0=0.498, \quad a_1 = 1.754&#10;\end{align*}&#10;\end{document}"/>
  <p:tag name="IGUANATEXSIZE" val="28"/>
  <p:tag name="IGUANATEXCURSOR" val="14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57573"/>
  <p:tag name="ORIGINALWIDTH" val="189.2559"/>
  <p:tag name="OUTPUTTYPE" val="SVG"/>
  <p:tag name="IGUANATEXVERSION" val="161"/>
  <p:tag name="LATEXADDIN" val="\documentclass{article}&#10;\usepackage{amsmath}&#10;\pagestyle{empty}&#10;\usepackage{xcolor}&#10;\begin{document}&#10;\color{white}&#10;\begin{align*}&#10;y = a_0 \, x^{a_1} = 0.498 \, x^{1.754} \quad \textit{(Fitted function)}&#10;\end{align*}&#10;\end{document}"/>
  <p:tag name="IGUANATEXSIZE" val="28"/>
  <p:tag name="IGUANATEXCURSOR" val="16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3"/>
  <p:tag name="ORIGINALWIDTH" val="4.610996"/>
  <p:tag name="LATEXADDIN" val="\documentclass{article}&#10;\usepackage{amsmath}&#10;\pagestyle{empty}&#10;\usepackage{xcolor}&#10;\begin{document}&#10;\color{white}&#10;\begin{align*}&#10;y = a_0 \, x^{a_1} = 0.498 \, x^{1.754} \quad \textit{(Fitted function)}&#10;\end{align*}&#10;\end{document}"/>
  <p:tag name="IGUANATEXSIZE" val="28"/>
  <p:tag name="IGUANATEXCURSOR" val="16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4"/>
  <p:tag name="ORIGINALWIDTH" val="6.651434"/>
  <p:tag name="EMFCHILD" val="True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58099"/>
  <p:tag name="EMFCHILD" val="True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15"/>
  <p:tag name="ORIGINALWIDTH" val="3.248707"/>
  <p:tag name="EMFCHILD" val="True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81074"/>
  <p:tag name="EMFCHILD" val="True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16676"/>
  <p:tag name="ORIGINALWIDTH" val="3.570754"/>
  <p:tag name="EMFCHILD" val="True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2942"/>
  <p:tag name="ORIGINALWIDTH" val="2.055428"/>
  <p:tag name="EMFCHILD" val="True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4"/>
  <p:tag name="ORIGINALWIDTH" val="6.651434"/>
  <p:tag name="EMFCHILD" val="True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210911"/>
  <p:tag name="EMFCHILD" val="True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0034"/>
  <p:tag name="ORIGINALWIDTH" val="1.060208"/>
  <p:tag name="EMFCHILD" val="True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975"/>
  <p:tag name="ORIGINALWIDTH" val="4.430962"/>
  <p:tag name="EMFCHILD" val="True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509"/>
  <p:tag name="EMFCHILD" val="True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509"/>
  <p:tag name="EMFCHILD" val="True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81074"/>
  <p:tag name="EMFCHILD" val="True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2.548538"/>
  <p:tag name="EMFCHILD" val="True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8202193"/>
  <p:tag name="ORIGINALWIDTH" val="0.8051744"/>
  <p:tag name="EMFCHILD" val="True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4089"/>
  <p:tag name="ORIGINALWIDTH" val="3.325703"/>
  <p:tag name="EMFCHILD" val="True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15"/>
  <p:tag name="ORIGINALWIDTH" val="3.094657"/>
  <p:tag name="EMFCHILD" val="True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7199"/>
  <p:tag name="ORIGINALWIDTH" val="3.430737"/>
  <p:tag name="EMFCHILD" val="True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3.640776"/>
  <p:tag name="EMFCHILD" val="True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8544"/>
  <p:tag name="ORIGINALWIDTH" val="6.688695"/>
  <p:tag name="EMFCHILD" val="True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6091"/>
  <p:tag name="ORIGINALWIDTH" val="2.480512"/>
  <p:tag name="EMFCHILD" val="True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9041"/>
  <p:tag name="ORIGINALWIDTH" val="2.820613"/>
  <p:tag name="EMFCHILD" val="True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9041"/>
  <p:tag name="ORIGINALWIDTH" val="2.820613"/>
  <p:tag name="EMFCHILD" val="True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3.540748"/>
  <p:tag name="EMFCHILD" val="True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83268"/>
  <p:tag name="ORIGINALWIDTH" val="4.520978"/>
  <p:tag name="EMFCHILD" val="True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272048"/>
  <p:tag name="ORIGINALWIDTH" val="4.771035"/>
  <p:tag name="EMFCHILD" val="True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781018"/>
  <p:tag name="EMFCHILD" val="True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5.031074"/>
  <p:tag name="EMFCHILD" val="True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3.600759"/>
  <p:tag name="EMFCHILD" val="True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9041"/>
  <p:tag name="ORIGINALWIDTH" val="2.820613"/>
  <p:tag name="EMFCHILD" val="True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6091"/>
  <p:tag name="ORIGINALWIDTH" val="2.480512"/>
  <p:tag name="EMFCHILD" val="True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3.990861"/>
  <p:tag name="EMFCHILD" val="True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5.031074"/>
  <p:tag name="EMFCHILD" val="True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3.640776"/>
  <p:tag name="EMFCHILD" val="True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42829"/>
  <p:tag name="ORIGINALWIDTH" val="4.403177"/>
  <p:tag name="LATEXADDIN" val="\documentclass{article}&#10;\usepackage{amsmath}&#10;\pagestyle{empty}&#10;\usepackage{xcolor}&#10;\begin{document}&#10;\color{white}&#10;\begin{align*}&#10;\text{Solution:} \,\, c_0 = -0.696, \quad a_0=0.498, \quad a_1 = 1.754&#10;\end{align*}&#10;\end{document}"/>
  <p:tag name="IGUANATEXSIZE" val="28"/>
  <p:tag name="IGUANATEXCURSOR" val="14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03177"/>
  <p:tag name="EMFCHILD" val="True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06552"/>
  <p:tag name="EMFCHILD" val="True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9955"/>
  <p:tag name="EMFCHILD" val="True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11052"/>
  <p:tag name="EMFCHILD" val="True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27025"/>
  <p:tag name="EMFCHILD" val="True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03177"/>
  <p:tag name="EMFCHILD" val="True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4.99955"/>
  <p:tag name="EMFCHILD" val="True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8"/>
  <p:tag name="ORIGINALWIDTH" val="1.053571"/>
  <p:tag name="EMFCHILD" val="True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866451"/>
  <p:tag name="EMFCHILD" val="True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28318"/>
  <p:tag name="EMFCHILD" val="True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0973"/>
  <p:tag name="EMFCHILD" val="True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73003"/>
  <p:tag name="EMFCHILD" val="True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84505"/>
  <p:tag name="EMFCHILD" val="True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3571"/>
  <p:tag name="EMFCHILD" val="True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24859"/>
  <p:tag name="EMFCHILD" val="True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24859"/>
  <p:tag name="EMFCHILD" val="True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24859"/>
  <p:tag name="EMFCHILD" val="True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78825"/>
  <p:tag name="ORIGINALWIDTH" val="1.162908"/>
  <p:tag name="EMFCHILD" val="True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52278"/>
  <p:tag name="EMFCHILD" val="True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28318"/>
  <p:tag name="EMFCHILD" val="True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0973"/>
  <p:tag name="EMFCHILD" val="True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84505"/>
  <p:tag name="EMFCHILD" val="True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3571"/>
  <p:tag name="EMFCHILD" val="True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03177"/>
  <p:tag name="EMFCHILD" val="True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24859"/>
  <p:tag name="EMFCHILD" val="True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24859"/>
  <p:tag name="EMFCHILD" val="True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78825"/>
  <p:tag name="ORIGINALWIDTH" val="1.162908"/>
  <p:tag name="EMFCHILD" val="True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52278"/>
  <p:tag name="EMFCHILD" val="True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2565"/>
  <p:tag name="EMFCHILD" val="True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0973"/>
  <p:tag name="EMFCHILD" val="True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80005"/>
  <p:tag name="EMFCHILD" val="True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3571"/>
  <p:tag name="EMFCHILD" val="True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3909"/>
  <p:tag name="ORIGINALWIDTH" val="4.264032"/>
  <p:tag name="EMFCHILD" val="True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65832"/>
  <p:tag name="EMFCHILD" val="True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03177"/>
  <p:tag name="EMFCHILD" val="True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2.629584"/>
  <p:tag name="LATEXADDIN" val="\documentclass{article}&#10;\usepackage{amsmath}&#10;\pagestyle{empty}&#10;\usepackage{xcolor}&#10;\begin{document}&#10;\color{white}&#10;\begin{align*}&#10;\begin{bmatrix}&#10;4 &amp; 4.654 \\&#10;4.654 &amp; 7.584&#10;\end{bmatrix} &#10;\begin{bmatrix}&#10;c_0 \\ a_1&#10;\end{bmatrix} = &#10;\begin{bmatrix}&#10;5.38 \\ 10.065&#10;\end{bmatrix}&#10;\end{align*}&#10;\end{document}"/>
  <p:tag name="IGUANATEXSIZE" val="28"/>
  <p:tag name="IGUANATEXCURSOR" val="17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29303"/>
  <p:tag name="EMFCHILD" val="True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29303"/>
  <p:tag name="EMFCHILD" val="True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9814"/>
  <p:tag name="EMFCHILD" val="True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9353"/>
  <p:tag name="EMFCHILD" val="True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8937"/>
  <p:tag name="EMFCHILD" val="True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29303"/>
  <p:tag name="EMFCHILD" val="True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29303"/>
  <p:tag name="EMFCHILD" val="True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9814"/>
  <p:tag name="EMFCHILD" val="True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9353"/>
  <p:tag name="EMFCHILD" val="True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8937"/>
  <p:tag name="EMFCHILD" val="True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29303"/>
  <p:tag name="EMFCHILD" val="True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3909"/>
  <p:tag name="ORIGINALWIDTH" val="4.289342"/>
  <p:tag name="EMFCHILD" val="True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9814"/>
  <p:tag name="EMFCHILD" val="True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8937"/>
  <p:tag name="EMFCHILD" val="True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9353"/>
  <p:tag name="EMFCHILD" val="True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29303"/>
  <p:tag name="EMFCHILD" val="True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2.629584"/>
  <p:tag name="EMFCHILD" val="True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2.629584"/>
  <p:tag name="EMFCHILD" val="True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3.889398"/>
  <p:tag name="EMFCHILD" val="True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47497"/>
  <p:tag name="EMFCHILD" val="True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79274"/>
  <p:tag name="EMFCHILD" val="True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4761"/>
  <p:tag name="EMFCHILD" val="True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2.629584"/>
  <p:tag name="EMFCHILD" val="True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4896"/>
  <p:tag name="EMFCHILD" val="True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2.629584"/>
  <p:tag name="EMFCHILD" val="True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8937"/>
  <p:tag name="EMFCHILD" val="True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9814"/>
  <p:tag name="EMFCHILD" val="True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9353"/>
  <p:tag name="EMFCHILD" val="True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9353"/>
  <p:tag name="EMFCHILD" val="True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99494"/>
  <p:tag name="EMFCHILD" val="True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209336"/>
  <p:tag name="EMFCHILD" val="True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9814"/>
  <p:tag name="EMFCHILD" val="True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209336"/>
  <p:tag name="EMFCHILD" val="True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49353"/>
  <p:tag name="EMFCHILD" val="True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8937"/>
  <p:tag name="EMFCHILD" val="True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2.629584"/>
  <p:tag name="EMFCHILD" val="True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5.414905"/>
  <p:tag name="LATEXADDIN" val="\documentclass{article}&#10;\usepackage{amsmath}&#10;\pagestyle{empty}&#10;\usepackage{xcolor}&#10;\begin{document}&#10;\color{white}&#10;\begin{align*}&#10;&amp; n c_0 +a_1 \Sigma s = \Sigma t \\&#10;&amp; c_0 \Sigma s + a_1 \Sigma s^2 = \Sigma s\, t&#10;\end{align*}&#10;\end{document}"/>
  <p:tag name="IGUANATEXSIZE" val="28"/>
  <p:tag name="IGUANATEXCURSOR" val="21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3.886333"/>
  <p:tag name="EMFCHILD" val="True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19151"/>
  <p:tag name="ORIGINALWIDTH" val="3.244938"/>
  <p:tag name="EMFCHILD" val="True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2463"/>
  <p:tag name="ORIGINALWIDTH" val="6.643757"/>
  <p:tag name="EMFCHILD" val="True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4.575703"/>
  <p:tag name="EMFCHILD" val="True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5338"/>
  <p:tag name="ORIGINALWIDTH" val="2.545585"/>
  <p:tag name="EMFCHILD" val="True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7098"/>
  <p:tag name="ORIGINALWIDTH" val="6.08428"/>
  <p:tag name="EMFCHILD" val="True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3.676547"/>
  <p:tag name="EMFCHILD" val="True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04106"/>
  <p:tag name="ORIGINALWIDTH" val="6.643757"/>
  <p:tag name="EMFCHILD" val="True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7098"/>
  <p:tag name="ORIGINALWIDTH" val="6.08428"/>
  <p:tag name="EMFCHILD" val="True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4517"/>
  <p:tag name="ORIGINALWIDTH" val="3.067098"/>
  <p:tag name="EMFCHILD" val="True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3.886333"/>
  <p:tag name="EMFCHILD" val="True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19151"/>
  <p:tag name="ORIGINALWIDTH" val="3.244938"/>
  <p:tag name="EMFCHILD" val="True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7098"/>
  <p:tag name="ORIGINALWIDTH" val="6.08428"/>
  <p:tag name="EMFCHILD" val="True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3.676547"/>
  <p:tag name="EMFCHILD" val="True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2463"/>
  <p:tag name="ORIGINALWIDTH" val="6.643757"/>
  <p:tag name="EMFCHILD" val="True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4.575703"/>
  <p:tag name="EMFCHILD" val="True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5338"/>
  <p:tag name="ORIGINALWIDTH" val="2.545585"/>
  <p:tag name="EMFCHILD" val="True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7098"/>
  <p:tag name="ORIGINALWIDTH" val="6.08428"/>
  <p:tag name="EMFCHILD" val="True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3.676547"/>
  <p:tag name="EMFCHILD" val="True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5338"/>
  <p:tag name="ORIGINALWIDTH" val="3.091086"/>
  <p:tag name="EMFCHILD" val="True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04106"/>
  <p:tag name="ORIGINALWIDTH" val="6.643757"/>
  <p:tag name="EMFCHILD" val="True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7098"/>
  <p:tag name="ORIGINALWIDTH" val="6.08428"/>
  <p:tag name="EMFCHILD" val="True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106"/>
  <p:tag name="ORIGINALWIDTH" val="3.676547"/>
  <p:tag name="EMFCHILD" val="True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4517"/>
  <p:tag name="ORIGINALWIDTH" val="3.067098"/>
  <p:tag name="EMFCHILD" val="True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71"/>
  <p:tag name="ORIGINALWIDTH" val="6.761951"/>
  <p:tag name="LATEXADDIN" val="\documentclass{article}&#10;\usepackage{amsmath}&#10;\pagestyle{empty}&#10;\usepackage{xcolor}&#10;\begin{document}&#10;\color{white}&#10;\begin{align*}&#10;\text{Normal equations:}&#10;\end{align*}&#10;\end{document}"/>
  <p:tag name="IGUANATEXSIZE" val="28"/>
  <p:tag name="IGUANATEXCURSOR" val="14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5855"/>
  <p:tag name="EMFCHILD" val="True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26519"/>
  <p:tag name="EMFCHILD" val="True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7.732171"/>
  <p:tag name="EMFCHILD" val="True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65045"/>
  <p:tag name="EMFCHILD" val="True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197863"/>
  <p:tag name="EMFCHILD" val="True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3144"/>
  <p:tag name="EMFCHILD" val="True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622"/>
  <p:tag name="ORIGINALWIDTH" val="4.880877"/>
  <p:tag name="EMFCHILD" val="True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79865"/>
  <p:tag name="EMFCHILD" val="True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65045"/>
  <p:tag name="EMFCHILD" val="True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098791"/>
  <p:tag name="EMFCHILD" val="True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18673"/>
  <p:tag name="EMFCHILD" val="True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5855"/>
  <p:tag name="EMFCHILD" val="True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4.979865"/>
  <p:tag name="EMFCHILD" val="True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37401"/>
  <p:tag name="EMFCHILD" val="True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8"/>
  <p:tag name="ORIGINALWIDTH" val="1.049438"/>
  <p:tag name="EMFCHILD" val="True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126"/>
  <p:tag name="ORIGINALWIDTH" val="10.82163"/>
  <p:tag name="OUTPUTTYPE" val="SVG"/>
  <p:tag name="IGUANATEXVERSION" val="161"/>
  <p:tag name="LATEXADDIN" val="\documentclass{article}&#10;\usepackage{amsmath}&#10;\pagestyle{empty}&#10;\usepackage{xcolor}&#10;\begin{document}&#10;\color{white}&#10;\begin{align*}&#10;\Sigma s&#10;\end{align*}&#10;\end{document}"/>
  <p:tag name="IGUANATEXSIZE" val="28"/>
  <p:tag name="IGUANATEXCURSOR" val="13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126"/>
  <p:tag name="ORIGINALWIDTH" val="9.473879"/>
  <p:tag name="OUTPUTTYPE" val="SVG"/>
  <p:tag name="IGUANATEXVERSION" val="161"/>
  <p:tag name="LATEXADDIN" val="\documentclass{article}&#10;\usepackage{amsmath}&#10;\pagestyle{empty}&#10;\usepackage{xcolor}&#10;\begin{document}&#10;\color{white}&#10;\begin{align*}&#10;\Sigma t&#10;\end{align*}&#10;\end{document}"/>
  <p:tag name="IGUANATEXSIZE" val="28"/>
  <p:tag name="IGUANATEXCURSOR" val="13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115917"/>
  <p:tag name="ORIGINALWIDTH" val="14.59742"/>
  <p:tag name="OUTPUTTYPE" val="SVG"/>
  <p:tag name="IGUANATEXVERSION" val="161"/>
  <p:tag name="LATEXADDIN" val="\documentclass{article}&#10;\usepackage{amsmath}&#10;\pagestyle{empty}&#10;\usepackage{xcolor}&#10;\begin{document}&#10;\color{white}&#10;\begin{align*}&#10;\Sigma s^2&#10;\end{align*}&#10;\end{document}"/>
  <p:tag name="IGUANATEXSIZE" val="28"/>
  <p:tag name="IGUANATEXCURSOR" val="13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918"/>
  <p:tag name="ORIGINALWIDTH" val="26.53246"/>
  <p:tag name="OUTPUTTYPE" val="SVG"/>
  <p:tag name="IGUANATEXVERSION" val="161"/>
  <p:tag name="LATEXADDIN" val="\documentclass{article}&#10;\usepackage{amsmath}&#10;\pagestyle{empty}&#10;\usepackage{xcolor}&#10;\begin{document}&#10;\color{white}&#10;\begin{align*}&#10;\Sigma s\times t&#10;\end{align*}&#10;\end{document}"/>
  <p:tag name="IGUANATEXSIZE" val="28"/>
  <p:tag name="IGUANATEXCURSOR" val="1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7919"/>
  <p:tag name="ORIGINALWIDTH" val="6.013051"/>
  <p:tag name="LATEXADDIN" val="\documentclass{article}&#10;\usepackage{amsmath}&#10;\pagestyle{empty}&#10;\usepackage{xcolor}&#10;\begin{document}&#10;\color{white}&#10;\begin{align*}&#10;\Sigma s\times t&#10;\end{align*}&#10;\end{document}"/>
  <p:tag name="IGUANATEXSIZE" val="28"/>
  <p:tag name="IGUANATEXCURSOR" val="1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3099"/>
  <p:tag name="ORIGINALWIDTH" val="3.633494"/>
  <p:tag name="EMFCHILD" val="True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1856"/>
  <p:tag name="ORIGINALWIDTH" val="4.768984"/>
  <p:tag name="EMFCHILD" val="True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49551"/>
  <p:tag name="ORIGINALWIDTH" val="3.031216"/>
  <p:tag name="EMFCHILD" val="True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743"/>
  <p:tag name="ORIGINALWIDTH" val="5.972444"/>
  <p:tag name="LATEXADDIN" val="\documentclass{article}&#10;\usepackage{amsmath}&#10;\pagestyle{empty}&#10;\usepackage{xcolor}&#10;\begin{document}&#10;\color{white}&#10;\begin{align*}&#10;\Sigma s^2&#10;\end{align*}&#10;\end{document}"/>
  <p:tag name="IGUANATEXSIZE" val="28"/>
  <p:tag name="IGUANATEXCURSOR" val="13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3698"/>
  <p:tag name="ORIGINALWIDTH" val="3.608944"/>
  <p:tag name="EMFCHILD" val="True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44741"/>
  <p:tag name="ORIGINALWIDTH" val="3.034253"/>
  <p:tag name="EMFCHILD" val="True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1446"/>
  <p:tag name="ORIGINALWIDTH" val="5.791453"/>
  <p:tag name="LATEXADDIN" val="\documentclass{article}&#10;\usepackage{amsmath}&#10;\pagestyle{empty}&#10;\usepackage{xcolor}&#10;\begin{document}&#10;\color{white}&#10;\begin{align*}&#10;\Sigma t&#10;\end{align*}&#10;\end{document}"/>
  <p:tag name="IGUANATEXSIZE" val="28"/>
  <p:tag name="IGUANATEXCURSOR" val="13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19545"/>
  <p:tag name="ORIGINALWIDTH" val="2.91949"/>
  <p:tag name="EMFCHILD" val="True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1446"/>
  <p:tag name="ORIGINALWIDTH" val="6.067239"/>
  <p:tag name="LATEXADDIN" val="\documentclass{article}&#10;\usepackage{amsmath}&#10;\pagestyle{empty}&#10;\usepackage{xcolor}&#10;\begin{document}&#10;\color{white}&#10;\begin{align*}&#10;\Sigma s&#10;\end{align*}&#10;\end{document}"/>
  <p:tag name="IGUANATEXSIZE" val="28"/>
  <p:tag name="IGUANATEXCURSOR" val="13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1884"/>
  <p:tag name="ORIGINALWIDTH" val="3.666226"/>
  <p:tag name="EMFCHILD" val="True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391"/>
  <p:tag name="ORIGINALWIDTH" val="285.2993"/>
  <p:tag name="LATEXADDIN" val="\documentclass{article}&#10;\usepackage{amsmath}&#10;\pagestyle{empty}&#10;\usepackage{xcolor}&#10;\usepackage{array}&#10;\begin{document}&#10;\color{white}&#10;\begin{align*}&#10;% TODO: \usepackage{array} required&#10;\begin{tabular}{|&gt;{\centering\arraybackslash}m{1cm}|&gt;{\centering\arraybackslash}m{1cm}|&gt;{\centering\arraybackslash}m{1cm}|&gt;{\centering\arraybackslash}m{1cm}|&gt;{\centering\arraybackslash}m{1cm}|&gt;{\centering\arraybackslash}m{1cm}|&gt;{\centering\arraybackslash}m{1cm}|}&#10; \hline&#10;$k$ &amp; $x$ &amp; $y$ &amp; $s=\ln(x)$ &amp; $t=\ln(y)$ &amp; $s^2$ &amp; $s\times t$  \\&#10; \hline&#10;1 &amp; 1 &amp; 0.5 &amp; 0.0 &amp; -0.693 &amp; 0 &amp; 0   \\&#10; \hline&#10;2 &amp; 3 &amp; 3.4 &amp;  1.099 &amp; 1.224 &amp; 1.207 &amp; 1.344   \\&#10; \hline&#10;3 &amp; 5 &amp; 8.4 &amp; 1.609 &amp; 2.128 &amp; 2.59 &amp; 3.425   \\&#10; \hline&#10;4 &amp; 7 &amp; 15.2 &amp; 1.946 &amp; 2.721 &amp; 3.787 &amp; 5.295   \\&#10; \hline&#10;$n=4$ &amp;  &amp;  &amp; 4.654 &amp; 5.38 &amp;7.584  &amp; 10.065 \\&#10; \hline&#10;\end{tabular}&#10;\end{align*}&#10;\end{document}"/>
  <p:tag name="IGUANATEXSIZE" val="24"/>
  <p:tag name="IGUANATEXCURSOR" val="79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7982"/>
  <p:tag name="ORIGINALWIDTH" val="0.3984908"/>
  <p:tag name="EMFCHILD" val="True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4062"/>
  <p:tag name="ORIGINALWIDTH" val="4.513058"/>
  <p:tag name="EMFCHILD" val="True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7982"/>
  <p:tag name="ORIGINALWIDTH" val="0.3984908"/>
  <p:tag name="EMFCHILD" val="True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6181"/>
  <p:tag name="ORIGINALWIDTH" val="4.961384"/>
  <p:tag name="EMFCHILD" val="True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7982"/>
  <p:tag name="ORIGINALWIDTH" val="0.3984908"/>
  <p:tag name="EMFCHILD" val="True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4534"/>
  <p:tag name="ORIGINALWIDTH" val="4.592749"/>
  <p:tag name="EMFCHILD" val="True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7982"/>
  <p:tag name="ORIGINALWIDTH" val="0.3984908"/>
  <p:tag name="EMFCHILD" val="True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6181"/>
  <p:tag name="ORIGINALWIDTH" val="3.66624"/>
  <p:tag name="EMFCHILD" val="True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8025"/>
  <p:tag name="ORIGINALWIDTH" val="6.625131"/>
  <p:tag name="EMFCHILD" val="True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53"/>
  <p:tag name="ORIGINALWIDTH" val="2.21168"/>
  <p:tag name="EMFCHILD" val="True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16273"/>
  <p:tag name="ORIGINALWIDTH" val="5.011188"/>
  <p:tag name="EMFCHILD" val="True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1601"/>
  <p:tag name="ORIGINALWIDTH" val="2.311319"/>
  <p:tag name="EMFCHILD" val="True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6181"/>
  <p:tag name="ORIGINALWIDTH" val="4.961384"/>
  <p:tag name="EMFCHILD" val="True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1601"/>
  <p:tag name="ORIGINALWIDTH" val="2.311319"/>
  <p:tag name="EMFCHILD" val="True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7982"/>
  <p:tag name="ORIGINALWIDTH" val="0.3984908"/>
  <p:tag name="EMFCHILD" val="True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64632"/>
  <p:tag name="ORIGINALWIDTH" val="3.058497"/>
  <p:tag name="EMFCHILD" val="True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8025"/>
  <p:tag name="ORIGINALWIDTH" val="6.625131"/>
  <p:tag name="EMFCHILD" val="True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53"/>
  <p:tag name="ORIGINALWIDTH" val="2.21168"/>
  <p:tag name="EMFCHILD" val="True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16273"/>
  <p:tag name="ORIGINALWIDTH" val="5.011188"/>
  <p:tag name="EMFCHILD" val="True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1601"/>
  <p:tag name="ORIGINALWIDTH" val="2.311319"/>
  <p:tag name="EMFCHILD" val="True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4534"/>
  <p:tag name="ORIGINALWIDTH" val="4.592749"/>
  <p:tag name="EMFCHILD" val="True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1601"/>
  <p:tag name="ORIGINALWIDTH" val="2.311319"/>
  <p:tag name="EMFCHILD" val="True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7982"/>
  <p:tag name="ORIGINALWIDTH" val="0.3984908"/>
  <p:tag name="EMFCHILD" val="True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6181"/>
  <p:tag name="ORIGINALWIDTH" val="3.66624"/>
  <p:tag name="EMFCHILD" val="True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44094"/>
  <p:tag name="ORIGINALWIDTH" val="3.082415"/>
  <p:tag name="EMFCHILD" val="True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7982"/>
  <p:tag name="ORIGINALWIDTH" val="0.3984908"/>
  <p:tag name="EMFCHILD" val="True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6181"/>
  <p:tag name="ORIGINALWIDTH" val="3.66624"/>
  <p:tag name="EMFCHILD" val="True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5945"/>
  <p:tag name="ORIGINALWIDTH" val="4.811942"/>
  <p:tag name="EMFCHILD" val="True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64632"/>
  <p:tag name="ORIGINALWIDTH" val="3.058497"/>
  <p:tag name="EMFCHILD" val="True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7982"/>
  <p:tag name="ORIGINALWIDTH" val="0.3984908"/>
  <p:tag name="EMFCHILD" val="True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391"/>
  <p:tag name="ORIGINALWIDTH" val="285.2993"/>
  <p:tag name="EMFCHILD" val="True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5794947"/>
  <p:tag name="ORIGINALWIDTH" val="2.640092"/>
  <p:tag name="EMFCHILD" val="True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391"/>
  <p:tag name="ORIGINALWIDTH" val="285.2993"/>
  <p:tag name="EMFCHILD" val="True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113"/>
  <p:tag name="ORIGINALWIDTH" val="4.27395"/>
  <p:tag name="EMFCHILD" val="True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391"/>
  <p:tag name="ORIGINALWIDTH" val="285.2993"/>
  <p:tag name="EMFCHILD" val="True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391"/>
  <p:tag name="ORIGINALWIDTH" val="285.2993"/>
  <p:tag name="EMFCHILD" val="True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113"/>
  <p:tag name="ORIGINALWIDTH" val="4.27395"/>
  <p:tag name="EMFCHILD" val="True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113"/>
  <p:tag name="ORIGINALWIDTH" val="4.27395"/>
  <p:tag name="EMFCHILD" val="True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113"/>
  <p:tag name="ORIGINALWIDTH" val="4.27395"/>
  <p:tag name="EMFCHILD" val="True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113"/>
  <p:tag name="ORIGINALWIDTH" val="4.27395"/>
  <p:tag name="EMFCHILD" val="True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975065"/>
  <p:tag name="EMFCHILD" val="True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391"/>
  <p:tag name="ORIGINALWIDTH" val="285.2993"/>
  <p:tag name="EMFCHILD" val="True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6181"/>
  <p:tag name="ORIGINALWIDTH" val="5.399737"/>
  <p:tag name="EMFCHILD" val="True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8025"/>
  <p:tag name="ORIGINALWIDTH" val="6.625131"/>
  <p:tag name="EMFCHILD" val="True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113"/>
  <p:tag name="ORIGINALWIDTH" val="4.27395"/>
  <p:tag name="EMFCHILD" val="True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04"/>
  <p:tag name="ORIGINALWIDTH" val="4.413419"/>
  <p:tag name="EMFCHILD" val="True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4396"/>
  <p:tag name="ORIGINALWIDTH" val="3.287664"/>
  <p:tag name="EMFCHILD" val="True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9088"/>
  <p:tag name="ORIGINALWIDTH" val="1.056037"/>
  <p:tag name="EMFCHILD" val="True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94258"/>
  <p:tag name="EMFCHILD" val="True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4.134481"/>
  <p:tag name="EMFCHILD" val="True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4212"/>
  <p:tag name="ORIGINALWIDTH" val="3.975065"/>
  <p:tag name="EMFCHILD" val="True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989"/>
  <p:tag name="ORIGINALWIDTH" val="0.3984908"/>
  <p:tag name="EMFCHILD" val="True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391"/>
  <p:tag name="ORIGINALWIDTH" val="285.2993"/>
  <p:tag name="EMFCHILD" val="True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.96569"/>
  <p:tag name="ORIGINALWIDTH" val="203.899"/>
  <p:tag name="OUTPUTTYPE" val="SVG"/>
  <p:tag name="IGUANATEXVERSION" val="161"/>
  <p:tag name="LATEXADDIN" val="\documentclass{article}&#10;\usepackage{amsmath}&#10;\usepackage{array} &#10;\pagestyle{empty}&#10;\usepackage{xcolor}&#10;\begin{document}&#10;\color{white}&#10;\begin{align*}&#10;% TODO: \usepackage{array} required&#10;\begin{tabular}{|&gt;{\centering\arraybackslash}m{1cm}|&gt;{\centering\arraybackslash}m{1cm}|&gt;{\centering\arraybackslash}m{1cm}|&gt;{\centering\arraybackslash}m{1cm}|&gt;{\centering\arraybackslash}m{1cm}|}&#10; \hline&#10;$x$ &amp; 1 &amp; 3 &amp; 5 &amp; 7 \\&#10; \hline&#10;$y$ &amp; 0.5 &amp; 3.4 &amp; 8.4 &amp; 15.2 \\&#10; \hline&#10;$y_f$ &amp; 0.4984 &amp; 3.425  &amp; 8.393  &amp; 15.146 \\&#10; \hline&#10;\end{tabular}&#10;\end{align*}&#10;\end{document}"/>
  <p:tag name="IGUANATEXSIZE" val="28"/>
  <p:tag name="IGUANATEXCURSOR" val="33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.35312"/>
  <p:tag name="ORIGINALWIDTH" val="182.1135"/>
  <p:tag name="OUTPUTTYPE" val="SVG"/>
  <p:tag name="IGUANATEXVERSION" val="161"/>
  <p:tag name="LATEXADDIN" val="\documentclass{article}&#10;\usepackage{amsmath}&#10;\pagestyle{empty}&#10;\usepackage{xcolor}&#10;\begin{document}&#10;\color{white}&#10;\begin{align*}&#10;\text{Error:} \quad R= \sum_{i=1}^n (y_i - y_i^f)^2 = 3.574 \times 10^{-3}&#10;\end{align*}&#10;\end{document}"/>
  <p:tag name="IGUANATEXSIZE" val="28"/>
  <p:tag name="IGUANATEXCURSOR" val="15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75928"/>
  <p:tag name="ORIGINALWIDTH" val="183.6513"/>
  <p:tag name="OUTPUTTYPE" val="SVG"/>
  <p:tag name="IGUANATEXVERSION" val="161"/>
  <p:tag name="LATEXADDIN" val="\documentclass{article}&#10;\usepackage{amsmath}&#10;\pagestyle{empty}&#10;\usepackage{xcolor}&#10;\begin{document}&#10;\color{white}&#10;\begin{align*}&#10;\text{Error indicator is small, so fitness is good.}&#10;\end{align*}&#10;\end{document}"/>
  <p:tag name="IGUANATEXSIZE" val="28"/>
  <p:tag name="IGUANATEXCURSOR" val="18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183605"/>
  <p:tag name="LATEXADDIN" val="\documentclass{article}&#10;\usepackage{amsmath}&#10;\pagestyle{empty}&#10;\usepackage{xcolor}&#10;\begin{document}&#10;\color{white}&#10;\begin{align*}&#10;\text{Error indicator is small, so fitness is good.}&#10;\end{align*}&#10;\end{document}"/>
  <p:tag name="IGUANATEXSIZE" val="28"/>
  <p:tag name="IGUANATEXCURSOR" val="18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6524"/>
  <p:tag name="EMFCHILD" val="True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6524"/>
  <p:tag name="EMFCHILD" val="True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25422"/>
  <p:tag name="EMFCHILD" val="True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6524"/>
  <p:tag name="EMFCHILD" val="True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7795"/>
  <p:tag name="EMFCHILD" val="True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24803"/>
  <p:tag name="EMFCHILD" val="True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24916"/>
  <p:tag name="EMFCHILD" val="True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7795"/>
  <p:tag name="EMFCHILD" val="True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06074"/>
  <p:tag name="EMFCHILD" val="True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505343"/>
  <p:tag name="EMFCHILD" val="True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26772"/>
  <p:tag name="EMFCHILD" val="True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25422"/>
  <p:tag name="EMFCHILD" val="True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6524"/>
  <p:tag name="EMFCHILD" val="True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7795"/>
  <p:tag name="EMFCHILD" val="True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662"/>
  <p:tag name="EMFCHILD" val="True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662"/>
  <p:tag name="EMFCHILD" val="True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7.80194"/>
  <p:tag name="EMFCHILD" val="True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505343"/>
  <p:tag name="EMFCHILD" val="True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7688"/>
  <p:tag name="EMFCHILD" val="True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7688"/>
  <p:tag name="EMFCHILD" val="True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78825"/>
  <p:tag name="ORIGINALWIDTH" val="1.168785"/>
  <p:tag name="EMFCHILD" val="True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662"/>
  <p:tag name="EMFCHILD" val="True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25422"/>
  <p:tag name="EMFCHILD" val="True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94854"/>
  <p:tag name="EMFCHILD" val="True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6586"/>
  <p:tag name="ORIGINALWIDTH" val="3.126772"/>
  <p:tag name="EMFCHILD" val="True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24803"/>
  <p:tag name="EMFCHILD" val="True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66001"/>
  <p:tag name="EMFCHILD" val="True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662"/>
  <p:tag name="EMFCHILD" val="True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662"/>
  <p:tag name="EMFCHILD" val="True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7795"/>
  <p:tag name="EMFCHILD" val="True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26662"/>
  <p:tag name="EMFCHILD" val="True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354"/>
  <p:tag name="ORIGINALWIDTH" val="4.565298"/>
  <p:tag name="EMFCHILD" val="True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25422"/>
  <p:tag name="EMFCHILD" val="True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25422"/>
  <p:tag name="EMFCHILD" val="True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924916"/>
  <p:tag name="EMFCHILD" val="True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8886"/>
  <p:tag name="EMFCHILD" val="True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166873"/>
  <p:tag name="LATEXADDIN" val="\documentclass{article}&#10;\usepackage{amsmath}&#10;\pagestyle{empty}&#10;\usepackage{xcolor}&#10;\begin{document}&#10;\color{white}&#10;\begin{align*}&#10;\text{Error:} \quad R= \sum_{i=1}^n (y_i - y_i^f)^2 = 3.574 \times 10^{-3}&#10;\end{align*}&#10;\end{document}"/>
  <p:tag name="IGUANATEXSIZE" val="28"/>
  <p:tag name="IGUANATEXCURSOR" val="15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7441"/>
  <p:tag name="EMFCHILD" val="True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7441"/>
  <p:tag name="EMFCHILD" val="True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13442"/>
  <p:tag name="EMFCHILD" val="True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7441"/>
  <p:tag name="EMFCHILD" val="True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8"/>
  <p:tag name="ORIGINALWIDTH" val="1.056018"/>
  <p:tag name="EMFCHILD" val="True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7.113302"/>
  <p:tag name="EMFCHILD" val="True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41"/>
  <p:tag name="EMFCHILD" val="True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4.260995"/>
  <p:tag name="EMFCHILD" val="True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4769"/>
  <p:tag name="ORIGINALWIDTH" val="13.26026"/>
  <p:tag name="EMFCHILD" val="True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48"/>
  <p:tag name="EMFCHILD" val="True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75956"/>
  <p:tag name="ORIGINALWIDTH" val="5.132733"/>
  <p:tag name="EMFCHILD" val="True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7"/>
  <p:tag name="EMFCHILD" val="True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1305"/>
  <p:tag name="EMFCHILD" val="True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92773"/>
  <p:tag name="EMFCHILD" val="True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48"/>
  <p:tag name="EMFCHILD" val="True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87149"/>
  <p:tag name="EMFCHILD" val="True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92773"/>
  <p:tag name="EMFCHILD" val="True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2227"/>
  <p:tag name="ORIGINALWIDTH" val="3.703094"/>
  <p:tag name="EMFCHILD" val="True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3048"/>
  <p:tag name="EMFCHILD" val="True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1333"/>
  <p:tag name="EMFCHILD" val="True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24"/>
  <p:tag name="EMFCHILD" val="True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41"/>
  <p:tag name="EMFCHILD" val="True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34477"/>
  <p:tag name="EMFCHILD" val="True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3.975085"/>
  <p:tag name="EMFCHILD" val="True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3909"/>
  <p:tag name="ORIGINALWIDTH" val="4.27396"/>
  <p:tag name="EMFCHILD" val="True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4.413442"/>
  <p:tag name="EMFCHILD" val="True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1969"/>
  <p:tag name="ORIGINALWIDTH" val="4.811952"/>
  <p:tag name="EMFCHILD" val="True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87655"/>
  <p:tag name="EMFCHILD" val="True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417042"/>
  <p:tag name="ORIGINALWIDTH" val="4.714314"/>
  <p:tag name="EMFCHILD" val="True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07958"/>
  <p:tag name="EMFCHILD" val="True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8807"/>
  <p:tag name="ORIGINALWIDTH" val="203.899"/>
  <p:tag name="LATEXADDIN" val="\documentclass{article}&#10;\usepackage{amsmath}&#10;\usepackage{array} &#10;\pagestyle{empty}&#10;\usepackage{xcolor}&#10;\begin{document}&#10;\color{white}&#10;\begin{align*}&#10;% TODO: \usepackage{array} required&#10;\begin{tabular}{|&gt;{\centering\arraybackslash}m{1cm}|&gt;{\centering\arraybackslash}m{1cm}|&gt;{\centering\arraybackslash}m{1cm}|&gt;{\centering\arraybackslash}m{1cm}|&gt;{\centering\arraybackslash}m{1cm}|}&#10; \hline&#10;$x$ &amp; 1 &amp; 3 &amp; 5 &amp; 7 \\&#10; \hline&#10;$y$ &amp; 0.5 &amp; 3.4 &amp; 8.4 &amp; 15.2 \\&#10; \hline&#10;$y_f$ &amp; 0.4984 &amp; 3.425  &amp; 8.393  &amp; 15.146 \\&#10; \hline&#10;\end{tabular}&#10;\end{align*}&#10;\end{document}"/>
  <p:tag name="IGUANATEXSIZE" val="28"/>
  <p:tag name="IGUANATEXCURSOR" val="33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4043"/>
  <p:tag name="ORIGINALWIDTH" val="4.961389"/>
  <p:tag name="EMFCHILD" val="True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4775"/>
  <p:tag name="ORIGINALWIDTH" val="3.287654"/>
  <p:tag name="EMFCHILD" val="True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3.975084"/>
  <p:tag name="EMFCHILD" val="True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7891"/>
  <p:tag name="ORIGINALWIDTH" val="4.273959"/>
  <p:tag name="EMFCHILD" val="True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8807"/>
  <p:tag name="ORIGINALWIDTH" val="203.899"/>
  <p:tag name="EMFCHILD" val="True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2929"/>
  <p:tag name="ORIGINALWIDTH" val="4.592772"/>
  <p:tag name="EMFCHILD" val="True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94263"/>
  <p:tag name="EMFCHILD" val="True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0304"/>
  <p:tag name="ORIGINALWIDTH" val="1.056018"/>
  <p:tag name="EMFCHILD" val="True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3.975084"/>
  <p:tag name="EMFCHILD" val="True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0304"/>
  <p:tag name="ORIGINALWIDTH" val="1.056018"/>
  <p:tag name="EMFCHILD" val="True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35826"/>
  <p:tag name="ORIGINALWIDTH" val="4.413441"/>
  <p:tag name="EMFCHILD" val="True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0304"/>
  <p:tag name="ORIGINALWIDTH" val="1.056018"/>
  <p:tag name="EMFCHILD" val="True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35826"/>
  <p:tag name="ORIGINALWIDTH" val="4.413441"/>
  <p:tag name="EMFCHILD" val="True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4775"/>
  <p:tag name="ORIGINALWIDTH" val="3.287654"/>
  <p:tag name="EMFCHILD" val="True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3.975084"/>
  <p:tag name="EMFCHILD" val="True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0304"/>
  <p:tag name="ORIGINALWIDTH" val="1.056018"/>
  <p:tag name="EMFCHILD" val="True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4775"/>
  <p:tag name="ORIGINALWIDTH" val="3.975084"/>
  <p:tag name="EMFCHILD" val="True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8807"/>
  <p:tag name="ORIGINALWIDTH" val="203.899"/>
  <p:tag name="EMFCHILD" val="True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2929"/>
  <p:tag name="ORIGINALWIDTH" val="4.592772"/>
  <p:tag name="EMFCHILD" val="True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78"/>
  <p:tag name="ORIGINALWIDTH" val="3.703093"/>
  <p:tag name="EMFCHILD" val="True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94263"/>
  <p:tag name="EMFCHILD" val="True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0304"/>
  <p:tag name="ORIGINALWIDTH" val="1.056018"/>
  <p:tag name="EMFCHILD" val="True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35826"/>
  <p:tag name="ORIGINALWIDTH" val="4.413441"/>
  <p:tag name="EMFCHILD" val="True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35826"/>
  <p:tag name="ORIGINALWIDTH" val="4.413441"/>
  <p:tag name="EMFCHILD" val="True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0304"/>
  <p:tag name="ORIGINALWIDTH" val="1.056018"/>
  <p:tag name="EMFCHILD" val="True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35826"/>
  <p:tag name="ORIGINALWIDTH" val="4.413441"/>
  <p:tag name="EMFCHILD" val="True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4775"/>
  <p:tag name="ORIGINALWIDTH" val="3.975084"/>
  <p:tag name="EMFCHILD" val="True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3.975084"/>
  <p:tag name="EMFCHILD" val="True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0304"/>
  <p:tag name="ORIGINALWIDTH" val="1.056018"/>
  <p:tag name="EMFCHILD" val="True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4775"/>
  <p:tag name="ORIGINALWIDTH" val="3.287654"/>
  <p:tag name="EMFCHILD" val="True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3.975084"/>
  <p:tag name="EMFCHILD" val="True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0304"/>
  <p:tag name="ORIGINALWIDTH" val="1.056018"/>
  <p:tag name="EMFCHILD" val="True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4775"/>
  <p:tag name="ORIGINALWIDTH" val="3.287654"/>
  <p:tag name="EMFCHILD" val="True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35826"/>
  <p:tag name="ORIGINALWIDTH" val="4.413441"/>
  <p:tag name="EMFCHILD" val="True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6906"/>
  <p:tag name="ORIGINALWIDTH" val="4.134476"/>
  <p:tag name="EMFCHILD" val="True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814"/>
  <p:tag name="EMFCHILD" val="True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8807"/>
  <p:tag name="ORIGINALWIDTH" val="203.899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527</TotalTime>
  <Words>179</Words>
  <Application>Microsoft Office PowerPoint</Application>
  <PresentationFormat>Widescreen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Lecture-1(4):  Regression– Least Squares 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Lecture-1(4):  Regression– Least Squares </dc:title>
  <dc:creator>houseCi7</dc:creator>
  <cp:lastModifiedBy>bsphy2241</cp:lastModifiedBy>
  <cp:revision>32</cp:revision>
  <dcterms:created xsi:type="dcterms:W3CDTF">2024-09-28T06:27:19Z</dcterms:created>
  <dcterms:modified xsi:type="dcterms:W3CDTF">2025-11-05T11:07:10Z</dcterms:modified>
</cp:coreProperties>
</file>